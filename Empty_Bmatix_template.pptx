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0" r:id="rId5"/>
  </p:sldMasterIdLst>
  <p:notesMasterIdLst>
    <p:notesMasterId r:id="rId25"/>
  </p:notesMasterIdLst>
  <p:handoutMasterIdLst>
    <p:handoutMasterId r:id="rId26"/>
  </p:handoutMasterIdLst>
  <p:sldIdLst>
    <p:sldId id="500" r:id="rId6"/>
    <p:sldId id="504" r:id="rId7"/>
    <p:sldId id="271" r:id="rId8"/>
    <p:sldId id="502" r:id="rId9"/>
    <p:sldId id="503" r:id="rId10"/>
    <p:sldId id="501" r:id="rId11"/>
    <p:sldId id="274" r:id="rId12"/>
    <p:sldId id="277" r:id="rId13"/>
    <p:sldId id="332" r:id="rId14"/>
    <p:sldId id="317" r:id="rId15"/>
    <p:sldId id="329" r:id="rId16"/>
    <p:sldId id="316" r:id="rId17"/>
    <p:sldId id="330" r:id="rId18"/>
    <p:sldId id="312" r:id="rId19"/>
    <p:sldId id="325" r:id="rId20"/>
    <p:sldId id="327" r:id="rId21"/>
    <p:sldId id="328" r:id="rId22"/>
    <p:sldId id="326" r:id="rId23"/>
    <p:sldId id="282" r:id="rId24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full" id="{3EC1681A-B4DB-8C42-B863-AF195E8122D7}">
          <p14:sldIdLst>
            <p14:sldId id="500"/>
            <p14:sldId id="504"/>
            <p14:sldId id="271"/>
            <p14:sldId id="502"/>
            <p14:sldId id="503"/>
            <p14:sldId id="501"/>
            <p14:sldId id="274"/>
            <p14:sldId id="277"/>
            <p14:sldId id="332"/>
            <p14:sldId id="317"/>
            <p14:sldId id="329"/>
            <p14:sldId id="316"/>
            <p14:sldId id="330"/>
            <p14:sldId id="312"/>
            <p14:sldId id="325"/>
            <p14:sldId id="327"/>
            <p14:sldId id="328"/>
            <p14:sldId id="326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32F0DAF-F7E0-2CD7-09F6-6CDDA2D127E4}" name="Andy Van Laer - Butterslides" initials="AVL" userId="Andy Van Laer - Butterslide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F6D"/>
    <a:srgbClr val="D6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563681-37B8-4F42-862C-7485BCCB332A}" v="20" dt="2026-05-26T11:42:14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nder Van Oostende | Bmatix BE" userId="33f30d6d-c7cc-4605-8842-2d1a471b841f" providerId="ADAL" clId="{D55F3678-0DC1-4A9C-8B1A-437591358A97}"/>
    <pc:docChg chg="undo custSel addSld delSld modSld sldOrd addSection delSection modSection">
      <pc:chgData name="Xander Van Oostende | Bmatix BE" userId="33f30d6d-c7cc-4605-8842-2d1a471b841f" providerId="ADAL" clId="{D55F3678-0DC1-4A9C-8B1A-437591358A97}" dt="2026-05-26T11:43:22.403" v="531"/>
      <pc:docMkLst>
        <pc:docMk/>
      </pc:docMkLst>
      <pc:sldChg chg="delSp modSp add del mod ord">
        <pc:chgData name="Xander Van Oostende | Bmatix BE" userId="33f30d6d-c7cc-4605-8842-2d1a471b841f" providerId="ADAL" clId="{D55F3678-0DC1-4A9C-8B1A-437591358A97}" dt="2026-05-26T11:33:22.563" v="369" actId="47"/>
        <pc:sldMkLst>
          <pc:docMk/>
          <pc:sldMk cId="2106903747" sldId="266"/>
        </pc:sldMkLst>
        <pc:spChg chg="del">
          <ac:chgData name="Xander Van Oostende | Bmatix BE" userId="33f30d6d-c7cc-4605-8842-2d1a471b841f" providerId="ADAL" clId="{D55F3678-0DC1-4A9C-8B1A-437591358A97}" dt="2026-05-26T11:32:55.195" v="366" actId="21"/>
          <ac:spMkLst>
            <pc:docMk/>
            <pc:sldMk cId="2106903747" sldId="266"/>
            <ac:spMk id="7" creationId="{FB9D163D-8572-BFE8-A2F6-158BF59A9E4C}"/>
          </ac:spMkLst>
        </pc:spChg>
        <pc:grpChg chg="mod">
          <ac:chgData name="Xander Van Oostende | Bmatix BE" userId="33f30d6d-c7cc-4605-8842-2d1a471b841f" providerId="ADAL" clId="{D55F3678-0DC1-4A9C-8B1A-437591358A97}" dt="2026-05-26T11:33:00.566" v="368" actId="1076"/>
          <ac:grpSpMkLst>
            <pc:docMk/>
            <pc:sldMk cId="2106903747" sldId="266"/>
            <ac:grpSpMk id="4" creationId="{97DE6CFE-DBFE-9804-5700-EE7FC7872D1A}"/>
          </ac:grpSpMkLst>
        </pc:grpChg>
        <pc:picChg chg="del">
          <ac:chgData name="Xander Van Oostende | Bmatix BE" userId="33f30d6d-c7cc-4605-8842-2d1a471b841f" providerId="ADAL" clId="{D55F3678-0DC1-4A9C-8B1A-437591358A97}" dt="2026-05-26T11:32:57.518" v="367" actId="21"/>
          <ac:picMkLst>
            <pc:docMk/>
            <pc:sldMk cId="2106903747" sldId="266"/>
            <ac:picMk id="6" creationId="{5146CAFE-A1E0-3478-98B9-22BE5E1A7F98}"/>
          </ac:picMkLst>
        </pc:picChg>
      </pc:sldChg>
      <pc:sldChg chg="del">
        <pc:chgData name="Xander Van Oostende | Bmatix BE" userId="33f30d6d-c7cc-4605-8842-2d1a471b841f" providerId="ADAL" clId="{D55F3678-0DC1-4A9C-8B1A-437591358A97}" dt="2026-05-26T11:33:29.765" v="373" actId="47"/>
        <pc:sldMkLst>
          <pc:docMk/>
          <pc:sldMk cId="700335688" sldId="267"/>
        </pc:sldMkLst>
      </pc:sldChg>
      <pc:sldChg chg="del">
        <pc:chgData name="Xander Van Oostende | Bmatix BE" userId="33f30d6d-c7cc-4605-8842-2d1a471b841f" providerId="ADAL" clId="{D55F3678-0DC1-4A9C-8B1A-437591358A97}" dt="2026-05-26T11:33:53.107" v="377" actId="47"/>
        <pc:sldMkLst>
          <pc:docMk/>
          <pc:sldMk cId="14325439" sldId="268"/>
        </pc:sldMkLst>
      </pc:sldChg>
      <pc:sldChg chg="del">
        <pc:chgData name="Xander Van Oostende | Bmatix BE" userId="33f30d6d-c7cc-4605-8842-2d1a471b841f" providerId="ADAL" clId="{D55F3678-0DC1-4A9C-8B1A-437591358A97}" dt="2026-05-26T11:33:51.456" v="376" actId="47"/>
        <pc:sldMkLst>
          <pc:docMk/>
          <pc:sldMk cId="1531198580" sldId="269"/>
        </pc:sldMkLst>
      </pc:sldChg>
      <pc:sldChg chg="addSp modSp mod">
        <pc:chgData name="Xander Van Oostende | Bmatix BE" userId="33f30d6d-c7cc-4605-8842-2d1a471b841f" providerId="ADAL" clId="{D55F3678-0DC1-4A9C-8B1A-437591358A97}" dt="2026-05-26T11:33:49.427" v="375" actId="1076"/>
        <pc:sldMkLst>
          <pc:docMk/>
          <pc:sldMk cId="3475275126" sldId="271"/>
        </pc:sldMkLst>
        <pc:spChg chg="add mod">
          <ac:chgData name="Xander Van Oostende | Bmatix BE" userId="33f30d6d-c7cc-4605-8842-2d1a471b841f" providerId="ADAL" clId="{D55F3678-0DC1-4A9C-8B1A-437591358A97}" dt="2026-05-26T11:33:49.427" v="375" actId="1076"/>
          <ac:spMkLst>
            <pc:docMk/>
            <pc:sldMk cId="3475275126" sldId="271"/>
            <ac:spMk id="5" creationId="{113B2150-6B51-DE72-075E-1736E0D3AB7C}"/>
          </ac:spMkLst>
        </pc:spChg>
      </pc:sldChg>
      <pc:sldChg chg="del">
        <pc:chgData name="Xander Van Oostende | Bmatix BE" userId="33f30d6d-c7cc-4605-8842-2d1a471b841f" providerId="ADAL" clId="{D55F3678-0DC1-4A9C-8B1A-437591358A97}" dt="2026-05-26T11:34:06.821" v="380" actId="47"/>
        <pc:sldMkLst>
          <pc:docMk/>
          <pc:sldMk cId="3642593761" sldId="272"/>
        </pc:sldMkLst>
      </pc:sldChg>
      <pc:sldChg chg="del">
        <pc:chgData name="Xander Van Oostende | Bmatix BE" userId="33f30d6d-c7cc-4605-8842-2d1a471b841f" providerId="ADAL" clId="{D55F3678-0DC1-4A9C-8B1A-437591358A97}" dt="2026-05-26T11:34:09.406" v="381" actId="47"/>
        <pc:sldMkLst>
          <pc:docMk/>
          <pc:sldMk cId="952698915" sldId="273"/>
        </pc:sldMkLst>
      </pc:sldChg>
      <pc:sldChg chg="addSp modSp mod modShow">
        <pc:chgData name="Xander Van Oostende | Bmatix BE" userId="33f30d6d-c7cc-4605-8842-2d1a471b841f" providerId="ADAL" clId="{D55F3678-0DC1-4A9C-8B1A-437591358A97}" dt="2026-05-26T11:40:44.289" v="489" actId="729"/>
        <pc:sldMkLst>
          <pc:docMk/>
          <pc:sldMk cId="1377463103" sldId="274"/>
        </pc:sldMkLst>
        <pc:spChg chg="add mod">
          <ac:chgData name="Xander Van Oostende | Bmatix BE" userId="33f30d6d-c7cc-4605-8842-2d1a471b841f" providerId="ADAL" clId="{D55F3678-0DC1-4A9C-8B1A-437591358A97}" dt="2026-05-26T11:34:21.790" v="383" actId="207"/>
          <ac:spMkLst>
            <pc:docMk/>
            <pc:sldMk cId="1377463103" sldId="274"/>
            <ac:spMk id="5" creationId="{16CC6BD5-6FE1-40C7-DB38-FF5DE08F5112}"/>
          </ac:spMkLst>
        </pc:spChg>
      </pc:sldChg>
      <pc:sldChg chg="addSp delSp modSp del mod">
        <pc:chgData name="Xander Van Oostende | Bmatix BE" userId="33f30d6d-c7cc-4605-8842-2d1a471b841f" providerId="ADAL" clId="{D55F3678-0DC1-4A9C-8B1A-437591358A97}" dt="2026-05-26T11:34:40.188" v="385" actId="47"/>
        <pc:sldMkLst>
          <pc:docMk/>
          <pc:sldMk cId="3931272624" sldId="275"/>
        </pc:sldMkLst>
        <pc:spChg chg="del">
          <ac:chgData name="Xander Van Oostende | Bmatix BE" userId="33f30d6d-c7cc-4605-8842-2d1a471b841f" providerId="ADAL" clId="{D55F3678-0DC1-4A9C-8B1A-437591358A97}" dt="2026-05-26T11:34:38.584" v="384" actId="478"/>
          <ac:spMkLst>
            <pc:docMk/>
            <pc:sldMk cId="3931272624" sldId="275"/>
            <ac:spMk id="4" creationId="{DCFCC2F2-80DD-4C73-DC21-EA98FCD1C6C3}"/>
          </ac:spMkLst>
        </pc:spChg>
        <pc:spChg chg="add mod">
          <ac:chgData name="Xander Van Oostende | Bmatix BE" userId="33f30d6d-c7cc-4605-8842-2d1a471b841f" providerId="ADAL" clId="{D55F3678-0DC1-4A9C-8B1A-437591358A97}" dt="2026-05-26T11:34:38.584" v="384" actId="478"/>
          <ac:spMkLst>
            <pc:docMk/>
            <pc:sldMk cId="3931272624" sldId="275"/>
            <ac:spMk id="8" creationId="{8BC1C8E6-157F-7FAB-50F4-B9DE37E9F70F}"/>
          </ac:spMkLst>
        </pc:spChg>
      </pc:sldChg>
      <pc:sldChg chg="del">
        <pc:chgData name="Xander Van Oostende | Bmatix BE" userId="33f30d6d-c7cc-4605-8842-2d1a471b841f" providerId="ADAL" clId="{D55F3678-0DC1-4A9C-8B1A-437591358A97}" dt="2026-05-26T11:34:41.934" v="386" actId="47"/>
        <pc:sldMkLst>
          <pc:docMk/>
          <pc:sldMk cId="1046095837" sldId="276"/>
        </pc:sldMkLst>
      </pc:sldChg>
      <pc:sldChg chg="addSp modSp mod modShow">
        <pc:chgData name="Xander Van Oostende | Bmatix BE" userId="33f30d6d-c7cc-4605-8842-2d1a471b841f" providerId="ADAL" clId="{D55F3678-0DC1-4A9C-8B1A-437591358A97}" dt="2026-05-26T11:40:46.295" v="490" actId="729"/>
        <pc:sldMkLst>
          <pc:docMk/>
          <pc:sldMk cId="925357389" sldId="277"/>
        </pc:sldMkLst>
        <pc:spChg chg="add mod">
          <ac:chgData name="Xander Van Oostende | Bmatix BE" userId="33f30d6d-c7cc-4605-8842-2d1a471b841f" providerId="ADAL" clId="{D55F3678-0DC1-4A9C-8B1A-437591358A97}" dt="2026-05-26T11:34:47.203" v="388"/>
          <ac:spMkLst>
            <pc:docMk/>
            <pc:sldMk cId="925357389" sldId="277"/>
            <ac:spMk id="5" creationId="{2733D188-6D8D-FBE1-0213-A5A85CCA6BEF}"/>
          </ac:spMkLst>
        </pc:spChg>
        <pc:spChg chg="add mod">
          <ac:chgData name="Xander Van Oostende | Bmatix BE" userId="33f30d6d-c7cc-4605-8842-2d1a471b841f" providerId="ADAL" clId="{D55F3678-0DC1-4A9C-8B1A-437591358A97}" dt="2026-05-26T11:34:57.632" v="391" actId="207"/>
          <ac:spMkLst>
            <pc:docMk/>
            <pc:sldMk cId="925357389" sldId="277"/>
            <ac:spMk id="6" creationId="{3AB670A3-B936-6499-F2E0-EB685ADBBA4D}"/>
          </ac:spMkLst>
        </pc:spChg>
      </pc:sldChg>
      <pc:sldChg chg="del">
        <pc:chgData name="Xander Van Oostende | Bmatix BE" userId="33f30d6d-c7cc-4605-8842-2d1a471b841f" providerId="ADAL" clId="{D55F3678-0DC1-4A9C-8B1A-437591358A97}" dt="2026-05-26T11:35:01.220" v="392" actId="47"/>
        <pc:sldMkLst>
          <pc:docMk/>
          <pc:sldMk cId="1177557275" sldId="278"/>
        </pc:sldMkLst>
      </pc:sldChg>
      <pc:sldChg chg="del">
        <pc:chgData name="Xander Van Oostende | Bmatix BE" userId="33f30d6d-c7cc-4605-8842-2d1a471b841f" providerId="ADAL" clId="{D55F3678-0DC1-4A9C-8B1A-437591358A97}" dt="2026-05-26T11:35:02.238" v="393" actId="47"/>
        <pc:sldMkLst>
          <pc:docMk/>
          <pc:sldMk cId="21568511" sldId="279"/>
        </pc:sldMkLst>
      </pc:sldChg>
      <pc:sldChg chg="del">
        <pc:chgData name="Xander Van Oostende | Bmatix BE" userId="33f30d6d-c7cc-4605-8842-2d1a471b841f" providerId="ADAL" clId="{D55F3678-0DC1-4A9C-8B1A-437591358A97}" dt="2026-05-26T11:35:02.779" v="394" actId="47"/>
        <pc:sldMkLst>
          <pc:docMk/>
          <pc:sldMk cId="2510079786" sldId="280"/>
        </pc:sldMkLst>
      </pc:sldChg>
      <pc:sldChg chg="del">
        <pc:chgData name="Xander Van Oostende | Bmatix BE" userId="33f30d6d-c7cc-4605-8842-2d1a471b841f" providerId="ADAL" clId="{D55F3678-0DC1-4A9C-8B1A-437591358A97}" dt="2026-05-26T11:35:03.112" v="395" actId="47"/>
        <pc:sldMkLst>
          <pc:docMk/>
          <pc:sldMk cId="4031714099" sldId="281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3:22.403" v="531"/>
        <pc:sldMkLst>
          <pc:docMk/>
          <pc:sldMk cId="2735374195" sldId="282"/>
        </pc:sldMkLst>
      </pc:sldChg>
      <pc:sldChg chg="add del">
        <pc:chgData name="Xander Van Oostende | Bmatix BE" userId="33f30d6d-c7cc-4605-8842-2d1a471b841f" providerId="ADAL" clId="{D55F3678-0DC1-4A9C-8B1A-437591358A97}" dt="2026-05-26T11:37:09.553" v="429" actId="47"/>
        <pc:sldMkLst>
          <pc:docMk/>
          <pc:sldMk cId="1431864930" sldId="283"/>
        </pc:sldMkLst>
      </pc:sldChg>
      <pc:sldChg chg="add del">
        <pc:chgData name="Xander Van Oostende | Bmatix BE" userId="33f30d6d-c7cc-4605-8842-2d1a471b841f" providerId="ADAL" clId="{D55F3678-0DC1-4A9C-8B1A-437591358A97}" dt="2026-05-26T11:37:07.703" v="428" actId="47"/>
        <pc:sldMkLst>
          <pc:docMk/>
          <pc:sldMk cId="3685864197" sldId="284"/>
        </pc:sldMkLst>
      </pc:sldChg>
      <pc:sldChg chg="del">
        <pc:chgData name="Xander Van Oostende | Bmatix BE" userId="33f30d6d-c7cc-4605-8842-2d1a471b841f" providerId="ADAL" clId="{D55F3678-0DC1-4A9C-8B1A-437591358A97}" dt="2026-05-26T11:37:09.985" v="430" actId="47"/>
        <pc:sldMkLst>
          <pc:docMk/>
          <pc:sldMk cId="2157552424" sldId="285"/>
        </pc:sldMkLst>
      </pc:sldChg>
      <pc:sldChg chg="del">
        <pc:chgData name="Xander Van Oostende | Bmatix BE" userId="33f30d6d-c7cc-4605-8842-2d1a471b841f" providerId="ADAL" clId="{D55F3678-0DC1-4A9C-8B1A-437591358A97}" dt="2026-05-26T11:33:23.691" v="371" actId="47"/>
        <pc:sldMkLst>
          <pc:docMk/>
          <pc:sldMk cId="1099299623" sldId="286"/>
        </pc:sldMkLst>
      </pc:sldChg>
      <pc:sldChg chg="del">
        <pc:chgData name="Xander Van Oostende | Bmatix BE" userId="33f30d6d-c7cc-4605-8842-2d1a471b841f" providerId="ADAL" clId="{D55F3678-0DC1-4A9C-8B1A-437591358A97}" dt="2026-05-26T11:37:15.605" v="431" actId="47"/>
        <pc:sldMkLst>
          <pc:docMk/>
          <pc:sldMk cId="2601901666" sldId="287"/>
        </pc:sldMkLst>
      </pc:sldChg>
      <pc:sldChg chg="del">
        <pc:chgData name="Xander Van Oostende | Bmatix BE" userId="33f30d6d-c7cc-4605-8842-2d1a471b841f" providerId="ADAL" clId="{D55F3678-0DC1-4A9C-8B1A-437591358A97}" dt="2026-05-26T11:37:20.019" v="432" actId="47"/>
        <pc:sldMkLst>
          <pc:docMk/>
          <pc:sldMk cId="1331671310" sldId="288"/>
        </pc:sldMkLst>
      </pc:sldChg>
      <pc:sldChg chg="del">
        <pc:chgData name="Xander Van Oostende | Bmatix BE" userId="33f30d6d-c7cc-4605-8842-2d1a471b841f" providerId="ADAL" clId="{D55F3678-0DC1-4A9C-8B1A-437591358A97}" dt="2026-05-26T11:37:21.404" v="433" actId="47"/>
        <pc:sldMkLst>
          <pc:docMk/>
          <pc:sldMk cId="2275209687" sldId="289"/>
        </pc:sldMkLst>
      </pc:sldChg>
      <pc:sldChg chg="del">
        <pc:chgData name="Xander Van Oostende | Bmatix BE" userId="33f30d6d-c7cc-4605-8842-2d1a471b841f" providerId="ADAL" clId="{D55F3678-0DC1-4A9C-8B1A-437591358A97}" dt="2026-05-26T11:37:21.968" v="434" actId="47"/>
        <pc:sldMkLst>
          <pc:docMk/>
          <pc:sldMk cId="1381718229" sldId="290"/>
        </pc:sldMkLst>
      </pc:sldChg>
      <pc:sldChg chg="del">
        <pc:chgData name="Xander Van Oostende | Bmatix BE" userId="33f30d6d-c7cc-4605-8842-2d1a471b841f" providerId="ADAL" clId="{D55F3678-0DC1-4A9C-8B1A-437591358A97}" dt="2026-05-26T11:37:22.281" v="435" actId="47"/>
        <pc:sldMkLst>
          <pc:docMk/>
          <pc:sldMk cId="3405819580" sldId="291"/>
        </pc:sldMkLst>
      </pc:sldChg>
      <pc:sldChg chg="del">
        <pc:chgData name="Xander Van Oostende | Bmatix BE" userId="33f30d6d-c7cc-4605-8842-2d1a471b841f" providerId="ADAL" clId="{D55F3678-0DC1-4A9C-8B1A-437591358A97}" dt="2026-05-26T11:37:22.532" v="436" actId="47"/>
        <pc:sldMkLst>
          <pc:docMk/>
          <pc:sldMk cId="2607044843" sldId="292"/>
        </pc:sldMkLst>
      </pc:sldChg>
      <pc:sldChg chg="del">
        <pc:chgData name="Xander Van Oostende | Bmatix BE" userId="33f30d6d-c7cc-4605-8842-2d1a471b841f" providerId="ADAL" clId="{D55F3678-0DC1-4A9C-8B1A-437591358A97}" dt="2026-05-26T11:37:23.005" v="437" actId="47"/>
        <pc:sldMkLst>
          <pc:docMk/>
          <pc:sldMk cId="506610439" sldId="293"/>
        </pc:sldMkLst>
      </pc:sldChg>
      <pc:sldChg chg="del">
        <pc:chgData name="Xander Van Oostende | Bmatix BE" userId="33f30d6d-c7cc-4605-8842-2d1a471b841f" providerId="ADAL" clId="{D55F3678-0DC1-4A9C-8B1A-437591358A97}" dt="2026-05-26T11:37:23.970" v="440" actId="47"/>
        <pc:sldMkLst>
          <pc:docMk/>
          <pc:sldMk cId="3343008052" sldId="294"/>
        </pc:sldMkLst>
      </pc:sldChg>
      <pc:sldChg chg="del">
        <pc:chgData name="Xander Van Oostende | Bmatix BE" userId="33f30d6d-c7cc-4605-8842-2d1a471b841f" providerId="ADAL" clId="{D55F3678-0DC1-4A9C-8B1A-437591358A97}" dt="2026-05-26T11:37:24.369" v="441" actId="47"/>
        <pc:sldMkLst>
          <pc:docMk/>
          <pc:sldMk cId="890280044" sldId="295"/>
        </pc:sldMkLst>
      </pc:sldChg>
      <pc:sldChg chg="del">
        <pc:chgData name="Xander Van Oostende | Bmatix BE" userId="33f30d6d-c7cc-4605-8842-2d1a471b841f" providerId="ADAL" clId="{D55F3678-0DC1-4A9C-8B1A-437591358A97}" dt="2026-05-26T11:37:24.717" v="442" actId="47"/>
        <pc:sldMkLst>
          <pc:docMk/>
          <pc:sldMk cId="578401320" sldId="296"/>
        </pc:sldMkLst>
      </pc:sldChg>
      <pc:sldChg chg="del">
        <pc:chgData name="Xander Van Oostende | Bmatix BE" userId="33f30d6d-c7cc-4605-8842-2d1a471b841f" providerId="ADAL" clId="{D55F3678-0DC1-4A9C-8B1A-437591358A97}" dt="2026-05-26T11:37:25.082" v="443" actId="47"/>
        <pc:sldMkLst>
          <pc:docMk/>
          <pc:sldMk cId="3526759748" sldId="297"/>
        </pc:sldMkLst>
      </pc:sldChg>
      <pc:sldChg chg="del">
        <pc:chgData name="Xander Van Oostende | Bmatix BE" userId="33f30d6d-c7cc-4605-8842-2d1a471b841f" providerId="ADAL" clId="{D55F3678-0DC1-4A9C-8B1A-437591358A97}" dt="2026-05-26T11:37:25.456" v="444" actId="47"/>
        <pc:sldMkLst>
          <pc:docMk/>
          <pc:sldMk cId="1480374258" sldId="298"/>
        </pc:sldMkLst>
      </pc:sldChg>
      <pc:sldChg chg="del">
        <pc:chgData name="Xander Van Oostende | Bmatix BE" userId="33f30d6d-c7cc-4605-8842-2d1a471b841f" providerId="ADAL" clId="{D55F3678-0DC1-4A9C-8B1A-437591358A97}" dt="2026-05-26T11:37:25.796" v="445" actId="47"/>
        <pc:sldMkLst>
          <pc:docMk/>
          <pc:sldMk cId="767844941" sldId="299"/>
        </pc:sldMkLst>
      </pc:sldChg>
      <pc:sldChg chg="del">
        <pc:chgData name="Xander Van Oostende | Bmatix BE" userId="33f30d6d-c7cc-4605-8842-2d1a471b841f" providerId="ADAL" clId="{D55F3678-0DC1-4A9C-8B1A-437591358A97}" dt="2026-05-26T11:37:26.193" v="446" actId="47"/>
        <pc:sldMkLst>
          <pc:docMk/>
          <pc:sldMk cId="1639605914" sldId="300"/>
        </pc:sldMkLst>
      </pc:sldChg>
      <pc:sldChg chg="del">
        <pc:chgData name="Xander Van Oostende | Bmatix BE" userId="33f30d6d-c7cc-4605-8842-2d1a471b841f" providerId="ADAL" clId="{D55F3678-0DC1-4A9C-8B1A-437591358A97}" dt="2026-05-26T11:37:26.575" v="447" actId="47"/>
        <pc:sldMkLst>
          <pc:docMk/>
          <pc:sldMk cId="1868734863" sldId="301"/>
        </pc:sldMkLst>
      </pc:sldChg>
      <pc:sldChg chg="del">
        <pc:chgData name="Xander Van Oostende | Bmatix BE" userId="33f30d6d-c7cc-4605-8842-2d1a471b841f" providerId="ADAL" clId="{D55F3678-0DC1-4A9C-8B1A-437591358A97}" dt="2026-05-26T11:37:26.925" v="448" actId="47"/>
        <pc:sldMkLst>
          <pc:docMk/>
          <pc:sldMk cId="417709814" sldId="302"/>
        </pc:sldMkLst>
      </pc:sldChg>
      <pc:sldChg chg="del">
        <pc:chgData name="Xander Van Oostende | Bmatix BE" userId="33f30d6d-c7cc-4605-8842-2d1a471b841f" providerId="ADAL" clId="{D55F3678-0DC1-4A9C-8B1A-437591358A97}" dt="2026-05-26T11:37:27.330" v="449" actId="47"/>
        <pc:sldMkLst>
          <pc:docMk/>
          <pc:sldMk cId="249672371" sldId="303"/>
        </pc:sldMkLst>
      </pc:sldChg>
      <pc:sldChg chg="del">
        <pc:chgData name="Xander Van Oostende | Bmatix BE" userId="33f30d6d-c7cc-4605-8842-2d1a471b841f" providerId="ADAL" clId="{D55F3678-0DC1-4A9C-8B1A-437591358A97}" dt="2026-05-26T11:37:29.112" v="452" actId="47"/>
        <pc:sldMkLst>
          <pc:docMk/>
          <pc:sldMk cId="1396174344" sldId="304"/>
        </pc:sldMkLst>
      </pc:sldChg>
      <pc:sldChg chg="del">
        <pc:chgData name="Xander Van Oostende | Bmatix BE" userId="33f30d6d-c7cc-4605-8842-2d1a471b841f" providerId="ADAL" clId="{D55F3678-0DC1-4A9C-8B1A-437591358A97}" dt="2026-05-26T11:37:29.540" v="453" actId="47"/>
        <pc:sldMkLst>
          <pc:docMk/>
          <pc:sldMk cId="357094325" sldId="305"/>
        </pc:sldMkLst>
      </pc:sldChg>
      <pc:sldChg chg="del">
        <pc:chgData name="Xander Van Oostende | Bmatix BE" userId="33f30d6d-c7cc-4605-8842-2d1a471b841f" providerId="ADAL" clId="{D55F3678-0DC1-4A9C-8B1A-437591358A97}" dt="2026-05-26T11:37:29.895" v="454" actId="47"/>
        <pc:sldMkLst>
          <pc:docMk/>
          <pc:sldMk cId="3144577334" sldId="306"/>
        </pc:sldMkLst>
      </pc:sldChg>
      <pc:sldChg chg="del">
        <pc:chgData name="Xander Van Oostende | Bmatix BE" userId="33f30d6d-c7cc-4605-8842-2d1a471b841f" providerId="ADAL" clId="{D55F3678-0DC1-4A9C-8B1A-437591358A97}" dt="2026-05-26T11:37:30.369" v="455" actId="47"/>
        <pc:sldMkLst>
          <pc:docMk/>
          <pc:sldMk cId="1508249790" sldId="307"/>
        </pc:sldMkLst>
      </pc:sldChg>
      <pc:sldChg chg="del">
        <pc:chgData name="Xander Van Oostende | Bmatix BE" userId="33f30d6d-c7cc-4605-8842-2d1a471b841f" providerId="ADAL" clId="{D55F3678-0DC1-4A9C-8B1A-437591358A97}" dt="2026-05-26T11:37:31.240" v="456" actId="47"/>
        <pc:sldMkLst>
          <pc:docMk/>
          <pc:sldMk cId="495844308" sldId="308"/>
        </pc:sldMkLst>
      </pc:sldChg>
      <pc:sldChg chg="del">
        <pc:chgData name="Xander Van Oostende | Bmatix BE" userId="33f30d6d-c7cc-4605-8842-2d1a471b841f" providerId="ADAL" clId="{D55F3678-0DC1-4A9C-8B1A-437591358A97}" dt="2026-05-26T11:33:57.932" v="379" actId="47"/>
        <pc:sldMkLst>
          <pc:docMk/>
          <pc:sldMk cId="26813278" sldId="309"/>
        </pc:sldMkLst>
      </pc:sldChg>
      <pc:sldChg chg="del">
        <pc:chgData name="Xander Van Oostende | Bmatix BE" userId="33f30d6d-c7cc-4605-8842-2d1a471b841f" providerId="ADAL" clId="{D55F3678-0DC1-4A9C-8B1A-437591358A97}" dt="2026-05-26T11:36:56.595" v="421" actId="47"/>
        <pc:sldMkLst>
          <pc:docMk/>
          <pc:sldMk cId="2686798632" sldId="311"/>
        </pc:sldMkLst>
      </pc:sldChg>
      <pc:sldChg chg="mod modShow">
        <pc:chgData name="Xander Van Oostende | Bmatix BE" userId="33f30d6d-c7cc-4605-8842-2d1a471b841f" providerId="ADAL" clId="{D55F3678-0DC1-4A9C-8B1A-437591358A97}" dt="2026-05-26T11:40:48.071" v="491" actId="729"/>
        <pc:sldMkLst>
          <pc:docMk/>
          <pc:sldMk cId="4232187615" sldId="312"/>
        </pc:sldMkLst>
      </pc:sldChg>
      <pc:sldChg chg="del">
        <pc:chgData name="Xander Van Oostende | Bmatix BE" userId="33f30d6d-c7cc-4605-8842-2d1a471b841f" providerId="ADAL" clId="{D55F3678-0DC1-4A9C-8B1A-437591358A97}" dt="2026-05-26T11:37:27.691" v="450" actId="47"/>
        <pc:sldMkLst>
          <pc:docMk/>
          <pc:sldMk cId="916089260" sldId="313"/>
        </pc:sldMkLst>
      </pc:sldChg>
      <pc:sldChg chg="del">
        <pc:chgData name="Xander Van Oostende | Bmatix BE" userId="33f30d6d-c7cc-4605-8842-2d1a471b841f" providerId="ADAL" clId="{D55F3678-0DC1-4A9C-8B1A-437591358A97}" dt="2026-05-26T11:37:28.498" v="451" actId="47"/>
        <pc:sldMkLst>
          <pc:docMk/>
          <pc:sldMk cId="1670985835" sldId="314"/>
        </pc:sldMkLst>
      </pc:sldChg>
      <pc:sldChg chg="del">
        <pc:chgData name="Xander Van Oostende | Bmatix BE" userId="33f30d6d-c7cc-4605-8842-2d1a471b841f" providerId="ADAL" clId="{D55F3678-0DC1-4A9C-8B1A-437591358A97}" dt="2026-05-26T11:37:32.001" v="457" actId="47"/>
        <pc:sldMkLst>
          <pc:docMk/>
          <pc:sldMk cId="1314966338" sldId="315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2:50.291" v="514"/>
        <pc:sldMkLst>
          <pc:docMk/>
          <pc:sldMk cId="2836818356" sldId="316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2:51.676" v="516"/>
        <pc:sldMkLst>
          <pc:docMk/>
          <pc:sldMk cId="880648155" sldId="317"/>
        </pc:sldMkLst>
      </pc:sldChg>
      <pc:sldChg chg="del">
        <pc:chgData name="Xander Van Oostende | Bmatix BE" userId="33f30d6d-c7cc-4605-8842-2d1a471b841f" providerId="ADAL" clId="{D55F3678-0DC1-4A9C-8B1A-437591358A97}" dt="2026-05-26T11:38:31.891" v="467" actId="47"/>
        <pc:sldMkLst>
          <pc:docMk/>
          <pc:sldMk cId="4065799993" sldId="318"/>
        </pc:sldMkLst>
      </pc:sldChg>
      <pc:sldChg chg="add del mod modShow">
        <pc:chgData name="Xander Van Oostende | Bmatix BE" userId="33f30d6d-c7cc-4605-8842-2d1a471b841f" providerId="ADAL" clId="{D55F3678-0DC1-4A9C-8B1A-437591358A97}" dt="2026-05-26T11:43:18.456" v="529" actId="2696"/>
        <pc:sldMkLst>
          <pc:docMk/>
          <pc:sldMk cId="2272699761" sldId="319"/>
        </pc:sldMkLst>
      </pc:sldChg>
      <pc:sldChg chg="del">
        <pc:chgData name="Xander Van Oostende | Bmatix BE" userId="33f30d6d-c7cc-4605-8842-2d1a471b841f" providerId="ADAL" clId="{D55F3678-0DC1-4A9C-8B1A-437591358A97}" dt="2026-05-26T11:37:23.291" v="438" actId="47"/>
        <pc:sldMkLst>
          <pc:docMk/>
          <pc:sldMk cId="1721816279" sldId="320"/>
        </pc:sldMkLst>
      </pc:sldChg>
      <pc:sldChg chg="del">
        <pc:chgData name="Xander Van Oostende | Bmatix BE" userId="33f30d6d-c7cc-4605-8842-2d1a471b841f" providerId="ADAL" clId="{D55F3678-0DC1-4A9C-8B1A-437591358A97}" dt="2026-05-26T11:33:57.087" v="378" actId="47"/>
        <pc:sldMkLst>
          <pc:docMk/>
          <pc:sldMk cId="652996157" sldId="321"/>
        </pc:sldMkLst>
      </pc:sldChg>
      <pc:sldChg chg="del">
        <pc:chgData name="Xander Van Oostende | Bmatix BE" userId="33f30d6d-c7cc-4605-8842-2d1a471b841f" providerId="ADAL" clId="{D55F3678-0DC1-4A9C-8B1A-437591358A97}" dt="2026-05-26T11:37:23.669" v="439" actId="47"/>
        <pc:sldMkLst>
          <pc:docMk/>
          <pc:sldMk cId="3895608101" sldId="322"/>
        </pc:sldMkLst>
      </pc:sldChg>
      <pc:sldChg chg="del ord">
        <pc:chgData name="Xander Van Oostende | Bmatix BE" userId="33f30d6d-c7cc-4605-8842-2d1a471b841f" providerId="ADAL" clId="{D55F3678-0DC1-4A9C-8B1A-437591358A97}" dt="2026-05-26T11:40:17.321" v="484" actId="2696"/>
        <pc:sldMkLst>
          <pc:docMk/>
          <pc:sldMk cId="703504301" sldId="323"/>
        </pc:sldMkLst>
      </pc:sldChg>
      <pc:sldChg chg="add del ord">
        <pc:chgData name="Xander Van Oostende | Bmatix BE" userId="33f30d6d-c7cc-4605-8842-2d1a471b841f" providerId="ADAL" clId="{D55F3678-0DC1-4A9C-8B1A-437591358A97}" dt="2026-05-26T11:40:09.125" v="482" actId="47"/>
        <pc:sldMkLst>
          <pc:docMk/>
          <pc:sldMk cId="809310996" sldId="324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3:10.466" v="524"/>
        <pc:sldMkLst>
          <pc:docMk/>
          <pc:sldMk cId="2699256135" sldId="325"/>
        </pc:sldMkLst>
      </pc:sldChg>
      <pc:sldChg chg="add del mod modShow">
        <pc:chgData name="Xander Van Oostende | Bmatix BE" userId="33f30d6d-c7cc-4605-8842-2d1a471b841f" providerId="ADAL" clId="{D55F3678-0DC1-4A9C-8B1A-437591358A97}" dt="2026-05-26T11:42:36.832" v="508" actId="729"/>
        <pc:sldMkLst>
          <pc:docMk/>
          <pc:sldMk cId="2397922054" sldId="326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3:14.576" v="526"/>
        <pc:sldMkLst>
          <pc:docMk/>
          <pc:sldMk cId="1576298353" sldId="327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3:15.855" v="528"/>
        <pc:sldMkLst>
          <pc:docMk/>
          <pc:sldMk cId="1989332132" sldId="328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2:59.160" v="520"/>
        <pc:sldMkLst>
          <pc:docMk/>
          <pc:sldMk cId="4040431252" sldId="329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2:53.262" v="518"/>
        <pc:sldMkLst>
          <pc:docMk/>
          <pc:sldMk cId="2944635225" sldId="330"/>
        </pc:sldMkLst>
      </pc:sldChg>
      <pc:sldChg chg="del">
        <pc:chgData name="Xander Van Oostende | Bmatix BE" userId="33f30d6d-c7cc-4605-8842-2d1a471b841f" providerId="ADAL" clId="{D55F3678-0DC1-4A9C-8B1A-437591358A97}" dt="2026-05-26T11:38:32.838" v="468" actId="47"/>
        <pc:sldMkLst>
          <pc:docMk/>
          <pc:sldMk cId="3355390432" sldId="331"/>
        </pc:sldMkLst>
      </pc:sldChg>
      <pc:sldChg chg="add del mod ord modShow">
        <pc:chgData name="Xander Van Oostende | Bmatix BE" userId="33f30d6d-c7cc-4605-8842-2d1a471b841f" providerId="ADAL" clId="{D55F3678-0DC1-4A9C-8B1A-437591358A97}" dt="2026-05-26T11:43:03.887" v="522"/>
        <pc:sldMkLst>
          <pc:docMk/>
          <pc:sldMk cId="1969822393" sldId="332"/>
        </pc:sldMkLst>
      </pc:sldChg>
      <pc:sldChg chg="del">
        <pc:chgData name="Xander Van Oostende | Bmatix BE" userId="33f30d6d-c7cc-4605-8842-2d1a471b841f" providerId="ADAL" clId="{D55F3678-0DC1-4A9C-8B1A-437591358A97}" dt="2026-05-26T11:38:38.190" v="475" actId="47"/>
        <pc:sldMkLst>
          <pc:docMk/>
          <pc:sldMk cId="314886818" sldId="333"/>
        </pc:sldMkLst>
      </pc:sldChg>
      <pc:sldChg chg="del">
        <pc:chgData name="Xander Van Oostende | Bmatix BE" userId="33f30d6d-c7cc-4605-8842-2d1a471b841f" providerId="ADAL" clId="{D55F3678-0DC1-4A9C-8B1A-437591358A97}" dt="2026-05-26T11:38:38.861" v="476" actId="47"/>
        <pc:sldMkLst>
          <pc:docMk/>
          <pc:sldMk cId="646992523" sldId="334"/>
        </pc:sldMkLst>
      </pc:sldChg>
      <pc:sldChg chg="del">
        <pc:chgData name="Xander Van Oostende | Bmatix BE" userId="33f30d6d-c7cc-4605-8842-2d1a471b841f" providerId="ADAL" clId="{D55F3678-0DC1-4A9C-8B1A-437591358A97}" dt="2026-05-26T11:33:24.991" v="372" actId="47"/>
        <pc:sldMkLst>
          <pc:docMk/>
          <pc:sldMk cId="2300963612" sldId="335"/>
        </pc:sldMkLst>
      </pc:sldChg>
      <pc:sldChg chg="del">
        <pc:chgData name="Xander Van Oostende | Bmatix BE" userId="33f30d6d-c7cc-4605-8842-2d1a471b841f" providerId="ADAL" clId="{D55F3678-0DC1-4A9C-8B1A-437591358A97}" dt="2026-05-26T11:33:23.084" v="370" actId="47"/>
        <pc:sldMkLst>
          <pc:docMk/>
          <pc:sldMk cId="1307593401" sldId="336"/>
        </pc:sldMkLst>
      </pc:sldChg>
      <pc:sldChg chg="add ord">
        <pc:chgData name="Xander Van Oostende | Bmatix BE" userId="33f30d6d-c7cc-4605-8842-2d1a471b841f" providerId="ADAL" clId="{D55F3678-0DC1-4A9C-8B1A-437591358A97}" dt="2026-05-26T11:35:27.964" v="398"/>
        <pc:sldMkLst>
          <pc:docMk/>
          <pc:sldMk cId="2106903747" sldId="500"/>
        </pc:sldMkLst>
      </pc:sldChg>
      <pc:sldChg chg="add del">
        <pc:chgData name="Xander Van Oostende | Bmatix BE" userId="33f30d6d-c7cc-4605-8842-2d1a471b841f" providerId="ADAL" clId="{D55F3678-0DC1-4A9C-8B1A-437591358A97}" dt="2026-05-26T11:35:42.856" v="400" actId="47"/>
        <pc:sldMkLst>
          <pc:docMk/>
          <pc:sldMk cId="311374368" sldId="501"/>
        </pc:sldMkLst>
      </pc:sldChg>
      <pc:sldChg chg="modSp add mod">
        <pc:chgData name="Xander Van Oostende | Bmatix BE" userId="33f30d6d-c7cc-4605-8842-2d1a471b841f" providerId="ADAL" clId="{D55F3678-0DC1-4A9C-8B1A-437591358A97}" dt="2026-05-26T11:36:37.229" v="420" actId="20577"/>
        <pc:sldMkLst>
          <pc:docMk/>
          <pc:sldMk cId="4242028772" sldId="501"/>
        </pc:sldMkLst>
        <pc:spChg chg="mod">
          <ac:chgData name="Xander Van Oostende | Bmatix BE" userId="33f30d6d-c7cc-4605-8842-2d1a471b841f" providerId="ADAL" clId="{D55F3678-0DC1-4A9C-8B1A-437591358A97}" dt="2026-05-26T11:36:37.229" v="420" actId="20577"/>
          <ac:spMkLst>
            <pc:docMk/>
            <pc:sldMk cId="4242028772" sldId="501"/>
            <ac:spMk id="22" creationId="{F444DEDD-57CF-50AC-7807-B3E1D6F06871}"/>
          </ac:spMkLst>
        </pc:spChg>
      </pc:sldChg>
      <pc:sldChg chg="add">
        <pc:chgData name="Xander Van Oostende | Bmatix BE" userId="33f30d6d-c7cc-4605-8842-2d1a471b841f" providerId="ADAL" clId="{D55F3678-0DC1-4A9C-8B1A-437591358A97}" dt="2026-05-26T11:36:12.657" v="402" actId="2890"/>
        <pc:sldMkLst>
          <pc:docMk/>
          <pc:sldMk cId="2618938334" sldId="502"/>
        </pc:sldMkLst>
      </pc:sldChg>
      <pc:sldChg chg="add">
        <pc:chgData name="Xander Van Oostende | Bmatix BE" userId="33f30d6d-c7cc-4605-8842-2d1a471b841f" providerId="ADAL" clId="{D55F3678-0DC1-4A9C-8B1A-437591358A97}" dt="2026-05-26T11:36:21.120" v="405" actId="2890"/>
        <pc:sldMkLst>
          <pc:docMk/>
          <pc:sldMk cId="1452192987" sldId="503"/>
        </pc:sldMkLst>
      </pc:sldChg>
      <pc:sldChg chg="add del">
        <pc:chgData name="Xander Van Oostende | Bmatix BE" userId="33f30d6d-c7cc-4605-8842-2d1a471b841f" providerId="ADAL" clId="{D55F3678-0DC1-4A9C-8B1A-437591358A97}" dt="2026-05-26T11:36:17.704" v="404" actId="47"/>
        <pc:sldMkLst>
          <pc:docMk/>
          <pc:sldMk cId="2014618751" sldId="503"/>
        </pc:sldMkLst>
      </pc:sldChg>
      <pc:sldChg chg="add ord">
        <pc:chgData name="Xander Van Oostende | Bmatix BE" userId="33f30d6d-c7cc-4605-8842-2d1a471b841f" providerId="ADAL" clId="{D55F3678-0DC1-4A9C-8B1A-437591358A97}" dt="2026-05-26T11:40:36.038" v="488"/>
        <pc:sldMkLst>
          <pc:docMk/>
          <pc:sldMk cId="1378172112" sldId="50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B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69-EC41-8F29-C6E7E74E6D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69-EC41-8F29-C6E7E74E6D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69-EC41-8F29-C6E7E74E6D6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69-EC41-8F29-C6E7E74E6D6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69-EC41-8F29-C6E7E74E6D6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69-EC41-8F29-C6E7E74E6D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9449360"/>
        <c:axId val="408415199"/>
      </c:barChart>
      <c:catAx>
        <c:axId val="169944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BE"/>
          </a:p>
        </c:txPr>
        <c:crossAx val="408415199"/>
        <c:crosses val="autoZero"/>
        <c:auto val="1"/>
        <c:lblAlgn val="ctr"/>
        <c:lblOffset val="100"/>
        <c:noMultiLvlLbl val="0"/>
      </c:catAx>
      <c:valAx>
        <c:axId val="408415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BE"/>
          </a:p>
        </c:txPr>
        <c:crossAx val="1699449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B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2"/>
          </a:solidFill>
        </a:defRPr>
      </a:pPr>
      <a:endParaRPr lang="en-B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19050"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522-4746-8A18-16744971627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522-4746-8A18-16744971627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522-4746-8A18-16744971627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522-4746-8A18-1674497162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55-154F-8383-726D7ABDEA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noFill/>
            <a:ln w="19050"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522-4746-8A18-16744971627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522-4746-8A18-16744971627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522-4746-8A18-16744971627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522-4746-8A18-1674497162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55-154F-8383-726D7ABDEA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bg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522-4746-8A18-16744971627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522-4746-8A18-16744971627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522-4746-8A18-16744971627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Number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C522-4746-8A18-1674497162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B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55-154F-8383-726D7ABDEA6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51171711"/>
        <c:axId val="951148415"/>
      </c:barChart>
      <c:catAx>
        <c:axId val="951171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BE"/>
          </a:p>
        </c:txPr>
        <c:crossAx val="951148415"/>
        <c:crosses val="autoZero"/>
        <c:auto val="1"/>
        <c:lblAlgn val="ctr"/>
        <c:lblOffset val="100"/>
        <c:noMultiLvlLbl val="0"/>
      </c:catAx>
      <c:valAx>
        <c:axId val="9511484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51171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chemeClr val="bg1"/>
          </a:solidFill>
        </a:defRPr>
      </a:pPr>
      <a:endParaRPr lang="en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1319F-E1C5-E1E7-E905-A44119FADA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87680" y="8481795"/>
            <a:ext cx="2484120" cy="24622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defRPr sz="1200"/>
            </a:lvl1pPr>
          </a:lstStyle>
          <a:p>
            <a:endParaRPr lang="en-BE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B80E0-B96B-A51D-E0D9-2E39DACF9C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481795"/>
            <a:ext cx="2484120" cy="24622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1200"/>
            </a:lvl1pPr>
          </a:lstStyle>
          <a:p>
            <a:fld id="{7EC8EEB5-8939-F042-BD40-5F5F8D80F262}" type="slidenum">
              <a:rPr lang="en-BE" sz="1000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en-BE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Graphic 3">
            <a:extLst>
              <a:ext uri="{FF2B5EF4-FFF2-40B4-BE49-F238E27FC236}">
                <a16:creationId xmlns:a16="http://schemas.microsoft.com/office/drawing/2014/main" id="{4C4A7AF0-CF9B-2D39-60D5-025EC8083CE2}"/>
              </a:ext>
            </a:extLst>
          </p:cNvPr>
          <p:cNvGrpSpPr/>
          <p:nvPr/>
        </p:nvGrpSpPr>
        <p:grpSpPr>
          <a:xfrm rot="5400000">
            <a:off x="6057684" y="4505826"/>
            <a:ext cx="1116761" cy="132350"/>
            <a:chOff x="6038068" y="3758203"/>
            <a:chExt cx="2149750" cy="2547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B0D2D24-32CC-24FA-51B1-66F738321C90}"/>
                </a:ext>
              </a:extLst>
            </p:cNvPr>
            <p:cNvSpPr/>
            <p:nvPr/>
          </p:nvSpPr>
          <p:spPr>
            <a:xfrm>
              <a:off x="6038068" y="3762096"/>
              <a:ext cx="231797" cy="24733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9D96A1F-D204-C571-33B4-FC4AF1635A58}"/>
                </a:ext>
              </a:extLst>
            </p:cNvPr>
            <p:cNvSpPr/>
            <p:nvPr/>
          </p:nvSpPr>
          <p:spPr>
            <a:xfrm>
              <a:off x="6293174" y="3841243"/>
              <a:ext cx="164663" cy="17173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54C9CB7-04A3-2926-F0E7-8E0BCECE5C0D}"/>
                </a:ext>
              </a:extLst>
            </p:cNvPr>
            <p:cNvSpPr/>
            <p:nvPr/>
          </p:nvSpPr>
          <p:spPr>
            <a:xfrm>
              <a:off x="6480459" y="3798843"/>
              <a:ext cx="135328" cy="214131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1AFFE6B-5488-1AA4-5C7C-122C9B87099B}"/>
                </a:ext>
              </a:extLst>
            </p:cNvPr>
            <p:cNvSpPr/>
            <p:nvPr/>
          </p:nvSpPr>
          <p:spPr>
            <a:xfrm>
              <a:off x="6736282" y="3770216"/>
              <a:ext cx="43815" cy="239219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05CFCB7-EF3E-D05B-0B35-E387F6E92885}"/>
                </a:ext>
              </a:extLst>
            </p:cNvPr>
            <p:cNvSpPr/>
            <p:nvPr/>
          </p:nvSpPr>
          <p:spPr>
            <a:xfrm>
              <a:off x="6828504" y="3841243"/>
              <a:ext cx="154056" cy="168192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8D6BC20-79B3-1B44-D5B8-F4E821903B09}"/>
                </a:ext>
              </a:extLst>
            </p:cNvPr>
            <p:cNvSpPr/>
            <p:nvPr/>
          </p:nvSpPr>
          <p:spPr>
            <a:xfrm>
              <a:off x="7015060" y="3758203"/>
              <a:ext cx="128260" cy="251233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44C34BB-FFA8-2EDF-5CEC-10E51394A046}"/>
                </a:ext>
              </a:extLst>
            </p:cNvPr>
            <p:cNvSpPr/>
            <p:nvPr/>
          </p:nvSpPr>
          <p:spPr>
            <a:xfrm>
              <a:off x="7160288" y="3841243"/>
              <a:ext cx="172794" cy="17173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02488DD-85B6-4A3C-DB71-FFC3C8FA5E69}"/>
                </a:ext>
              </a:extLst>
            </p:cNvPr>
            <p:cNvSpPr/>
            <p:nvPr/>
          </p:nvSpPr>
          <p:spPr>
            <a:xfrm>
              <a:off x="7377949" y="3841951"/>
              <a:ext cx="99643" cy="167485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35B422D-AAF6-F975-FCB1-87D9B09EDE55}"/>
                </a:ext>
              </a:extLst>
            </p:cNvPr>
            <p:cNvSpPr/>
            <p:nvPr/>
          </p:nvSpPr>
          <p:spPr>
            <a:xfrm>
              <a:off x="7513986" y="3841243"/>
              <a:ext cx="258644" cy="168192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F1B1000-43FF-154D-63A7-240B1F3D1DED}"/>
                </a:ext>
              </a:extLst>
            </p:cNvPr>
            <p:cNvSpPr/>
            <p:nvPr/>
          </p:nvSpPr>
          <p:spPr>
            <a:xfrm>
              <a:off x="7814676" y="3841243"/>
              <a:ext cx="167485" cy="17173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C57D832-6FB9-C127-F714-A046DE752535}"/>
                </a:ext>
              </a:extLst>
            </p:cNvPr>
            <p:cNvSpPr/>
            <p:nvPr/>
          </p:nvSpPr>
          <p:spPr>
            <a:xfrm>
              <a:off x="8016441" y="3762096"/>
              <a:ext cx="171377" cy="250878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65367317-0135-F6D0-756B-855E0F0CEE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80803" y="8466407"/>
            <a:ext cx="294806" cy="29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01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800" y="8466407"/>
            <a:ext cx="2286000" cy="27699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66407"/>
            <a:ext cx="2287587" cy="27699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r"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537C60D-0F54-274B-8EDD-9720A7BCA9E8}" type="slidenum">
              <a:rPr lang="en-BE" smtClean="0"/>
              <a:pPr/>
              <a:t>‹#›</a:t>
            </a:fld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aphic 3">
            <a:extLst>
              <a:ext uri="{FF2B5EF4-FFF2-40B4-BE49-F238E27FC236}">
                <a16:creationId xmlns:a16="http://schemas.microsoft.com/office/drawing/2014/main" id="{B9460A68-EA2B-DDCE-1C94-0767BB8C8ED7}"/>
              </a:ext>
            </a:extLst>
          </p:cNvPr>
          <p:cNvGrpSpPr/>
          <p:nvPr/>
        </p:nvGrpSpPr>
        <p:grpSpPr>
          <a:xfrm rot="5400000">
            <a:off x="5988016" y="4505827"/>
            <a:ext cx="1116761" cy="132350"/>
            <a:chOff x="6038068" y="3758203"/>
            <a:chExt cx="2149750" cy="25477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94DFCEB-8D8E-C816-2A31-B8417254E2A6}"/>
                </a:ext>
              </a:extLst>
            </p:cNvPr>
            <p:cNvSpPr/>
            <p:nvPr/>
          </p:nvSpPr>
          <p:spPr>
            <a:xfrm>
              <a:off x="6038068" y="3762096"/>
              <a:ext cx="231797" cy="24733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58EC478-C4EF-F6A2-DD31-75A4387EC8E2}"/>
                </a:ext>
              </a:extLst>
            </p:cNvPr>
            <p:cNvSpPr/>
            <p:nvPr/>
          </p:nvSpPr>
          <p:spPr>
            <a:xfrm>
              <a:off x="6293174" y="3841243"/>
              <a:ext cx="164663" cy="17173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AC5043-A1D7-6FAA-9401-2140F9934FC6}"/>
                </a:ext>
              </a:extLst>
            </p:cNvPr>
            <p:cNvSpPr/>
            <p:nvPr/>
          </p:nvSpPr>
          <p:spPr>
            <a:xfrm>
              <a:off x="6480459" y="3798843"/>
              <a:ext cx="135328" cy="214131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14A4986-210D-40DC-C310-A63A9747F112}"/>
                </a:ext>
              </a:extLst>
            </p:cNvPr>
            <p:cNvSpPr/>
            <p:nvPr/>
          </p:nvSpPr>
          <p:spPr>
            <a:xfrm>
              <a:off x="6736282" y="3770216"/>
              <a:ext cx="43815" cy="239219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CAB39B8-C98B-09FF-2FD0-E0CAF77CC6F3}"/>
                </a:ext>
              </a:extLst>
            </p:cNvPr>
            <p:cNvSpPr/>
            <p:nvPr/>
          </p:nvSpPr>
          <p:spPr>
            <a:xfrm>
              <a:off x="6828504" y="3841243"/>
              <a:ext cx="154056" cy="168192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2549B2C-106D-EADA-3CCC-BC99257011FE}"/>
                </a:ext>
              </a:extLst>
            </p:cNvPr>
            <p:cNvSpPr/>
            <p:nvPr/>
          </p:nvSpPr>
          <p:spPr>
            <a:xfrm>
              <a:off x="7015060" y="3758203"/>
              <a:ext cx="128260" cy="251233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95E8D19-4D5F-DAC1-CA70-ACA2F795C219}"/>
                </a:ext>
              </a:extLst>
            </p:cNvPr>
            <p:cNvSpPr/>
            <p:nvPr/>
          </p:nvSpPr>
          <p:spPr>
            <a:xfrm>
              <a:off x="7160288" y="3841243"/>
              <a:ext cx="172794" cy="17173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B65CE6A-5B45-170E-255E-ADC072DD18E9}"/>
                </a:ext>
              </a:extLst>
            </p:cNvPr>
            <p:cNvSpPr/>
            <p:nvPr/>
          </p:nvSpPr>
          <p:spPr>
            <a:xfrm>
              <a:off x="7377949" y="3841951"/>
              <a:ext cx="99643" cy="167485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34C6A1F-2D90-C545-B478-1C1CED199E28}"/>
                </a:ext>
              </a:extLst>
            </p:cNvPr>
            <p:cNvSpPr/>
            <p:nvPr/>
          </p:nvSpPr>
          <p:spPr>
            <a:xfrm>
              <a:off x="7513986" y="3841243"/>
              <a:ext cx="258644" cy="168192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C49659-6D09-B805-7A0A-CB9B5C51FF7D}"/>
                </a:ext>
              </a:extLst>
            </p:cNvPr>
            <p:cNvSpPr/>
            <p:nvPr/>
          </p:nvSpPr>
          <p:spPr>
            <a:xfrm>
              <a:off x="7814676" y="3841243"/>
              <a:ext cx="167485" cy="17173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F97356A-C2EE-DCE8-F114-F811D8567440}"/>
                </a:ext>
              </a:extLst>
            </p:cNvPr>
            <p:cNvSpPr/>
            <p:nvPr/>
          </p:nvSpPr>
          <p:spPr>
            <a:xfrm>
              <a:off x="8016441" y="3762096"/>
              <a:ext cx="171377" cy="250878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398972E6-E5E4-9E59-8C24-91F76AA87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80803" y="8466407"/>
            <a:ext cx="294806" cy="29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448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A0783C-E133-846E-8B10-75C122EDB9D6}"/>
              </a:ext>
            </a:extLst>
          </p:cNvPr>
          <p:cNvSpPr/>
          <p:nvPr userDrawn="1"/>
        </p:nvSpPr>
        <p:spPr>
          <a:xfrm>
            <a:off x="0" y="0"/>
            <a:ext cx="5446756" cy="6869723"/>
          </a:xfrm>
          <a:custGeom>
            <a:avLst/>
            <a:gdLst>
              <a:gd name="connsiteX0" fmla="*/ 0 w 6095981"/>
              <a:gd name="connsiteY0" fmla="*/ 0 h 6869723"/>
              <a:gd name="connsiteX1" fmla="*/ 4467024 w 6095981"/>
              <a:gd name="connsiteY1" fmla="*/ 0 h 6869723"/>
              <a:gd name="connsiteX2" fmla="*/ 4513258 w 6095981"/>
              <a:gd name="connsiteY2" fmla="*/ 36333 h 6869723"/>
              <a:gd name="connsiteX3" fmla="*/ 6095981 w 6095981"/>
              <a:gd name="connsiteY3" fmla="*/ 3392425 h 6869723"/>
              <a:gd name="connsiteX4" fmla="*/ 6095981 w 6095981"/>
              <a:gd name="connsiteY4" fmla="*/ 3465565 h 6869723"/>
              <a:gd name="connsiteX5" fmla="*/ 4513258 w 6095981"/>
              <a:gd name="connsiteY5" fmla="*/ 6821656 h 6869723"/>
              <a:gd name="connsiteX6" fmla="*/ 4452092 w 6095981"/>
              <a:gd name="connsiteY6" fmla="*/ 6869723 h 6869723"/>
              <a:gd name="connsiteX7" fmla="*/ 0 w 6095981"/>
              <a:gd name="connsiteY7" fmla="*/ 6869723 h 6869723"/>
              <a:gd name="connsiteX8" fmla="*/ 0 w 6095981"/>
              <a:gd name="connsiteY8" fmla="*/ 0 h 686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81" h="6869723">
                <a:moveTo>
                  <a:pt x="0" y="0"/>
                </a:moveTo>
                <a:lnTo>
                  <a:pt x="4467024" y="0"/>
                </a:lnTo>
                <a:lnTo>
                  <a:pt x="4513258" y="36333"/>
                </a:lnTo>
                <a:cubicBezTo>
                  <a:pt x="5479867" y="834049"/>
                  <a:pt x="6095981" y="2041287"/>
                  <a:pt x="6095981" y="3392425"/>
                </a:cubicBezTo>
                <a:lnTo>
                  <a:pt x="6095981" y="3465565"/>
                </a:lnTo>
                <a:cubicBezTo>
                  <a:pt x="6095981" y="4816703"/>
                  <a:pt x="5479867" y="6023940"/>
                  <a:pt x="4513258" y="6821656"/>
                </a:cubicBezTo>
                <a:lnTo>
                  <a:pt x="4452092" y="6869723"/>
                </a:lnTo>
                <a:lnTo>
                  <a:pt x="0" y="6869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0C2EF">
                  <a:alpha val="27927"/>
                </a:srgbClr>
              </a:gs>
              <a:gs pos="67000">
                <a:srgbClr val="2B8CCC">
                  <a:alpha val="0"/>
                </a:srgbClr>
              </a:gs>
              <a:gs pos="88000">
                <a:srgbClr val="E11A53">
                  <a:alpha val="5033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aphic 2">
            <a:extLst>
              <a:ext uri="{FF2B5EF4-FFF2-40B4-BE49-F238E27FC236}">
                <a16:creationId xmlns:a16="http://schemas.microsoft.com/office/drawing/2014/main" id="{BDDB034B-F4AC-BA99-2DAD-4AAB640A2540}"/>
              </a:ext>
            </a:extLst>
          </p:cNvPr>
          <p:cNvGrpSpPr/>
          <p:nvPr userDrawn="1"/>
        </p:nvGrpSpPr>
        <p:grpSpPr>
          <a:xfrm>
            <a:off x="1176069" y="2876116"/>
            <a:ext cx="3094619" cy="1105769"/>
            <a:chOff x="1495832" y="2697093"/>
            <a:chExt cx="3094619" cy="1105769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ECB5C6-9A11-E0B2-4A89-1E8223674751}"/>
                </a:ext>
              </a:extLst>
            </p:cNvPr>
            <p:cNvSpPr/>
            <p:nvPr/>
          </p:nvSpPr>
          <p:spPr>
            <a:xfrm>
              <a:off x="3513244" y="3732151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3CDF637-3DA8-E949-C6DD-D70FEF39A310}"/>
                </a:ext>
              </a:extLst>
            </p:cNvPr>
            <p:cNvSpPr/>
            <p:nvPr/>
          </p:nvSpPr>
          <p:spPr>
            <a:xfrm>
              <a:off x="2185040" y="2962777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9B4F05-8E7C-CAC3-AFE8-E114CC33B099}"/>
                </a:ext>
              </a:extLst>
            </p:cNvPr>
            <p:cNvSpPr/>
            <p:nvPr/>
          </p:nvSpPr>
          <p:spPr>
            <a:xfrm>
              <a:off x="3496512" y="2818212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7B6C1B-F390-91CD-D9C9-A7B5CC318B51}"/>
                </a:ext>
              </a:extLst>
            </p:cNvPr>
            <p:cNvSpPr/>
            <p:nvPr/>
          </p:nvSpPr>
          <p:spPr>
            <a:xfrm>
              <a:off x="3947000" y="2973699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98296C-A144-7BB5-2F59-37BC1D03CEBB}"/>
                </a:ext>
              </a:extLst>
            </p:cNvPr>
            <p:cNvSpPr/>
            <p:nvPr/>
          </p:nvSpPr>
          <p:spPr>
            <a:xfrm>
              <a:off x="4145406" y="2973699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3" name="Graphic 2">
              <a:extLst>
                <a:ext uri="{FF2B5EF4-FFF2-40B4-BE49-F238E27FC236}">
                  <a16:creationId xmlns:a16="http://schemas.microsoft.com/office/drawing/2014/main" id="{F9DBA5E8-4C15-64EC-AD8D-9578B68ACECA}"/>
                </a:ext>
              </a:extLst>
            </p:cNvPr>
            <p:cNvGrpSpPr/>
            <p:nvPr/>
          </p:nvGrpSpPr>
          <p:grpSpPr>
            <a:xfrm>
              <a:off x="3000444" y="3492633"/>
              <a:ext cx="1584566" cy="187788"/>
              <a:chOff x="3000444" y="3492633"/>
              <a:chExt cx="1584566" cy="187788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9492BE-AD18-ADDF-3CAA-A16EF4BE9758}"/>
                  </a:ext>
                </a:extLst>
              </p:cNvPr>
              <p:cNvSpPr/>
              <p:nvPr/>
            </p:nvSpPr>
            <p:spPr>
              <a:xfrm>
                <a:off x="3000444" y="3495504"/>
                <a:ext cx="170853" cy="182308"/>
              </a:xfrm>
              <a:custGeom>
                <a:avLst/>
                <a:gdLst>
                  <a:gd name="connsiteX0" fmla="*/ 775 w 170853"/>
                  <a:gd name="connsiteY0" fmla="*/ 176327 h 182308"/>
                  <a:gd name="connsiteX1" fmla="*/ 72923 w 170853"/>
                  <a:gd name="connsiteY1" fmla="*/ 3905 h 182308"/>
                  <a:gd name="connsiteX2" fmla="*/ 78918 w 170853"/>
                  <a:gd name="connsiteY2" fmla="*/ 0 h 182308"/>
                  <a:gd name="connsiteX3" fmla="*/ 92196 w 170853"/>
                  <a:gd name="connsiteY3" fmla="*/ 0 h 182308"/>
                  <a:gd name="connsiteX4" fmla="*/ 98184 w 170853"/>
                  <a:gd name="connsiteY4" fmla="*/ 3905 h 182308"/>
                  <a:gd name="connsiteX5" fmla="*/ 170332 w 170853"/>
                  <a:gd name="connsiteY5" fmla="*/ 176327 h 182308"/>
                  <a:gd name="connsiteX6" fmla="*/ 170853 w 170853"/>
                  <a:gd name="connsiteY6" fmla="*/ 178924 h 182308"/>
                  <a:gd name="connsiteX7" fmla="*/ 170206 w 170853"/>
                  <a:gd name="connsiteY7" fmla="*/ 181146 h 182308"/>
                  <a:gd name="connsiteX8" fmla="*/ 166688 w 170853"/>
                  <a:gd name="connsiteY8" fmla="*/ 182308 h 182308"/>
                  <a:gd name="connsiteX9" fmla="*/ 152622 w 170853"/>
                  <a:gd name="connsiteY9" fmla="*/ 182308 h 182308"/>
                  <a:gd name="connsiteX10" fmla="*/ 146628 w 170853"/>
                  <a:gd name="connsiteY10" fmla="*/ 178403 h 182308"/>
                  <a:gd name="connsiteX11" fmla="*/ 131261 w 170853"/>
                  <a:gd name="connsiteY11" fmla="*/ 140900 h 182308"/>
                  <a:gd name="connsiteX12" fmla="*/ 39846 w 170853"/>
                  <a:gd name="connsiteY12" fmla="*/ 140900 h 182308"/>
                  <a:gd name="connsiteX13" fmla="*/ 24473 w 170853"/>
                  <a:gd name="connsiteY13" fmla="*/ 178403 h 182308"/>
                  <a:gd name="connsiteX14" fmla="*/ 18491 w 170853"/>
                  <a:gd name="connsiteY14" fmla="*/ 182308 h 182308"/>
                  <a:gd name="connsiteX15" fmla="*/ 4686 w 170853"/>
                  <a:gd name="connsiteY15" fmla="*/ 182308 h 182308"/>
                  <a:gd name="connsiteX16" fmla="*/ 0 w 170853"/>
                  <a:gd name="connsiteY16" fmla="*/ 179191 h 182308"/>
                  <a:gd name="connsiteX17" fmla="*/ 775 w 170853"/>
                  <a:gd name="connsiteY17" fmla="*/ 176327 h 182308"/>
                  <a:gd name="connsiteX18" fmla="*/ 122669 w 170853"/>
                  <a:gd name="connsiteY18" fmla="*/ 119545 h 182308"/>
                  <a:gd name="connsiteX19" fmla="*/ 85947 w 170853"/>
                  <a:gd name="connsiteY19" fmla="*/ 29165 h 182308"/>
                  <a:gd name="connsiteX20" fmla="*/ 85420 w 170853"/>
                  <a:gd name="connsiteY20" fmla="*/ 29165 h 182308"/>
                  <a:gd name="connsiteX21" fmla="*/ 48438 w 170853"/>
                  <a:gd name="connsiteY21" fmla="*/ 119545 h 182308"/>
                  <a:gd name="connsiteX22" fmla="*/ 122669 w 170853"/>
                  <a:gd name="connsiteY22" fmla="*/ 119545 h 18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0853" h="182308">
                    <a:moveTo>
                      <a:pt x="775" y="176327"/>
                    </a:moveTo>
                    <a:lnTo>
                      <a:pt x="72923" y="3905"/>
                    </a:lnTo>
                    <a:cubicBezTo>
                      <a:pt x="73793" y="1295"/>
                      <a:pt x="75787" y="0"/>
                      <a:pt x="78918" y="0"/>
                    </a:cubicBezTo>
                    <a:lnTo>
                      <a:pt x="92196" y="0"/>
                    </a:lnTo>
                    <a:cubicBezTo>
                      <a:pt x="95320" y="0"/>
                      <a:pt x="97314" y="1295"/>
                      <a:pt x="98184" y="3905"/>
                    </a:cubicBezTo>
                    <a:lnTo>
                      <a:pt x="170332" y="176327"/>
                    </a:lnTo>
                    <a:cubicBezTo>
                      <a:pt x="170675" y="177362"/>
                      <a:pt x="170853" y="178238"/>
                      <a:pt x="170853" y="178924"/>
                    </a:cubicBezTo>
                    <a:cubicBezTo>
                      <a:pt x="170853" y="179622"/>
                      <a:pt x="170631" y="180359"/>
                      <a:pt x="170206" y="181146"/>
                    </a:cubicBezTo>
                    <a:cubicBezTo>
                      <a:pt x="169767" y="181921"/>
                      <a:pt x="168593" y="182308"/>
                      <a:pt x="166688" y="182308"/>
                    </a:cubicBezTo>
                    <a:lnTo>
                      <a:pt x="152622" y="182308"/>
                    </a:lnTo>
                    <a:cubicBezTo>
                      <a:pt x="149492" y="182308"/>
                      <a:pt x="147498" y="181013"/>
                      <a:pt x="146628" y="178403"/>
                    </a:cubicBezTo>
                    <a:lnTo>
                      <a:pt x="131261" y="140900"/>
                    </a:lnTo>
                    <a:lnTo>
                      <a:pt x="39846" y="140900"/>
                    </a:lnTo>
                    <a:lnTo>
                      <a:pt x="24473" y="178403"/>
                    </a:lnTo>
                    <a:cubicBezTo>
                      <a:pt x="23609" y="181013"/>
                      <a:pt x="21616" y="182308"/>
                      <a:pt x="18491" y="182308"/>
                    </a:cubicBezTo>
                    <a:lnTo>
                      <a:pt x="4686" y="182308"/>
                    </a:lnTo>
                    <a:cubicBezTo>
                      <a:pt x="1556" y="182308"/>
                      <a:pt x="0" y="181267"/>
                      <a:pt x="0" y="179191"/>
                    </a:cubicBezTo>
                    <a:cubicBezTo>
                      <a:pt x="0" y="178498"/>
                      <a:pt x="260" y="177540"/>
                      <a:pt x="775" y="176327"/>
                    </a:cubicBezTo>
                    <a:close/>
                    <a:moveTo>
                      <a:pt x="122669" y="119545"/>
                    </a:moveTo>
                    <a:lnTo>
                      <a:pt x="85947" y="29165"/>
                    </a:lnTo>
                    <a:lnTo>
                      <a:pt x="85420" y="29165"/>
                    </a:lnTo>
                    <a:lnTo>
                      <a:pt x="48438" y="119545"/>
                    </a:lnTo>
                    <a:lnTo>
                      <a:pt x="122669" y="119545"/>
                    </a:ln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49CD717-563D-342D-D7DC-8DF57D7EC4B5}"/>
                  </a:ext>
                </a:extLst>
              </p:cNvPr>
              <p:cNvSpPr/>
              <p:nvPr/>
            </p:nvSpPr>
            <p:spPr>
              <a:xfrm>
                <a:off x="3188480" y="3553841"/>
                <a:ext cx="121373" cy="126581"/>
              </a:xfrm>
              <a:custGeom>
                <a:avLst/>
                <a:gdLst>
                  <a:gd name="connsiteX0" fmla="*/ 17710 w 121373"/>
                  <a:gd name="connsiteY0" fmla="*/ 17971 h 126581"/>
                  <a:gd name="connsiteX1" fmla="*/ 63030 w 121373"/>
                  <a:gd name="connsiteY1" fmla="*/ 0 h 126581"/>
                  <a:gd name="connsiteX2" fmla="*/ 101314 w 121373"/>
                  <a:gd name="connsiteY2" fmla="*/ 11595 h 126581"/>
                  <a:gd name="connsiteX3" fmla="*/ 121374 w 121373"/>
                  <a:gd name="connsiteY3" fmla="*/ 42196 h 126581"/>
                  <a:gd name="connsiteX4" fmla="*/ 121374 w 121373"/>
                  <a:gd name="connsiteY4" fmla="*/ 43498 h 126581"/>
                  <a:gd name="connsiteX5" fmla="*/ 116421 w 121373"/>
                  <a:gd name="connsiteY5" fmla="*/ 47663 h 126581"/>
                  <a:gd name="connsiteX6" fmla="*/ 103664 w 121373"/>
                  <a:gd name="connsiteY6" fmla="*/ 47663 h 126581"/>
                  <a:gd name="connsiteX7" fmla="*/ 97930 w 121373"/>
                  <a:gd name="connsiteY7" fmla="*/ 43237 h 126581"/>
                  <a:gd name="connsiteX8" fmla="*/ 63297 w 121373"/>
                  <a:gd name="connsiteY8" fmla="*/ 20320 h 126581"/>
                  <a:gd name="connsiteX9" fmla="*/ 33992 w 121373"/>
                  <a:gd name="connsiteY9" fmla="*/ 32423 h 126581"/>
                  <a:gd name="connsiteX10" fmla="*/ 22917 w 121373"/>
                  <a:gd name="connsiteY10" fmla="*/ 63284 h 126581"/>
                  <a:gd name="connsiteX11" fmla="*/ 33992 w 121373"/>
                  <a:gd name="connsiteY11" fmla="*/ 94418 h 126581"/>
                  <a:gd name="connsiteX12" fmla="*/ 63297 w 121373"/>
                  <a:gd name="connsiteY12" fmla="*/ 106528 h 126581"/>
                  <a:gd name="connsiteX13" fmla="*/ 85173 w 121373"/>
                  <a:gd name="connsiteY13" fmla="*/ 100533 h 126581"/>
                  <a:gd name="connsiteX14" fmla="*/ 97930 w 121373"/>
                  <a:gd name="connsiteY14" fmla="*/ 83604 h 126581"/>
                  <a:gd name="connsiteX15" fmla="*/ 103403 w 121373"/>
                  <a:gd name="connsiteY15" fmla="*/ 79179 h 126581"/>
                  <a:gd name="connsiteX16" fmla="*/ 116161 w 121373"/>
                  <a:gd name="connsiteY16" fmla="*/ 79179 h 126581"/>
                  <a:gd name="connsiteX17" fmla="*/ 120066 w 121373"/>
                  <a:gd name="connsiteY17" fmla="*/ 80353 h 126581"/>
                  <a:gd name="connsiteX18" fmla="*/ 121374 w 121373"/>
                  <a:gd name="connsiteY18" fmla="*/ 82823 h 126581"/>
                  <a:gd name="connsiteX19" fmla="*/ 121107 w 121373"/>
                  <a:gd name="connsiteY19" fmla="*/ 84125 h 126581"/>
                  <a:gd name="connsiteX20" fmla="*/ 101314 w 121373"/>
                  <a:gd name="connsiteY20" fmla="*/ 114859 h 126581"/>
                  <a:gd name="connsiteX21" fmla="*/ 63030 w 121373"/>
                  <a:gd name="connsiteY21" fmla="*/ 126581 h 126581"/>
                  <a:gd name="connsiteX22" fmla="*/ 17577 w 121373"/>
                  <a:gd name="connsiteY22" fmla="*/ 108484 h 126581"/>
                  <a:gd name="connsiteX23" fmla="*/ 0 w 121373"/>
                  <a:gd name="connsiteY23" fmla="*/ 63284 h 126581"/>
                  <a:gd name="connsiteX24" fmla="*/ 17710 w 121373"/>
                  <a:gd name="connsiteY24" fmla="*/ 17971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1373" h="126581">
                    <a:moveTo>
                      <a:pt x="17710" y="17971"/>
                    </a:moveTo>
                    <a:cubicBezTo>
                      <a:pt x="29343" y="5995"/>
                      <a:pt x="44450" y="0"/>
                      <a:pt x="63030" y="0"/>
                    </a:cubicBezTo>
                    <a:cubicBezTo>
                      <a:pt x="77959" y="0"/>
                      <a:pt x="90722" y="3867"/>
                      <a:pt x="101314" y="11595"/>
                    </a:cubicBezTo>
                    <a:cubicBezTo>
                      <a:pt x="111900" y="19323"/>
                      <a:pt x="118593" y="29515"/>
                      <a:pt x="121374" y="42196"/>
                    </a:cubicBezTo>
                    <a:lnTo>
                      <a:pt x="121374" y="43498"/>
                    </a:lnTo>
                    <a:cubicBezTo>
                      <a:pt x="121374" y="46279"/>
                      <a:pt x="119723" y="47663"/>
                      <a:pt x="116421" y="47663"/>
                    </a:cubicBezTo>
                    <a:lnTo>
                      <a:pt x="103664" y="47663"/>
                    </a:lnTo>
                    <a:cubicBezTo>
                      <a:pt x="100705" y="47663"/>
                      <a:pt x="98800" y="46190"/>
                      <a:pt x="97930" y="43237"/>
                    </a:cubicBezTo>
                    <a:cubicBezTo>
                      <a:pt x="93066" y="27959"/>
                      <a:pt x="81528" y="20320"/>
                      <a:pt x="63297" y="20320"/>
                    </a:cubicBezTo>
                    <a:cubicBezTo>
                      <a:pt x="51130" y="20320"/>
                      <a:pt x="41364" y="24352"/>
                      <a:pt x="33992" y="32423"/>
                    </a:cubicBezTo>
                    <a:cubicBezTo>
                      <a:pt x="26607" y="40501"/>
                      <a:pt x="22917" y="50788"/>
                      <a:pt x="22917" y="63284"/>
                    </a:cubicBezTo>
                    <a:cubicBezTo>
                      <a:pt x="22917" y="75965"/>
                      <a:pt x="26607" y="86335"/>
                      <a:pt x="33992" y="94418"/>
                    </a:cubicBezTo>
                    <a:cubicBezTo>
                      <a:pt x="41364" y="102489"/>
                      <a:pt x="51130" y="106528"/>
                      <a:pt x="63297" y="106528"/>
                    </a:cubicBezTo>
                    <a:cubicBezTo>
                      <a:pt x="71793" y="106528"/>
                      <a:pt x="79083" y="104527"/>
                      <a:pt x="85173" y="100533"/>
                    </a:cubicBezTo>
                    <a:cubicBezTo>
                      <a:pt x="91249" y="96539"/>
                      <a:pt x="95498" y="90894"/>
                      <a:pt x="97930" y="83604"/>
                    </a:cubicBezTo>
                    <a:cubicBezTo>
                      <a:pt x="98800" y="80652"/>
                      <a:pt x="100622" y="79179"/>
                      <a:pt x="103403" y="79179"/>
                    </a:cubicBezTo>
                    <a:lnTo>
                      <a:pt x="116161" y="79179"/>
                    </a:lnTo>
                    <a:cubicBezTo>
                      <a:pt x="117894" y="79179"/>
                      <a:pt x="119202" y="79572"/>
                      <a:pt x="120066" y="80353"/>
                    </a:cubicBezTo>
                    <a:cubicBezTo>
                      <a:pt x="120936" y="81134"/>
                      <a:pt x="121374" y="81953"/>
                      <a:pt x="121374" y="82823"/>
                    </a:cubicBezTo>
                    <a:cubicBezTo>
                      <a:pt x="121374" y="83344"/>
                      <a:pt x="121279" y="83782"/>
                      <a:pt x="121107" y="84125"/>
                    </a:cubicBezTo>
                    <a:cubicBezTo>
                      <a:pt x="118510" y="96806"/>
                      <a:pt x="111900" y="107049"/>
                      <a:pt x="101314" y="114859"/>
                    </a:cubicBezTo>
                    <a:cubicBezTo>
                      <a:pt x="90722" y="122676"/>
                      <a:pt x="77959" y="126581"/>
                      <a:pt x="63030" y="126581"/>
                    </a:cubicBezTo>
                    <a:cubicBezTo>
                      <a:pt x="44450" y="126581"/>
                      <a:pt x="29305" y="120548"/>
                      <a:pt x="17577" y="108484"/>
                    </a:cubicBezTo>
                    <a:cubicBezTo>
                      <a:pt x="5861" y="96412"/>
                      <a:pt x="0" y="81350"/>
                      <a:pt x="0" y="63284"/>
                    </a:cubicBezTo>
                    <a:cubicBezTo>
                      <a:pt x="0" y="45231"/>
                      <a:pt x="5899" y="30125"/>
                      <a:pt x="17710" y="17971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A406F35-7A76-A719-F37B-8251B2581E82}"/>
                  </a:ext>
                </a:extLst>
              </p:cNvPr>
              <p:cNvSpPr/>
              <p:nvPr/>
            </p:nvSpPr>
            <p:spPr>
              <a:xfrm>
                <a:off x="3326522" y="3522586"/>
                <a:ext cx="99752" cy="157835"/>
              </a:xfrm>
              <a:custGeom>
                <a:avLst/>
                <a:gdLst>
                  <a:gd name="connsiteX0" fmla="*/ 0 w 99752"/>
                  <a:gd name="connsiteY0" fmla="*/ 47930 h 157835"/>
                  <a:gd name="connsiteX1" fmla="*/ 0 w 99752"/>
                  <a:gd name="connsiteY1" fmla="*/ 39065 h 157835"/>
                  <a:gd name="connsiteX2" fmla="*/ 4953 w 99752"/>
                  <a:gd name="connsiteY2" fmla="*/ 33865 h 157835"/>
                  <a:gd name="connsiteX3" fmla="*/ 28130 w 99752"/>
                  <a:gd name="connsiteY3" fmla="*/ 33865 h 157835"/>
                  <a:gd name="connsiteX4" fmla="*/ 28130 w 99752"/>
                  <a:gd name="connsiteY4" fmla="*/ 5214 h 157835"/>
                  <a:gd name="connsiteX5" fmla="*/ 33344 w 99752"/>
                  <a:gd name="connsiteY5" fmla="*/ 0 h 157835"/>
                  <a:gd name="connsiteX6" fmla="*/ 45580 w 99752"/>
                  <a:gd name="connsiteY6" fmla="*/ 0 h 157835"/>
                  <a:gd name="connsiteX7" fmla="*/ 50527 w 99752"/>
                  <a:gd name="connsiteY7" fmla="*/ 5214 h 157835"/>
                  <a:gd name="connsiteX8" fmla="*/ 50527 w 99752"/>
                  <a:gd name="connsiteY8" fmla="*/ 33865 h 157835"/>
                  <a:gd name="connsiteX9" fmla="*/ 92983 w 99752"/>
                  <a:gd name="connsiteY9" fmla="*/ 33865 h 157835"/>
                  <a:gd name="connsiteX10" fmla="*/ 98196 w 99752"/>
                  <a:gd name="connsiteY10" fmla="*/ 39065 h 157835"/>
                  <a:gd name="connsiteX11" fmla="*/ 98196 w 99752"/>
                  <a:gd name="connsiteY11" fmla="*/ 47930 h 157835"/>
                  <a:gd name="connsiteX12" fmla="*/ 92983 w 99752"/>
                  <a:gd name="connsiteY12" fmla="*/ 53130 h 157835"/>
                  <a:gd name="connsiteX13" fmla="*/ 50527 w 99752"/>
                  <a:gd name="connsiteY13" fmla="*/ 53130 h 157835"/>
                  <a:gd name="connsiteX14" fmla="*/ 50527 w 99752"/>
                  <a:gd name="connsiteY14" fmla="*/ 111995 h 157835"/>
                  <a:gd name="connsiteX15" fmla="*/ 56521 w 99752"/>
                  <a:gd name="connsiteY15" fmla="*/ 131915 h 157835"/>
                  <a:gd name="connsiteX16" fmla="*/ 75533 w 99752"/>
                  <a:gd name="connsiteY16" fmla="*/ 137782 h 157835"/>
                  <a:gd name="connsiteX17" fmla="*/ 93764 w 99752"/>
                  <a:gd name="connsiteY17" fmla="*/ 134658 h 157835"/>
                  <a:gd name="connsiteX18" fmla="*/ 96888 w 99752"/>
                  <a:gd name="connsiteY18" fmla="*/ 133871 h 157835"/>
                  <a:gd name="connsiteX19" fmla="*/ 99752 w 99752"/>
                  <a:gd name="connsiteY19" fmla="*/ 138303 h 157835"/>
                  <a:gd name="connsiteX20" fmla="*/ 99752 w 99752"/>
                  <a:gd name="connsiteY20" fmla="*/ 147676 h 157835"/>
                  <a:gd name="connsiteX21" fmla="*/ 95847 w 99752"/>
                  <a:gd name="connsiteY21" fmla="*/ 153410 h 157835"/>
                  <a:gd name="connsiteX22" fmla="*/ 71622 w 99752"/>
                  <a:gd name="connsiteY22" fmla="*/ 157836 h 157835"/>
                  <a:gd name="connsiteX23" fmla="*/ 28130 w 99752"/>
                  <a:gd name="connsiteY23" fmla="*/ 113037 h 157835"/>
                  <a:gd name="connsiteX24" fmla="*/ 28130 w 99752"/>
                  <a:gd name="connsiteY24" fmla="*/ 53130 h 157835"/>
                  <a:gd name="connsiteX25" fmla="*/ 4953 w 99752"/>
                  <a:gd name="connsiteY25" fmla="*/ 53130 h 157835"/>
                  <a:gd name="connsiteX26" fmla="*/ 0 w 99752"/>
                  <a:gd name="connsiteY26" fmla="*/ 47930 h 15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52" h="157835">
                    <a:moveTo>
                      <a:pt x="0" y="47930"/>
                    </a:moveTo>
                    <a:lnTo>
                      <a:pt x="0" y="39065"/>
                    </a:lnTo>
                    <a:cubicBezTo>
                      <a:pt x="0" y="35598"/>
                      <a:pt x="1651" y="33865"/>
                      <a:pt x="4953" y="33865"/>
                    </a:cubicBezTo>
                    <a:lnTo>
                      <a:pt x="28130" y="33865"/>
                    </a:lnTo>
                    <a:lnTo>
                      <a:pt x="28130" y="5214"/>
                    </a:lnTo>
                    <a:cubicBezTo>
                      <a:pt x="28130" y="1734"/>
                      <a:pt x="29864" y="0"/>
                      <a:pt x="33344" y="0"/>
                    </a:cubicBezTo>
                    <a:lnTo>
                      <a:pt x="45580" y="0"/>
                    </a:lnTo>
                    <a:cubicBezTo>
                      <a:pt x="48882" y="0"/>
                      <a:pt x="50527" y="1734"/>
                      <a:pt x="50527" y="5214"/>
                    </a:cubicBezTo>
                    <a:lnTo>
                      <a:pt x="50527" y="33865"/>
                    </a:lnTo>
                    <a:lnTo>
                      <a:pt x="92983" y="33865"/>
                    </a:lnTo>
                    <a:cubicBezTo>
                      <a:pt x="96450" y="33865"/>
                      <a:pt x="98196" y="35598"/>
                      <a:pt x="98196" y="39065"/>
                    </a:cubicBezTo>
                    <a:lnTo>
                      <a:pt x="98196" y="47930"/>
                    </a:lnTo>
                    <a:cubicBezTo>
                      <a:pt x="98196" y="51397"/>
                      <a:pt x="96450" y="53130"/>
                      <a:pt x="92983" y="53130"/>
                    </a:cubicBezTo>
                    <a:lnTo>
                      <a:pt x="50527" y="53130"/>
                    </a:lnTo>
                    <a:lnTo>
                      <a:pt x="50527" y="111995"/>
                    </a:lnTo>
                    <a:cubicBezTo>
                      <a:pt x="50527" y="121374"/>
                      <a:pt x="52527" y="128010"/>
                      <a:pt x="56521" y="131915"/>
                    </a:cubicBezTo>
                    <a:cubicBezTo>
                      <a:pt x="60509" y="135820"/>
                      <a:pt x="66853" y="137782"/>
                      <a:pt x="75533" y="137782"/>
                    </a:cubicBezTo>
                    <a:cubicBezTo>
                      <a:pt x="82302" y="137782"/>
                      <a:pt x="88380" y="136735"/>
                      <a:pt x="93764" y="134658"/>
                    </a:cubicBezTo>
                    <a:cubicBezTo>
                      <a:pt x="94977" y="134138"/>
                      <a:pt x="96018" y="133871"/>
                      <a:pt x="96888" y="133871"/>
                    </a:cubicBezTo>
                    <a:cubicBezTo>
                      <a:pt x="98800" y="133871"/>
                      <a:pt x="99752" y="135344"/>
                      <a:pt x="99752" y="138303"/>
                    </a:cubicBezTo>
                    <a:lnTo>
                      <a:pt x="99752" y="147676"/>
                    </a:lnTo>
                    <a:cubicBezTo>
                      <a:pt x="99752" y="150279"/>
                      <a:pt x="98457" y="152197"/>
                      <a:pt x="95847" y="153410"/>
                    </a:cubicBezTo>
                    <a:cubicBezTo>
                      <a:pt x="88729" y="156356"/>
                      <a:pt x="80651" y="157836"/>
                      <a:pt x="71622" y="157836"/>
                    </a:cubicBezTo>
                    <a:cubicBezTo>
                      <a:pt x="42628" y="157836"/>
                      <a:pt x="28130" y="142907"/>
                      <a:pt x="28130" y="113037"/>
                    </a:cubicBezTo>
                    <a:lnTo>
                      <a:pt x="28130" y="53130"/>
                    </a:lnTo>
                    <a:lnTo>
                      <a:pt x="4953" y="53130"/>
                    </a:lnTo>
                    <a:cubicBezTo>
                      <a:pt x="1651" y="53130"/>
                      <a:pt x="0" y="51397"/>
                      <a:pt x="0" y="47930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CB81BCB8-6A42-40D4-719B-D78CF145500B}"/>
                  </a:ext>
                </a:extLst>
              </p:cNvPr>
              <p:cNvSpPr/>
              <p:nvPr/>
            </p:nvSpPr>
            <p:spPr>
              <a:xfrm>
                <a:off x="3515092" y="3501485"/>
                <a:ext cx="32296" cy="176326"/>
              </a:xfrm>
              <a:custGeom>
                <a:avLst/>
                <a:gdLst>
                  <a:gd name="connsiteX0" fmla="*/ 0 w 32296"/>
                  <a:gd name="connsiteY0" fmla="*/ 16154 h 176326"/>
                  <a:gd name="connsiteX1" fmla="*/ 4559 w 32296"/>
                  <a:gd name="connsiteY1" fmla="*/ 4559 h 176326"/>
                  <a:gd name="connsiteX2" fmla="*/ 16142 w 32296"/>
                  <a:gd name="connsiteY2" fmla="*/ 0 h 176326"/>
                  <a:gd name="connsiteX3" fmla="*/ 27737 w 32296"/>
                  <a:gd name="connsiteY3" fmla="*/ 4559 h 176326"/>
                  <a:gd name="connsiteX4" fmla="*/ 32296 w 32296"/>
                  <a:gd name="connsiteY4" fmla="*/ 16154 h 176326"/>
                  <a:gd name="connsiteX5" fmla="*/ 27864 w 32296"/>
                  <a:gd name="connsiteY5" fmla="*/ 27610 h 176326"/>
                  <a:gd name="connsiteX6" fmla="*/ 16142 w 32296"/>
                  <a:gd name="connsiteY6" fmla="*/ 32296 h 176326"/>
                  <a:gd name="connsiteX7" fmla="*/ 4559 w 32296"/>
                  <a:gd name="connsiteY7" fmla="*/ 27610 h 176326"/>
                  <a:gd name="connsiteX8" fmla="*/ 0 w 32296"/>
                  <a:gd name="connsiteY8" fmla="*/ 16154 h 176326"/>
                  <a:gd name="connsiteX9" fmla="*/ 4947 w 32296"/>
                  <a:gd name="connsiteY9" fmla="*/ 60166 h 176326"/>
                  <a:gd name="connsiteX10" fmla="*/ 10147 w 32296"/>
                  <a:gd name="connsiteY10" fmla="*/ 54966 h 176326"/>
                  <a:gd name="connsiteX11" fmla="*/ 22136 w 32296"/>
                  <a:gd name="connsiteY11" fmla="*/ 54966 h 176326"/>
                  <a:gd name="connsiteX12" fmla="*/ 27343 w 32296"/>
                  <a:gd name="connsiteY12" fmla="*/ 60166 h 176326"/>
                  <a:gd name="connsiteX13" fmla="*/ 27343 w 32296"/>
                  <a:gd name="connsiteY13" fmla="*/ 171120 h 176326"/>
                  <a:gd name="connsiteX14" fmla="*/ 22136 w 32296"/>
                  <a:gd name="connsiteY14" fmla="*/ 176327 h 176326"/>
                  <a:gd name="connsiteX15" fmla="*/ 10147 w 32296"/>
                  <a:gd name="connsiteY15" fmla="*/ 176327 h 176326"/>
                  <a:gd name="connsiteX16" fmla="*/ 4947 w 32296"/>
                  <a:gd name="connsiteY16" fmla="*/ 171120 h 176326"/>
                  <a:gd name="connsiteX17" fmla="*/ 4947 w 32296"/>
                  <a:gd name="connsiteY17" fmla="*/ 60166 h 17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296" h="176326">
                    <a:moveTo>
                      <a:pt x="0" y="16154"/>
                    </a:moveTo>
                    <a:cubicBezTo>
                      <a:pt x="0" y="11468"/>
                      <a:pt x="1512" y="7607"/>
                      <a:pt x="4559" y="4559"/>
                    </a:cubicBezTo>
                    <a:cubicBezTo>
                      <a:pt x="7588" y="1531"/>
                      <a:pt x="11456" y="0"/>
                      <a:pt x="16142" y="0"/>
                    </a:cubicBezTo>
                    <a:cubicBezTo>
                      <a:pt x="20828" y="0"/>
                      <a:pt x="24689" y="1531"/>
                      <a:pt x="27737" y="4559"/>
                    </a:cubicBezTo>
                    <a:cubicBezTo>
                      <a:pt x="30766" y="7607"/>
                      <a:pt x="32296" y="11468"/>
                      <a:pt x="32296" y="16154"/>
                    </a:cubicBezTo>
                    <a:cubicBezTo>
                      <a:pt x="32296" y="20676"/>
                      <a:pt x="30817" y="24486"/>
                      <a:pt x="27864" y="27610"/>
                    </a:cubicBezTo>
                    <a:cubicBezTo>
                      <a:pt x="24733" y="30740"/>
                      <a:pt x="20828" y="32296"/>
                      <a:pt x="16142" y="32296"/>
                    </a:cubicBezTo>
                    <a:cubicBezTo>
                      <a:pt x="11456" y="32296"/>
                      <a:pt x="7588" y="30740"/>
                      <a:pt x="4559" y="27610"/>
                    </a:cubicBezTo>
                    <a:cubicBezTo>
                      <a:pt x="1512" y="24486"/>
                      <a:pt x="0" y="20676"/>
                      <a:pt x="0" y="16154"/>
                    </a:cubicBezTo>
                    <a:close/>
                    <a:moveTo>
                      <a:pt x="4947" y="60166"/>
                    </a:moveTo>
                    <a:cubicBezTo>
                      <a:pt x="4947" y="56699"/>
                      <a:pt x="6680" y="54966"/>
                      <a:pt x="10147" y="54966"/>
                    </a:cubicBezTo>
                    <a:lnTo>
                      <a:pt x="22136" y="54966"/>
                    </a:lnTo>
                    <a:cubicBezTo>
                      <a:pt x="25603" y="54966"/>
                      <a:pt x="27343" y="56699"/>
                      <a:pt x="27343" y="60166"/>
                    </a:cubicBezTo>
                    <a:lnTo>
                      <a:pt x="27343" y="171120"/>
                    </a:lnTo>
                    <a:cubicBezTo>
                      <a:pt x="27343" y="174593"/>
                      <a:pt x="25603" y="176327"/>
                      <a:pt x="22136" y="176327"/>
                    </a:cubicBezTo>
                    <a:lnTo>
                      <a:pt x="10147" y="176327"/>
                    </a:lnTo>
                    <a:cubicBezTo>
                      <a:pt x="6680" y="176327"/>
                      <a:pt x="4947" y="174593"/>
                      <a:pt x="4947" y="171120"/>
                    </a:cubicBezTo>
                    <a:lnTo>
                      <a:pt x="4947" y="60166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2A91420-1AE6-0150-ACE5-81369CC64C6D}"/>
                  </a:ext>
                </a:extLst>
              </p:cNvPr>
              <p:cNvSpPr/>
              <p:nvPr/>
            </p:nvSpPr>
            <p:spPr>
              <a:xfrm>
                <a:off x="3583069" y="3553841"/>
                <a:ext cx="113550" cy="123971"/>
              </a:xfrm>
              <a:custGeom>
                <a:avLst/>
                <a:gdLst>
                  <a:gd name="connsiteX0" fmla="*/ 0 w 113550"/>
                  <a:gd name="connsiteY0" fmla="*/ 118764 h 123971"/>
                  <a:gd name="connsiteX1" fmla="*/ 0 w 113550"/>
                  <a:gd name="connsiteY1" fmla="*/ 7811 h 123971"/>
                  <a:gd name="connsiteX2" fmla="*/ 5200 w 113550"/>
                  <a:gd name="connsiteY2" fmla="*/ 2610 h 123971"/>
                  <a:gd name="connsiteX3" fmla="*/ 16923 w 113550"/>
                  <a:gd name="connsiteY3" fmla="*/ 2610 h 123971"/>
                  <a:gd name="connsiteX4" fmla="*/ 22136 w 113550"/>
                  <a:gd name="connsiteY4" fmla="*/ 7811 h 123971"/>
                  <a:gd name="connsiteX5" fmla="*/ 22136 w 113550"/>
                  <a:gd name="connsiteY5" fmla="*/ 22136 h 123971"/>
                  <a:gd name="connsiteX6" fmla="*/ 22657 w 113550"/>
                  <a:gd name="connsiteY6" fmla="*/ 22136 h 123971"/>
                  <a:gd name="connsiteX7" fmla="*/ 39059 w 113550"/>
                  <a:gd name="connsiteY7" fmla="*/ 5861 h 123971"/>
                  <a:gd name="connsiteX8" fmla="*/ 65106 w 113550"/>
                  <a:gd name="connsiteY8" fmla="*/ 0 h 123971"/>
                  <a:gd name="connsiteX9" fmla="*/ 100660 w 113550"/>
                  <a:gd name="connsiteY9" fmla="*/ 13545 h 123971"/>
                  <a:gd name="connsiteX10" fmla="*/ 113551 w 113550"/>
                  <a:gd name="connsiteY10" fmla="*/ 51048 h 123971"/>
                  <a:gd name="connsiteX11" fmla="*/ 113551 w 113550"/>
                  <a:gd name="connsiteY11" fmla="*/ 118764 h 123971"/>
                  <a:gd name="connsiteX12" fmla="*/ 108604 w 113550"/>
                  <a:gd name="connsiteY12" fmla="*/ 123971 h 123971"/>
                  <a:gd name="connsiteX13" fmla="*/ 96361 w 113550"/>
                  <a:gd name="connsiteY13" fmla="*/ 123971 h 123971"/>
                  <a:gd name="connsiteX14" fmla="*/ 91154 w 113550"/>
                  <a:gd name="connsiteY14" fmla="*/ 118764 h 123971"/>
                  <a:gd name="connsiteX15" fmla="*/ 91154 w 113550"/>
                  <a:gd name="connsiteY15" fmla="*/ 56001 h 123971"/>
                  <a:gd name="connsiteX16" fmla="*/ 59639 w 113550"/>
                  <a:gd name="connsiteY16" fmla="*/ 20581 h 123971"/>
                  <a:gd name="connsiteX17" fmla="*/ 32557 w 113550"/>
                  <a:gd name="connsiteY17" fmla="*/ 30474 h 123971"/>
                  <a:gd name="connsiteX18" fmla="*/ 22396 w 113550"/>
                  <a:gd name="connsiteY18" fmla="*/ 57042 h 123971"/>
                  <a:gd name="connsiteX19" fmla="*/ 22396 w 113550"/>
                  <a:gd name="connsiteY19" fmla="*/ 118764 h 123971"/>
                  <a:gd name="connsiteX20" fmla="*/ 17183 w 113550"/>
                  <a:gd name="connsiteY20" fmla="*/ 123971 h 123971"/>
                  <a:gd name="connsiteX21" fmla="*/ 5200 w 113550"/>
                  <a:gd name="connsiteY21" fmla="*/ 123971 h 123971"/>
                  <a:gd name="connsiteX22" fmla="*/ 0 w 113550"/>
                  <a:gd name="connsiteY22" fmla="*/ 118764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3550" h="123971">
                    <a:moveTo>
                      <a:pt x="0" y="118764"/>
                    </a:moveTo>
                    <a:lnTo>
                      <a:pt x="0" y="7811"/>
                    </a:lnTo>
                    <a:cubicBezTo>
                      <a:pt x="0" y="4344"/>
                      <a:pt x="1734" y="2610"/>
                      <a:pt x="5200" y="2610"/>
                    </a:cubicBezTo>
                    <a:lnTo>
                      <a:pt x="16923" y="2610"/>
                    </a:lnTo>
                    <a:cubicBezTo>
                      <a:pt x="20390" y="2610"/>
                      <a:pt x="22136" y="4344"/>
                      <a:pt x="22136" y="7811"/>
                    </a:cubicBezTo>
                    <a:lnTo>
                      <a:pt x="22136" y="22136"/>
                    </a:lnTo>
                    <a:lnTo>
                      <a:pt x="22657" y="22136"/>
                    </a:lnTo>
                    <a:cubicBezTo>
                      <a:pt x="26124" y="15202"/>
                      <a:pt x="31598" y="9766"/>
                      <a:pt x="39059" y="5861"/>
                    </a:cubicBezTo>
                    <a:cubicBezTo>
                      <a:pt x="46527" y="1956"/>
                      <a:pt x="55213" y="0"/>
                      <a:pt x="65106" y="0"/>
                    </a:cubicBezTo>
                    <a:cubicBezTo>
                      <a:pt x="80213" y="0"/>
                      <a:pt x="92069" y="4521"/>
                      <a:pt x="100660" y="13545"/>
                    </a:cubicBezTo>
                    <a:cubicBezTo>
                      <a:pt x="109252" y="22575"/>
                      <a:pt x="113551" y="35071"/>
                      <a:pt x="113551" y="51048"/>
                    </a:cubicBezTo>
                    <a:lnTo>
                      <a:pt x="113551" y="118764"/>
                    </a:lnTo>
                    <a:cubicBezTo>
                      <a:pt x="113551" y="122238"/>
                      <a:pt x="111900" y="123971"/>
                      <a:pt x="108604" y="123971"/>
                    </a:cubicBezTo>
                    <a:lnTo>
                      <a:pt x="96361" y="123971"/>
                    </a:lnTo>
                    <a:cubicBezTo>
                      <a:pt x="92888" y="123971"/>
                      <a:pt x="91154" y="122238"/>
                      <a:pt x="91154" y="118764"/>
                    </a:cubicBezTo>
                    <a:lnTo>
                      <a:pt x="91154" y="56001"/>
                    </a:lnTo>
                    <a:cubicBezTo>
                      <a:pt x="91154" y="32385"/>
                      <a:pt x="80638" y="20581"/>
                      <a:pt x="59639" y="20581"/>
                    </a:cubicBezTo>
                    <a:cubicBezTo>
                      <a:pt x="48342" y="20581"/>
                      <a:pt x="39319" y="23876"/>
                      <a:pt x="32557" y="30474"/>
                    </a:cubicBezTo>
                    <a:cubicBezTo>
                      <a:pt x="25781" y="37078"/>
                      <a:pt x="22396" y="45930"/>
                      <a:pt x="22396" y="57042"/>
                    </a:cubicBezTo>
                    <a:lnTo>
                      <a:pt x="22396" y="118764"/>
                    </a:lnTo>
                    <a:cubicBezTo>
                      <a:pt x="22396" y="122238"/>
                      <a:pt x="20656" y="123971"/>
                      <a:pt x="17183" y="123971"/>
                    </a:cubicBezTo>
                    <a:lnTo>
                      <a:pt x="5200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2FAB60B-7202-0316-A6C1-842492B37C18}"/>
                  </a:ext>
                </a:extLst>
              </p:cNvPr>
              <p:cNvSpPr/>
              <p:nvPr/>
            </p:nvSpPr>
            <p:spPr>
              <a:xfrm>
                <a:off x="3720578" y="3492633"/>
                <a:ext cx="94538" cy="185178"/>
              </a:xfrm>
              <a:custGeom>
                <a:avLst/>
                <a:gdLst>
                  <a:gd name="connsiteX0" fmla="*/ 4947 w 94538"/>
                  <a:gd name="connsiteY0" fmla="*/ 63817 h 185178"/>
                  <a:gd name="connsiteX1" fmla="*/ 27864 w 94538"/>
                  <a:gd name="connsiteY1" fmla="*/ 63817 h 185178"/>
                  <a:gd name="connsiteX2" fmla="*/ 27864 w 94538"/>
                  <a:gd name="connsiteY2" fmla="*/ 53137 h 185178"/>
                  <a:gd name="connsiteX3" fmla="*/ 73704 w 94538"/>
                  <a:gd name="connsiteY3" fmla="*/ 0 h 185178"/>
                  <a:gd name="connsiteX4" fmla="*/ 90373 w 94538"/>
                  <a:gd name="connsiteY4" fmla="*/ 2349 h 185178"/>
                  <a:gd name="connsiteX5" fmla="*/ 94539 w 94538"/>
                  <a:gd name="connsiteY5" fmla="*/ 7817 h 185178"/>
                  <a:gd name="connsiteX6" fmla="*/ 94539 w 94538"/>
                  <a:gd name="connsiteY6" fmla="*/ 16935 h 185178"/>
                  <a:gd name="connsiteX7" fmla="*/ 90633 w 94538"/>
                  <a:gd name="connsiteY7" fmla="*/ 21622 h 185178"/>
                  <a:gd name="connsiteX8" fmla="*/ 88811 w 94538"/>
                  <a:gd name="connsiteY8" fmla="*/ 21361 h 185178"/>
                  <a:gd name="connsiteX9" fmla="*/ 77610 w 94538"/>
                  <a:gd name="connsiteY9" fmla="*/ 20320 h 185178"/>
                  <a:gd name="connsiteX10" fmla="*/ 56648 w 94538"/>
                  <a:gd name="connsiteY10" fmla="*/ 27610 h 185178"/>
                  <a:gd name="connsiteX11" fmla="*/ 50266 w 94538"/>
                  <a:gd name="connsiteY11" fmla="*/ 52616 h 185178"/>
                  <a:gd name="connsiteX12" fmla="*/ 50266 w 94538"/>
                  <a:gd name="connsiteY12" fmla="*/ 63817 h 185178"/>
                  <a:gd name="connsiteX13" fmla="*/ 87769 w 94538"/>
                  <a:gd name="connsiteY13" fmla="*/ 63817 h 185178"/>
                  <a:gd name="connsiteX14" fmla="*/ 92716 w 94538"/>
                  <a:gd name="connsiteY14" fmla="*/ 69018 h 185178"/>
                  <a:gd name="connsiteX15" fmla="*/ 92716 w 94538"/>
                  <a:gd name="connsiteY15" fmla="*/ 77883 h 185178"/>
                  <a:gd name="connsiteX16" fmla="*/ 87769 w 94538"/>
                  <a:gd name="connsiteY16" fmla="*/ 83083 h 185178"/>
                  <a:gd name="connsiteX17" fmla="*/ 50266 w 94538"/>
                  <a:gd name="connsiteY17" fmla="*/ 83083 h 185178"/>
                  <a:gd name="connsiteX18" fmla="*/ 50266 w 94538"/>
                  <a:gd name="connsiteY18" fmla="*/ 179972 h 185178"/>
                  <a:gd name="connsiteX19" fmla="*/ 45053 w 94538"/>
                  <a:gd name="connsiteY19" fmla="*/ 185179 h 185178"/>
                  <a:gd name="connsiteX20" fmla="*/ 32817 w 94538"/>
                  <a:gd name="connsiteY20" fmla="*/ 185179 h 185178"/>
                  <a:gd name="connsiteX21" fmla="*/ 27864 w 94538"/>
                  <a:gd name="connsiteY21" fmla="*/ 179972 h 185178"/>
                  <a:gd name="connsiteX22" fmla="*/ 27864 w 94538"/>
                  <a:gd name="connsiteY22" fmla="*/ 83083 h 185178"/>
                  <a:gd name="connsiteX23" fmla="*/ 4947 w 94538"/>
                  <a:gd name="connsiteY23" fmla="*/ 83083 h 185178"/>
                  <a:gd name="connsiteX24" fmla="*/ 0 w 94538"/>
                  <a:gd name="connsiteY24" fmla="*/ 77883 h 185178"/>
                  <a:gd name="connsiteX25" fmla="*/ 0 w 94538"/>
                  <a:gd name="connsiteY25" fmla="*/ 69018 h 185178"/>
                  <a:gd name="connsiteX26" fmla="*/ 4947 w 94538"/>
                  <a:gd name="connsiteY26" fmla="*/ 63817 h 18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4538" h="185178">
                    <a:moveTo>
                      <a:pt x="4947" y="63817"/>
                    </a:moveTo>
                    <a:lnTo>
                      <a:pt x="27864" y="63817"/>
                    </a:lnTo>
                    <a:lnTo>
                      <a:pt x="27864" y="53137"/>
                    </a:lnTo>
                    <a:cubicBezTo>
                      <a:pt x="27864" y="17716"/>
                      <a:pt x="43142" y="0"/>
                      <a:pt x="73704" y="0"/>
                    </a:cubicBezTo>
                    <a:cubicBezTo>
                      <a:pt x="79952" y="0"/>
                      <a:pt x="85509" y="781"/>
                      <a:pt x="90373" y="2349"/>
                    </a:cubicBezTo>
                    <a:cubicBezTo>
                      <a:pt x="93148" y="3048"/>
                      <a:pt x="94539" y="4864"/>
                      <a:pt x="94539" y="7817"/>
                    </a:cubicBezTo>
                    <a:lnTo>
                      <a:pt x="94539" y="16935"/>
                    </a:lnTo>
                    <a:cubicBezTo>
                      <a:pt x="94539" y="20060"/>
                      <a:pt x="93243" y="21622"/>
                      <a:pt x="90633" y="21622"/>
                    </a:cubicBezTo>
                    <a:cubicBezTo>
                      <a:pt x="90113" y="21622"/>
                      <a:pt x="89503" y="21539"/>
                      <a:pt x="88811" y="21361"/>
                    </a:cubicBezTo>
                    <a:cubicBezTo>
                      <a:pt x="85337" y="20669"/>
                      <a:pt x="81597" y="20320"/>
                      <a:pt x="77610" y="20320"/>
                    </a:cubicBezTo>
                    <a:cubicBezTo>
                      <a:pt x="67881" y="20320"/>
                      <a:pt x="60896" y="22752"/>
                      <a:pt x="56648" y="27610"/>
                    </a:cubicBezTo>
                    <a:cubicBezTo>
                      <a:pt x="52388" y="32474"/>
                      <a:pt x="50266" y="40805"/>
                      <a:pt x="50266" y="52616"/>
                    </a:cubicBezTo>
                    <a:lnTo>
                      <a:pt x="50266" y="63817"/>
                    </a:lnTo>
                    <a:lnTo>
                      <a:pt x="87769" y="63817"/>
                    </a:lnTo>
                    <a:cubicBezTo>
                      <a:pt x="91059" y="63817"/>
                      <a:pt x="92716" y="65551"/>
                      <a:pt x="92716" y="69018"/>
                    </a:cubicBezTo>
                    <a:lnTo>
                      <a:pt x="92716" y="77883"/>
                    </a:lnTo>
                    <a:cubicBezTo>
                      <a:pt x="92716" y="81350"/>
                      <a:pt x="91059" y="83083"/>
                      <a:pt x="87769" y="83083"/>
                    </a:cubicBezTo>
                    <a:lnTo>
                      <a:pt x="50266" y="83083"/>
                    </a:lnTo>
                    <a:lnTo>
                      <a:pt x="50266" y="179972"/>
                    </a:lnTo>
                    <a:cubicBezTo>
                      <a:pt x="50266" y="183445"/>
                      <a:pt x="48520" y="185179"/>
                      <a:pt x="45053" y="185179"/>
                    </a:cubicBezTo>
                    <a:lnTo>
                      <a:pt x="32817" y="185179"/>
                    </a:lnTo>
                    <a:cubicBezTo>
                      <a:pt x="29514" y="185179"/>
                      <a:pt x="27864" y="183445"/>
                      <a:pt x="27864" y="179972"/>
                    </a:cubicBezTo>
                    <a:lnTo>
                      <a:pt x="27864" y="83083"/>
                    </a:lnTo>
                    <a:lnTo>
                      <a:pt x="4947" y="83083"/>
                    </a:lnTo>
                    <a:cubicBezTo>
                      <a:pt x="1644" y="83083"/>
                      <a:pt x="0" y="81350"/>
                      <a:pt x="0" y="77883"/>
                    </a:cubicBezTo>
                    <a:lnTo>
                      <a:pt x="0" y="69018"/>
                    </a:lnTo>
                    <a:cubicBezTo>
                      <a:pt x="0" y="65551"/>
                      <a:pt x="1644" y="63817"/>
                      <a:pt x="4947" y="6381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4B199B3-EC9D-B133-EB6D-C0ED2C8A2C8E}"/>
                  </a:ext>
                </a:extLst>
              </p:cNvPr>
              <p:cNvSpPr/>
              <p:nvPr/>
            </p:nvSpPr>
            <p:spPr>
              <a:xfrm>
                <a:off x="3827620" y="3553841"/>
                <a:ext cx="127368" cy="126581"/>
              </a:xfrm>
              <a:custGeom>
                <a:avLst/>
                <a:gdLst>
                  <a:gd name="connsiteX0" fmla="*/ 18497 w 127368"/>
                  <a:gd name="connsiteY0" fmla="*/ 18231 h 126581"/>
                  <a:gd name="connsiteX1" fmla="*/ 63811 w 127368"/>
                  <a:gd name="connsiteY1" fmla="*/ 0 h 126581"/>
                  <a:gd name="connsiteX2" fmla="*/ 109004 w 127368"/>
                  <a:gd name="connsiteY2" fmla="*/ 18231 h 126581"/>
                  <a:gd name="connsiteX3" fmla="*/ 127368 w 127368"/>
                  <a:gd name="connsiteY3" fmla="*/ 63284 h 126581"/>
                  <a:gd name="connsiteX4" fmla="*/ 109004 w 127368"/>
                  <a:gd name="connsiteY4" fmla="*/ 108350 h 126581"/>
                  <a:gd name="connsiteX5" fmla="*/ 63811 w 127368"/>
                  <a:gd name="connsiteY5" fmla="*/ 126581 h 126581"/>
                  <a:gd name="connsiteX6" fmla="*/ 18364 w 127368"/>
                  <a:gd name="connsiteY6" fmla="*/ 108350 h 126581"/>
                  <a:gd name="connsiteX7" fmla="*/ 0 w 127368"/>
                  <a:gd name="connsiteY7" fmla="*/ 63284 h 126581"/>
                  <a:gd name="connsiteX8" fmla="*/ 18497 w 127368"/>
                  <a:gd name="connsiteY8" fmla="*/ 18231 h 126581"/>
                  <a:gd name="connsiteX9" fmla="*/ 22923 w 127368"/>
                  <a:gd name="connsiteY9" fmla="*/ 63284 h 126581"/>
                  <a:gd name="connsiteX10" fmla="*/ 34385 w 127368"/>
                  <a:gd name="connsiteY10" fmla="*/ 94285 h 126581"/>
                  <a:gd name="connsiteX11" fmla="*/ 63811 w 127368"/>
                  <a:gd name="connsiteY11" fmla="*/ 106528 h 126581"/>
                  <a:gd name="connsiteX12" fmla="*/ 93243 w 127368"/>
                  <a:gd name="connsiteY12" fmla="*/ 94285 h 126581"/>
                  <a:gd name="connsiteX13" fmla="*/ 104451 w 127368"/>
                  <a:gd name="connsiteY13" fmla="*/ 63284 h 126581"/>
                  <a:gd name="connsiteX14" fmla="*/ 93116 w 127368"/>
                  <a:gd name="connsiteY14" fmla="*/ 32557 h 126581"/>
                  <a:gd name="connsiteX15" fmla="*/ 63811 w 127368"/>
                  <a:gd name="connsiteY15" fmla="*/ 20320 h 126581"/>
                  <a:gd name="connsiteX16" fmla="*/ 34252 w 127368"/>
                  <a:gd name="connsiteY16" fmla="*/ 32557 h 126581"/>
                  <a:gd name="connsiteX17" fmla="*/ 22923 w 127368"/>
                  <a:gd name="connsiteY17" fmla="*/ 63284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7368" h="126581">
                    <a:moveTo>
                      <a:pt x="18497" y="18231"/>
                    </a:moveTo>
                    <a:cubicBezTo>
                      <a:pt x="30651" y="6077"/>
                      <a:pt x="45758" y="0"/>
                      <a:pt x="63811" y="0"/>
                    </a:cubicBezTo>
                    <a:cubicBezTo>
                      <a:pt x="81699" y="0"/>
                      <a:pt x="96761" y="6077"/>
                      <a:pt x="109004" y="18231"/>
                    </a:cubicBezTo>
                    <a:cubicBezTo>
                      <a:pt x="121247" y="30385"/>
                      <a:pt x="127368" y="45409"/>
                      <a:pt x="127368" y="63284"/>
                    </a:cubicBezTo>
                    <a:cubicBezTo>
                      <a:pt x="127368" y="81172"/>
                      <a:pt x="121247" y="96196"/>
                      <a:pt x="109004" y="108350"/>
                    </a:cubicBezTo>
                    <a:cubicBezTo>
                      <a:pt x="96761" y="120504"/>
                      <a:pt x="81699" y="126581"/>
                      <a:pt x="63811" y="126581"/>
                    </a:cubicBezTo>
                    <a:cubicBezTo>
                      <a:pt x="45758" y="126581"/>
                      <a:pt x="30613" y="120504"/>
                      <a:pt x="18364" y="108350"/>
                    </a:cubicBezTo>
                    <a:cubicBezTo>
                      <a:pt x="6128" y="96196"/>
                      <a:pt x="0" y="81172"/>
                      <a:pt x="0" y="63284"/>
                    </a:cubicBezTo>
                    <a:cubicBezTo>
                      <a:pt x="0" y="45409"/>
                      <a:pt x="6166" y="30385"/>
                      <a:pt x="18497" y="18231"/>
                    </a:cubicBezTo>
                    <a:close/>
                    <a:moveTo>
                      <a:pt x="22923" y="63284"/>
                    </a:moveTo>
                    <a:cubicBezTo>
                      <a:pt x="22923" y="75794"/>
                      <a:pt x="26746" y="86125"/>
                      <a:pt x="34385" y="94285"/>
                    </a:cubicBezTo>
                    <a:cubicBezTo>
                      <a:pt x="41846" y="102451"/>
                      <a:pt x="51657" y="106528"/>
                      <a:pt x="63811" y="106528"/>
                    </a:cubicBezTo>
                    <a:cubicBezTo>
                      <a:pt x="75965" y="106528"/>
                      <a:pt x="85782" y="102451"/>
                      <a:pt x="93243" y="94285"/>
                    </a:cubicBezTo>
                    <a:cubicBezTo>
                      <a:pt x="100711" y="86125"/>
                      <a:pt x="104451" y="75794"/>
                      <a:pt x="104451" y="63284"/>
                    </a:cubicBezTo>
                    <a:cubicBezTo>
                      <a:pt x="104451" y="50965"/>
                      <a:pt x="100666" y="40723"/>
                      <a:pt x="93116" y="32557"/>
                    </a:cubicBezTo>
                    <a:cubicBezTo>
                      <a:pt x="85566" y="24403"/>
                      <a:pt x="75800" y="20320"/>
                      <a:pt x="63811" y="20320"/>
                    </a:cubicBezTo>
                    <a:cubicBezTo>
                      <a:pt x="51657" y="20320"/>
                      <a:pt x="41808" y="24403"/>
                      <a:pt x="34252" y="32557"/>
                    </a:cubicBezTo>
                    <a:cubicBezTo>
                      <a:pt x="26695" y="40723"/>
                      <a:pt x="22923" y="50965"/>
                      <a:pt x="22923" y="6328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8AD01832-D0B1-483B-73C4-4F21796CE23B}"/>
                  </a:ext>
                </a:extLst>
              </p:cNvPr>
              <p:cNvSpPr/>
              <p:nvPr/>
            </p:nvSpPr>
            <p:spPr>
              <a:xfrm>
                <a:off x="3988059" y="3554362"/>
                <a:ext cx="73443" cy="123450"/>
              </a:xfrm>
              <a:custGeom>
                <a:avLst/>
                <a:gdLst>
                  <a:gd name="connsiteX0" fmla="*/ 5200 w 73443"/>
                  <a:gd name="connsiteY0" fmla="*/ 2089 h 123450"/>
                  <a:gd name="connsiteX1" fmla="*/ 16929 w 73443"/>
                  <a:gd name="connsiteY1" fmla="*/ 2089 h 123450"/>
                  <a:gd name="connsiteX2" fmla="*/ 22136 w 73443"/>
                  <a:gd name="connsiteY2" fmla="*/ 7290 h 123450"/>
                  <a:gd name="connsiteX3" fmla="*/ 22136 w 73443"/>
                  <a:gd name="connsiteY3" fmla="*/ 26302 h 123450"/>
                  <a:gd name="connsiteX4" fmla="*/ 22396 w 73443"/>
                  <a:gd name="connsiteY4" fmla="*/ 26302 h 123450"/>
                  <a:gd name="connsiteX5" fmla="*/ 61722 w 73443"/>
                  <a:gd name="connsiteY5" fmla="*/ 0 h 123450"/>
                  <a:gd name="connsiteX6" fmla="*/ 69018 w 73443"/>
                  <a:gd name="connsiteY6" fmla="*/ 521 h 123450"/>
                  <a:gd name="connsiteX7" fmla="*/ 73444 w 73443"/>
                  <a:gd name="connsiteY7" fmla="*/ 6515 h 123450"/>
                  <a:gd name="connsiteX8" fmla="*/ 73444 w 73443"/>
                  <a:gd name="connsiteY8" fmla="*/ 16669 h 123450"/>
                  <a:gd name="connsiteX9" fmla="*/ 69278 w 73443"/>
                  <a:gd name="connsiteY9" fmla="*/ 21095 h 123450"/>
                  <a:gd name="connsiteX10" fmla="*/ 67976 w 73443"/>
                  <a:gd name="connsiteY10" fmla="*/ 21095 h 123450"/>
                  <a:gd name="connsiteX11" fmla="*/ 61461 w 73443"/>
                  <a:gd name="connsiteY11" fmla="*/ 20834 h 123450"/>
                  <a:gd name="connsiteX12" fmla="*/ 32690 w 73443"/>
                  <a:gd name="connsiteY12" fmla="*/ 33077 h 123450"/>
                  <a:gd name="connsiteX13" fmla="*/ 22396 w 73443"/>
                  <a:gd name="connsiteY13" fmla="*/ 70586 h 123450"/>
                  <a:gd name="connsiteX14" fmla="*/ 22396 w 73443"/>
                  <a:gd name="connsiteY14" fmla="*/ 118243 h 123450"/>
                  <a:gd name="connsiteX15" fmla="*/ 17189 w 73443"/>
                  <a:gd name="connsiteY15" fmla="*/ 123450 h 123450"/>
                  <a:gd name="connsiteX16" fmla="*/ 5200 w 73443"/>
                  <a:gd name="connsiteY16" fmla="*/ 123450 h 123450"/>
                  <a:gd name="connsiteX17" fmla="*/ 0 w 73443"/>
                  <a:gd name="connsiteY17" fmla="*/ 118243 h 123450"/>
                  <a:gd name="connsiteX18" fmla="*/ 0 w 73443"/>
                  <a:gd name="connsiteY18" fmla="*/ 7290 h 123450"/>
                  <a:gd name="connsiteX19" fmla="*/ 5200 w 73443"/>
                  <a:gd name="connsiteY19" fmla="*/ 2089 h 12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443" h="123450">
                    <a:moveTo>
                      <a:pt x="5200" y="2089"/>
                    </a:moveTo>
                    <a:lnTo>
                      <a:pt x="16929" y="2089"/>
                    </a:lnTo>
                    <a:cubicBezTo>
                      <a:pt x="20396" y="2089"/>
                      <a:pt x="22136" y="3823"/>
                      <a:pt x="22136" y="7290"/>
                    </a:cubicBezTo>
                    <a:lnTo>
                      <a:pt x="22136" y="26302"/>
                    </a:lnTo>
                    <a:lnTo>
                      <a:pt x="22396" y="26302"/>
                    </a:lnTo>
                    <a:cubicBezTo>
                      <a:pt x="29508" y="8769"/>
                      <a:pt x="42621" y="0"/>
                      <a:pt x="61722" y="0"/>
                    </a:cubicBezTo>
                    <a:cubicBezTo>
                      <a:pt x="63455" y="0"/>
                      <a:pt x="65887" y="178"/>
                      <a:pt x="69018" y="521"/>
                    </a:cubicBezTo>
                    <a:cubicBezTo>
                      <a:pt x="71965" y="1219"/>
                      <a:pt x="73444" y="3213"/>
                      <a:pt x="73444" y="6515"/>
                    </a:cubicBezTo>
                    <a:lnTo>
                      <a:pt x="73444" y="16669"/>
                    </a:lnTo>
                    <a:cubicBezTo>
                      <a:pt x="73444" y="19621"/>
                      <a:pt x="72047" y="21095"/>
                      <a:pt x="69278" y="21095"/>
                    </a:cubicBezTo>
                    <a:lnTo>
                      <a:pt x="67976" y="21095"/>
                    </a:lnTo>
                    <a:cubicBezTo>
                      <a:pt x="66758" y="20923"/>
                      <a:pt x="64592" y="20834"/>
                      <a:pt x="61461" y="20834"/>
                    </a:cubicBezTo>
                    <a:cubicBezTo>
                      <a:pt x="49130" y="20834"/>
                      <a:pt x="39541" y="24917"/>
                      <a:pt x="32690" y="33077"/>
                    </a:cubicBezTo>
                    <a:cubicBezTo>
                      <a:pt x="25819" y="41243"/>
                      <a:pt x="22396" y="53740"/>
                      <a:pt x="22396" y="70586"/>
                    </a:cubicBezTo>
                    <a:lnTo>
                      <a:pt x="22396" y="118243"/>
                    </a:lnTo>
                    <a:cubicBezTo>
                      <a:pt x="22396" y="121717"/>
                      <a:pt x="20656" y="123450"/>
                      <a:pt x="17189" y="123450"/>
                    </a:cubicBezTo>
                    <a:lnTo>
                      <a:pt x="5200" y="123450"/>
                    </a:lnTo>
                    <a:cubicBezTo>
                      <a:pt x="1734" y="123450"/>
                      <a:pt x="0" y="121717"/>
                      <a:pt x="0" y="118243"/>
                    </a:cubicBezTo>
                    <a:lnTo>
                      <a:pt x="0" y="7290"/>
                    </a:lnTo>
                    <a:cubicBezTo>
                      <a:pt x="0" y="3823"/>
                      <a:pt x="1734" y="2089"/>
                      <a:pt x="5200" y="2089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751C3C1-54E1-2B4C-82B0-EF2D4DE9ECA8}"/>
                  </a:ext>
                </a:extLst>
              </p:cNvPr>
              <p:cNvSpPr/>
              <p:nvPr/>
            </p:nvSpPr>
            <p:spPr>
              <a:xfrm>
                <a:off x="4088332" y="3553841"/>
                <a:ext cx="190646" cy="123971"/>
              </a:xfrm>
              <a:custGeom>
                <a:avLst/>
                <a:gdLst>
                  <a:gd name="connsiteX0" fmla="*/ 0 w 190646"/>
                  <a:gd name="connsiteY0" fmla="*/ 7811 h 123971"/>
                  <a:gd name="connsiteX1" fmla="*/ 5201 w 190646"/>
                  <a:gd name="connsiteY1" fmla="*/ 2610 h 123971"/>
                  <a:gd name="connsiteX2" fmla="*/ 16663 w 190646"/>
                  <a:gd name="connsiteY2" fmla="*/ 2610 h 123971"/>
                  <a:gd name="connsiteX3" fmla="*/ 21876 w 190646"/>
                  <a:gd name="connsiteY3" fmla="*/ 7811 h 123971"/>
                  <a:gd name="connsiteX4" fmla="*/ 21876 w 190646"/>
                  <a:gd name="connsiteY4" fmla="*/ 22917 h 123971"/>
                  <a:gd name="connsiteX5" fmla="*/ 22657 w 190646"/>
                  <a:gd name="connsiteY5" fmla="*/ 22917 h 123971"/>
                  <a:gd name="connsiteX6" fmla="*/ 37630 w 190646"/>
                  <a:gd name="connsiteY6" fmla="*/ 6122 h 123971"/>
                  <a:gd name="connsiteX7" fmla="*/ 61462 w 190646"/>
                  <a:gd name="connsiteY7" fmla="*/ 0 h 123971"/>
                  <a:gd name="connsiteX8" fmla="*/ 85554 w 190646"/>
                  <a:gd name="connsiteY8" fmla="*/ 6642 h 123971"/>
                  <a:gd name="connsiteX9" fmla="*/ 101054 w 190646"/>
                  <a:gd name="connsiteY9" fmla="*/ 25267 h 123971"/>
                  <a:gd name="connsiteX10" fmla="*/ 101835 w 190646"/>
                  <a:gd name="connsiteY10" fmla="*/ 25267 h 123971"/>
                  <a:gd name="connsiteX11" fmla="*/ 118891 w 190646"/>
                  <a:gd name="connsiteY11" fmla="*/ 6642 h 123971"/>
                  <a:gd name="connsiteX12" fmla="*/ 144806 w 190646"/>
                  <a:gd name="connsiteY12" fmla="*/ 0 h 123971"/>
                  <a:gd name="connsiteX13" fmla="*/ 178276 w 190646"/>
                  <a:gd name="connsiteY13" fmla="*/ 13545 h 123971"/>
                  <a:gd name="connsiteX14" fmla="*/ 190646 w 190646"/>
                  <a:gd name="connsiteY14" fmla="*/ 50527 h 123971"/>
                  <a:gd name="connsiteX15" fmla="*/ 190646 w 190646"/>
                  <a:gd name="connsiteY15" fmla="*/ 118764 h 123971"/>
                  <a:gd name="connsiteX16" fmla="*/ 185433 w 190646"/>
                  <a:gd name="connsiteY16" fmla="*/ 123971 h 123971"/>
                  <a:gd name="connsiteX17" fmla="*/ 173196 w 190646"/>
                  <a:gd name="connsiteY17" fmla="*/ 123971 h 123971"/>
                  <a:gd name="connsiteX18" fmla="*/ 168244 w 190646"/>
                  <a:gd name="connsiteY18" fmla="*/ 118764 h 123971"/>
                  <a:gd name="connsiteX19" fmla="*/ 168244 w 190646"/>
                  <a:gd name="connsiteY19" fmla="*/ 56001 h 123971"/>
                  <a:gd name="connsiteX20" fmla="*/ 160827 w 190646"/>
                  <a:gd name="connsiteY20" fmla="*/ 29566 h 123971"/>
                  <a:gd name="connsiteX21" fmla="*/ 139859 w 190646"/>
                  <a:gd name="connsiteY21" fmla="*/ 20581 h 123971"/>
                  <a:gd name="connsiteX22" fmla="*/ 115894 w 190646"/>
                  <a:gd name="connsiteY22" fmla="*/ 30480 h 123971"/>
                  <a:gd name="connsiteX23" fmla="*/ 106521 w 190646"/>
                  <a:gd name="connsiteY23" fmla="*/ 57042 h 123971"/>
                  <a:gd name="connsiteX24" fmla="*/ 106521 w 190646"/>
                  <a:gd name="connsiteY24" fmla="*/ 118764 h 123971"/>
                  <a:gd name="connsiteX25" fmla="*/ 101314 w 190646"/>
                  <a:gd name="connsiteY25" fmla="*/ 123971 h 123971"/>
                  <a:gd name="connsiteX26" fmla="*/ 89326 w 190646"/>
                  <a:gd name="connsiteY26" fmla="*/ 123971 h 123971"/>
                  <a:gd name="connsiteX27" fmla="*/ 84119 w 190646"/>
                  <a:gd name="connsiteY27" fmla="*/ 118764 h 123971"/>
                  <a:gd name="connsiteX28" fmla="*/ 84119 w 190646"/>
                  <a:gd name="connsiteY28" fmla="*/ 56001 h 123971"/>
                  <a:gd name="connsiteX29" fmla="*/ 76569 w 190646"/>
                  <a:gd name="connsiteY29" fmla="*/ 29566 h 123971"/>
                  <a:gd name="connsiteX30" fmla="*/ 55734 w 190646"/>
                  <a:gd name="connsiteY30" fmla="*/ 20581 h 123971"/>
                  <a:gd name="connsiteX31" fmla="*/ 31776 w 190646"/>
                  <a:gd name="connsiteY31" fmla="*/ 30601 h 123971"/>
                  <a:gd name="connsiteX32" fmla="*/ 22397 w 190646"/>
                  <a:gd name="connsiteY32" fmla="*/ 57042 h 123971"/>
                  <a:gd name="connsiteX33" fmla="*/ 22397 w 190646"/>
                  <a:gd name="connsiteY33" fmla="*/ 118764 h 123971"/>
                  <a:gd name="connsiteX34" fmla="*/ 17183 w 190646"/>
                  <a:gd name="connsiteY34" fmla="*/ 123971 h 123971"/>
                  <a:gd name="connsiteX35" fmla="*/ 5201 w 190646"/>
                  <a:gd name="connsiteY35" fmla="*/ 123971 h 123971"/>
                  <a:gd name="connsiteX36" fmla="*/ 0 w 190646"/>
                  <a:gd name="connsiteY36" fmla="*/ 118764 h 123971"/>
                  <a:gd name="connsiteX37" fmla="*/ 0 w 190646"/>
                  <a:gd name="connsiteY37" fmla="*/ 7811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90646" h="123971">
                    <a:moveTo>
                      <a:pt x="0" y="7811"/>
                    </a:moveTo>
                    <a:cubicBezTo>
                      <a:pt x="0" y="4344"/>
                      <a:pt x="1734" y="2610"/>
                      <a:pt x="5201" y="2610"/>
                    </a:cubicBezTo>
                    <a:lnTo>
                      <a:pt x="16663" y="2610"/>
                    </a:lnTo>
                    <a:cubicBezTo>
                      <a:pt x="20136" y="2610"/>
                      <a:pt x="21876" y="4344"/>
                      <a:pt x="21876" y="7811"/>
                    </a:cubicBezTo>
                    <a:lnTo>
                      <a:pt x="21876" y="22917"/>
                    </a:lnTo>
                    <a:lnTo>
                      <a:pt x="22657" y="22917"/>
                    </a:lnTo>
                    <a:cubicBezTo>
                      <a:pt x="25781" y="15805"/>
                      <a:pt x="30766" y="10205"/>
                      <a:pt x="37630" y="6122"/>
                    </a:cubicBezTo>
                    <a:cubicBezTo>
                      <a:pt x="44488" y="2039"/>
                      <a:pt x="52432" y="0"/>
                      <a:pt x="61462" y="0"/>
                    </a:cubicBezTo>
                    <a:cubicBezTo>
                      <a:pt x="70663" y="0"/>
                      <a:pt x="78696" y="2216"/>
                      <a:pt x="85554" y="6642"/>
                    </a:cubicBezTo>
                    <a:cubicBezTo>
                      <a:pt x="92412" y="11075"/>
                      <a:pt x="97574" y="17278"/>
                      <a:pt x="101054" y="25267"/>
                    </a:cubicBezTo>
                    <a:lnTo>
                      <a:pt x="101835" y="25267"/>
                    </a:lnTo>
                    <a:cubicBezTo>
                      <a:pt x="105651" y="17278"/>
                      <a:pt x="111335" y="11075"/>
                      <a:pt x="118891" y="6642"/>
                    </a:cubicBezTo>
                    <a:cubicBezTo>
                      <a:pt x="126442" y="2216"/>
                      <a:pt x="135084" y="0"/>
                      <a:pt x="144806" y="0"/>
                    </a:cubicBezTo>
                    <a:cubicBezTo>
                      <a:pt x="158871" y="0"/>
                      <a:pt x="170028" y="4521"/>
                      <a:pt x="178276" y="13545"/>
                    </a:cubicBezTo>
                    <a:cubicBezTo>
                      <a:pt x="186519" y="22575"/>
                      <a:pt x="190646" y="34906"/>
                      <a:pt x="190646" y="50527"/>
                    </a:cubicBezTo>
                    <a:lnTo>
                      <a:pt x="190646" y="118764"/>
                    </a:lnTo>
                    <a:cubicBezTo>
                      <a:pt x="190646" y="122238"/>
                      <a:pt x="188913" y="123971"/>
                      <a:pt x="185433" y="123971"/>
                    </a:cubicBezTo>
                    <a:lnTo>
                      <a:pt x="173196" y="123971"/>
                    </a:lnTo>
                    <a:cubicBezTo>
                      <a:pt x="169894" y="123971"/>
                      <a:pt x="168244" y="122238"/>
                      <a:pt x="168244" y="118764"/>
                    </a:cubicBezTo>
                    <a:lnTo>
                      <a:pt x="168244" y="56001"/>
                    </a:lnTo>
                    <a:cubicBezTo>
                      <a:pt x="168244" y="44367"/>
                      <a:pt x="165773" y="35547"/>
                      <a:pt x="160827" y="29566"/>
                    </a:cubicBezTo>
                    <a:cubicBezTo>
                      <a:pt x="155880" y="23571"/>
                      <a:pt x="148889" y="20581"/>
                      <a:pt x="139859" y="20581"/>
                    </a:cubicBezTo>
                    <a:cubicBezTo>
                      <a:pt x="130137" y="20581"/>
                      <a:pt x="122149" y="23876"/>
                      <a:pt x="115894" y="30480"/>
                    </a:cubicBezTo>
                    <a:cubicBezTo>
                      <a:pt x="109646" y="37078"/>
                      <a:pt x="106521" y="45930"/>
                      <a:pt x="106521" y="57042"/>
                    </a:cubicBezTo>
                    <a:lnTo>
                      <a:pt x="106521" y="118764"/>
                    </a:lnTo>
                    <a:cubicBezTo>
                      <a:pt x="106521" y="122238"/>
                      <a:pt x="104782" y="123971"/>
                      <a:pt x="101314" y="123971"/>
                    </a:cubicBezTo>
                    <a:lnTo>
                      <a:pt x="89326" y="123971"/>
                    </a:lnTo>
                    <a:cubicBezTo>
                      <a:pt x="85852" y="123971"/>
                      <a:pt x="84119" y="122238"/>
                      <a:pt x="84119" y="118764"/>
                    </a:cubicBezTo>
                    <a:lnTo>
                      <a:pt x="84119" y="56001"/>
                    </a:lnTo>
                    <a:cubicBezTo>
                      <a:pt x="84119" y="44367"/>
                      <a:pt x="81604" y="35547"/>
                      <a:pt x="76569" y="29566"/>
                    </a:cubicBezTo>
                    <a:cubicBezTo>
                      <a:pt x="71527" y="23571"/>
                      <a:pt x="64593" y="20581"/>
                      <a:pt x="55734" y="20581"/>
                    </a:cubicBezTo>
                    <a:cubicBezTo>
                      <a:pt x="46006" y="20581"/>
                      <a:pt x="38017" y="23927"/>
                      <a:pt x="31776" y="30601"/>
                    </a:cubicBezTo>
                    <a:cubicBezTo>
                      <a:pt x="25521" y="37294"/>
                      <a:pt x="22397" y="46101"/>
                      <a:pt x="22397" y="57042"/>
                    </a:cubicBezTo>
                    <a:lnTo>
                      <a:pt x="22397" y="118764"/>
                    </a:lnTo>
                    <a:cubicBezTo>
                      <a:pt x="22397" y="122238"/>
                      <a:pt x="20657" y="123971"/>
                      <a:pt x="17183" y="123971"/>
                    </a:cubicBezTo>
                    <a:lnTo>
                      <a:pt x="5201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lnTo>
                      <a:pt x="0" y="7811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0774020A-14C3-C444-10F4-654D96034398}"/>
                  </a:ext>
                </a:extLst>
              </p:cNvPr>
              <p:cNvSpPr/>
              <p:nvPr/>
            </p:nvSpPr>
            <p:spPr>
              <a:xfrm>
                <a:off x="4309966" y="3553841"/>
                <a:ext cx="123450" cy="126581"/>
              </a:xfrm>
              <a:custGeom>
                <a:avLst/>
                <a:gdLst>
                  <a:gd name="connsiteX0" fmla="*/ 0 w 123450"/>
                  <a:gd name="connsiteY0" fmla="*/ 63284 h 126581"/>
                  <a:gd name="connsiteX1" fmla="*/ 17316 w 123450"/>
                  <a:gd name="connsiteY1" fmla="*/ 17710 h 126581"/>
                  <a:gd name="connsiteX2" fmla="*/ 62516 w 123450"/>
                  <a:gd name="connsiteY2" fmla="*/ 0 h 126581"/>
                  <a:gd name="connsiteX3" fmla="*/ 106655 w 123450"/>
                  <a:gd name="connsiteY3" fmla="*/ 17190 h 126581"/>
                  <a:gd name="connsiteX4" fmla="*/ 123451 w 123450"/>
                  <a:gd name="connsiteY4" fmla="*/ 62510 h 126581"/>
                  <a:gd name="connsiteX5" fmla="*/ 123451 w 123450"/>
                  <a:gd name="connsiteY5" fmla="*/ 64853 h 126581"/>
                  <a:gd name="connsiteX6" fmla="*/ 117469 w 123450"/>
                  <a:gd name="connsiteY6" fmla="*/ 70847 h 126581"/>
                  <a:gd name="connsiteX7" fmla="*/ 22397 w 123450"/>
                  <a:gd name="connsiteY7" fmla="*/ 70847 h 126581"/>
                  <a:gd name="connsiteX8" fmla="*/ 35039 w 123450"/>
                  <a:gd name="connsiteY8" fmla="*/ 98190 h 126581"/>
                  <a:gd name="connsiteX9" fmla="*/ 63551 w 123450"/>
                  <a:gd name="connsiteY9" fmla="*/ 107569 h 126581"/>
                  <a:gd name="connsiteX10" fmla="*/ 85039 w 123450"/>
                  <a:gd name="connsiteY10" fmla="*/ 103143 h 126581"/>
                  <a:gd name="connsiteX11" fmla="*/ 97930 w 123450"/>
                  <a:gd name="connsiteY11" fmla="*/ 91415 h 126581"/>
                  <a:gd name="connsiteX12" fmla="*/ 103924 w 123450"/>
                  <a:gd name="connsiteY12" fmla="*/ 87249 h 126581"/>
                  <a:gd name="connsiteX13" fmla="*/ 115119 w 123450"/>
                  <a:gd name="connsiteY13" fmla="*/ 87249 h 126581"/>
                  <a:gd name="connsiteX14" fmla="*/ 119158 w 123450"/>
                  <a:gd name="connsiteY14" fmla="*/ 88297 h 126581"/>
                  <a:gd name="connsiteX15" fmla="*/ 120333 w 123450"/>
                  <a:gd name="connsiteY15" fmla="*/ 90894 h 126581"/>
                  <a:gd name="connsiteX16" fmla="*/ 120333 w 123450"/>
                  <a:gd name="connsiteY16" fmla="*/ 91415 h 126581"/>
                  <a:gd name="connsiteX17" fmla="*/ 100019 w 123450"/>
                  <a:gd name="connsiteY17" fmla="*/ 116815 h 126581"/>
                  <a:gd name="connsiteX18" fmla="*/ 63297 w 123450"/>
                  <a:gd name="connsiteY18" fmla="*/ 126581 h 126581"/>
                  <a:gd name="connsiteX19" fmla="*/ 17316 w 123450"/>
                  <a:gd name="connsiteY19" fmla="*/ 109125 h 126581"/>
                  <a:gd name="connsiteX20" fmla="*/ 0 w 123450"/>
                  <a:gd name="connsiteY20" fmla="*/ 63284 h 126581"/>
                  <a:gd name="connsiteX21" fmla="*/ 22923 w 123450"/>
                  <a:gd name="connsiteY21" fmla="*/ 53397 h 126581"/>
                  <a:gd name="connsiteX22" fmla="*/ 100533 w 123450"/>
                  <a:gd name="connsiteY22" fmla="*/ 53397 h 126581"/>
                  <a:gd name="connsiteX23" fmla="*/ 88297 w 123450"/>
                  <a:gd name="connsiteY23" fmla="*/ 27610 h 126581"/>
                  <a:gd name="connsiteX24" fmla="*/ 62256 w 123450"/>
                  <a:gd name="connsiteY24" fmla="*/ 18752 h 126581"/>
                  <a:gd name="connsiteX25" fmla="*/ 35427 w 123450"/>
                  <a:gd name="connsiteY25" fmla="*/ 27610 h 126581"/>
                  <a:gd name="connsiteX26" fmla="*/ 22923 w 123450"/>
                  <a:gd name="connsiteY26" fmla="*/ 53397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23450" h="126581">
                    <a:moveTo>
                      <a:pt x="0" y="63284"/>
                    </a:moveTo>
                    <a:cubicBezTo>
                      <a:pt x="0" y="44710"/>
                      <a:pt x="5772" y="29515"/>
                      <a:pt x="17316" y="17710"/>
                    </a:cubicBezTo>
                    <a:cubicBezTo>
                      <a:pt x="28867" y="5906"/>
                      <a:pt x="43929" y="0"/>
                      <a:pt x="62516" y="0"/>
                    </a:cubicBezTo>
                    <a:cubicBezTo>
                      <a:pt x="80747" y="0"/>
                      <a:pt x="95460" y="5734"/>
                      <a:pt x="106655" y="17190"/>
                    </a:cubicBezTo>
                    <a:cubicBezTo>
                      <a:pt x="117863" y="28651"/>
                      <a:pt x="123451" y="43758"/>
                      <a:pt x="123451" y="62510"/>
                    </a:cubicBezTo>
                    <a:lnTo>
                      <a:pt x="123451" y="64853"/>
                    </a:lnTo>
                    <a:cubicBezTo>
                      <a:pt x="123451" y="68853"/>
                      <a:pt x="121457" y="70847"/>
                      <a:pt x="117469" y="70847"/>
                    </a:cubicBezTo>
                    <a:lnTo>
                      <a:pt x="22397" y="70847"/>
                    </a:lnTo>
                    <a:cubicBezTo>
                      <a:pt x="23609" y="82823"/>
                      <a:pt x="27826" y="91935"/>
                      <a:pt x="35039" y="98190"/>
                    </a:cubicBezTo>
                    <a:cubicBezTo>
                      <a:pt x="42234" y="104439"/>
                      <a:pt x="51740" y="107569"/>
                      <a:pt x="63551" y="107569"/>
                    </a:cubicBezTo>
                    <a:cubicBezTo>
                      <a:pt x="71889" y="107569"/>
                      <a:pt x="79051" y="106096"/>
                      <a:pt x="85039" y="103143"/>
                    </a:cubicBezTo>
                    <a:cubicBezTo>
                      <a:pt x="91034" y="100184"/>
                      <a:pt x="95333" y="96279"/>
                      <a:pt x="97930" y="91415"/>
                    </a:cubicBezTo>
                    <a:cubicBezTo>
                      <a:pt x="99143" y="88646"/>
                      <a:pt x="101143" y="87249"/>
                      <a:pt x="103924" y="87249"/>
                    </a:cubicBezTo>
                    <a:lnTo>
                      <a:pt x="115119" y="87249"/>
                    </a:lnTo>
                    <a:cubicBezTo>
                      <a:pt x="117030" y="87249"/>
                      <a:pt x="118383" y="87605"/>
                      <a:pt x="119158" y="88297"/>
                    </a:cubicBezTo>
                    <a:cubicBezTo>
                      <a:pt x="119939" y="88989"/>
                      <a:pt x="120333" y="89859"/>
                      <a:pt x="120333" y="90894"/>
                    </a:cubicBezTo>
                    <a:lnTo>
                      <a:pt x="120333" y="91415"/>
                    </a:lnTo>
                    <a:cubicBezTo>
                      <a:pt x="116853" y="101835"/>
                      <a:pt x="110084" y="110300"/>
                      <a:pt x="100019" y="116815"/>
                    </a:cubicBezTo>
                    <a:cubicBezTo>
                      <a:pt x="89948" y="123324"/>
                      <a:pt x="77705" y="126581"/>
                      <a:pt x="63297" y="126581"/>
                    </a:cubicBezTo>
                    <a:cubicBezTo>
                      <a:pt x="44190" y="126581"/>
                      <a:pt x="28867" y="120764"/>
                      <a:pt x="17316" y="109125"/>
                    </a:cubicBezTo>
                    <a:cubicBezTo>
                      <a:pt x="5772" y="97505"/>
                      <a:pt x="0" y="82214"/>
                      <a:pt x="0" y="63284"/>
                    </a:cubicBezTo>
                    <a:close/>
                    <a:moveTo>
                      <a:pt x="22923" y="53397"/>
                    </a:moveTo>
                    <a:lnTo>
                      <a:pt x="100533" y="53397"/>
                    </a:lnTo>
                    <a:cubicBezTo>
                      <a:pt x="98978" y="42107"/>
                      <a:pt x="94895" y="33515"/>
                      <a:pt x="88297" y="27610"/>
                    </a:cubicBezTo>
                    <a:cubicBezTo>
                      <a:pt x="81699" y="21704"/>
                      <a:pt x="73019" y="18752"/>
                      <a:pt x="62256" y="18752"/>
                    </a:cubicBezTo>
                    <a:cubicBezTo>
                      <a:pt x="51137" y="18752"/>
                      <a:pt x="42196" y="21704"/>
                      <a:pt x="35427" y="27610"/>
                    </a:cubicBezTo>
                    <a:cubicBezTo>
                      <a:pt x="28651" y="33515"/>
                      <a:pt x="24486" y="42107"/>
                      <a:pt x="22923" y="5339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63B7C390-5439-E3F4-3D43-C2578453795A}"/>
                  </a:ext>
                </a:extLst>
              </p:cNvPr>
              <p:cNvSpPr/>
              <p:nvPr/>
            </p:nvSpPr>
            <p:spPr>
              <a:xfrm>
                <a:off x="4458690" y="3495504"/>
                <a:ext cx="126320" cy="184918"/>
              </a:xfrm>
              <a:custGeom>
                <a:avLst/>
                <a:gdLst>
                  <a:gd name="connsiteX0" fmla="*/ 17704 w 126320"/>
                  <a:gd name="connsiteY0" fmla="*/ 76568 h 184918"/>
                  <a:gd name="connsiteX1" fmla="*/ 60420 w 126320"/>
                  <a:gd name="connsiteY1" fmla="*/ 58337 h 184918"/>
                  <a:gd name="connsiteX2" fmla="*/ 86080 w 126320"/>
                  <a:gd name="connsiteY2" fmla="*/ 64332 h 184918"/>
                  <a:gd name="connsiteX3" fmla="*/ 103137 w 126320"/>
                  <a:gd name="connsiteY3" fmla="*/ 80473 h 184918"/>
                  <a:gd name="connsiteX4" fmla="*/ 103924 w 126320"/>
                  <a:gd name="connsiteY4" fmla="*/ 80473 h 184918"/>
                  <a:gd name="connsiteX5" fmla="*/ 103924 w 126320"/>
                  <a:gd name="connsiteY5" fmla="*/ 5207 h 184918"/>
                  <a:gd name="connsiteX6" fmla="*/ 109131 w 126320"/>
                  <a:gd name="connsiteY6" fmla="*/ 0 h 184918"/>
                  <a:gd name="connsiteX7" fmla="*/ 121367 w 126320"/>
                  <a:gd name="connsiteY7" fmla="*/ 0 h 184918"/>
                  <a:gd name="connsiteX8" fmla="*/ 126321 w 126320"/>
                  <a:gd name="connsiteY8" fmla="*/ 5207 h 184918"/>
                  <a:gd name="connsiteX9" fmla="*/ 126321 w 126320"/>
                  <a:gd name="connsiteY9" fmla="*/ 177101 h 184918"/>
                  <a:gd name="connsiteX10" fmla="*/ 121367 w 126320"/>
                  <a:gd name="connsiteY10" fmla="*/ 182308 h 184918"/>
                  <a:gd name="connsiteX11" fmla="*/ 109391 w 126320"/>
                  <a:gd name="connsiteY11" fmla="*/ 182308 h 184918"/>
                  <a:gd name="connsiteX12" fmla="*/ 104184 w 126320"/>
                  <a:gd name="connsiteY12" fmla="*/ 177101 h 184918"/>
                  <a:gd name="connsiteX13" fmla="*/ 104184 w 126320"/>
                  <a:gd name="connsiteY13" fmla="*/ 162776 h 184918"/>
                  <a:gd name="connsiteX14" fmla="*/ 103657 w 126320"/>
                  <a:gd name="connsiteY14" fmla="*/ 162776 h 184918"/>
                  <a:gd name="connsiteX15" fmla="*/ 86728 w 126320"/>
                  <a:gd name="connsiteY15" fmla="*/ 179057 h 184918"/>
                  <a:gd name="connsiteX16" fmla="*/ 60680 w 126320"/>
                  <a:gd name="connsiteY16" fmla="*/ 184918 h 184918"/>
                  <a:gd name="connsiteX17" fmla="*/ 17577 w 126320"/>
                  <a:gd name="connsiteY17" fmla="*/ 166688 h 184918"/>
                  <a:gd name="connsiteX18" fmla="*/ 0 w 126320"/>
                  <a:gd name="connsiteY18" fmla="*/ 121621 h 184918"/>
                  <a:gd name="connsiteX19" fmla="*/ 17704 w 126320"/>
                  <a:gd name="connsiteY19" fmla="*/ 76568 h 184918"/>
                  <a:gd name="connsiteX20" fmla="*/ 22917 w 126320"/>
                  <a:gd name="connsiteY20" fmla="*/ 121621 h 184918"/>
                  <a:gd name="connsiteX21" fmla="*/ 34379 w 126320"/>
                  <a:gd name="connsiteY21" fmla="*/ 152622 h 184918"/>
                  <a:gd name="connsiteX22" fmla="*/ 63805 w 126320"/>
                  <a:gd name="connsiteY22" fmla="*/ 164865 h 184918"/>
                  <a:gd name="connsiteX23" fmla="*/ 93244 w 126320"/>
                  <a:gd name="connsiteY23" fmla="*/ 152622 h 184918"/>
                  <a:gd name="connsiteX24" fmla="*/ 104445 w 126320"/>
                  <a:gd name="connsiteY24" fmla="*/ 121621 h 184918"/>
                  <a:gd name="connsiteX25" fmla="*/ 93110 w 126320"/>
                  <a:gd name="connsiteY25" fmla="*/ 90894 h 184918"/>
                  <a:gd name="connsiteX26" fmla="*/ 63805 w 126320"/>
                  <a:gd name="connsiteY26" fmla="*/ 78657 h 184918"/>
                  <a:gd name="connsiteX27" fmla="*/ 34252 w 126320"/>
                  <a:gd name="connsiteY27" fmla="*/ 90894 h 184918"/>
                  <a:gd name="connsiteX28" fmla="*/ 22917 w 126320"/>
                  <a:gd name="connsiteY28" fmla="*/ 121621 h 18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26320" h="184918">
                    <a:moveTo>
                      <a:pt x="17704" y="76568"/>
                    </a:moveTo>
                    <a:cubicBezTo>
                      <a:pt x="29337" y="64414"/>
                      <a:pt x="43580" y="58337"/>
                      <a:pt x="60420" y="58337"/>
                    </a:cubicBezTo>
                    <a:cubicBezTo>
                      <a:pt x="69621" y="58337"/>
                      <a:pt x="78181" y="60337"/>
                      <a:pt x="86080" y="64332"/>
                    </a:cubicBezTo>
                    <a:cubicBezTo>
                      <a:pt x="93980" y="68326"/>
                      <a:pt x="99663" y="73704"/>
                      <a:pt x="103137" y="80473"/>
                    </a:cubicBezTo>
                    <a:lnTo>
                      <a:pt x="103924" y="80473"/>
                    </a:lnTo>
                    <a:lnTo>
                      <a:pt x="103924" y="5207"/>
                    </a:lnTo>
                    <a:cubicBezTo>
                      <a:pt x="103924" y="1733"/>
                      <a:pt x="105658" y="0"/>
                      <a:pt x="109131" y="0"/>
                    </a:cubicBezTo>
                    <a:lnTo>
                      <a:pt x="121367" y="0"/>
                    </a:lnTo>
                    <a:cubicBezTo>
                      <a:pt x="124670" y="0"/>
                      <a:pt x="126321" y="1733"/>
                      <a:pt x="126321" y="5207"/>
                    </a:cubicBezTo>
                    <a:lnTo>
                      <a:pt x="126321" y="177101"/>
                    </a:lnTo>
                    <a:cubicBezTo>
                      <a:pt x="126321" y="180575"/>
                      <a:pt x="124670" y="182308"/>
                      <a:pt x="121367" y="182308"/>
                    </a:cubicBezTo>
                    <a:lnTo>
                      <a:pt x="109391" y="182308"/>
                    </a:lnTo>
                    <a:cubicBezTo>
                      <a:pt x="105918" y="182308"/>
                      <a:pt x="104184" y="180575"/>
                      <a:pt x="104184" y="177101"/>
                    </a:cubicBezTo>
                    <a:lnTo>
                      <a:pt x="104184" y="162776"/>
                    </a:lnTo>
                    <a:lnTo>
                      <a:pt x="103657" y="162776"/>
                    </a:lnTo>
                    <a:cubicBezTo>
                      <a:pt x="100184" y="169729"/>
                      <a:pt x="94545" y="175152"/>
                      <a:pt x="86728" y="179057"/>
                    </a:cubicBezTo>
                    <a:cubicBezTo>
                      <a:pt x="78911" y="182963"/>
                      <a:pt x="70231" y="184918"/>
                      <a:pt x="60680" y="184918"/>
                    </a:cubicBezTo>
                    <a:cubicBezTo>
                      <a:pt x="43662" y="184918"/>
                      <a:pt x="29299" y="178841"/>
                      <a:pt x="17577" y="166688"/>
                    </a:cubicBezTo>
                    <a:cubicBezTo>
                      <a:pt x="5861" y="154534"/>
                      <a:pt x="0" y="139509"/>
                      <a:pt x="0" y="121621"/>
                    </a:cubicBezTo>
                    <a:cubicBezTo>
                      <a:pt x="0" y="103918"/>
                      <a:pt x="5899" y="88900"/>
                      <a:pt x="17704" y="76568"/>
                    </a:cubicBezTo>
                    <a:close/>
                    <a:moveTo>
                      <a:pt x="22917" y="121621"/>
                    </a:moveTo>
                    <a:cubicBezTo>
                      <a:pt x="22917" y="134131"/>
                      <a:pt x="26740" y="144463"/>
                      <a:pt x="34379" y="152622"/>
                    </a:cubicBezTo>
                    <a:cubicBezTo>
                      <a:pt x="41840" y="160788"/>
                      <a:pt x="51651" y="164865"/>
                      <a:pt x="63805" y="164865"/>
                    </a:cubicBezTo>
                    <a:cubicBezTo>
                      <a:pt x="75959" y="164865"/>
                      <a:pt x="85776" y="160788"/>
                      <a:pt x="93244" y="152622"/>
                    </a:cubicBezTo>
                    <a:cubicBezTo>
                      <a:pt x="100705" y="144463"/>
                      <a:pt x="104445" y="134131"/>
                      <a:pt x="104445" y="121621"/>
                    </a:cubicBezTo>
                    <a:cubicBezTo>
                      <a:pt x="104445" y="109302"/>
                      <a:pt x="100660" y="99060"/>
                      <a:pt x="93110" y="90894"/>
                    </a:cubicBezTo>
                    <a:cubicBezTo>
                      <a:pt x="85560" y="82740"/>
                      <a:pt x="75793" y="78657"/>
                      <a:pt x="63805" y="78657"/>
                    </a:cubicBezTo>
                    <a:cubicBezTo>
                      <a:pt x="51651" y="78657"/>
                      <a:pt x="41802" y="82740"/>
                      <a:pt x="34252" y="90894"/>
                    </a:cubicBezTo>
                    <a:cubicBezTo>
                      <a:pt x="26689" y="99060"/>
                      <a:pt x="22917" y="109302"/>
                      <a:pt x="22917" y="121621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33DC7E3-C5D4-2437-5ECA-8C68AB7C8E93}"/>
                </a:ext>
              </a:extLst>
            </p:cNvPr>
            <p:cNvSpPr/>
            <p:nvPr/>
          </p:nvSpPr>
          <p:spPr>
            <a:xfrm>
              <a:off x="3925879" y="2760731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8B8058F-B615-EAFC-E44B-AC1819EF5471}"/>
                </a:ext>
              </a:extLst>
            </p:cNvPr>
            <p:cNvSpPr/>
            <p:nvPr/>
          </p:nvSpPr>
          <p:spPr>
            <a:xfrm>
              <a:off x="2962274" y="2962777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3C84E47-6A3A-3E10-4823-1B6E87146FD5}"/>
                </a:ext>
              </a:extLst>
            </p:cNvPr>
            <p:cNvSpPr/>
            <p:nvPr/>
          </p:nvSpPr>
          <p:spPr>
            <a:xfrm>
              <a:off x="1582393" y="2970790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4EFA938-4DD8-815A-3507-8A38D2BC3401}"/>
                </a:ext>
              </a:extLst>
            </p:cNvPr>
            <p:cNvSpPr/>
            <p:nvPr/>
          </p:nvSpPr>
          <p:spPr>
            <a:xfrm>
              <a:off x="1582393" y="2970790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9FF968-9358-256C-DC26-A124DF4A5274}"/>
                </a:ext>
              </a:extLst>
            </p:cNvPr>
            <p:cNvSpPr/>
            <p:nvPr/>
          </p:nvSpPr>
          <p:spPr>
            <a:xfrm>
              <a:off x="1906650" y="3065037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E90CE70-21E8-62C3-8930-1C1553F9B840}"/>
                </a:ext>
              </a:extLst>
            </p:cNvPr>
            <p:cNvSpPr/>
            <p:nvPr/>
          </p:nvSpPr>
          <p:spPr>
            <a:xfrm rot="-5381242">
              <a:off x="1629762" y="3246900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CA9FF3E-9067-4FB9-0950-55E09790E694}"/>
                </a:ext>
              </a:extLst>
            </p:cNvPr>
            <p:cNvSpPr/>
            <p:nvPr/>
          </p:nvSpPr>
          <p:spPr>
            <a:xfrm>
              <a:off x="1495832" y="2697093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/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6571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C73BA7F-DDEE-FCD4-3A82-DD1B022C2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396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6138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9155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gradient">
    <p:bg>
      <p:bgPr>
        <a:gradFill>
          <a:gsLst>
            <a:gs pos="0">
              <a:srgbClr val="50C2EF">
                <a:alpha val="11857"/>
              </a:srgbClr>
            </a:gs>
            <a:gs pos="100000">
              <a:srgbClr val="2B8CCC">
                <a:alpha val="6000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© Bmatix 2026</a:t>
            </a:r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60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3316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entered gradient">
    <p:bg>
      <p:bgPr>
        <a:gradFill>
          <a:gsLst>
            <a:gs pos="0">
              <a:srgbClr val="50C2EF">
                <a:alpha val="11857"/>
              </a:srgbClr>
            </a:gs>
            <a:gs pos="100000">
              <a:srgbClr val="2B8CCC">
                <a:alpha val="6000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© Bmatix 2026</a:t>
            </a:r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621FDCC-5F3C-5D77-43A4-C9BB78466D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3137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49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ight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151205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862528"/>
            <a:ext cx="7142663" cy="70173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235895"/>
            <a:ext cx="7142663" cy="3765703"/>
          </a:xfrm>
        </p:spPr>
        <p:txBody>
          <a:bodyPr>
            <a:normAutofit/>
          </a:bodyPr>
          <a:lstStyle>
            <a:lvl1pPr>
              <a:buNone/>
              <a:defRPr sz="1800"/>
            </a:lvl1pPr>
            <a:lvl2pPr>
              <a:buNone/>
              <a:defRPr sz="16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635781"/>
            <a:ext cx="7142663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CF16555-B27E-11B9-B1F8-A2FCD3AEF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41293" y="862013"/>
            <a:ext cx="3977013" cy="514032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7281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4D0092-E1D5-9012-3F2C-93A1F98A2441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EEB5401-095F-88EA-35C1-FC163EEC00E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BE04AA9-6239-9E7B-7057-19AF368F913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41230B4-C90B-FE7E-3ECC-92F07DE3400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805AF8C-C2E3-AC79-D0EB-5871BA797D5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4279B5A-D531-DFB8-091C-B822C073B5C5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88DE3C2-E5FC-11BF-45A1-09091D31E77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864BA63-3091-7EDA-47B7-7B9409D2BD1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BE4D041-9128-0C87-7B02-DBC418FBA6A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F7DAC43-BC53-D4AF-F657-ADC5FD04C0F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8EDF464-9D4A-81F3-A003-CA65A1C70D1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2A51261-9AD7-B8ED-F74F-12674B11DD0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266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90ED15-7671-2F86-41B9-8FF77A1103A6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24B42A4-8C2A-0FB7-2139-865E16DF33C3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1EB41C9-81A8-7281-CA31-87832F7C1F3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98108DB-9CD8-DAD5-C530-434296DDDA8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854E4DF-CB7C-BC4E-A157-B77B54AC8949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101CA2E-BDA7-EF88-598E-6F50BDA072C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7B75A06-94A3-ADEF-73E2-0B00753AD709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A84399C-3782-0062-7C2E-6B444F5FB26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F5AFDBB-1F11-C34C-8ABD-827108C3E29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4C1A8FB-8DAE-CCC6-B766-DCDEE38CBE5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F888820-AB11-E9ED-91FE-75EB082DCA88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A2A5910-B04F-C971-D62F-058802AE8142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5645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5E15265-CF18-32DF-24F8-98A041C1BEAB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968852A-1A20-A0DE-9DAC-D1900FC596D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F9D73A6-6A63-F656-F708-253FE1F78BA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BBB05DA-68E5-0192-4F8C-6C69D7D6945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D57A7EC-3EFC-35CC-A812-88DA721F9599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94B57F8-A7D5-A970-0CE2-D5EC3B547D60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FAB3911-3428-E01F-99A6-C627EB4AB075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A256C13-FDB6-B4CE-04FD-3906DCE37DD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13FBD41-35B1-00D8-A093-7981269F3F0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3CAB046-E398-9D0D-ED9D-9203172F824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CA48C21-9731-40D0-BE1E-02E67F6CE1F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92BD95F-7DD8-899E-A241-BF234702FD9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82636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Sub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F454091-777C-CBF6-EA24-089740638518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C3120C4-B3F8-E8F6-41EE-BF982DCD965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CBD5A9-1D8C-2505-89F1-A491AF64441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993D7DB-1CF8-9C94-C679-99228EB0724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6D062D6-FA36-A800-1FCA-FDA350D66DA7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406F705-3578-AD84-E2E7-8FE0FBE0734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DF145DE-9924-6E90-2CF5-E01A824EB132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D9E2D7BA-6F2C-1889-4C68-E8CC67D7916B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17C17B1-F05B-E206-90D0-B6079D5FB1D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16D39DB-03B7-12C3-B3EE-0BBDFE0CEC5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227DA150-3790-61BB-90AD-18C199FA157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7FC9EA1-358E-1797-6DDA-8255EDEC5E8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280826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1B317F9-81F7-E734-402F-0267A771E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D5560C-89C3-FD0E-375D-342DC43C2361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B20CAB8-11C5-562C-3B67-2533543FA85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57ECE1D-E6BF-6A9C-4FE9-FD22B2524DB0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22A4441-45C5-C35D-927F-95F3C6CBF2CC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52C4C91-5C93-4697-0CB0-0447ECA18782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0D6919E-5AFC-69F2-1740-5C28DFCDDBC3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C57720A-5328-DEDA-9981-F22C509F08EA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C15C96B-A7E9-8FD7-8000-FAC80B6BF0F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5BEBFE7-BA36-B7ED-B220-2A5AEE2A382B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25242D5-FAA1-EA91-0921-E8661A7FE312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CF583B1-2F9C-E9FE-29EA-7968F895AE5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B83B269-A77B-C763-577D-F34A730E0233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1894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Sub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AA3508-B374-B4EE-3D51-8B689EC89780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1610AFE-6490-663E-EAA7-717FB5491CB3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23" name="Graphic 19">
              <a:extLst>
                <a:ext uri="{FF2B5EF4-FFF2-40B4-BE49-F238E27FC236}">
                  <a16:creationId xmlns:a16="http://schemas.microsoft.com/office/drawing/2014/main" id="{DC3884AB-BF95-02A8-0518-BB36FCFC3158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70868E5-1326-959D-1BEC-8DA914860E5F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FA6A29-49D8-B0AB-C939-CB26DDBFC6CE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7C3B416-AFA9-FA01-029B-324C284466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483D67-E186-4260-4DAE-98BAB60EDA28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52B1EFC-9311-F5DB-C1C1-FD07438A6E7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CCBE3B0-9D11-818F-CF66-17CA33D78D68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DE00DCF-9ED2-BFCA-85CF-83BD96143263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848B4CE-3FE4-A5CF-725F-6D33D142356C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A05BBB6-FED2-F0BF-1C41-F6AFCB94AC91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A36D444-8DE8-091A-6D5A-ADA5139B339B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9D89A78-BFA0-6B51-280C-471F72263B10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106128A-F195-AB15-CF64-0C0B2DC47DA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7347415-5A1B-166E-D3AD-705490145407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3BA5D7-FE1C-02B6-78BE-95514F3FAE1B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EA2A87C-F303-8610-FF9D-9B3AE16D0E77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809064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18618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 Gradient">
    <p:bg>
      <p:bgPr>
        <a:gradFill>
          <a:gsLst>
            <a:gs pos="100000">
              <a:srgbClr val="D6F2FF">
                <a:alpha val="36279"/>
              </a:srgbClr>
            </a:gs>
            <a:gs pos="0">
              <a:srgbClr val="D6F2FF">
                <a:alpha val="12397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22363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FF15E7-CD3D-78D3-0187-E49DAEFD96C3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D979FCC-733F-C32E-3507-D1DE8C0B38A7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9" name="Graphic 19">
              <a:extLst>
                <a:ext uri="{FF2B5EF4-FFF2-40B4-BE49-F238E27FC236}">
                  <a16:creationId xmlns:a16="http://schemas.microsoft.com/office/drawing/2014/main" id="{210541A9-1AF1-8935-469F-BD953EB363B5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EB4BCF0-8C6E-F221-96BF-C0D7EA7137D4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1D88F51-F06A-1C54-CB86-4FDBEB7E05D6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D08318-236D-696E-B1EB-E103EC997B28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C8FA4D5-7114-A55D-3C10-4AC1DD29BD0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2199C01-1289-1B3C-AFB8-951D3170AAC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A5BAF2B-C222-246B-AD70-AEE100632EE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2367FA-AEE4-D5C2-F764-6F0085EB903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EA6A2F9-0BC3-A5F8-2F04-3EF5962B7E2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87701B8-F187-492C-6EE2-19C1E86432E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14753BE-3AF9-F273-7E2C-C1E537936FF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D795EB4-398A-6136-04DB-88D118C7C38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D108674-74A7-ACC4-2333-3DDD05AEBA4C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97C4156-C3D5-C07D-AF57-B6F5D4E3F11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11C1801-94AD-C380-5407-C0EAFEB5CAF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287323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FF15E7-CD3D-78D3-0187-E49DAEFD96C3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D979FCC-733F-C32E-3507-D1DE8C0B38A7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9" name="Graphic 19">
              <a:extLst>
                <a:ext uri="{FF2B5EF4-FFF2-40B4-BE49-F238E27FC236}">
                  <a16:creationId xmlns:a16="http://schemas.microsoft.com/office/drawing/2014/main" id="{210541A9-1AF1-8935-469F-BD953EB363B5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EB4BCF0-8C6E-F221-96BF-C0D7EA7137D4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1D88F51-F06A-1C54-CB86-4FDBEB7E05D6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63DA69D-9231-A10F-A733-96C6FD47B14B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6C00D7F-B3AC-7D5C-0A5F-22AB2F572B7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0DF32DE-3F15-532E-9EB5-BFAD19E732D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BD4E2D6-6593-07F2-D845-445DEEE912A5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02180E5-3411-CBAA-02B1-21200486951E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E657C18-6C8F-8DC9-7FFE-4C1DC7255FBC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EC9CE11-C7B8-82D5-3004-CA0A40655A26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D907F8D-3FDF-7A0B-F36C-C1105DF28D45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2F7D019-70AB-D82B-31C7-6CEF1CF4BFD6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E60D078-2C98-DFF6-E4E2-28DF1F29B38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5301C9B-452F-1373-626E-FC76BB98C00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B8769AA-A38D-BFE4-38F6-FF70D2ED593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241897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46C2D55-4F16-9C74-A1D2-7D733652D3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1960732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79898" y="3204763"/>
            <a:ext cx="11232204" cy="535531"/>
          </a:xfrm>
        </p:spPr>
        <p:txBody>
          <a:bodyPr anchor="t">
            <a:sp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FF15E7-CD3D-78D3-0187-E49DAEFD96C3}"/>
              </a:ext>
            </a:extLst>
          </p:cNvPr>
          <p:cNvGrpSpPr/>
          <p:nvPr userDrawn="1"/>
        </p:nvGrpSpPr>
        <p:grpSpPr>
          <a:xfrm>
            <a:off x="5959526" y="6402254"/>
            <a:ext cx="273314" cy="273314"/>
            <a:chOff x="5959526" y="6402254"/>
            <a:chExt cx="273314" cy="27331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D979FCC-733F-C32E-3507-D1DE8C0B38A7}"/>
                </a:ext>
              </a:extLst>
            </p:cNvPr>
            <p:cNvSpPr/>
            <p:nvPr/>
          </p:nvSpPr>
          <p:spPr>
            <a:xfrm>
              <a:off x="5959526" y="6402254"/>
              <a:ext cx="273314" cy="273314"/>
            </a:xfrm>
            <a:custGeom>
              <a:avLst/>
              <a:gdLst>
                <a:gd name="connsiteX0" fmla="*/ 273315 w 273314"/>
                <a:gd name="connsiteY0" fmla="*/ 136657 h 273314"/>
                <a:gd name="connsiteX1" fmla="*/ 136657 w 273314"/>
                <a:gd name="connsiteY1" fmla="*/ 273315 h 273314"/>
                <a:gd name="connsiteX2" fmla="*/ 0 w 273314"/>
                <a:gd name="connsiteY2" fmla="*/ 136657 h 273314"/>
                <a:gd name="connsiteX3" fmla="*/ 54344 w 273314"/>
                <a:gd name="connsiteY3" fmla="*/ 27568 h 273314"/>
                <a:gd name="connsiteX4" fmla="*/ 95138 w 273314"/>
                <a:gd name="connsiteY4" fmla="*/ 6423 h 273314"/>
                <a:gd name="connsiteX5" fmla="*/ 136657 w 273314"/>
                <a:gd name="connsiteY5" fmla="*/ 0 h 273314"/>
                <a:gd name="connsiteX6" fmla="*/ 273315 w 273314"/>
                <a:gd name="connsiteY6" fmla="*/ 136657 h 273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14" h="273314">
                  <a:moveTo>
                    <a:pt x="273315" y="136657"/>
                  </a:moveTo>
                  <a:cubicBezTo>
                    <a:pt x="273315" y="212131"/>
                    <a:pt x="212131" y="273315"/>
                    <a:pt x="136657" y="273315"/>
                  </a:cubicBezTo>
                  <a:cubicBezTo>
                    <a:pt x="61183" y="273315"/>
                    <a:pt x="0" y="212131"/>
                    <a:pt x="0" y="136657"/>
                  </a:cubicBezTo>
                  <a:cubicBezTo>
                    <a:pt x="0" y="92094"/>
                    <a:pt x="21333" y="52509"/>
                    <a:pt x="54344" y="27568"/>
                  </a:cubicBezTo>
                  <a:cubicBezTo>
                    <a:pt x="66512" y="18366"/>
                    <a:pt x="80272" y="11158"/>
                    <a:pt x="95138" y="6423"/>
                  </a:cubicBezTo>
                  <a:cubicBezTo>
                    <a:pt x="108231" y="2252"/>
                    <a:pt x="122182" y="0"/>
                    <a:pt x="136657" y="0"/>
                  </a:cubicBezTo>
                  <a:cubicBezTo>
                    <a:pt x="212131" y="0"/>
                    <a:pt x="273315" y="61183"/>
                    <a:pt x="273315" y="136657"/>
                  </a:cubicBezTo>
                  <a:close/>
                </a:path>
              </a:pathLst>
            </a:custGeom>
            <a:solidFill>
              <a:schemeClr val="bg1"/>
            </a:solidFill>
            <a:ln w="3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9" name="Graphic 19">
              <a:extLst>
                <a:ext uri="{FF2B5EF4-FFF2-40B4-BE49-F238E27FC236}">
                  <a16:creationId xmlns:a16="http://schemas.microsoft.com/office/drawing/2014/main" id="{210541A9-1AF1-8935-469F-BD953EB363B5}"/>
                </a:ext>
              </a:extLst>
            </p:cNvPr>
            <p:cNvGrpSpPr/>
            <p:nvPr/>
          </p:nvGrpSpPr>
          <p:grpSpPr>
            <a:xfrm>
              <a:off x="6013734" y="6408677"/>
              <a:ext cx="165228" cy="212870"/>
              <a:chOff x="6013734" y="6408677"/>
              <a:chExt cx="165228" cy="212870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EB4BCF0-8C6E-F221-96BF-C0D7EA7137D4}"/>
                  </a:ext>
                </a:extLst>
              </p:cNvPr>
              <p:cNvSpPr/>
              <p:nvPr/>
            </p:nvSpPr>
            <p:spPr>
              <a:xfrm>
                <a:off x="6037884" y="6480622"/>
                <a:ext cx="141079" cy="140925"/>
              </a:xfrm>
              <a:custGeom>
                <a:avLst/>
                <a:gdLst>
                  <a:gd name="connsiteX0" fmla="*/ 116783 w 141079"/>
                  <a:gd name="connsiteY0" fmla="*/ 0 h 140925"/>
                  <a:gd name="connsiteX1" fmla="*/ 116926 w 141079"/>
                  <a:gd name="connsiteY1" fmla="*/ 26439 h 140925"/>
                  <a:gd name="connsiteX2" fmla="*/ 90476 w 141079"/>
                  <a:gd name="connsiteY2" fmla="*/ 26294 h 140925"/>
                  <a:gd name="connsiteX3" fmla="*/ 90464 w 141079"/>
                  <a:gd name="connsiteY3" fmla="*/ 26299 h 140925"/>
                  <a:gd name="connsiteX4" fmla="*/ 90619 w 141079"/>
                  <a:gd name="connsiteY4" fmla="*/ 26437 h 140925"/>
                  <a:gd name="connsiteX5" fmla="*/ 90619 w 141079"/>
                  <a:gd name="connsiteY5" fmla="*/ 90465 h 140925"/>
                  <a:gd name="connsiteX6" fmla="*/ 26592 w 141079"/>
                  <a:gd name="connsiteY6" fmla="*/ 90465 h 140925"/>
                  <a:gd name="connsiteX7" fmla="*/ 26452 w 141079"/>
                  <a:gd name="connsiteY7" fmla="*/ 90311 h 140925"/>
                  <a:gd name="connsiteX8" fmla="*/ 26443 w 141079"/>
                  <a:gd name="connsiteY8" fmla="*/ 90319 h 140925"/>
                  <a:gd name="connsiteX9" fmla="*/ 0 w 141079"/>
                  <a:gd name="connsiteY9" fmla="*/ 90175 h 140925"/>
                  <a:gd name="connsiteX10" fmla="*/ 144 w 141079"/>
                  <a:gd name="connsiteY10" fmla="*/ 116618 h 140925"/>
                  <a:gd name="connsiteX11" fmla="*/ 144 w 141079"/>
                  <a:gd name="connsiteY11" fmla="*/ 116626 h 140925"/>
                  <a:gd name="connsiteX12" fmla="*/ 147 w 141079"/>
                  <a:gd name="connsiteY12" fmla="*/ 116623 h 140925"/>
                  <a:gd name="connsiteX13" fmla="*/ 287 w 141079"/>
                  <a:gd name="connsiteY13" fmla="*/ 116769 h 140925"/>
                  <a:gd name="connsiteX14" fmla="*/ 116923 w 141079"/>
                  <a:gd name="connsiteY14" fmla="*/ 116770 h 140925"/>
                  <a:gd name="connsiteX15" fmla="*/ 116923 w 141079"/>
                  <a:gd name="connsiteY15" fmla="*/ 133 h 140925"/>
                  <a:gd name="connsiteX16" fmla="*/ 116783 w 141079"/>
                  <a:gd name="connsiteY16" fmla="*/ 0 h 140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1079" h="140925">
                    <a:moveTo>
                      <a:pt x="116783" y="0"/>
                    </a:moveTo>
                    <a:lnTo>
                      <a:pt x="116926" y="26439"/>
                    </a:lnTo>
                    <a:lnTo>
                      <a:pt x="90476" y="26294"/>
                    </a:lnTo>
                    <a:lnTo>
                      <a:pt x="90464" y="26299"/>
                    </a:lnTo>
                    <a:cubicBezTo>
                      <a:pt x="90514" y="26347"/>
                      <a:pt x="90569" y="26388"/>
                      <a:pt x="90619" y="26437"/>
                    </a:cubicBezTo>
                    <a:cubicBezTo>
                      <a:pt x="108300" y="44118"/>
                      <a:pt x="108299" y="72785"/>
                      <a:pt x="90619" y="90465"/>
                    </a:cubicBezTo>
                    <a:cubicBezTo>
                      <a:pt x="72938" y="108146"/>
                      <a:pt x="44272" y="108145"/>
                      <a:pt x="26592" y="90465"/>
                    </a:cubicBezTo>
                    <a:cubicBezTo>
                      <a:pt x="26542" y="90415"/>
                      <a:pt x="26501" y="90360"/>
                      <a:pt x="26452" y="90311"/>
                    </a:cubicBezTo>
                    <a:lnTo>
                      <a:pt x="26443" y="90319"/>
                    </a:lnTo>
                    <a:lnTo>
                      <a:pt x="0" y="90175"/>
                    </a:lnTo>
                    <a:lnTo>
                      <a:pt x="144" y="116618"/>
                    </a:lnTo>
                    <a:lnTo>
                      <a:pt x="144" y="116626"/>
                    </a:lnTo>
                    <a:lnTo>
                      <a:pt x="147" y="116623"/>
                    </a:lnTo>
                    <a:cubicBezTo>
                      <a:pt x="195" y="116671"/>
                      <a:pt x="239" y="116721"/>
                      <a:pt x="287" y="116769"/>
                    </a:cubicBezTo>
                    <a:cubicBezTo>
                      <a:pt x="32495" y="148977"/>
                      <a:pt x="84715" y="148977"/>
                      <a:pt x="116923" y="116770"/>
                    </a:cubicBezTo>
                    <a:cubicBezTo>
                      <a:pt x="149131" y="84561"/>
                      <a:pt x="149131" y="32341"/>
                      <a:pt x="116923" y="133"/>
                    </a:cubicBezTo>
                    <a:cubicBezTo>
                      <a:pt x="116877" y="87"/>
                      <a:pt x="116828" y="46"/>
                      <a:pt x="116783" y="0"/>
                    </a:cubicBezTo>
                    <a:close/>
                  </a:path>
                </a:pathLst>
              </a:custGeom>
              <a:solidFill>
                <a:srgbClr val="FF6900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1D88F51-F06A-1C54-CB86-4FDBEB7E05D6}"/>
                  </a:ext>
                </a:extLst>
              </p:cNvPr>
              <p:cNvSpPr/>
              <p:nvPr/>
            </p:nvSpPr>
            <p:spPr>
              <a:xfrm>
                <a:off x="6013734" y="6408677"/>
                <a:ext cx="132485" cy="178549"/>
              </a:xfrm>
              <a:custGeom>
                <a:avLst/>
                <a:gdLst>
                  <a:gd name="connsiteX0" fmla="*/ 132486 w 132485"/>
                  <a:gd name="connsiteY0" fmla="*/ 89628 h 178549"/>
                  <a:gd name="connsiteX1" fmla="*/ 102615 w 132485"/>
                  <a:gd name="connsiteY1" fmla="*/ 89628 h 178549"/>
                  <a:gd name="connsiteX2" fmla="*/ 50438 w 132485"/>
                  <a:gd name="connsiteY2" fmla="*/ 98097 h 178549"/>
                  <a:gd name="connsiteX3" fmla="*/ 43845 w 132485"/>
                  <a:gd name="connsiteY3" fmla="*/ 153682 h 178549"/>
                  <a:gd name="connsiteX4" fmla="*/ 24196 w 132485"/>
                  <a:gd name="connsiteY4" fmla="*/ 153576 h 178549"/>
                  <a:gd name="connsiteX5" fmla="*/ 15558 w 132485"/>
                  <a:gd name="connsiteY5" fmla="*/ 153528 h 178549"/>
                  <a:gd name="connsiteX6" fmla="*/ 15606 w 132485"/>
                  <a:gd name="connsiteY6" fmla="*/ 162165 h 178549"/>
                  <a:gd name="connsiteX7" fmla="*/ 15695 w 132485"/>
                  <a:gd name="connsiteY7" fmla="*/ 178549 h 178549"/>
                  <a:gd name="connsiteX8" fmla="*/ 136 w 132485"/>
                  <a:gd name="connsiteY8" fmla="*/ 125355 h 178549"/>
                  <a:gd name="connsiteX9" fmla="*/ 136 w 132485"/>
                  <a:gd name="connsiteY9" fmla="*/ 21145 h 178549"/>
                  <a:gd name="connsiteX10" fmla="*/ 40930 w 132485"/>
                  <a:gd name="connsiteY10" fmla="*/ 0 h 178549"/>
                  <a:gd name="connsiteX11" fmla="*/ 41044 w 132485"/>
                  <a:gd name="connsiteY11" fmla="*/ 1526 h 178549"/>
                  <a:gd name="connsiteX12" fmla="*/ 41044 w 132485"/>
                  <a:gd name="connsiteY12" fmla="*/ 58788 h 178549"/>
                  <a:gd name="connsiteX13" fmla="*/ 132349 w 132485"/>
                  <a:gd name="connsiteY13" fmla="*/ 64459 h 178549"/>
                  <a:gd name="connsiteX14" fmla="*/ 132390 w 132485"/>
                  <a:gd name="connsiteY14" fmla="*/ 71992 h 178549"/>
                  <a:gd name="connsiteX15" fmla="*/ 132486 w 132485"/>
                  <a:gd name="connsiteY15" fmla="*/ 89628 h 17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2485" h="178549">
                    <a:moveTo>
                      <a:pt x="132486" y="89628"/>
                    </a:moveTo>
                    <a:lnTo>
                      <a:pt x="102615" y="89628"/>
                    </a:lnTo>
                    <a:cubicBezTo>
                      <a:pt x="85674" y="81182"/>
                      <a:pt x="64562" y="83975"/>
                      <a:pt x="50438" y="98097"/>
                    </a:cubicBezTo>
                    <a:cubicBezTo>
                      <a:pt x="35351" y="113183"/>
                      <a:pt x="33184" y="136248"/>
                      <a:pt x="43845" y="153682"/>
                    </a:cubicBezTo>
                    <a:lnTo>
                      <a:pt x="24196" y="153576"/>
                    </a:lnTo>
                    <a:lnTo>
                      <a:pt x="15558" y="153528"/>
                    </a:lnTo>
                    <a:lnTo>
                      <a:pt x="15606" y="162165"/>
                    </a:lnTo>
                    <a:lnTo>
                      <a:pt x="15695" y="178549"/>
                    </a:lnTo>
                    <a:cubicBezTo>
                      <a:pt x="4245" y="162810"/>
                      <a:pt x="-929" y="143935"/>
                      <a:pt x="136" y="125355"/>
                    </a:cubicBezTo>
                    <a:lnTo>
                      <a:pt x="136" y="21145"/>
                    </a:lnTo>
                    <a:cubicBezTo>
                      <a:pt x="12304" y="11943"/>
                      <a:pt x="26065" y="4735"/>
                      <a:pt x="40930" y="0"/>
                    </a:cubicBezTo>
                    <a:cubicBezTo>
                      <a:pt x="41007" y="472"/>
                      <a:pt x="41044" y="980"/>
                      <a:pt x="41044" y="1526"/>
                    </a:cubicBezTo>
                    <a:lnTo>
                      <a:pt x="41044" y="58788"/>
                    </a:lnTo>
                    <a:cubicBezTo>
                      <a:pt x="69486" y="42257"/>
                      <a:pt x="105681" y="44144"/>
                      <a:pt x="132349" y="64459"/>
                    </a:cubicBezTo>
                    <a:lnTo>
                      <a:pt x="132390" y="71992"/>
                    </a:lnTo>
                    <a:lnTo>
                      <a:pt x="132486" y="89628"/>
                    </a:lnTo>
                    <a:close/>
                  </a:path>
                </a:pathLst>
              </a:custGeom>
              <a:solidFill>
                <a:schemeClr val="accent1"/>
              </a:solidFill>
              <a:ln w="3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D08318-236D-696E-B1EB-E103EC997B28}"/>
              </a:ext>
            </a:extLst>
          </p:cNvPr>
          <p:cNvGrpSpPr>
            <a:grpSpLocks/>
          </p:cNvGrpSpPr>
          <p:nvPr userDrawn="1"/>
        </p:nvGrpSpPr>
        <p:grpSpPr>
          <a:xfrm>
            <a:off x="11966621" y="2870621"/>
            <a:ext cx="132350" cy="1116761"/>
            <a:chOff x="11966621" y="2870621"/>
            <a:chExt cx="132350" cy="111676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C8FA4D5-7114-A55D-3C10-4AC1DD29BD0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496" y="2866584"/>
              <a:ext cx="120415" cy="12848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2199C01-1289-1B3C-AFB8-951D3170AAC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8457" y="3001308"/>
              <a:ext cx="85540" cy="8921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A5BAF2B-C222-246B-AD70-AEE100632EEA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089" y="3079967"/>
              <a:ext cx="70301" cy="111238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2367FA-AEE4-D5C2-F764-6F0085EB903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19214" y="3182577"/>
              <a:ext cx="22761" cy="124270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EA6A2F9-0BC3-A5F8-2F04-3EF5962B7E2E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72131" y="3277568"/>
              <a:ext cx="80030" cy="87373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87701B8-F187-492C-6EE2-19C1E86432E1}"/>
                </a:ext>
              </a:extLst>
            </p:cNvPr>
            <p:cNvSpPr>
              <a:spLocks/>
            </p:cNvSpPr>
            <p:nvPr/>
          </p:nvSpPr>
          <p:spPr>
            <a:xfrm rot="5400000">
              <a:off x="12000400" y="3346211"/>
              <a:ext cx="66629" cy="130512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14753BE-3AF9-F273-7E2C-C1E537936FF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6345" y="3453872"/>
              <a:ext cx="89764" cy="8921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D795EB4-398A-6136-04DB-88D118C7C38F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6080" y="3549046"/>
              <a:ext cx="51763" cy="87006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D108674-74A7-ACC4-2333-3DDD05AEBA4C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44965" y="3660831"/>
              <a:ext cx="134361" cy="87373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97C4156-C3D5-C07D-AF57-B6F5D4E3F114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67724" y="3792437"/>
              <a:ext cx="87006" cy="8921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11C1801-94AD-C380-5407-C0EAFEB5CAFD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87271" y="3877704"/>
              <a:ext cx="89028" cy="130327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BF7B3CC4-34FF-7ABF-4406-83AF7D0FF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0800000">
            <a:off x="10980241" y="4331290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  <p:sp>
        <p:nvSpPr>
          <p:cNvPr id="41" name="Text Placeholder 22">
            <a:extLst>
              <a:ext uri="{FF2B5EF4-FFF2-40B4-BE49-F238E27FC236}">
                <a16:creationId xmlns:a16="http://schemas.microsoft.com/office/drawing/2014/main" id="{DB224A9F-4F40-F5D1-E3E4-566712C35C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09400" y="5504791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2370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bg>
      <p:bgPr>
        <a:gradFill>
          <a:gsLst>
            <a:gs pos="100000">
              <a:srgbClr val="D6F2FF">
                <a:alpha val="36279"/>
              </a:srgbClr>
            </a:gs>
            <a:gs pos="0">
              <a:srgbClr val="D6F2FF">
                <a:alpha val="12397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ame-side Corner of Rectangle 9">
            <a:extLst>
              <a:ext uri="{FF2B5EF4-FFF2-40B4-BE49-F238E27FC236}">
                <a16:creationId xmlns:a16="http://schemas.microsoft.com/office/drawing/2014/main" id="{C0A00D41-1559-9F0D-7E26-FF0E828468D7}"/>
              </a:ext>
            </a:extLst>
          </p:cNvPr>
          <p:cNvSpPr/>
          <p:nvPr userDrawn="1"/>
        </p:nvSpPr>
        <p:spPr>
          <a:xfrm rot="16200000">
            <a:off x="345244" y="2320446"/>
            <a:ext cx="2486414" cy="2217107"/>
          </a:xfrm>
          <a:prstGeom prst="round2SameRect">
            <a:avLst>
              <a:gd name="adj1" fmla="val 649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5961347" y="-1078549"/>
            <a:ext cx="2486412" cy="9015102"/>
          </a:xfrm>
          <a:prstGeom prst="round2SameRect">
            <a:avLst>
              <a:gd name="adj1" fmla="val 7175"/>
              <a:gd name="adj2" fmla="val 0"/>
            </a:avLst>
          </a:prstGeom>
          <a:solidFill>
            <a:schemeClr val="accent1"/>
          </a:solidFill>
        </p:spPr>
        <p:txBody>
          <a:bodyPr vert="vert270" wrap="square" anchor="ctr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43AF4DF-113E-9C70-A4B6-84A1797E6F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156" y="2564706"/>
            <a:ext cx="1728590" cy="1728590"/>
          </a:xfrm>
          <a:solidFill>
            <a:schemeClr val="bg2"/>
          </a:solidFill>
        </p:spPr>
        <p:txBody>
          <a:bodyPr/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7953" y="438768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D544BD5-EBF2-6340-4F7C-BDA32F882F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41261" y="1760315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47460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Div Shap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A7EDAB5-32EF-AEDB-6B41-A903980BFD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2225" y="244041"/>
            <a:ext cx="4843273" cy="6369919"/>
          </a:xfrm>
          <a:custGeom>
            <a:avLst/>
            <a:gdLst>
              <a:gd name="connsiteX0" fmla="*/ 159858 w 4843273"/>
              <a:gd name="connsiteY0" fmla="*/ 0 h 6369919"/>
              <a:gd name="connsiteX1" fmla="*/ 1042142 w 4843273"/>
              <a:gd name="connsiteY1" fmla="*/ 0 h 6369919"/>
              <a:gd name="connsiteX2" fmla="*/ 1202000 w 4843273"/>
              <a:gd name="connsiteY2" fmla="*/ 159858 h 6369919"/>
              <a:gd name="connsiteX3" fmla="*/ 1202000 w 4843273"/>
              <a:gd name="connsiteY3" fmla="*/ 1855844 h 6369919"/>
              <a:gd name="connsiteX4" fmla="*/ 2421636 w 4843273"/>
              <a:gd name="connsiteY4" fmla="*/ 1526646 h 6369919"/>
              <a:gd name="connsiteX5" fmla="*/ 4843273 w 4843273"/>
              <a:gd name="connsiteY5" fmla="*/ 3948283 h 6369919"/>
              <a:gd name="connsiteX6" fmla="*/ 4843272 w 4843273"/>
              <a:gd name="connsiteY6" fmla="*/ 3948283 h 6369919"/>
              <a:gd name="connsiteX7" fmla="*/ 2421636 w 4843273"/>
              <a:gd name="connsiteY7" fmla="*/ 6369919 h 6369919"/>
              <a:gd name="connsiteX8" fmla="*/ 0 w 4843273"/>
              <a:gd name="connsiteY8" fmla="*/ 3951001 h 6369919"/>
              <a:gd name="connsiteX9" fmla="*/ 0 w 4843273"/>
              <a:gd name="connsiteY9" fmla="*/ 159858 h 6369919"/>
              <a:gd name="connsiteX10" fmla="*/ 159858 w 4843273"/>
              <a:gd name="connsiteY10" fmla="*/ 0 h 636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43273" h="6369919">
                <a:moveTo>
                  <a:pt x="159858" y="0"/>
                </a:moveTo>
                <a:lnTo>
                  <a:pt x="1042142" y="0"/>
                </a:lnTo>
                <a:cubicBezTo>
                  <a:pt x="1130446" y="0"/>
                  <a:pt x="1202000" y="71554"/>
                  <a:pt x="1202000" y="159858"/>
                </a:cubicBezTo>
                <a:lnTo>
                  <a:pt x="1202000" y="1855844"/>
                </a:lnTo>
                <a:cubicBezTo>
                  <a:pt x="1560211" y="1646556"/>
                  <a:pt x="1976891" y="1526646"/>
                  <a:pt x="2421636" y="1526646"/>
                </a:cubicBezTo>
                <a:cubicBezTo>
                  <a:pt x="3759032" y="1526646"/>
                  <a:pt x="4843273" y="2610887"/>
                  <a:pt x="4843273" y="3948283"/>
                </a:cubicBezTo>
                <a:lnTo>
                  <a:pt x="4843272" y="3948283"/>
                </a:lnTo>
                <a:cubicBezTo>
                  <a:pt x="4843272" y="5285742"/>
                  <a:pt x="3759032" y="6369919"/>
                  <a:pt x="2421636" y="6369919"/>
                </a:cubicBezTo>
                <a:cubicBezTo>
                  <a:pt x="1085061" y="6369919"/>
                  <a:pt x="1454" y="5287196"/>
                  <a:pt x="0" y="3951001"/>
                </a:cubicBezTo>
                <a:lnTo>
                  <a:pt x="0" y="159858"/>
                </a:lnTo>
                <a:cubicBezTo>
                  <a:pt x="0" y="71554"/>
                  <a:pt x="71553" y="0"/>
                  <a:pt x="1598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377550"/>
            <a:ext cx="6037443" cy="1200329"/>
          </a:xfrm>
        </p:spPr>
        <p:txBody>
          <a:bodyPr wrap="square" anchor="b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6037443" cy="523220"/>
          </a:xfr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41916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Div 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7FCF90E3-334A-21AB-4446-CD998CAADC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" y="2"/>
            <a:ext cx="12191998" cy="6857999"/>
          </a:xfrm>
          <a:custGeom>
            <a:avLst/>
            <a:gdLst>
              <a:gd name="connsiteX0" fmla="*/ 9272077 w 12191998"/>
              <a:gd name="connsiteY0" fmla="*/ 5915300 h 6857999"/>
              <a:gd name="connsiteX1" fmla="*/ 9162278 w 12191998"/>
              <a:gd name="connsiteY1" fmla="*/ 6039506 h 6857999"/>
              <a:gd name="connsiteX2" fmla="*/ 9162279 w 12191998"/>
              <a:gd name="connsiteY2" fmla="*/ 6039506 h 6857999"/>
              <a:gd name="connsiteX3" fmla="*/ 9286025 w 12191998"/>
              <a:gd name="connsiteY3" fmla="*/ 6149808 h 6857999"/>
              <a:gd name="connsiteX4" fmla="*/ 9388954 w 12191998"/>
              <a:gd name="connsiteY4" fmla="*/ 6064766 h 6857999"/>
              <a:gd name="connsiteX5" fmla="*/ 9379239 w 12191998"/>
              <a:gd name="connsiteY5" fmla="*/ 6056144 h 6857999"/>
              <a:gd name="connsiteX6" fmla="*/ 9355593 w 12191998"/>
              <a:gd name="connsiteY6" fmla="*/ 6057549 h 6857999"/>
              <a:gd name="connsiteX7" fmla="*/ 9345947 w 12191998"/>
              <a:gd name="connsiteY7" fmla="*/ 6066353 h 6857999"/>
              <a:gd name="connsiteX8" fmla="*/ 9284291 w 12191998"/>
              <a:gd name="connsiteY8" fmla="*/ 6112630 h 6857999"/>
              <a:gd name="connsiteX9" fmla="*/ 9204739 w 12191998"/>
              <a:gd name="connsiteY9" fmla="*/ 6036973 h 6857999"/>
              <a:gd name="connsiteX10" fmla="*/ 9274801 w 12191998"/>
              <a:gd name="connsiteY10" fmla="*/ 5952911 h 6857999"/>
              <a:gd name="connsiteX11" fmla="*/ 9341497 w 12191998"/>
              <a:gd name="connsiteY11" fmla="*/ 5991555 h 6857999"/>
              <a:gd name="connsiteX12" fmla="*/ 9352600 w 12191998"/>
              <a:gd name="connsiteY12" fmla="*/ 5999128 h 6857999"/>
              <a:gd name="connsiteX13" fmla="*/ 9376255 w 12191998"/>
              <a:gd name="connsiteY13" fmla="*/ 5997731 h 6857999"/>
              <a:gd name="connsiteX14" fmla="*/ 9384817 w 12191998"/>
              <a:gd name="connsiteY14" fmla="*/ 5987044 h 6857999"/>
              <a:gd name="connsiteX15" fmla="*/ 9272077 w 12191998"/>
              <a:gd name="connsiteY15" fmla="*/ 5915300 h 6857999"/>
              <a:gd name="connsiteX16" fmla="*/ 8975140 w 12191998"/>
              <a:gd name="connsiteY16" fmla="*/ 5853322 h 6857999"/>
              <a:gd name="connsiteX17" fmla="*/ 8976103 w 12191998"/>
              <a:gd name="connsiteY17" fmla="*/ 5853444 h 6857999"/>
              <a:gd name="connsiteX18" fmla="*/ 9024410 w 12191998"/>
              <a:gd name="connsiteY18" fmla="*/ 6027883 h 6857999"/>
              <a:gd name="connsiteX19" fmla="*/ 8887600 w 12191998"/>
              <a:gd name="connsiteY19" fmla="*/ 6011974 h 6857999"/>
              <a:gd name="connsiteX20" fmla="*/ 9479479 w 12191998"/>
              <a:gd name="connsiteY20" fmla="*/ 5830778 h 6857999"/>
              <a:gd name="connsiteX21" fmla="*/ 9457203 w 12191998"/>
              <a:gd name="connsiteY21" fmla="*/ 5835228 h 6857999"/>
              <a:gd name="connsiteX22" fmla="*/ 9449613 w 12191998"/>
              <a:gd name="connsiteY22" fmla="*/ 5846600 h 6857999"/>
              <a:gd name="connsiteX23" fmla="*/ 9460014 w 12191998"/>
              <a:gd name="connsiteY23" fmla="*/ 5898741 h 6857999"/>
              <a:gd name="connsiteX24" fmla="*/ 9417822 w 12191998"/>
              <a:gd name="connsiteY24" fmla="*/ 5907147 h 6857999"/>
              <a:gd name="connsiteX25" fmla="*/ 9410701 w 12191998"/>
              <a:gd name="connsiteY25" fmla="*/ 5918431 h 6857999"/>
              <a:gd name="connsiteX26" fmla="*/ 9413919 w 12191998"/>
              <a:gd name="connsiteY26" fmla="*/ 5934548 h 6857999"/>
              <a:gd name="connsiteX27" fmla="*/ 9424814 w 12191998"/>
              <a:gd name="connsiteY27" fmla="*/ 5942225 h 6857999"/>
              <a:gd name="connsiteX28" fmla="*/ 9467005 w 12191998"/>
              <a:gd name="connsiteY28" fmla="*/ 5933820 h 6857999"/>
              <a:gd name="connsiteX29" fmla="*/ 9488734 w 12191998"/>
              <a:gd name="connsiteY29" fmla="*/ 6042847 h 6857999"/>
              <a:gd name="connsiteX30" fmla="*/ 9584160 w 12191998"/>
              <a:gd name="connsiteY30" fmla="*/ 6108606 h 6857999"/>
              <a:gd name="connsiteX31" fmla="*/ 9626646 w 12191998"/>
              <a:gd name="connsiteY31" fmla="*/ 6091743 h 6857999"/>
              <a:gd name="connsiteX32" fmla="*/ 9631677 w 12191998"/>
              <a:gd name="connsiteY32" fmla="*/ 6079903 h 6857999"/>
              <a:gd name="connsiteX33" fmla="*/ 9628277 w 12191998"/>
              <a:gd name="connsiteY33" fmla="*/ 6062840 h 6857999"/>
              <a:gd name="connsiteX34" fmla="*/ 9616055 w 12191998"/>
              <a:gd name="connsiteY34" fmla="*/ 6058373 h 6857999"/>
              <a:gd name="connsiteX35" fmla="*/ 9583995 w 12191998"/>
              <a:gd name="connsiteY35" fmla="*/ 6070682 h 6857999"/>
              <a:gd name="connsiteX36" fmla="*/ 9529130 w 12191998"/>
              <a:gd name="connsiteY36" fmla="*/ 6032827 h 6857999"/>
              <a:gd name="connsiteX37" fmla="*/ 9507774 w 12191998"/>
              <a:gd name="connsiteY37" fmla="*/ 5925683 h 6857999"/>
              <a:gd name="connsiteX38" fmla="*/ 9585044 w 12191998"/>
              <a:gd name="connsiteY38" fmla="*/ 5910278 h 6857999"/>
              <a:gd name="connsiteX39" fmla="*/ 9592626 w 12191998"/>
              <a:gd name="connsiteY39" fmla="*/ 5898906 h 6857999"/>
              <a:gd name="connsiteX40" fmla="*/ 9589425 w 12191998"/>
              <a:gd name="connsiteY40" fmla="*/ 5882798 h 6857999"/>
              <a:gd name="connsiteX41" fmla="*/ 9578053 w 12191998"/>
              <a:gd name="connsiteY41" fmla="*/ 5875199 h 6857999"/>
              <a:gd name="connsiteX42" fmla="*/ 9500774 w 12191998"/>
              <a:gd name="connsiteY42" fmla="*/ 5890605 h 6857999"/>
              <a:gd name="connsiteX43" fmla="*/ 9490382 w 12191998"/>
              <a:gd name="connsiteY43" fmla="*/ 5838464 h 6857999"/>
              <a:gd name="connsiteX44" fmla="*/ 9479479 w 12191998"/>
              <a:gd name="connsiteY44" fmla="*/ 5830778 h 6857999"/>
              <a:gd name="connsiteX45" fmla="*/ 9783563 w 12191998"/>
              <a:gd name="connsiteY45" fmla="*/ 5809222 h 6857999"/>
              <a:gd name="connsiteX46" fmla="*/ 9762736 w 12191998"/>
              <a:gd name="connsiteY46" fmla="*/ 5817029 h 6857999"/>
              <a:gd name="connsiteX47" fmla="*/ 9757089 w 12191998"/>
              <a:gd name="connsiteY47" fmla="*/ 5829468 h 6857999"/>
              <a:gd name="connsiteX48" fmla="*/ 9829398 w 12191998"/>
              <a:gd name="connsiteY48" fmla="*/ 6022280 h 6857999"/>
              <a:gd name="connsiteX49" fmla="*/ 9841845 w 12191998"/>
              <a:gd name="connsiteY49" fmla="*/ 6027944 h 6857999"/>
              <a:gd name="connsiteX50" fmla="*/ 9862663 w 12191998"/>
              <a:gd name="connsiteY50" fmla="*/ 6020128 h 6857999"/>
              <a:gd name="connsiteX51" fmla="*/ 9868328 w 12191998"/>
              <a:gd name="connsiteY51" fmla="*/ 6007690 h 6857999"/>
              <a:gd name="connsiteX52" fmla="*/ 9796011 w 12191998"/>
              <a:gd name="connsiteY52" fmla="*/ 5814878 h 6857999"/>
              <a:gd name="connsiteX53" fmla="*/ 9783563 w 12191998"/>
              <a:gd name="connsiteY53" fmla="*/ 5809222 h 6857999"/>
              <a:gd name="connsiteX54" fmla="*/ 8969398 w 12191998"/>
              <a:gd name="connsiteY54" fmla="*/ 5798171 h 6857999"/>
              <a:gd name="connsiteX55" fmla="*/ 8957514 w 12191998"/>
              <a:gd name="connsiteY55" fmla="*/ 5804079 h 6857999"/>
              <a:gd name="connsiteX56" fmla="*/ 8787577 w 12191998"/>
              <a:gd name="connsiteY56" fmla="*/ 6106403 h 6857999"/>
              <a:gd name="connsiteX57" fmla="*/ 8793493 w 12191998"/>
              <a:gd name="connsiteY57" fmla="*/ 6118277 h 6857999"/>
              <a:gd name="connsiteX58" fmla="*/ 8818934 w 12191998"/>
              <a:gd name="connsiteY58" fmla="*/ 6121244 h 6857999"/>
              <a:gd name="connsiteX59" fmla="*/ 8830818 w 12191998"/>
              <a:gd name="connsiteY59" fmla="*/ 6115320 h 6857999"/>
              <a:gd name="connsiteX60" fmla="*/ 8867172 w 12191998"/>
              <a:gd name="connsiteY60" fmla="*/ 6049482 h 6857999"/>
              <a:gd name="connsiteX61" fmla="*/ 9035670 w 12191998"/>
              <a:gd name="connsiteY61" fmla="*/ 6069095 h 6857999"/>
              <a:gd name="connsiteX62" fmla="*/ 9055950 w 12191998"/>
              <a:gd name="connsiteY62" fmla="*/ 6141516 h 6857999"/>
              <a:gd name="connsiteX63" fmla="*/ 9066159 w 12191998"/>
              <a:gd name="connsiteY63" fmla="*/ 6149999 h 6857999"/>
              <a:gd name="connsiteX64" fmla="*/ 9092078 w 12191998"/>
              <a:gd name="connsiteY64" fmla="*/ 6153018 h 6857999"/>
              <a:gd name="connsiteX65" fmla="*/ 9100084 w 12191998"/>
              <a:gd name="connsiteY65" fmla="*/ 6142756 h 6857999"/>
              <a:gd name="connsiteX66" fmla="*/ 9004078 w 12191998"/>
              <a:gd name="connsiteY66" fmla="*/ 5809500 h 6857999"/>
              <a:gd name="connsiteX67" fmla="*/ 8993877 w 12191998"/>
              <a:gd name="connsiteY67" fmla="*/ 5801008 h 6857999"/>
              <a:gd name="connsiteX68" fmla="*/ 9737347 w 12191998"/>
              <a:gd name="connsiteY68" fmla="*/ 5717622 h 6857999"/>
              <a:gd name="connsiteX69" fmla="*/ 9719807 w 12191998"/>
              <a:gd name="connsiteY69" fmla="*/ 5756206 h 6857999"/>
              <a:gd name="connsiteX70" fmla="*/ 9758382 w 12191998"/>
              <a:gd name="connsiteY70" fmla="*/ 5773745 h 6857999"/>
              <a:gd name="connsiteX71" fmla="*/ 9775930 w 12191998"/>
              <a:gd name="connsiteY71" fmla="*/ 5735162 h 6857999"/>
              <a:gd name="connsiteX72" fmla="*/ 9737347 w 12191998"/>
              <a:gd name="connsiteY72" fmla="*/ 5717622 h 6857999"/>
              <a:gd name="connsiteX73" fmla="*/ 10003746 w 12191998"/>
              <a:gd name="connsiteY73" fmla="*/ 5709721 h 6857999"/>
              <a:gd name="connsiteX74" fmla="*/ 9967241 w 12191998"/>
              <a:gd name="connsiteY74" fmla="*/ 5721144 h 6857999"/>
              <a:gd name="connsiteX75" fmla="*/ 9915794 w 12191998"/>
              <a:gd name="connsiteY75" fmla="*/ 5793583 h 6857999"/>
              <a:gd name="connsiteX76" fmla="*/ 9914935 w 12191998"/>
              <a:gd name="connsiteY76" fmla="*/ 5794025 h 6857999"/>
              <a:gd name="connsiteX77" fmla="*/ 9902834 w 12191998"/>
              <a:gd name="connsiteY77" fmla="*/ 5770344 h 6857999"/>
              <a:gd name="connsiteX78" fmla="*/ 9889823 w 12191998"/>
              <a:gd name="connsiteY78" fmla="*/ 5766146 h 6857999"/>
              <a:gd name="connsiteX79" fmla="*/ 9870454 w 12191998"/>
              <a:gd name="connsiteY79" fmla="*/ 5776035 h 6857999"/>
              <a:gd name="connsiteX80" fmla="*/ 9866255 w 12191998"/>
              <a:gd name="connsiteY80" fmla="*/ 5789046 h 6857999"/>
              <a:gd name="connsiteX81" fmla="*/ 9959963 w 12191998"/>
              <a:gd name="connsiteY81" fmla="*/ 5972385 h 6857999"/>
              <a:gd name="connsiteX82" fmla="*/ 9972974 w 12191998"/>
              <a:gd name="connsiteY82" fmla="*/ 5976601 h 6857999"/>
              <a:gd name="connsiteX83" fmla="*/ 9992760 w 12191998"/>
              <a:gd name="connsiteY83" fmla="*/ 5966486 h 6857999"/>
              <a:gd name="connsiteX84" fmla="*/ 9996967 w 12191998"/>
              <a:gd name="connsiteY84" fmla="*/ 5953475 h 6857999"/>
              <a:gd name="connsiteX85" fmla="*/ 9944844 w 12191998"/>
              <a:gd name="connsiteY85" fmla="*/ 5851466 h 6857999"/>
              <a:gd name="connsiteX86" fmla="*/ 9975585 w 12191998"/>
              <a:gd name="connsiteY86" fmla="*/ 5759761 h 6857999"/>
              <a:gd name="connsiteX87" fmla="*/ 10057583 w 12191998"/>
              <a:gd name="connsiteY87" fmla="*/ 5791674 h 6857999"/>
              <a:gd name="connsiteX88" fmla="*/ 10110592 w 12191998"/>
              <a:gd name="connsiteY88" fmla="*/ 5895401 h 6857999"/>
              <a:gd name="connsiteX89" fmla="*/ 10123603 w 12191998"/>
              <a:gd name="connsiteY89" fmla="*/ 5899608 h 6857999"/>
              <a:gd name="connsiteX90" fmla="*/ 10143823 w 12191998"/>
              <a:gd name="connsiteY90" fmla="*/ 5889268 h 6857999"/>
              <a:gd name="connsiteX91" fmla="*/ 10147604 w 12191998"/>
              <a:gd name="connsiteY91" fmla="*/ 5876473 h 6857999"/>
              <a:gd name="connsiteX92" fmla="*/ 10090415 w 12191998"/>
              <a:gd name="connsiteY92" fmla="*/ 5764576 h 6857999"/>
              <a:gd name="connsiteX93" fmla="*/ 10003746 w 12191998"/>
              <a:gd name="connsiteY93" fmla="*/ 5709721 h 6857999"/>
              <a:gd name="connsiteX94" fmla="*/ 10412356 w 12191998"/>
              <a:gd name="connsiteY94" fmla="*/ 5474319 h 6857999"/>
              <a:gd name="connsiteX95" fmla="*/ 10465854 w 12191998"/>
              <a:gd name="connsiteY95" fmla="*/ 5502292 h 6857999"/>
              <a:gd name="connsiteX96" fmla="*/ 10464241 w 12191998"/>
              <a:gd name="connsiteY96" fmla="*/ 5612386 h 6857999"/>
              <a:gd name="connsiteX97" fmla="*/ 10354112 w 12191998"/>
              <a:gd name="connsiteY97" fmla="*/ 5604267 h 6857999"/>
              <a:gd name="connsiteX98" fmla="*/ 10356411 w 12191998"/>
              <a:gd name="connsiteY98" fmla="*/ 5494208 h 6857999"/>
              <a:gd name="connsiteX99" fmla="*/ 10412356 w 12191998"/>
              <a:gd name="connsiteY99" fmla="*/ 5474319 h 6857999"/>
              <a:gd name="connsiteX100" fmla="*/ 10157606 w 12191998"/>
              <a:gd name="connsiteY100" fmla="*/ 5472254 h 6857999"/>
              <a:gd name="connsiteX101" fmla="*/ 10129709 w 12191998"/>
              <a:gd name="connsiteY101" fmla="*/ 5486332 h 6857999"/>
              <a:gd name="connsiteX102" fmla="*/ 10116082 w 12191998"/>
              <a:gd name="connsiteY102" fmla="*/ 5615830 h 6857999"/>
              <a:gd name="connsiteX103" fmla="*/ 10127393 w 12191998"/>
              <a:gd name="connsiteY103" fmla="*/ 5632112 h 6857999"/>
              <a:gd name="connsiteX104" fmla="*/ 10092453 w 12191998"/>
              <a:gd name="connsiteY104" fmla="*/ 5656365 h 6857999"/>
              <a:gd name="connsiteX105" fmla="*/ 10090432 w 12191998"/>
              <a:gd name="connsiteY105" fmla="*/ 5669550 h 6857999"/>
              <a:gd name="connsiteX106" fmla="*/ 10099800 w 12191998"/>
              <a:gd name="connsiteY106" fmla="*/ 5683038 h 6857999"/>
              <a:gd name="connsiteX107" fmla="*/ 10112846 w 12191998"/>
              <a:gd name="connsiteY107" fmla="*/ 5685745 h 6857999"/>
              <a:gd name="connsiteX108" fmla="*/ 10147786 w 12191998"/>
              <a:gd name="connsiteY108" fmla="*/ 5661483 h 6857999"/>
              <a:gd name="connsiteX109" fmla="*/ 10250342 w 12191998"/>
              <a:gd name="connsiteY109" fmla="*/ 5809162 h 6857999"/>
              <a:gd name="connsiteX110" fmla="*/ 10263405 w 12191998"/>
              <a:gd name="connsiteY110" fmla="*/ 5811868 h 6857999"/>
              <a:gd name="connsiteX111" fmla="*/ 10282055 w 12191998"/>
              <a:gd name="connsiteY111" fmla="*/ 5798900 h 6857999"/>
              <a:gd name="connsiteX112" fmla="*/ 10284492 w 12191998"/>
              <a:gd name="connsiteY112" fmla="*/ 5785446 h 6857999"/>
              <a:gd name="connsiteX113" fmla="*/ 10181937 w 12191998"/>
              <a:gd name="connsiteY113" fmla="*/ 5637767 h 6857999"/>
              <a:gd name="connsiteX114" fmla="*/ 10239100 w 12191998"/>
              <a:gd name="connsiteY114" fmla="*/ 5598074 h 6857999"/>
              <a:gd name="connsiteX115" fmla="*/ 10241121 w 12191998"/>
              <a:gd name="connsiteY115" fmla="*/ 5584906 h 6857999"/>
              <a:gd name="connsiteX116" fmla="*/ 10231753 w 12191998"/>
              <a:gd name="connsiteY116" fmla="*/ 5571400 h 6857999"/>
              <a:gd name="connsiteX117" fmla="*/ 10218698 w 12191998"/>
              <a:gd name="connsiteY117" fmla="*/ 5568703 h 6857999"/>
              <a:gd name="connsiteX118" fmla="*/ 10161535 w 12191998"/>
              <a:gd name="connsiteY118" fmla="*/ 5608405 h 6857999"/>
              <a:gd name="connsiteX119" fmla="*/ 10149677 w 12191998"/>
              <a:gd name="connsiteY119" fmla="*/ 5591334 h 6857999"/>
              <a:gd name="connsiteX120" fmla="*/ 10157181 w 12191998"/>
              <a:gd name="connsiteY120" fmla="*/ 5513153 h 6857999"/>
              <a:gd name="connsiteX121" fmla="*/ 10175345 w 12191998"/>
              <a:gd name="connsiteY121" fmla="*/ 5502892 h 6857999"/>
              <a:gd name="connsiteX122" fmla="*/ 10179404 w 12191998"/>
              <a:gd name="connsiteY122" fmla="*/ 5490071 h 6857999"/>
              <a:gd name="connsiteX123" fmla="*/ 10169749 w 12191998"/>
              <a:gd name="connsiteY123" fmla="*/ 5476183 h 6857999"/>
              <a:gd name="connsiteX124" fmla="*/ 10157606 w 12191998"/>
              <a:gd name="connsiteY124" fmla="*/ 5472254 h 6857999"/>
              <a:gd name="connsiteX125" fmla="*/ 10415878 w 12191998"/>
              <a:gd name="connsiteY125" fmla="*/ 5434795 h 6857999"/>
              <a:gd name="connsiteX126" fmla="*/ 10331004 w 12191998"/>
              <a:gd name="connsiteY126" fmla="*/ 5466363 h 6857999"/>
              <a:gd name="connsiteX127" fmla="*/ 10322694 w 12191998"/>
              <a:gd name="connsiteY127" fmla="*/ 5632944 h 6857999"/>
              <a:gd name="connsiteX128" fmla="*/ 10489335 w 12191998"/>
              <a:gd name="connsiteY128" fmla="*/ 5639883 h 6857999"/>
              <a:gd name="connsiteX129" fmla="*/ 10497272 w 12191998"/>
              <a:gd name="connsiteY129" fmla="*/ 5473624 h 6857999"/>
              <a:gd name="connsiteX130" fmla="*/ 10415878 w 12191998"/>
              <a:gd name="connsiteY130" fmla="*/ 5434795 h 6857999"/>
              <a:gd name="connsiteX131" fmla="*/ 10539360 w 12191998"/>
              <a:gd name="connsiteY131" fmla="*/ 5244424 h 6857999"/>
              <a:gd name="connsiteX132" fmla="*/ 10529940 w 12191998"/>
              <a:gd name="connsiteY132" fmla="*/ 5254192 h 6857999"/>
              <a:gd name="connsiteX133" fmla="*/ 10520606 w 12191998"/>
              <a:gd name="connsiteY133" fmla="*/ 5341498 h 6857999"/>
              <a:gd name="connsiteX134" fmla="*/ 10520303 w 12191998"/>
              <a:gd name="connsiteY134" fmla="*/ 5341871 h 6857999"/>
              <a:gd name="connsiteX135" fmla="*/ 10493221 w 12191998"/>
              <a:gd name="connsiteY135" fmla="*/ 5319248 h 6857999"/>
              <a:gd name="connsiteX136" fmla="*/ 10479603 w 12191998"/>
              <a:gd name="connsiteY136" fmla="*/ 5320463 h 6857999"/>
              <a:gd name="connsiteX137" fmla="*/ 10465663 w 12191998"/>
              <a:gd name="connsiteY137" fmla="*/ 5337152 h 6857999"/>
              <a:gd name="connsiteX138" fmla="*/ 10466878 w 12191998"/>
              <a:gd name="connsiteY138" fmla="*/ 5350771 h 6857999"/>
              <a:gd name="connsiteX139" fmla="*/ 10624888 w 12191998"/>
              <a:gd name="connsiteY139" fmla="*/ 5482793 h 6857999"/>
              <a:gd name="connsiteX140" fmla="*/ 10638506 w 12191998"/>
              <a:gd name="connsiteY140" fmla="*/ 5481570 h 6857999"/>
              <a:gd name="connsiteX141" fmla="*/ 10652767 w 12191998"/>
              <a:gd name="connsiteY141" fmla="*/ 5464508 h 6857999"/>
              <a:gd name="connsiteX142" fmla="*/ 10651552 w 12191998"/>
              <a:gd name="connsiteY142" fmla="*/ 5450897 h 6857999"/>
              <a:gd name="connsiteX143" fmla="*/ 10583668 w 12191998"/>
              <a:gd name="connsiteY143" fmla="*/ 5394185 h 6857999"/>
              <a:gd name="connsiteX144" fmla="*/ 10559310 w 12191998"/>
              <a:gd name="connsiteY144" fmla="*/ 5279347 h 6857999"/>
              <a:gd name="connsiteX145" fmla="*/ 10567430 w 12191998"/>
              <a:gd name="connsiteY145" fmla="*/ 5270386 h 6857999"/>
              <a:gd name="connsiteX146" fmla="*/ 10567629 w 12191998"/>
              <a:gd name="connsiteY146" fmla="*/ 5257331 h 6857999"/>
              <a:gd name="connsiteX147" fmla="*/ 10553152 w 12191998"/>
              <a:gd name="connsiteY147" fmla="*/ 5245248 h 6857999"/>
              <a:gd name="connsiteX148" fmla="*/ 10539360 w 12191998"/>
              <a:gd name="connsiteY148" fmla="*/ 5244424 h 6857999"/>
              <a:gd name="connsiteX149" fmla="*/ 10770614 w 12191998"/>
              <a:gd name="connsiteY149" fmla="*/ 4927348 h 6857999"/>
              <a:gd name="connsiteX150" fmla="*/ 10709817 w 12191998"/>
              <a:gd name="connsiteY150" fmla="*/ 4970144 h 6857999"/>
              <a:gd name="connsiteX151" fmla="*/ 10710936 w 12191998"/>
              <a:gd name="connsiteY151" fmla="*/ 5062655 h 6857999"/>
              <a:gd name="connsiteX152" fmla="*/ 10710216 w 12191998"/>
              <a:gd name="connsiteY152" fmla="*/ 5063905 h 6857999"/>
              <a:gd name="connsiteX153" fmla="*/ 10633059 w 12191998"/>
              <a:gd name="connsiteY153" fmla="*/ 5104413 h 6857999"/>
              <a:gd name="connsiteX154" fmla="*/ 10634230 w 12191998"/>
              <a:gd name="connsiteY154" fmla="*/ 5188042 h 6857999"/>
              <a:gd name="connsiteX155" fmla="*/ 10633510 w 12191998"/>
              <a:gd name="connsiteY155" fmla="*/ 5189308 h 6857999"/>
              <a:gd name="connsiteX156" fmla="*/ 10609178 w 12191998"/>
              <a:gd name="connsiteY156" fmla="*/ 5175395 h 6857999"/>
              <a:gd name="connsiteX157" fmla="*/ 10595993 w 12191998"/>
              <a:gd name="connsiteY157" fmla="*/ 5178986 h 6857999"/>
              <a:gd name="connsiteX158" fmla="*/ 10585437 w 12191998"/>
              <a:gd name="connsiteY158" fmla="*/ 5197445 h 6857999"/>
              <a:gd name="connsiteX159" fmla="*/ 10589028 w 12191998"/>
              <a:gd name="connsiteY159" fmla="*/ 5210638 h 6857999"/>
              <a:gd name="connsiteX160" fmla="*/ 10767778 w 12191998"/>
              <a:gd name="connsiteY160" fmla="*/ 5312830 h 6857999"/>
              <a:gd name="connsiteX161" fmla="*/ 10780963 w 12191998"/>
              <a:gd name="connsiteY161" fmla="*/ 5309230 h 6857999"/>
              <a:gd name="connsiteX162" fmla="*/ 10791997 w 12191998"/>
              <a:gd name="connsiteY162" fmla="*/ 5289930 h 6857999"/>
              <a:gd name="connsiteX163" fmla="*/ 10788406 w 12191998"/>
              <a:gd name="connsiteY163" fmla="*/ 5276744 h 6857999"/>
              <a:gd name="connsiteX164" fmla="*/ 10688964 w 12191998"/>
              <a:gd name="connsiteY164" fmla="*/ 5219893 h 6857999"/>
              <a:gd name="connsiteX165" fmla="*/ 10660929 w 12191998"/>
              <a:gd name="connsiteY165" fmla="*/ 5132596 h 6857999"/>
              <a:gd name="connsiteX166" fmla="*/ 10744141 w 12191998"/>
              <a:gd name="connsiteY166" fmla="*/ 5119489 h 6857999"/>
              <a:gd name="connsiteX167" fmla="*/ 10845257 w 12191998"/>
              <a:gd name="connsiteY167" fmla="*/ 5177303 h 6857999"/>
              <a:gd name="connsiteX168" fmla="*/ 10858450 w 12191998"/>
              <a:gd name="connsiteY168" fmla="*/ 5173703 h 6857999"/>
              <a:gd name="connsiteX169" fmla="*/ 10869493 w 12191998"/>
              <a:gd name="connsiteY169" fmla="*/ 5154403 h 6857999"/>
              <a:gd name="connsiteX170" fmla="*/ 10865893 w 12191998"/>
              <a:gd name="connsiteY170" fmla="*/ 5141218 h 6857999"/>
              <a:gd name="connsiteX171" fmla="*/ 10766451 w 12191998"/>
              <a:gd name="connsiteY171" fmla="*/ 5084358 h 6857999"/>
              <a:gd name="connsiteX172" fmla="*/ 10738407 w 12191998"/>
              <a:gd name="connsiteY172" fmla="*/ 4997070 h 6857999"/>
              <a:gd name="connsiteX173" fmla="*/ 10821620 w 12191998"/>
              <a:gd name="connsiteY173" fmla="*/ 4983954 h 6857999"/>
              <a:gd name="connsiteX174" fmla="*/ 10922744 w 12191998"/>
              <a:gd name="connsiteY174" fmla="*/ 5041768 h 6857999"/>
              <a:gd name="connsiteX175" fmla="*/ 10935686 w 12191998"/>
              <a:gd name="connsiteY175" fmla="*/ 5038602 h 6857999"/>
              <a:gd name="connsiteX176" fmla="*/ 10946963 w 12191998"/>
              <a:gd name="connsiteY176" fmla="*/ 5018876 h 6857999"/>
              <a:gd name="connsiteX177" fmla="*/ 10943371 w 12191998"/>
              <a:gd name="connsiteY177" fmla="*/ 5005683 h 6857999"/>
              <a:gd name="connsiteX178" fmla="*/ 10833442 w 12191998"/>
              <a:gd name="connsiteY178" fmla="*/ 4942829 h 6857999"/>
              <a:gd name="connsiteX179" fmla="*/ 10796525 w 12191998"/>
              <a:gd name="connsiteY179" fmla="*/ 4928582 h 6857999"/>
              <a:gd name="connsiteX180" fmla="*/ 10770614 w 12191998"/>
              <a:gd name="connsiteY180" fmla="*/ 4927348 h 6857999"/>
              <a:gd name="connsiteX181" fmla="*/ 10891858 w 12191998"/>
              <a:gd name="connsiteY181" fmla="*/ 4697383 h 6857999"/>
              <a:gd name="connsiteX182" fmla="*/ 10920723 w 12191998"/>
              <a:gd name="connsiteY182" fmla="*/ 4698597 h 6857999"/>
              <a:gd name="connsiteX183" fmla="*/ 10875512 w 12191998"/>
              <a:gd name="connsiteY183" fmla="*/ 4835364 h 6857999"/>
              <a:gd name="connsiteX184" fmla="*/ 10837380 w 12191998"/>
              <a:gd name="connsiteY184" fmla="*/ 4745889 h 6857999"/>
              <a:gd name="connsiteX185" fmla="*/ 10891858 w 12191998"/>
              <a:gd name="connsiteY185" fmla="*/ 4697383 h 6857999"/>
              <a:gd name="connsiteX186" fmla="*/ 10902265 w 12191998"/>
              <a:gd name="connsiteY186" fmla="*/ 4656358 h 6857999"/>
              <a:gd name="connsiteX187" fmla="*/ 10804488 w 12191998"/>
              <a:gd name="connsiteY187" fmla="*/ 4734508 h 6857999"/>
              <a:gd name="connsiteX188" fmla="*/ 10879607 w 12191998"/>
              <a:gd name="connsiteY188" fmla="*/ 4881519 h 6857999"/>
              <a:gd name="connsiteX189" fmla="*/ 11027998 w 12191998"/>
              <a:gd name="connsiteY189" fmla="*/ 4806860 h 6857999"/>
              <a:gd name="connsiteX190" fmla="*/ 10999260 w 12191998"/>
              <a:gd name="connsiteY190" fmla="*/ 4685863 h 6857999"/>
              <a:gd name="connsiteX191" fmla="*/ 10988885 w 12191998"/>
              <a:gd name="connsiteY191" fmla="*/ 4692620 h 6857999"/>
              <a:gd name="connsiteX192" fmla="*/ 10982362 w 12191998"/>
              <a:gd name="connsiteY192" fmla="*/ 4712354 h 6857999"/>
              <a:gd name="connsiteX193" fmla="*/ 10986214 w 12191998"/>
              <a:gd name="connsiteY193" fmla="*/ 4725339 h 6857999"/>
              <a:gd name="connsiteX194" fmla="*/ 10994645 w 12191998"/>
              <a:gd name="connsiteY194" fmla="*/ 4795323 h 6857999"/>
              <a:gd name="connsiteX195" fmla="*/ 10905959 w 12191998"/>
              <a:gd name="connsiteY195" fmla="*/ 4846449 h 6857999"/>
              <a:gd name="connsiteX196" fmla="*/ 10961336 w 12191998"/>
              <a:gd name="connsiteY196" fmla="*/ 4678932 h 6857999"/>
              <a:gd name="connsiteX197" fmla="*/ 10954266 w 12191998"/>
              <a:gd name="connsiteY197" fmla="*/ 4664880 h 6857999"/>
              <a:gd name="connsiteX198" fmla="*/ 10950128 w 12191998"/>
              <a:gd name="connsiteY198" fmla="*/ 4663518 h 6857999"/>
              <a:gd name="connsiteX199" fmla="*/ 10902265 w 12191998"/>
              <a:gd name="connsiteY199" fmla="*/ 4656358 h 6857999"/>
              <a:gd name="connsiteX200" fmla="*/ 10997751 w 12191998"/>
              <a:gd name="connsiteY200" fmla="*/ 4412884 h 6857999"/>
              <a:gd name="connsiteX201" fmla="*/ 11064985 w 12191998"/>
              <a:gd name="connsiteY201" fmla="*/ 4500468 h 6857999"/>
              <a:gd name="connsiteX202" fmla="*/ 10973801 w 12191998"/>
              <a:gd name="connsiteY202" fmla="*/ 4562732 h 6857999"/>
              <a:gd name="connsiteX203" fmla="*/ 10907027 w 12191998"/>
              <a:gd name="connsiteY203" fmla="*/ 4475226 h 6857999"/>
              <a:gd name="connsiteX204" fmla="*/ 10997751 w 12191998"/>
              <a:gd name="connsiteY204" fmla="*/ 4412884 h 6857999"/>
              <a:gd name="connsiteX205" fmla="*/ 10790818 w 12191998"/>
              <a:gd name="connsiteY205" fmla="*/ 4338710 h 6857999"/>
              <a:gd name="connsiteX206" fmla="*/ 10779758 w 12191998"/>
              <a:gd name="connsiteY206" fmla="*/ 4346726 h 6857999"/>
              <a:gd name="connsiteX207" fmla="*/ 10776245 w 12191998"/>
              <a:gd name="connsiteY207" fmla="*/ 4368680 h 6857999"/>
              <a:gd name="connsiteX208" fmla="*/ 10784269 w 12191998"/>
              <a:gd name="connsiteY208" fmla="*/ 4379748 h 6857999"/>
              <a:gd name="connsiteX209" fmla="*/ 10922189 w 12191998"/>
              <a:gd name="connsiteY209" fmla="*/ 4401790 h 6857999"/>
              <a:gd name="connsiteX210" fmla="*/ 10921877 w 12191998"/>
              <a:gd name="connsiteY210" fmla="*/ 4403698 h 6857999"/>
              <a:gd name="connsiteX211" fmla="*/ 10868886 w 12191998"/>
              <a:gd name="connsiteY211" fmla="*/ 4475009 h 6857999"/>
              <a:gd name="connsiteX212" fmla="*/ 10967087 w 12191998"/>
              <a:gd name="connsiteY212" fmla="*/ 4604732 h 6857999"/>
              <a:gd name="connsiteX213" fmla="*/ 11100896 w 12191998"/>
              <a:gd name="connsiteY213" fmla="*/ 4511588 h 6857999"/>
              <a:gd name="connsiteX214" fmla="*/ 11072922 w 12191998"/>
              <a:gd name="connsiteY214" fmla="*/ 4426364 h 6857999"/>
              <a:gd name="connsiteX215" fmla="*/ 11073069 w 12191998"/>
              <a:gd name="connsiteY215" fmla="*/ 4425410 h 6857999"/>
              <a:gd name="connsiteX216" fmla="*/ 11099318 w 12191998"/>
              <a:gd name="connsiteY216" fmla="*/ 4429599 h 6857999"/>
              <a:gd name="connsiteX217" fmla="*/ 11110395 w 12191998"/>
              <a:gd name="connsiteY217" fmla="*/ 4421576 h 6857999"/>
              <a:gd name="connsiteX218" fmla="*/ 11113812 w 12191998"/>
              <a:gd name="connsiteY218" fmla="*/ 4400098 h 6857999"/>
              <a:gd name="connsiteX219" fmla="*/ 11105788 w 12191998"/>
              <a:gd name="connsiteY219" fmla="*/ 4389039 h 6857999"/>
              <a:gd name="connsiteX220" fmla="*/ 10890455 w 12191998"/>
              <a:gd name="connsiteY220" fmla="*/ 2499037 h 6857999"/>
              <a:gd name="connsiteX221" fmla="*/ 11588940 w 12191998"/>
              <a:gd name="connsiteY221" fmla="*/ 4196137 h 6857999"/>
              <a:gd name="connsiteX222" fmla="*/ 10882773 w 12191998"/>
              <a:gd name="connsiteY222" fmla="*/ 5900959 h 6857999"/>
              <a:gd name="connsiteX223" fmla="*/ 9177977 w 12191998"/>
              <a:gd name="connsiteY223" fmla="*/ 6607099 h 6857999"/>
              <a:gd name="connsiteX224" fmla="*/ 7473175 w 12191998"/>
              <a:gd name="connsiteY224" fmla="*/ 5900946 h 6857999"/>
              <a:gd name="connsiteX225" fmla="*/ 7471266 w 12191998"/>
              <a:gd name="connsiteY225" fmla="*/ 5898950 h 6857999"/>
              <a:gd name="connsiteX226" fmla="*/ 7470972 w 12191998"/>
              <a:gd name="connsiteY226" fmla="*/ 5898636 h 6857999"/>
              <a:gd name="connsiteX227" fmla="*/ 7466799 w 12191998"/>
              <a:gd name="connsiteY227" fmla="*/ 5133064 h 6857999"/>
              <a:gd name="connsiteX228" fmla="*/ 8232545 w 12191998"/>
              <a:gd name="connsiteY228" fmla="*/ 5137237 h 6857999"/>
              <a:gd name="connsiteX229" fmla="*/ 8234621 w 12191998"/>
              <a:gd name="connsiteY229" fmla="*/ 5139494 h 6857999"/>
              <a:gd name="connsiteX230" fmla="*/ 9177998 w 12191998"/>
              <a:gd name="connsiteY230" fmla="*/ 5529630 h 6857999"/>
              <a:gd name="connsiteX231" fmla="*/ 10121334 w 12191998"/>
              <a:gd name="connsiteY231" fmla="*/ 5139514 h 6857999"/>
              <a:gd name="connsiteX232" fmla="*/ 10128882 w 12191998"/>
              <a:gd name="connsiteY232" fmla="*/ 3260379 h 6857999"/>
              <a:gd name="connsiteX233" fmla="*/ 10894621 w 12191998"/>
              <a:gd name="connsiteY233" fmla="*/ 3264548 h 6857999"/>
              <a:gd name="connsiteX234" fmla="*/ 10876558 w 12191998"/>
              <a:gd name="connsiteY234" fmla="*/ 2465906 h 6857999"/>
              <a:gd name="connsiteX235" fmla="*/ 10880824 w 12191998"/>
              <a:gd name="connsiteY235" fmla="*/ 3250759 h 6857999"/>
              <a:gd name="connsiteX236" fmla="*/ 10112333 w 12191998"/>
              <a:gd name="connsiteY236" fmla="*/ 3246573 h 6857999"/>
              <a:gd name="connsiteX237" fmla="*/ 10110793 w 12191998"/>
              <a:gd name="connsiteY237" fmla="*/ 3246687 h 6857999"/>
              <a:gd name="connsiteX238" fmla="*/ 10099180 w 12191998"/>
              <a:gd name="connsiteY238" fmla="*/ 3250786 h 6857999"/>
              <a:gd name="connsiteX239" fmla="*/ 10107196 w 12191998"/>
              <a:gd name="connsiteY239" fmla="*/ 3258494 h 6857999"/>
              <a:gd name="connsiteX240" fmla="*/ 10109594 w 12191998"/>
              <a:gd name="connsiteY240" fmla="*/ 3260637 h 6857999"/>
              <a:gd name="connsiteX241" fmla="*/ 10111643 w 12191998"/>
              <a:gd name="connsiteY241" fmla="*/ 3262478 h 6857999"/>
              <a:gd name="connsiteX242" fmla="*/ 10498377 w 12191998"/>
              <a:gd name="connsiteY242" fmla="*/ 4196150 h 6857999"/>
              <a:gd name="connsiteX243" fmla="*/ 10111637 w 12191998"/>
              <a:gd name="connsiteY243" fmla="*/ 5129816 h 6857999"/>
              <a:gd name="connsiteX244" fmla="*/ 8244318 w 12191998"/>
              <a:gd name="connsiteY244" fmla="*/ 5129796 h 6857999"/>
              <a:gd name="connsiteX245" fmla="*/ 8242611 w 12191998"/>
              <a:gd name="connsiteY245" fmla="*/ 5127914 h 6857999"/>
              <a:gd name="connsiteX246" fmla="*/ 8240200 w 12191998"/>
              <a:gd name="connsiteY246" fmla="*/ 5125275 h 6857999"/>
              <a:gd name="connsiteX247" fmla="*/ 8235156 w 12191998"/>
              <a:gd name="connsiteY247" fmla="*/ 5120768 h 6857999"/>
              <a:gd name="connsiteX248" fmla="*/ 8232330 w 12191998"/>
              <a:gd name="connsiteY248" fmla="*/ 5123521 h 6857999"/>
              <a:gd name="connsiteX249" fmla="*/ 7453003 w 12191998"/>
              <a:gd name="connsiteY249" fmla="*/ 5119268 h 6857999"/>
              <a:gd name="connsiteX250" fmla="*/ 7457356 w 12191998"/>
              <a:gd name="connsiteY250" fmla="*/ 5918064 h 6857999"/>
              <a:gd name="connsiteX251" fmla="*/ 7464127 w 12191998"/>
              <a:gd name="connsiteY251" fmla="*/ 5911293 h 6857999"/>
              <a:gd name="connsiteX252" fmla="*/ 8265575 w 12191998"/>
              <a:gd name="connsiteY252" fmla="*/ 6443271 h 6857999"/>
              <a:gd name="connsiteX253" fmla="*/ 9177977 w 12191998"/>
              <a:gd name="connsiteY253" fmla="*/ 6620815 h 6857999"/>
              <a:gd name="connsiteX254" fmla="*/ 9177991 w 12191998"/>
              <a:gd name="connsiteY254" fmla="*/ 6620815 h 6857999"/>
              <a:gd name="connsiteX255" fmla="*/ 10090380 w 12191998"/>
              <a:gd name="connsiteY255" fmla="*/ 6443277 h 6857999"/>
              <a:gd name="connsiteX256" fmla="*/ 10892471 w 12191998"/>
              <a:gd name="connsiteY256" fmla="*/ 5910657 h 6857999"/>
              <a:gd name="connsiteX257" fmla="*/ 11425111 w 12191998"/>
              <a:gd name="connsiteY257" fmla="*/ 5108546 h 6857999"/>
              <a:gd name="connsiteX258" fmla="*/ 11602656 w 12191998"/>
              <a:gd name="connsiteY258" fmla="*/ 4196137 h 6857999"/>
              <a:gd name="connsiteX259" fmla="*/ 11425118 w 12191998"/>
              <a:gd name="connsiteY259" fmla="*/ 3283736 h 6857999"/>
              <a:gd name="connsiteX260" fmla="*/ 10892491 w 12191998"/>
              <a:gd name="connsiteY260" fmla="*/ 2481641 h 6857999"/>
              <a:gd name="connsiteX261" fmla="*/ 10890214 w 12191998"/>
              <a:gd name="connsiteY261" fmla="*/ 2479483 h 6857999"/>
              <a:gd name="connsiteX262" fmla="*/ 10888365 w 12191998"/>
              <a:gd name="connsiteY262" fmla="*/ 2477740 h 6857999"/>
              <a:gd name="connsiteX263" fmla="*/ 6930074 w 12191998"/>
              <a:gd name="connsiteY263" fmla="*/ 250899 h 6857999"/>
              <a:gd name="connsiteX264" fmla="*/ 7781002 w 12191998"/>
              <a:gd name="connsiteY264" fmla="*/ 250899 h 6857999"/>
              <a:gd name="connsiteX265" fmla="*/ 7948313 w 12191998"/>
              <a:gd name="connsiteY265" fmla="*/ 418123 h 6857999"/>
              <a:gd name="connsiteX266" fmla="*/ 7948313 w 12191998"/>
              <a:gd name="connsiteY266" fmla="*/ 2108754 h 6857999"/>
              <a:gd name="connsiteX267" fmla="*/ 7958620 w 12191998"/>
              <a:gd name="connsiteY267" fmla="*/ 2102768 h 6857999"/>
              <a:gd name="connsiteX268" fmla="*/ 9312613 w 12191998"/>
              <a:gd name="connsiteY268" fmla="*/ 1781767 h 6857999"/>
              <a:gd name="connsiteX269" fmla="*/ 10625016 w 12191998"/>
              <a:gd name="connsiteY269" fmla="*/ 2266585 h 6857999"/>
              <a:gd name="connsiteX270" fmla="*/ 10628947 w 12191998"/>
              <a:gd name="connsiteY270" fmla="*/ 2994133 h 6857999"/>
              <a:gd name="connsiteX271" fmla="*/ 9761845 w 12191998"/>
              <a:gd name="connsiteY271" fmla="*/ 2994133 h 6857999"/>
              <a:gd name="connsiteX272" fmla="*/ 8225714 w 12191998"/>
              <a:gd name="connsiteY272" fmla="*/ 3244426 h 6857999"/>
              <a:gd name="connsiteX273" fmla="*/ 7844056 w 12191998"/>
              <a:gd name="connsiteY273" fmla="*/ 4037485 h 6857999"/>
              <a:gd name="connsiteX274" fmla="*/ 8025077 w 12191998"/>
              <a:gd name="connsiteY274" fmla="*/ 4871898 h 6857999"/>
              <a:gd name="connsiteX275" fmla="*/ 7201159 w 12191998"/>
              <a:gd name="connsiteY275" fmla="*/ 4867404 h 6857999"/>
              <a:gd name="connsiteX276" fmla="*/ 7205064 w 12191998"/>
              <a:gd name="connsiteY276" fmla="*/ 5586355 h 6857999"/>
              <a:gd name="connsiteX277" fmla="*/ 6762769 w 12191998"/>
              <a:gd name="connsiteY277" fmla="*/ 4048375 h 6857999"/>
              <a:gd name="connsiteX278" fmla="*/ 6762769 w 12191998"/>
              <a:gd name="connsiteY278" fmla="*/ 418123 h 6857999"/>
              <a:gd name="connsiteX279" fmla="*/ 6930074 w 12191998"/>
              <a:gd name="connsiteY279" fmla="*/ 250899 h 6857999"/>
              <a:gd name="connsiteX280" fmla="*/ 6930074 w 12191998"/>
              <a:gd name="connsiteY280" fmla="*/ 237183 h 6857999"/>
              <a:gd name="connsiteX281" fmla="*/ 6749053 w 12191998"/>
              <a:gd name="connsiteY281" fmla="*/ 418123 h 6857999"/>
              <a:gd name="connsiteX282" fmla="*/ 6749067 w 12191998"/>
              <a:gd name="connsiteY282" fmla="*/ 4047980 h 6857999"/>
              <a:gd name="connsiteX283" fmla="*/ 7206490 w 12191998"/>
              <a:gd name="connsiteY283" fmla="*/ 5611798 h 6857999"/>
              <a:gd name="connsiteX284" fmla="*/ 7219007 w 12191998"/>
              <a:gd name="connsiteY284" fmla="*/ 5629010 h 6857999"/>
              <a:gd name="connsiteX285" fmla="*/ 7214955 w 12191998"/>
              <a:gd name="connsiteY285" fmla="*/ 4881200 h 6857999"/>
              <a:gd name="connsiteX286" fmla="*/ 8049555 w 12191998"/>
              <a:gd name="connsiteY286" fmla="*/ 4885748 h 6857999"/>
              <a:gd name="connsiteX287" fmla="*/ 8043132 w 12191998"/>
              <a:gd name="connsiteY287" fmla="*/ 4875246 h 6857999"/>
              <a:gd name="connsiteX288" fmla="*/ 7857692 w 12191998"/>
              <a:gd name="connsiteY288" fmla="*/ 4039006 h 6857999"/>
              <a:gd name="connsiteX289" fmla="*/ 8235411 w 12191998"/>
              <a:gd name="connsiteY289" fmla="*/ 3254124 h 6857999"/>
              <a:gd name="connsiteX290" fmla="*/ 9757171 w 12191998"/>
              <a:gd name="connsiteY290" fmla="*/ 3007129 h 6857999"/>
              <a:gd name="connsiteX291" fmla="*/ 9758617 w 12191998"/>
              <a:gd name="connsiteY291" fmla="*/ 3007849 h 6857999"/>
              <a:gd name="connsiteX292" fmla="*/ 10642743 w 12191998"/>
              <a:gd name="connsiteY292" fmla="*/ 3007849 h 6857999"/>
              <a:gd name="connsiteX293" fmla="*/ 10638692 w 12191998"/>
              <a:gd name="connsiteY293" fmla="*/ 2259765 h 6857999"/>
              <a:gd name="connsiteX294" fmla="*/ 10636013 w 12191998"/>
              <a:gd name="connsiteY294" fmla="*/ 2257719 h 6857999"/>
              <a:gd name="connsiteX295" fmla="*/ 9313423 w 12191998"/>
              <a:gd name="connsiteY295" fmla="*/ 1768074 h 6857999"/>
              <a:gd name="connsiteX296" fmla="*/ 7962029 w 12191998"/>
              <a:gd name="connsiteY296" fmla="*/ 2084952 h 6857999"/>
              <a:gd name="connsiteX297" fmla="*/ 7962029 w 12191998"/>
              <a:gd name="connsiteY297" fmla="*/ 418123 h 6857999"/>
              <a:gd name="connsiteX298" fmla="*/ 7781002 w 12191998"/>
              <a:gd name="connsiteY298" fmla="*/ 237183 h 6857999"/>
              <a:gd name="connsiteX299" fmla="*/ 0 w 12191998"/>
              <a:gd name="connsiteY299" fmla="*/ 0 h 6857999"/>
              <a:gd name="connsiteX300" fmla="*/ 12191998 w 12191998"/>
              <a:gd name="connsiteY300" fmla="*/ 0 h 6857999"/>
              <a:gd name="connsiteX301" fmla="*/ 12191998 w 12191998"/>
              <a:gd name="connsiteY301" fmla="*/ 6857999 h 6857999"/>
              <a:gd name="connsiteX302" fmla="*/ 0 w 12191998"/>
              <a:gd name="connsiteY302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</a:cxnLst>
            <a:rect l="l" t="t" r="r" b="b"/>
            <a:pathLst>
              <a:path w="12191998" h="6857999">
                <a:moveTo>
                  <a:pt x="9272077" y="5915300"/>
                </a:moveTo>
                <a:cubicBezTo>
                  <a:pt x="9202119" y="5919472"/>
                  <a:pt x="9158375" y="5973877"/>
                  <a:pt x="9162278" y="6039506"/>
                </a:cubicBezTo>
                <a:lnTo>
                  <a:pt x="9162279" y="6039506"/>
                </a:lnTo>
                <a:cubicBezTo>
                  <a:pt x="9166208" y="6105613"/>
                  <a:pt x="9216050" y="6153972"/>
                  <a:pt x="9286025" y="6149808"/>
                </a:cubicBezTo>
                <a:cubicBezTo>
                  <a:pt x="9341515" y="6146512"/>
                  <a:pt x="9382084" y="6112144"/>
                  <a:pt x="9388954" y="6064766"/>
                </a:cubicBezTo>
                <a:cubicBezTo>
                  <a:pt x="9390047" y="6058885"/>
                  <a:pt x="9385511" y="6055771"/>
                  <a:pt x="9379239" y="6056144"/>
                </a:cubicBezTo>
                <a:lnTo>
                  <a:pt x="9355593" y="6057549"/>
                </a:lnTo>
                <a:cubicBezTo>
                  <a:pt x="9349807" y="6057896"/>
                  <a:pt x="9347083" y="6060958"/>
                  <a:pt x="9345947" y="6066353"/>
                </a:cubicBezTo>
                <a:cubicBezTo>
                  <a:pt x="9338418" y="6094397"/>
                  <a:pt x="9315656" y="6110765"/>
                  <a:pt x="9284291" y="6112630"/>
                </a:cubicBezTo>
                <a:cubicBezTo>
                  <a:pt x="9238456" y="6115363"/>
                  <a:pt x="9207497" y="6083294"/>
                  <a:pt x="9204739" y="6036973"/>
                </a:cubicBezTo>
                <a:cubicBezTo>
                  <a:pt x="9202015" y="5991139"/>
                  <a:pt x="9228958" y="5955644"/>
                  <a:pt x="9274801" y="5952911"/>
                </a:cubicBezTo>
                <a:cubicBezTo>
                  <a:pt x="9306653" y="5951020"/>
                  <a:pt x="9331175" y="5964569"/>
                  <a:pt x="9341497" y="5991555"/>
                </a:cubicBezTo>
                <a:cubicBezTo>
                  <a:pt x="9343258" y="5996777"/>
                  <a:pt x="9346806" y="5999466"/>
                  <a:pt x="9352600" y="5999128"/>
                </a:cubicBezTo>
                <a:lnTo>
                  <a:pt x="9376255" y="5997731"/>
                </a:lnTo>
                <a:cubicBezTo>
                  <a:pt x="9382526" y="5997349"/>
                  <a:pt x="9386161" y="5993264"/>
                  <a:pt x="9384817" y="5987044"/>
                </a:cubicBezTo>
                <a:cubicBezTo>
                  <a:pt x="9371892" y="5940845"/>
                  <a:pt x="9327566" y="5912003"/>
                  <a:pt x="9272077" y="5915300"/>
                </a:cubicBezTo>
                <a:close/>
                <a:moveTo>
                  <a:pt x="8975140" y="5853322"/>
                </a:moveTo>
                <a:lnTo>
                  <a:pt x="8976103" y="5853444"/>
                </a:lnTo>
                <a:lnTo>
                  <a:pt x="9024410" y="6027883"/>
                </a:lnTo>
                <a:lnTo>
                  <a:pt x="8887600" y="6011974"/>
                </a:lnTo>
                <a:close/>
                <a:moveTo>
                  <a:pt x="9479479" y="5830778"/>
                </a:moveTo>
                <a:lnTo>
                  <a:pt x="9457203" y="5835228"/>
                </a:lnTo>
                <a:cubicBezTo>
                  <a:pt x="9451036" y="5836451"/>
                  <a:pt x="9448390" y="5840424"/>
                  <a:pt x="9449613" y="5846600"/>
                </a:cubicBezTo>
                <a:lnTo>
                  <a:pt x="9460014" y="5898741"/>
                </a:lnTo>
                <a:lnTo>
                  <a:pt x="9417822" y="5907147"/>
                </a:lnTo>
                <a:cubicBezTo>
                  <a:pt x="9411655" y="5908378"/>
                  <a:pt x="9409477" y="5912273"/>
                  <a:pt x="9410701" y="5918431"/>
                </a:cubicBezTo>
                <a:lnTo>
                  <a:pt x="9413919" y="5934548"/>
                </a:lnTo>
                <a:cubicBezTo>
                  <a:pt x="9415142" y="5940707"/>
                  <a:pt x="9418655" y="5943457"/>
                  <a:pt x="9424814" y="5942225"/>
                </a:cubicBezTo>
                <a:lnTo>
                  <a:pt x="9467005" y="5933820"/>
                </a:lnTo>
                <a:lnTo>
                  <a:pt x="9488734" y="6042847"/>
                </a:lnTo>
                <a:cubicBezTo>
                  <a:pt x="9499898" y="6098787"/>
                  <a:pt x="9532973" y="6118807"/>
                  <a:pt x="9584160" y="6108606"/>
                </a:cubicBezTo>
                <a:cubicBezTo>
                  <a:pt x="9599817" y="6105474"/>
                  <a:pt x="9614034" y="6100183"/>
                  <a:pt x="9626646" y="6091743"/>
                </a:cubicBezTo>
                <a:cubicBezTo>
                  <a:pt x="9631382" y="6088343"/>
                  <a:pt x="9632623" y="6084648"/>
                  <a:pt x="9631677" y="6079903"/>
                </a:cubicBezTo>
                <a:lnTo>
                  <a:pt x="9628277" y="6062840"/>
                </a:lnTo>
                <a:cubicBezTo>
                  <a:pt x="9626863" y="6055728"/>
                  <a:pt x="9622118" y="6054201"/>
                  <a:pt x="9616055" y="6058373"/>
                </a:cubicBezTo>
                <a:cubicBezTo>
                  <a:pt x="9605993" y="6064818"/>
                  <a:pt x="9595376" y="6068410"/>
                  <a:pt x="9583995" y="6070682"/>
                </a:cubicBezTo>
                <a:cubicBezTo>
                  <a:pt x="9553184" y="6076832"/>
                  <a:pt x="9536026" y="6067429"/>
                  <a:pt x="9529130" y="6032827"/>
                </a:cubicBezTo>
                <a:lnTo>
                  <a:pt x="9507774" y="5925683"/>
                </a:lnTo>
                <a:lnTo>
                  <a:pt x="9585044" y="5910278"/>
                </a:lnTo>
                <a:cubicBezTo>
                  <a:pt x="9591212" y="5909063"/>
                  <a:pt x="9593857" y="5905073"/>
                  <a:pt x="9592626" y="5898906"/>
                </a:cubicBezTo>
                <a:lnTo>
                  <a:pt x="9589425" y="5882798"/>
                </a:lnTo>
                <a:cubicBezTo>
                  <a:pt x="9588193" y="5876639"/>
                  <a:pt x="9584203" y="5873976"/>
                  <a:pt x="9578053" y="5875199"/>
                </a:cubicBezTo>
                <a:lnTo>
                  <a:pt x="9500774" y="5890605"/>
                </a:lnTo>
                <a:lnTo>
                  <a:pt x="9490382" y="5838464"/>
                </a:lnTo>
                <a:cubicBezTo>
                  <a:pt x="9489151" y="5832305"/>
                  <a:pt x="9485178" y="5829650"/>
                  <a:pt x="9479479" y="5830778"/>
                </a:cubicBezTo>
                <a:close/>
                <a:moveTo>
                  <a:pt x="9783563" y="5809222"/>
                </a:moveTo>
                <a:lnTo>
                  <a:pt x="9762736" y="5817029"/>
                </a:lnTo>
                <a:cubicBezTo>
                  <a:pt x="9756864" y="5819233"/>
                  <a:pt x="9754877" y="5823587"/>
                  <a:pt x="9757089" y="5829468"/>
                </a:cubicBezTo>
                <a:lnTo>
                  <a:pt x="9829398" y="6022280"/>
                </a:lnTo>
                <a:cubicBezTo>
                  <a:pt x="9831610" y="6028169"/>
                  <a:pt x="9835956" y="6030147"/>
                  <a:pt x="9841845" y="6027944"/>
                </a:cubicBezTo>
                <a:lnTo>
                  <a:pt x="9862663" y="6020128"/>
                </a:lnTo>
                <a:cubicBezTo>
                  <a:pt x="9868545" y="6017925"/>
                  <a:pt x="9870522" y="6013571"/>
                  <a:pt x="9868328" y="6007690"/>
                </a:cubicBezTo>
                <a:lnTo>
                  <a:pt x="9796011" y="5814878"/>
                </a:lnTo>
                <a:cubicBezTo>
                  <a:pt x="9793816" y="5808988"/>
                  <a:pt x="9789444" y="5807002"/>
                  <a:pt x="9783563" y="5809222"/>
                </a:cubicBezTo>
                <a:close/>
                <a:moveTo>
                  <a:pt x="8969398" y="5798171"/>
                </a:moveTo>
                <a:cubicBezTo>
                  <a:pt x="8964115" y="5797547"/>
                  <a:pt x="8960056" y="5799030"/>
                  <a:pt x="8957514" y="5804079"/>
                </a:cubicBezTo>
                <a:lnTo>
                  <a:pt x="8787577" y="6106403"/>
                </a:lnTo>
                <a:cubicBezTo>
                  <a:pt x="8783917" y="6112787"/>
                  <a:pt x="8786293" y="6117436"/>
                  <a:pt x="8793493" y="6118277"/>
                </a:cubicBezTo>
                <a:lnTo>
                  <a:pt x="8818934" y="6121244"/>
                </a:lnTo>
                <a:cubicBezTo>
                  <a:pt x="8824217" y="6121851"/>
                  <a:pt x="8828285" y="6120376"/>
                  <a:pt x="8830818" y="6115320"/>
                </a:cubicBezTo>
                <a:lnTo>
                  <a:pt x="8867172" y="6049482"/>
                </a:lnTo>
                <a:lnTo>
                  <a:pt x="9035670" y="6069095"/>
                </a:lnTo>
                <a:lnTo>
                  <a:pt x="9055950" y="6141516"/>
                </a:lnTo>
                <a:cubicBezTo>
                  <a:pt x="9057260" y="6147015"/>
                  <a:pt x="9060886" y="6149384"/>
                  <a:pt x="9066159" y="6149999"/>
                </a:cubicBezTo>
                <a:lnTo>
                  <a:pt x="9092078" y="6153018"/>
                </a:lnTo>
                <a:cubicBezTo>
                  <a:pt x="9098792" y="6153799"/>
                  <a:pt x="9102183" y="6149808"/>
                  <a:pt x="9100084" y="6142756"/>
                </a:cubicBezTo>
                <a:lnTo>
                  <a:pt x="9004078" y="5809500"/>
                </a:lnTo>
                <a:cubicBezTo>
                  <a:pt x="9002777" y="5804000"/>
                  <a:pt x="8999159" y="5801624"/>
                  <a:pt x="8993877" y="5801008"/>
                </a:cubicBezTo>
                <a:close/>
                <a:moveTo>
                  <a:pt x="9737347" y="5717622"/>
                </a:moveTo>
                <a:cubicBezTo>
                  <a:pt x="9721048" y="5723729"/>
                  <a:pt x="9713692" y="5739906"/>
                  <a:pt x="9719807" y="5756206"/>
                </a:cubicBezTo>
                <a:cubicBezTo>
                  <a:pt x="9725740" y="5772045"/>
                  <a:pt x="9742091" y="5779851"/>
                  <a:pt x="9758382" y="5773745"/>
                </a:cubicBezTo>
                <a:cubicBezTo>
                  <a:pt x="9774681" y="5767629"/>
                  <a:pt x="9781871" y="5751001"/>
                  <a:pt x="9775930" y="5735162"/>
                </a:cubicBezTo>
                <a:cubicBezTo>
                  <a:pt x="9769814" y="5718863"/>
                  <a:pt x="9753637" y="5711507"/>
                  <a:pt x="9737347" y="5717622"/>
                </a:cubicBezTo>
                <a:close/>
                <a:moveTo>
                  <a:pt x="10003746" y="5709721"/>
                </a:moveTo>
                <a:cubicBezTo>
                  <a:pt x="9991972" y="5710981"/>
                  <a:pt x="9979723" y="5714764"/>
                  <a:pt x="9967241" y="5721144"/>
                </a:cubicBezTo>
                <a:cubicBezTo>
                  <a:pt x="9934530" y="5737859"/>
                  <a:pt x="9915751" y="5764827"/>
                  <a:pt x="9915794" y="5793583"/>
                </a:cubicBezTo>
                <a:lnTo>
                  <a:pt x="9914935" y="5794025"/>
                </a:lnTo>
                <a:lnTo>
                  <a:pt x="9902834" y="5770344"/>
                </a:lnTo>
                <a:cubicBezTo>
                  <a:pt x="9899963" y="5764758"/>
                  <a:pt x="9895418" y="5763283"/>
                  <a:pt x="9889823" y="5766146"/>
                </a:cubicBezTo>
                <a:lnTo>
                  <a:pt x="9870454" y="5776035"/>
                </a:lnTo>
                <a:cubicBezTo>
                  <a:pt x="9864858" y="5778897"/>
                  <a:pt x="9863393" y="5783460"/>
                  <a:pt x="9866255" y="5789046"/>
                </a:cubicBezTo>
                <a:lnTo>
                  <a:pt x="9959963" y="5972385"/>
                </a:lnTo>
                <a:cubicBezTo>
                  <a:pt x="9962826" y="5977989"/>
                  <a:pt x="9967379" y="5979454"/>
                  <a:pt x="9972974" y="5976601"/>
                </a:cubicBezTo>
                <a:lnTo>
                  <a:pt x="9992760" y="5966486"/>
                </a:lnTo>
                <a:cubicBezTo>
                  <a:pt x="9998364" y="5963624"/>
                  <a:pt x="9999838" y="5959061"/>
                  <a:pt x="9996967" y="5953475"/>
                </a:cubicBezTo>
                <a:lnTo>
                  <a:pt x="9944844" y="5851466"/>
                </a:lnTo>
                <a:cubicBezTo>
                  <a:pt x="9925925" y="5814453"/>
                  <a:pt x="9938139" y="5778906"/>
                  <a:pt x="9975585" y="5759761"/>
                </a:cubicBezTo>
                <a:cubicBezTo>
                  <a:pt x="10009580" y="5742378"/>
                  <a:pt x="10037563" y="5752510"/>
                  <a:pt x="10057583" y="5791674"/>
                </a:cubicBezTo>
                <a:lnTo>
                  <a:pt x="10110592" y="5895401"/>
                </a:lnTo>
                <a:cubicBezTo>
                  <a:pt x="10113454" y="5900996"/>
                  <a:pt x="10118008" y="5902462"/>
                  <a:pt x="10123603" y="5899608"/>
                </a:cubicBezTo>
                <a:lnTo>
                  <a:pt x="10143823" y="5889268"/>
                </a:lnTo>
                <a:cubicBezTo>
                  <a:pt x="10148992" y="5886622"/>
                  <a:pt x="10150467" y="5882069"/>
                  <a:pt x="10147604" y="5876473"/>
                </a:cubicBezTo>
                <a:lnTo>
                  <a:pt x="10090415" y="5764576"/>
                </a:lnTo>
                <a:cubicBezTo>
                  <a:pt x="10070124" y="5724878"/>
                  <a:pt x="10039069" y="5705942"/>
                  <a:pt x="10003746" y="5709721"/>
                </a:cubicBezTo>
                <a:close/>
                <a:moveTo>
                  <a:pt x="10412356" y="5474319"/>
                </a:moveTo>
                <a:cubicBezTo>
                  <a:pt x="10431734" y="5476018"/>
                  <a:pt x="10450705" y="5485694"/>
                  <a:pt x="10465854" y="5502292"/>
                </a:cubicBezTo>
                <a:cubicBezTo>
                  <a:pt x="10496483" y="5535862"/>
                  <a:pt x="10497801" y="5581765"/>
                  <a:pt x="10464241" y="5612386"/>
                </a:cubicBezTo>
                <a:cubicBezTo>
                  <a:pt x="10430324" y="5643336"/>
                  <a:pt x="10384732" y="5637827"/>
                  <a:pt x="10354112" y="5604267"/>
                </a:cubicBezTo>
                <a:cubicBezTo>
                  <a:pt x="10323804" y="5571062"/>
                  <a:pt x="10322486" y="5525158"/>
                  <a:pt x="10356411" y="5494208"/>
                </a:cubicBezTo>
                <a:cubicBezTo>
                  <a:pt x="10373192" y="5478898"/>
                  <a:pt x="10392978" y="5472620"/>
                  <a:pt x="10412356" y="5474319"/>
                </a:cubicBezTo>
                <a:close/>
                <a:moveTo>
                  <a:pt x="10157606" y="5472254"/>
                </a:moveTo>
                <a:cubicBezTo>
                  <a:pt x="10148393" y="5475116"/>
                  <a:pt x="10138843" y="5479983"/>
                  <a:pt x="10129709" y="5486332"/>
                </a:cubicBezTo>
                <a:cubicBezTo>
                  <a:pt x="10084456" y="5517759"/>
                  <a:pt x="10078323" y="5561442"/>
                  <a:pt x="10116082" y="5615830"/>
                </a:cubicBezTo>
                <a:lnTo>
                  <a:pt x="10127393" y="5632112"/>
                </a:lnTo>
                <a:lnTo>
                  <a:pt x="10092453" y="5656365"/>
                </a:lnTo>
                <a:cubicBezTo>
                  <a:pt x="10087691" y="5659678"/>
                  <a:pt x="10086841" y="5664389"/>
                  <a:pt x="10090432" y="5669550"/>
                </a:cubicBezTo>
                <a:lnTo>
                  <a:pt x="10099800" y="5683038"/>
                </a:lnTo>
                <a:cubicBezTo>
                  <a:pt x="10103392" y="5688208"/>
                  <a:pt x="10108084" y="5689050"/>
                  <a:pt x="10112846" y="5685745"/>
                </a:cubicBezTo>
                <a:lnTo>
                  <a:pt x="10147786" y="5661483"/>
                </a:lnTo>
                <a:lnTo>
                  <a:pt x="10250342" y="5809162"/>
                </a:lnTo>
                <a:cubicBezTo>
                  <a:pt x="10253924" y="5814323"/>
                  <a:pt x="10258643" y="5815165"/>
                  <a:pt x="10263405" y="5811868"/>
                </a:cubicBezTo>
                <a:lnTo>
                  <a:pt x="10282055" y="5798900"/>
                </a:lnTo>
                <a:cubicBezTo>
                  <a:pt x="10287216" y="5795326"/>
                  <a:pt x="10288075" y="5790616"/>
                  <a:pt x="10284492" y="5785446"/>
                </a:cubicBezTo>
                <a:lnTo>
                  <a:pt x="10181937" y="5637767"/>
                </a:lnTo>
                <a:lnTo>
                  <a:pt x="10239100" y="5598074"/>
                </a:lnTo>
                <a:cubicBezTo>
                  <a:pt x="10243862" y="5594760"/>
                  <a:pt x="10244712" y="5590059"/>
                  <a:pt x="10241121" y="5584906"/>
                </a:cubicBezTo>
                <a:lnTo>
                  <a:pt x="10231753" y="5571400"/>
                </a:lnTo>
                <a:cubicBezTo>
                  <a:pt x="10228162" y="5566239"/>
                  <a:pt x="10223461" y="5565398"/>
                  <a:pt x="10218698" y="5568703"/>
                </a:cubicBezTo>
                <a:lnTo>
                  <a:pt x="10161535" y="5608405"/>
                </a:lnTo>
                <a:lnTo>
                  <a:pt x="10149677" y="5591334"/>
                </a:lnTo>
                <a:cubicBezTo>
                  <a:pt x="10124314" y="5554815"/>
                  <a:pt x="10127792" y="5533555"/>
                  <a:pt x="10157181" y="5513153"/>
                </a:cubicBezTo>
                <a:cubicBezTo>
                  <a:pt x="10163122" y="5509024"/>
                  <a:pt x="10168561" y="5505832"/>
                  <a:pt x="10175345" y="5502892"/>
                </a:cubicBezTo>
                <a:cubicBezTo>
                  <a:pt x="10181729" y="5500220"/>
                  <a:pt x="10183246" y="5495631"/>
                  <a:pt x="10179404" y="5490071"/>
                </a:cubicBezTo>
                <a:lnTo>
                  <a:pt x="10169749" y="5476183"/>
                </a:lnTo>
                <a:cubicBezTo>
                  <a:pt x="10166705" y="5471812"/>
                  <a:pt x="10162801" y="5470415"/>
                  <a:pt x="10157606" y="5472254"/>
                </a:cubicBezTo>
                <a:close/>
                <a:moveTo>
                  <a:pt x="10415878" y="5434795"/>
                </a:moveTo>
                <a:cubicBezTo>
                  <a:pt x="10386049" y="5433473"/>
                  <a:pt x="10355639" y="5443884"/>
                  <a:pt x="10331004" y="5466363"/>
                </a:cubicBezTo>
                <a:cubicBezTo>
                  <a:pt x="10281361" y="5511652"/>
                  <a:pt x="10278057" y="5584030"/>
                  <a:pt x="10322694" y="5632944"/>
                </a:cubicBezTo>
                <a:cubicBezTo>
                  <a:pt x="10367323" y="5681849"/>
                  <a:pt x="10439701" y="5685171"/>
                  <a:pt x="10489335" y="5639883"/>
                </a:cubicBezTo>
                <a:cubicBezTo>
                  <a:pt x="10538597" y="5594916"/>
                  <a:pt x="10541919" y="5522547"/>
                  <a:pt x="10497272" y="5473624"/>
                </a:cubicBezTo>
                <a:cubicBezTo>
                  <a:pt x="10474958" y="5449171"/>
                  <a:pt x="10445708" y="5436116"/>
                  <a:pt x="10415878" y="5434795"/>
                </a:cubicBezTo>
                <a:close/>
                <a:moveTo>
                  <a:pt x="10539360" y="5244424"/>
                </a:moveTo>
                <a:cubicBezTo>
                  <a:pt x="10536202" y="5247452"/>
                  <a:pt x="10533036" y="5250479"/>
                  <a:pt x="10529940" y="5254192"/>
                </a:cubicBezTo>
                <a:cubicBezTo>
                  <a:pt x="10508861" y="5279408"/>
                  <a:pt x="10504116" y="5310713"/>
                  <a:pt x="10520606" y="5341498"/>
                </a:cubicBezTo>
                <a:lnTo>
                  <a:pt x="10520303" y="5341871"/>
                </a:lnTo>
                <a:lnTo>
                  <a:pt x="10493221" y="5319248"/>
                </a:lnTo>
                <a:cubicBezTo>
                  <a:pt x="10488390" y="5315215"/>
                  <a:pt x="10483636" y="5315640"/>
                  <a:pt x="10479603" y="5320463"/>
                </a:cubicBezTo>
                <a:lnTo>
                  <a:pt x="10465663" y="5337152"/>
                </a:lnTo>
                <a:cubicBezTo>
                  <a:pt x="10461630" y="5341975"/>
                  <a:pt x="10462055" y="5346746"/>
                  <a:pt x="10466878" y="5350771"/>
                </a:cubicBezTo>
                <a:lnTo>
                  <a:pt x="10624888" y="5482793"/>
                </a:lnTo>
                <a:cubicBezTo>
                  <a:pt x="10629720" y="5486818"/>
                  <a:pt x="10634490" y="5486401"/>
                  <a:pt x="10638506" y="5481570"/>
                </a:cubicBezTo>
                <a:lnTo>
                  <a:pt x="10652767" y="5464508"/>
                </a:lnTo>
                <a:cubicBezTo>
                  <a:pt x="10656800" y="5459693"/>
                  <a:pt x="10656376" y="5454923"/>
                  <a:pt x="10651552" y="5450897"/>
                </a:cubicBezTo>
                <a:lnTo>
                  <a:pt x="10583668" y="5394185"/>
                </a:lnTo>
                <a:cubicBezTo>
                  <a:pt x="10534337" y="5352957"/>
                  <a:pt x="10530798" y="5313471"/>
                  <a:pt x="10559310" y="5279347"/>
                </a:cubicBezTo>
                <a:cubicBezTo>
                  <a:pt x="10562398" y="5275643"/>
                  <a:pt x="10564879" y="5272676"/>
                  <a:pt x="10567430" y="5270386"/>
                </a:cubicBezTo>
                <a:cubicBezTo>
                  <a:pt x="10571819" y="5265867"/>
                  <a:pt x="10572443" y="5261356"/>
                  <a:pt x="10567629" y="5257331"/>
                </a:cubicBezTo>
                <a:lnTo>
                  <a:pt x="10553152" y="5245248"/>
                </a:lnTo>
                <a:cubicBezTo>
                  <a:pt x="10549084" y="5241831"/>
                  <a:pt x="10544191" y="5240903"/>
                  <a:pt x="10539360" y="5244424"/>
                </a:cubicBezTo>
                <a:close/>
                <a:moveTo>
                  <a:pt x="10770614" y="4927348"/>
                </a:moveTo>
                <a:cubicBezTo>
                  <a:pt x="10745749" y="4930088"/>
                  <a:pt x="10724387" y="4944651"/>
                  <a:pt x="10709817" y="4970144"/>
                </a:cubicBezTo>
                <a:cubicBezTo>
                  <a:pt x="10692069" y="5001198"/>
                  <a:pt x="10691879" y="5035600"/>
                  <a:pt x="10710936" y="5062655"/>
                </a:cubicBezTo>
                <a:lnTo>
                  <a:pt x="10710216" y="5063905"/>
                </a:lnTo>
                <a:cubicBezTo>
                  <a:pt x="10677731" y="5060357"/>
                  <a:pt x="10649843" y="5075051"/>
                  <a:pt x="10633059" y="5104413"/>
                </a:cubicBezTo>
                <a:cubicBezTo>
                  <a:pt x="10616500" y="5133368"/>
                  <a:pt x="10616916" y="5164777"/>
                  <a:pt x="10634230" y="5188042"/>
                </a:cubicBezTo>
                <a:lnTo>
                  <a:pt x="10633510" y="5189308"/>
                </a:lnTo>
                <a:lnTo>
                  <a:pt x="10609178" y="5175395"/>
                </a:lnTo>
                <a:cubicBezTo>
                  <a:pt x="10603731" y="5172272"/>
                  <a:pt x="10599099" y="5173538"/>
                  <a:pt x="10595993" y="5178986"/>
                </a:cubicBezTo>
                <a:lnTo>
                  <a:pt x="10585437" y="5197445"/>
                </a:lnTo>
                <a:cubicBezTo>
                  <a:pt x="10582314" y="5202901"/>
                  <a:pt x="10583572" y="5207524"/>
                  <a:pt x="10589028" y="5210638"/>
                </a:cubicBezTo>
                <a:lnTo>
                  <a:pt x="10767778" y="5312830"/>
                </a:lnTo>
                <a:cubicBezTo>
                  <a:pt x="10773226" y="5315952"/>
                  <a:pt x="10777849" y="5314695"/>
                  <a:pt x="10780963" y="5309230"/>
                </a:cubicBezTo>
                <a:lnTo>
                  <a:pt x="10791997" y="5289930"/>
                </a:lnTo>
                <a:cubicBezTo>
                  <a:pt x="10795120" y="5284482"/>
                  <a:pt x="10793853" y="5279867"/>
                  <a:pt x="10788406" y="5276744"/>
                </a:cubicBezTo>
                <a:lnTo>
                  <a:pt x="10688964" y="5219893"/>
                </a:lnTo>
                <a:cubicBezTo>
                  <a:pt x="10652879" y="5199266"/>
                  <a:pt x="10643415" y="5163225"/>
                  <a:pt x="10660929" y="5132596"/>
                </a:cubicBezTo>
                <a:cubicBezTo>
                  <a:pt x="10676751" y="5104908"/>
                  <a:pt x="10705523" y="5097422"/>
                  <a:pt x="10744141" y="5119489"/>
                </a:cubicBezTo>
                <a:lnTo>
                  <a:pt x="10845257" y="5177303"/>
                </a:lnTo>
                <a:cubicBezTo>
                  <a:pt x="10850722" y="5180417"/>
                  <a:pt x="10855328" y="5179159"/>
                  <a:pt x="10858450" y="5173703"/>
                </a:cubicBezTo>
                <a:lnTo>
                  <a:pt x="10869493" y="5154403"/>
                </a:lnTo>
                <a:cubicBezTo>
                  <a:pt x="10872607" y="5148947"/>
                  <a:pt x="10871349" y="5144332"/>
                  <a:pt x="10865893" y="5141218"/>
                </a:cubicBezTo>
                <a:lnTo>
                  <a:pt x="10766451" y="5084358"/>
                </a:lnTo>
                <a:cubicBezTo>
                  <a:pt x="10729941" y="5063497"/>
                  <a:pt x="10720894" y="5027698"/>
                  <a:pt x="10738407" y="4997070"/>
                </a:cubicBezTo>
                <a:cubicBezTo>
                  <a:pt x="10754481" y="4968956"/>
                  <a:pt x="10783019" y="4961887"/>
                  <a:pt x="10821620" y="4983954"/>
                </a:cubicBezTo>
                <a:lnTo>
                  <a:pt x="10922744" y="5041768"/>
                </a:lnTo>
                <a:cubicBezTo>
                  <a:pt x="10928192" y="5044891"/>
                  <a:pt x="10932815" y="5043633"/>
                  <a:pt x="10935686" y="5038602"/>
                </a:cubicBezTo>
                <a:lnTo>
                  <a:pt x="10946963" y="5018876"/>
                </a:lnTo>
                <a:cubicBezTo>
                  <a:pt x="10950094" y="5013420"/>
                  <a:pt x="10948819" y="5008797"/>
                  <a:pt x="10943371" y="5005683"/>
                </a:cubicBezTo>
                <a:lnTo>
                  <a:pt x="10833442" y="4942829"/>
                </a:lnTo>
                <a:cubicBezTo>
                  <a:pt x="10820854" y="4935634"/>
                  <a:pt x="10808452" y="4930911"/>
                  <a:pt x="10796525" y="4928582"/>
                </a:cubicBezTo>
                <a:cubicBezTo>
                  <a:pt x="10787580" y="4926835"/>
                  <a:pt x="10778902" y="4926435"/>
                  <a:pt x="10770614" y="4927348"/>
                </a:cubicBezTo>
                <a:close/>
                <a:moveTo>
                  <a:pt x="10891858" y="4697383"/>
                </a:moveTo>
                <a:cubicBezTo>
                  <a:pt x="10900645" y="4696286"/>
                  <a:pt x="10910286" y="4696674"/>
                  <a:pt x="10920723" y="4698597"/>
                </a:cubicBezTo>
                <a:lnTo>
                  <a:pt x="10875512" y="4835364"/>
                </a:lnTo>
                <a:cubicBezTo>
                  <a:pt x="10837407" y="4816662"/>
                  <a:pt x="10824638" y="4784446"/>
                  <a:pt x="10837380" y="4745889"/>
                </a:cubicBezTo>
                <a:cubicBezTo>
                  <a:pt x="10846820" y="4717316"/>
                  <a:pt x="10865497" y="4700672"/>
                  <a:pt x="10891858" y="4697383"/>
                </a:cubicBezTo>
                <a:close/>
                <a:moveTo>
                  <a:pt x="10902265" y="4656358"/>
                </a:moveTo>
                <a:cubicBezTo>
                  <a:pt x="10856889" y="4658278"/>
                  <a:pt x="10820303" y="4686659"/>
                  <a:pt x="10804488" y="4734508"/>
                </a:cubicBezTo>
                <a:cubicBezTo>
                  <a:pt x="10782646" y="4800597"/>
                  <a:pt x="10814437" y="4859981"/>
                  <a:pt x="10879607" y="4881519"/>
                </a:cubicBezTo>
                <a:cubicBezTo>
                  <a:pt x="10945705" y="4903370"/>
                  <a:pt x="11005696" y="4874328"/>
                  <a:pt x="11027998" y="4806860"/>
                </a:cubicBezTo>
                <a:cubicBezTo>
                  <a:pt x="11045441" y="4754068"/>
                  <a:pt x="11030192" y="4709327"/>
                  <a:pt x="10999260" y="4685863"/>
                </a:cubicBezTo>
                <a:cubicBezTo>
                  <a:pt x="10994975" y="4683425"/>
                  <a:pt x="10991002" y="4686193"/>
                  <a:pt x="10988885" y="4692620"/>
                </a:cubicBezTo>
                <a:lnTo>
                  <a:pt x="10982362" y="4712354"/>
                </a:lnTo>
                <a:cubicBezTo>
                  <a:pt x="10980697" y="4717402"/>
                  <a:pt x="10981928" y="4721375"/>
                  <a:pt x="10986214" y="4725339"/>
                </a:cubicBezTo>
                <a:cubicBezTo>
                  <a:pt x="11000309" y="4739669"/>
                  <a:pt x="11004499" y="4765492"/>
                  <a:pt x="10994645" y="4795323"/>
                </a:cubicBezTo>
                <a:cubicBezTo>
                  <a:pt x="10981000" y="4836630"/>
                  <a:pt x="10950172" y="4855965"/>
                  <a:pt x="10905959" y="4846449"/>
                </a:cubicBezTo>
                <a:lnTo>
                  <a:pt x="10961336" y="4678932"/>
                </a:lnTo>
                <a:cubicBezTo>
                  <a:pt x="10963296" y="4672964"/>
                  <a:pt x="10962064" y="4667456"/>
                  <a:pt x="10954266" y="4664880"/>
                </a:cubicBezTo>
                <a:lnTo>
                  <a:pt x="10950128" y="4663518"/>
                </a:lnTo>
                <a:cubicBezTo>
                  <a:pt x="10933493" y="4658019"/>
                  <a:pt x="10917391" y="4655718"/>
                  <a:pt x="10902265" y="4656358"/>
                </a:cubicBezTo>
                <a:close/>
                <a:moveTo>
                  <a:pt x="10997751" y="4412884"/>
                </a:moveTo>
                <a:cubicBezTo>
                  <a:pt x="11042605" y="4420049"/>
                  <a:pt x="11072236" y="4455128"/>
                  <a:pt x="11064985" y="4500468"/>
                </a:cubicBezTo>
                <a:cubicBezTo>
                  <a:pt x="11057829" y="4545331"/>
                  <a:pt x="11018656" y="4569897"/>
                  <a:pt x="10973801" y="4562732"/>
                </a:cubicBezTo>
                <a:cubicBezTo>
                  <a:pt x="10929415" y="4555636"/>
                  <a:pt x="10899862" y="4520081"/>
                  <a:pt x="10907027" y="4475226"/>
                </a:cubicBezTo>
                <a:cubicBezTo>
                  <a:pt x="10914270" y="4429886"/>
                  <a:pt x="10953356" y="4405788"/>
                  <a:pt x="10997751" y="4412884"/>
                </a:cubicBezTo>
                <a:close/>
                <a:moveTo>
                  <a:pt x="10790818" y="4338710"/>
                </a:moveTo>
                <a:cubicBezTo>
                  <a:pt x="10784616" y="4337722"/>
                  <a:pt x="10780747" y="4340524"/>
                  <a:pt x="10779758" y="4346726"/>
                </a:cubicBezTo>
                <a:lnTo>
                  <a:pt x="10776245" y="4368680"/>
                </a:lnTo>
                <a:cubicBezTo>
                  <a:pt x="10775256" y="4374891"/>
                  <a:pt x="10778067" y="4378760"/>
                  <a:pt x="10784269" y="4379748"/>
                </a:cubicBezTo>
                <a:lnTo>
                  <a:pt x="10922189" y="4401790"/>
                </a:lnTo>
                <a:lnTo>
                  <a:pt x="10921877" y="4403698"/>
                </a:lnTo>
                <a:cubicBezTo>
                  <a:pt x="10894605" y="4412060"/>
                  <a:pt x="10874221" y="4441605"/>
                  <a:pt x="10868886" y="4475009"/>
                </a:cubicBezTo>
                <a:cubicBezTo>
                  <a:pt x="10859058" y="4536561"/>
                  <a:pt x="10901718" y="4594280"/>
                  <a:pt x="10967087" y="4604732"/>
                </a:cubicBezTo>
                <a:cubicBezTo>
                  <a:pt x="11032474" y="4615176"/>
                  <a:pt x="11090990" y="4573627"/>
                  <a:pt x="11100896" y="4511588"/>
                </a:cubicBezTo>
                <a:cubicBezTo>
                  <a:pt x="11106387" y="4477221"/>
                  <a:pt x="11096629" y="4443366"/>
                  <a:pt x="11072922" y="4426364"/>
                </a:cubicBezTo>
                <a:lnTo>
                  <a:pt x="11073069" y="4425410"/>
                </a:lnTo>
                <a:lnTo>
                  <a:pt x="11099318" y="4429599"/>
                </a:lnTo>
                <a:cubicBezTo>
                  <a:pt x="11105520" y="4430588"/>
                  <a:pt x="11109388" y="4427786"/>
                  <a:pt x="11110395" y="4421576"/>
                </a:cubicBezTo>
                <a:lnTo>
                  <a:pt x="11113812" y="4400098"/>
                </a:lnTo>
                <a:cubicBezTo>
                  <a:pt x="11114810" y="4393896"/>
                  <a:pt x="11112008" y="4390027"/>
                  <a:pt x="11105788" y="4389039"/>
                </a:cubicBezTo>
                <a:close/>
                <a:moveTo>
                  <a:pt x="10890455" y="2499037"/>
                </a:moveTo>
                <a:cubicBezTo>
                  <a:pt x="11340987" y="2953524"/>
                  <a:pt x="11588946" y="3555764"/>
                  <a:pt x="11588940" y="4196137"/>
                </a:cubicBezTo>
                <a:cubicBezTo>
                  <a:pt x="11588940" y="4840133"/>
                  <a:pt x="11338134" y="5445599"/>
                  <a:pt x="10882773" y="5900959"/>
                </a:cubicBezTo>
                <a:cubicBezTo>
                  <a:pt x="10427413" y="6356320"/>
                  <a:pt x="9821967" y="6607099"/>
                  <a:pt x="9177977" y="6607099"/>
                </a:cubicBezTo>
                <a:cubicBezTo>
                  <a:pt x="8533989" y="6607099"/>
                  <a:pt x="7928542" y="6356313"/>
                  <a:pt x="7473175" y="5900946"/>
                </a:cubicBezTo>
                <a:cubicBezTo>
                  <a:pt x="7472519" y="5900290"/>
                  <a:pt x="7471889" y="5899620"/>
                  <a:pt x="7471266" y="5898950"/>
                </a:cubicBezTo>
                <a:cubicBezTo>
                  <a:pt x="7471166" y="5898850"/>
                  <a:pt x="7471065" y="5898743"/>
                  <a:pt x="7470972" y="5898636"/>
                </a:cubicBezTo>
                <a:lnTo>
                  <a:pt x="7466799" y="5133064"/>
                </a:lnTo>
                <a:lnTo>
                  <a:pt x="8232545" y="5137237"/>
                </a:lnTo>
                <a:cubicBezTo>
                  <a:pt x="8233214" y="5138000"/>
                  <a:pt x="8233891" y="5138764"/>
                  <a:pt x="8234621" y="5139494"/>
                </a:cubicBezTo>
                <a:cubicBezTo>
                  <a:pt x="8494743" y="5399609"/>
                  <a:pt x="8836323" y="5529656"/>
                  <a:pt x="9177998" y="5529630"/>
                </a:cubicBezTo>
                <a:cubicBezTo>
                  <a:pt x="9519592" y="5529603"/>
                  <a:pt x="9861286" y="5399562"/>
                  <a:pt x="10121334" y="5139514"/>
                </a:cubicBezTo>
                <a:cubicBezTo>
                  <a:pt x="10638973" y="4621875"/>
                  <a:pt x="10641464" y="3781174"/>
                  <a:pt x="10128882" y="3260379"/>
                </a:cubicBezTo>
                <a:lnTo>
                  <a:pt x="10894621" y="3264548"/>
                </a:lnTo>
                <a:close/>
                <a:moveTo>
                  <a:pt x="10876558" y="2465906"/>
                </a:moveTo>
                <a:lnTo>
                  <a:pt x="10880824" y="3250759"/>
                </a:lnTo>
                <a:lnTo>
                  <a:pt x="10112333" y="3246573"/>
                </a:lnTo>
                <a:lnTo>
                  <a:pt x="10110793" y="3246687"/>
                </a:lnTo>
                <a:lnTo>
                  <a:pt x="10099180" y="3250786"/>
                </a:lnTo>
                <a:lnTo>
                  <a:pt x="10107196" y="3258494"/>
                </a:lnTo>
                <a:cubicBezTo>
                  <a:pt x="10107980" y="3259243"/>
                  <a:pt x="10108784" y="3259944"/>
                  <a:pt x="10109594" y="3260637"/>
                </a:cubicBezTo>
                <a:cubicBezTo>
                  <a:pt x="10110290" y="3261236"/>
                  <a:pt x="10110987" y="3261826"/>
                  <a:pt x="10111643" y="3262478"/>
                </a:cubicBezTo>
                <a:cubicBezTo>
                  <a:pt x="10361036" y="3511871"/>
                  <a:pt x="10498377" y="3843452"/>
                  <a:pt x="10498377" y="4196150"/>
                </a:cubicBezTo>
                <a:cubicBezTo>
                  <a:pt x="10498370" y="4548842"/>
                  <a:pt x="10361023" y="4880423"/>
                  <a:pt x="10111637" y="5129816"/>
                </a:cubicBezTo>
                <a:cubicBezTo>
                  <a:pt x="9596818" y="5644622"/>
                  <a:pt x="8759151" y="5644615"/>
                  <a:pt x="8244318" y="5129796"/>
                </a:cubicBezTo>
                <a:cubicBezTo>
                  <a:pt x="8243716" y="5129193"/>
                  <a:pt x="8243166" y="5128550"/>
                  <a:pt x="8242611" y="5127914"/>
                </a:cubicBezTo>
                <a:cubicBezTo>
                  <a:pt x="8241834" y="5127017"/>
                  <a:pt x="8241057" y="5126126"/>
                  <a:pt x="8240200" y="5125275"/>
                </a:cubicBezTo>
                <a:lnTo>
                  <a:pt x="8235156" y="5120768"/>
                </a:lnTo>
                <a:lnTo>
                  <a:pt x="8232330" y="5123521"/>
                </a:lnTo>
                <a:lnTo>
                  <a:pt x="7453003" y="5119268"/>
                </a:lnTo>
                <a:lnTo>
                  <a:pt x="7457356" y="5918064"/>
                </a:lnTo>
                <a:lnTo>
                  <a:pt x="7464127" y="5911293"/>
                </a:lnTo>
                <a:cubicBezTo>
                  <a:pt x="7695437" y="6142443"/>
                  <a:pt x="7965069" y="6321414"/>
                  <a:pt x="8265575" y="6443271"/>
                </a:cubicBezTo>
                <a:cubicBezTo>
                  <a:pt x="8556089" y="6561082"/>
                  <a:pt x="8863065" y="6620815"/>
                  <a:pt x="9177977" y="6620815"/>
                </a:cubicBezTo>
                <a:cubicBezTo>
                  <a:pt x="9177998" y="6620815"/>
                  <a:pt x="9177971" y="6620815"/>
                  <a:pt x="9177991" y="6620815"/>
                </a:cubicBezTo>
                <a:cubicBezTo>
                  <a:pt x="9492876" y="6620815"/>
                  <a:pt x="9799886" y="6561075"/>
                  <a:pt x="10090380" y="6443277"/>
                </a:cubicBezTo>
                <a:cubicBezTo>
                  <a:pt x="10391160" y="6321307"/>
                  <a:pt x="10661013" y="6142115"/>
                  <a:pt x="10892471" y="5910657"/>
                </a:cubicBezTo>
                <a:cubicBezTo>
                  <a:pt x="11123928" y="5679200"/>
                  <a:pt x="11303134" y="5409333"/>
                  <a:pt x="11425111" y="5108546"/>
                </a:cubicBezTo>
                <a:cubicBezTo>
                  <a:pt x="11542923" y="4818032"/>
                  <a:pt x="11602656" y="4511049"/>
                  <a:pt x="11602656" y="4196137"/>
                </a:cubicBezTo>
                <a:cubicBezTo>
                  <a:pt x="11602656" y="3881225"/>
                  <a:pt x="11542923" y="3574249"/>
                  <a:pt x="11425118" y="3283736"/>
                </a:cubicBezTo>
                <a:cubicBezTo>
                  <a:pt x="11303140" y="2982955"/>
                  <a:pt x="11123942" y="2713089"/>
                  <a:pt x="10892491" y="2481641"/>
                </a:cubicBezTo>
                <a:cubicBezTo>
                  <a:pt x="10891748" y="2480896"/>
                  <a:pt x="10890977" y="2480188"/>
                  <a:pt x="10890214" y="2479483"/>
                </a:cubicBezTo>
                <a:cubicBezTo>
                  <a:pt x="10889591" y="2478913"/>
                  <a:pt x="10888968" y="2478343"/>
                  <a:pt x="10888365" y="2477740"/>
                </a:cubicBezTo>
                <a:close/>
                <a:moveTo>
                  <a:pt x="6930074" y="250899"/>
                </a:moveTo>
                <a:lnTo>
                  <a:pt x="7781002" y="250899"/>
                </a:lnTo>
                <a:cubicBezTo>
                  <a:pt x="7893583" y="250899"/>
                  <a:pt x="7948313" y="305599"/>
                  <a:pt x="7948313" y="418123"/>
                </a:cubicBezTo>
                <a:lnTo>
                  <a:pt x="7948313" y="2108754"/>
                </a:lnTo>
                <a:lnTo>
                  <a:pt x="7958620" y="2102768"/>
                </a:lnTo>
                <a:cubicBezTo>
                  <a:pt x="8368479" y="1864542"/>
                  <a:pt x="8836692" y="1753571"/>
                  <a:pt x="9312613" y="1781767"/>
                </a:cubicBezTo>
                <a:cubicBezTo>
                  <a:pt x="9791132" y="1810143"/>
                  <a:pt x="10244852" y="1977756"/>
                  <a:pt x="10625016" y="2266585"/>
                </a:cubicBezTo>
                <a:lnTo>
                  <a:pt x="10628947" y="2994133"/>
                </a:lnTo>
                <a:lnTo>
                  <a:pt x="9761845" y="2994133"/>
                </a:lnTo>
                <a:cubicBezTo>
                  <a:pt x="9247971" y="2738759"/>
                  <a:pt x="8630878" y="2839272"/>
                  <a:pt x="8225714" y="3244426"/>
                </a:cubicBezTo>
                <a:cubicBezTo>
                  <a:pt x="8009767" y="3460375"/>
                  <a:pt x="7877791" y="3734615"/>
                  <a:pt x="7844056" y="4037485"/>
                </a:cubicBezTo>
                <a:cubicBezTo>
                  <a:pt x="7811796" y="4327142"/>
                  <a:pt x="7876056" y="4622954"/>
                  <a:pt x="8025077" y="4871898"/>
                </a:cubicBezTo>
                <a:lnTo>
                  <a:pt x="7201159" y="4867404"/>
                </a:lnTo>
                <a:lnTo>
                  <a:pt x="7205064" y="5586355"/>
                </a:lnTo>
                <a:cubicBezTo>
                  <a:pt x="6888323" y="5142481"/>
                  <a:pt x="6731339" y="4597323"/>
                  <a:pt x="6762769" y="4048375"/>
                </a:cubicBezTo>
                <a:lnTo>
                  <a:pt x="6762769" y="418123"/>
                </a:lnTo>
                <a:cubicBezTo>
                  <a:pt x="6762769" y="305599"/>
                  <a:pt x="6817493" y="250899"/>
                  <a:pt x="6930074" y="250899"/>
                </a:cubicBezTo>
                <a:close/>
                <a:moveTo>
                  <a:pt x="6930074" y="237183"/>
                </a:moveTo>
                <a:cubicBezTo>
                  <a:pt x="6809958" y="237183"/>
                  <a:pt x="6749053" y="298061"/>
                  <a:pt x="6749053" y="418123"/>
                </a:cubicBezTo>
                <a:lnTo>
                  <a:pt x="6749067" y="4047980"/>
                </a:lnTo>
                <a:cubicBezTo>
                  <a:pt x="6717047" y="4606887"/>
                  <a:pt x="6879503" y="5162264"/>
                  <a:pt x="7206490" y="5611798"/>
                </a:cubicBezTo>
                <a:lnTo>
                  <a:pt x="7219007" y="5629010"/>
                </a:lnTo>
                <a:lnTo>
                  <a:pt x="7214955" y="4881200"/>
                </a:lnTo>
                <a:lnTo>
                  <a:pt x="8049555" y="4885748"/>
                </a:lnTo>
                <a:lnTo>
                  <a:pt x="8043132" y="4875246"/>
                </a:lnTo>
                <a:cubicBezTo>
                  <a:pt x="7891165" y="4626724"/>
                  <a:pt x="7825311" y="4329741"/>
                  <a:pt x="7857692" y="4039006"/>
                </a:cubicBezTo>
                <a:cubicBezTo>
                  <a:pt x="7891071" y="3739256"/>
                  <a:pt x="8021688" y="3467849"/>
                  <a:pt x="8235411" y="3254124"/>
                </a:cubicBezTo>
                <a:cubicBezTo>
                  <a:pt x="8636778" y="2852770"/>
                  <a:pt x="9248312" y="2753513"/>
                  <a:pt x="9757171" y="3007129"/>
                </a:cubicBezTo>
                <a:lnTo>
                  <a:pt x="9758617" y="3007849"/>
                </a:lnTo>
                <a:lnTo>
                  <a:pt x="10642743" y="3007849"/>
                </a:lnTo>
                <a:lnTo>
                  <a:pt x="10638692" y="2259765"/>
                </a:lnTo>
                <a:lnTo>
                  <a:pt x="10636013" y="2257719"/>
                </a:lnTo>
                <a:cubicBezTo>
                  <a:pt x="10253130" y="1965995"/>
                  <a:pt x="9795787" y="1796678"/>
                  <a:pt x="9313423" y="1768074"/>
                </a:cubicBezTo>
                <a:cubicBezTo>
                  <a:pt x="8838761" y="1739962"/>
                  <a:pt x="8371774" y="1849466"/>
                  <a:pt x="7962029" y="2084952"/>
                </a:cubicBezTo>
                <a:lnTo>
                  <a:pt x="7962029" y="418123"/>
                </a:lnTo>
                <a:cubicBezTo>
                  <a:pt x="7962029" y="298061"/>
                  <a:pt x="7901124" y="237183"/>
                  <a:pt x="7781002" y="237183"/>
                </a:cubicBez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377550"/>
            <a:ext cx="6037443" cy="1200329"/>
          </a:xfrm>
        </p:spPr>
        <p:txBody>
          <a:bodyPr wrap="square" anchor="b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6037443" cy="523220"/>
          </a:xfr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31280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A0783C-E133-846E-8B10-75C122EDB9D6}"/>
              </a:ext>
            </a:extLst>
          </p:cNvPr>
          <p:cNvSpPr/>
          <p:nvPr userDrawn="1"/>
        </p:nvSpPr>
        <p:spPr>
          <a:xfrm>
            <a:off x="0" y="0"/>
            <a:ext cx="5446756" cy="6869723"/>
          </a:xfrm>
          <a:custGeom>
            <a:avLst/>
            <a:gdLst>
              <a:gd name="connsiteX0" fmla="*/ 0 w 6095981"/>
              <a:gd name="connsiteY0" fmla="*/ 0 h 6869723"/>
              <a:gd name="connsiteX1" fmla="*/ 4467024 w 6095981"/>
              <a:gd name="connsiteY1" fmla="*/ 0 h 6869723"/>
              <a:gd name="connsiteX2" fmla="*/ 4513258 w 6095981"/>
              <a:gd name="connsiteY2" fmla="*/ 36333 h 6869723"/>
              <a:gd name="connsiteX3" fmla="*/ 6095981 w 6095981"/>
              <a:gd name="connsiteY3" fmla="*/ 3392425 h 6869723"/>
              <a:gd name="connsiteX4" fmla="*/ 6095981 w 6095981"/>
              <a:gd name="connsiteY4" fmla="*/ 3465565 h 6869723"/>
              <a:gd name="connsiteX5" fmla="*/ 4513258 w 6095981"/>
              <a:gd name="connsiteY5" fmla="*/ 6821656 h 6869723"/>
              <a:gd name="connsiteX6" fmla="*/ 4452092 w 6095981"/>
              <a:gd name="connsiteY6" fmla="*/ 6869723 h 6869723"/>
              <a:gd name="connsiteX7" fmla="*/ 0 w 6095981"/>
              <a:gd name="connsiteY7" fmla="*/ 6869723 h 6869723"/>
              <a:gd name="connsiteX8" fmla="*/ 0 w 6095981"/>
              <a:gd name="connsiteY8" fmla="*/ 0 h 686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81" h="6869723">
                <a:moveTo>
                  <a:pt x="0" y="0"/>
                </a:moveTo>
                <a:lnTo>
                  <a:pt x="4467024" y="0"/>
                </a:lnTo>
                <a:lnTo>
                  <a:pt x="4513258" y="36333"/>
                </a:lnTo>
                <a:cubicBezTo>
                  <a:pt x="5479867" y="834049"/>
                  <a:pt x="6095981" y="2041287"/>
                  <a:pt x="6095981" y="3392425"/>
                </a:cubicBezTo>
                <a:lnTo>
                  <a:pt x="6095981" y="3465565"/>
                </a:lnTo>
                <a:cubicBezTo>
                  <a:pt x="6095981" y="4816703"/>
                  <a:pt x="5479867" y="6023940"/>
                  <a:pt x="4513258" y="6821656"/>
                </a:cubicBezTo>
                <a:lnTo>
                  <a:pt x="4452092" y="6869723"/>
                </a:lnTo>
                <a:lnTo>
                  <a:pt x="0" y="6869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0C2EF">
                  <a:alpha val="27927"/>
                </a:srgbClr>
              </a:gs>
              <a:gs pos="67000">
                <a:srgbClr val="2B8CCC">
                  <a:alpha val="0"/>
                </a:srgbClr>
              </a:gs>
              <a:gs pos="88000">
                <a:srgbClr val="E11A53">
                  <a:alpha val="5033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7971A1-906B-3815-1AA7-D66AD541D36B}"/>
              </a:ext>
            </a:extLst>
          </p:cNvPr>
          <p:cNvGrpSpPr/>
          <p:nvPr userDrawn="1"/>
        </p:nvGrpSpPr>
        <p:grpSpPr>
          <a:xfrm>
            <a:off x="1176069" y="2876116"/>
            <a:ext cx="3094620" cy="1105769"/>
            <a:chOff x="1176069" y="2876116"/>
            <a:chExt cx="3094620" cy="1105769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ECB5C6-9A11-E0B2-4A89-1E8223674751}"/>
                </a:ext>
              </a:extLst>
            </p:cNvPr>
            <p:cNvSpPr/>
            <p:nvPr/>
          </p:nvSpPr>
          <p:spPr>
            <a:xfrm>
              <a:off x="3193481" y="3911174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3CDF637-3DA8-E949-C6DD-D70FEF39A310}"/>
                </a:ext>
              </a:extLst>
            </p:cNvPr>
            <p:cNvSpPr/>
            <p:nvPr/>
          </p:nvSpPr>
          <p:spPr>
            <a:xfrm>
              <a:off x="1865277" y="3141800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9B4F05-8E7C-CAC3-AFE8-E114CC33B099}"/>
                </a:ext>
              </a:extLst>
            </p:cNvPr>
            <p:cNvSpPr/>
            <p:nvPr/>
          </p:nvSpPr>
          <p:spPr>
            <a:xfrm>
              <a:off x="3176749" y="2997235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7B6C1B-F390-91CD-D9C9-A7B5CC318B51}"/>
                </a:ext>
              </a:extLst>
            </p:cNvPr>
            <p:cNvSpPr/>
            <p:nvPr/>
          </p:nvSpPr>
          <p:spPr>
            <a:xfrm>
              <a:off x="3627237" y="3152722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98296C-A144-7BB5-2F59-37BC1D03CEBB}"/>
                </a:ext>
              </a:extLst>
            </p:cNvPr>
            <p:cNvSpPr/>
            <p:nvPr/>
          </p:nvSpPr>
          <p:spPr>
            <a:xfrm>
              <a:off x="3825643" y="3152722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D9492BE-AD18-ADDF-3CAA-A16EF4BE9758}"/>
                </a:ext>
              </a:extLst>
            </p:cNvPr>
            <p:cNvSpPr/>
            <p:nvPr/>
          </p:nvSpPr>
          <p:spPr>
            <a:xfrm>
              <a:off x="2680681" y="3674527"/>
              <a:ext cx="170853" cy="182308"/>
            </a:xfrm>
            <a:custGeom>
              <a:avLst/>
              <a:gdLst>
                <a:gd name="connsiteX0" fmla="*/ 775 w 170853"/>
                <a:gd name="connsiteY0" fmla="*/ 176327 h 182308"/>
                <a:gd name="connsiteX1" fmla="*/ 72923 w 170853"/>
                <a:gd name="connsiteY1" fmla="*/ 3905 h 182308"/>
                <a:gd name="connsiteX2" fmla="*/ 78918 w 170853"/>
                <a:gd name="connsiteY2" fmla="*/ 0 h 182308"/>
                <a:gd name="connsiteX3" fmla="*/ 92196 w 170853"/>
                <a:gd name="connsiteY3" fmla="*/ 0 h 182308"/>
                <a:gd name="connsiteX4" fmla="*/ 98184 w 170853"/>
                <a:gd name="connsiteY4" fmla="*/ 3905 h 182308"/>
                <a:gd name="connsiteX5" fmla="*/ 170332 w 170853"/>
                <a:gd name="connsiteY5" fmla="*/ 176327 h 182308"/>
                <a:gd name="connsiteX6" fmla="*/ 170853 w 170853"/>
                <a:gd name="connsiteY6" fmla="*/ 178924 h 182308"/>
                <a:gd name="connsiteX7" fmla="*/ 170206 w 170853"/>
                <a:gd name="connsiteY7" fmla="*/ 181146 h 182308"/>
                <a:gd name="connsiteX8" fmla="*/ 166688 w 170853"/>
                <a:gd name="connsiteY8" fmla="*/ 182308 h 182308"/>
                <a:gd name="connsiteX9" fmla="*/ 152622 w 170853"/>
                <a:gd name="connsiteY9" fmla="*/ 182308 h 182308"/>
                <a:gd name="connsiteX10" fmla="*/ 146628 w 170853"/>
                <a:gd name="connsiteY10" fmla="*/ 178403 h 182308"/>
                <a:gd name="connsiteX11" fmla="*/ 131261 w 170853"/>
                <a:gd name="connsiteY11" fmla="*/ 140900 h 182308"/>
                <a:gd name="connsiteX12" fmla="*/ 39846 w 170853"/>
                <a:gd name="connsiteY12" fmla="*/ 140900 h 182308"/>
                <a:gd name="connsiteX13" fmla="*/ 24473 w 170853"/>
                <a:gd name="connsiteY13" fmla="*/ 178403 h 182308"/>
                <a:gd name="connsiteX14" fmla="*/ 18491 w 170853"/>
                <a:gd name="connsiteY14" fmla="*/ 182308 h 182308"/>
                <a:gd name="connsiteX15" fmla="*/ 4686 w 170853"/>
                <a:gd name="connsiteY15" fmla="*/ 182308 h 182308"/>
                <a:gd name="connsiteX16" fmla="*/ 0 w 170853"/>
                <a:gd name="connsiteY16" fmla="*/ 179191 h 182308"/>
                <a:gd name="connsiteX17" fmla="*/ 775 w 170853"/>
                <a:gd name="connsiteY17" fmla="*/ 176327 h 182308"/>
                <a:gd name="connsiteX18" fmla="*/ 122669 w 170853"/>
                <a:gd name="connsiteY18" fmla="*/ 119545 h 182308"/>
                <a:gd name="connsiteX19" fmla="*/ 85947 w 170853"/>
                <a:gd name="connsiteY19" fmla="*/ 29165 h 182308"/>
                <a:gd name="connsiteX20" fmla="*/ 85420 w 170853"/>
                <a:gd name="connsiteY20" fmla="*/ 29165 h 182308"/>
                <a:gd name="connsiteX21" fmla="*/ 48438 w 170853"/>
                <a:gd name="connsiteY21" fmla="*/ 119545 h 182308"/>
                <a:gd name="connsiteX22" fmla="*/ 122669 w 170853"/>
                <a:gd name="connsiteY22" fmla="*/ 119545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0853" h="182308">
                  <a:moveTo>
                    <a:pt x="775" y="176327"/>
                  </a:moveTo>
                  <a:lnTo>
                    <a:pt x="72923" y="3905"/>
                  </a:lnTo>
                  <a:cubicBezTo>
                    <a:pt x="73793" y="1295"/>
                    <a:pt x="75787" y="0"/>
                    <a:pt x="78918" y="0"/>
                  </a:cubicBezTo>
                  <a:lnTo>
                    <a:pt x="92196" y="0"/>
                  </a:lnTo>
                  <a:cubicBezTo>
                    <a:pt x="95320" y="0"/>
                    <a:pt x="97314" y="1295"/>
                    <a:pt x="98184" y="3905"/>
                  </a:cubicBezTo>
                  <a:lnTo>
                    <a:pt x="170332" y="176327"/>
                  </a:lnTo>
                  <a:cubicBezTo>
                    <a:pt x="170675" y="177362"/>
                    <a:pt x="170853" y="178238"/>
                    <a:pt x="170853" y="178924"/>
                  </a:cubicBezTo>
                  <a:cubicBezTo>
                    <a:pt x="170853" y="179622"/>
                    <a:pt x="170631" y="180359"/>
                    <a:pt x="170206" y="181146"/>
                  </a:cubicBezTo>
                  <a:cubicBezTo>
                    <a:pt x="169767" y="181921"/>
                    <a:pt x="168593" y="182308"/>
                    <a:pt x="166688" y="182308"/>
                  </a:cubicBezTo>
                  <a:lnTo>
                    <a:pt x="152622" y="182308"/>
                  </a:lnTo>
                  <a:cubicBezTo>
                    <a:pt x="149492" y="182308"/>
                    <a:pt x="147498" y="181013"/>
                    <a:pt x="146628" y="178403"/>
                  </a:cubicBezTo>
                  <a:lnTo>
                    <a:pt x="131261" y="140900"/>
                  </a:lnTo>
                  <a:lnTo>
                    <a:pt x="39846" y="140900"/>
                  </a:lnTo>
                  <a:lnTo>
                    <a:pt x="24473" y="178403"/>
                  </a:lnTo>
                  <a:cubicBezTo>
                    <a:pt x="23609" y="181013"/>
                    <a:pt x="21616" y="182308"/>
                    <a:pt x="18491" y="182308"/>
                  </a:cubicBezTo>
                  <a:lnTo>
                    <a:pt x="4686" y="182308"/>
                  </a:lnTo>
                  <a:cubicBezTo>
                    <a:pt x="1556" y="182308"/>
                    <a:pt x="0" y="181267"/>
                    <a:pt x="0" y="179191"/>
                  </a:cubicBezTo>
                  <a:cubicBezTo>
                    <a:pt x="0" y="178498"/>
                    <a:pt x="260" y="177540"/>
                    <a:pt x="775" y="176327"/>
                  </a:cubicBezTo>
                  <a:close/>
                  <a:moveTo>
                    <a:pt x="122669" y="119545"/>
                  </a:moveTo>
                  <a:lnTo>
                    <a:pt x="85947" y="29165"/>
                  </a:lnTo>
                  <a:lnTo>
                    <a:pt x="85420" y="29165"/>
                  </a:lnTo>
                  <a:lnTo>
                    <a:pt x="48438" y="119545"/>
                  </a:lnTo>
                  <a:lnTo>
                    <a:pt x="122669" y="119545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49CD717-563D-342D-D7DC-8DF57D7EC4B5}"/>
                </a:ext>
              </a:extLst>
            </p:cNvPr>
            <p:cNvSpPr/>
            <p:nvPr/>
          </p:nvSpPr>
          <p:spPr>
            <a:xfrm>
              <a:off x="2868717" y="3732864"/>
              <a:ext cx="121373" cy="126581"/>
            </a:xfrm>
            <a:custGeom>
              <a:avLst/>
              <a:gdLst>
                <a:gd name="connsiteX0" fmla="*/ 17710 w 121373"/>
                <a:gd name="connsiteY0" fmla="*/ 17971 h 126581"/>
                <a:gd name="connsiteX1" fmla="*/ 63030 w 121373"/>
                <a:gd name="connsiteY1" fmla="*/ 0 h 126581"/>
                <a:gd name="connsiteX2" fmla="*/ 101314 w 121373"/>
                <a:gd name="connsiteY2" fmla="*/ 11595 h 126581"/>
                <a:gd name="connsiteX3" fmla="*/ 121374 w 121373"/>
                <a:gd name="connsiteY3" fmla="*/ 42196 h 126581"/>
                <a:gd name="connsiteX4" fmla="*/ 121374 w 121373"/>
                <a:gd name="connsiteY4" fmla="*/ 43498 h 126581"/>
                <a:gd name="connsiteX5" fmla="*/ 116421 w 121373"/>
                <a:gd name="connsiteY5" fmla="*/ 47663 h 126581"/>
                <a:gd name="connsiteX6" fmla="*/ 103664 w 121373"/>
                <a:gd name="connsiteY6" fmla="*/ 47663 h 126581"/>
                <a:gd name="connsiteX7" fmla="*/ 97930 w 121373"/>
                <a:gd name="connsiteY7" fmla="*/ 43237 h 126581"/>
                <a:gd name="connsiteX8" fmla="*/ 63297 w 121373"/>
                <a:gd name="connsiteY8" fmla="*/ 20320 h 126581"/>
                <a:gd name="connsiteX9" fmla="*/ 33992 w 121373"/>
                <a:gd name="connsiteY9" fmla="*/ 32423 h 126581"/>
                <a:gd name="connsiteX10" fmla="*/ 22917 w 121373"/>
                <a:gd name="connsiteY10" fmla="*/ 63284 h 126581"/>
                <a:gd name="connsiteX11" fmla="*/ 33992 w 121373"/>
                <a:gd name="connsiteY11" fmla="*/ 94418 h 126581"/>
                <a:gd name="connsiteX12" fmla="*/ 63297 w 121373"/>
                <a:gd name="connsiteY12" fmla="*/ 106528 h 126581"/>
                <a:gd name="connsiteX13" fmla="*/ 85173 w 121373"/>
                <a:gd name="connsiteY13" fmla="*/ 100533 h 126581"/>
                <a:gd name="connsiteX14" fmla="*/ 97930 w 121373"/>
                <a:gd name="connsiteY14" fmla="*/ 83604 h 126581"/>
                <a:gd name="connsiteX15" fmla="*/ 103403 w 121373"/>
                <a:gd name="connsiteY15" fmla="*/ 79179 h 126581"/>
                <a:gd name="connsiteX16" fmla="*/ 116161 w 121373"/>
                <a:gd name="connsiteY16" fmla="*/ 79179 h 126581"/>
                <a:gd name="connsiteX17" fmla="*/ 120066 w 121373"/>
                <a:gd name="connsiteY17" fmla="*/ 80353 h 126581"/>
                <a:gd name="connsiteX18" fmla="*/ 121374 w 121373"/>
                <a:gd name="connsiteY18" fmla="*/ 82823 h 126581"/>
                <a:gd name="connsiteX19" fmla="*/ 121107 w 121373"/>
                <a:gd name="connsiteY19" fmla="*/ 84125 h 126581"/>
                <a:gd name="connsiteX20" fmla="*/ 101314 w 121373"/>
                <a:gd name="connsiteY20" fmla="*/ 114859 h 126581"/>
                <a:gd name="connsiteX21" fmla="*/ 63030 w 121373"/>
                <a:gd name="connsiteY21" fmla="*/ 126581 h 126581"/>
                <a:gd name="connsiteX22" fmla="*/ 17577 w 121373"/>
                <a:gd name="connsiteY22" fmla="*/ 108484 h 126581"/>
                <a:gd name="connsiteX23" fmla="*/ 0 w 121373"/>
                <a:gd name="connsiteY23" fmla="*/ 63284 h 126581"/>
                <a:gd name="connsiteX24" fmla="*/ 17710 w 121373"/>
                <a:gd name="connsiteY24" fmla="*/ 17971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1373" h="126581">
                  <a:moveTo>
                    <a:pt x="17710" y="17971"/>
                  </a:moveTo>
                  <a:cubicBezTo>
                    <a:pt x="29343" y="5995"/>
                    <a:pt x="44450" y="0"/>
                    <a:pt x="63030" y="0"/>
                  </a:cubicBezTo>
                  <a:cubicBezTo>
                    <a:pt x="77959" y="0"/>
                    <a:pt x="90722" y="3867"/>
                    <a:pt x="101314" y="11595"/>
                  </a:cubicBezTo>
                  <a:cubicBezTo>
                    <a:pt x="111900" y="19323"/>
                    <a:pt x="118593" y="29515"/>
                    <a:pt x="121374" y="42196"/>
                  </a:cubicBezTo>
                  <a:lnTo>
                    <a:pt x="121374" y="43498"/>
                  </a:lnTo>
                  <a:cubicBezTo>
                    <a:pt x="121374" y="46279"/>
                    <a:pt x="119723" y="47663"/>
                    <a:pt x="116421" y="47663"/>
                  </a:cubicBezTo>
                  <a:lnTo>
                    <a:pt x="103664" y="47663"/>
                  </a:lnTo>
                  <a:cubicBezTo>
                    <a:pt x="100705" y="47663"/>
                    <a:pt x="98800" y="46190"/>
                    <a:pt x="97930" y="43237"/>
                  </a:cubicBezTo>
                  <a:cubicBezTo>
                    <a:pt x="93066" y="27959"/>
                    <a:pt x="81528" y="20320"/>
                    <a:pt x="63297" y="20320"/>
                  </a:cubicBezTo>
                  <a:cubicBezTo>
                    <a:pt x="51130" y="20320"/>
                    <a:pt x="41364" y="24352"/>
                    <a:pt x="33992" y="32423"/>
                  </a:cubicBezTo>
                  <a:cubicBezTo>
                    <a:pt x="26607" y="40501"/>
                    <a:pt x="22917" y="50788"/>
                    <a:pt x="22917" y="63284"/>
                  </a:cubicBezTo>
                  <a:cubicBezTo>
                    <a:pt x="22917" y="75965"/>
                    <a:pt x="26607" y="86335"/>
                    <a:pt x="33992" y="94418"/>
                  </a:cubicBezTo>
                  <a:cubicBezTo>
                    <a:pt x="41364" y="102489"/>
                    <a:pt x="51130" y="106528"/>
                    <a:pt x="63297" y="106528"/>
                  </a:cubicBezTo>
                  <a:cubicBezTo>
                    <a:pt x="71793" y="106528"/>
                    <a:pt x="79083" y="104527"/>
                    <a:pt x="85173" y="100533"/>
                  </a:cubicBezTo>
                  <a:cubicBezTo>
                    <a:pt x="91249" y="96539"/>
                    <a:pt x="95498" y="90894"/>
                    <a:pt x="97930" y="83604"/>
                  </a:cubicBezTo>
                  <a:cubicBezTo>
                    <a:pt x="98800" y="80652"/>
                    <a:pt x="100622" y="79179"/>
                    <a:pt x="103403" y="79179"/>
                  </a:cubicBezTo>
                  <a:lnTo>
                    <a:pt x="116161" y="79179"/>
                  </a:lnTo>
                  <a:cubicBezTo>
                    <a:pt x="117894" y="79179"/>
                    <a:pt x="119202" y="79572"/>
                    <a:pt x="120066" y="80353"/>
                  </a:cubicBezTo>
                  <a:cubicBezTo>
                    <a:pt x="120936" y="81134"/>
                    <a:pt x="121374" y="81953"/>
                    <a:pt x="121374" y="82823"/>
                  </a:cubicBezTo>
                  <a:cubicBezTo>
                    <a:pt x="121374" y="83344"/>
                    <a:pt x="121279" y="83782"/>
                    <a:pt x="121107" y="84125"/>
                  </a:cubicBezTo>
                  <a:cubicBezTo>
                    <a:pt x="118510" y="96806"/>
                    <a:pt x="111900" y="107049"/>
                    <a:pt x="101314" y="114859"/>
                  </a:cubicBezTo>
                  <a:cubicBezTo>
                    <a:pt x="90722" y="122676"/>
                    <a:pt x="77959" y="126581"/>
                    <a:pt x="63030" y="126581"/>
                  </a:cubicBezTo>
                  <a:cubicBezTo>
                    <a:pt x="44450" y="126581"/>
                    <a:pt x="29305" y="120548"/>
                    <a:pt x="17577" y="108484"/>
                  </a:cubicBezTo>
                  <a:cubicBezTo>
                    <a:pt x="5861" y="96412"/>
                    <a:pt x="0" y="81350"/>
                    <a:pt x="0" y="63284"/>
                  </a:cubicBezTo>
                  <a:cubicBezTo>
                    <a:pt x="0" y="45231"/>
                    <a:pt x="5899" y="30125"/>
                    <a:pt x="17710" y="1797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A406F35-7A76-A719-F37B-8251B2581E82}"/>
                </a:ext>
              </a:extLst>
            </p:cNvPr>
            <p:cNvSpPr/>
            <p:nvPr/>
          </p:nvSpPr>
          <p:spPr>
            <a:xfrm>
              <a:off x="3006759" y="3701609"/>
              <a:ext cx="99752" cy="157835"/>
            </a:xfrm>
            <a:custGeom>
              <a:avLst/>
              <a:gdLst>
                <a:gd name="connsiteX0" fmla="*/ 0 w 99752"/>
                <a:gd name="connsiteY0" fmla="*/ 47930 h 157835"/>
                <a:gd name="connsiteX1" fmla="*/ 0 w 99752"/>
                <a:gd name="connsiteY1" fmla="*/ 39065 h 157835"/>
                <a:gd name="connsiteX2" fmla="*/ 4953 w 99752"/>
                <a:gd name="connsiteY2" fmla="*/ 33865 h 157835"/>
                <a:gd name="connsiteX3" fmla="*/ 28130 w 99752"/>
                <a:gd name="connsiteY3" fmla="*/ 33865 h 157835"/>
                <a:gd name="connsiteX4" fmla="*/ 28130 w 99752"/>
                <a:gd name="connsiteY4" fmla="*/ 5214 h 157835"/>
                <a:gd name="connsiteX5" fmla="*/ 33344 w 99752"/>
                <a:gd name="connsiteY5" fmla="*/ 0 h 157835"/>
                <a:gd name="connsiteX6" fmla="*/ 45580 w 99752"/>
                <a:gd name="connsiteY6" fmla="*/ 0 h 157835"/>
                <a:gd name="connsiteX7" fmla="*/ 50527 w 99752"/>
                <a:gd name="connsiteY7" fmla="*/ 5214 h 157835"/>
                <a:gd name="connsiteX8" fmla="*/ 50527 w 99752"/>
                <a:gd name="connsiteY8" fmla="*/ 33865 h 157835"/>
                <a:gd name="connsiteX9" fmla="*/ 92983 w 99752"/>
                <a:gd name="connsiteY9" fmla="*/ 33865 h 157835"/>
                <a:gd name="connsiteX10" fmla="*/ 98196 w 99752"/>
                <a:gd name="connsiteY10" fmla="*/ 39065 h 157835"/>
                <a:gd name="connsiteX11" fmla="*/ 98196 w 99752"/>
                <a:gd name="connsiteY11" fmla="*/ 47930 h 157835"/>
                <a:gd name="connsiteX12" fmla="*/ 92983 w 99752"/>
                <a:gd name="connsiteY12" fmla="*/ 53130 h 157835"/>
                <a:gd name="connsiteX13" fmla="*/ 50527 w 99752"/>
                <a:gd name="connsiteY13" fmla="*/ 53130 h 157835"/>
                <a:gd name="connsiteX14" fmla="*/ 50527 w 99752"/>
                <a:gd name="connsiteY14" fmla="*/ 111995 h 157835"/>
                <a:gd name="connsiteX15" fmla="*/ 56521 w 99752"/>
                <a:gd name="connsiteY15" fmla="*/ 131915 h 157835"/>
                <a:gd name="connsiteX16" fmla="*/ 75533 w 99752"/>
                <a:gd name="connsiteY16" fmla="*/ 137782 h 157835"/>
                <a:gd name="connsiteX17" fmla="*/ 93764 w 99752"/>
                <a:gd name="connsiteY17" fmla="*/ 134658 h 157835"/>
                <a:gd name="connsiteX18" fmla="*/ 96888 w 99752"/>
                <a:gd name="connsiteY18" fmla="*/ 133871 h 157835"/>
                <a:gd name="connsiteX19" fmla="*/ 99752 w 99752"/>
                <a:gd name="connsiteY19" fmla="*/ 138303 h 157835"/>
                <a:gd name="connsiteX20" fmla="*/ 99752 w 99752"/>
                <a:gd name="connsiteY20" fmla="*/ 147676 h 157835"/>
                <a:gd name="connsiteX21" fmla="*/ 95847 w 99752"/>
                <a:gd name="connsiteY21" fmla="*/ 153410 h 157835"/>
                <a:gd name="connsiteX22" fmla="*/ 71622 w 99752"/>
                <a:gd name="connsiteY22" fmla="*/ 157836 h 157835"/>
                <a:gd name="connsiteX23" fmla="*/ 28130 w 99752"/>
                <a:gd name="connsiteY23" fmla="*/ 113037 h 157835"/>
                <a:gd name="connsiteX24" fmla="*/ 28130 w 99752"/>
                <a:gd name="connsiteY24" fmla="*/ 53130 h 157835"/>
                <a:gd name="connsiteX25" fmla="*/ 4953 w 99752"/>
                <a:gd name="connsiteY25" fmla="*/ 53130 h 157835"/>
                <a:gd name="connsiteX26" fmla="*/ 0 w 99752"/>
                <a:gd name="connsiteY26" fmla="*/ 47930 h 157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9752" h="157835">
                  <a:moveTo>
                    <a:pt x="0" y="47930"/>
                  </a:moveTo>
                  <a:lnTo>
                    <a:pt x="0" y="39065"/>
                  </a:lnTo>
                  <a:cubicBezTo>
                    <a:pt x="0" y="35598"/>
                    <a:pt x="1651" y="33865"/>
                    <a:pt x="4953" y="33865"/>
                  </a:cubicBezTo>
                  <a:lnTo>
                    <a:pt x="28130" y="33865"/>
                  </a:lnTo>
                  <a:lnTo>
                    <a:pt x="28130" y="5214"/>
                  </a:lnTo>
                  <a:cubicBezTo>
                    <a:pt x="28130" y="1734"/>
                    <a:pt x="29864" y="0"/>
                    <a:pt x="33344" y="0"/>
                  </a:cubicBezTo>
                  <a:lnTo>
                    <a:pt x="45580" y="0"/>
                  </a:lnTo>
                  <a:cubicBezTo>
                    <a:pt x="48882" y="0"/>
                    <a:pt x="50527" y="1734"/>
                    <a:pt x="50527" y="5214"/>
                  </a:cubicBezTo>
                  <a:lnTo>
                    <a:pt x="50527" y="33865"/>
                  </a:lnTo>
                  <a:lnTo>
                    <a:pt x="92983" y="33865"/>
                  </a:lnTo>
                  <a:cubicBezTo>
                    <a:pt x="96450" y="33865"/>
                    <a:pt x="98196" y="35598"/>
                    <a:pt x="98196" y="39065"/>
                  </a:cubicBezTo>
                  <a:lnTo>
                    <a:pt x="98196" y="47930"/>
                  </a:lnTo>
                  <a:cubicBezTo>
                    <a:pt x="98196" y="51397"/>
                    <a:pt x="96450" y="53130"/>
                    <a:pt x="92983" y="53130"/>
                  </a:cubicBezTo>
                  <a:lnTo>
                    <a:pt x="50527" y="53130"/>
                  </a:lnTo>
                  <a:lnTo>
                    <a:pt x="50527" y="111995"/>
                  </a:lnTo>
                  <a:cubicBezTo>
                    <a:pt x="50527" y="121374"/>
                    <a:pt x="52527" y="128010"/>
                    <a:pt x="56521" y="131915"/>
                  </a:cubicBezTo>
                  <a:cubicBezTo>
                    <a:pt x="60509" y="135820"/>
                    <a:pt x="66853" y="137782"/>
                    <a:pt x="75533" y="137782"/>
                  </a:cubicBezTo>
                  <a:cubicBezTo>
                    <a:pt x="82302" y="137782"/>
                    <a:pt x="88380" y="136735"/>
                    <a:pt x="93764" y="134658"/>
                  </a:cubicBezTo>
                  <a:cubicBezTo>
                    <a:pt x="94977" y="134138"/>
                    <a:pt x="96018" y="133871"/>
                    <a:pt x="96888" y="133871"/>
                  </a:cubicBezTo>
                  <a:cubicBezTo>
                    <a:pt x="98800" y="133871"/>
                    <a:pt x="99752" y="135344"/>
                    <a:pt x="99752" y="138303"/>
                  </a:cubicBezTo>
                  <a:lnTo>
                    <a:pt x="99752" y="147676"/>
                  </a:lnTo>
                  <a:cubicBezTo>
                    <a:pt x="99752" y="150279"/>
                    <a:pt x="98457" y="152197"/>
                    <a:pt x="95847" y="153410"/>
                  </a:cubicBezTo>
                  <a:cubicBezTo>
                    <a:pt x="88729" y="156356"/>
                    <a:pt x="80651" y="157836"/>
                    <a:pt x="71622" y="157836"/>
                  </a:cubicBezTo>
                  <a:cubicBezTo>
                    <a:pt x="42628" y="157836"/>
                    <a:pt x="28130" y="142907"/>
                    <a:pt x="28130" y="113037"/>
                  </a:cubicBezTo>
                  <a:lnTo>
                    <a:pt x="28130" y="53130"/>
                  </a:lnTo>
                  <a:lnTo>
                    <a:pt x="4953" y="53130"/>
                  </a:lnTo>
                  <a:cubicBezTo>
                    <a:pt x="1651" y="53130"/>
                    <a:pt x="0" y="51397"/>
                    <a:pt x="0" y="4793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B81BCB8-6A42-40D4-719B-D78CF145500B}"/>
                </a:ext>
              </a:extLst>
            </p:cNvPr>
            <p:cNvSpPr/>
            <p:nvPr/>
          </p:nvSpPr>
          <p:spPr>
            <a:xfrm>
              <a:off x="3195329" y="3680508"/>
              <a:ext cx="32296" cy="176326"/>
            </a:xfrm>
            <a:custGeom>
              <a:avLst/>
              <a:gdLst>
                <a:gd name="connsiteX0" fmla="*/ 0 w 32296"/>
                <a:gd name="connsiteY0" fmla="*/ 16154 h 176326"/>
                <a:gd name="connsiteX1" fmla="*/ 4559 w 32296"/>
                <a:gd name="connsiteY1" fmla="*/ 4559 h 176326"/>
                <a:gd name="connsiteX2" fmla="*/ 16142 w 32296"/>
                <a:gd name="connsiteY2" fmla="*/ 0 h 176326"/>
                <a:gd name="connsiteX3" fmla="*/ 27737 w 32296"/>
                <a:gd name="connsiteY3" fmla="*/ 4559 h 176326"/>
                <a:gd name="connsiteX4" fmla="*/ 32296 w 32296"/>
                <a:gd name="connsiteY4" fmla="*/ 16154 h 176326"/>
                <a:gd name="connsiteX5" fmla="*/ 27864 w 32296"/>
                <a:gd name="connsiteY5" fmla="*/ 27610 h 176326"/>
                <a:gd name="connsiteX6" fmla="*/ 16142 w 32296"/>
                <a:gd name="connsiteY6" fmla="*/ 32296 h 176326"/>
                <a:gd name="connsiteX7" fmla="*/ 4559 w 32296"/>
                <a:gd name="connsiteY7" fmla="*/ 27610 h 176326"/>
                <a:gd name="connsiteX8" fmla="*/ 0 w 32296"/>
                <a:gd name="connsiteY8" fmla="*/ 16154 h 176326"/>
                <a:gd name="connsiteX9" fmla="*/ 4947 w 32296"/>
                <a:gd name="connsiteY9" fmla="*/ 60166 h 176326"/>
                <a:gd name="connsiteX10" fmla="*/ 10147 w 32296"/>
                <a:gd name="connsiteY10" fmla="*/ 54966 h 176326"/>
                <a:gd name="connsiteX11" fmla="*/ 22136 w 32296"/>
                <a:gd name="connsiteY11" fmla="*/ 54966 h 176326"/>
                <a:gd name="connsiteX12" fmla="*/ 27343 w 32296"/>
                <a:gd name="connsiteY12" fmla="*/ 60166 h 176326"/>
                <a:gd name="connsiteX13" fmla="*/ 27343 w 32296"/>
                <a:gd name="connsiteY13" fmla="*/ 171120 h 176326"/>
                <a:gd name="connsiteX14" fmla="*/ 22136 w 32296"/>
                <a:gd name="connsiteY14" fmla="*/ 176327 h 176326"/>
                <a:gd name="connsiteX15" fmla="*/ 10147 w 32296"/>
                <a:gd name="connsiteY15" fmla="*/ 176327 h 176326"/>
                <a:gd name="connsiteX16" fmla="*/ 4947 w 32296"/>
                <a:gd name="connsiteY16" fmla="*/ 171120 h 176326"/>
                <a:gd name="connsiteX17" fmla="*/ 4947 w 32296"/>
                <a:gd name="connsiteY17" fmla="*/ 60166 h 176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296" h="176326">
                  <a:moveTo>
                    <a:pt x="0" y="16154"/>
                  </a:moveTo>
                  <a:cubicBezTo>
                    <a:pt x="0" y="11468"/>
                    <a:pt x="1512" y="7607"/>
                    <a:pt x="4559" y="4559"/>
                  </a:cubicBezTo>
                  <a:cubicBezTo>
                    <a:pt x="7588" y="1531"/>
                    <a:pt x="11456" y="0"/>
                    <a:pt x="16142" y="0"/>
                  </a:cubicBezTo>
                  <a:cubicBezTo>
                    <a:pt x="20828" y="0"/>
                    <a:pt x="24689" y="1531"/>
                    <a:pt x="27737" y="4559"/>
                  </a:cubicBezTo>
                  <a:cubicBezTo>
                    <a:pt x="30766" y="7607"/>
                    <a:pt x="32296" y="11468"/>
                    <a:pt x="32296" y="16154"/>
                  </a:cubicBezTo>
                  <a:cubicBezTo>
                    <a:pt x="32296" y="20676"/>
                    <a:pt x="30817" y="24486"/>
                    <a:pt x="27864" y="27610"/>
                  </a:cubicBezTo>
                  <a:cubicBezTo>
                    <a:pt x="24733" y="30740"/>
                    <a:pt x="20828" y="32296"/>
                    <a:pt x="16142" y="32296"/>
                  </a:cubicBezTo>
                  <a:cubicBezTo>
                    <a:pt x="11456" y="32296"/>
                    <a:pt x="7588" y="30740"/>
                    <a:pt x="4559" y="27610"/>
                  </a:cubicBezTo>
                  <a:cubicBezTo>
                    <a:pt x="1512" y="24486"/>
                    <a:pt x="0" y="20676"/>
                    <a:pt x="0" y="16154"/>
                  </a:cubicBezTo>
                  <a:close/>
                  <a:moveTo>
                    <a:pt x="4947" y="60166"/>
                  </a:moveTo>
                  <a:cubicBezTo>
                    <a:pt x="4947" y="56699"/>
                    <a:pt x="6680" y="54966"/>
                    <a:pt x="10147" y="54966"/>
                  </a:cubicBezTo>
                  <a:lnTo>
                    <a:pt x="22136" y="54966"/>
                  </a:lnTo>
                  <a:cubicBezTo>
                    <a:pt x="25603" y="54966"/>
                    <a:pt x="27343" y="56699"/>
                    <a:pt x="27343" y="60166"/>
                  </a:cubicBezTo>
                  <a:lnTo>
                    <a:pt x="27343" y="171120"/>
                  </a:lnTo>
                  <a:cubicBezTo>
                    <a:pt x="27343" y="174593"/>
                    <a:pt x="25603" y="176327"/>
                    <a:pt x="22136" y="176327"/>
                  </a:cubicBezTo>
                  <a:lnTo>
                    <a:pt x="10147" y="176327"/>
                  </a:lnTo>
                  <a:cubicBezTo>
                    <a:pt x="6680" y="176327"/>
                    <a:pt x="4947" y="174593"/>
                    <a:pt x="4947" y="171120"/>
                  </a:cubicBezTo>
                  <a:lnTo>
                    <a:pt x="4947" y="6016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2A91420-1AE6-0150-ACE5-81369CC64C6D}"/>
                </a:ext>
              </a:extLst>
            </p:cNvPr>
            <p:cNvSpPr/>
            <p:nvPr/>
          </p:nvSpPr>
          <p:spPr>
            <a:xfrm>
              <a:off x="3263306" y="3732864"/>
              <a:ext cx="113550" cy="123971"/>
            </a:xfrm>
            <a:custGeom>
              <a:avLst/>
              <a:gdLst>
                <a:gd name="connsiteX0" fmla="*/ 0 w 113550"/>
                <a:gd name="connsiteY0" fmla="*/ 118764 h 123971"/>
                <a:gd name="connsiteX1" fmla="*/ 0 w 113550"/>
                <a:gd name="connsiteY1" fmla="*/ 7811 h 123971"/>
                <a:gd name="connsiteX2" fmla="*/ 5200 w 113550"/>
                <a:gd name="connsiteY2" fmla="*/ 2610 h 123971"/>
                <a:gd name="connsiteX3" fmla="*/ 16923 w 113550"/>
                <a:gd name="connsiteY3" fmla="*/ 2610 h 123971"/>
                <a:gd name="connsiteX4" fmla="*/ 22136 w 113550"/>
                <a:gd name="connsiteY4" fmla="*/ 7811 h 123971"/>
                <a:gd name="connsiteX5" fmla="*/ 22136 w 113550"/>
                <a:gd name="connsiteY5" fmla="*/ 22136 h 123971"/>
                <a:gd name="connsiteX6" fmla="*/ 22657 w 113550"/>
                <a:gd name="connsiteY6" fmla="*/ 22136 h 123971"/>
                <a:gd name="connsiteX7" fmla="*/ 39059 w 113550"/>
                <a:gd name="connsiteY7" fmla="*/ 5861 h 123971"/>
                <a:gd name="connsiteX8" fmla="*/ 65106 w 113550"/>
                <a:gd name="connsiteY8" fmla="*/ 0 h 123971"/>
                <a:gd name="connsiteX9" fmla="*/ 100660 w 113550"/>
                <a:gd name="connsiteY9" fmla="*/ 13545 h 123971"/>
                <a:gd name="connsiteX10" fmla="*/ 113551 w 113550"/>
                <a:gd name="connsiteY10" fmla="*/ 51048 h 123971"/>
                <a:gd name="connsiteX11" fmla="*/ 113551 w 113550"/>
                <a:gd name="connsiteY11" fmla="*/ 118764 h 123971"/>
                <a:gd name="connsiteX12" fmla="*/ 108604 w 113550"/>
                <a:gd name="connsiteY12" fmla="*/ 123971 h 123971"/>
                <a:gd name="connsiteX13" fmla="*/ 96361 w 113550"/>
                <a:gd name="connsiteY13" fmla="*/ 123971 h 123971"/>
                <a:gd name="connsiteX14" fmla="*/ 91154 w 113550"/>
                <a:gd name="connsiteY14" fmla="*/ 118764 h 123971"/>
                <a:gd name="connsiteX15" fmla="*/ 91154 w 113550"/>
                <a:gd name="connsiteY15" fmla="*/ 56001 h 123971"/>
                <a:gd name="connsiteX16" fmla="*/ 59639 w 113550"/>
                <a:gd name="connsiteY16" fmla="*/ 20581 h 123971"/>
                <a:gd name="connsiteX17" fmla="*/ 32557 w 113550"/>
                <a:gd name="connsiteY17" fmla="*/ 30474 h 123971"/>
                <a:gd name="connsiteX18" fmla="*/ 22396 w 113550"/>
                <a:gd name="connsiteY18" fmla="*/ 57042 h 123971"/>
                <a:gd name="connsiteX19" fmla="*/ 22396 w 113550"/>
                <a:gd name="connsiteY19" fmla="*/ 118764 h 123971"/>
                <a:gd name="connsiteX20" fmla="*/ 17183 w 113550"/>
                <a:gd name="connsiteY20" fmla="*/ 123971 h 123971"/>
                <a:gd name="connsiteX21" fmla="*/ 5200 w 113550"/>
                <a:gd name="connsiteY21" fmla="*/ 123971 h 123971"/>
                <a:gd name="connsiteX22" fmla="*/ 0 w 113550"/>
                <a:gd name="connsiteY22" fmla="*/ 118764 h 12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3550" h="123971">
                  <a:moveTo>
                    <a:pt x="0" y="118764"/>
                  </a:moveTo>
                  <a:lnTo>
                    <a:pt x="0" y="7811"/>
                  </a:lnTo>
                  <a:cubicBezTo>
                    <a:pt x="0" y="4344"/>
                    <a:pt x="1734" y="2610"/>
                    <a:pt x="5200" y="2610"/>
                  </a:cubicBezTo>
                  <a:lnTo>
                    <a:pt x="16923" y="2610"/>
                  </a:lnTo>
                  <a:cubicBezTo>
                    <a:pt x="20390" y="2610"/>
                    <a:pt x="22136" y="4344"/>
                    <a:pt x="22136" y="7811"/>
                  </a:cubicBezTo>
                  <a:lnTo>
                    <a:pt x="22136" y="22136"/>
                  </a:lnTo>
                  <a:lnTo>
                    <a:pt x="22657" y="22136"/>
                  </a:lnTo>
                  <a:cubicBezTo>
                    <a:pt x="26124" y="15202"/>
                    <a:pt x="31598" y="9766"/>
                    <a:pt x="39059" y="5861"/>
                  </a:cubicBezTo>
                  <a:cubicBezTo>
                    <a:pt x="46527" y="1956"/>
                    <a:pt x="55213" y="0"/>
                    <a:pt x="65106" y="0"/>
                  </a:cubicBezTo>
                  <a:cubicBezTo>
                    <a:pt x="80213" y="0"/>
                    <a:pt x="92069" y="4521"/>
                    <a:pt x="100660" y="13545"/>
                  </a:cubicBezTo>
                  <a:cubicBezTo>
                    <a:pt x="109252" y="22575"/>
                    <a:pt x="113551" y="35071"/>
                    <a:pt x="113551" y="51048"/>
                  </a:cubicBezTo>
                  <a:lnTo>
                    <a:pt x="113551" y="118764"/>
                  </a:lnTo>
                  <a:cubicBezTo>
                    <a:pt x="113551" y="122238"/>
                    <a:pt x="111900" y="123971"/>
                    <a:pt x="108604" y="123971"/>
                  </a:cubicBezTo>
                  <a:lnTo>
                    <a:pt x="96361" y="123971"/>
                  </a:lnTo>
                  <a:cubicBezTo>
                    <a:pt x="92888" y="123971"/>
                    <a:pt x="91154" y="122238"/>
                    <a:pt x="91154" y="118764"/>
                  </a:cubicBezTo>
                  <a:lnTo>
                    <a:pt x="91154" y="56001"/>
                  </a:lnTo>
                  <a:cubicBezTo>
                    <a:pt x="91154" y="32385"/>
                    <a:pt x="80638" y="20581"/>
                    <a:pt x="59639" y="20581"/>
                  </a:cubicBezTo>
                  <a:cubicBezTo>
                    <a:pt x="48342" y="20581"/>
                    <a:pt x="39319" y="23876"/>
                    <a:pt x="32557" y="30474"/>
                  </a:cubicBezTo>
                  <a:cubicBezTo>
                    <a:pt x="25781" y="37078"/>
                    <a:pt x="22396" y="45930"/>
                    <a:pt x="22396" y="57042"/>
                  </a:cubicBezTo>
                  <a:lnTo>
                    <a:pt x="22396" y="118764"/>
                  </a:lnTo>
                  <a:cubicBezTo>
                    <a:pt x="22396" y="122238"/>
                    <a:pt x="20656" y="123971"/>
                    <a:pt x="17183" y="123971"/>
                  </a:cubicBezTo>
                  <a:lnTo>
                    <a:pt x="5200" y="123971"/>
                  </a:lnTo>
                  <a:cubicBezTo>
                    <a:pt x="1734" y="123971"/>
                    <a:pt x="0" y="122238"/>
                    <a:pt x="0" y="118764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2FAB60B-7202-0316-A6C1-842492B37C18}"/>
                </a:ext>
              </a:extLst>
            </p:cNvPr>
            <p:cNvSpPr/>
            <p:nvPr/>
          </p:nvSpPr>
          <p:spPr>
            <a:xfrm>
              <a:off x="3400815" y="3671656"/>
              <a:ext cx="94538" cy="185178"/>
            </a:xfrm>
            <a:custGeom>
              <a:avLst/>
              <a:gdLst>
                <a:gd name="connsiteX0" fmla="*/ 4947 w 94538"/>
                <a:gd name="connsiteY0" fmla="*/ 63817 h 185178"/>
                <a:gd name="connsiteX1" fmla="*/ 27864 w 94538"/>
                <a:gd name="connsiteY1" fmla="*/ 63817 h 185178"/>
                <a:gd name="connsiteX2" fmla="*/ 27864 w 94538"/>
                <a:gd name="connsiteY2" fmla="*/ 53137 h 185178"/>
                <a:gd name="connsiteX3" fmla="*/ 73704 w 94538"/>
                <a:gd name="connsiteY3" fmla="*/ 0 h 185178"/>
                <a:gd name="connsiteX4" fmla="*/ 90373 w 94538"/>
                <a:gd name="connsiteY4" fmla="*/ 2349 h 185178"/>
                <a:gd name="connsiteX5" fmla="*/ 94539 w 94538"/>
                <a:gd name="connsiteY5" fmla="*/ 7817 h 185178"/>
                <a:gd name="connsiteX6" fmla="*/ 94539 w 94538"/>
                <a:gd name="connsiteY6" fmla="*/ 16935 h 185178"/>
                <a:gd name="connsiteX7" fmla="*/ 90633 w 94538"/>
                <a:gd name="connsiteY7" fmla="*/ 21622 h 185178"/>
                <a:gd name="connsiteX8" fmla="*/ 88811 w 94538"/>
                <a:gd name="connsiteY8" fmla="*/ 21361 h 185178"/>
                <a:gd name="connsiteX9" fmla="*/ 77610 w 94538"/>
                <a:gd name="connsiteY9" fmla="*/ 20320 h 185178"/>
                <a:gd name="connsiteX10" fmla="*/ 56648 w 94538"/>
                <a:gd name="connsiteY10" fmla="*/ 27610 h 185178"/>
                <a:gd name="connsiteX11" fmla="*/ 50266 w 94538"/>
                <a:gd name="connsiteY11" fmla="*/ 52616 h 185178"/>
                <a:gd name="connsiteX12" fmla="*/ 50266 w 94538"/>
                <a:gd name="connsiteY12" fmla="*/ 63817 h 185178"/>
                <a:gd name="connsiteX13" fmla="*/ 87769 w 94538"/>
                <a:gd name="connsiteY13" fmla="*/ 63817 h 185178"/>
                <a:gd name="connsiteX14" fmla="*/ 92716 w 94538"/>
                <a:gd name="connsiteY14" fmla="*/ 69018 h 185178"/>
                <a:gd name="connsiteX15" fmla="*/ 92716 w 94538"/>
                <a:gd name="connsiteY15" fmla="*/ 77883 h 185178"/>
                <a:gd name="connsiteX16" fmla="*/ 87769 w 94538"/>
                <a:gd name="connsiteY16" fmla="*/ 83083 h 185178"/>
                <a:gd name="connsiteX17" fmla="*/ 50266 w 94538"/>
                <a:gd name="connsiteY17" fmla="*/ 83083 h 185178"/>
                <a:gd name="connsiteX18" fmla="*/ 50266 w 94538"/>
                <a:gd name="connsiteY18" fmla="*/ 179972 h 185178"/>
                <a:gd name="connsiteX19" fmla="*/ 45053 w 94538"/>
                <a:gd name="connsiteY19" fmla="*/ 185179 h 185178"/>
                <a:gd name="connsiteX20" fmla="*/ 32817 w 94538"/>
                <a:gd name="connsiteY20" fmla="*/ 185179 h 185178"/>
                <a:gd name="connsiteX21" fmla="*/ 27864 w 94538"/>
                <a:gd name="connsiteY21" fmla="*/ 179972 h 185178"/>
                <a:gd name="connsiteX22" fmla="*/ 27864 w 94538"/>
                <a:gd name="connsiteY22" fmla="*/ 83083 h 185178"/>
                <a:gd name="connsiteX23" fmla="*/ 4947 w 94538"/>
                <a:gd name="connsiteY23" fmla="*/ 83083 h 185178"/>
                <a:gd name="connsiteX24" fmla="*/ 0 w 94538"/>
                <a:gd name="connsiteY24" fmla="*/ 77883 h 185178"/>
                <a:gd name="connsiteX25" fmla="*/ 0 w 94538"/>
                <a:gd name="connsiteY25" fmla="*/ 69018 h 185178"/>
                <a:gd name="connsiteX26" fmla="*/ 4947 w 94538"/>
                <a:gd name="connsiteY26" fmla="*/ 63817 h 1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4538" h="185178">
                  <a:moveTo>
                    <a:pt x="4947" y="63817"/>
                  </a:moveTo>
                  <a:lnTo>
                    <a:pt x="27864" y="63817"/>
                  </a:lnTo>
                  <a:lnTo>
                    <a:pt x="27864" y="53137"/>
                  </a:lnTo>
                  <a:cubicBezTo>
                    <a:pt x="27864" y="17716"/>
                    <a:pt x="43142" y="0"/>
                    <a:pt x="73704" y="0"/>
                  </a:cubicBezTo>
                  <a:cubicBezTo>
                    <a:pt x="79952" y="0"/>
                    <a:pt x="85509" y="781"/>
                    <a:pt x="90373" y="2349"/>
                  </a:cubicBezTo>
                  <a:cubicBezTo>
                    <a:pt x="93148" y="3048"/>
                    <a:pt x="94539" y="4864"/>
                    <a:pt x="94539" y="7817"/>
                  </a:cubicBezTo>
                  <a:lnTo>
                    <a:pt x="94539" y="16935"/>
                  </a:lnTo>
                  <a:cubicBezTo>
                    <a:pt x="94539" y="20060"/>
                    <a:pt x="93243" y="21622"/>
                    <a:pt x="90633" y="21622"/>
                  </a:cubicBezTo>
                  <a:cubicBezTo>
                    <a:pt x="90113" y="21622"/>
                    <a:pt x="89503" y="21539"/>
                    <a:pt x="88811" y="21361"/>
                  </a:cubicBezTo>
                  <a:cubicBezTo>
                    <a:pt x="85337" y="20669"/>
                    <a:pt x="81597" y="20320"/>
                    <a:pt x="77610" y="20320"/>
                  </a:cubicBezTo>
                  <a:cubicBezTo>
                    <a:pt x="67881" y="20320"/>
                    <a:pt x="60896" y="22752"/>
                    <a:pt x="56648" y="27610"/>
                  </a:cubicBezTo>
                  <a:cubicBezTo>
                    <a:pt x="52388" y="32474"/>
                    <a:pt x="50266" y="40805"/>
                    <a:pt x="50266" y="52616"/>
                  </a:cubicBezTo>
                  <a:lnTo>
                    <a:pt x="50266" y="63817"/>
                  </a:lnTo>
                  <a:lnTo>
                    <a:pt x="87769" y="63817"/>
                  </a:lnTo>
                  <a:cubicBezTo>
                    <a:pt x="91059" y="63817"/>
                    <a:pt x="92716" y="65551"/>
                    <a:pt x="92716" y="69018"/>
                  </a:cubicBezTo>
                  <a:lnTo>
                    <a:pt x="92716" y="77883"/>
                  </a:lnTo>
                  <a:cubicBezTo>
                    <a:pt x="92716" y="81350"/>
                    <a:pt x="91059" y="83083"/>
                    <a:pt x="87769" y="83083"/>
                  </a:cubicBezTo>
                  <a:lnTo>
                    <a:pt x="50266" y="83083"/>
                  </a:lnTo>
                  <a:lnTo>
                    <a:pt x="50266" y="179972"/>
                  </a:lnTo>
                  <a:cubicBezTo>
                    <a:pt x="50266" y="183445"/>
                    <a:pt x="48520" y="185179"/>
                    <a:pt x="45053" y="185179"/>
                  </a:cubicBezTo>
                  <a:lnTo>
                    <a:pt x="32817" y="185179"/>
                  </a:lnTo>
                  <a:cubicBezTo>
                    <a:pt x="29514" y="185179"/>
                    <a:pt x="27864" y="183445"/>
                    <a:pt x="27864" y="179972"/>
                  </a:cubicBezTo>
                  <a:lnTo>
                    <a:pt x="27864" y="83083"/>
                  </a:lnTo>
                  <a:lnTo>
                    <a:pt x="4947" y="83083"/>
                  </a:lnTo>
                  <a:cubicBezTo>
                    <a:pt x="1644" y="83083"/>
                    <a:pt x="0" y="81350"/>
                    <a:pt x="0" y="77883"/>
                  </a:cubicBezTo>
                  <a:lnTo>
                    <a:pt x="0" y="69018"/>
                  </a:lnTo>
                  <a:cubicBezTo>
                    <a:pt x="0" y="65551"/>
                    <a:pt x="1644" y="63817"/>
                    <a:pt x="4947" y="6381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4B199B3-EC9D-B133-EB6D-C0ED2C8A2C8E}"/>
                </a:ext>
              </a:extLst>
            </p:cNvPr>
            <p:cNvSpPr/>
            <p:nvPr/>
          </p:nvSpPr>
          <p:spPr>
            <a:xfrm>
              <a:off x="3507857" y="3732864"/>
              <a:ext cx="127368" cy="126581"/>
            </a:xfrm>
            <a:custGeom>
              <a:avLst/>
              <a:gdLst>
                <a:gd name="connsiteX0" fmla="*/ 18497 w 127368"/>
                <a:gd name="connsiteY0" fmla="*/ 18231 h 126581"/>
                <a:gd name="connsiteX1" fmla="*/ 63811 w 127368"/>
                <a:gd name="connsiteY1" fmla="*/ 0 h 126581"/>
                <a:gd name="connsiteX2" fmla="*/ 109004 w 127368"/>
                <a:gd name="connsiteY2" fmla="*/ 18231 h 126581"/>
                <a:gd name="connsiteX3" fmla="*/ 127368 w 127368"/>
                <a:gd name="connsiteY3" fmla="*/ 63284 h 126581"/>
                <a:gd name="connsiteX4" fmla="*/ 109004 w 127368"/>
                <a:gd name="connsiteY4" fmla="*/ 108350 h 126581"/>
                <a:gd name="connsiteX5" fmla="*/ 63811 w 127368"/>
                <a:gd name="connsiteY5" fmla="*/ 126581 h 126581"/>
                <a:gd name="connsiteX6" fmla="*/ 18364 w 127368"/>
                <a:gd name="connsiteY6" fmla="*/ 108350 h 126581"/>
                <a:gd name="connsiteX7" fmla="*/ 0 w 127368"/>
                <a:gd name="connsiteY7" fmla="*/ 63284 h 126581"/>
                <a:gd name="connsiteX8" fmla="*/ 18497 w 127368"/>
                <a:gd name="connsiteY8" fmla="*/ 18231 h 126581"/>
                <a:gd name="connsiteX9" fmla="*/ 22923 w 127368"/>
                <a:gd name="connsiteY9" fmla="*/ 63284 h 126581"/>
                <a:gd name="connsiteX10" fmla="*/ 34385 w 127368"/>
                <a:gd name="connsiteY10" fmla="*/ 94285 h 126581"/>
                <a:gd name="connsiteX11" fmla="*/ 63811 w 127368"/>
                <a:gd name="connsiteY11" fmla="*/ 106528 h 126581"/>
                <a:gd name="connsiteX12" fmla="*/ 93243 w 127368"/>
                <a:gd name="connsiteY12" fmla="*/ 94285 h 126581"/>
                <a:gd name="connsiteX13" fmla="*/ 104451 w 127368"/>
                <a:gd name="connsiteY13" fmla="*/ 63284 h 126581"/>
                <a:gd name="connsiteX14" fmla="*/ 93116 w 127368"/>
                <a:gd name="connsiteY14" fmla="*/ 32557 h 126581"/>
                <a:gd name="connsiteX15" fmla="*/ 63811 w 127368"/>
                <a:gd name="connsiteY15" fmla="*/ 20320 h 126581"/>
                <a:gd name="connsiteX16" fmla="*/ 34252 w 127368"/>
                <a:gd name="connsiteY16" fmla="*/ 32557 h 126581"/>
                <a:gd name="connsiteX17" fmla="*/ 22923 w 127368"/>
                <a:gd name="connsiteY17" fmla="*/ 63284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368" h="126581">
                  <a:moveTo>
                    <a:pt x="18497" y="18231"/>
                  </a:moveTo>
                  <a:cubicBezTo>
                    <a:pt x="30651" y="6077"/>
                    <a:pt x="45758" y="0"/>
                    <a:pt x="63811" y="0"/>
                  </a:cubicBezTo>
                  <a:cubicBezTo>
                    <a:pt x="81699" y="0"/>
                    <a:pt x="96761" y="6077"/>
                    <a:pt x="109004" y="18231"/>
                  </a:cubicBezTo>
                  <a:cubicBezTo>
                    <a:pt x="121247" y="30385"/>
                    <a:pt x="127368" y="45409"/>
                    <a:pt x="127368" y="63284"/>
                  </a:cubicBezTo>
                  <a:cubicBezTo>
                    <a:pt x="127368" y="81172"/>
                    <a:pt x="121247" y="96196"/>
                    <a:pt x="109004" y="108350"/>
                  </a:cubicBezTo>
                  <a:cubicBezTo>
                    <a:pt x="96761" y="120504"/>
                    <a:pt x="81699" y="126581"/>
                    <a:pt x="63811" y="126581"/>
                  </a:cubicBezTo>
                  <a:cubicBezTo>
                    <a:pt x="45758" y="126581"/>
                    <a:pt x="30613" y="120504"/>
                    <a:pt x="18364" y="108350"/>
                  </a:cubicBezTo>
                  <a:cubicBezTo>
                    <a:pt x="6128" y="96196"/>
                    <a:pt x="0" y="81172"/>
                    <a:pt x="0" y="63284"/>
                  </a:cubicBezTo>
                  <a:cubicBezTo>
                    <a:pt x="0" y="45409"/>
                    <a:pt x="6166" y="30385"/>
                    <a:pt x="18497" y="18231"/>
                  </a:cubicBezTo>
                  <a:close/>
                  <a:moveTo>
                    <a:pt x="22923" y="63284"/>
                  </a:moveTo>
                  <a:cubicBezTo>
                    <a:pt x="22923" y="75794"/>
                    <a:pt x="26746" y="86125"/>
                    <a:pt x="34385" y="94285"/>
                  </a:cubicBezTo>
                  <a:cubicBezTo>
                    <a:pt x="41846" y="102451"/>
                    <a:pt x="51657" y="106528"/>
                    <a:pt x="63811" y="106528"/>
                  </a:cubicBezTo>
                  <a:cubicBezTo>
                    <a:pt x="75965" y="106528"/>
                    <a:pt x="85782" y="102451"/>
                    <a:pt x="93243" y="94285"/>
                  </a:cubicBezTo>
                  <a:cubicBezTo>
                    <a:pt x="100711" y="86125"/>
                    <a:pt x="104451" y="75794"/>
                    <a:pt x="104451" y="63284"/>
                  </a:cubicBezTo>
                  <a:cubicBezTo>
                    <a:pt x="104451" y="50965"/>
                    <a:pt x="100666" y="40723"/>
                    <a:pt x="93116" y="32557"/>
                  </a:cubicBezTo>
                  <a:cubicBezTo>
                    <a:pt x="85566" y="24403"/>
                    <a:pt x="75800" y="20320"/>
                    <a:pt x="63811" y="20320"/>
                  </a:cubicBezTo>
                  <a:cubicBezTo>
                    <a:pt x="51657" y="20320"/>
                    <a:pt x="41808" y="24403"/>
                    <a:pt x="34252" y="32557"/>
                  </a:cubicBezTo>
                  <a:cubicBezTo>
                    <a:pt x="26695" y="40723"/>
                    <a:pt x="22923" y="50965"/>
                    <a:pt x="22923" y="63284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AD01832-D0B1-483B-73C4-4F21796CE23B}"/>
                </a:ext>
              </a:extLst>
            </p:cNvPr>
            <p:cNvSpPr/>
            <p:nvPr/>
          </p:nvSpPr>
          <p:spPr>
            <a:xfrm>
              <a:off x="3668296" y="3733385"/>
              <a:ext cx="73443" cy="123450"/>
            </a:xfrm>
            <a:custGeom>
              <a:avLst/>
              <a:gdLst>
                <a:gd name="connsiteX0" fmla="*/ 5200 w 73443"/>
                <a:gd name="connsiteY0" fmla="*/ 2089 h 123450"/>
                <a:gd name="connsiteX1" fmla="*/ 16929 w 73443"/>
                <a:gd name="connsiteY1" fmla="*/ 2089 h 123450"/>
                <a:gd name="connsiteX2" fmla="*/ 22136 w 73443"/>
                <a:gd name="connsiteY2" fmla="*/ 7290 h 123450"/>
                <a:gd name="connsiteX3" fmla="*/ 22136 w 73443"/>
                <a:gd name="connsiteY3" fmla="*/ 26302 h 123450"/>
                <a:gd name="connsiteX4" fmla="*/ 22396 w 73443"/>
                <a:gd name="connsiteY4" fmla="*/ 26302 h 123450"/>
                <a:gd name="connsiteX5" fmla="*/ 61722 w 73443"/>
                <a:gd name="connsiteY5" fmla="*/ 0 h 123450"/>
                <a:gd name="connsiteX6" fmla="*/ 69018 w 73443"/>
                <a:gd name="connsiteY6" fmla="*/ 521 h 123450"/>
                <a:gd name="connsiteX7" fmla="*/ 73444 w 73443"/>
                <a:gd name="connsiteY7" fmla="*/ 6515 h 123450"/>
                <a:gd name="connsiteX8" fmla="*/ 73444 w 73443"/>
                <a:gd name="connsiteY8" fmla="*/ 16669 h 123450"/>
                <a:gd name="connsiteX9" fmla="*/ 69278 w 73443"/>
                <a:gd name="connsiteY9" fmla="*/ 21095 h 123450"/>
                <a:gd name="connsiteX10" fmla="*/ 67976 w 73443"/>
                <a:gd name="connsiteY10" fmla="*/ 21095 h 123450"/>
                <a:gd name="connsiteX11" fmla="*/ 61461 w 73443"/>
                <a:gd name="connsiteY11" fmla="*/ 20834 h 123450"/>
                <a:gd name="connsiteX12" fmla="*/ 32690 w 73443"/>
                <a:gd name="connsiteY12" fmla="*/ 33077 h 123450"/>
                <a:gd name="connsiteX13" fmla="*/ 22396 w 73443"/>
                <a:gd name="connsiteY13" fmla="*/ 70586 h 123450"/>
                <a:gd name="connsiteX14" fmla="*/ 22396 w 73443"/>
                <a:gd name="connsiteY14" fmla="*/ 118243 h 123450"/>
                <a:gd name="connsiteX15" fmla="*/ 17189 w 73443"/>
                <a:gd name="connsiteY15" fmla="*/ 123450 h 123450"/>
                <a:gd name="connsiteX16" fmla="*/ 5200 w 73443"/>
                <a:gd name="connsiteY16" fmla="*/ 123450 h 123450"/>
                <a:gd name="connsiteX17" fmla="*/ 0 w 73443"/>
                <a:gd name="connsiteY17" fmla="*/ 118243 h 123450"/>
                <a:gd name="connsiteX18" fmla="*/ 0 w 73443"/>
                <a:gd name="connsiteY18" fmla="*/ 7290 h 123450"/>
                <a:gd name="connsiteX19" fmla="*/ 5200 w 73443"/>
                <a:gd name="connsiteY19" fmla="*/ 2089 h 12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3443" h="123450">
                  <a:moveTo>
                    <a:pt x="5200" y="2089"/>
                  </a:moveTo>
                  <a:lnTo>
                    <a:pt x="16929" y="2089"/>
                  </a:lnTo>
                  <a:cubicBezTo>
                    <a:pt x="20396" y="2089"/>
                    <a:pt x="22136" y="3823"/>
                    <a:pt x="22136" y="7290"/>
                  </a:cubicBezTo>
                  <a:lnTo>
                    <a:pt x="22136" y="26302"/>
                  </a:lnTo>
                  <a:lnTo>
                    <a:pt x="22396" y="26302"/>
                  </a:lnTo>
                  <a:cubicBezTo>
                    <a:pt x="29508" y="8769"/>
                    <a:pt x="42621" y="0"/>
                    <a:pt x="61722" y="0"/>
                  </a:cubicBezTo>
                  <a:cubicBezTo>
                    <a:pt x="63455" y="0"/>
                    <a:pt x="65887" y="178"/>
                    <a:pt x="69018" y="521"/>
                  </a:cubicBezTo>
                  <a:cubicBezTo>
                    <a:pt x="71965" y="1219"/>
                    <a:pt x="73444" y="3213"/>
                    <a:pt x="73444" y="6515"/>
                  </a:cubicBezTo>
                  <a:lnTo>
                    <a:pt x="73444" y="16669"/>
                  </a:lnTo>
                  <a:cubicBezTo>
                    <a:pt x="73444" y="19621"/>
                    <a:pt x="72047" y="21095"/>
                    <a:pt x="69278" y="21095"/>
                  </a:cubicBezTo>
                  <a:lnTo>
                    <a:pt x="67976" y="21095"/>
                  </a:lnTo>
                  <a:cubicBezTo>
                    <a:pt x="66758" y="20923"/>
                    <a:pt x="64592" y="20834"/>
                    <a:pt x="61461" y="20834"/>
                  </a:cubicBezTo>
                  <a:cubicBezTo>
                    <a:pt x="49130" y="20834"/>
                    <a:pt x="39541" y="24917"/>
                    <a:pt x="32690" y="33077"/>
                  </a:cubicBezTo>
                  <a:cubicBezTo>
                    <a:pt x="25819" y="41243"/>
                    <a:pt x="22396" y="53740"/>
                    <a:pt x="22396" y="70586"/>
                  </a:cubicBezTo>
                  <a:lnTo>
                    <a:pt x="22396" y="118243"/>
                  </a:lnTo>
                  <a:cubicBezTo>
                    <a:pt x="22396" y="121717"/>
                    <a:pt x="20656" y="123450"/>
                    <a:pt x="17189" y="123450"/>
                  </a:cubicBezTo>
                  <a:lnTo>
                    <a:pt x="5200" y="123450"/>
                  </a:lnTo>
                  <a:cubicBezTo>
                    <a:pt x="1734" y="123450"/>
                    <a:pt x="0" y="121717"/>
                    <a:pt x="0" y="118243"/>
                  </a:cubicBezTo>
                  <a:lnTo>
                    <a:pt x="0" y="7290"/>
                  </a:lnTo>
                  <a:cubicBezTo>
                    <a:pt x="0" y="3823"/>
                    <a:pt x="1734" y="2089"/>
                    <a:pt x="5200" y="2089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751C3C1-54E1-2B4C-82B0-EF2D4DE9ECA8}"/>
                </a:ext>
              </a:extLst>
            </p:cNvPr>
            <p:cNvSpPr/>
            <p:nvPr/>
          </p:nvSpPr>
          <p:spPr>
            <a:xfrm>
              <a:off x="3768569" y="3732864"/>
              <a:ext cx="190646" cy="123971"/>
            </a:xfrm>
            <a:custGeom>
              <a:avLst/>
              <a:gdLst>
                <a:gd name="connsiteX0" fmla="*/ 0 w 190646"/>
                <a:gd name="connsiteY0" fmla="*/ 7811 h 123971"/>
                <a:gd name="connsiteX1" fmla="*/ 5201 w 190646"/>
                <a:gd name="connsiteY1" fmla="*/ 2610 h 123971"/>
                <a:gd name="connsiteX2" fmla="*/ 16663 w 190646"/>
                <a:gd name="connsiteY2" fmla="*/ 2610 h 123971"/>
                <a:gd name="connsiteX3" fmla="*/ 21876 w 190646"/>
                <a:gd name="connsiteY3" fmla="*/ 7811 h 123971"/>
                <a:gd name="connsiteX4" fmla="*/ 21876 w 190646"/>
                <a:gd name="connsiteY4" fmla="*/ 22917 h 123971"/>
                <a:gd name="connsiteX5" fmla="*/ 22657 w 190646"/>
                <a:gd name="connsiteY5" fmla="*/ 22917 h 123971"/>
                <a:gd name="connsiteX6" fmla="*/ 37630 w 190646"/>
                <a:gd name="connsiteY6" fmla="*/ 6122 h 123971"/>
                <a:gd name="connsiteX7" fmla="*/ 61462 w 190646"/>
                <a:gd name="connsiteY7" fmla="*/ 0 h 123971"/>
                <a:gd name="connsiteX8" fmla="*/ 85554 w 190646"/>
                <a:gd name="connsiteY8" fmla="*/ 6642 h 123971"/>
                <a:gd name="connsiteX9" fmla="*/ 101054 w 190646"/>
                <a:gd name="connsiteY9" fmla="*/ 25267 h 123971"/>
                <a:gd name="connsiteX10" fmla="*/ 101835 w 190646"/>
                <a:gd name="connsiteY10" fmla="*/ 25267 h 123971"/>
                <a:gd name="connsiteX11" fmla="*/ 118891 w 190646"/>
                <a:gd name="connsiteY11" fmla="*/ 6642 h 123971"/>
                <a:gd name="connsiteX12" fmla="*/ 144806 w 190646"/>
                <a:gd name="connsiteY12" fmla="*/ 0 h 123971"/>
                <a:gd name="connsiteX13" fmla="*/ 178276 w 190646"/>
                <a:gd name="connsiteY13" fmla="*/ 13545 h 123971"/>
                <a:gd name="connsiteX14" fmla="*/ 190646 w 190646"/>
                <a:gd name="connsiteY14" fmla="*/ 50527 h 123971"/>
                <a:gd name="connsiteX15" fmla="*/ 190646 w 190646"/>
                <a:gd name="connsiteY15" fmla="*/ 118764 h 123971"/>
                <a:gd name="connsiteX16" fmla="*/ 185433 w 190646"/>
                <a:gd name="connsiteY16" fmla="*/ 123971 h 123971"/>
                <a:gd name="connsiteX17" fmla="*/ 173196 w 190646"/>
                <a:gd name="connsiteY17" fmla="*/ 123971 h 123971"/>
                <a:gd name="connsiteX18" fmla="*/ 168244 w 190646"/>
                <a:gd name="connsiteY18" fmla="*/ 118764 h 123971"/>
                <a:gd name="connsiteX19" fmla="*/ 168244 w 190646"/>
                <a:gd name="connsiteY19" fmla="*/ 56001 h 123971"/>
                <a:gd name="connsiteX20" fmla="*/ 160827 w 190646"/>
                <a:gd name="connsiteY20" fmla="*/ 29566 h 123971"/>
                <a:gd name="connsiteX21" fmla="*/ 139859 w 190646"/>
                <a:gd name="connsiteY21" fmla="*/ 20581 h 123971"/>
                <a:gd name="connsiteX22" fmla="*/ 115894 w 190646"/>
                <a:gd name="connsiteY22" fmla="*/ 30480 h 123971"/>
                <a:gd name="connsiteX23" fmla="*/ 106521 w 190646"/>
                <a:gd name="connsiteY23" fmla="*/ 57042 h 123971"/>
                <a:gd name="connsiteX24" fmla="*/ 106521 w 190646"/>
                <a:gd name="connsiteY24" fmla="*/ 118764 h 123971"/>
                <a:gd name="connsiteX25" fmla="*/ 101314 w 190646"/>
                <a:gd name="connsiteY25" fmla="*/ 123971 h 123971"/>
                <a:gd name="connsiteX26" fmla="*/ 89326 w 190646"/>
                <a:gd name="connsiteY26" fmla="*/ 123971 h 123971"/>
                <a:gd name="connsiteX27" fmla="*/ 84119 w 190646"/>
                <a:gd name="connsiteY27" fmla="*/ 118764 h 123971"/>
                <a:gd name="connsiteX28" fmla="*/ 84119 w 190646"/>
                <a:gd name="connsiteY28" fmla="*/ 56001 h 123971"/>
                <a:gd name="connsiteX29" fmla="*/ 76569 w 190646"/>
                <a:gd name="connsiteY29" fmla="*/ 29566 h 123971"/>
                <a:gd name="connsiteX30" fmla="*/ 55734 w 190646"/>
                <a:gd name="connsiteY30" fmla="*/ 20581 h 123971"/>
                <a:gd name="connsiteX31" fmla="*/ 31776 w 190646"/>
                <a:gd name="connsiteY31" fmla="*/ 30601 h 123971"/>
                <a:gd name="connsiteX32" fmla="*/ 22397 w 190646"/>
                <a:gd name="connsiteY32" fmla="*/ 57042 h 123971"/>
                <a:gd name="connsiteX33" fmla="*/ 22397 w 190646"/>
                <a:gd name="connsiteY33" fmla="*/ 118764 h 123971"/>
                <a:gd name="connsiteX34" fmla="*/ 17183 w 190646"/>
                <a:gd name="connsiteY34" fmla="*/ 123971 h 123971"/>
                <a:gd name="connsiteX35" fmla="*/ 5201 w 190646"/>
                <a:gd name="connsiteY35" fmla="*/ 123971 h 123971"/>
                <a:gd name="connsiteX36" fmla="*/ 0 w 190646"/>
                <a:gd name="connsiteY36" fmla="*/ 118764 h 123971"/>
                <a:gd name="connsiteX37" fmla="*/ 0 w 190646"/>
                <a:gd name="connsiteY37" fmla="*/ 7811 h 12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0646" h="123971">
                  <a:moveTo>
                    <a:pt x="0" y="7811"/>
                  </a:moveTo>
                  <a:cubicBezTo>
                    <a:pt x="0" y="4344"/>
                    <a:pt x="1734" y="2610"/>
                    <a:pt x="5201" y="2610"/>
                  </a:cubicBezTo>
                  <a:lnTo>
                    <a:pt x="16663" y="2610"/>
                  </a:lnTo>
                  <a:cubicBezTo>
                    <a:pt x="20136" y="2610"/>
                    <a:pt x="21876" y="4344"/>
                    <a:pt x="21876" y="7811"/>
                  </a:cubicBezTo>
                  <a:lnTo>
                    <a:pt x="21876" y="22917"/>
                  </a:lnTo>
                  <a:lnTo>
                    <a:pt x="22657" y="22917"/>
                  </a:lnTo>
                  <a:cubicBezTo>
                    <a:pt x="25781" y="15805"/>
                    <a:pt x="30766" y="10205"/>
                    <a:pt x="37630" y="6122"/>
                  </a:cubicBezTo>
                  <a:cubicBezTo>
                    <a:pt x="44488" y="2039"/>
                    <a:pt x="52432" y="0"/>
                    <a:pt x="61462" y="0"/>
                  </a:cubicBezTo>
                  <a:cubicBezTo>
                    <a:pt x="70663" y="0"/>
                    <a:pt x="78696" y="2216"/>
                    <a:pt x="85554" y="6642"/>
                  </a:cubicBezTo>
                  <a:cubicBezTo>
                    <a:pt x="92412" y="11075"/>
                    <a:pt x="97574" y="17278"/>
                    <a:pt x="101054" y="25267"/>
                  </a:cubicBezTo>
                  <a:lnTo>
                    <a:pt x="101835" y="25267"/>
                  </a:lnTo>
                  <a:cubicBezTo>
                    <a:pt x="105651" y="17278"/>
                    <a:pt x="111335" y="11075"/>
                    <a:pt x="118891" y="6642"/>
                  </a:cubicBezTo>
                  <a:cubicBezTo>
                    <a:pt x="126442" y="2216"/>
                    <a:pt x="135084" y="0"/>
                    <a:pt x="144806" y="0"/>
                  </a:cubicBezTo>
                  <a:cubicBezTo>
                    <a:pt x="158871" y="0"/>
                    <a:pt x="170028" y="4521"/>
                    <a:pt x="178276" y="13545"/>
                  </a:cubicBezTo>
                  <a:cubicBezTo>
                    <a:pt x="186519" y="22575"/>
                    <a:pt x="190646" y="34906"/>
                    <a:pt x="190646" y="50527"/>
                  </a:cubicBezTo>
                  <a:lnTo>
                    <a:pt x="190646" y="118764"/>
                  </a:lnTo>
                  <a:cubicBezTo>
                    <a:pt x="190646" y="122238"/>
                    <a:pt x="188913" y="123971"/>
                    <a:pt x="185433" y="123971"/>
                  </a:cubicBezTo>
                  <a:lnTo>
                    <a:pt x="173196" y="123971"/>
                  </a:lnTo>
                  <a:cubicBezTo>
                    <a:pt x="169894" y="123971"/>
                    <a:pt x="168244" y="122238"/>
                    <a:pt x="168244" y="118764"/>
                  </a:cubicBezTo>
                  <a:lnTo>
                    <a:pt x="168244" y="56001"/>
                  </a:lnTo>
                  <a:cubicBezTo>
                    <a:pt x="168244" y="44367"/>
                    <a:pt x="165773" y="35547"/>
                    <a:pt x="160827" y="29566"/>
                  </a:cubicBezTo>
                  <a:cubicBezTo>
                    <a:pt x="155880" y="23571"/>
                    <a:pt x="148889" y="20581"/>
                    <a:pt x="139859" y="20581"/>
                  </a:cubicBezTo>
                  <a:cubicBezTo>
                    <a:pt x="130137" y="20581"/>
                    <a:pt x="122149" y="23876"/>
                    <a:pt x="115894" y="30480"/>
                  </a:cubicBezTo>
                  <a:cubicBezTo>
                    <a:pt x="109646" y="37078"/>
                    <a:pt x="106521" y="45930"/>
                    <a:pt x="106521" y="57042"/>
                  </a:cubicBezTo>
                  <a:lnTo>
                    <a:pt x="106521" y="118764"/>
                  </a:lnTo>
                  <a:cubicBezTo>
                    <a:pt x="106521" y="122238"/>
                    <a:pt x="104782" y="123971"/>
                    <a:pt x="101314" y="123971"/>
                  </a:cubicBezTo>
                  <a:lnTo>
                    <a:pt x="89326" y="123971"/>
                  </a:lnTo>
                  <a:cubicBezTo>
                    <a:pt x="85852" y="123971"/>
                    <a:pt x="84119" y="122238"/>
                    <a:pt x="84119" y="118764"/>
                  </a:cubicBezTo>
                  <a:lnTo>
                    <a:pt x="84119" y="56001"/>
                  </a:lnTo>
                  <a:cubicBezTo>
                    <a:pt x="84119" y="44367"/>
                    <a:pt x="81604" y="35547"/>
                    <a:pt x="76569" y="29566"/>
                  </a:cubicBezTo>
                  <a:cubicBezTo>
                    <a:pt x="71527" y="23571"/>
                    <a:pt x="64593" y="20581"/>
                    <a:pt x="55734" y="20581"/>
                  </a:cubicBezTo>
                  <a:cubicBezTo>
                    <a:pt x="46006" y="20581"/>
                    <a:pt x="38017" y="23927"/>
                    <a:pt x="31776" y="30601"/>
                  </a:cubicBezTo>
                  <a:cubicBezTo>
                    <a:pt x="25521" y="37294"/>
                    <a:pt x="22397" y="46101"/>
                    <a:pt x="22397" y="57042"/>
                  </a:cubicBezTo>
                  <a:lnTo>
                    <a:pt x="22397" y="118764"/>
                  </a:lnTo>
                  <a:cubicBezTo>
                    <a:pt x="22397" y="122238"/>
                    <a:pt x="20657" y="123971"/>
                    <a:pt x="17183" y="123971"/>
                  </a:cubicBezTo>
                  <a:lnTo>
                    <a:pt x="5201" y="123971"/>
                  </a:lnTo>
                  <a:cubicBezTo>
                    <a:pt x="1734" y="123971"/>
                    <a:pt x="0" y="122238"/>
                    <a:pt x="0" y="118764"/>
                  </a:cubicBezTo>
                  <a:lnTo>
                    <a:pt x="0" y="7811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774020A-14C3-C444-10F4-654D96034398}"/>
                </a:ext>
              </a:extLst>
            </p:cNvPr>
            <p:cNvSpPr/>
            <p:nvPr/>
          </p:nvSpPr>
          <p:spPr>
            <a:xfrm>
              <a:off x="3990203" y="3732864"/>
              <a:ext cx="123450" cy="126581"/>
            </a:xfrm>
            <a:custGeom>
              <a:avLst/>
              <a:gdLst>
                <a:gd name="connsiteX0" fmla="*/ 0 w 123450"/>
                <a:gd name="connsiteY0" fmla="*/ 63284 h 126581"/>
                <a:gd name="connsiteX1" fmla="*/ 17316 w 123450"/>
                <a:gd name="connsiteY1" fmla="*/ 17710 h 126581"/>
                <a:gd name="connsiteX2" fmla="*/ 62516 w 123450"/>
                <a:gd name="connsiteY2" fmla="*/ 0 h 126581"/>
                <a:gd name="connsiteX3" fmla="*/ 106655 w 123450"/>
                <a:gd name="connsiteY3" fmla="*/ 17190 h 126581"/>
                <a:gd name="connsiteX4" fmla="*/ 123451 w 123450"/>
                <a:gd name="connsiteY4" fmla="*/ 62510 h 126581"/>
                <a:gd name="connsiteX5" fmla="*/ 123451 w 123450"/>
                <a:gd name="connsiteY5" fmla="*/ 64853 h 126581"/>
                <a:gd name="connsiteX6" fmla="*/ 117469 w 123450"/>
                <a:gd name="connsiteY6" fmla="*/ 70847 h 126581"/>
                <a:gd name="connsiteX7" fmla="*/ 22397 w 123450"/>
                <a:gd name="connsiteY7" fmla="*/ 70847 h 126581"/>
                <a:gd name="connsiteX8" fmla="*/ 35039 w 123450"/>
                <a:gd name="connsiteY8" fmla="*/ 98190 h 126581"/>
                <a:gd name="connsiteX9" fmla="*/ 63551 w 123450"/>
                <a:gd name="connsiteY9" fmla="*/ 107569 h 126581"/>
                <a:gd name="connsiteX10" fmla="*/ 85039 w 123450"/>
                <a:gd name="connsiteY10" fmla="*/ 103143 h 126581"/>
                <a:gd name="connsiteX11" fmla="*/ 97930 w 123450"/>
                <a:gd name="connsiteY11" fmla="*/ 91415 h 126581"/>
                <a:gd name="connsiteX12" fmla="*/ 103924 w 123450"/>
                <a:gd name="connsiteY12" fmla="*/ 87249 h 126581"/>
                <a:gd name="connsiteX13" fmla="*/ 115119 w 123450"/>
                <a:gd name="connsiteY13" fmla="*/ 87249 h 126581"/>
                <a:gd name="connsiteX14" fmla="*/ 119158 w 123450"/>
                <a:gd name="connsiteY14" fmla="*/ 88297 h 126581"/>
                <a:gd name="connsiteX15" fmla="*/ 120333 w 123450"/>
                <a:gd name="connsiteY15" fmla="*/ 90894 h 126581"/>
                <a:gd name="connsiteX16" fmla="*/ 120333 w 123450"/>
                <a:gd name="connsiteY16" fmla="*/ 91415 h 126581"/>
                <a:gd name="connsiteX17" fmla="*/ 100019 w 123450"/>
                <a:gd name="connsiteY17" fmla="*/ 116815 h 126581"/>
                <a:gd name="connsiteX18" fmla="*/ 63297 w 123450"/>
                <a:gd name="connsiteY18" fmla="*/ 126581 h 126581"/>
                <a:gd name="connsiteX19" fmla="*/ 17316 w 123450"/>
                <a:gd name="connsiteY19" fmla="*/ 109125 h 126581"/>
                <a:gd name="connsiteX20" fmla="*/ 0 w 123450"/>
                <a:gd name="connsiteY20" fmla="*/ 63284 h 126581"/>
                <a:gd name="connsiteX21" fmla="*/ 22923 w 123450"/>
                <a:gd name="connsiteY21" fmla="*/ 53397 h 126581"/>
                <a:gd name="connsiteX22" fmla="*/ 100533 w 123450"/>
                <a:gd name="connsiteY22" fmla="*/ 53397 h 126581"/>
                <a:gd name="connsiteX23" fmla="*/ 88297 w 123450"/>
                <a:gd name="connsiteY23" fmla="*/ 27610 h 126581"/>
                <a:gd name="connsiteX24" fmla="*/ 62256 w 123450"/>
                <a:gd name="connsiteY24" fmla="*/ 18752 h 126581"/>
                <a:gd name="connsiteX25" fmla="*/ 35427 w 123450"/>
                <a:gd name="connsiteY25" fmla="*/ 27610 h 126581"/>
                <a:gd name="connsiteX26" fmla="*/ 22923 w 123450"/>
                <a:gd name="connsiteY26" fmla="*/ 53397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3450" h="126581">
                  <a:moveTo>
                    <a:pt x="0" y="63284"/>
                  </a:moveTo>
                  <a:cubicBezTo>
                    <a:pt x="0" y="44710"/>
                    <a:pt x="5772" y="29515"/>
                    <a:pt x="17316" y="17710"/>
                  </a:cubicBezTo>
                  <a:cubicBezTo>
                    <a:pt x="28867" y="5906"/>
                    <a:pt x="43929" y="0"/>
                    <a:pt x="62516" y="0"/>
                  </a:cubicBezTo>
                  <a:cubicBezTo>
                    <a:pt x="80747" y="0"/>
                    <a:pt x="95460" y="5734"/>
                    <a:pt x="106655" y="17190"/>
                  </a:cubicBezTo>
                  <a:cubicBezTo>
                    <a:pt x="117863" y="28651"/>
                    <a:pt x="123451" y="43758"/>
                    <a:pt x="123451" y="62510"/>
                  </a:cubicBezTo>
                  <a:lnTo>
                    <a:pt x="123451" y="64853"/>
                  </a:lnTo>
                  <a:cubicBezTo>
                    <a:pt x="123451" y="68853"/>
                    <a:pt x="121457" y="70847"/>
                    <a:pt x="117469" y="70847"/>
                  </a:cubicBezTo>
                  <a:lnTo>
                    <a:pt x="22397" y="70847"/>
                  </a:lnTo>
                  <a:cubicBezTo>
                    <a:pt x="23609" y="82823"/>
                    <a:pt x="27826" y="91935"/>
                    <a:pt x="35039" y="98190"/>
                  </a:cubicBezTo>
                  <a:cubicBezTo>
                    <a:pt x="42234" y="104439"/>
                    <a:pt x="51740" y="107569"/>
                    <a:pt x="63551" y="107569"/>
                  </a:cubicBezTo>
                  <a:cubicBezTo>
                    <a:pt x="71889" y="107569"/>
                    <a:pt x="79051" y="106096"/>
                    <a:pt x="85039" y="103143"/>
                  </a:cubicBezTo>
                  <a:cubicBezTo>
                    <a:pt x="91034" y="100184"/>
                    <a:pt x="95333" y="96279"/>
                    <a:pt x="97930" y="91415"/>
                  </a:cubicBezTo>
                  <a:cubicBezTo>
                    <a:pt x="99143" y="88646"/>
                    <a:pt x="101143" y="87249"/>
                    <a:pt x="103924" y="87249"/>
                  </a:cubicBezTo>
                  <a:lnTo>
                    <a:pt x="115119" y="87249"/>
                  </a:lnTo>
                  <a:cubicBezTo>
                    <a:pt x="117030" y="87249"/>
                    <a:pt x="118383" y="87605"/>
                    <a:pt x="119158" y="88297"/>
                  </a:cubicBezTo>
                  <a:cubicBezTo>
                    <a:pt x="119939" y="88989"/>
                    <a:pt x="120333" y="89859"/>
                    <a:pt x="120333" y="90894"/>
                  </a:cubicBezTo>
                  <a:lnTo>
                    <a:pt x="120333" y="91415"/>
                  </a:lnTo>
                  <a:cubicBezTo>
                    <a:pt x="116853" y="101835"/>
                    <a:pt x="110084" y="110300"/>
                    <a:pt x="100019" y="116815"/>
                  </a:cubicBezTo>
                  <a:cubicBezTo>
                    <a:pt x="89948" y="123324"/>
                    <a:pt x="77705" y="126581"/>
                    <a:pt x="63297" y="126581"/>
                  </a:cubicBezTo>
                  <a:cubicBezTo>
                    <a:pt x="44190" y="126581"/>
                    <a:pt x="28867" y="120764"/>
                    <a:pt x="17316" y="109125"/>
                  </a:cubicBezTo>
                  <a:cubicBezTo>
                    <a:pt x="5772" y="97505"/>
                    <a:pt x="0" y="82214"/>
                    <a:pt x="0" y="63284"/>
                  </a:cubicBezTo>
                  <a:close/>
                  <a:moveTo>
                    <a:pt x="22923" y="53397"/>
                  </a:moveTo>
                  <a:lnTo>
                    <a:pt x="100533" y="53397"/>
                  </a:lnTo>
                  <a:cubicBezTo>
                    <a:pt x="98978" y="42107"/>
                    <a:pt x="94895" y="33515"/>
                    <a:pt x="88297" y="27610"/>
                  </a:cubicBezTo>
                  <a:cubicBezTo>
                    <a:pt x="81699" y="21704"/>
                    <a:pt x="73019" y="18752"/>
                    <a:pt x="62256" y="18752"/>
                  </a:cubicBezTo>
                  <a:cubicBezTo>
                    <a:pt x="51137" y="18752"/>
                    <a:pt x="42196" y="21704"/>
                    <a:pt x="35427" y="27610"/>
                  </a:cubicBezTo>
                  <a:cubicBezTo>
                    <a:pt x="28651" y="33515"/>
                    <a:pt x="24486" y="42107"/>
                    <a:pt x="22923" y="5339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3B7C390-5439-E3F4-3D43-C2578453795A}"/>
                </a:ext>
              </a:extLst>
            </p:cNvPr>
            <p:cNvSpPr/>
            <p:nvPr/>
          </p:nvSpPr>
          <p:spPr>
            <a:xfrm>
              <a:off x="4138927" y="3674527"/>
              <a:ext cx="126320" cy="184918"/>
            </a:xfrm>
            <a:custGeom>
              <a:avLst/>
              <a:gdLst>
                <a:gd name="connsiteX0" fmla="*/ 17704 w 126320"/>
                <a:gd name="connsiteY0" fmla="*/ 76568 h 184918"/>
                <a:gd name="connsiteX1" fmla="*/ 60420 w 126320"/>
                <a:gd name="connsiteY1" fmla="*/ 58337 h 184918"/>
                <a:gd name="connsiteX2" fmla="*/ 86080 w 126320"/>
                <a:gd name="connsiteY2" fmla="*/ 64332 h 184918"/>
                <a:gd name="connsiteX3" fmla="*/ 103137 w 126320"/>
                <a:gd name="connsiteY3" fmla="*/ 80473 h 184918"/>
                <a:gd name="connsiteX4" fmla="*/ 103924 w 126320"/>
                <a:gd name="connsiteY4" fmla="*/ 80473 h 184918"/>
                <a:gd name="connsiteX5" fmla="*/ 103924 w 126320"/>
                <a:gd name="connsiteY5" fmla="*/ 5207 h 184918"/>
                <a:gd name="connsiteX6" fmla="*/ 109131 w 126320"/>
                <a:gd name="connsiteY6" fmla="*/ 0 h 184918"/>
                <a:gd name="connsiteX7" fmla="*/ 121367 w 126320"/>
                <a:gd name="connsiteY7" fmla="*/ 0 h 184918"/>
                <a:gd name="connsiteX8" fmla="*/ 126321 w 126320"/>
                <a:gd name="connsiteY8" fmla="*/ 5207 h 184918"/>
                <a:gd name="connsiteX9" fmla="*/ 126321 w 126320"/>
                <a:gd name="connsiteY9" fmla="*/ 177101 h 184918"/>
                <a:gd name="connsiteX10" fmla="*/ 121367 w 126320"/>
                <a:gd name="connsiteY10" fmla="*/ 182308 h 184918"/>
                <a:gd name="connsiteX11" fmla="*/ 109391 w 126320"/>
                <a:gd name="connsiteY11" fmla="*/ 182308 h 184918"/>
                <a:gd name="connsiteX12" fmla="*/ 104184 w 126320"/>
                <a:gd name="connsiteY12" fmla="*/ 177101 h 184918"/>
                <a:gd name="connsiteX13" fmla="*/ 104184 w 126320"/>
                <a:gd name="connsiteY13" fmla="*/ 162776 h 184918"/>
                <a:gd name="connsiteX14" fmla="*/ 103657 w 126320"/>
                <a:gd name="connsiteY14" fmla="*/ 162776 h 184918"/>
                <a:gd name="connsiteX15" fmla="*/ 86728 w 126320"/>
                <a:gd name="connsiteY15" fmla="*/ 179057 h 184918"/>
                <a:gd name="connsiteX16" fmla="*/ 60680 w 126320"/>
                <a:gd name="connsiteY16" fmla="*/ 184918 h 184918"/>
                <a:gd name="connsiteX17" fmla="*/ 17577 w 126320"/>
                <a:gd name="connsiteY17" fmla="*/ 166688 h 184918"/>
                <a:gd name="connsiteX18" fmla="*/ 0 w 126320"/>
                <a:gd name="connsiteY18" fmla="*/ 121621 h 184918"/>
                <a:gd name="connsiteX19" fmla="*/ 17704 w 126320"/>
                <a:gd name="connsiteY19" fmla="*/ 76568 h 184918"/>
                <a:gd name="connsiteX20" fmla="*/ 22917 w 126320"/>
                <a:gd name="connsiteY20" fmla="*/ 121621 h 184918"/>
                <a:gd name="connsiteX21" fmla="*/ 34379 w 126320"/>
                <a:gd name="connsiteY21" fmla="*/ 152622 h 184918"/>
                <a:gd name="connsiteX22" fmla="*/ 63805 w 126320"/>
                <a:gd name="connsiteY22" fmla="*/ 164865 h 184918"/>
                <a:gd name="connsiteX23" fmla="*/ 93244 w 126320"/>
                <a:gd name="connsiteY23" fmla="*/ 152622 h 184918"/>
                <a:gd name="connsiteX24" fmla="*/ 104445 w 126320"/>
                <a:gd name="connsiteY24" fmla="*/ 121621 h 184918"/>
                <a:gd name="connsiteX25" fmla="*/ 93110 w 126320"/>
                <a:gd name="connsiteY25" fmla="*/ 90894 h 184918"/>
                <a:gd name="connsiteX26" fmla="*/ 63805 w 126320"/>
                <a:gd name="connsiteY26" fmla="*/ 78657 h 184918"/>
                <a:gd name="connsiteX27" fmla="*/ 34252 w 126320"/>
                <a:gd name="connsiteY27" fmla="*/ 90894 h 184918"/>
                <a:gd name="connsiteX28" fmla="*/ 22917 w 126320"/>
                <a:gd name="connsiteY28" fmla="*/ 121621 h 18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6320" h="184918">
                  <a:moveTo>
                    <a:pt x="17704" y="76568"/>
                  </a:moveTo>
                  <a:cubicBezTo>
                    <a:pt x="29337" y="64414"/>
                    <a:pt x="43580" y="58337"/>
                    <a:pt x="60420" y="58337"/>
                  </a:cubicBezTo>
                  <a:cubicBezTo>
                    <a:pt x="69621" y="58337"/>
                    <a:pt x="78181" y="60337"/>
                    <a:pt x="86080" y="64332"/>
                  </a:cubicBezTo>
                  <a:cubicBezTo>
                    <a:pt x="93980" y="68326"/>
                    <a:pt x="99663" y="73704"/>
                    <a:pt x="103137" y="80473"/>
                  </a:cubicBezTo>
                  <a:lnTo>
                    <a:pt x="103924" y="80473"/>
                  </a:lnTo>
                  <a:lnTo>
                    <a:pt x="103924" y="5207"/>
                  </a:lnTo>
                  <a:cubicBezTo>
                    <a:pt x="103924" y="1733"/>
                    <a:pt x="105658" y="0"/>
                    <a:pt x="109131" y="0"/>
                  </a:cubicBezTo>
                  <a:lnTo>
                    <a:pt x="121367" y="0"/>
                  </a:lnTo>
                  <a:cubicBezTo>
                    <a:pt x="124670" y="0"/>
                    <a:pt x="126321" y="1733"/>
                    <a:pt x="126321" y="5207"/>
                  </a:cubicBezTo>
                  <a:lnTo>
                    <a:pt x="126321" y="177101"/>
                  </a:lnTo>
                  <a:cubicBezTo>
                    <a:pt x="126321" y="180575"/>
                    <a:pt x="124670" y="182308"/>
                    <a:pt x="121367" y="182308"/>
                  </a:cubicBezTo>
                  <a:lnTo>
                    <a:pt x="109391" y="182308"/>
                  </a:lnTo>
                  <a:cubicBezTo>
                    <a:pt x="105918" y="182308"/>
                    <a:pt x="104184" y="180575"/>
                    <a:pt x="104184" y="177101"/>
                  </a:cubicBezTo>
                  <a:lnTo>
                    <a:pt x="104184" y="162776"/>
                  </a:lnTo>
                  <a:lnTo>
                    <a:pt x="103657" y="162776"/>
                  </a:lnTo>
                  <a:cubicBezTo>
                    <a:pt x="100184" y="169729"/>
                    <a:pt x="94545" y="175152"/>
                    <a:pt x="86728" y="179057"/>
                  </a:cubicBezTo>
                  <a:cubicBezTo>
                    <a:pt x="78911" y="182963"/>
                    <a:pt x="70231" y="184918"/>
                    <a:pt x="60680" y="184918"/>
                  </a:cubicBezTo>
                  <a:cubicBezTo>
                    <a:pt x="43662" y="184918"/>
                    <a:pt x="29299" y="178841"/>
                    <a:pt x="17577" y="166688"/>
                  </a:cubicBezTo>
                  <a:cubicBezTo>
                    <a:pt x="5861" y="154534"/>
                    <a:pt x="0" y="139509"/>
                    <a:pt x="0" y="121621"/>
                  </a:cubicBezTo>
                  <a:cubicBezTo>
                    <a:pt x="0" y="103918"/>
                    <a:pt x="5899" y="88900"/>
                    <a:pt x="17704" y="76568"/>
                  </a:cubicBezTo>
                  <a:close/>
                  <a:moveTo>
                    <a:pt x="22917" y="121621"/>
                  </a:moveTo>
                  <a:cubicBezTo>
                    <a:pt x="22917" y="134131"/>
                    <a:pt x="26740" y="144463"/>
                    <a:pt x="34379" y="152622"/>
                  </a:cubicBezTo>
                  <a:cubicBezTo>
                    <a:pt x="41840" y="160788"/>
                    <a:pt x="51651" y="164865"/>
                    <a:pt x="63805" y="164865"/>
                  </a:cubicBezTo>
                  <a:cubicBezTo>
                    <a:pt x="75959" y="164865"/>
                    <a:pt x="85776" y="160788"/>
                    <a:pt x="93244" y="152622"/>
                  </a:cubicBezTo>
                  <a:cubicBezTo>
                    <a:pt x="100705" y="144463"/>
                    <a:pt x="104445" y="134131"/>
                    <a:pt x="104445" y="121621"/>
                  </a:cubicBezTo>
                  <a:cubicBezTo>
                    <a:pt x="104445" y="109302"/>
                    <a:pt x="100660" y="99060"/>
                    <a:pt x="93110" y="90894"/>
                  </a:cubicBezTo>
                  <a:cubicBezTo>
                    <a:pt x="85560" y="82740"/>
                    <a:pt x="75793" y="78657"/>
                    <a:pt x="63805" y="78657"/>
                  </a:cubicBezTo>
                  <a:cubicBezTo>
                    <a:pt x="51651" y="78657"/>
                    <a:pt x="41802" y="82740"/>
                    <a:pt x="34252" y="90894"/>
                  </a:cubicBezTo>
                  <a:cubicBezTo>
                    <a:pt x="26689" y="99060"/>
                    <a:pt x="22917" y="109302"/>
                    <a:pt x="22917" y="12162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33DC7E3-C5D4-2437-5ECA-8C68AB7C8E93}"/>
                </a:ext>
              </a:extLst>
            </p:cNvPr>
            <p:cNvSpPr/>
            <p:nvPr/>
          </p:nvSpPr>
          <p:spPr>
            <a:xfrm>
              <a:off x="3606116" y="2939754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8B8058F-B615-EAFC-E44B-AC1819EF5471}"/>
                </a:ext>
              </a:extLst>
            </p:cNvPr>
            <p:cNvSpPr/>
            <p:nvPr/>
          </p:nvSpPr>
          <p:spPr>
            <a:xfrm>
              <a:off x="2642511" y="3141800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3C84E47-6A3A-3E10-4823-1B6E87146FD5}"/>
                </a:ext>
              </a:extLst>
            </p:cNvPr>
            <p:cNvSpPr/>
            <p:nvPr/>
          </p:nvSpPr>
          <p:spPr>
            <a:xfrm>
              <a:off x="1262630" y="3149813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4EFA938-4DD8-815A-3507-8A38D2BC3401}"/>
                </a:ext>
              </a:extLst>
            </p:cNvPr>
            <p:cNvSpPr/>
            <p:nvPr/>
          </p:nvSpPr>
          <p:spPr>
            <a:xfrm>
              <a:off x="1262630" y="3149813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9FF968-9358-256C-DC26-A124DF4A5274}"/>
                </a:ext>
              </a:extLst>
            </p:cNvPr>
            <p:cNvSpPr/>
            <p:nvPr/>
          </p:nvSpPr>
          <p:spPr>
            <a:xfrm>
              <a:off x="1586887" y="3244060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E90CE70-21E8-62C3-8930-1C1553F9B840}"/>
                </a:ext>
              </a:extLst>
            </p:cNvPr>
            <p:cNvSpPr/>
            <p:nvPr/>
          </p:nvSpPr>
          <p:spPr>
            <a:xfrm rot="16218758">
              <a:off x="1309999" y="3425923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CA9FF3E-9067-4FB9-0950-55E09790E694}"/>
                </a:ext>
              </a:extLst>
            </p:cNvPr>
            <p:cNvSpPr/>
            <p:nvPr/>
          </p:nvSpPr>
          <p:spPr>
            <a:xfrm>
              <a:off x="1176069" y="2876116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55645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gradFill>
          <a:gsLst>
            <a:gs pos="0">
              <a:srgbClr val="50C2EF">
                <a:alpha val="27927"/>
              </a:srgbClr>
            </a:gs>
            <a:gs pos="67000">
              <a:srgbClr val="2B8CCC">
                <a:alpha val="0"/>
              </a:srgbClr>
            </a:gs>
            <a:gs pos="88000">
              <a:srgbClr val="E11A53">
                <a:alpha val="5033"/>
              </a:srgb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/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  <p:grpSp>
        <p:nvGrpSpPr>
          <p:cNvPr id="4" name="Graphic 2">
            <a:extLst>
              <a:ext uri="{FF2B5EF4-FFF2-40B4-BE49-F238E27FC236}">
                <a16:creationId xmlns:a16="http://schemas.microsoft.com/office/drawing/2014/main" id="{84998FF6-947D-853B-7ECC-C436ABE7A6D7}"/>
              </a:ext>
            </a:extLst>
          </p:cNvPr>
          <p:cNvGrpSpPr/>
          <p:nvPr userDrawn="1"/>
        </p:nvGrpSpPr>
        <p:grpSpPr>
          <a:xfrm>
            <a:off x="780430" y="2374210"/>
            <a:ext cx="4288568" cy="1532392"/>
            <a:chOff x="1495832" y="2697093"/>
            <a:chExt cx="3094619" cy="110576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C5D1AA4-058E-157C-A7CC-9261C54F6341}"/>
                </a:ext>
              </a:extLst>
            </p:cNvPr>
            <p:cNvSpPr/>
            <p:nvPr/>
          </p:nvSpPr>
          <p:spPr>
            <a:xfrm>
              <a:off x="3513244" y="3732151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8AC128A-4924-CF43-920C-9AAE7082BE6C}"/>
                </a:ext>
              </a:extLst>
            </p:cNvPr>
            <p:cNvSpPr/>
            <p:nvPr/>
          </p:nvSpPr>
          <p:spPr>
            <a:xfrm>
              <a:off x="2185040" y="2962777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156B511-B581-CE42-74DD-A7FECEA94A50}"/>
                </a:ext>
              </a:extLst>
            </p:cNvPr>
            <p:cNvSpPr/>
            <p:nvPr/>
          </p:nvSpPr>
          <p:spPr>
            <a:xfrm>
              <a:off x="3496512" y="2818212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2974DB6-B209-9123-E980-51B6BE9C29A7}"/>
                </a:ext>
              </a:extLst>
            </p:cNvPr>
            <p:cNvSpPr/>
            <p:nvPr/>
          </p:nvSpPr>
          <p:spPr>
            <a:xfrm>
              <a:off x="3947000" y="2973699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9E17AEA-F781-CD47-3B21-8A1C56C8B339}"/>
                </a:ext>
              </a:extLst>
            </p:cNvPr>
            <p:cNvSpPr/>
            <p:nvPr/>
          </p:nvSpPr>
          <p:spPr>
            <a:xfrm>
              <a:off x="4145406" y="2973699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37" name="Graphic 2">
              <a:extLst>
                <a:ext uri="{FF2B5EF4-FFF2-40B4-BE49-F238E27FC236}">
                  <a16:creationId xmlns:a16="http://schemas.microsoft.com/office/drawing/2014/main" id="{0C16684F-150E-E253-8726-E332944EC89D}"/>
                </a:ext>
              </a:extLst>
            </p:cNvPr>
            <p:cNvGrpSpPr/>
            <p:nvPr/>
          </p:nvGrpSpPr>
          <p:grpSpPr>
            <a:xfrm>
              <a:off x="3000444" y="3492633"/>
              <a:ext cx="1584566" cy="187788"/>
              <a:chOff x="3000444" y="3492633"/>
              <a:chExt cx="1584566" cy="187788"/>
            </a:xfrm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34652B36-C17A-852E-3D8D-D65BC3DDE595}"/>
                  </a:ext>
                </a:extLst>
              </p:cNvPr>
              <p:cNvSpPr/>
              <p:nvPr/>
            </p:nvSpPr>
            <p:spPr>
              <a:xfrm>
                <a:off x="3000444" y="3495504"/>
                <a:ext cx="170853" cy="182308"/>
              </a:xfrm>
              <a:custGeom>
                <a:avLst/>
                <a:gdLst>
                  <a:gd name="connsiteX0" fmla="*/ 775 w 170853"/>
                  <a:gd name="connsiteY0" fmla="*/ 176327 h 182308"/>
                  <a:gd name="connsiteX1" fmla="*/ 72923 w 170853"/>
                  <a:gd name="connsiteY1" fmla="*/ 3905 h 182308"/>
                  <a:gd name="connsiteX2" fmla="*/ 78918 w 170853"/>
                  <a:gd name="connsiteY2" fmla="*/ 0 h 182308"/>
                  <a:gd name="connsiteX3" fmla="*/ 92196 w 170853"/>
                  <a:gd name="connsiteY3" fmla="*/ 0 h 182308"/>
                  <a:gd name="connsiteX4" fmla="*/ 98184 w 170853"/>
                  <a:gd name="connsiteY4" fmla="*/ 3905 h 182308"/>
                  <a:gd name="connsiteX5" fmla="*/ 170332 w 170853"/>
                  <a:gd name="connsiteY5" fmla="*/ 176327 h 182308"/>
                  <a:gd name="connsiteX6" fmla="*/ 170853 w 170853"/>
                  <a:gd name="connsiteY6" fmla="*/ 178924 h 182308"/>
                  <a:gd name="connsiteX7" fmla="*/ 170206 w 170853"/>
                  <a:gd name="connsiteY7" fmla="*/ 181146 h 182308"/>
                  <a:gd name="connsiteX8" fmla="*/ 166688 w 170853"/>
                  <a:gd name="connsiteY8" fmla="*/ 182308 h 182308"/>
                  <a:gd name="connsiteX9" fmla="*/ 152622 w 170853"/>
                  <a:gd name="connsiteY9" fmla="*/ 182308 h 182308"/>
                  <a:gd name="connsiteX10" fmla="*/ 146628 w 170853"/>
                  <a:gd name="connsiteY10" fmla="*/ 178403 h 182308"/>
                  <a:gd name="connsiteX11" fmla="*/ 131261 w 170853"/>
                  <a:gd name="connsiteY11" fmla="*/ 140900 h 182308"/>
                  <a:gd name="connsiteX12" fmla="*/ 39846 w 170853"/>
                  <a:gd name="connsiteY12" fmla="*/ 140900 h 182308"/>
                  <a:gd name="connsiteX13" fmla="*/ 24473 w 170853"/>
                  <a:gd name="connsiteY13" fmla="*/ 178403 h 182308"/>
                  <a:gd name="connsiteX14" fmla="*/ 18491 w 170853"/>
                  <a:gd name="connsiteY14" fmla="*/ 182308 h 182308"/>
                  <a:gd name="connsiteX15" fmla="*/ 4686 w 170853"/>
                  <a:gd name="connsiteY15" fmla="*/ 182308 h 182308"/>
                  <a:gd name="connsiteX16" fmla="*/ 0 w 170853"/>
                  <a:gd name="connsiteY16" fmla="*/ 179191 h 182308"/>
                  <a:gd name="connsiteX17" fmla="*/ 775 w 170853"/>
                  <a:gd name="connsiteY17" fmla="*/ 176327 h 182308"/>
                  <a:gd name="connsiteX18" fmla="*/ 122669 w 170853"/>
                  <a:gd name="connsiteY18" fmla="*/ 119545 h 182308"/>
                  <a:gd name="connsiteX19" fmla="*/ 85947 w 170853"/>
                  <a:gd name="connsiteY19" fmla="*/ 29165 h 182308"/>
                  <a:gd name="connsiteX20" fmla="*/ 85420 w 170853"/>
                  <a:gd name="connsiteY20" fmla="*/ 29165 h 182308"/>
                  <a:gd name="connsiteX21" fmla="*/ 48438 w 170853"/>
                  <a:gd name="connsiteY21" fmla="*/ 119545 h 182308"/>
                  <a:gd name="connsiteX22" fmla="*/ 122669 w 170853"/>
                  <a:gd name="connsiteY22" fmla="*/ 119545 h 18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0853" h="182308">
                    <a:moveTo>
                      <a:pt x="775" y="176327"/>
                    </a:moveTo>
                    <a:lnTo>
                      <a:pt x="72923" y="3905"/>
                    </a:lnTo>
                    <a:cubicBezTo>
                      <a:pt x="73793" y="1295"/>
                      <a:pt x="75787" y="0"/>
                      <a:pt x="78918" y="0"/>
                    </a:cubicBezTo>
                    <a:lnTo>
                      <a:pt x="92196" y="0"/>
                    </a:lnTo>
                    <a:cubicBezTo>
                      <a:pt x="95320" y="0"/>
                      <a:pt x="97314" y="1295"/>
                      <a:pt x="98184" y="3905"/>
                    </a:cubicBezTo>
                    <a:lnTo>
                      <a:pt x="170332" y="176327"/>
                    </a:lnTo>
                    <a:cubicBezTo>
                      <a:pt x="170675" y="177362"/>
                      <a:pt x="170853" y="178238"/>
                      <a:pt x="170853" y="178924"/>
                    </a:cubicBezTo>
                    <a:cubicBezTo>
                      <a:pt x="170853" y="179622"/>
                      <a:pt x="170631" y="180359"/>
                      <a:pt x="170206" y="181146"/>
                    </a:cubicBezTo>
                    <a:cubicBezTo>
                      <a:pt x="169767" y="181921"/>
                      <a:pt x="168593" y="182308"/>
                      <a:pt x="166688" y="182308"/>
                    </a:cubicBezTo>
                    <a:lnTo>
                      <a:pt x="152622" y="182308"/>
                    </a:lnTo>
                    <a:cubicBezTo>
                      <a:pt x="149492" y="182308"/>
                      <a:pt x="147498" y="181013"/>
                      <a:pt x="146628" y="178403"/>
                    </a:cubicBezTo>
                    <a:lnTo>
                      <a:pt x="131261" y="140900"/>
                    </a:lnTo>
                    <a:lnTo>
                      <a:pt x="39846" y="140900"/>
                    </a:lnTo>
                    <a:lnTo>
                      <a:pt x="24473" y="178403"/>
                    </a:lnTo>
                    <a:cubicBezTo>
                      <a:pt x="23609" y="181013"/>
                      <a:pt x="21616" y="182308"/>
                      <a:pt x="18491" y="182308"/>
                    </a:cubicBezTo>
                    <a:lnTo>
                      <a:pt x="4686" y="182308"/>
                    </a:lnTo>
                    <a:cubicBezTo>
                      <a:pt x="1556" y="182308"/>
                      <a:pt x="0" y="181267"/>
                      <a:pt x="0" y="179191"/>
                    </a:cubicBezTo>
                    <a:cubicBezTo>
                      <a:pt x="0" y="178498"/>
                      <a:pt x="260" y="177540"/>
                      <a:pt x="775" y="176327"/>
                    </a:cubicBezTo>
                    <a:close/>
                    <a:moveTo>
                      <a:pt x="122669" y="119545"/>
                    </a:moveTo>
                    <a:lnTo>
                      <a:pt x="85947" y="29165"/>
                    </a:lnTo>
                    <a:lnTo>
                      <a:pt x="85420" y="29165"/>
                    </a:lnTo>
                    <a:lnTo>
                      <a:pt x="48438" y="119545"/>
                    </a:lnTo>
                    <a:lnTo>
                      <a:pt x="122669" y="119545"/>
                    </a:ln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135EB94E-7846-E714-91C4-57C8EC6CD5F8}"/>
                  </a:ext>
                </a:extLst>
              </p:cNvPr>
              <p:cNvSpPr/>
              <p:nvPr/>
            </p:nvSpPr>
            <p:spPr>
              <a:xfrm>
                <a:off x="3188480" y="3553841"/>
                <a:ext cx="121373" cy="126581"/>
              </a:xfrm>
              <a:custGeom>
                <a:avLst/>
                <a:gdLst>
                  <a:gd name="connsiteX0" fmla="*/ 17710 w 121373"/>
                  <a:gd name="connsiteY0" fmla="*/ 17971 h 126581"/>
                  <a:gd name="connsiteX1" fmla="*/ 63030 w 121373"/>
                  <a:gd name="connsiteY1" fmla="*/ 0 h 126581"/>
                  <a:gd name="connsiteX2" fmla="*/ 101314 w 121373"/>
                  <a:gd name="connsiteY2" fmla="*/ 11595 h 126581"/>
                  <a:gd name="connsiteX3" fmla="*/ 121374 w 121373"/>
                  <a:gd name="connsiteY3" fmla="*/ 42196 h 126581"/>
                  <a:gd name="connsiteX4" fmla="*/ 121374 w 121373"/>
                  <a:gd name="connsiteY4" fmla="*/ 43498 h 126581"/>
                  <a:gd name="connsiteX5" fmla="*/ 116421 w 121373"/>
                  <a:gd name="connsiteY5" fmla="*/ 47663 h 126581"/>
                  <a:gd name="connsiteX6" fmla="*/ 103664 w 121373"/>
                  <a:gd name="connsiteY6" fmla="*/ 47663 h 126581"/>
                  <a:gd name="connsiteX7" fmla="*/ 97930 w 121373"/>
                  <a:gd name="connsiteY7" fmla="*/ 43237 h 126581"/>
                  <a:gd name="connsiteX8" fmla="*/ 63297 w 121373"/>
                  <a:gd name="connsiteY8" fmla="*/ 20320 h 126581"/>
                  <a:gd name="connsiteX9" fmla="*/ 33992 w 121373"/>
                  <a:gd name="connsiteY9" fmla="*/ 32423 h 126581"/>
                  <a:gd name="connsiteX10" fmla="*/ 22917 w 121373"/>
                  <a:gd name="connsiteY10" fmla="*/ 63284 h 126581"/>
                  <a:gd name="connsiteX11" fmla="*/ 33992 w 121373"/>
                  <a:gd name="connsiteY11" fmla="*/ 94418 h 126581"/>
                  <a:gd name="connsiteX12" fmla="*/ 63297 w 121373"/>
                  <a:gd name="connsiteY12" fmla="*/ 106528 h 126581"/>
                  <a:gd name="connsiteX13" fmla="*/ 85173 w 121373"/>
                  <a:gd name="connsiteY13" fmla="*/ 100533 h 126581"/>
                  <a:gd name="connsiteX14" fmla="*/ 97930 w 121373"/>
                  <a:gd name="connsiteY14" fmla="*/ 83604 h 126581"/>
                  <a:gd name="connsiteX15" fmla="*/ 103403 w 121373"/>
                  <a:gd name="connsiteY15" fmla="*/ 79179 h 126581"/>
                  <a:gd name="connsiteX16" fmla="*/ 116161 w 121373"/>
                  <a:gd name="connsiteY16" fmla="*/ 79179 h 126581"/>
                  <a:gd name="connsiteX17" fmla="*/ 120066 w 121373"/>
                  <a:gd name="connsiteY17" fmla="*/ 80353 h 126581"/>
                  <a:gd name="connsiteX18" fmla="*/ 121374 w 121373"/>
                  <a:gd name="connsiteY18" fmla="*/ 82823 h 126581"/>
                  <a:gd name="connsiteX19" fmla="*/ 121107 w 121373"/>
                  <a:gd name="connsiteY19" fmla="*/ 84125 h 126581"/>
                  <a:gd name="connsiteX20" fmla="*/ 101314 w 121373"/>
                  <a:gd name="connsiteY20" fmla="*/ 114859 h 126581"/>
                  <a:gd name="connsiteX21" fmla="*/ 63030 w 121373"/>
                  <a:gd name="connsiteY21" fmla="*/ 126581 h 126581"/>
                  <a:gd name="connsiteX22" fmla="*/ 17577 w 121373"/>
                  <a:gd name="connsiteY22" fmla="*/ 108484 h 126581"/>
                  <a:gd name="connsiteX23" fmla="*/ 0 w 121373"/>
                  <a:gd name="connsiteY23" fmla="*/ 63284 h 126581"/>
                  <a:gd name="connsiteX24" fmla="*/ 17710 w 121373"/>
                  <a:gd name="connsiteY24" fmla="*/ 17971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1373" h="126581">
                    <a:moveTo>
                      <a:pt x="17710" y="17971"/>
                    </a:moveTo>
                    <a:cubicBezTo>
                      <a:pt x="29343" y="5995"/>
                      <a:pt x="44450" y="0"/>
                      <a:pt x="63030" y="0"/>
                    </a:cubicBezTo>
                    <a:cubicBezTo>
                      <a:pt x="77959" y="0"/>
                      <a:pt x="90722" y="3867"/>
                      <a:pt x="101314" y="11595"/>
                    </a:cubicBezTo>
                    <a:cubicBezTo>
                      <a:pt x="111900" y="19323"/>
                      <a:pt x="118593" y="29515"/>
                      <a:pt x="121374" y="42196"/>
                    </a:cubicBezTo>
                    <a:lnTo>
                      <a:pt x="121374" y="43498"/>
                    </a:lnTo>
                    <a:cubicBezTo>
                      <a:pt x="121374" y="46279"/>
                      <a:pt x="119723" y="47663"/>
                      <a:pt x="116421" y="47663"/>
                    </a:cubicBezTo>
                    <a:lnTo>
                      <a:pt x="103664" y="47663"/>
                    </a:lnTo>
                    <a:cubicBezTo>
                      <a:pt x="100705" y="47663"/>
                      <a:pt x="98800" y="46190"/>
                      <a:pt x="97930" y="43237"/>
                    </a:cubicBezTo>
                    <a:cubicBezTo>
                      <a:pt x="93066" y="27959"/>
                      <a:pt x="81528" y="20320"/>
                      <a:pt x="63297" y="20320"/>
                    </a:cubicBezTo>
                    <a:cubicBezTo>
                      <a:pt x="51130" y="20320"/>
                      <a:pt x="41364" y="24352"/>
                      <a:pt x="33992" y="32423"/>
                    </a:cubicBezTo>
                    <a:cubicBezTo>
                      <a:pt x="26607" y="40501"/>
                      <a:pt x="22917" y="50788"/>
                      <a:pt x="22917" y="63284"/>
                    </a:cubicBezTo>
                    <a:cubicBezTo>
                      <a:pt x="22917" y="75965"/>
                      <a:pt x="26607" y="86335"/>
                      <a:pt x="33992" y="94418"/>
                    </a:cubicBezTo>
                    <a:cubicBezTo>
                      <a:pt x="41364" y="102489"/>
                      <a:pt x="51130" y="106528"/>
                      <a:pt x="63297" y="106528"/>
                    </a:cubicBezTo>
                    <a:cubicBezTo>
                      <a:pt x="71793" y="106528"/>
                      <a:pt x="79083" y="104527"/>
                      <a:pt x="85173" y="100533"/>
                    </a:cubicBezTo>
                    <a:cubicBezTo>
                      <a:pt x="91249" y="96539"/>
                      <a:pt x="95498" y="90894"/>
                      <a:pt x="97930" y="83604"/>
                    </a:cubicBezTo>
                    <a:cubicBezTo>
                      <a:pt x="98800" y="80652"/>
                      <a:pt x="100622" y="79179"/>
                      <a:pt x="103403" y="79179"/>
                    </a:cubicBezTo>
                    <a:lnTo>
                      <a:pt x="116161" y="79179"/>
                    </a:lnTo>
                    <a:cubicBezTo>
                      <a:pt x="117894" y="79179"/>
                      <a:pt x="119202" y="79572"/>
                      <a:pt x="120066" y="80353"/>
                    </a:cubicBezTo>
                    <a:cubicBezTo>
                      <a:pt x="120936" y="81134"/>
                      <a:pt x="121374" y="81953"/>
                      <a:pt x="121374" y="82823"/>
                    </a:cubicBezTo>
                    <a:cubicBezTo>
                      <a:pt x="121374" y="83344"/>
                      <a:pt x="121279" y="83782"/>
                      <a:pt x="121107" y="84125"/>
                    </a:cubicBezTo>
                    <a:cubicBezTo>
                      <a:pt x="118510" y="96806"/>
                      <a:pt x="111900" y="107049"/>
                      <a:pt x="101314" y="114859"/>
                    </a:cubicBezTo>
                    <a:cubicBezTo>
                      <a:pt x="90722" y="122676"/>
                      <a:pt x="77959" y="126581"/>
                      <a:pt x="63030" y="126581"/>
                    </a:cubicBezTo>
                    <a:cubicBezTo>
                      <a:pt x="44450" y="126581"/>
                      <a:pt x="29305" y="120548"/>
                      <a:pt x="17577" y="108484"/>
                    </a:cubicBezTo>
                    <a:cubicBezTo>
                      <a:pt x="5861" y="96412"/>
                      <a:pt x="0" y="81350"/>
                      <a:pt x="0" y="63284"/>
                    </a:cubicBezTo>
                    <a:cubicBezTo>
                      <a:pt x="0" y="45231"/>
                      <a:pt x="5899" y="30125"/>
                      <a:pt x="17710" y="17971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308E73A4-B968-62AB-FCDD-AC187E6F5A47}"/>
                  </a:ext>
                </a:extLst>
              </p:cNvPr>
              <p:cNvSpPr/>
              <p:nvPr/>
            </p:nvSpPr>
            <p:spPr>
              <a:xfrm>
                <a:off x="3326522" y="3522586"/>
                <a:ext cx="99752" cy="157835"/>
              </a:xfrm>
              <a:custGeom>
                <a:avLst/>
                <a:gdLst>
                  <a:gd name="connsiteX0" fmla="*/ 0 w 99752"/>
                  <a:gd name="connsiteY0" fmla="*/ 47930 h 157835"/>
                  <a:gd name="connsiteX1" fmla="*/ 0 w 99752"/>
                  <a:gd name="connsiteY1" fmla="*/ 39065 h 157835"/>
                  <a:gd name="connsiteX2" fmla="*/ 4953 w 99752"/>
                  <a:gd name="connsiteY2" fmla="*/ 33865 h 157835"/>
                  <a:gd name="connsiteX3" fmla="*/ 28130 w 99752"/>
                  <a:gd name="connsiteY3" fmla="*/ 33865 h 157835"/>
                  <a:gd name="connsiteX4" fmla="*/ 28130 w 99752"/>
                  <a:gd name="connsiteY4" fmla="*/ 5214 h 157835"/>
                  <a:gd name="connsiteX5" fmla="*/ 33344 w 99752"/>
                  <a:gd name="connsiteY5" fmla="*/ 0 h 157835"/>
                  <a:gd name="connsiteX6" fmla="*/ 45580 w 99752"/>
                  <a:gd name="connsiteY6" fmla="*/ 0 h 157835"/>
                  <a:gd name="connsiteX7" fmla="*/ 50527 w 99752"/>
                  <a:gd name="connsiteY7" fmla="*/ 5214 h 157835"/>
                  <a:gd name="connsiteX8" fmla="*/ 50527 w 99752"/>
                  <a:gd name="connsiteY8" fmla="*/ 33865 h 157835"/>
                  <a:gd name="connsiteX9" fmla="*/ 92983 w 99752"/>
                  <a:gd name="connsiteY9" fmla="*/ 33865 h 157835"/>
                  <a:gd name="connsiteX10" fmla="*/ 98196 w 99752"/>
                  <a:gd name="connsiteY10" fmla="*/ 39065 h 157835"/>
                  <a:gd name="connsiteX11" fmla="*/ 98196 w 99752"/>
                  <a:gd name="connsiteY11" fmla="*/ 47930 h 157835"/>
                  <a:gd name="connsiteX12" fmla="*/ 92983 w 99752"/>
                  <a:gd name="connsiteY12" fmla="*/ 53130 h 157835"/>
                  <a:gd name="connsiteX13" fmla="*/ 50527 w 99752"/>
                  <a:gd name="connsiteY13" fmla="*/ 53130 h 157835"/>
                  <a:gd name="connsiteX14" fmla="*/ 50527 w 99752"/>
                  <a:gd name="connsiteY14" fmla="*/ 111995 h 157835"/>
                  <a:gd name="connsiteX15" fmla="*/ 56521 w 99752"/>
                  <a:gd name="connsiteY15" fmla="*/ 131915 h 157835"/>
                  <a:gd name="connsiteX16" fmla="*/ 75533 w 99752"/>
                  <a:gd name="connsiteY16" fmla="*/ 137782 h 157835"/>
                  <a:gd name="connsiteX17" fmla="*/ 93764 w 99752"/>
                  <a:gd name="connsiteY17" fmla="*/ 134658 h 157835"/>
                  <a:gd name="connsiteX18" fmla="*/ 96888 w 99752"/>
                  <a:gd name="connsiteY18" fmla="*/ 133871 h 157835"/>
                  <a:gd name="connsiteX19" fmla="*/ 99752 w 99752"/>
                  <a:gd name="connsiteY19" fmla="*/ 138303 h 157835"/>
                  <a:gd name="connsiteX20" fmla="*/ 99752 w 99752"/>
                  <a:gd name="connsiteY20" fmla="*/ 147676 h 157835"/>
                  <a:gd name="connsiteX21" fmla="*/ 95847 w 99752"/>
                  <a:gd name="connsiteY21" fmla="*/ 153410 h 157835"/>
                  <a:gd name="connsiteX22" fmla="*/ 71622 w 99752"/>
                  <a:gd name="connsiteY22" fmla="*/ 157836 h 157835"/>
                  <a:gd name="connsiteX23" fmla="*/ 28130 w 99752"/>
                  <a:gd name="connsiteY23" fmla="*/ 113037 h 157835"/>
                  <a:gd name="connsiteX24" fmla="*/ 28130 w 99752"/>
                  <a:gd name="connsiteY24" fmla="*/ 53130 h 157835"/>
                  <a:gd name="connsiteX25" fmla="*/ 4953 w 99752"/>
                  <a:gd name="connsiteY25" fmla="*/ 53130 h 157835"/>
                  <a:gd name="connsiteX26" fmla="*/ 0 w 99752"/>
                  <a:gd name="connsiteY26" fmla="*/ 47930 h 15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52" h="157835">
                    <a:moveTo>
                      <a:pt x="0" y="47930"/>
                    </a:moveTo>
                    <a:lnTo>
                      <a:pt x="0" y="39065"/>
                    </a:lnTo>
                    <a:cubicBezTo>
                      <a:pt x="0" y="35598"/>
                      <a:pt x="1651" y="33865"/>
                      <a:pt x="4953" y="33865"/>
                    </a:cubicBezTo>
                    <a:lnTo>
                      <a:pt x="28130" y="33865"/>
                    </a:lnTo>
                    <a:lnTo>
                      <a:pt x="28130" y="5214"/>
                    </a:lnTo>
                    <a:cubicBezTo>
                      <a:pt x="28130" y="1734"/>
                      <a:pt x="29864" y="0"/>
                      <a:pt x="33344" y="0"/>
                    </a:cubicBezTo>
                    <a:lnTo>
                      <a:pt x="45580" y="0"/>
                    </a:lnTo>
                    <a:cubicBezTo>
                      <a:pt x="48882" y="0"/>
                      <a:pt x="50527" y="1734"/>
                      <a:pt x="50527" y="5214"/>
                    </a:cubicBezTo>
                    <a:lnTo>
                      <a:pt x="50527" y="33865"/>
                    </a:lnTo>
                    <a:lnTo>
                      <a:pt x="92983" y="33865"/>
                    </a:lnTo>
                    <a:cubicBezTo>
                      <a:pt x="96450" y="33865"/>
                      <a:pt x="98196" y="35598"/>
                      <a:pt x="98196" y="39065"/>
                    </a:cubicBezTo>
                    <a:lnTo>
                      <a:pt x="98196" y="47930"/>
                    </a:lnTo>
                    <a:cubicBezTo>
                      <a:pt x="98196" y="51397"/>
                      <a:pt x="96450" y="53130"/>
                      <a:pt x="92983" y="53130"/>
                    </a:cubicBezTo>
                    <a:lnTo>
                      <a:pt x="50527" y="53130"/>
                    </a:lnTo>
                    <a:lnTo>
                      <a:pt x="50527" y="111995"/>
                    </a:lnTo>
                    <a:cubicBezTo>
                      <a:pt x="50527" y="121374"/>
                      <a:pt x="52527" y="128010"/>
                      <a:pt x="56521" y="131915"/>
                    </a:cubicBezTo>
                    <a:cubicBezTo>
                      <a:pt x="60509" y="135820"/>
                      <a:pt x="66853" y="137782"/>
                      <a:pt x="75533" y="137782"/>
                    </a:cubicBezTo>
                    <a:cubicBezTo>
                      <a:pt x="82302" y="137782"/>
                      <a:pt x="88380" y="136735"/>
                      <a:pt x="93764" y="134658"/>
                    </a:cubicBezTo>
                    <a:cubicBezTo>
                      <a:pt x="94977" y="134138"/>
                      <a:pt x="96018" y="133871"/>
                      <a:pt x="96888" y="133871"/>
                    </a:cubicBezTo>
                    <a:cubicBezTo>
                      <a:pt x="98800" y="133871"/>
                      <a:pt x="99752" y="135344"/>
                      <a:pt x="99752" y="138303"/>
                    </a:cubicBezTo>
                    <a:lnTo>
                      <a:pt x="99752" y="147676"/>
                    </a:lnTo>
                    <a:cubicBezTo>
                      <a:pt x="99752" y="150279"/>
                      <a:pt x="98457" y="152197"/>
                      <a:pt x="95847" y="153410"/>
                    </a:cubicBezTo>
                    <a:cubicBezTo>
                      <a:pt x="88729" y="156356"/>
                      <a:pt x="80651" y="157836"/>
                      <a:pt x="71622" y="157836"/>
                    </a:cubicBezTo>
                    <a:cubicBezTo>
                      <a:pt x="42628" y="157836"/>
                      <a:pt x="28130" y="142907"/>
                      <a:pt x="28130" y="113037"/>
                    </a:cubicBezTo>
                    <a:lnTo>
                      <a:pt x="28130" y="53130"/>
                    </a:lnTo>
                    <a:lnTo>
                      <a:pt x="4953" y="53130"/>
                    </a:lnTo>
                    <a:cubicBezTo>
                      <a:pt x="1651" y="53130"/>
                      <a:pt x="0" y="51397"/>
                      <a:pt x="0" y="47930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01B57281-9F36-F368-F977-F3A814721803}"/>
                  </a:ext>
                </a:extLst>
              </p:cNvPr>
              <p:cNvSpPr/>
              <p:nvPr/>
            </p:nvSpPr>
            <p:spPr>
              <a:xfrm>
                <a:off x="3515092" y="3501485"/>
                <a:ext cx="32296" cy="176326"/>
              </a:xfrm>
              <a:custGeom>
                <a:avLst/>
                <a:gdLst>
                  <a:gd name="connsiteX0" fmla="*/ 0 w 32296"/>
                  <a:gd name="connsiteY0" fmla="*/ 16154 h 176326"/>
                  <a:gd name="connsiteX1" fmla="*/ 4559 w 32296"/>
                  <a:gd name="connsiteY1" fmla="*/ 4559 h 176326"/>
                  <a:gd name="connsiteX2" fmla="*/ 16142 w 32296"/>
                  <a:gd name="connsiteY2" fmla="*/ 0 h 176326"/>
                  <a:gd name="connsiteX3" fmla="*/ 27737 w 32296"/>
                  <a:gd name="connsiteY3" fmla="*/ 4559 h 176326"/>
                  <a:gd name="connsiteX4" fmla="*/ 32296 w 32296"/>
                  <a:gd name="connsiteY4" fmla="*/ 16154 h 176326"/>
                  <a:gd name="connsiteX5" fmla="*/ 27864 w 32296"/>
                  <a:gd name="connsiteY5" fmla="*/ 27610 h 176326"/>
                  <a:gd name="connsiteX6" fmla="*/ 16142 w 32296"/>
                  <a:gd name="connsiteY6" fmla="*/ 32296 h 176326"/>
                  <a:gd name="connsiteX7" fmla="*/ 4559 w 32296"/>
                  <a:gd name="connsiteY7" fmla="*/ 27610 h 176326"/>
                  <a:gd name="connsiteX8" fmla="*/ 0 w 32296"/>
                  <a:gd name="connsiteY8" fmla="*/ 16154 h 176326"/>
                  <a:gd name="connsiteX9" fmla="*/ 4947 w 32296"/>
                  <a:gd name="connsiteY9" fmla="*/ 60166 h 176326"/>
                  <a:gd name="connsiteX10" fmla="*/ 10147 w 32296"/>
                  <a:gd name="connsiteY10" fmla="*/ 54966 h 176326"/>
                  <a:gd name="connsiteX11" fmla="*/ 22136 w 32296"/>
                  <a:gd name="connsiteY11" fmla="*/ 54966 h 176326"/>
                  <a:gd name="connsiteX12" fmla="*/ 27343 w 32296"/>
                  <a:gd name="connsiteY12" fmla="*/ 60166 h 176326"/>
                  <a:gd name="connsiteX13" fmla="*/ 27343 w 32296"/>
                  <a:gd name="connsiteY13" fmla="*/ 171120 h 176326"/>
                  <a:gd name="connsiteX14" fmla="*/ 22136 w 32296"/>
                  <a:gd name="connsiteY14" fmla="*/ 176327 h 176326"/>
                  <a:gd name="connsiteX15" fmla="*/ 10147 w 32296"/>
                  <a:gd name="connsiteY15" fmla="*/ 176327 h 176326"/>
                  <a:gd name="connsiteX16" fmla="*/ 4947 w 32296"/>
                  <a:gd name="connsiteY16" fmla="*/ 171120 h 176326"/>
                  <a:gd name="connsiteX17" fmla="*/ 4947 w 32296"/>
                  <a:gd name="connsiteY17" fmla="*/ 60166 h 17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296" h="176326">
                    <a:moveTo>
                      <a:pt x="0" y="16154"/>
                    </a:moveTo>
                    <a:cubicBezTo>
                      <a:pt x="0" y="11468"/>
                      <a:pt x="1512" y="7607"/>
                      <a:pt x="4559" y="4559"/>
                    </a:cubicBezTo>
                    <a:cubicBezTo>
                      <a:pt x="7588" y="1531"/>
                      <a:pt x="11456" y="0"/>
                      <a:pt x="16142" y="0"/>
                    </a:cubicBezTo>
                    <a:cubicBezTo>
                      <a:pt x="20828" y="0"/>
                      <a:pt x="24689" y="1531"/>
                      <a:pt x="27737" y="4559"/>
                    </a:cubicBezTo>
                    <a:cubicBezTo>
                      <a:pt x="30766" y="7607"/>
                      <a:pt x="32296" y="11468"/>
                      <a:pt x="32296" y="16154"/>
                    </a:cubicBezTo>
                    <a:cubicBezTo>
                      <a:pt x="32296" y="20676"/>
                      <a:pt x="30817" y="24486"/>
                      <a:pt x="27864" y="27610"/>
                    </a:cubicBezTo>
                    <a:cubicBezTo>
                      <a:pt x="24733" y="30740"/>
                      <a:pt x="20828" y="32296"/>
                      <a:pt x="16142" y="32296"/>
                    </a:cubicBezTo>
                    <a:cubicBezTo>
                      <a:pt x="11456" y="32296"/>
                      <a:pt x="7588" y="30740"/>
                      <a:pt x="4559" y="27610"/>
                    </a:cubicBezTo>
                    <a:cubicBezTo>
                      <a:pt x="1512" y="24486"/>
                      <a:pt x="0" y="20676"/>
                      <a:pt x="0" y="16154"/>
                    </a:cubicBezTo>
                    <a:close/>
                    <a:moveTo>
                      <a:pt x="4947" y="60166"/>
                    </a:moveTo>
                    <a:cubicBezTo>
                      <a:pt x="4947" y="56699"/>
                      <a:pt x="6680" y="54966"/>
                      <a:pt x="10147" y="54966"/>
                    </a:cubicBezTo>
                    <a:lnTo>
                      <a:pt x="22136" y="54966"/>
                    </a:lnTo>
                    <a:cubicBezTo>
                      <a:pt x="25603" y="54966"/>
                      <a:pt x="27343" y="56699"/>
                      <a:pt x="27343" y="60166"/>
                    </a:cubicBezTo>
                    <a:lnTo>
                      <a:pt x="27343" y="171120"/>
                    </a:lnTo>
                    <a:cubicBezTo>
                      <a:pt x="27343" y="174593"/>
                      <a:pt x="25603" y="176327"/>
                      <a:pt x="22136" y="176327"/>
                    </a:cubicBezTo>
                    <a:lnTo>
                      <a:pt x="10147" y="176327"/>
                    </a:lnTo>
                    <a:cubicBezTo>
                      <a:pt x="6680" y="176327"/>
                      <a:pt x="4947" y="174593"/>
                      <a:pt x="4947" y="171120"/>
                    </a:cubicBezTo>
                    <a:lnTo>
                      <a:pt x="4947" y="60166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E04634C2-C144-0C32-D17E-75AD4B2E4CF6}"/>
                  </a:ext>
                </a:extLst>
              </p:cNvPr>
              <p:cNvSpPr/>
              <p:nvPr/>
            </p:nvSpPr>
            <p:spPr>
              <a:xfrm>
                <a:off x="3583069" y="3553841"/>
                <a:ext cx="113550" cy="123971"/>
              </a:xfrm>
              <a:custGeom>
                <a:avLst/>
                <a:gdLst>
                  <a:gd name="connsiteX0" fmla="*/ 0 w 113550"/>
                  <a:gd name="connsiteY0" fmla="*/ 118764 h 123971"/>
                  <a:gd name="connsiteX1" fmla="*/ 0 w 113550"/>
                  <a:gd name="connsiteY1" fmla="*/ 7811 h 123971"/>
                  <a:gd name="connsiteX2" fmla="*/ 5200 w 113550"/>
                  <a:gd name="connsiteY2" fmla="*/ 2610 h 123971"/>
                  <a:gd name="connsiteX3" fmla="*/ 16923 w 113550"/>
                  <a:gd name="connsiteY3" fmla="*/ 2610 h 123971"/>
                  <a:gd name="connsiteX4" fmla="*/ 22136 w 113550"/>
                  <a:gd name="connsiteY4" fmla="*/ 7811 h 123971"/>
                  <a:gd name="connsiteX5" fmla="*/ 22136 w 113550"/>
                  <a:gd name="connsiteY5" fmla="*/ 22136 h 123971"/>
                  <a:gd name="connsiteX6" fmla="*/ 22657 w 113550"/>
                  <a:gd name="connsiteY6" fmla="*/ 22136 h 123971"/>
                  <a:gd name="connsiteX7" fmla="*/ 39059 w 113550"/>
                  <a:gd name="connsiteY7" fmla="*/ 5861 h 123971"/>
                  <a:gd name="connsiteX8" fmla="*/ 65106 w 113550"/>
                  <a:gd name="connsiteY8" fmla="*/ 0 h 123971"/>
                  <a:gd name="connsiteX9" fmla="*/ 100660 w 113550"/>
                  <a:gd name="connsiteY9" fmla="*/ 13545 h 123971"/>
                  <a:gd name="connsiteX10" fmla="*/ 113551 w 113550"/>
                  <a:gd name="connsiteY10" fmla="*/ 51048 h 123971"/>
                  <a:gd name="connsiteX11" fmla="*/ 113551 w 113550"/>
                  <a:gd name="connsiteY11" fmla="*/ 118764 h 123971"/>
                  <a:gd name="connsiteX12" fmla="*/ 108604 w 113550"/>
                  <a:gd name="connsiteY12" fmla="*/ 123971 h 123971"/>
                  <a:gd name="connsiteX13" fmla="*/ 96361 w 113550"/>
                  <a:gd name="connsiteY13" fmla="*/ 123971 h 123971"/>
                  <a:gd name="connsiteX14" fmla="*/ 91154 w 113550"/>
                  <a:gd name="connsiteY14" fmla="*/ 118764 h 123971"/>
                  <a:gd name="connsiteX15" fmla="*/ 91154 w 113550"/>
                  <a:gd name="connsiteY15" fmla="*/ 56001 h 123971"/>
                  <a:gd name="connsiteX16" fmla="*/ 59639 w 113550"/>
                  <a:gd name="connsiteY16" fmla="*/ 20581 h 123971"/>
                  <a:gd name="connsiteX17" fmla="*/ 32557 w 113550"/>
                  <a:gd name="connsiteY17" fmla="*/ 30474 h 123971"/>
                  <a:gd name="connsiteX18" fmla="*/ 22396 w 113550"/>
                  <a:gd name="connsiteY18" fmla="*/ 57042 h 123971"/>
                  <a:gd name="connsiteX19" fmla="*/ 22396 w 113550"/>
                  <a:gd name="connsiteY19" fmla="*/ 118764 h 123971"/>
                  <a:gd name="connsiteX20" fmla="*/ 17183 w 113550"/>
                  <a:gd name="connsiteY20" fmla="*/ 123971 h 123971"/>
                  <a:gd name="connsiteX21" fmla="*/ 5200 w 113550"/>
                  <a:gd name="connsiteY21" fmla="*/ 123971 h 123971"/>
                  <a:gd name="connsiteX22" fmla="*/ 0 w 113550"/>
                  <a:gd name="connsiteY22" fmla="*/ 118764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3550" h="123971">
                    <a:moveTo>
                      <a:pt x="0" y="118764"/>
                    </a:moveTo>
                    <a:lnTo>
                      <a:pt x="0" y="7811"/>
                    </a:lnTo>
                    <a:cubicBezTo>
                      <a:pt x="0" y="4344"/>
                      <a:pt x="1734" y="2610"/>
                      <a:pt x="5200" y="2610"/>
                    </a:cubicBezTo>
                    <a:lnTo>
                      <a:pt x="16923" y="2610"/>
                    </a:lnTo>
                    <a:cubicBezTo>
                      <a:pt x="20390" y="2610"/>
                      <a:pt x="22136" y="4344"/>
                      <a:pt x="22136" y="7811"/>
                    </a:cubicBezTo>
                    <a:lnTo>
                      <a:pt x="22136" y="22136"/>
                    </a:lnTo>
                    <a:lnTo>
                      <a:pt x="22657" y="22136"/>
                    </a:lnTo>
                    <a:cubicBezTo>
                      <a:pt x="26124" y="15202"/>
                      <a:pt x="31598" y="9766"/>
                      <a:pt x="39059" y="5861"/>
                    </a:cubicBezTo>
                    <a:cubicBezTo>
                      <a:pt x="46527" y="1956"/>
                      <a:pt x="55213" y="0"/>
                      <a:pt x="65106" y="0"/>
                    </a:cubicBezTo>
                    <a:cubicBezTo>
                      <a:pt x="80213" y="0"/>
                      <a:pt x="92069" y="4521"/>
                      <a:pt x="100660" y="13545"/>
                    </a:cubicBezTo>
                    <a:cubicBezTo>
                      <a:pt x="109252" y="22575"/>
                      <a:pt x="113551" y="35071"/>
                      <a:pt x="113551" y="51048"/>
                    </a:cubicBezTo>
                    <a:lnTo>
                      <a:pt x="113551" y="118764"/>
                    </a:lnTo>
                    <a:cubicBezTo>
                      <a:pt x="113551" y="122238"/>
                      <a:pt x="111900" y="123971"/>
                      <a:pt x="108604" y="123971"/>
                    </a:cubicBezTo>
                    <a:lnTo>
                      <a:pt x="96361" y="123971"/>
                    </a:lnTo>
                    <a:cubicBezTo>
                      <a:pt x="92888" y="123971"/>
                      <a:pt x="91154" y="122238"/>
                      <a:pt x="91154" y="118764"/>
                    </a:cubicBezTo>
                    <a:lnTo>
                      <a:pt x="91154" y="56001"/>
                    </a:lnTo>
                    <a:cubicBezTo>
                      <a:pt x="91154" y="32385"/>
                      <a:pt x="80638" y="20581"/>
                      <a:pt x="59639" y="20581"/>
                    </a:cubicBezTo>
                    <a:cubicBezTo>
                      <a:pt x="48342" y="20581"/>
                      <a:pt x="39319" y="23876"/>
                      <a:pt x="32557" y="30474"/>
                    </a:cubicBezTo>
                    <a:cubicBezTo>
                      <a:pt x="25781" y="37078"/>
                      <a:pt x="22396" y="45930"/>
                      <a:pt x="22396" y="57042"/>
                    </a:cubicBezTo>
                    <a:lnTo>
                      <a:pt x="22396" y="118764"/>
                    </a:lnTo>
                    <a:cubicBezTo>
                      <a:pt x="22396" y="122238"/>
                      <a:pt x="20656" y="123971"/>
                      <a:pt x="17183" y="123971"/>
                    </a:cubicBezTo>
                    <a:lnTo>
                      <a:pt x="5200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A631D260-4FBA-4DE6-6817-ECD4062E2BB9}"/>
                  </a:ext>
                </a:extLst>
              </p:cNvPr>
              <p:cNvSpPr/>
              <p:nvPr/>
            </p:nvSpPr>
            <p:spPr>
              <a:xfrm>
                <a:off x="3720578" y="3492633"/>
                <a:ext cx="94538" cy="185178"/>
              </a:xfrm>
              <a:custGeom>
                <a:avLst/>
                <a:gdLst>
                  <a:gd name="connsiteX0" fmla="*/ 4947 w 94538"/>
                  <a:gd name="connsiteY0" fmla="*/ 63817 h 185178"/>
                  <a:gd name="connsiteX1" fmla="*/ 27864 w 94538"/>
                  <a:gd name="connsiteY1" fmla="*/ 63817 h 185178"/>
                  <a:gd name="connsiteX2" fmla="*/ 27864 w 94538"/>
                  <a:gd name="connsiteY2" fmla="*/ 53137 h 185178"/>
                  <a:gd name="connsiteX3" fmla="*/ 73704 w 94538"/>
                  <a:gd name="connsiteY3" fmla="*/ 0 h 185178"/>
                  <a:gd name="connsiteX4" fmla="*/ 90373 w 94538"/>
                  <a:gd name="connsiteY4" fmla="*/ 2349 h 185178"/>
                  <a:gd name="connsiteX5" fmla="*/ 94539 w 94538"/>
                  <a:gd name="connsiteY5" fmla="*/ 7817 h 185178"/>
                  <a:gd name="connsiteX6" fmla="*/ 94539 w 94538"/>
                  <a:gd name="connsiteY6" fmla="*/ 16935 h 185178"/>
                  <a:gd name="connsiteX7" fmla="*/ 90633 w 94538"/>
                  <a:gd name="connsiteY7" fmla="*/ 21622 h 185178"/>
                  <a:gd name="connsiteX8" fmla="*/ 88811 w 94538"/>
                  <a:gd name="connsiteY8" fmla="*/ 21361 h 185178"/>
                  <a:gd name="connsiteX9" fmla="*/ 77610 w 94538"/>
                  <a:gd name="connsiteY9" fmla="*/ 20320 h 185178"/>
                  <a:gd name="connsiteX10" fmla="*/ 56648 w 94538"/>
                  <a:gd name="connsiteY10" fmla="*/ 27610 h 185178"/>
                  <a:gd name="connsiteX11" fmla="*/ 50266 w 94538"/>
                  <a:gd name="connsiteY11" fmla="*/ 52616 h 185178"/>
                  <a:gd name="connsiteX12" fmla="*/ 50266 w 94538"/>
                  <a:gd name="connsiteY12" fmla="*/ 63817 h 185178"/>
                  <a:gd name="connsiteX13" fmla="*/ 87769 w 94538"/>
                  <a:gd name="connsiteY13" fmla="*/ 63817 h 185178"/>
                  <a:gd name="connsiteX14" fmla="*/ 92716 w 94538"/>
                  <a:gd name="connsiteY14" fmla="*/ 69018 h 185178"/>
                  <a:gd name="connsiteX15" fmla="*/ 92716 w 94538"/>
                  <a:gd name="connsiteY15" fmla="*/ 77883 h 185178"/>
                  <a:gd name="connsiteX16" fmla="*/ 87769 w 94538"/>
                  <a:gd name="connsiteY16" fmla="*/ 83083 h 185178"/>
                  <a:gd name="connsiteX17" fmla="*/ 50266 w 94538"/>
                  <a:gd name="connsiteY17" fmla="*/ 83083 h 185178"/>
                  <a:gd name="connsiteX18" fmla="*/ 50266 w 94538"/>
                  <a:gd name="connsiteY18" fmla="*/ 179972 h 185178"/>
                  <a:gd name="connsiteX19" fmla="*/ 45053 w 94538"/>
                  <a:gd name="connsiteY19" fmla="*/ 185179 h 185178"/>
                  <a:gd name="connsiteX20" fmla="*/ 32817 w 94538"/>
                  <a:gd name="connsiteY20" fmla="*/ 185179 h 185178"/>
                  <a:gd name="connsiteX21" fmla="*/ 27864 w 94538"/>
                  <a:gd name="connsiteY21" fmla="*/ 179972 h 185178"/>
                  <a:gd name="connsiteX22" fmla="*/ 27864 w 94538"/>
                  <a:gd name="connsiteY22" fmla="*/ 83083 h 185178"/>
                  <a:gd name="connsiteX23" fmla="*/ 4947 w 94538"/>
                  <a:gd name="connsiteY23" fmla="*/ 83083 h 185178"/>
                  <a:gd name="connsiteX24" fmla="*/ 0 w 94538"/>
                  <a:gd name="connsiteY24" fmla="*/ 77883 h 185178"/>
                  <a:gd name="connsiteX25" fmla="*/ 0 w 94538"/>
                  <a:gd name="connsiteY25" fmla="*/ 69018 h 185178"/>
                  <a:gd name="connsiteX26" fmla="*/ 4947 w 94538"/>
                  <a:gd name="connsiteY26" fmla="*/ 63817 h 18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4538" h="185178">
                    <a:moveTo>
                      <a:pt x="4947" y="63817"/>
                    </a:moveTo>
                    <a:lnTo>
                      <a:pt x="27864" y="63817"/>
                    </a:lnTo>
                    <a:lnTo>
                      <a:pt x="27864" y="53137"/>
                    </a:lnTo>
                    <a:cubicBezTo>
                      <a:pt x="27864" y="17716"/>
                      <a:pt x="43142" y="0"/>
                      <a:pt x="73704" y="0"/>
                    </a:cubicBezTo>
                    <a:cubicBezTo>
                      <a:pt x="79952" y="0"/>
                      <a:pt x="85509" y="781"/>
                      <a:pt x="90373" y="2349"/>
                    </a:cubicBezTo>
                    <a:cubicBezTo>
                      <a:pt x="93148" y="3048"/>
                      <a:pt x="94539" y="4864"/>
                      <a:pt x="94539" y="7817"/>
                    </a:cubicBezTo>
                    <a:lnTo>
                      <a:pt x="94539" y="16935"/>
                    </a:lnTo>
                    <a:cubicBezTo>
                      <a:pt x="94539" y="20060"/>
                      <a:pt x="93243" y="21622"/>
                      <a:pt x="90633" y="21622"/>
                    </a:cubicBezTo>
                    <a:cubicBezTo>
                      <a:pt x="90113" y="21622"/>
                      <a:pt x="89503" y="21539"/>
                      <a:pt x="88811" y="21361"/>
                    </a:cubicBezTo>
                    <a:cubicBezTo>
                      <a:pt x="85337" y="20669"/>
                      <a:pt x="81597" y="20320"/>
                      <a:pt x="77610" y="20320"/>
                    </a:cubicBezTo>
                    <a:cubicBezTo>
                      <a:pt x="67881" y="20320"/>
                      <a:pt x="60896" y="22752"/>
                      <a:pt x="56648" y="27610"/>
                    </a:cubicBezTo>
                    <a:cubicBezTo>
                      <a:pt x="52388" y="32474"/>
                      <a:pt x="50266" y="40805"/>
                      <a:pt x="50266" y="52616"/>
                    </a:cubicBezTo>
                    <a:lnTo>
                      <a:pt x="50266" y="63817"/>
                    </a:lnTo>
                    <a:lnTo>
                      <a:pt x="87769" y="63817"/>
                    </a:lnTo>
                    <a:cubicBezTo>
                      <a:pt x="91059" y="63817"/>
                      <a:pt x="92716" y="65551"/>
                      <a:pt x="92716" y="69018"/>
                    </a:cubicBezTo>
                    <a:lnTo>
                      <a:pt x="92716" y="77883"/>
                    </a:lnTo>
                    <a:cubicBezTo>
                      <a:pt x="92716" y="81350"/>
                      <a:pt x="91059" y="83083"/>
                      <a:pt x="87769" y="83083"/>
                    </a:cubicBezTo>
                    <a:lnTo>
                      <a:pt x="50266" y="83083"/>
                    </a:lnTo>
                    <a:lnTo>
                      <a:pt x="50266" y="179972"/>
                    </a:lnTo>
                    <a:cubicBezTo>
                      <a:pt x="50266" y="183445"/>
                      <a:pt x="48520" y="185179"/>
                      <a:pt x="45053" y="185179"/>
                    </a:cubicBezTo>
                    <a:lnTo>
                      <a:pt x="32817" y="185179"/>
                    </a:lnTo>
                    <a:cubicBezTo>
                      <a:pt x="29514" y="185179"/>
                      <a:pt x="27864" y="183445"/>
                      <a:pt x="27864" y="179972"/>
                    </a:cubicBezTo>
                    <a:lnTo>
                      <a:pt x="27864" y="83083"/>
                    </a:lnTo>
                    <a:lnTo>
                      <a:pt x="4947" y="83083"/>
                    </a:lnTo>
                    <a:cubicBezTo>
                      <a:pt x="1644" y="83083"/>
                      <a:pt x="0" y="81350"/>
                      <a:pt x="0" y="77883"/>
                    </a:cubicBezTo>
                    <a:lnTo>
                      <a:pt x="0" y="69018"/>
                    </a:lnTo>
                    <a:cubicBezTo>
                      <a:pt x="0" y="65551"/>
                      <a:pt x="1644" y="63817"/>
                      <a:pt x="4947" y="6381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C4C35A8C-68F4-1894-A738-1CDF48D5668A}"/>
                  </a:ext>
                </a:extLst>
              </p:cNvPr>
              <p:cNvSpPr/>
              <p:nvPr/>
            </p:nvSpPr>
            <p:spPr>
              <a:xfrm>
                <a:off x="3827620" y="3553841"/>
                <a:ext cx="127368" cy="126581"/>
              </a:xfrm>
              <a:custGeom>
                <a:avLst/>
                <a:gdLst>
                  <a:gd name="connsiteX0" fmla="*/ 18497 w 127368"/>
                  <a:gd name="connsiteY0" fmla="*/ 18231 h 126581"/>
                  <a:gd name="connsiteX1" fmla="*/ 63811 w 127368"/>
                  <a:gd name="connsiteY1" fmla="*/ 0 h 126581"/>
                  <a:gd name="connsiteX2" fmla="*/ 109004 w 127368"/>
                  <a:gd name="connsiteY2" fmla="*/ 18231 h 126581"/>
                  <a:gd name="connsiteX3" fmla="*/ 127368 w 127368"/>
                  <a:gd name="connsiteY3" fmla="*/ 63284 h 126581"/>
                  <a:gd name="connsiteX4" fmla="*/ 109004 w 127368"/>
                  <a:gd name="connsiteY4" fmla="*/ 108350 h 126581"/>
                  <a:gd name="connsiteX5" fmla="*/ 63811 w 127368"/>
                  <a:gd name="connsiteY5" fmla="*/ 126581 h 126581"/>
                  <a:gd name="connsiteX6" fmla="*/ 18364 w 127368"/>
                  <a:gd name="connsiteY6" fmla="*/ 108350 h 126581"/>
                  <a:gd name="connsiteX7" fmla="*/ 0 w 127368"/>
                  <a:gd name="connsiteY7" fmla="*/ 63284 h 126581"/>
                  <a:gd name="connsiteX8" fmla="*/ 18497 w 127368"/>
                  <a:gd name="connsiteY8" fmla="*/ 18231 h 126581"/>
                  <a:gd name="connsiteX9" fmla="*/ 22923 w 127368"/>
                  <a:gd name="connsiteY9" fmla="*/ 63284 h 126581"/>
                  <a:gd name="connsiteX10" fmla="*/ 34385 w 127368"/>
                  <a:gd name="connsiteY10" fmla="*/ 94285 h 126581"/>
                  <a:gd name="connsiteX11" fmla="*/ 63811 w 127368"/>
                  <a:gd name="connsiteY11" fmla="*/ 106528 h 126581"/>
                  <a:gd name="connsiteX12" fmla="*/ 93243 w 127368"/>
                  <a:gd name="connsiteY12" fmla="*/ 94285 h 126581"/>
                  <a:gd name="connsiteX13" fmla="*/ 104451 w 127368"/>
                  <a:gd name="connsiteY13" fmla="*/ 63284 h 126581"/>
                  <a:gd name="connsiteX14" fmla="*/ 93116 w 127368"/>
                  <a:gd name="connsiteY14" fmla="*/ 32557 h 126581"/>
                  <a:gd name="connsiteX15" fmla="*/ 63811 w 127368"/>
                  <a:gd name="connsiteY15" fmla="*/ 20320 h 126581"/>
                  <a:gd name="connsiteX16" fmla="*/ 34252 w 127368"/>
                  <a:gd name="connsiteY16" fmla="*/ 32557 h 126581"/>
                  <a:gd name="connsiteX17" fmla="*/ 22923 w 127368"/>
                  <a:gd name="connsiteY17" fmla="*/ 63284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7368" h="126581">
                    <a:moveTo>
                      <a:pt x="18497" y="18231"/>
                    </a:moveTo>
                    <a:cubicBezTo>
                      <a:pt x="30651" y="6077"/>
                      <a:pt x="45758" y="0"/>
                      <a:pt x="63811" y="0"/>
                    </a:cubicBezTo>
                    <a:cubicBezTo>
                      <a:pt x="81699" y="0"/>
                      <a:pt x="96761" y="6077"/>
                      <a:pt x="109004" y="18231"/>
                    </a:cubicBezTo>
                    <a:cubicBezTo>
                      <a:pt x="121247" y="30385"/>
                      <a:pt x="127368" y="45409"/>
                      <a:pt x="127368" y="63284"/>
                    </a:cubicBezTo>
                    <a:cubicBezTo>
                      <a:pt x="127368" y="81172"/>
                      <a:pt x="121247" y="96196"/>
                      <a:pt x="109004" y="108350"/>
                    </a:cubicBezTo>
                    <a:cubicBezTo>
                      <a:pt x="96761" y="120504"/>
                      <a:pt x="81699" y="126581"/>
                      <a:pt x="63811" y="126581"/>
                    </a:cubicBezTo>
                    <a:cubicBezTo>
                      <a:pt x="45758" y="126581"/>
                      <a:pt x="30613" y="120504"/>
                      <a:pt x="18364" y="108350"/>
                    </a:cubicBezTo>
                    <a:cubicBezTo>
                      <a:pt x="6128" y="96196"/>
                      <a:pt x="0" y="81172"/>
                      <a:pt x="0" y="63284"/>
                    </a:cubicBezTo>
                    <a:cubicBezTo>
                      <a:pt x="0" y="45409"/>
                      <a:pt x="6166" y="30385"/>
                      <a:pt x="18497" y="18231"/>
                    </a:cubicBezTo>
                    <a:close/>
                    <a:moveTo>
                      <a:pt x="22923" y="63284"/>
                    </a:moveTo>
                    <a:cubicBezTo>
                      <a:pt x="22923" y="75794"/>
                      <a:pt x="26746" y="86125"/>
                      <a:pt x="34385" y="94285"/>
                    </a:cubicBezTo>
                    <a:cubicBezTo>
                      <a:pt x="41846" y="102451"/>
                      <a:pt x="51657" y="106528"/>
                      <a:pt x="63811" y="106528"/>
                    </a:cubicBezTo>
                    <a:cubicBezTo>
                      <a:pt x="75965" y="106528"/>
                      <a:pt x="85782" y="102451"/>
                      <a:pt x="93243" y="94285"/>
                    </a:cubicBezTo>
                    <a:cubicBezTo>
                      <a:pt x="100711" y="86125"/>
                      <a:pt x="104451" y="75794"/>
                      <a:pt x="104451" y="63284"/>
                    </a:cubicBezTo>
                    <a:cubicBezTo>
                      <a:pt x="104451" y="50965"/>
                      <a:pt x="100666" y="40723"/>
                      <a:pt x="93116" y="32557"/>
                    </a:cubicBezTo>
                    <a:cubicBezTo>
                      <a:pt x="85566" y="24403"/>
                      <a:pt x="75800" y="20320"/>
                      <a:pt x="63811" y="20320"/>
                    </a:cubicBezTo>
                    <a:cubicBezTo>
                      <a:pt x="51657" y="20320"/>
                      <a:pt x="41808" y="24403"/>
                      <a:pt x="34252" y="32557"/>
                    </a:cubicBezTo>
                    <a:cubicBezTo>
                      <a:pt x="26695" y="40723"/>
                      <a:pt x="22923" y="50965"/>
                      <a:pt x="22923" y="6328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E9A11CC-8BC5-5361-3F82-4FBD6ABF7579}"/>
                  </a:ext>
                </a:extLst>
              </p:cNvPr>
              <p:cNvSpPr/>
              <p:nvPr/>
            </p:nvSpPr>
            <p:spPr>
              <a:xfrm>
                <a:off x="3988059" y="3554362"/>
                <a:ext cx="73443" cy="123450"/>
              </a:xfrm>
              <a:custGeom>
                <a:avLst/>
                <a:gdLst>
                  <a:gd name="connsiteX0" fmla="*/ 5200 w 73443"/>
                  <a:gd name="connsiteY0" fmla="*/ 2089 h 123450"/>
                  <a:gd name="connsiteX1" fmla="*/ 16929 w 73443"/>
                  <a:gd name="connsiteY1" fmla="*/ 2089 h 123450"/>
                  <a:gd name="connsiteX2" fmla="*/ 22136 w 73443"/>
                  <a:gd name="connsiteY2" fmla="*/ 7290 h 123450"/>
                  <a:gd name="connsiteX3" fmla="*/ 22136 w 73443"/>
                  <a:gd name="connsiteY3" fmla="*/ 26302 h 123450"/>
                  <a:gd name="connsiteX4" fmla="*/ 22396 w 73443"/>
                  <a:gd name="connsiteY4" fmla="*/ 26302 h 123450"/>
                  <a:gd name="connsiteX5" fmla="*/ 61722 w 73443"/>
                  <a:gd name="connsiteY5" fmla="*/ 0 h 123450"/>
                  <a:gd name="connsiteX6" fmla="*/ 69018 w 73443"/>
                  <a:gd name="connsiteY6" fmla="*/ 521 h 123450"/>
                  <a:gd name="connsiteX7" fmla="*/ 73444 w 73443"/>
                  <a:gd name="connsiteY7" fmla="*/ 6515 h 123450"/>
                  <a:gd name="connsiteX8" fmla="*/ 73444 w 73443"/>
                  <a:gd name="connsiteY8" fmla="*/ 16669 h 123450"/>
                  <a:gd name="connsiteX9" fmla="*/ 69278 w 73443"/>
                  <a:gd name="connsiteY9" fmla="*/ 21095 h 123450"/>
                  <a:gd name="connsiteX10" fmla="*/ 67976 w 73443"/>
                  <a:gd name="connsiteY10" fmla="*/ 21095 h 123450"/>
                  <a:gd name="connsiteX11" fmla="*/ 61461 w 73443"/>
                  <a:gd name="connsiteY11" fmla="*/ 20834 h 123450"/>
                  <a:gd name="connsiteX12" fmla="*/ 32690 w 73443"/>
                  <a:gd name="connsiteY12" fmla="*/ 33077 h 123450"/>
                  <a:gd name="connsiteX13" fmla="*/ 22396 w 73443"/>
                  <a:gd name="connsiteY13" fmla="*/ 70586 h 123450"/>
                  <a:gd name="connsiteX14" fmla="*/ 22396 w 73443"/>
                  <a:gd name="connsiteY14" fmla="*/ 118243 h 123450"/>
                  <a:gd name="connsiteX15" fmla="*/ 17189 w 73443"/>
                  <a:gd name="connsiteY15" fmla="*/ 123450 h 123450"/>
                  <a:gd name="connsiteX16" fmla="*/ 5200 w 73443"/>
                  <a:gd name="connsiteY16" fmla="*/ 123450 h 123450"/>
                  <a:gd name="connsiteX17" fmla="*/ 0 w 73443"/>
                  <a:gd name="connsiteY17" fmla="*/ 118243 h 123450"/>
                  <a:gd name="connsiteX18" fmla="*/ 0 w 73443"/>
                  <a:gd name="connsiteY18" fmla="*/ 7290 h 123450"/>
                  <a:gd name="connsiteX19" fmla="*/ 5200 w 73443"/>
                  <a:gd name="connsiteY19" fmla="*/ 2089 h 12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443" h="123450">
                    <a:moveTo>
                      <a:pt x="5200" y="2089"/>
                    </a:moveTo>
                    <a:lnTo>
                      <a:pt x="16929" y="2089"/>
                    </a:lnTo>
                    <a:cubicBezTo>
                      <a:pt x="20396" y="2089"/>
                      <a:pt x="22136" y="3823"/>
                      <a:pt x="22136" y="7290"/>
                    </a:cubicBezTo>
                    <a:lnTo>
                      <a:pt x="22136" y="26302"/>
                    </a:lnTo>
                    <a:lnTo>
                      <a:pt x="22396" y="26302"/>
                    </a:lnTo>
                    <a:cubicBezTo>
                      <a:pt x="29508" y="8769"/>
                      <a:pt x="42621" y="0"/>
                      <a:pt x="61722" y="0"/>
                    </a:cubicBezTo>
                    <a:cubicBezTo>
                      <a:pt x="63455" y="0"/>
                      <a:pt x="65887" y="178"/>
                      <a:pt x="69018" y="521"/>
                    </a:cubicBezTo>
                    <a:cubicBezTo>
                      <a:pt x="71965" y="1219"/>
                      <a:pt x="73444" y="3213"/>
                      <a:pt x="73444" y="6515"/>
                    </a:cubicBezTo>
                    <a:lnTo>
                      <a:pt x="73444" y="16669"/>
                    </a:lnTo>
                    <a:cubicBezTo>
                      <a:pt x="73444" y="19621"/>
                      <a:pt x="72047" y="21095"/>
                      <a:pt x="69278" y="21095"/>
                    </a:cubicBezTo>
                    <a:lnTo>
                      <a:pt x="67976" y="21095"/>
                    </a:lnTo>
                    <a:cubicBezTo>
                      <a:pt x="66758" y="20923"/>
                      <a:pt x="64592" y="20834"/>
                      <a:pt x="61461" y="20834"/>
                    </a:cubicBezTo>
                    <a:cubicBezTo>
                      <a:pt x="49130" y="20834"/>
                      <a:pt x="39541" y="24917"/>
                      <a:pt x="32690" y="33077"/>
                    </a:cubicBezTo>
                    <a:cubicBezTo>
                      <a:pt x="25819" y="41243"/>
                      <a:pt x="22396" y="53740"/>
                      <a:pt x="22396" y="70586"/>
                    </a:cubicBezTo>
                    <a:lnTo>
                      <a:pt x="22396" y="118243"/>
                    </a:lnTo>
                    <a:cubicBezTo>
                      <a:pt x="22396" y="121717"/>
                      <a:pt x="20656" y="123450"/>
                      <a:pt x="17189" y="123450"/>
                    </a:cubicBezTo>
                    <a:lnTo>
                      <a:pt x="5200" y="123450"/>
                    </a:lnTo>
                    <a:cubicBezTo>
                      <a:pt x="1734" y="123450"/>
                      <a:pt x="0" y="121717"/>
                      <a:pt x="0" y="118243"/>
                    </a:cubicBezTo>
                    <a:lnTo>
                      <a:pt x="0" y="7290"/>
                    </a:lnTo>
                    <a:cubicBezTo>
                      <a:pt x="0" y="3823"/>
                      <a:pt x="1734" y="2089"/>
                      <a:pt x="5200" y="2089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F1E1BF2C-A236-7FFF-09CD-D1DC09752EB7}"/>
                  </a:ext>
                </a:extLst>
              </p:cNvPr>
              <p:cNvSpPr/>
              <p:nvPr/>
            </p:nvSpPr>
            <p:spPr>
              <a:xfrm>
                <a:off x="4088332" y="3553841"/>
                <a:ext cx="190646" cy="123971"/>
              </a:xfrm>
              <a:custGeom>
                <a:avLst/>
                <a:gdLst>
                  <a:gd name="connsiteX0" fmla="*/ 0 w 190646"/>
                  <a:gd name="connsiteY0" fmla="*/ 7811 h 123971"/>
                  <a:gd name="connsiteX1" fmla="*/ 5201 w 190646"/>
                  <a:gd name="connsiteY1" fmla="*/ 2610 h 123971"/>
                  <a:gd name="connsiteX2" fmla="*/ 16663 w 190646"/>
                  <a:gd name="connsiteY2" fmla="*/ 2610 h 123971"/>
                  <a:gd name="connsiteX3" fmla="*/ 21876 w 190646"/>
                  <a:gd name="connsiteY3" fmla="*/ 7811 h 123971"/>
                  <a:gd name="connsiteX4" fmla="*/ 21876 w 190646"/>
                  <a:gd name="connsiteY4" fmla="*/ 22917 h 123971"/>
                  <a:gd name="connsiteX5" fmla="*/ 22657 w 190646"/>
                  <a:gd name="connsiteY5" fmla="*/ 22917 h 123971"/>
                  <a:gd name="connsiteX6" fmla="*/ 37630 w 190646"/>
                  <a:gd name="connsiteY6" fmla="*/ 6122 h 123971"/>
                  <a:gd name="connsiteX7" fmla="*/ 61462 w 190646"/>
                  <a:gd name="connsiteY7" fmla="*/ 0 h 123971"/>
                  <a:gd name="connsiteX8" fmla="*/ 85554 w 190646"/>
                  <a:gd name="connsiteY8" fmla="*/ 6642 h 123971"/>
                  <a:gd name="connsiteX9" fmla="*/ 101054 w 190646"/>
                  <a:gd name="connsiteY9" fmla="*/ 25267 h 123971"/>
                  <a:gd name="connsiteX10" fmla="*/ 101835 w 190646"/>
                  <a:gd name="connsiteY10" fmla="*/ 25267 h 123971"/>
                  <a:gd name="connsiteX11" fmla="*/ 118891 w 190646"/>
                  <a:gd name="connsiteY11" fmla="*/ 6642 h 123971"/>
                  <a:gd name="connsiteX12" fmla="*/ 144806 w 190646"/>
                  <a:gd name="connsiteY12" fmla="*/ 0 h 123971"/>
                  <a:gd name="connsiteX13" fmla="*/ 178276 w 190646"/>
                  <a:gd name="connsiteY13" fmla="*/ 13545 h 123971"/>
                  <a:gd name="connsiteX14" fmla="*/ 190646 w 190646"/>
                  <a:gd name="connsiteY14" fmla="*/ 50527 h 123971"/>
                  <a:gd name="connsiteX15" fmla="*/ 190646 w 190646"/>
                  <a:gd name="connsiteY15" fmla="*/ 118764 h 123971"/>
                  <a:gd name="connsiteX16" fmla="*/ 185433 w 190646"/>
                  <a:gd name="connsiteY16" fmla="*/ 123971 h 123971"/>
                  <a:gd name="connsiteX17" fmla="*/ 173196 w 190646"/>
                  <a:gd name="connsiteY17" fmla="*/ 123971 h 123971"/>
                  <a:gd name="connsiteX18" fmla="*/ 168244 w 190646"/>
                  <a:gd name="connsiteY18" fmla="*/ 118764 h 123971"/>
                  <a:gd name="connsiteX19" fmla="*/ 168244 w 190646"/>
                  <a:gd name="connsiteY19" fmla="*/ 56001 h 123971"/>
                  <a:gd name="connsiteX20" fmla="*/ 160827 w 190646"/>
                  <a:gd name="connsiteY20" fmla="*/ 29566 h 123971"/>
                  <a:gd name="connsiteX21" fmla="*/ 139859 w 190646"/>
                  <a:gd name="connsiteY21" fmla="*/ 20581 h 123971"/>
                  <a:gd name="connsiteX22" fmla="*/ 115894 w 190646"/>
                  <a:gd name="connsiteY22" fmla="*/ 30480 h 123971"/>
                  <a:gd name="connsiteX23" fmla="*/ 106521 w 190646"/>
                  <a:gd name="connsiteY23" fmla="*/ 57042 h 123971"/>
                  <a:gd name="connsiteX24" fmla="*/ 106521 w 190646"/>
                  <a:gd name="connsiteY24" fmla="*/ 118764 h 123971"/>
                  <a:gd name="connsiteX25" fmla="*/ 101314 w 190646"/>
                  <a:gd name="connsiteY25" fmla="*/ 123971 h 123971"/>
                  <a:gd name="connsiteX26" fmla="*/ 89326 w 190646"/>
                  <a:gd name="connsiteY26" fmla="*/ 123971 h 123971"/>
                  <a:gd name="connsiteX27" fmla="*/ 84119 w 190646"/>
                  <a:gd name="connsiteY27" fmla="*/ 118764 h 123971"/>
                  <a:gd name="connsiteX28" fmla="*/ 84119 w 190646"/>
                  <a:gd name="connsiteY28" fmla="*/ 56001 h 123971"/>
                  <a:gd name="connsiteX29" fmla="*/ 76569 w 190646"/>
                  <a:gd name="connsiteY29" fmla="*/ 29566 h 123971"/>
                  <a:gd name="connsiteX30" fmla="*/ 55734 w 190646"/>
                  <a:gd name="connsiteY30" fmla="*/ 20581 h 123971"/>
                  <a:gd name="connsiteX31" fmla="*/ 31776 w 190646"/>
                  <a:gd name="connsiteY31" fmla="*/ 30601 h 123971"/>
                  <a:gd name="connsiteX32" fmla="*/ 22397 w 190646"/>
                  <a:gd name="connsiteY32" fmla="*/ 57042 h 123971"/>
                  <a:gd name="connsiteX33" fmla="*/ 22397 w 190646"/>
                  <a:gd name="connsiteY33" fmla="*/ 118764 h 123971"/>
                  <a:gd name="connsiteX34" fmla="*/ 17183 w 190646"/>
                  <a:gd name="connsiteY34" fmla="*/ 123971 h 123971"/>
                  <a:gd name="connsiteX35" fmla="*/ 5201 w 190646"/>
                  <a:gd name="connsiteY35" fmla="*/ 123971 h 123971"/>
                  <a:gd name="connsiteX36" fmla="*/ 0 w 190646"/>
                  <a:gd name="connsiteY36" fmla="*/ 118764 h 123971"/>
                  <a:gd name="connsiteX37" fmla="*/ 0 w 190646"/>
                  <a:gd name="connsiteY37" fmla="*/ 7811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90646" h="123971">
                    <a:moveTo>
                      <a:pt x="0" y="7811"/>
                    </a:moveTo>
                    <a:cubicBezTo>
                      <a:pt x="0" y="4344"/>
                      <a:pt x="1734" y="2610"/>
                      <a:pt x="5201" y="2610"/>
                    </a:cubicBezTo>
                    <a:lnTo>
                      <a:pt x="16663" y="2610"/>
                    </a:lnTo>
                    <a:cubicBezTo>
                      <a:pt x="20136" y="2610"/>
                      <a:pt x="21876" y="4344"/>
                      <a:pt x="21876" y="7811"/>
                    </a:cubicBezTo>
                    <a:lnTo>
                      <a:pt x="21876" y="22917"/>
                    </a:lnTo>
                    <a:lnTo>
                      <a:pt x="22657" y="22917"/>
                    </a:lnTo>
                    <a:cubicBezTo>
                      <a:pt x="25781" y="15805"/>
                      <a:pt x="30766" y="10205"/>
                      <a:pt x="37630" y="6122"/>
                    </a:cubicBezTo>
                    <a:cubicBezTo>
                      <a:pt x="44488" y="2039"/>
                      <a:pt x="52432" y="0"/>
                      <a:pt x="61462" y="0"/>
                    </a:cubicBezTo>
                    <a:cubicBezTo>
                      <a:pt x="70663" y="0"/>
                      <a:pt x="78696" y="2216"/>
                      <a:pt x="85554" y="6642"/>
                    </a:cubicBezTo>
                    <a:cubicBezTo>
                      <a:pt x="92412" y="11075"/>
                      <a:pt x="97574" y="17278"/>
                      <a:pt x="101054" y="25267"/>
                    </a:cubicBezTo>
                    <a:lnTo>
                      <a:pt x="101835" y="25267"/>
                    </a:lnTo>
                    <a:cubicBezTo>
                      <a:pt x="105651" y="17278"/>
                      <a:pt x="111335" y="11075"/>
                      <a:pt x="118891" y="6642"/>
                    </a:cubicBezTo>
                    <a:cubicBezTo>
                      <a:pt x="126442" y="2216"/>
                      <a:pt x="135084" y="0"/>
                      <a:pt x="144806" y="0"/>
                    </a:cubicBezTo>
                    <a:cubicBezTo>
                      <a:pt x="158871" y="0"/>
                      <a:pt x="170028" y="4521"/>
                      <a:pt x="178276" y="13545"/>
                    </a:cubicBezTo>
                    <a:cubicBezTo>
                      <a:pt x="186519" y="22575"/>
                      <a:pt x="190646" y="34906"/>
                      <a:pt x="190646" y="50527"/>
                    </a:cubicBezTo>
                    <a:lnTo>
                      <a:pt x="190646" y="118764"/>
                    </a:lnTo>
                    <a:cubicBezTo>
                      <a:pt x="190646" y="122238"/>
                      <a:pt x="188913" y="123971"/>
                      <a:pt x="185433" y="123971"/>
                    </a:cubicBezTo>
                    <a:lnTo>
                      <a:pt x="173196" y="123971"/>
                    </a:lnTo>
                    <a:cubicBezTo>
                      <a:pt x="169894" y="123971"/>
                      <a:pt x="168244" y="122238"/>
                      <a:pt x="168244" y="118764"/>
                    </a:cubicBezTo>
                    <a:lnTo>
                      <a:pt x="168244" y="56001"/>
                    </a:lnTo>
                    <a:cubicBezTo>
                      <a:pt x="168244" y="44367"/>
                      <a:pt x="165773" y="35547"/>
                      <a:pt x="160827" y="29566"/>
                    </a:cubicBezTo>
                    <a:cubicBezTo>
                      <a:pt x="155880" y="23571"/>
                      <a:pt x="148889" y="20581"/>
                      <a:pt x="139859" y="20581"/>
                    </a:cubicBezTo>
                    <a:cubicBezTo>
                      <a:pt x="130137" y="20581"/>
                      <a:pt x="122149" y="23876"/>
                      <a:pt x="115894" y="30480"/>
                    </a:cubicBezTo>
                    <a:cubicBezTo>
                      <a:pt x="109646" y="37078"/>
                      <a:pt x="106521" y="45930"/>
                      <a:pt x="106521" y="57042"/>
                    </a:cubicBezTo>
                    <a:lnTo>
                      <a:pt x="106521" y="118764"/>
                    </a:lnTo>
                    <a:cubicBezTo>
                      <a:pt x="106521" y="122238"/>
                      <a:pt x="104782" y="123971"/>
                      <a:pt x="101314" y="123971"/>
                    </a:cubicBezTo>
                    <a:lnTo>
                      <a:pt x="89326" y="123971"/>
                    </a:lnTo>
                    <a:cubicBezTo>
                      <a:pt x="85852" y="123971"/>
                      <a:pt x="84119" y="122238"/>
                      <a:pt x="84119" y="118764"/>
                    </a:cubicBezTo>
                    <a:lnTo>
                      <a:pt x="84119" y="56001"/>
                    </a:lnTo>
                    <a:cubicBezTo>
                      <a:pt x="84119" y="44367"/>
                      <a:pt x="81604" y="35547"/>
                      <a:pt x="76569" y="29566"/>
                    </a:cubicBezTo>
                    <a:cubicBezTo>
                      <a:pt x="71527" y="23571"/>
                      <a:pt x="64593" y="20581"/>
                      <a:pt x="55734" y="20581"/>
                    </a:cubicBezTo>
                    <a:cubicBezTo>
                      <a:pt x="46006" y="20581"/>
                      <a:pt x="38017" y="23927"/>
                      <a:pt x="31776" y="30601"/>
                    </a:cubicBezTo>
                    <a:cubicBezTo>
                      <a:pt x="25521" y="37294"/>
                      <a:pt x="22397" y="46101"/>
                      <a:pt x="22397" y="57042"/>
                    </a:cubicBezTo>
                    <a:lnTo>
                      <a:pt x="22397" y="118764"/>
                    </a:lnTo>
                    <a:cubicBezTo>
                      <a:pt x="22397" y="122238"/>
                      <a:pt x="20657" y="123971"/>
                      <a:pt x="17183" y="123971"/>
                    </a:cubicBezTo>
                    <a:lnTo>
                      <a:pt x="5201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lnTo>
                      <a:pt x="0" y="7811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0F9DBB1-B602-7E76-B4B8-8BB8A0DC9785}"/>
                  </a:ext>
                </a:extLst>
              </p:cNvPr>
              <p:cNvSpPr/>
              <p:nvPr/>
            </p:nvSpPr>
            <p:spPr>
              <a:xfrm>
                <a:off x="4309966" y="3553841"/>
                <a:ext cx="123450" cy="126581"/>
              </a:xfrm>
              <a:custGeom>
                <a:avLst/>
                <a:gdLst>
                  <a:gd name="connsiteX0" fmla="*/ 0 w 123450"/>
                  <a:gd name="connsiteY0" fmla="*/ 63284 h 126581"/>
                  <a:gd name="connsiteX1" fmla="*/ 17316 w 123450"/>
                  <a:gd name="connsiteY1" fmla="*/ 17710 h 126581"/>
                  <a:gd name="connsiteX2" fmla="*/ 62516 w 123450"/>
                  <a:gd name="connsiteY2" fmla="*/ 0 h 126581"/>
                  <a:gd name="connsiteX3" fmla="*/ 106655 w 123450"/>
                  <a:gd name="connsiteY3" fmla="*/ 17190 h 126581"/>
                  <a:gd name="connsiteX4" fmla="*/ 123451 w 123450"/>
                  <a:gd name="connsiteY4" fmla="*/ 62510 h 126581"/>
                  <a:gd name="connsiteX5" fmla="*/ 123451 w 123450"/>
                  <a:gd name="connsiteY5" fmla="*/ 64853 h 126581"/>
                  <a:gd name="connsiteX6" fmla="*/ 117469 w 123450"/>
                  <a:gd name="connsiteY6" fmla="*/ 70847 h 126581"/>
                  <a:gd name="connsiteX7" fmla="*/ 22397 w 123450"/>
                  <a:gd name="connsiteY7" fmla="*/ 70847 h 126581"/>
                  <a:gd name="connsiteX8" fmla="*/ 35039 w 123450"/>
                  <a:gd name="connsiteY8" fmla="*/ 98190 h 126581"/>
                  <a:gd name="connsiteX9" fmla="*/ 63551 w 123450"/>
                  <a:gd name="connsiteY9" fmla="*/ 107569 h 126581"/>
                  <a:gd name="connsiteX10" fmla="*/ 85039 w 123450"/>
                  <a:gd name="connsiteY10" fmla="*/ 103143 h 126581"/>
                  <a:gd name="connsiteX11" fmla="*/ 97930 w 123450"/>
                  <a:gd name="connsiteY11" fmla="*/ 91415 h 126581"/>
                  <a:gd name="connsiteX12" fmla="*/ 103924 w 123450"/>
                  <a:gd name="connsiteY12" fmla="*/ 87249 h 126581"/>
                  <a:gd name="connsiteX13" fmla="*/ 115119 w 123450"/>
                  <a:gd name="connsiteY13" fmla="*/ 87249 h 126581"/>
                  <a:gd name="connsiteX14" fmla="*/ 119158 w 123450"/>
                  <a:gd name="connsiteY14" fmla="*/ 88297 h 126581"/>
                  <a:gd name="connsiteX15" fmla="*/ 120333 w 123450"/>
                  <a:gd name="connsiteY15" fmla="*/ 90894 h 126581"/>
                  <a:gd name="connsiteX16" fmla="*/ 120333 w 123450"/>
                  <a:gd name="connsiteY16" fmla="*/ 91415 h 126581"/>
                  <a:gd name="connsiteX17" fmla="*/ 100019 w 123450"/>
                  <a:gd name="connsiteY17" fmla="*/ 116815 h 126581"/>
                  <a:gd name="connsiteX18" fmla="*/ 63297 w 123450"/>
                  <a:gd name="connsiteY18" fmla="*/ 126581 h 126581"/>
                  <a:gd name="connsiteX19" fmla="*/ 17316 w 123450"/>
                  <a:gd name="connsiteY19" fmla="*/ 109125 h 126581"/>
                  <a:gd name="connsiteX20" fmla="*/ 0 w 123450"/>
                  <a:gd name="connsiteY20" fmla="*/ 63284 h 126581"/>
                  <a:gd name="connsiteX21" fmla="*/ 22923 w 123450"/>
                  <a:gd name="connsiteY21" fmla="*/ 53397 h 126581"/>
                  <a:gd name="connsiteX22" fmla="*/ 100533 w 123450"/>
                  <a:gd name="connsiteY22" fmla="*/ 53397 h 126581"/>
                  <a:gd name="connsiteX23" fmla="*/ 88297 w 123450"/>
                  <a:gd name="connsiteY23" fmla="*/ 27610 h 126581"/>
                  <a:gd name="connsiteX24" fmla="*/ 62256 w 123450"/>
                  <a:gd name="connsiteY24" fmla="*/ 18752 h 126581"/>
                  <a:gd name="connsiteX25" fmla="*/ 35427 w 123450"/>
                  <a:gd name="connsiteY25" fmla="*/ 27610 h 126581"/>
                  <a:gd name="connsiteX26" fmla="*/ 22923 w 123450"/>
                  <a:gd name="connsiteY26" fmla="*/ 53397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23450" h="126581">
                    <a:moveTo>
                      <a:pt x="0" y="63284"/>
                    </a:moveTo>
                    <a:cubicBezTo>
                      <a:pt x="0" y="44710"/>
                      <a:pt x="5772" y="29515"/>
                      <a:pt x="17316" y="17710"/>
                    </a:cubicBezTo>
                    <a:cubicBezTo>
                      <a:pt x="28867" y="5906"/>
                      <a:pt x="43929" y="0"/>
                      <a:pt x="62516" y="0"/>
                    </a:cubicBezTo>
                    <a:cubicBezTo>
                      <a:pt x="80747" y="0"/>
                      <a:pt x="95460" y="5734"/>
                      <a:pt x="106655" y="17190"/>
                    </a:cubicBezTo>
                    <a:cubicBezTo>
                      <a:pt x="117863" y="28651"/>
                      <a:pt x="123451" y="43758"/>
                      <a:pt x="123451" y="62510"/>
                    </a:cubicBezTo>
                    <a:lnTo>
                      <a:pt x="123451" y="64853"/>
                    </a:lnTo>
                    <a:cubicBezTo>
                      <a:pt x="123451" y="68853"/>
                      <a:pt x="121457" y="70847"/>
                      <a:pt x="117469" y="70847"/>
                    </a:cubicBezTo>
                    <a:lnTo>
                      <a:pt x="22397" y="70847"/>
                    </a:lnTo>
                    <a:cubicBezTo>
                      <a:pt x="23609" y="82823"/>
                      <a:pt x="27826" y="91935"/>
                      <a:pt x="35039" y="98190"/>
                    </a:cubicBezTo>
                    <a:cubicBezTo>
                      <a:pt x="42234" y="104439"/>
                      <a:pt x="51740" y="107569"/>
                      <a:pt x="63551" y="107569"/>
                    </a:cubicBezTo>
                    <a:cubicBezTo>
                      <a:pt x="71889" y="107569"/>
                      <a:pt x="79051" y="106096"/>
                      <a:pt x="85039" y="103143"/>
                    </a:cubicBezTo>
                    <a:cubicBezTo>
                      <a:pt x="91034" y="100184"/>
                      <a:pt x="95333" y="96279"/>
                      <a:pt x="97930" y="91415"/>
                    </a:cubicBezTo>
                    <a:cubicBezTo>
                      <a:pt x="99143" y="88646"/>
                      <a:pt x="101143" y="87249"/>
                      <a:pt x="103924" y="87249"/>
                    </a:cubicBezTo>
                    <a:lnTo>
                      <a:pt x="115119" y="87249"/>
                    </a:lnTo>
                    <a:cubicBezTo>
                      <a:pt x="117030" y="87249"/>
                      <a:pt x="118383" y="87605"/>
                      <a:pt x="119158" y="88297"/>
                    </a:cubicBezTo>
                    <a:cubicBezTo>
                      <a:pt x="119939" y="88989"/>
                      <a:pt x="120333" y="89859"/>
                      <a:pt x="120333" y="90894"/>
                    </a:cubicBezTo>
                    <a:lnTo>
                      <a:pt x="120333" y="91415"/>
                    </a:lnTo>
                    <a:cubicBezTo>
                      <a:pt x="116853" y="101835"/>
                      <a:pt x="110084" y="110300"/>
                      <a:pt x="100019" y="116815"/>
                    </a:cubicBezTo>
                    <a:cubicBezTo>
                      <a:pt x="89948" y="123324"/>
                      <a:pt x="77705" y="126581"/>
                      <a:pt x="63297" y="126581"/>
                    </a:cubicBezTo>
                    <a:cubicBezTo>
                      <a:pt x="44190" y="126581"/>
                      <a:pt x="28867" y="120764"/>
                      <a:pt x="17316" y="109125"/>
                    </a:cubicBezTo>
                    <a:cubicBezTo>
                      <a:pt x="5772" y="97505"/>
                      <a:pt x="0" y="82214"/>
                      <a:pt x="0" y="63284"/>
                    </a:cubicBezTo>
                    <a:close/>
                    <a:moveTo>
                      <a:pt x="22923" y="53397"/>
                    </a:moveTo>
                    <a:lnTo>
                      <a:pt x="100533" y="53397"/>
                    </a:lnTo>
                    <a:cubicBezTo>
                      <a:pt x="98978" y="42107"/>
                      <a:pt x="94895" y="33515"/>
                      <a:pt x="88297" y="27610"/>
                    </a:cubicBezTo>
                    <a:cubicBezTo>
                      <a:pt x="81699" y="21704"/>
                      <a:pt x="73019" y="18752"/>
                      <a:pt x="62256" y="18752"/>
                    </a:cubicBezTo>
                    <a:cubicBezTo>
                      <a:pt x="51137" y="18752"/>
                      <a:pt x="42196" y="21704"/>
                      <a:pt x="35427" y="27610"/>
                    </a:cubicBezTo>
                    <a:cubicBezTo>
                      <a:pt x="28651" y="33515"/>
                      <a:pt x="24486" y="42107"/>
                      <a:pt x="22923" y="5339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E7570D0E-37D7-714A-330F-8693C56A5700}"/>
                  </a:ext>
                </a:extLst>
              </p:cNvPr>
              <p:cNvSpPr/>
              <p:nvPr/>
            </p:nvSpPr>
            <p:spPr>
              <a:xfrm>
                <a:off x="4458690" y="3495504"/>
                <a:ext cx="126320" cy="184918"/>
              </a:xfrm>
              <a:custGeom>
                <a:avLst/>
                <a:gdLst>
                  <a:gd name="connsiteX0" fmla="*/ 17704 w 126320"/>
                  <a:gd name="connsiteY0" fmla="*/ 76568 h 184918"/>
                  <a:gd name="connsiteX1" fmla="*/ 60420 w 126320"/>
                  <a:gd name="connsiteY1" fmla="*/ 58337 h 184918"/>
                  <a:gd name="connsiteX2" fmla="*/ 86080 w 126320"/>
                  <a:gd name="connsiteY2" fmla="*/ 64332 h 184918"/>
                  <a:gd name="connsiteX3" fmla="*/ 103137 w 126320"/>
                  <a:gd name="connsiteY3" fmla="*/ 80473 h 184918"/>
                  <a:gd name="connsiteX4" fmla="*/ 103924 w 126320"/>
                  <a:gd name="connsiteY4" fmla="*/ 80473 h 184918"/>
                  <a:gd name="connsiteX5" fmla="*/ 103924 w 126320"/>
                  <a:gd name="connsiteY5" fmla="*/ 5207 h 184918"/>
                  <a:gd name="connsiteX6" fmla="*/ 109131 w 126320"/>
                  <a:gd name="connsiteY6" fmla="*/ 0 h 184918"/>
                  <a:gd name="connsiteX7" fmla="*/ 121367 w 126320"/>
                  <a:gd name="connsiteY7" fmla="*/ 0 h 184918"/>
                  <a:gd name="connsiteX8" fmla="*/ 126321 w 126320"/>
                  <a:gd name="connsiteY8" fmla="*/ 5207 h 184918"/>
                  <a:gd name="connsiteX9" fmla="*/ 126321 w 126320"/>
                  <a:gd name="connsiteY9" fmla="*/ 177101 h 184918"/>
                  <a:gd name="connsiteX10" fmla="*/ 121367 w 126320"/>
                  <a:gd name="connsiteY10" fmla="*/ 182308 h 184918"/>
                  <a:gd name="connsiteX11" fmla="*/ 109391 w 126320"/>
                  <a:gd name="connsiteY11" fmla="*/ 182308 h 184918"/>
                  <a:gd name="connsiteX12" fmla="*/ 104184 w 126320"/>
                  <a:gd name="connsiteY12" fmla="*/ 177101 h 184918"/>
                  <a:gd name="connsiteX13" fmla="*/ 104184 w 126320"/>
                  <a:gd name="connsiteY13" fmla="*/ 162776 h 184918"/>
                  <a:gd name="connsiteX14" fmla="*/ 103657 w 126320"/>
                  <a:gd name="connsiteY14" fmla="*/ 162776 h 184918"/>
                  <a:gd name="connsiteX15" fmla="*/ 86728 w 126320"/>
                  <a:gd name="connsiteY15" fmla="*/ 179057 h 184918"/>
                  <a:gd name="connsiteX16" fmla="*/ 60680 w 126320"/>
                  <a:gd name="connsiteY16" fmla="*/ 184918 h 184918"/>
                  <a:gd name="connsiteX17" fmla="*/ 17577 w 126320"/>
                  <a:gd name="connsiteY17" fmla="*/ 166688 h 184918"/>
                  <a:gd name="connsiteX18" fmla="*/ 0 w 126320"/>
                  <a:gd name="connsiteY18" fmla="*/ 121621 h 184918"/>
                  <a:gd name="connsiteX19" fmla="*/ 17704 w 126320"/>
                  <a:gd name="connsiteY19" fmla="*/ 76568 h 184918"/>
                  <a:gd name="connsiteX20" fmla="*/ 22917 w 126320"/>
                  <a:gd name="connsiteY20" fmla="*/ 121621 h 184918"/>
                  <a:gd name="connsiteX21" fmla="*/ 34379 w 126320"/>
                  <a:gd name="connsiteY21" fmla="*/ 152622 h 184918"/>
                  <a:gd name="connsiteX22" fmla="*/ 63805 w 126320"/>
                  <a:gd name="connsiteY22" fmla="*/ 164865 h 184918"/>
                  <a:gd name="connsiteX23" fmla="*/ 93244 w 126320"/>
                  <a:gd name="connsiteY23" fmla="*/ 152622 h 184918"/>
                  <a:gd name="connsiteX24" fmla="*/ 104445 w 126320"/>
                  <a:gd name="connsiteY24" fmla="*/ 121621 h 184918"/>
                  <a:gd name="connsiteX25" fmla="*/ 93110 w 126320"/>
                  <a:gd name="connsiteY25" fmla="*/ 90894 h 184918"/>
                  <a:gd name="connsiteX26" fmla="*/ 63805 w 126320"/>
                  <a:gd name="connsiteY26" fmla="*/ 78657 h 184918"/>
                  <a:gd name="connsiteX27" fmla="*/ 34252 w 126320"/>
                  <a:gd name="connsiteY27" fmla="*/ 90894 h 184918"/>
                  <a:gd name="connsiteX28" fmla="*/ 22917 w 126320"/>
                  <a:gd name="connsiteY28" fmla="*/ 121621 h 18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26320" h="184918">
                    <a:moveTo>
                      <a:pt x="17704" y="76568"/>
                    </a:moveTo>
                    <a:cubicBezTo>
                      <a:pt x="29337" y="64414"/>
                      <a:pt x="43580" y="58337"/>
                      <a:pt x="60420" y="58337"/>
                    </a:cubicBezTo>
                    <a:cubicBezTo>
                      <a:pt x="69621" y="58337"/>
                      <a:pt x="78181" y="60337"/>
                      <a:pt x="86080" y="64332"/>
                    </a:cubicBezTo>
                    <a:cubicBezTo>
                      <a:pt x="93980" y="68326"/>
                      <a:pt x="99663" y="73704"/>
                      <a:pt x="103137" y="80473"/>
                    </a:cubicBezTo>
                    <a:lnTo>
                      <a:pt x="103924" y="80473"/>
                    </a:lnTo>
                    <a:lnTo>
                      <a:pt x="103924" y="5207"/>
                    </a:lnTo>
                    <a:cubicBezTo>
                      <a:pt x="103924" y="1733"/>
                      <a:pt x="105658" y="0"/>
                      <a:pt x="109131" y="0"/>
                    </a:cubicBezTo>
                    <a:lnTo>
                      <a:pt x="121367" y="0"/>
                    </a:lnTo>
                    <a:cubicBezTo>
                      <a:pt x="124670" y="0"/>
                      <a:pt x="126321" y="1733"/>
                      <a:pt x="126321" y="5207"/>
                    </a:cubicBezTo>
                    <a:lnTo>
                      <a:pt x="126321" y="177101"/>
                    </a:lnTo>
                    <a:cubicBezTo>
                      <a:pt x="126321" y="180575"/>
                      <a:pt x="124670" y="182308"/>
                      <a:pt x="121367" y="182308"/>
                    </a:cubicBezTo>
                    <a:lnTo>
                      <a:pt x="109391" y="182308"/>
                    </a:lnTo>
                    <a:cubicBezTo>
                      <a:pt x="105918" y="182308"/>
                      <a:pt x="104184" y="180575"/>
                      <a:pt x="104184" y="177101"/>
                    </a:cubicBezTo>
                    <a:lnTo>
                      <a:pt x="104184" y="162776"/>
                    </a:lnTo>
                    <a:lnTo>
                      <a:pt x="103657" y="162776"/>
                    </a:lnTo>
                    <a:cubicBezTo>
                      <a:pt x="100184" y="169729"/>
                      <a:pt x="94545" y="175152"/>
                      <a:pt x="86728" y="179057"/>
                    </a:cubicBezTo>
                    <a:cubicBezTo>
                      <a:pt x="78911" y="182963"/>
                      <a:pt x="70231" y="184918"/>
                      <a:pt x="60680" y="184918"/>
                    </a:cubicBezTo>
                    <a:cubicBezTo>
                      <a:pt x="43662" y="184918"/>
                      <a:pt x="29299" y="178841"/>
                      <a:pt x="17577" y="166688"/>
                    </a:cubicBezTo>
                    <a:cubicBezTo>
                      <a:pt x="5861" y="154534"/>
                      <a:pt x="0" y="139509"/>
                      <a:pt x="0" y="121621"/>
                    </a:cubicBezTo>
                    <a:cubicBezTo>
                      <a:pt x="0" y="103918"/>
                      <a:pt x="5899" y="88900"/>
                      <a:pt x="17704" y="76568"/>
                    </a:cubicBezTo>
                    <a:close/>
                    <a:moveTo>
                      <a:pt x="22917" y="121621"/>
                    </a:moveTo>
                    <a:cubicBezTo>
                      <a:pt x="22917" y="134131"/>
                      <a:pt x="26740" y="144463"/>
                      <a:pt x="34379" y="152622"/>
                    </a:cubicBezTo>
                    <a:cubicBezTo>
                      <a:pt x="41840" y="160788"/>
                      <a:pt x="51651" y="164865"/>
                      <a:pt x="63805" y="164865"/>
                    </a:cubicBezTo>
                    <a:cubicBezTo>
                      <a:pt x="75959" y="164865"/>
                      <a:pt x="85776" y="160788"/>
                      <a:pt x="93244" y="152622"/>
                    </a:cubicBezTo>
                    <a:cubicBezTo>
                      <a:pt x="100705" y="144463"/>
                      <a:pt x="104445" y="134131"/>
                      <a:pt x="104445" y="121621"/>
                    </a:cubicBezTo>
                    <a:cubicBezTo>
                      <a:pt x="104445" y="109302"/>
                      <a:pt x="100660" y="99060"/>
                      <a:pt x="93110" y="90894"/>
                    </a:cubicBezTo>
                    <a:cubicBezTo>
                      <a:pt x="85560" y="82740"/>
                      <a:pt x="75793" y="78657"/>
                      <a:pt x="63805" y="78657"/>
                    </a:cubicBezTo>
                    <a:cubicBezTo>
                      <a:pt x="51651" y="78657"/>
                      <a:pt x="41802" y="82740"/>
                      <a:pt x="34252" y="90894"/>
                    </a:cubicBezTo>
                    <a:cubicBezTo>
                      <a:pt x="26689" y="99060"/>
                      <a:pt x="22917" y="109302"/>
                      <a:pt x="22917" y="121621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41BFE12-1406-7335-1EE8-C69FAC33F114}"/>
                </a:ext>
              </a:extLst>
            </p:cNvPr>
            <p:cNvSpPr/>
            <p:nvPr/>
          </p:nvSpPr>
          <p:spPr>
            <a:xfrm>
              <a:off x="3925879" y="2760731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B86C4C3-A169-C79C-CCB6-41B885913628}"/>
                </a:ext>
              </a:extLst>
            </p:cNvPr>
            <p:cNvSpPr/>
            <p:nvPr/>
          </p:nvSpPr>
          <p:spPr>
            <a:xfrm>
              <a:off x="2962274" y="2962777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CCCA86B-B46A-C406-5A72-90923EAA728C}"/>
                </a:ext>
              </a:extLst>
            </p:cNvPr>
            <p:cNvSpPr/>
            <p:nvPr/>
          </p:nvSpPr>
          <p:spPr>
            <a:xfrm>
              <a:off x="1582393" y="2970790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AF44414-BBD2-1AF1-079E-8D3D298F476D}"/>
                </a:ext>
              </a:extLst>
            </p:cNvPr>
            <p:cNvSpPr/>
            <p:nvPr/>
          </p:nvSpPr>
          <p:spPr>
            <a:xfrm>
              <a:off x="1582393" y="2970790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FF84229-AF47-1C8F-5B88-DEC0DB76DE1D}"/>
                </a:ext>
              </a:extLst>
            </p:cNvPr>
            <p:cNvSpPr/>
            <p:nvPr/>
          </p:nvSpPr>
          <p:spPr>
            <a:xfrm>
              <a:off x="1906650" y="3065037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4391AD7-2525-DDA7-2C64-6E197672C496}"/>
                </a:ext>
              </a:extLst>
            </p:cNvPr>
            <p:cNvSpPr/>
            <p:nvPr/>
          </p:nvSpPr>
          <p:spPr>
            <a:xfrm rot="-5381242">
              <a:off x="1629762" y="3246900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CCA23E7-3027-D954-240C-41C9536AD5B7}"/>
                </a:ext>
              </a:extLst>
            </p:cNvPr>
            <p:cNvSpPr/>
            <p:nvPr/>
          </p:nvSpPr>
          <p:spPr>
            <a:xfrm>
              <a:off x="1495832" y="2697093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3020E5C-EAC8-FA15-EA34-DF7D38311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97484" y="6400413"/>
            <a:ext cx="4197033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GB"/>
              <a:t>© Bmatix 2026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70930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A0783C-E133-846E-8B10-75C122EDB9D6}"/>
              </a:ext>
            </a:extLst>
          </p:cNvPr>
          <p:cNvSpPr/>
          <p:nvPr userDrawn="1"/>
        </p:nvSpPr>
        <p:spPr>
          <a:xfrm>
            <a:off x="0" y="0"/>
            <a:ext cx="5446756" cy="6869723"/>
          </a:xfrm>
          <a:custGeom>
            <a:avLst/>
            <a:gdLst>
              <a:gd name="connsiteX0" fmla="*/ 0 w 6095981"/>
              <a:gd name="connsiteY0" fmla="*/ 0 h 6869723"/>
              <a:gd name="connsiteX1" fmla="*/ 4467024 w 6095981"/>
              <a:gd name="connsiteY1" fmla="*/ 0 h 6869723"/>
              <a:gd name="connsiteX2" fmla="*/ 4513258 w 6095981"/>
              <a:gd name="connsiteY2" fmla="*/ 36333 h 6869723"/>
              <a:gd name="connsiteX3" fmla="*/ 6095981 w 6095981"/>
              <a:gd name="connsiteY3" fmla="*/ 3392425 h 6869723"/>
              <a:gd name="connsiteX4" fmla="*/ 6095981 w 6095981"/>
              <a:gd name="connsiteY4" fmla="*/ 3465565 h 6869723"/>
              <a:gd name="connsiteX5" fmla="*/ 4513258 w 6095981"/>
              <a:gd name="connsiteY5" fmla="*/ 6821656 h 6869723"/>
              <a:gd name="connsiteX6" fmla="*/ 4452092 w 6095981"/>
              <a:gd name="connsiteY6" fmla="*/ 6869723 h 6869723"/>
              <a:gd name="connsiteX7" fmla="*/ 0 w 6095981"/>
              <a:gd name="connsiteY7" fmla="*/ 6869723 h 6869723"/>
              <a:gd name="connsiteX8" fmla="*/ 0 w 6095981"/>
              <a:gd name="connsiteY8" fmla="*/ 0 h 686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81" h="6869723">
                <a:moveTo>
                  <a:pt x="0" y="0"/>
                </a:moveTo>
                <a:lnTo>
                  <a:pt x="4467024" y="0"/>
                </a:lnTo>
                <a:lnTo>
                  <a:pt x="4513258" y="36333"/>
                </a:lnTo>
                <a:cubicBezTo>
                  <a:pt x="5479867" y="834049"/>
                  <a:pt x="6095981" y="2041287"/>
                  <a:pt x="6095981" y="3392425"/>
                </a:cubicBezTo>
                <a:lnTo>
                  <a:pt x="6095981" y="3465565"/>
                </a:lnTo>
                <a:cubicBezTo>
                  <a:pt x="6095981" y="4816703"/>
                  <a:pt x="5479867" y="6023940"/>
                  <a:pt x="4513258" y="6821656"/>
                </a:cubicBezTo>
                <a:lnTo>
                  <a:pt x="4452092" y="6869723"/>
                </a:lnTo>
                <a:lnTo>
                  <a:pt x="0" y="6869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0C2EF">
                  <a:alpha val="27927"/>
                </a:srgbClr>
              </a:gs>
              <a:gs pos="67000">
                <a:srgbClr val="2B8CCC">
                  <a:alpha val="0"/>
                </a:srgbClr>
              </a:gs>
              <a:gs pos="88000">
                <a:srgbClr val="E11A53">
                  <a:alpha val="5033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aphic 2">
            <a:extLst>
              <a:ext uri="{FF2B5EF4-FFF2-40B4-BE49-F238E27FC236}">
                <a16:creationId xmlns:a16="http://schemas.microsoft.com/office/drawing/2014/main" id="{BDDB034B-F4AC-BA99-2DAD-4AAB640A2540}"/>
              </a:ext>
            </a:extLst>
          </p:cNvPr>
          <p:cNvGrpSpPr/>
          <p:nvPr userDrawn="1"/>
        </p:nvGrpSpPr>
        <p:grpSpPr>
          <a:xfrm>
            <a:off x="1176069" y="2876116"/>
            <a:ext cx="3094619" cy="1105769"/>
            <a:chOff x="1495832" y="2697093"/>
            <a:chExt cx="3094619" cy="1105769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ECB5C6-9A11-E0B2-4A89-1E8223674751}"/>
                </a:ext>
              </a:extLst>
            </p:cNvPr>
            <p:cNvSpPr/>
            <p:nvPr/>
          </p:nvSpPr>
          <p:spPr>
            <a:xfrm>
              <a:off x="3513244" y="3732151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3CDF637-3DA8-E949-C6DD-D70FEF39A310}"/>
                </a:ext>
              </a:extLst>
            </p:cNvPr>
            <p:cNvSpPr/>
            <p:nvPr/>
          </p:nvSpPr>
          <p:spPr>
            <a:xfrm>
              <a:off x="2185040" y="2962777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9B4F05-8E7C-CAC3-AFE8-E114CC33B099}"/>
                </a:ext>
              </a:extLst>
            </p:cNvPr>
            <p:cNvSpPr/>
            <p:nvPr/>
          </p:nvSpPr>
          <p:spPr>
            <a:xfrm>
              <a:off x="3496512" y="2818212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7B6C1B-F390-91CD-D9C9-A7B5CC318B51}"/>
                </a:ext>
              </a:extLst>
            </p:cNvPr>
            <p:cNvSpPr/>
            <p:nvPr/>
          </p:nvSpPr>
          <p:spPr>
            <a:xfrm>
              <a:off x="3947000" y="2973699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98296C-A144-7BB5-2F59-37BC1D03CEBB}"/>
                </a:ext>
              </a:extLst>
            </p:cNvPr>
            <p:cNvSpPr/>
            <p:nvPr/>
          </p:nvSpPr>
          <p:spPr>
            <a:xfrm>
              <a:off x="4145406" y="2973699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3" name="Graphic 2">
              <a:extLst>
                <a:ext uri="{FF2B5EF4-FFF2-40B4-BE49-F238E27FC236}">
                  <a16:creationId xmlns:a16="http://schemas.microsoft.com/office/drawing/2014/main" id="{F9DBA5E8-4C15-64EC-AD8D-9578B68ACECA}"/>
                </a:ext>
              </a:extLst>
            </p:cNvPr>
            <p:cNvGrpSpPr/>
            <p:nvPr/>
          </p:nvGrpSpPr>
          <p:grpSpPr>
            <a:xfrm>
              <a:off x="3000444" y="3492633"/>
              <a:ext cx="1584566" cy="187788"/>
              <a:chOff x="3000444" y="3492633"/>
              <a:chExt cx="1584566" cy="187788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9492BE-AD18-ADDF-3CAA-A16EF4BE9758}"/>
                  </a:ext>
                </a:extLst>
              </p:cNvPr>
              <p:cNvSpPr/>
              <p:nvPr/>
            </p:nvSpPr>
            <p:spPr>
              <a:xfrm>
                <a:off x="3000444" y="3495504"/>
                <a:ext cx="170853" cy="182308"/>
              </a:xfrm>
              <a:custGeom>
                <a:avLst/>
                <a:gdLst>
                  <a:gd name="connsiteX0" fmla="*/ 775 w 170853"/>
                  <a:gd name="connsiteY0" fmla="*/ 176327 h 182308"/>
                  <a:gd name="connsiteX1" fmla="*/ 72923 w 170853"/>
                  <a:gd name="connsiteY1" fmla="*/ 3905 h 182308"/>
                  <a:gd name="connsiteX2" fmla="*/ 78918 w 170853"/>
                  <a:gd name="connsiteY2" fmla="*/ 0 h 182308"/>
                  <a:gd name="connsiteX3" fmla="*/ 92196 w 170853"/>
                  <a:gd name="connsiteY3" fmla="*/ 0 h 182308"/>
                  <a:gd name="connsiteX4" fmla="*/ 98184 w 170853"/>
                  <a:gd name="connsiteY4" fmla="*/ 3905 h 182308"/>
                  <a:gd name="connsiteX5" fmla="*/ 170332 w 170853"/>
                  <a:gd name="connsiteY5" fmla="*/ 176327 h 182308"/>
                  <a:gd name="connsiteX6" fmla="*/ 170853 w 170853"/>
                  <a:gd name="connsiteY6" fmla="*/ 178924 h 182308"/>
                  <a:gd name="connsiteX7" fmla="*/ 170206 w 170853"/>
                  <a:gd name="connsiteY7" fmla="*/ 181146 h 182308"/>
                  <a:gd name="connsiteX8" fmla="*/ 166688 w 170853"/>
                  <a:gd name="connsiteY8" fmla="*/ 182308 h 182308"/>
                  <a:gd name="connsiteX9" fmla="*/ 152622 w 170853"/>
                  <a:gd name="connsiteY9" fmla="*/ 182308 h 182308"/>
                  <a:gd name="connsiteX10" fmla="*/ 146628 w 170853"/>
                  <a:gd name="connsiteY10" fmla="*/ 178403 h 182308"/>
                  <a:gd name="connsiteX11" fmla="*/ 131261 w 170853"/>
                  <a:gd name="connsiteY11" fmla="*/ 140900 h 182308"/>
                  <a:gd name="connsiteX12" fmla="*/ 39846 w 170853"/>
                  <a:gd name="connsiteY12" fmla="*/ 140900 h 182308"/>
                  <a:gd name="connsiteX13" fmla="*/ 24473 w 170853"/>
                  <a:gd name="connsiteY13" fmla="*/ 178403 h 182308"/>
                  <a:gd name="connsiteX14" fmla="*/ 18491 w 170853"/>
                  <a:gd name="connsiteY14" fmla="*/ 182308 h 182308"/>
                  <a:gd name="connsiteX15" fmla="*/ 4686 w 170853"/>
                  <a:gd name="connsiteY15" fmla="*/ 182308 h 182308"/>
                  <a:gd name="connsiteX16" fmla="*/ 0 w 170853"/>
                  <a:gd name="connsiteY16" fmla="*/ 179191 h 182308"/>
                  <a:gd name="connsiteX17" fmla="*/ 775 w 170853"/>
                  <a:gd name="connsiteY17" fmla="*/ 176327 h 182308"/>
                  <a:gd name="connsiteX18" fmla="*/ 122669 w 170853"/>
                  <a:gd name="connsiteY18" fmla="*/ 119545 h 182308"/>
                  <a:gd name="connsiteX19" fmla="*/ 85947 w 170853"/>
                  <a:gd name="connsiteY19" fmla="*/ 29165 h 182308"/>
                  <a:gd name="connsiteX20" fmla="*/ 85420 w 170853"/>
                  <a:gd name="connsiteY20" fmla="*/ 29165 h 182308"/>
                  <a:gd name="connsiteX21" fmla="*/ 48438 w 170853"/>
                  <a:gd name="connsiteY21" fmla="*/ 119545 h 182308"/>
                  <a:gd name="connsiteX22" fmla="*/ 122669 w 170853"/>
                  <a:gd name="connsiteY22" fmla="*/ 119545 h 18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0853" h="182308">
                    <a:moveTo>
                      <a:pt x="775" y="176327"/>
                    </a:moveTo>
                    <a:lnTo>
                      <a:pt x="72923" y="3905"/>
                    </a:lnTo>
                    <a:cubicBezTo>
                      <a:pt x="73793" y="1295"/>
                      <a:pt x="75787" y="0"/>
                      <a:pt x="78918" y="0"/>
                    </a:cubicBezTo>
                    <a:lnTo>
                      <a:pt x="92196" y="0"/>
                    </a:lnTo>
                    <a:cubicBezTo>
                      <a:pt x="95320" y="0"/>
                      <a:pt x="97314" y="1295"/>
                      <a:pt x="98184" y="3905"/>
                    </a:cubicBezTo>
                    <a:lnTo>
                      <a:pt x="170332" y="176327"/>
                    </a:lnTo>
                    <a:cubicBezTo>
                      <a:pt x="170675" y="177362"/>
                      <a:pt x="170853" y="178238"/>
                      <a:pt x="170853" y="178924"/>
                    </a:cubicBezTo>
                    <a:cubicBezTo>
                      <a:pt x="170853" y="179622"/>
                      <a:pt x="170631" y="180359"/>
                      <a:pt x="170206" y="181146"/>
                    </a:cubicBezTo>
                    <a:cubicBezTo>
                      <a:pt x="169767" y="181921"/>
                      <a:pt x="168593" y="182308"/>
                      <a:pt x="166688" y="182308"/>
                    </a:cubicBezTo>
                    <a:lnTo>
                      <a:pt x="152622" y="182308"/>
                    </a:lnTo>
                    <a:cubicBezTo>
                      <a:pt x="149492" y="182308"/>
                      <a:pt x="147498" y="181013"/>
                      <a:pt x="146628" y="178403"/>
                    </a:cubicBezTo>
                    <a:lnTo>
                      <a:pt x="131261" y="140900"/>
                    </a:lnTo>
                    <a:lnTo>
                      <a:pt x="39846" y="140900"/>
                    </a:lnTo>
                    <a:lnTo>
                      <a:pt x="24473" y="178403"/>
                    </a:lnTo>
                    <a:cubicBezTo>
                      <a:pt x="23609" y="181013"/>
                      <a:pt x="21616" y="182308"/>
                      <a:pt x="18491" y="182308"/>
                    </a:cubicBezTo>
                    <a:lnTo>
                      <a:pt x="4686" y="182308"/>
                    </a:lnTo>
                    <a:cubicBezTo>
                      <a:pt x="1556" y="182308"/>
                      <a:pt x="0" y="181267"/>
                      <a:pt x="0" y="179191"/>
                    </a:cubicBezTo>
                    <a:cubicBezTo>
                      <a:pt x="0" y="178498"/>
                      <a:pt x="260" y="177540"/>
                      <a:pt x="775" y="176327"/>
                    </a:cubicBezTo>
                    <a:close/>
                    <a:moveTo>
                      <a:pt x="122669" y="119545"/>
                    </a:moveTo>
                    <a:lnTo>
                      <a:pt x="85947" y="29165"/>
                    </a:lnTo>
                    <a:lnTo>
                      <a:pt x="85420" y="29165"/>
                    </a:lnTo>
                    <a:lnTo>
                      <a:pt x="48438" y="119545"/>
                    </a:lnTo>
                    <a:lnTo>
                      <a:pt x="122669" y="119545"/>
                    </a:ln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49CD717-563D-342D-D7DC-8DF57D7EC4B5}"/>
                  </a:ext>
                </a:extLst>
              </p:cNvPr>
              <p:cNvSpPr/>
              <p:nvPr/>
            </p:nvSpPr>
            <p:spPr>
              <a:xfrm>
                <a:off x="3188480" y="3553841"/>
                <a:ext cx="121373" cy="126581"/>
              </a:xfrm>
              <a:custGeom>
                <a:avLst/>
                <a:gdLst>
                  <a:gd name="connsiteX0" fmla="*/ 17710 w 121373"/>
                  <a:gd name="connsiteY0" fmla="*/ 17971 h 126581"/>
                  <a:gd name="connsiteX1" fmla="*/ 63030 w 121373"/>
                  <a:gd name="connsiteY1" fmla="*/ 0 h 126581"/>
                  <a:gd name="connsiteX2" fmla="*/ 101314 w 121373"/>
                  <a:gd name="connsiteY2" fmla="*/ 11595 h 126581"/>
                  <a:gd name="connsiteX3" fmla="*/ 121374 w 121373"/>
                  <a:gd name="connsiteY3" fmla="*/ 42196 h 126581"/>
                  <a:gd name="connsiteX4" fmla="*/ 121374 w 121373"/>
                  <a:gd name="connsiteY4" fmla="*/ 43498 h 126581"/>
                  <a:gd name="connsiteX5" fmla="*/ 116421 w 121373"/>
                  <a:gd name="connsiteY5" fmla="*/ 47663 h 126581"/>
                  <a:gd name="connsiteX6" fmla="*/ 103664 w 121373"/>
                  <a:gd name="connsiteY6" fmla="*/ 47663 h 126581"/>
                  <a:gd name="connsiteX7" fmla="*/ 97930 w 121373"/>
                  <a:gd name="connsiteY7" fmla="*/ 43237 h 126581"/>
                  <a:gd name="connsiteX8" fmla="*/ 63297 w 121373"/>
                  <a:gd name="connsiteY8" fmla="*/ 20320 h 126581"/>
                  <a:gd name="connsiteX9" fmla="*/ 33992 w 121373"/>
                  <a:gd name="connsiteY9" fmla="*/ 32423 h 126581"/>
                  <a:gd name="connsiteX10" fmla="*/ 22917 w 121373"/>
                  <a:gd name="connsiteY10" fmla="*/ 63284 h 126581"/>
                  <a:gd name="connsiteX11" fmla="*/ 33992 w 121373"/>
                  <a:gd name="connsiteY11" fmla="*/ 94418 h 126581"/>
                  <a:gd name="connsiteX12" fmla="*/ 63297 w 121373"/>
                  <a:gd name="connsiteY12" fmla="*/ 106528 h 126581"/>
                  <a:gd name="connsiteX13" fmla="*/ 85173 w 121373"/>
                  <a:gd name="connsiteY13" fmla="*/ 100533 h 126581"/>
                  <a:gd name="connsiteX14" fmla="*/ 97930 w 121373"/>
                  <a:gd name="connsiteY14" fmla="*/ 83604 h 126581"/>
                  <a:gd name="connsiteX15" fmla="*/ 103403 w 121373"/>
                  <a:gd name="connsiteY15" fmla="*/ 79179 h 126581"/>
                  <a:gd name="connsiteX16" fmla="*/ 116161 w 121373"/>
                  <a:gd name="connsiteY16" fmla="*/ 79179 h 126581"/>
                  <a:gd name="connsiteX17" fmla="*/ 120066 w 121373"/>
                  <a:gd name="connsiteY17" fmla="*/ 80353 h 126581"/>
                  <a:gd name="connsiteX18" fmla="*/ 121374 w 121373"/>
                  <a:gd name="connsiteY18" fmla="*/ 82823 h 126581"/>
                  <a:gd name="connsiteX19" fmla="*/ 121107 w 121373"/>
                  <a:gd name="connsiteY19" fmla="*/ 84125 h 126581"/>
                  <a:gd name="connsiteX20" fmla="*/ 101314 w 121373"/>
                  <a:gd name="connsiteY20" fmla="*/ 114859 h 126581"/>
                  <a:gd name="connsiteX21" fmla="*/ 63030 w 121373"/>
                  <a:gd name="connsiteY21" fmla="*/ 126581 h 126581"/>
                  <a:gd name="connsiteX22" fmla="*/ 17577 w 121373"/>
                  <a:gd name="connsiteY22" fmla="*/ 108484 h 126581"/>
                  <a:gd name="connsiteX23" fmla="*/ 0 w 121373"/>
                  <a:gd name="connsiteY23" fmla="*/ 63284 h 126581"/>
                  <a:gd name="connsiteX24" fmla="*/ 17710 w 121373"/>
                  <a:gd name="connsiteY24" fmla="*/ 17971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1373" h="126581">
                    <a:moveTo>
                      <a:pt x="17710" y="17971"/>
                    </a:moveTo>
                    <a:cubicBezTo>
                      <a:pt x="29343" y="5995"/>
                      <a:pt x="44450" y="0"/>
                      <a:pt x="63030" y="0"/>
                    </a:cubicBezTo>
                    <a:cubicBezTo>
                      <a:pt x="77959" y="0"/>
                      <a:pt x="90722" y="3867"/>
                      <a:pt x="101314" y="11595"/>
                    </a:cubicBezTo>
                    <a:cubicBezTo>
                      <a:pt x="111900" y="19323"/>
                      <a:pt x="118593" y="29515"/>
                      <a:pt x="121374" y="42196"/>
                    </a:cubicBezTo>
                    <a:lnTo>
                      <a:pt x="121374" y="43498"/>
                    </a:lnTo>
                    <a:cubicBezTo>
                      <a:pt x="121374" y="46279"/>
                      <a:pt x="119723" y="47663"/>
                      <a:pt x="116421" y="47663"/>
                    </a:cubicBezTo>
                    <a:lnTo>
                      <a:pt x="103664" y="47663"/>
                    </a:lnTo>
                    <a:cubicBezTo>
                      <a:pt x="100705" y="47663"/>
                      <a:pt x="98800" y="46190"/>
                      <a:pt x="97930" y="43237"/>
                    </a:cubicBezTo>
                    <a:cubicBezTo>
                      <a:pt x="93066" y="27959"/>
                      <a:pt x="81528" y="20320"/>
                      <a:pt x="63297" y="20320"/>
                    </a:cubicBezTo>
                    <a:cubicBezTo>
                      <a:pt x="51130" y="20320"/>
                      <a:pt x="41364" y="24352"/>
                      <a:pt x="33992" y="32423"/>
                    </a:cubicBezTo>
                    <a:cubicBezTo>
                      <a:pt x="26607" y="40501"/>
                      <a:pt x="22917" y="50788"/>
                      <a:pt x="22917" y="63284"/>
                    </a:cubicBezTo>
                    <a:cubicBezTo>
                      <a:pt x="22917" y="75965"/>
                      <a:pt x="26607" y="86335"/>
                      <a:pt x="33992" y="94418"/>
                    </a:cubicBezTo>
                    <a:cubicBezTo>
                      <a:pt x="41364" y="102489"/>
                      <a:pt x="51130" y="106528"/>
                      <a:pt x="63297" y="106528"/>
                    </a:cubicBezTo>
                    <a:cubicBezTo>
                      <a:pt x="71793" y="106528"/>
                      <a:pt x="79083" y="104527"/>
                      <a:pt x="85173" y="100533"/>
                    </a:cubicBezTo>
                    <a:cubicBezTo>
                      <a:pt x="91249" y="96539"/>
                      <a:pt x="95498" y="90894"/>
                      <a:pt x="97930" y="83604"/>
                    </a:cubicBezTo>
                    <a:cubicBezTo>
                      <a:pt x="98800" y="80652"/>
                      <a:pt x="100622" y="79179"/>
                      <a:pt x="103403" y="79179"/>
                    </a:cubicBezTo>
                    <a:lnTo>
                      <a:pt x="116161" y="79179"/>
                    </a:lnTo>
                    <a:cubicBezTo>
                      <a:pt x="117894" y="79179"/>
                      <a:pt x="119202" y="79572"/>
                      <a:pt x="120066" y="80353"/>
                    </a:cubicBezTo>
                    <a:cubicBezTo>
                      <a:pt x="120936" y="81134"/>
                      <a:pt x="121374" y="81953"/>
                      <a:pt x="121374" y="82823"/>
                    </a:cubicBezTo>
                    <a:cubicBezTo>
                      <a:pt x="121374" y="83344"/>
                      <a:pt x="121279" y="83782"/>
                      <a:pt x="121107" y="84125"/>
                    </a:cubicBezTo>
                    <a:cubicBezTo>
                      <a:pt x="118510" y="96806"/>
                      <a:pt x="111900" y="107049"/>
                      <a:pt x="101314" y="114859"/>
                    </a:cubicBezTo>
                    <a:cubicBezTo>
                      <a:pt x="90722" y="122676"/>
                      <a:pt x="77959" y="126581"/>
                      <a:pt x="63030" y="126581"/>
                    </a:cubicBezTo>
                    <a:cubicBezTo>
                      <a:pt x="44450" y="126581"/>
                      <a:pt x="29305" y="120548"/>
                      <a:pt x="17577" y="108484"/>
                    </a:cubicBezTo>
                    <a:cubicBezTo>
                      <a:pt x="5861" y="96412"/>
                      <a:pt x="0" y="81350"/>
                      <a:pt x="0" y="63284"/>
                    </a:cubicBezTo>
                    <a:cubicBezTo>
                      <a:pt x="0" y="45231"/>
                      <a:pt x="5899" y="30125"/>
                      <a:pt x="17710" y="17971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A406F35-7A76-A719-F37B-8251B2581E82}"/>
                  </a:ext>
                </a:extLst>
              </p:cNvPr>
              <p:cNvSpPr/>
              <p:nvPr/>
            </p:nvSpPr>
            <p:spPr>
              <a:xfrm>
                <a:off x="3326522" y="3522586"/>
                <a:ext cx="99752" cy="157835"/>
              </a:xfrm>
              <a:custGeom>
                <a:avLst/>
                <a:gdLst>
                  <a:gd name="connsiteX0" fmla="*/ 0 w 99752"/>
                  <a:gd name="connsiteY0" fmla="*/ 47930 h 157835"/>
                  <a:gd name="connsiteX1" fmla="*/ 0 w 99752"/>
                  <a:gd name="connsiteY1" fmla="*/ 39065 h 157835"/>
                  <a:gd name="connsiteX2" fmla="*/ 4953 w 99752"/>
                  <a:gd name="connsiteY2" fmla="*/ 33865 h 157835"/>
                  <a:gd name="connsiteX3" fmla="*/ 28130 w 99752"/>
                  <a:gd name="connsiteY3" fmla="*/ 33865 h 157835"/>
                  <a:gd name="connsiteX4" fmla="*/ 28130 w 99752"/>
                  <a:gd name="connsiteY4" fmla="*/ 5214 h 157835"/>
                  <a:gd name="connsiteX5" fmla="*/ 33344 w 99752"/>
                  <a:gd name="connsiteY5" fmla="*/ 0 h 157835"/>
                  <a:gd name="connsiteX6" fmla="*/ 45580 w 99752"/>
                  <a:gd name="connsiteY6" fmla="*/ 0 h 157835"/>
                  <a:gd name="connsiteX7" fmla="*/ 50527 w 99752"/>
                  <a:gd name="connsiteY7" fmla="*/ 5214 h 157835"/>
                  <a:gd name="connsiteX8" fmla="*/ 50527 w 99752"/>
                  <a:gd name="connsiteY8" fmla="*/ 33865 h 157835"/>
                  <a:gd name="connsiteX9" fmla="*/ 92983 w 99752"/>
                  <a:gd name="connsiteY9" fmla="*/ 33865 h 157835"/>
                  <a:gd name="connsiteX10" fmla="*/ 98196 w 99752"/>
                  <a:gd name="connsiteY10" fmla="*/ 39065 h 157835"/>
                  <a:gd name="connsiteX11" fmla="*/ 98196 w 99752"/>
                  <a:gd name="connsiteY11" fmla="*/ 47930 h 157835"/>
                  <a:gd name="connsiteX12" fmla="*/ 92983 w 99752"/>
                  <a:gd name="connsiteY12" fmla="*/ 53130 h 157835"/>
                  <a:gd name="connsiteX13" fmla="*/ 50527 w 99752"/>
                  <a:gd name="connsiteY13" fmla="*/ 53130 h 157835"/>
                  <a:gd name="connsiteX14" fmla="*/ 50527 w 99752"/>
                  <a:gd name="connsiteY14" fmla="*/ 111995 h 157835"/>
                  <a:gd name="connsiteX15" fmla="*/ 56521 w 99752"/>
                  <a:gd name="connsiteY15" fmla="*/ 131915 h 157835"/>
                  <a:gd name="connsiteX16" fmla="*/ 75533 w 99752"/>
                  <a:gd name="connsiteY16" fmla="*/ 137782 h 157835"/>
                  <a:gd name="connsiteX17" fmla="*/ 93764 w 99752"/>
                  <a:gd name="connsiteY17" fmla="*/ 134658 h 157835"/>
                  <a:gd name="connsiteX18" fmla="*/ 96888 w 99752"/>
                  <a:gd name="connsiteY18" fmla="*/ 133871 h 157835"/>
                  <a:gd name="connsiteX19" fmla="*/ 99752 w 99752"/>
                  <a:gd name="connsiteY19" fmla="*/ 138303 h 157835"/>
                  <a:gd name="connsiteX20" fmla="*/ 99752 w 99752"/>
                  <a:gd name="connsiteY20" fmla="*/ 147676 h 157835"/>
                  <a:gd name="connsiteX21" fmla="*/ 95847 w 99752"/>
                  <a:gd name="connsiteY21" fmla="*/ 153410 h 157835"/>
                  <a:gd name="connsiteX22" fmla="*/ 71622 w 99752"/>
                  <a:gd name="connsiteY22" fmla="*/ 157836 h 157835"/>
                  <a:gd name="connsiteX23" fmla="*/ 28130 w 99752"/>
                  <a:gd name="connsiteY23" fmla="*/ 113037 h 157835"/>
                  <a:gd name="connsiteX24" fmla="*/ 28130 w 99752"/>
                  <a:gd name="connsiteY24" fmla="*/ 53130 h 157835"/>
                  <a:gd name="connsiteX25" fmla="*/ 4953 w 99752"/>
                  <a:gd name="connsiteY25" fmla="*/ 53130 h 157835"/>
                  <a:gd name="connsiteX26" fmla="*/ 0 w 99752"/>
                  <a:gd name="connsiteY26" fmla="*/ 47930 h 15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52" h="157835">
                    <a:moveTo>
                      <a:pt x="0" y="47930"/>
                    </a:moveTo>
                    <a:lnTo>
                      <a:pt x="0" y="39065"/>
                    </a:lnTo>
                    <a:cubicBezTo>
                      <a:pt x="0" y="35598"/>
                      <a:pt x="1651" y="33865"/>
                      <a:pt x="4953" y="33865"/>
                    </a:cubicBezTo>
                    <a:lnTo>
                      <a:pt x="28130" y="33865"/>
                    </a:lnTo>
                    <a:lnTo>
                      <a:pt x="28130" y="5214"/>
                    </a:lnTo>
                    <a:cubicBezTo>
                      <a:pt x="28130" y="1734"/>
                      <a:pt x="29864" y="0"/>
                      <a:pt x="33344" y="0"/>
                    </a:cubicBezTo>
                    <a:lnTo>
                      <a:pt x="45580" y="0"/>
                    </a:lnTo>
                    <a:cubicBezTo>
                      <a:pt x="48882" y="0"/>
                      <a:pt x="50527" y="1734"/>
                      <a:pt x="50527" y="5214"/>
                    </a:cubicBezTo>
                    <a:lnTo>
                      <a:pt x="50527" y="33865"/>
                    </a:lnTo>
                    <a:lnTo>
                      <a:pt x="92983" y="33865"/>
                    </a:lnTo>
                    <a:cubicBezTo>
                      <a:pt x="96450" y="33865"/>
                      <a:pt x="98196" y="35598"/>
                      <a:pt x="98196" y="39065"/>
                    </a:cubicBezTo>
                    <a:lnTo>
                      <a:pt x="98196" y="47930"/>
                    </a:lnTo>
                    <a:cubicBezTo>
                      <a:pt x="98196" y="51397"/>
                      <a:pt x="96450" y="53130"/>
                      <a:pt x="92983" y="53130"/>
                    </a:cubicBezTo>
                    <a:lnTo>
                      <a:pt x="50527" y="53130"/>
                    </a:lnTo>
                    <a:lnTo>
                      <a:pt x="50527" y="111995"/>
                    </a:lnTo>
                    <a:cubicBezTo>
                      <a:pt x="50527" y="121374"/>
                      <a:pt x="52527" y="128010"/>
                      <a:pt x="56521" y="131915"/>
                    </a:cubicBezTo>
                    <a:cubicBezTo>
                      <a:pt x="60509" y="135820"/>
                      <a:pt x="66853" y="137782"/>
                      <a:pt x="75533" y="137782"/>
                    </a:cubicBezTo>
                    <a:cubicBezTo>
                      <a:pt x="82302" y="137782"/>
                      <a:pt x="88380" y="136735"/>
                      <a:pt x="93764" y="134658"/>
                    </a:cubicBezTo>
                    <a:cubicBezTo>
                      <a:pt x="94977" y="134138"/>
                      <a:pt x="96018" y="133871"/>
                      <a:pt x="96888" y="133871"/>
                    </a:cubicBezTo>
                    <a:cubicBezTo>
                      <a:pt x="98800" y="133871"/>
                      <a:pt x="99752" y="135344"/>
                      <a:pt x="99752" y="138303"/>
                    </a:cubicBezTo>
                    <a:lnTo>
                      <a:pt x="99752" y="147676"/>
                    </a:lnTo>
                    <a:cubicBezTo>
                      <a:pt x="99752" y="150279"/>
                      <a:pt x="98457" y="152197"/>
                      <a:pt x="95847" y="153410"/>
                    </a:cubicBezTo>
                    <a:cubicBezTo>
                      <a:pt x="88729" y="156356"/>
                      <a:pt x="80651" y="157836"/>
                      <a:pt x="71622" y="157836"/>
                    </a:cubicBezTo>
                    <a:cubicBezTo>
                      <a:pt x="42628" y="157836"/>
                      <a:pt x="28130" y="142907"/>
                      <a:pt x="28130" y="113037"/>
                    </a:cubicBezTo>
                    <a:lnTo>
                      <a:pt x="28130" y="53130"/>
                    </a:lnTo>
                    <a:lnTo>
                      <a:pt x="4953" y="53130"/>
                    </a:lnTo>
                    <a:cubicBezTo>
                      <a:pt x="1651" y="53130"/>
                      <a:pt x="0" y="51397"/>
                      <a:pt x="0" y="47930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CB81BCB8-6A42-40D4-719B-D78CF145500B}"/>
                  </a:ext>
                </a:extLst>
              </p:cNvPr>
              <p:cNvSpPr/>
              <p:nvPr/>
            </p:nvSpPr>
            <p:spPr>
              <a:xfrm>
                <a:off x="3515092" y="3501485"/>
                <a:ext cx="32296" cy="176326"/>
              </a:xfrm>
              <a:custGeom>
                <a:avLst/>
                <a:gdLst>
                  <a:gd name="connsiteX0" fmla="*/ 0 w 32296"/>
                  <a:gd name="connsiteY0" fmla="*/ 16154 h 176326"/>
                  <a:gd name="connsiteX1" fmla="*/ 4559 w 32296"/>
                  <a:gd name="connsiteY1" fmla="*/ 4559 h 176326"/>
                  <a:gd name="connsiteX2" fmla="*/ 16142 w 32296"/>
                  <a:gd name="connsiteY2" fmla="*/ 0 h 176326"/>
                  <a:gd name="connsiteX3" fmla="*/ 27737 w 32296"/>
                  <a:gd name="connsiteY3" fmla="*/ 4559 h 176326"/>
                  <a:gd name="connsiteX4" fmla="*/ 32296 w 32296"/>
                  <a:gd name="connsiteY4" fmla="*/ 16154 h 176326"/>
                  <a:gd name="connsiteX5" fmla="*/ 27864 w 32296"/>
                  <a:gd name="connsiteY5" fmla="*/ 27610 h 176326"/>
                  <a:gd name="connsiteX6" fmla="*/ 16142 w 32296"/>
                  <a:gd name="connsiteY6" fmla="*/ 32296 h 176326"/>
                  <a:gd name="connsiteX7" fmla="*/ 4559 w 32296"/>
                  <a:gd name="connsiteY7" fmla="*/ 27610 h 176326"/>
                  <a:gd name="connsiteX8" fmla="*/ 0 w 32296"/>
                  <a:gd name="connsiteY8" fmla="*/ 16154 h 176326"/>
                  <a:gd name="connsiteX9" fmla="*/ 4947 w 32296"/>
                  <a:gd name="connsiteY9" fmla="*/ 60166 h 176326"/>
                  <a:gd name="connsiteX10" fmla="*/ 10147 w 32296"/>
                  <a:gd name="connsiteY10" fmla="*/ 54966 h 176326"/>
                  <a:gd name="connsiteX11" fmla="*/ 22136 w 32296"/>
                  <a:gd name="connsiteY11" fmla="*/ 54966 h 176326"/>
                  <a:gd name="connsiteX12" fmla="*/ 27343 w 32296"/>
                  <a:gd name="connsiteY12" fmla="*/ 60166 h 176326"/>
                  <a:gd name="connsiteX13" fmla="*/ 27343 w 32296"/>
                  <a:gd name="connsiteY13" fmla="*/ 171120 h 176326"/>
                  <a:gd name="connsiteX14" fmla="*/ 22136 w 32296"/>
                  <a:gd name="connsiteY14" fmla="*/ 176327 h 176326"/>
                  <a:gd name="connsiteX15" fmla="*/ 10147 w 32296"/>
                  <a:gd name="connsiteY15" fmla="*/ 176327 h 176326"/>
                  <a:gd name="connsiteX16" fmla="*/ 4947 w 32296"/>
                  <a:gd name="connsiteY16" fmla="*/ 171120 h 176326"/>
                  <a:gd name="connsiteX17" fmla="*/ 4947 w 32296"/>
                  <a:gd name="connsiteY17" fmla="*/ 60166 h 17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296" h="176326">
                    <a:moveTo>
                      <a:pt x="0" y="16154"/>
                    </a:moveTo>
                    <a:cubicBezTo>
                      <a:pt x="0" y="11468"/>
                      <a:pt x="1512" y="7607"/>
                      <a:pt x="4559" y="4559"/>
                    </a:cubicBezTo>
                    <a:cubicBezTo>
                      <a:pt x="7588" y="1531"/>
                      <a:pt x="11456" y="0"/>
                      <a:pt x="16142" y="0"/>
                    </a:cubicBezTo>
                    <a:cubicBezTo>
                      <a:pt x="20828" y="0"/>
                      <a:pt x="24689" y="1531"/>
                      <a:pt x="27737" y="4559"/>
                    </a:cubicBezTo>
                    <a:cubicBezTo>
                      <a:pt x="30766" y="7607"/>
                      <a:pt x="32296" y="11468"/>
                      <a:pt x="32296" y="16154"/>
                    </a:cubicBezTo>
                    <a:cubicBezTo>
                      <a:pt x="32296" y="20676"/>
                      <a:pt x="30817" y="24486"/>
                      <a:pt x="27864" y="27610"/>
                    </a:cubicBezTo>
                    <a:cubicBezTo>
                      <a:pt x="24733" y="30740"/>
                      <a:pt x="20828" y="32296"/>
                      <a:pt x="16142" y="32296"/>
                    </a:cubicBezTo>
                    <a:cubicBezTo>
                      <a:pt x="11456" y="32296"/>
                      <a:pt x="7588" y="30740"/>
                      <a:pt x="4559" y="27610"/>
                    </a:cubicBezTo>
                    <a:cubicBezTo>
                      <a:pt x="1512" y="24486"/>
                      <a:pt x="0" y="20676"/>
                      <a:pt x="0" y="16154"/>
                    </a:cubicBezTo>
                    <a:close/>
                    <a:moveTo>
                      <a:pt x="4947" y="60166"/>
                    </a:moveTo>
                    <a:cubicBezTo>
                      <a:pt x="4947" y="56699"/>
                      <a:pt x="6680" y="54966"/>
                      <a:pt x="10147" y="54966"/>
                    </a:cubicBezTo>
                    <a:lnTo>
                      <a:pt x="22136" y="54966"/>
                    </a:lnTo>
                    <a:cubicBezTo>
                      <a:pt x="25603" y="54966"/>
                      <a:pt x="27343" y="56699"/>
                      <a:pt x="27343" y="60166"/>
                    </a:cubicBezTo>
                    <a:lnTo>
                      <a:pt x="27343" y="171120"/>
                    </a:lnTo>
                    <a:cubicBezTo>
                      <a:pt x="27343" y="174593"/>
                      <a:pt x="25603" y="176327"/>
                      <a:pt x="22136" y="176327"/>
                    </a:cubicBezTo>
                    <a:lnTo>
                      <a:pt x="10147" y="176327"/>
                    </a:lnTo>
                    <a:cubicBezTo>
                      <a:pt x="6680" y="176327"/>
                      <a:pt x="4947" y="174593"/>
                      <a:pt x="4947" y="171120"/>
                    </a:cubicBezTo>
                    <a:lnTo>
                      <a:pt x="4947" y="60166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2A91420-1AE6-0150-ACE5-81369CC64C6D}"/>
                  </a:ext>
                </a:extLst>
              </p:cNvPr>
              <p:cNvSpPr/>
              <p:nvPr/>
            </p:nvSpPr>
            <p:spPr>
              <a:xfrm>
                <a:off x="3583069" y="3553841"/>
                <a:ext cx="113550" cy="123971"/>
              </a:xfrm>
              <a:custGeom>
                <a:avLst/>
                <a:gdLst>
                  <a:gd name="connsiteX0" fmla="*/ 0 w 113550"/>
                  <a:gd name="connsiteY0" fmla="*/ 118764 h 123971"/>
                  <a:gd name="connsiteX1" fmla="*/ 0 w 113550"/>
                  <a:gd name="connsiteY1" fmla="*/ 7811 h 123971"/>
                  <a:gd name="connsiteX2" fmla="*/ 5200 w 113550"/>
                  <a:gd name="connsiteY2" fmla="*/ 2610 h 123971"/>
                  <a:gd name="connsiteX3" fmla="*/ 16923 w 113550"/>
                  <a:gd name="connsiteY3" fmla="*/ 2610 h 123971"/>
                  <a:gd name="connsiteX4" fmla="*/ 22136 w 113550"/>
                  <a:gd name="connsiteY4" fmla="*/ 7811 h 123971"/>
                  <a:gd name="connsiteX5" fmla="*/ 22136 w 113550"/>
                  <a:gd name="connsiteY5" fmla="*/ 22136 h 123971"/>
                  <a:gd name="connsiteX6" fmla="*/ 22657 w 113550"/>
                  <a:gd name="connsiteY6" fmla="*/ 22136 h 123971"/>
                  <a:gd name="connsiteX7" fmla="*/ 39059 w 113550"/>
                  <a:gd name="connsiteY7" fmla="*/ 5861 h 123971"/>
                  <a:gd name="connsiteX8" fmla="*/ 65106 w 113550"/>
                  <a:gd name="connsiteY8" fmla="*/ 0 h 123971"/>
                  <a:gd name="connsiteX9" fmla="*/ 100660 w 113550"/>
                  <a:gd name="connsiteY9" fmla="*/ 13545 h 123971"/>
                  <a:gd name="connsiteX10" fmla="*/ 113551 w 113550"/>
                  <a:gd name="connsiteY10" fmla="*/ 51048 h 123971"/>
                  <a:gd name="connsiteX11" fmla="*/ 113551 w 113550"/>
                  <a:gd name="connsiteY11" fmla="*/ 118764 h 123971"/>
                  <a:gd name="connsiteX12" fmla="*/ 108604 w 113550"/>
                  <a:gd name="connsiteY12" fmla="*/ 123971 h 123971"/>
                  <a:gd name="connsiteX13" fmla="*/ 96361 w 113550"/>
                  <a:gd name="connsiteY13" fmla="*/ 123971 h 123971"/>
                  <a:gd name="connsiteX14" fmla="*/ 91154 w 113550"/>
                  <a:gd name="connsiteY14" fmla="*/ 118764 h 123971"/>
                  <a:gd name="connsiteX15" fmla="*/ 91154 w 113550"/>
                  <a:gd name="connsiteY15" fmla="*/ 56001 h 123971"/>
                  <a:gd name="connsiteX16" fmla="*/ 59639 w 113550"/>
                  <a:gd name="connsiteY16" fmla="*/ 20581 h 123971"/>
                  <a:gd name="connsiteX17" fmla="*/ 32557 w 113550"/>
                  <a:gd name="connsiteY17" fmla="*/ 30474 h 123971"/>
                  <a:gd name="connsiteX18" fmla="*/ 22396 w 113550"/>
                  <a:gd name="connsiteY18" fmla="*/ 57042 h 123971"/>
                  <a:gd name="connsiteX19" fmla="*/ 22396 w 113550"/>
                  <a:gd name="connsiteY19" fmla="*/ 118764 h 123971"/>
                  <a:gd name="connsiteX20" fmla="*/ 17183 w 113550"/>
                  <a:gd name="connsiteY20" fmla="*/ 123971 h 123971"/>
                  <a:gd name="connsiteX21" fmla="*/ 5200 w 113550"/>
                  <a:gd name="connsiteY21" fmla="*/ 123971 h 123971"/>
                  <a:gd name="connsiteX22" fmla="*/ 0 w 113550"/>
                  <a:gd name="connsiteY22" fmla="*/ 118764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3550" h="123971">
                    <a:moveTo>
                      <a:pt x="0" y="118764"/>
                    </a:moveTo>
                    <a:lnTo>
                      <a:pt x="0" y="7811"/>
                    </a:lnTo>
                    <a:cubicBezTo>
                      <a:pt x="0" y="4344"/>
                      <a:pt x="1734" y="2610"/>
                      <a:pt x="5200" y="2610"/>
                    </a:cubicBezTo>
                    <a:lnTo>
                      <a:pt x="16923" y="2610"/>
                    </a:lnTo>
                    <a:cubicBezTo>
                      <a:pt x="20390" y="2610"/>
                      <a:pt x="22136" y="4344"/>
                      <a:pt x="22136" y="7811"/>
                    </a:cubicBezTo>
                    <a:lnTo>
                      <a:pt x="22136" y="22136"/>
                    </a:lnTo>
                    <a:lnTo>
                      <a:pt x="22657" y="22136"/>
                    </a:lnTo>
                    <a:cubicBezTo>
                      <a:pt x="26124" y="15202"/>
                      <a:pt x="31598" y="9766"/>
                      <a:pt x="39059" y="5861"/>
                    </a:cubicBezTo>
                    <a:cubicBezTo>
                      <a:pt x="46527" y="1956"/>
                      <a:pt x="55213" y="0"/>
                      <a:pt x="65106" y="0"/>
                    </a:cubicBezTo>
                    <a:cubicBezTo>
                      <a:pt x="80213" y="0"/>
                      <a:pt x="92069" y="4521"/>
                      <a:pt x="100660" y="13545"/>
                    </a:cubicBezTo>
                    <a:cubicBezTo>
                      <a:pt x="109252" y="22575"/>
                      <a:pt x="113551" y="35071"/>
                      <a:pt x="113551" y="51048"/>
                    </a:cubicBezTo>
                    <a:lnTo>
                      <a:pt x="113551" y="118764"/>
                    </a:lnTo>
                    <a:cubicBezTo>
                      <a:pt x="113551" y="122238"/>
                      <a:pt x="111900" y="123971"/>
                      <a:pt x="108604" y="123971"/>
                    </a:cubicBezTo>
                    <a:lnTo>
                      <a:pt x="96361" y="123971"/>
                    </a:lnTo>
                    <a:cubicBezTo>
                      <a:pt x="92888" y="123971"/>
                      <a:pt x="91154" y="122238"/>
                      <a:pt x="91154" y="118764"/>
                    </a:cubicBezTo>
                    <a:lnTo>
                      <a:pt x="91154" y="56001"/>
                    </a:lnTo>
                    <a:cubicBezTo>
                      <a:pt x="91154" y="32385"/>
                      <a:pt x="80638" y="20581"/>
                      <a:pt x="59639" y="20581"/>
                    </a:cubicBezTo>
                    <a:cubicBezTo>
                      <a:pt x="48342" y="20581"/>
                      <a:pt x="39319" y="23876"/>
                      <a:pt x="32557" y="30474"/>
                    </a:cubicBezTo>
                    <a:cubicBezTo>
                      <a:pt x="25781" y="37078"/>
                      <a:pt x="22396" y="45930"/>
                      <a:pt x="22396" y="57042"/>
                    </a:cubicBezTo>
                    <a:lnTo>
                      <a:pt x="22396" y="118764"/>
                    </a:lnTo>
                    <a:cubicBezTo>
                      <a:pt x="22396" y="122238"/>
                      <a:pt x="20656" y="123971"/>
                      <a:pt x="17183" y="123971"/>
                    </a:cubicBezTo>
                    <a:lnTo>
                      <a:pt x="5200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2FAB60B-7202-0316-A6C1-842492B37C18}"/>
                  </a:ext>
                </a:extLst>
              </p:cNvPr>
              <p:cNvSpPr/>
              <p:nvPr/>
            </p:nvSpPr>
            <p:spPr>
              <a:xfrm>
                <a:off x="3720578" y="3492633"/>
                <a:ext cx="94538" cy="185178"/>
              </a:xfrm>
              <a:custGeom>
                <a:avLst/>
                <a:gdLst>
                  <a:gd name="connsiteX0" fmla="*/ 4947 w 94538"/>
                  <a:gd name="connsiteY0" fmla="*/ 63817 h 185178"/>
                  <a:gd name="connsiteX1" fmla="*/ 27864 w 94538"/>
                  <a:gd name="connsiteY1" fmla="*/ 63817 h 185178"/>
                  <a:gd name="connsiteX2" fmla="*/ 27864 w 94538"/>
                  <a:gd name="connsiteY2" fmla="*/ 53137 h 185178"/>
                  <a:gd name="connsiteX3" fmla="*/ 73704 w 94538"/>
                  <a:gd name="connsiteY3" fmla="*/ 0 h 185178"/>
                  <a:gd name="connsiteX4" fmla="*/ 90373 w 94538"/>
                  <a:gd name="connsiteY4" fmla="*/ 2349 h 185178"/>
                  <a:gd name="connsiteX5" fmla="*/ 94539 w 94538"/>
                  <a:gd name="connsiteY5" fmla="*/ 7817 h 185178"/>
                  <a:gd name="connsiteX6" fmla="*/ 94539 w 94538"/>
                  <a:gd name="connsiteY6" fmla="*/ 16935 h 185178"/>
                  <a:gd name="connsiteX7" fmla="*/ 90633 w 94538"/>
                  <a:gd name="connsiteY7" fmla="*/ 21622 h 185178"/>
                  <a:gd name="connsiteX8" fmla="*/ 88811 w 94538"/>
                  <a:gd name="connsiteY8" fmla="*/ 21361 h 185178"/>
                  <a:gd name="connsiteX9" fmla="*/ 77610 w 94538"/>
                  <a:gd name="connsiteY9" fmla="*/ 20320 h 185178"/>
                  <a:gd name="connsiteX10" fmla="*/ 56648 w 94538"/>
                  <a:gd name="connsiteY10" fmla="*/ 27610 h 185178"/>
                  <a:gd name="connsiteX11" fmla="*/ 50266 w 94538"/>
                  <a:gd name="connsiteY11" fmla="*/ 52616 h 185178"/>
                  <a:gd name="connsiteX12" fmla="*/ 50266 w 94538"/>
                  <a:gd name="connsiteY12" fmla="*/ 63817 h 185178"/>
                  <a:gd name="connsiteX13" fmla="*/ 87769 w 94538"/>
                  <a:gd name="connsiteY13" fmla="*/ 63817 h 185178"/>
                  <a:gd name="connsiteX14" fmla="*/ 92716 w 94538"/>
                  <a:gd name="connsiteY14" fmla="*/ 69018 h 185178"/>
                  <a:gd name="connsiteX15" fmla="*/ 92716 w 94538"/>
                  <a:gd name="connsiteY15" fmla="*/ 77883 h 185178"/>
                  <a:gd name="connsiteX16" fmla="*/ 87769 w 94538"/>
                  <a:gd name="connsiteY16" fmla="*/ 83083 h 185178"/>
                  <a:gd name="connsiteX17" fmla="*/ 50266 w 94538"/>
                  <a:gd name="connsiteY17" fmla="*/ 83083 h 185178"/>
                  <a:gd name="connsiteX18" fmla="*/ 50266 w 94538"/>
                  <a:gd name="connsiteY18" fmla="*/ 179972 h 185178"/>
                  <a:gd name="connsiteX19" fmla="*/ 45053 w 94538"/>
                  <a:gd name="connsiteY19" fmla="*/ 185179 h 185178"/>
                  <a:gd name="connsiteX20" fmla="*/ 32817 w 94538"/>
                  <a:gd name="connsiteY20" fmla="*/ 185179 h 185178"/>
                  <a:gd name="connsiteX21" fmla="*/ 27864 w 94538"/>
                  <a:gd name="connsiteY21" fmla="*/ 179972 h 185178"/>
                  <a:gd name="connsiteX22" fmla="*/ 27864 w 94538"/>
                  <a:gd name="connsiteY22" fmla="*/ 83083 h 185178"/>
                  <a:gd name="connsiteX23" fmla="*/ 4947 w 94538"/>
                  <a:gd name="connsiteY23" fmla="*/ 83083 h 185178"/>
                  <a:gd name="connsiteX24" fmla="*/ 0 w 94538"/>
                  <a:gd name="connsiteY24" fmla="*/ 77883 h 185178"/>
                  <a:gd name="connsiteX25" fmla="*/ 0 w 94538"/>
                  <a:gd name="connsiteY25" fmla="*/ 69018 h 185178"/>
                  <a:gd name="connsiteX26" fmla="*/ 4947 w 94538"/>
                  <a:gd name="connsiteY26" fmla="*/ 63817 h 18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4538" h="185178">
                    <a:moveTo>
                      <a:pt x="4947" y="63817"/>
                    </a:moveTo>
                    <a:lnTo>
                      <a:pt x="27864" y="63817"/>
                    </a:lnTo>
                    <a:lnTo>
                      <a:pt x="27864" y="53137"/>
                    </a:lnTo>
                    <a:cubicBezTo>
                      <a:pt x="27864" y="17716"/>
                      <a:pt x="43142" y="0"/>
                      <a:pt x="73704" y="0"/>
                    </a:cubicBezTo>
                    <a:cubicBezTo>
                      <a:pt x="79952" y="0"/>
                      <a:pt x="85509" y="781"/>
                      <a:pt x="90373" y="2349"/>
                    </a:cubicBezTo>
                    <a:cubicBezTo>
                      <a:pt x="93148" y="3048"/>
                      <a:pt x="94539" y="4864"/>
                      <a:pt x="94539" y="7817"/>
                    </a:cubicBezTo>
                    <a:lnTo>
                      <a:pt x="94539" y="16935"/>
                    </a:lnTo>
                    <a:cubicBezTo>
                      <a:pt x="94539" y="20060"/>
                      <a:pt x="93243" y="21622"/>
                      <a:pt x="90633" y="21622"/>
                    </a:cubicBezTo>
                    <a:cubicBezTo>
                      <a:pt x="90113" y="21622"/>
                      <a:pt x="89503" y="21539"/>
                      <a:pt x="88811" y="21361"/>
                    </a:cubicBezTo>
                    <a:cubicBezTo>
                      <a:pt x="85337" y="20669"/>
                      <a:pt x="81597" y="20320"/>
                      <a:pt x="77610" y="20320"/>
                    </a:cubicBezTo>
                    <a:cubicBezTo>
                      <a:pt x="67881" y="20320"/>
                      <a:pt x="60896" y="22752"/>
                      <a:pt x="56648" y="27610"/>
                    </a:cubicBezTo>
                    <a:cubicBezTo>
                      <a:pt x="52388" y="32474"/>
                      <a:pt x="50266" y="40805"/>
                      <a:pt x="50266" y="52616"/>
                    </a:cubicBezTo>
                    <a:lnTo>
                      <a:pt x="50266" y="63817"/>
                    </a:lnTo>
                    <a:lnTo>
                      <a:pt x="87769" y="63817"/>
                    </a:lnTo>
                    <a:cubicBezTo>
                      <a:pt x="91059" y="63817"/>
                      <a:pt x="92716" y="65551"/>
                      <a:pt x="92716" y="69018"/>
                    </a:cubicBezTo>
                    <a:lnTo>
                      <a:pt x="92716" y="77883"/>
                    </a:lnTo>
                    <a:cubicBezTo>
                      <a:pt x="92716" y="81350"/>
                      <a:pt x="91059" y="83083"/>
                      <a:pt x="87769" y="83083"/>
                    </a:cubicBezTo>
                    <a:lnTo>
                      <a:pt x="50266" y="83083"/>
                    </a:lnTo>
                    <a:lnTo>
                      <a:pt x="50266" y="179972"/>
                    </a:lnTo>
                    <a:cubicBezTo>
                      <a:pt x="50266" y="183445"/>
                      <a:pt x="48520" y="185179"/>
                      <a:pt x="45053" y="185179"/>
                    </a:cubicBezTo>
                    <a:lnTo>
                      <a:pt x="32817" y="185179"/>
                    </a:lnTo>
                    <a:cubicBezTo>
                      <a:pt x="29514" y="185179"/>
                      <a:pt x="27864" y="183445"/>
                      <a:pt x="27864" y="179972"/>
                    </a:cubicBezTo>
                    <a:lnTo>
                      <a:pt x="27864" y="83083"/>
                    </a:lnTo>
                    <a:lnTo>
                      <a:pt x="4947" y="83083"/>
                    </a:lnTo>
                    <a:cubicBezTo>
                      <a:pt x="1644" y="83083"/>
                      <a:pt x="0" y="81350"/>
                      <a:pt x="0" y="77883"/>
                    </a:cubicBezTo>
                    <a:lnTo>
                      <a:pt x="0" y="69018"/>
                    </a:lnTo>
                    <a:cubicBezTo>
                      <a:pt x="0" y="65551"/>
                      <a:pt x="1644" y="63817"/>
                      <a:pt x="4947" y="6381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4B199B3-EC9D-B133-EB6D-C0ED2C8A2C8E}"/>
                  </a:ext>
                </a:extLst>
              </p:cNvPr>
              <p:cNvSpPr/>
              <p:nvPr/>
            </p:nvSpPr>
            <p:spPr>
              <a:xfrm>
                <a:off x="3827620" y="3553841"/>
                <a:ext cx="127368" cy="126581"/>
              </a:xfrm>
              <a:custGeom>
                <a:avLst/>
                <a:gdLst>
                  <a:gd name="connsiteX0" fmla="*/ 18497 w 127368"/>
                  <a:gd name="connsiteY0" fmla="*/ 18231 h 126581"/>
                  <a:gd name="connsiteX1" fmla="*/ 63811 w 127368"/>
                  <a:gd name="connsiteY1" fmla="*/ 0 h 126581"/>
                  <a:gd name="connsiteX2" fmla="*/ 109004 w 127368"/>
                  <a:gd name="connsiteY2" fmla="*/ 18231 h 126581"/>
                  <a:gd name="connsiteX3" fmla="*/ 127368 w 127368"/>
                  <a:gd name="connsiteY3" fmla="*/ 63284 h 126581"/>
                  <a:gd name="connsiteX4" fmla="*/ 109004 w 127368"/>
                  <a:gd name="connsiteY4" fmla="*/ 108350 h 126581"/>
                  <a:gd name="connsiteX5" fmla="*/ 63811 w 127368"/>
                  <a:gd name="connsiteY5" fmla="*/ 126581 h 126581"/>
                  <a:gd name="connsiteX6" fmla="*/ 18364 w 127368"/>
                  <a:gd name="connsiteY6" fmla="*/ 108350 h 126581"/>
                  <a:gd name="connsiteX7" fmla="*/ 0 w 127368"/>
                  <a:gd name="connsiteY7" fmla="*/ 63284 h 126581"/>
                  <a:gd name="connsiteX8" fmla="*/ 18497 w 127368"/>
                  <a:gd name="connsiteY8" fmla="*/ 18231 h 126581"/>
                  <a:gd name="connsiteX9" fmla="*/ 22923 w 127368"/>
                  <a:gd name="connsiteY9" fmla="*/ 63284 h 126581"/>
                  <a:gd name="connsiteX10" fmla="*/ 34385 w 127368"/>
                  <a:gd name="connsiteY10" fmla="*/ 94285 h 126581"/>
                  <a:gd name="connsiteX11" fmla="*/ 63811 w 127368"/>
                  <a:gd name="connsiteY11" fmla="*/ 106528 h 126581"/>
                  <a:gd name="connsiteX12" fmla="*/ 93243 w 127368"/>
                  <a:gd name="connsiteY12" fmla="*/ 94285 h 126581"/>
                  <a:gd name="connsiteX13" fmla="*/ 104451 w 127368"/>
                  <a:gd name="connsiteY13" fmla="*/ 63284 h 126581"/>
                  <a:gd name="connsiteX14" fmla="*/ 93116 w 127368"/>
                  <a:gd name="connsiteY14" fmla="*/ 32557 h 126581"/>
                  <a:gd name="connsiteX15" fmla="*/ 63811 w 127368"/>
                  <a:gd name="connsiteY15" fmla="*/ 20320 h 126581"/>
                  <a:gd name="connsiteX16" fmla="*/ 34252 w 127368"/>
                  <a:gd name="connsiteY16" fmla="*/ 32557 h 126581"/>
                  <a:gd name="connsiteX17" fmla="*/ 22923 w 127368"/>
                  <a:gd name="connsiteY17" fmla="*/ 63284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7368" h="126581">
                    <a:moveTo>
                      <a:pt x="18497" y="18231"/>
                    </a:moveTo>
                    <a:cubicBezTo>
                      <a:pt x="30651" y="6077"/>
                      <a:pt x="45758" y="0"/>
                      <a:pt x="63811" y="0"/>
                    </a:cubicBezTo>
                    <a:cubicBezTo>
                      <a:pt x="81699" y="0"/>
                      <a:pt x="96761" y="6077"/>
                      <a:pt x="109004" y="18231"/>
                    </a:cubicBezTo>
                    <a:cubicBezTo>
                      <a:pt x="121247" y="30385"/>
                      <a:pt x="127368" y="45409"/>
                      <a:pt x="127368" y="63284"/>
                    </a:cubicBezTo>
                    <a:cubicBezTo>
                      <a:pt x="127368" y="81172"/>
                      <a:pt x="121247" y="96196"/>
                      <a:pt x="109004" y="108350"/>
                    </a:cubicBezTo>
                    <a:cubicBezTo>
                      <a:pt x="96761" y="120504"/>
                      <a:pt x="81699" y="126581"/>
                      <a:pt x="63811" y="126581"/>
                    </a:cubicBezTo>
                    <a:cubicBezTo>
                      <a:pt x="45758" y="126581"/>
                      <a:pt x="30613" y="120504"/>
                      <a:pt x="18364" y="108350"/>
                    </a:cubicBezTo>
                    <a:cubicBezTo>
                      <a:pt x="6128" y="96196"/>
                      <a:pt x="0" y="81172"/>
                      <a:pt x="0" y="63284"/>
                    </a:cubicBezTo>
                    <a:cubicBezTo>
                      <a:pt x="0" y="45409"/>
                      <a:pt x="6166" y="30385"/>
                      <a:pt x="18497" y="18231"/>
                    </a:cubicBezTo>
                    <a:close/>
                    <a:moveTo>
                      <a:pt x="22923" y="63284"/>
                    </a:moveTo>
                    <a:cubicBezTo>
                      <a:pt x="22923" y="75794"/>
                      <a:pt x="26746" y="86125"/>
                      <a:pt x="34385" y="94285"/>
                    </a:cubicBezTo>
                    <a:cubicBezTo>
                      <a:pt x="41846" y="102451"/>
                      <a:pt x="51657" y="106528"/>
                      <a:pt x="63811" y="106528"/>
                    </a:cubicBezTo>
                    <a:cubicBezTo>
                      <a:pt x="75965" y="106528"/>
                      <a:pt x="85782" y="102451"/>
                      <a:pt x="93243" y="94285"/>
                    </a:cubicBezTo>
                    <a:cubicBezTo>
                      <a:pt x="100711" y="86125"/>
                      <a:pt x="104451" y="75794"/>
                      <a:pt x="104451" y="63284"/>
                    </a:cubicBezTo>
                    <a:cubicBezTo>
                      <a:pt x="104451" y="50965"/>
                      <a:pt x="100666" y="40723"/>
                      <a:pt x="93116" y="32557"/>
                    </a:cubicBezTo>
                    <a:cubicBezTo>
                      <a:pt x="85566" y="24403"/>
                      <a:pt x="75800" y="20320"/>
                      <a:pt x="63811" y="20320"/>
                    </a:cubicBezTo>
                    <a:cubicBezTo>
                      <a:pt x="51657" y="20320"/>
                      <a:pt x="41808" y="24403"/>
                      <a:pt x="34252" y="32557"/>
                    </a:cubicBezTo>
                    <a:cubicBezTo>
                      <a:pt x="26695" y="40723"/>
                      <a:pt x="22923" y="50965"/>
                      <a:pt x="22923" y="6328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8AD01832-D0B1-483B-73C4-4F21796CE23B}"/>
                  </a:ext>
                </a:extLst>
              </p:cNvPr>
              <p:cNvSpPr/>
              <p:nvPr/>
            </p:nvSpPr>
            <p:spPr>
              <a:xfrm>
                <a:off x="3988059" y="3554362"/>
                <a:ext cx="73443" cy="123450"/>
              </a:xfrm>
              <a:custGeom>
                <a:avLst/>
                <a:gdLst>
                  <a:gd name="connsiteX0" fmla="*/ 5200 w 73443"/>
                  <a:gd name="connsiteY0" fmla="*/ 2089 h 123450"/>
                  <a:gd name="connsiteX1" fmla="*/ 16929 w 73443"/>
                  <a:gd name="connsiteY1" fmla="*/ 2089 h 123450"/>
                  <a:gd name="connsiteX2" fmla="*/ 22136 w 73443"/>
                  <a:gd name="connsiteY2" fmla="*/ 7290 h 123450"/>
                  <a:gd name="connsiteX3" fmla="*/ 22136 w 73443"/>
                  <a:gd name="connsiteY3" fmla="*/ 26302 h 123450"/>
                  <a:gd name="connsiteX4" fmla="*/ 22396 w 73443"/>
                  <a:gd name="connsiteY4" fmla="*/ 26302 h 123450"/>
                  <a:gd name="connsiteX5" fmla="*/ 61722 w 73443"/>
                  <a:gd name="connsiteY5" fmla="*/ 0 h 123450"/>
                  <a:gd name="connsiteX6" fmla="*/ 69018 w 73443"/>
                  <a:gd name="connsiteY6" fmla="*/ 521 h 123450"/>
                  <a:gd name="connsiteX7" fmla="*/ 73444 w 73443"/>
                  <a:gd name="connsiteY7" fmla="*/ 6515 h 123450"/>
                  <a:gd name="connsiteX8" fmla="*/ 73444 w 73443"/>
                  <a:gd name="connsiteY8" fmla="*/ 16669 h 123450"/>
                  <a:gd name="connsiteX9" fmla="*/ 69278 w 73443"/>
                  <a:gd name="connsiteY9" fmla="*/ 21095 h 123450"/>
                  <a:gd name="connsiteX10" fmla="*/ 67976 w 73443"/>
                  <a:gd name="connsiteY10" fmla="*/ 21095 h 123450"/>
                  <a:gd name="connsiteX11" fmla="*/ 61461 w 73443"/>
                  <a:gd name="connsiteY11" fmla="*/ 20834 h 123450"/>
                  <a:gd name="connsiteX12" fmla="*/ 32690 w 73443"/>
                  <a:gd name="connsiteY12" fmla="*/ 33077 h 123450"/>
                  <a:gd name="connsiteX13" fmla="*/ 22396 w 73443"/>
                  <a:gd name="connsiteY13" fmla="*/ 70586 h 123450"/>
                  <a:gd name="connsiteX14" fmla="*/ 22396 w 73443"/>
                  <a:gd name="connsiteY14" fmla="*/ 118243 h 123450"/>
                  <a:gd name="connsiteX15" fmla="*/ 17189 w 73443"/>
                  <a:gd name="connsiteY15" fmla="*/ 123450 h 123450"/>
                  <a:gd name="connsiteX16" fmla="*/ 5200 w 73443"/>
                  <a:gd name="connsiteY16" fmla="*/ 123450 h 123450"/>
                  <a:gd name="connsiteX17" fmla="*/ 0 w 73443"/>
                  <a:gd name="connsiteY17" fmla="*/ 118243 h 123450"/>
                  <a:gd name="connsiteX18" fmla="*/ 0 w 73443"/>
                  <a:gd name="connsiteY18" fmla="*/ 7290 h 123450"/>
                  <a:gd name="connsiteX19" fmla="*/ 5200 w 73443"/>
                  <a:gd name="connsiteY19" fmla="*/ 2089 h 12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443" h="123450">
                    <a:moveTo>
                      <a:pt x="5200" y="2089"/>
                    </a:moveTo>
                    <a:lnTo>
                      <a:pt x="16929" y="2089"/>
                    </a:lnTo>
                    <a:cubicBezTo>
                      <a:pt x="20396" y="2089"/>
                      <a:pt x="22136" y="3823"/>
                      <a:pt x="22136" y="7290"/>
                    </a:cubicBezTo>
                    <a:lnTo>
                      <a:pt x="22136" y="26302"/>
                    </a:lnTo>
                    <a:lnTo>
                      <a:pt x="22396" y="26302"/>
                    </a:lnTo>
                    <a:cubicBezTo>
                      <a:pt x="29508" y="8769"/>
                      <a:pt x="42621" y="0"/>
                      <a:pt x="61722" y="0"/>
                    </a:cubicBezTo>
                    <a:cubicBezTo>
                      <a:pt x="63455" y="0"/>
                      <a:pt x="65887" y="178"/>
                      <a:pt x="69018" y="521"/>
                    </a:cubicBezTo>
                    <a:cubicBezTo>
                      <a:pt x="71965" y="1219"/>
                      <a:pt x="73444" y="3213"/>
                      <a:pt x="73444" y="6515"/>
                    </a:cubicBezTo>
                    <a:lnTo>
                      <a:pt x="73444" y="16669"/>
                    </a:lnTo>
                    <a:cubicBezTo>
                      <a:pt x="73444" y="19621"/>
                      <a:pt x="72047" y="21095"/>
                      <a:pt x="69278" y="21095"/>
                    </a:cubicBezTo>
                    <a:lnTo>
                      <a:pt x="67976" y="21095"/>
                    </a:lnTo>
                    <a:cubicBezTo>
                      <a:pt x="66758" y="20923"/>
                      <a:pt x="64592" y="20834"/>
                      <a:pt x="61461" y="20834"/>
                    </a:cubicBezTo>
                    <a:cubicBezTo>
                      <a:pt x="49130" y="20834"/>
                      <a:pt x="39541" y="24917"/>
                      <a:pt x="32690" y="33077"/>
                    </a:cubicBezTo>
                    <a:cubicBezTo>
                      <a:pt x="25819" y="41243"/>
                      <a:pt x="22396" y="53740"/>
                      <a:pt x="22396" y="70586"/>
                    </a:cubicBezTo>
                    <a:lnTo>
                      <a:pt x="22396" y="118243"/>
                    </a:lnTo>
                    <a:cubicBezTo>
                      <a:pt x="22396" y="121717"/>
                      <a:pt x="20656" y="123450"/>
                      <a:pt x="17189" y="123450"/>
                    </a:cubicBezTo>
                    <a:lnTo>
                      <a:pt x="5200" y="123450"/>
                    </a:lnTo>
                    <a:cubicBezTo>
                      <a:pt x="1734" y="123450"/>
                      <a:pt x="0" y="121717"/>
                      <a:pt x="0" y="118243"/>
                    </a:cubicBezTo>
                    <a:lnTo>
                      <a:pt x="0" y="7290"/>
                    </a:lnTo>
                    <a:cubicBezTo>
                      <a:pt x="0" y="3823"/>
                      <a:pt x="1734" y="2089"/>
                      <a:pt x="5200" y="2089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751C3C1-54E1-2B4C-82B0-EF2D4DE9ECA8}"/>
                  </a:ext>
                </a:extLst>
              </p:cNvPr>
              <p:cNvSpPr/>
              <p:nvPr/>
            </p:nvSpPr>
            <p:spPr>
              <a:xfrm>
                <a:off x="4088332" y="3553841"/>
                <a:ext cx="190646" cy="123971"/>
              </a:xfrm>
              <a:custGeom>
                <a:avLst/>
                <a:gdLst>
                  <a:gd name="connsiteX0" fmla="*/ 0 w 190646"/>
                  <a:gd name="connsiteY0" fmla="*/ 7811 h 123971"/>
                  <a:gd name="connsiteX1" fmla="*/ 5201 w 190646"/>
                  <a:gd name="connsiteY1" fmla="*/ 2610 h 123971"/>
                  <a:gd name="connsiteX2" fmla="*/ 16663 w 190646"/>
                  <a:gd name="connsiteY2" fmla="*/ 2610 h 123971"/>
                  <a:gd name="connsiteX3" fmla="*/ 21876 w 190646"/>
                  <a:gd name="connsiteY3" fmla="*/ 7811 h 123971"/>
                  <a:gd name="connsiteX4" fmla="*/ 21876 w 190646"/>
                  <a:gd name="connsiteY4" fmla="*/ 22917 h 123971"/>
                  <a:gd name="connsiteX5" fmla="*/ 22657 w 190646"/>
                  <a:gd name="connsiteY5" fmla="*/ 22917 h 123971"/>
                  <a:gd name="connsiteX6" fmla="*/ 37630 w 190646"/>
                  <a:gd name="connsiteY6" fmla="*/ 6122 h 123971"/>
                  <a:gd name="connsiteX7" fmla="*/ 61462 w 190646"/>
                  <a:gd name="connsiteY7" fmla="*/ 0 h 123971"/>
                  <a:gd name="connsiteX8" fmla="*/ 85554 w 190646"/>
                  <a:gd name="connsiteY8" fmla="*/ 6642 h 123971"/>
                  <a:gd name="connsiteX9" fmla="*/ 101054 w 190646"/>
                  <a:gd name="connsiteY9" fmla="*/ 25267 h 123971"/>
                  <a:gd name="connsiteX10" fmla="*/ 101835 w 190646"/>
                  <a:gd name="connsiteY10" fmla="*/ 25267 h 123971"/>
                  <a:gd name="connsiteX11" fmla="*/ 118891 w 190646"/>
                  <a:gd name="connsiteY11" fmla="*/ 6642 h 123971"/>
                  <a:gd name="connsiteX12" fmla="*/ 144806 w 190646"/>
                  <a:gd name="connsiteY12" fmla="*/ 0 h 123971"/>
                  <a:gd name="connsiteX13" fmla="*/ 178276 w 190646"/>
                  <a:gd name="connsiteY13" fmla="*/ 13545 h 123971"/>
                  <a:gd name="connsiteX14" fmla="*/ 190646 w 190646"/>
                  <a:gd name="connsiteY14" fmla="*/ 50527 h 123971"/>
                  <a:gd name="connsiteX15" fmla="*/ 190646 w 190646"/>
                  <a:gd name="connsiteY15" fmla="*/ 118764 h 123971"/>
                  <a:gd name="connsiteX16" fmla="*/ 185433 w 190646"/>
                  <a:gd name="connsiteY16" fmla="*/ 123971 h 123971"/>
                  <a:gd name="connsiteX17" fmla="*/ 173196 w 190646"/>
                  <a:gd name="connsiteY17" fmla="*/ 123971 h 123971"/>
                  <a:gd name="connsiteX18" fmla="*/ 168244 w 190646"/>
                  <a:gd name="connsiteY18" fmla="*/ 118764 h 123971"/>
                  <a:gd name="connsiteX19" fmla="*/ 168244 w 190646"/>
                  <a:gd name="connsiteY19" fmla="*/ 56001 h 123971"/>
                  <a:gd name="connsiteX20" fmla="*/ 160827 w 190646"/>
                  <a:gd name="connsiteY20" fmla="*/ 29566 h 123971"/>
                  <a:gd name="connsiteX21" fmla="*/ 139859 w 190646"/>
                  <a:gd name="connsiteY21" fmla="*/ 20581 h 123971"/>
                  <a:gd name="connsiteX22" fmla="*/ 115894 w 190646"/>
                  <a:gd name="connsiteY22" fmla="*/ 30480 h 123971"/>
                  <a:gd name="connsiteX23" fmla="*/ 106521 w 190646"/>
                  <a:gd name="connsiteY23" fmla="*/ 57042 h 123971"/>
                  <a:gd name="connsiteX24" fmla="*/ 106521 w 190646"/>
                  <a:gd name="connsiteY24" fmla="*/ 118764 h 123971"/>
                  <a:gd name="connsiteX25" fmla="*/ 101314 w 190646"/>
                  <a:gd name="connsiteY25" fmla="*/ 123971 h 123971"/>
                  <a:gd name="connsiteX26" fmla="*/ 89326 w 190646"/>
                  <a:gd name="connsiteY26" fmla="*/ 123971 h 123971"/>
                  <a:gd name="connsiteX27" fmla="*/ 84119 w 190646"/>
                  <a:gd name="connsiteY27" fmla="*/ 118764 h 123971"/>
                  <a:gd name="connsiteX28" fmla="*/ 84119 w 190646"/>
                  <a:gd name="connsiteY28" fmla="*/ 56001 h 123971"/>
                  <a:gd name="connsiteX29" fmla="*/ 76569 w 190646"/>
                  <a:gd name="connsiteY29" fmla="*/ 29566 h 123971"/>
                  <a:gd name="connsiteX30" fmla="*/ 55734 w 190646"/>
                  <a:gd name="connsiteY30" fmla="*/ 20581 h 123971"/>
                  <a:gd name="connsiteX31" fmla="*/ 31776 w 190646"/>
                  <a:gd name="connsiteY31" fmla="*/ 30601 h 123971"/>
                  <a:gd name="connsiteX32" fmla="*/ 22397 w 190646"/>
                  <a:gd name="connsiteY32" fmla="*/ 57042 h 123971"/>
                  <a:gd name="connsiteX33" fmla="*/ 22397 w 190646"/>
                  <a:gd name="connsiteY33" fmla="*/ 118764 h 123971"/>
                  <a:gd name="connsiteX34" fmla="*/ 17183 w 190646"/>
                  <a:gd name="connsiteY34" fmla="*/ 123971 h 123971"/>
                  <a:gd name="connsiteX35" fmla="*/ 5201 w 190646"/>
                  <a:gd name="connsiteY35" fmla="*/ 123971 h 123971"/>
                  <a:gd name="connsiteX36" fmla="*/ 0 w 190646"/>
                  <a:gd name="connsiteY36" fmla="*/ 118764 h 123971"/>
                  <a:gd name="connsiteX37" fmla="*/ 0 w 190646"/>
                  <a:gd name="connsiteY37" fmla="*/ 7811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90646" h="123971">
                    <a:moveTo>
                      <a:pt x="0" y="7811"/>
                    </a:moveTo>
                    <a:cubicBezTo>
                      <a:pt x="0" y="4344"/>
                      <a:pt x="1734" y="2610"/>
                      <a:pt x="5201" y="2610"/>
                    </a:cubicBezTo>
                    <a:lnTo>
                      <a:pt x="16663" y="2610"/>
                    </a:lnTo>
                    <a:cubicBezTo>
                      <a:pt x="20136" y="2610"/>
                      <a:pt x="21876" y="4344"/>
                      <a:pt x="21876" y="7811"/>
                    </a:cubicBezTo>
                    <a:lnTo>
                      <a:pt x="21876" y="22917"/>
                    </a:lnTo>
                    <a:lnTo>
                      <a:pt x="22657" y="22917"/>
                    </a:lnTo>
                    <a:cubicBezTo>
                      <a:pt x="25781" y="15805"/>
                      <a:pt x="30766" y="10205"/>
                      <a:pt x="37630" y="6122"/>
                    </a:cubicBezTo>
                    <a:cubicBezTo>
                      <a:pt x="44488" y="2039"/>
                      <a:pt x="52432" y="0"/>
                      <a:pt x="61462" y="0"/>
                    </a:cubicBezTo>
                    <a:cubicBezTo>
                      <a:pt x="70663" y="0"/>
                      <a:pt x="78696" y="2216"/>
                      <a:pt x="85554" y="6642"/>
                    </a:cubicBezTo>
                    <a:cubicBezTo>
                      <a:pt x="92412" y="11075"/>
                      <a:pt x="97574" y="17278"/>
                      <a:pt x="101054" y="25267"/>
                    </a:cubicBezTo>
                    <a:lnTo>
                      <a:pt x="101835" y="25267"/>
                    </a:lnTo>
                    <a:cubicBezTo>
                      <a:pt x="105651" y="17278"/>
                      <a:pt x="111335" y="11075"/>
                      <a:pt x="118891" y="6642"/>
                    </a:cubicBezTo>
                    <a:cubicBezTo>
                      <a:pt x="126442" y="2216"/>
                      <a:pt x="135084" y="0"/>
                      <a:pt x="144806" y="0"/>
                    </a:cubicBezTo>
                    <a:cubicBezTo>
                      <a:pt x="158871" y="0"/>
                      <a:pt x="170028" y="4521"/>
                      <a:pt x="178276" y="13545"/>
                    </a:cubicBezTo>
                    <a:cubicBezTo>
                      <a:pt x="186519" y="22575"/>
                      <a:pt x="190646" y="34906"/>
                      <a:pt x="190646" y="50527"/>
                    </a:cubicBezTo>
                    <a:lnTo>
                      <a:pt x="190646" y="118764"/>
                    </a:lnTo>
                    <a:cubicBezTo>
                      <a:pt x="190646" y="122238"/>
                      <a:pt x="188913" y="123971"/>
                      <a:pt x="185433" y="123971"/>
                    </a:cubicBezTo>
                    <a:lnTo>
                      <a:pt x="173196" y="123971"/>
                    </a:lnTo>
                    <a:cubicBezTo>
                      <a:pt x="169894" y="123971"/>
                      <a:pt x="168244" y="122238"/>
                      <a:pt x="168244" y="118764"/>
                    </a:cubicBezTo>
                    <a:lnTo>
                      <a:pt x="168244" y="56001"/>
                    </a:lnTo>
                    <a:cubicBezTo>
                      <a:pt x="168244" y="44367"/>
                      <a:pt x="165773" y="35547"/>
                      <a:pt x="160827" y="29566"/>
                    </a:cubicBezTo>
                    <a:cubicBezTo>
                      <a:pt x="155880" y="23571"/>
                      <a:pt x="148889" y="20581"/>
                      <a:pt x="139859" y="20581"/>
                    </a:cubicBezTo>
                    <a:cubicBezTo>
                      <a:pt x="130137" y="20581"/>
                      <a:pt x="122149" y="23876"/>
                      <a:pt x="115894" y="30480"/>
                    </a:cubicBezTo>
                    <a:cubicBezTo>
                      <a:pt x="109646" y="37078"/>
                      <a:pt x="106521" y="45930"/>
                      <a:pt x="106521" y="57042"/>
                    </a:cubicBezTo>
                    <a:lnTo>
                      <a:pt x="106521" y="118764"/>
                    </a:lnTo>
                    <a:cubicBezTo>
                      <a:pt x="106521" y="122238"/>
                      <a:pt x="104782" y="123971"/>
                      <a:pt x="101314" y="123971"/>
                    </a:cubicBezTo>
                    <a:lnTo>
                      <a:pt x="89326" y="123971"/>
                    </a:lnTo>
                    <a:cubicBezTo>
                      <a:pt x="85852" y="123971"/>
                      <a:pt x="84119" y="122238"/>
                      <a:pt x="84119" y="118764"/>
                    </a:cubicBezTo>
                    <a:lnTo>
                      <a:pt x="84119" y="56001"/>
                    </a:lnTo>
                    <a:cubicBezTo>
                      <a:pt x="84119" y="44367"/>
                      <a:pt x="81604" y="35547"/>
                      <a:pt x="76569" y="29566"/>
                    </a:cubicBezTo>
                    <a:cubicBezTo>
                      <a:pt x="71527" y="23571"/>
                      <a:pt x="64593" y="20581"/>
                      <a:pt x="55734" y="20581"/>
                    </a:cubicBezTo>
                    <a:cubicBezTo>
                      <a:pt x="46006" y="20581"/>
                      <a:pt x="38017" y="23927"/>
                      <a:pt x="31776" y="30601"/>
                    </a:cubicBezTo>
                    <a:cubicBezTo>
                      <a:pt x="25521" y="37294"/>
                      <a:pt x="22397" y="46101"/>
                      <a:pt x="22397" y="57042"/>
                    </a:cubicBezTo>
                    <a:lnTo>
                      <a:pt x="22397" y="118764"/>
                    </a:lnTo>
                    <a:cubicBezTo>
                      <a:pt x="22397" y="122238"/>
                      <a:pt x="20657" y="123971"/>
                      <a:pt x="17183" y="123971"/>
                    </a:cubicBezTo>
                    <a:lnTo>
                      <a:pt x="5201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lnTo>
                      <a:pt x="0" y="7811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0774020A-14C3-C444-10F4-654D96034398}"/>
                  </a:ext>
                </a:extLst>
              </p:cNvPr>
              <p:cNvSpPr/>
              <p:nvPr/>
            </p:nvSpPr>
            <p:spPr>
              <a:xfrm>
                <a:off x="4309966" y="3553841"/>
                <a:ext cx="123450" cy="126581"/>
              </a:xfrm>
              <a:custGeom>
                <a:avLst/>
                <a:gdLst>
                  <a:gd name="connsiteX0" fmla="*/ 0 w 123450"/>
                  <a:gd name="connsiteY0" fmla="*/ 63284 h 126581"/>
                  <a:gd name="connsiteX1" fmla="*/ 17316 w 123450"/>
                  <a:gd name="connsiteY1" fmla="*/ 17710 h 126581"/>
                  <a:gd name="connsiteX2" fmla="*/ 62516 w 123450"/>
                  <a:gd name="connsiteY2" fmla="*/ 0 h 126581"/>
                  <a:gd name="connsiteX3" fmla="*/ 106655 w 123450"/>
                  <a:gd name="connsiteY3" fmla="*/ 17190 h 126581"/>
                  <a:gd name="connsiteX4" fmla="*/ 123451 w 123450"/>
                  <a:gd name="connsiteY4" fmla="*/ 62510 h 126581"/>
                  <a:gd name="connsiteX5" fmla="*/ 123451 w 123450"/>
                  <a:gd name="connsiteY5" fmla="*/ 64853 h 126581"/>
                  <a:gd name="connsiteX6" fmla="*/ 117469 w 123450"/>
                  <a:gd name="connsiteY6" fmla="*/ 70847 h 126581"/>
                  <a:gd name="connsiteX7" fmla="*/ 22397 w 123450"/>
                  <a:gd name="connsiteY7" fmla="*/ 70847 h 126581"/>
                  <a:gd name="connsiteX8" fmla="*/ 35039 w 123450"/>
                  <a:gd name="connsiteY8" fmla="*/ 98190 h 126581"/>
                  <a:gd name="connsiteX9" fmla="*/ 63551 w 123450"/>
                  <a:gd name="connsiteY9" fmla="*/ 107569 h 126581"/>
                  <a:gd name="connsiteX10" fmla="*/ 85039 w 123450"/>
                  <a:gd name="connsiteY10" fmla="*/ 103143 h 126581"/>
                  <a:gd name="connsiteX11" fmla="*/ 97930 w 123450"/>
                  <a:gd name="connsiteY11" fmla="*/ 91415 h 126581"/>
                  <a:gd name="connsiteX12" fmla="*/ 103924 w 123450"/>
                  <a:gd name="connsiteY12" fmla="*/ 87249 h 126581"/>
                  <a:gd name="connsiteX13" fmla="*/ 115119 w 123450"/>
                  <a:gd name="connsiteY13" fmla="*/ 87249 h 126581"/>
                  <a:gd name="connsiteX14" fmla="*/ 119158 w 123450"/>
                  <a:gd name="connsiteY14" fmla="*/ 88297 h 126581"/>
                  <a:gd name="connsiteX15" fmla="*/ 120333 w 123450"/>
                  <a:gd name="connsiteY15" fmla="*/ 90894 h 126581"/>
                  <a:gd name="connsiteX16" fmla="*/ 120333 w 123450"/>
                  <a:gd name="connsiteY16" fmla="*/ 91415 h 126581"/>
                  <a:gd name="connsiteX17" fmla="*/ 100019 w 123450"/>
                  <a:gd name="connsiteY17" fmla="*/ 116815 h 126581"/>
                  <a:gd name="connsiteX18" fmla="*/ 63297 w 123450"/>
                  <a:gd name="connsiteY18" fmla="*/ 126581 h 126581"/>
                  <a:gd name="connsiteX19" fmla="*/ 17316 w 123450"/>
                  <a:gd name="connsiteY19" fmla="*/ 109125 h 126581"/>
                  <a:gd name="connsiteX20" fmla="*/ 0 w 123450"/>
                  <a:gd name="connsiteY20" fmla="*/ 63284 h 126581"/>
                  <a:gd name="connsiteX21" fmla="*/ 22923 w 123450"/>
                  <a:gd name="connsiteY21" fmla="*/ 53397 h 126581"/>
                  <a:gd name="connsiteX22" fmla="*/ 100533 w 123450"/>
                  <a:gd name="connsiteY22" fmla="*/ 53397 h 126581"/>
                  <a:gd name="connsiteX23" fmla="*/ 88297 w 123450"/>
                  <a:gd name="connsiteY23" fmla="*/ 27610 h 126581"/>
                  <a:gd name="connsiteX24" fmla="*/ 62256 w 123450"/>
                  <a:gd name="connsiteY24" fmla="*/ 18752 h 126581"/>
                  <a:gd name="connsiteX25" fmla="*/ 35427 w 123450"/>
                  <a:gd name="connsiteY25" fmla="*/ 27610 h 126581"/>
                  <a:gd name="connsiteX26" fmla="*/ 22923 w 123450"/>
                  <a:gd name="connsiteY26" fmla="*/ 53397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23450" h="126581">
                    <a:moveTo>
                      <a:pt x="0" y="63284"/>
                    </a:moveTo>
                    <a:cubicBezTo>
                      <a:pt x="0" y="44710"/>
                      <a:pt x="5772" y="29515"/>
                      <a:pt x="17316" y="17710"/>
                    </a:cubicBezTo>
                    <a:cubicBezTo>
                      <a:pt x="28867" y="5906"/>
                      <a:pt x="43929" y="0"/>
                      <a:pt x="62516" y="0"/>
                    </a:cubicBezTo>
                    <a:cubicBezTo>
                      <a:pt x="80747" y="0"/>
                      <a:pt x="95460" y="5734"/>
                      <a:pt x="106655" y="17190"/>
                    </a:cubicBezTo>
                    <a:cubicBezTo>
                      <a:pt x="117863" y="28651"/>
                      <a:pt x="123451" y="43758"/>
                      <a:pt x="123451" y="62510"/>
                    </a:cubicBezTo>
                    <a:lnTo>
                      <a:pt x="123451" y="64853"/>
                    </a:lnTo>
                    <a:cubicBezTo>
                      <a:pt x="123451" y="68853"/>
                      <a:pt x="121457" y="70847"/>
                      <a:pt x="117469" y="70847"/>
                    </a:cubicBezTo>
                    <a:lnTo>
                      <a:pt x="22397" y="70847"/>
                    </a:lnTo>
                    <a:cubicBezTo>
                      <a:pt x="23609" y="82823"/>
                      <a:pt x="27826" y="91935"/>
                      <a:pt x="35039" y="98190"/>
                    </a:cubicBezTo>
                    <a:cubicBezTo>
                      <a:pt x="42234" y="104439"/>
                      <a:pt x="51740" y="107569"/>
                      <a:pt x="63551" y="107569"/>
                    </a:cubicBezTo>
                    <a:cubicBezTo>
                      <a:pt x="71889" y="107569"/>
                      <a:pt x="79051" y="106096"/>
                      <a:pt x="85039" y="103143"/>
                    </a:cubicBezTo>
                    <a:cubicBezTo>
                      <a:pt x="91034" y="100184"/>
                      <a:pt x="95333" y="96279"/>
                      <a:pt x="97930" y="91415"/>
                    </a:cubicBezTo>
                    <a:cubicBezTo>
                      <a:pt x="99143" y="88646"/>
                      <a:pt x="101143" y="87249"/>
                      <a:pt x="103924" y="87249"/>
                    </a:cubicBezTo>
                    <a:lnTo>
                      <a:pt x="115119" y="87249"/>
                    </a:lnTo>
                    <a:cubicBezTo>
                      <a:pt x="117030" y="87249"/>
                      <a:pt x="118383" y="87605"/>
                      <a:pt x="119158" y="88297"/>
                    </a:cubicBezTo>
                    <a:cubicBezTo>
                      <a:pt x="119939" y="88989"/>
                      <a:pt x="120333" y="89859"/>
                      <a:pt x="120333" y="90894"/>
                    </a:cubicBezTo>
                    <a:lnTo>
                      <a:pt x="120333" y="91415"/>
                    </a:lnTo>
                    <a:cubicBezTo>
                      <a:pt x="116853" y="101835"/>
                      <a:pt x="110084" y="110300"/>
                      <a:pt x="100019" y="116815"/>
                    </a:cubicBezTo>
                    <a:cubicBezTo>
                      <a:pt x="89948" y="123324"/>
                      <a:pt x="77705" y="126581"/>
                      <a:pt x="63297" y="126581"/>
                    </a:cubicBezTo>
                    <a:cubicBezTo>
                      <a:pt x="44190" y="126581"/>
                      <a:pt x="28867" y="120764"/>
                      <a:pt x="17316" y="109125"/>
                    </a:cubicBezTo>
                    <a:cubicBezTo>
                      <a:pt x="5772" y="97505"/>
                      <a:pt x="0" y="82214"/>
                      <a:pt x="0" y="63284"/>
                    </a:cubicBezTo>
                    <a:close/>
                    <a:moveTo>
                      <a:pt x="22923" y="53397"/>
                    </a:moveTo>
                    <a:lnTo>
                      <a:pt x="100533" y="53397"/>
                    </a:lnTo>
                    <a:cubicBezTo>
                      <a:pt x="98978" y="42107"/>
                      <a:pt x="94895" y="33515"/>
                      <a:pt x="88297" y="27610"/>
                    </a:cubicBezTo>
                    <a:cubicBezTo>
                      <a:pt x="81699" y="21704"/>
                      <a:pt x="73019" y="18752"/>
                      <a:pt x="62256" y="18752"/>
                    </a:cubicBezTo>
                    <a:cubicBezTo>
                      <a:pt x="51137" y="18752"/>
                      <a:pt x="42196" y="21704"/>
                      <a:pt x="35427" y="27610"/>
                    </a:cubicBezTo>
                    <a:cubicBezTo>
                      <a:pt x="28651" y="33515"/>
                      <a:pt x="24486" y="42107"/>
                      <a:pt x="22923" y="5339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63B7C390-5439-E3F4-3D43-C2578453795A}"/>
                  </a:ext>
                </a:extLst>
              </p:cNvPr>
              <p:cNvSpPr/>
              <p:nvPr/>
            </p:nvSpPr>
            <p:spPr>
              <a:xfrm>
                <a:off x="4458690" y="3495504"/>
                <a:ext cx="126320" cy="184918"/>
              </a:xfrm>
              <a:custGeom>
                <a:avLst/>
                <a:gdLst>
                  <a:gd name="connsiteX0" fmla="*/ 17704 w 126320"/>
                  <a:gd name="connsiteY0" fmla="*/ 76568 h 184918"/>
                  <a:gd name="connsiteX1" fmla="*/ 60420 w 126320"/>
                  <a:gd name="connsiteY1" fmla="*/ 58337 h 184918"/>
                  <a:gd name="connsiteX2" fmla="*/ 86080 w 126320"/>
                  <a:gd name="connsiteY2" fmla="*/ 64332 h 184918"/>
                  <a:gd name="connsiteX3" fmla="*/ 103137 w 126320"/>
                  <a:gd name="connsiteY3" fmla="*/ 80473 h 184918"/>
                  <a:gd name="connsiteX4" fmla="*/ 103924 w 126320"/>
                  <a:gd name="connsiteY4" fmla="*/ 80473 h 184918"/>
                  <a:gd name="connsiteX5" fmla="*/ 103924 w 126320"/>
                  <a:gd name="connsiteY5" fmla="*/ 5207 h 184918"/>
                  <a:gd name="connsiteX6" fmla="*/ 109131 w 126320"/>
                  <a:gd name="connsiteY6" fmla="*/ 0 h 184918"/>
                  <a:gd name="connsiteX7" fmla="*/ 121367 w 126320"/>
                  <a:gd name="connsiteY7" fmla="*/ 0 h 184918"/>
                  <a:gd name="connsiteX8" fmla="*/ 126321 w 126320"/>
                  <a:gd name="connsiteY8" fmla="*/ 5207 h 184918"/>
                  <a:gd name="connsiteX9" fmla="*/ 126321 w 126320"/>
                  <a:gd name="connsiteY9" fmla="*/ 177101 h 184918"/>
                  <a:gd name="connsiteX10" fmla="*/ 121367 w 126320"/>
                  <a:gd name="connsiteY10" fmla="*/ 182308 h 184918"/>
                  <a:gd name="connsiteX11" fmla="*/ 109391 w 126320"/>
                  <a:gd name="connsiteY11" fmla="*/ 182308 h 184918"/>
                  <a:gd name="connsiteX12" fmla="*/ 104184 w 126320"/>
                  <a:gd name="connsiteY12" fmla="*/ 177101 h 184918"/>
                  <a:gd name="connsiteX13" fmla="*/ 104184 w 126320"/>
                  <a:gd name="connsiteY13" fmla="*/ 162776 h 184918"/>
                  <a:gd name="connsiteX14" fmla="*/ 103657 w 126320"/>
                  <a:gd name="connsiteY14" fmla="*/ 162776 h 184918"/>
                  <a:gd name="connsiteX15" fmla="*/ 86728 w 126320"/>
                  <a:gd name="connsiteY15" fmla="*/ 179057 h 184918"/>
                  <a:gd name="connsiteX16" fmla="*/ 60680 w 126320"/>
                  <a:gd name="connsiteY16" fmla="*/ 184918 h 184918"/>
                  <a:gd name="connsiteX17" fmla="*/ 17577 w 126320"/>
                  <a:gd name="connsiteY17" fmla="*/ 166688 h 184918"/>
                  <a:gd name="connsiteX18" fmla="*/ 0 w 126320"/>
                  <a:gd name="connsiteY18" fmla="*/ 121621 h 184918"/>
                  <a:gd name="connsiteX19" fmla="*/ 17704 w 126320"/>
                  <a:gd name="connsiteY19" fmla="*/ 76568 h 184918"/>
                  <a:gd name="connsiteX20" fmla="*/ 22917 w 126320"/>
                  <a:gd name="connsiteY20" fmla="*/ 121621 h 184918"/>
                  <a:gd name="connsiteX21" fmla="*/ 34379 w 126320"/>
                  <a:gd name="connsiteY21" fmla="*/ 152622 h 184918"/>
                  <a:gd name="connsiteX22" fmla="*/ 63805 w 126320"/>
                  <a:gd name="connsiteY22" fmla="*/ 164865 h 184918"/>
                  <a:gd name="connsiteX23" fmla="*/ 93244 w 126320"/>
                  <a:gd name="connsiteY23" fmla="*/ 152622 h 184918"/>
                  <a:gd name="connsiteX24" fmla="*/ 104445 w 126320"/>
                  <a:gd name="connsiteY24" fmla="*/ 121621 h 184918"/>
                  <a:gd name="connsiteX25" fmla="*/ 93110 w 126320"/>
                  <a:gd name="connsiteY25" fmla="*/ 90894 h 184918"/>
                  <a:gd name="connsiteX26" fmla="*/ 63805 w 126320"/>
                  <a:gd name="connsiteY26" fmla="*/ 78657 h 184918"/>
                  <a:gd name="connsiteX27" fmla="*/ 34252 w 126320"/>
                  <a:gd name="connsiteY27" fmla="*/ 90894 h 184918"/>
                  <a:gd name="connsiteX28" fmla="*/ 22917 w 126320"/>
                  <a:gd name="connsiteY28" fmla="*/ 121621 h 18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26320" h="184918">
                    <a:moveTo>
                      <a:pt x="17704" y="76568"/>
                    </a:moveTo>
                    <a:cubicBezTo>
                      <a:pt x="29337" y="64414"/>
                      <a:pt x="43580" y="58337"/>
                      <a:pt x="60420" y="58337"/>
                    </a:cubicBezTo>
                    <a:cubicBezTo>
                      <a:pt x="69621" y="58337"/>
                      <a:pt x="78181" y="60337"/>
                      <a:pt x="86080" y="64332"/>
                    </a:cubicBezTo>
                    <a:cubicBezTo>
                      <a:pt x="93980" y="68326"/>
                      <a:pt x="99663" y="73704"/>
                      <a:pt x="103137" y="80473"/>
                    </a:cubicBezTo>
                    <a:lnTo>
                      <a:pt x="103924" y="80473"/>
                    </a:lnTo>
                    <a:lnTo>
                      <a:pt x="103924" y="5207"/>
                    </a:lnTo>
                    <a:cubicBezTo>
                      <a:pt x="103924" y="1733"/>
                      <a:pt x="105658" y="0"/>
                      <a:pt x="109131" y="0"/>
                    </a:cubicBezTo>
                    <a:lnTo>
                      <a:pt x="121367" y="0"/>
                    </a:lnTo>
                    <a:cubicBezTo>
                      <a:pt x="124670" y="0"/>
                      <a:pt x="126321" y="1733"/>
                      <a:pt x="126321" y="5207"/>
                    </a:cubicBezTo>
                    <a:lnTo>
                      <a:pt x="126321" y="177101"/>
                    </a:lnTo>
                    <a:cubicBezTo>
                      <a:pt x="126321" y="180575"/>
                      <a:pt x="124670" y="182308"/>
                      <a:pt x="121367" y="182308"/>
                    </a:cubicBezTo>
                    <a:lnTo>
                      <a:pt x="109391" y="182308"/>
                    </a:lnTo>
                    <a:cubicBezTo>
                      <a:pt x="105918" y="182308"/>
                      <a:pt x="104184" y="180575"/>
                      <a:pt x="104184" y="177101"/>
                    </a:cubicBezTo>
                    <a:lnTo>
                      <a:pt x="104184" y="162776"/>
                    </a:lnTo>
                    <a:lnTo>
                      <a:pt x="103657" y="162776"/>
                    </a:lnTo>
                    <a:cubicBezTo>
                      <a:pt x="100184" y="169729"/>
                      <a:pt x="94545" y="175152"/>
                      <a:pt x="86728" y="179057"/>
                    </a:cubicBezTo>
                    <a:cubicBezTo>
                      <a:pt x="78911" y="182963"/>
                      <a:pt x="70231" y="184918"/>
                      <a:pt x="60680" y="184918"/>
                    </a:cubicBezTo>
                    <a:cubicBezTo>
                      <a:pt x="43662" y="184918"/>
                      <a:pt x="29299" y="178841"/>
                      <a:pt x="17577" y="166688"/>
                    </a:cubicBezTo>
                    <a:cubicBezTo>
                      <a:pt x="5861" y="154534"/>
                      <a:pt x="0" y="139509"/>
                      <a:pt x="0" y="121621"/>
                    </a:cubicBezTo>
                    <a:cubicBezTo>
                      <a:pt x="0" y="103918"/>
                      <a:pt x="5899" y="88900"/>
                      <a:pt x="17704" y="76568"/>
                    </a:cubicBezTo>
                    <a:close/>
                    <a:moveTo>
                      <a:pt x="22917" y="121621"/>
                    </a:moveTo>
                    <a:cubicBezTo>
                      <a:pt x="22917" y="134131"/>
                      <a:pt x="26740" y="144463"/>
                      <a:pt x="34379" y="152622"/>
                    </a:cubicBezTo>
                    <a:cubicBezTo>
                      <a:pt x="41840" y="160788"/>
                      <a:pt x="51651" y="164865"/>
                      <a:pt x="63805" y="164865"/>
                    </a:cubicBezTo>
                    <a:cubicBezTo>
                      <a:pt x="75959" y="164865"/>
                      <a:pt x="85776" y="160788"/>
                      <a:pt x="93244" y="152622"/>
                    </a:cubicBezTo>
                    <a:cubicBezTo>
                      <a:pt x="100705" y="144463"/>
                      <a:pt x="104445" y="134131"/>
                      <a:pt x="104445" y="121621"/>
                    </a:cubicBezTo>
                    <a:cubicBezTo>
                      <a:pt x="104445" y="109302"/>
                      <a:pt x="100660" y="99060"/>
                      <a:pt x="93110" y="90894"/>
                    </a:cubicBezTo>
                    <a:cubicBezTo>
                      <a:pt x="85560" y="82740"/>
                      <a:pt x="75793" y="78657"/>
                      <a:pt x="63805" y="78657"/>
                    </a:cubicBezTo>
                    <a:cubicBezTo>
                      <a:pt x="51651" y="78657"/>
                      <a:pt x="41802" y="82740"/>
                      <a:pt x="34252" y="90894"/>
                    </a:cubicBezTo>
                    <a:cubicBezTo>
                      <a:pt x="26689" y="99060"/>
                      <a:pt x="22917" y="109302"/>
                      <a:pt x="22917" y="121621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33DC7E3-C5D4-2437-5ECA-8C68AB7C8E93}"/>
                </a:ext>
              </a:extLst>
            </p:cNvPr>
            <p:cNvSpPr/>
            <p:nvPr/>
          </p:nvSpPr>
          <p:spPr>
            <a:xfrm>
              <a:off x="3925879" y="2760731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8B8058F-B615-EAFC-E44B-AC1819EF5471}"/>
                </a:ext>
              </a:extLst>
            </p:cNvPr>
            <p:cNvSpPr/>
            <p:nvPr/>
          </p:nvSpPr>
          <p:spPr>
            <a:xfrm>
              <a:off x="2962274" y="2962777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3C84E47-6A3A-3E10-4823-1B6E87146FD5}"/>
                </a:ext>
              </a:extLst>
            </p:cNvPr>
            <p:cNvSpPr/>
            <p:nvPr/>
          </p:nvSpPr>
          <p:spPr>
            <a:xfrm>
              <a:off x="1582393" y="2970790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4EFA938-4DD8-815A-3507-8A38D2BC3401}"/>
                </a:ext>
              </a:extLst>
            </p:cNvPr>
            <p:cNvSpPr/>
            <p:nvPr/>
          </p:nvSpPr>
          <p:spPr>
            <a:xfrm>
              <a:off x="1582393" y="2970790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9FF968-9358-256C-DC26-A124DF4A5274}"/>
                </a:ext>
              </a:extLst>
            </p:cNvPr>
            <p:cNvSpPr/>
            <p:nvPr/>
          </p:nvSpPr>
          <p:spPr>
            <a:xfrm>
              <a:off x="1906650" y="3065037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E90CE70-21E8-62C3-8930-1C1553F9B840}"/>
                </a:ext>
              </a:extLst>
            </p:cNvPr>
            <p:cNvSpPr/>
            <p:nvPr/>
          </p:nvSpPr>
          <p:spPr>
            <a:xfrm rot="-5381242">
              <a:off x="1629762" y="3246900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CA9FF3E-9067-4FB9-0950-55E09790E694}"/>
                </a:ext>
              </a:extLst>
            </p:cNvPr>
            <p:cNvSpPr/>
            <p:nvPr/>
          </p:nvSpPr>
          <p:spPr>
            <a:xfrm>
              <a:off x="1495832" y="2697093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/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912930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C73BA7F-DDEE-FCD4-3A82-DD1B022C2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012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76039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21732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6554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776527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ight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151205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862528"/>
            <a:ext cx="7142663" cy="70173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2235895"/>
            <a:ext cx="7142663" cy="3765703"/>
          </a:xfrm>
        </p:spPr>
        <p:txBody>
          <a:bodyPr>
            <a:normAutofit/>
          </a:bodyPr>
          <a:lstStyle>
            <a:lvl1pPr>
              <a:buNone/>
              <a:defRPr sz="1800"/>
            </a:lvl1pPr>
            <a:lvl2pPr>
              <a:buNone/>
              <a:defRPr sz="1600"/>
            </a:lvl2pPr>
            <a:lvl3pPr>
              <a:buNone/>
              <a:defRPr sz="14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635781"/>
            <a:ext cx="7142663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22C16ADE-9EB4-575D-8045-F1A7380360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41293" y="862013"/>
            <a:ext cx="3977013" cy="5140325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6594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348428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25805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Sub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810264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Sub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D2F3C-5934-D877-E5D1-7E40B6F1F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010048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1B317F9-81F7-E734-402F-0267A771E0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20875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Sub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1103424"/>
            <a:ext cx="11232204" cy="424732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57C3B416-AFA9-FA01-029B-324C284466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97970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18758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00180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 Gradient">
    <p:bg>
      <p:bgPr>
        <a:gradFill>
          <a:gsLst>
            <a:gs pos="100000">
              <a:srgbClr val="D6F2FF">
                <a:alpha val="36279"/>
              </a:srgbClr>
            </a:gs>
            <a:gs pos="0">
              <a:srgbClr val="D6F2FF">
                <a:alpha val="12397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077613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8887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09400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931548"/>
            <a:ext cx="11232204" cy="646331"/>
          </a:xfrm>
        </p:spPr>
        <p:txBody>
          <a:bodyPr anchor="b">
            <a:sp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11232204" cy="523220"/>
          </a:xfrm>
        </p:spPr>
        <p:txBody>
          <a:bodyPr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544553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46C2D55-4F16-9C74-A1D2-7D733652D3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898" y="1960732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79898" y="3204763"/>
            <a:ext cx="11232204" cy="535531"/>
          </a:xfrm>
        </p:spPr>
        <p:txBody>
          <a:bodyPr anchor="t">
            <a:sp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BF7B3CC4-34FF-7ABF-4406-83AF7D0FF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0800000">
            <a:off x="10980241" y="4331290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AE206B2B-1DA0-13DC-5668-FFAE79CF90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09400" y="5504791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49839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bg>
      <p:bgPr>
        <a:gradFill>
          <a:gsLst>
            <a:gs pos="100000">
              <a:srgbClr val="D6F2FF">
                <a:alpha val="36279"/>
              </a:srgbClr>
            </a:gs>
            <a:gs pos="0">
              <a:srgbClr val="D6F2FF">
                <a:alpha val="12397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 Same-side Corner of Rectangle 9">
            <a:extLst>
              <a:ext uri="{FF2B5EF4-FFF2-40B4-BE49-F238E27FC236}">
                <a16:creationId xmlns:a16="http://schemas.microsoft.com/office/drawing/2014/main" id="{C0A00D41-1559-9F0D-7E26-FF0E828468D7}"/>
              </a:ext>
            </a:extLst>
          </p:cNvPr>
          <p:cNvSpPr/>
          <p:nvPr userDrawn="1"/>
        </p:nvSpPr>
        <p:spPr>
          <a:xfrm rot="16200000">
            <a:off x="345244" y="2320446"/>
            <a:ext cx="2486414" cy="2217107"/>
          </a:xfrm>
          <a:prstGeom prst="round2SameRect">
            <a:avLst>
              <a:gd name="adj1" fmla="val 6498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5961347" y="-1078549"/>
            <a:ext cx="2486412" cy="9015102"/>
          </a:xfrm>
          <a:prstGeom prst="round2SameRect">
            <a:avLst>
              <a:gd name="adj1" fmla="val 7175"/>
              <a:gd name="adj2" fmla="val 0"/>
            </a:avLst>
          </a:prstGeom>
          <a:solidFill>
            <a:schemeClr val="accent1"/>
          </a:solidFill>
        </p:spPr>
        <p:txBody>
          <a:bodyPr vert="vert270" wrap="square" anchor="ctr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0A7D0-C801-1D45-B363-515922A5A947}" type="slidenum">
              <a:rPr lang="en-BE" smtClean="0"/>
              <a:t>‹#›</a:t>
            </a:fld>
            <a:endParaRPr lang="en-BE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43AF4DF-113E-9C70-A4B6-84A1797E6F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156" y="2564706"/>
            <a:ext cx="1728590" cy="1728590"/>
          </a:xfrm>
          <a:solidFill>
            <a:schemeClr val="bg2"/>
          </a:solidFill>
        </p:spPr>
        <p:txBody>
          <a:bodyPr/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7953" y="4387682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D544BD5-EBF2-6340-4F7C-BDA32F882F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41261" y="1760315"/>
            <a:ext cx="731861" cy="653034"/>
          </a:xfrm>
          <a:custGeom>
            <a:avLst/>
            <a:gdLst>
              <a:gd name="csX0" fmla="*/ 1292535 w 1292535"/>
              <a:gd name="csY0" fmla="*/ 1 h 1153320"/>
              <a:gd name="csX1" fmla="*/ 1292535 w 1292535"/>
              <a:gd name="csY1" fmla="*/ 249385 h 1153320"/>
              <a:gd name="csX2" fmla="*/ 960899 w 1292535"/>
              <a:gd name="csY2" fmla="*/ 572010 h 1153320"/>
              <a:gd name="csX3" fmla="*/ 1292535 w 1292535"/>
              <a:gd name="csY3" fmla="*/ 572010 h 1153320"/>
              <a:gd name="csX4" fmla="*/ 1292535 w 1292535"/>
              <a:gd name="csY4" fmla="*/ 1153320 h 1153320"/>
              <a:gd name="csX5" fmla="*/ 711225 w 1292535"/>
              <a:gd name="csY5" fmla="*/ 1153320 h 1153320"/>
              <a:gd name="csX6" fmla="*/ 711225 w 1292535"/>
              <a:gd name="csY6" fmla="*/ 572010 h 1153320"/>
              <a:gd name="csX7" fmla="*/ 1292535 w 1292535"/>
              <a:gd name="csY7" fmla="*/ 1 h 1153320"/>
              <a:gd name="csX8" fmla="*/ 581310 w 1292535"/>
              <a:gd name="csY8" fmla="*/ 1 h 1153320"/>
              <a:gd name="csX9" fmla="*/ 581310 w 1292535"/>
              <a:gd name="csY9" fmla="*/ 249385 h 1153320"/>
              <a:gd name="csX10" fmla="*/ 249674 w 1292535"/>
              <a:gd name="csY10" fmla="*/ 572010 h 1153320"/>
              <a:gd name="csX11" fmla="*/ 581310 w 1292535"/>
              <a:gd name="csY11" fmla="*/ 572010 h 1153320"/>
              <a:gd name="csX12" fmla="*/ 581310 w 1292535"/>
              <a:gd name="csY12" fmla="*/ 1153320 h 1153320"/>
              <a:gd name="csX13" fmla="*/ 0 w 1292535"/>
              <a:gd name="csY13" fmla="*/ 1153320 h 1153320"/>
              <a:gd name="csX14" fmla="*/ 0 w 1292535"/>
              <a:gd name="csY14" fmla="*/ 572010 h 1153320"/>
              <a:gd name="csX15" fmla="*/ 581310 w 1292535"/>
              <a:gd name="csY15" fmla="*/ 1 h 115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92535" h="1153320">
                <a:moveTo>
                  <a:pt x="1292535" y="1"/>
                </a:moveTo>
                <a:lnTo>
                  <a:pt x="1292535" y="249385"/>
                </a:lnTo>
                <a:cubicBezTo>
                  <a:pt x="1112903" y="249470"/>
                  <a:pt x="965930" y="392448"/>
                  <a:pt x="960899" y="572010"/>
                </a:cubicBezTo>
                <a:lnTo>
                  <a:pt x="1292535" y="572010"/>
                </a:lnTo>
                <a:lnTo>
                  <a:pt x="1292535" y="1153320"/>
                </a:lnTo>
                <a:lnTo>
                  <a:pt x="711225" y="1153320"/>
                </a:lnTo>
                <a:lnTo>
                  <a:pt x="711225" y="572010"/>
                </a:lnTo>
                <a:cubicBezTo>
                  <a:pt x="716306" y="254600"/>
                  <a:pt x="975085" y="-39"/>
                  <a:pt x="1292535" y="1"/>
                </a:cubicBezTo>
                <a:close/>
                <a:moveTo>
                  <a:pt x="581310" y="1"/>
                </a:moveTo>
                <a:lnTo>
                  <a:pt x="581310" y="249385"/>
                </a:lnTo>
                <a:cubicBezTo>
                  <a:pt x="401678" y="249470"/>
                  <a:pt x="254705" y="392448"/>
                  <a:pt x="249674" y="572010"/>
                </a:cubicBezTo>
                <a:lnTo>
                  <a:pt x="581310" y="572010"/>
                </a:lnTo>
                <a:lnTo>
                  <a:pt x="581310" y="1153320"/>
                </a:lnTo>
                <a:lnTo>
                  <a:pt x="0" y="1153320"/>
                </a:lnTo>
                <a:lnTo>
                  <a:pt x="0" y="572010"/>
                </a:lnTo>
                <a:cubicBezTo>
                  <a:pt x="5081" y="254600"/>
                  <a:pt x="263860" y="-39"/>
                  <a:pt x="581310" y="1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.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65513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Div Shap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A7EDAB5-32EF-AEDB-6B41-A903980BFD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52225" y="244041"/>
            <a:ext cx="4843273" cy="6369919"/>
          </a:xfrm>
          <a:custGeom>
            <a:avLst/>
            <a:gdLst>
              <a:gd name="connsiteX0" fmla="*/ 159858 w 4843273"/>
              <a:gd name="connsiteY0" fmla="*/ 0 h 6369919"/>
              <a:gd name="connsiteX1" fmla="*/ 1042142 w 4843273"/>
              <a:gd name="connsiteY1" fmla="*/ 0 h 6369919"/>
              <a:gd name="connsiteX2" fmla="*/ 1202000 w 4843273"/>
              <a:gd name="connsiteY2" fmla="*/ 159858 h 6369919"/>
              <a:gd name="connsiteX3" fmla="*/ 1202000 w 4843273"/>
              <a:gd name="connsiteY3" fmla="*/ 1855844 h 6369919"/>
              <a:gd name="connsiteX4" fmla="*/ 2421636 w 4843273"/>
              <a:gd name="connsiteY4" fmla="*/ 1526646 h 6369919"/>
              <a:gd name="connsiteX5" fmla="*/ 4843273 w 4843273"/>
              <a:gd name="connsiteY5" fmla="*/ 3948283 h 6369919"/>
              <a:gd name="connsiteX6" fmla="*/ 4843272 w 4843273"/>
              <a:gd name="connsiteY6" fmla="*/ 3948283 h 6369919"/>
              <a:gd name="connsiteX7" fmla="*/ 2421636 w 4843273"/>
              <a:gd name="connsiteY7" fmla="*/ 6369919 h 6369919"/>
              <a:gd name="connsiteX8" fmla="*/ 0 w 4843273"/>
              <a:gd name="connsiteY8" fmla="*/ 3951001 h 6369919"/>
              <a:gd name="connsiteX9" fmla="*/ 0 w 4843273"/>
              <a:gd name="connsiteY9" fmla="*/ 159858 h 6369919"/>
              <a:gd name="connsiteX10" fmla="*/ 159858 w 4843273"/>
              <a:gd name="connsiteY10" fmla="*/ 0 h 6369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43273" h="6369919">
                <a:moveTo>
                  <a:pt x="159858" y="0"/>
                </a:moveTo>
                <a:lnTo>
                  <a:pt x="1042142" y="0"/>
                </a:lnTo>
                <a:cubicBezTo>
                  <a:pt x="1130446" y="0"/>
                  <a:pt x="1202000" y="71554"/>
                  <a:pt x="1202000" y="159858"/>
                </a:cubicBezTo>
                <a:lnTo>
                  <a:pt x="1202000" y="1855844"/>
                </a:lnTo>
                <a:cubicBezTo>
                  <a:pt x="1560211" y="1646556"/>
                  <a:pt x="1976891" y="1526646"/>
                  <a:pt x="2421636" y="1526646"/>
                </a:cubicBezTo>
                <a:cubicBezTo>
                  <a:pt x="3759032" y="1526646"/>
                  <a:pt x="4843273" y="2610887"/>
                  <a:pt x="4843273" y="3948283"/>
                </a:cubicBezTo>
                <a:lnTo>
                  <a:pt x="4843272" y="3948283"/>
                </a:lnTo>
                <a:cubicBezTo>
                  <a:pt x="4843272" y="5285742"/>
                  <a:pt x="3759032" y="6369919"/>
                  <a:pt x="2421636" y="6369919"/>
                </a:cubicBezTo>
                <a:cubicBezTo>
                  <a:pt x="1085061" y="6369919"/>
                  <a:pt x="1454" y="5287196"/>
                  <a:pt x="0" y="3951001"/>
                </a:cubicBezTo>
                <a:lnTo>
                  <a:pt x="0" y="159858"/>
                </a:lnTo>
                <a:cubicBezTo>
                  <a:pt x="0" y="71554"/>
                  <a:pt x="71553" y="0"/>
                  <a:pt x="15985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377550"/>
            <a:ext cx="6037443" cy="1200329"/>
          </a:xfrm>
        </p:spPr>
        <p:txBody>
          <a:bodyPr wrap="square" anchor="b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6037443" cy="523220"/>
          </a:xfr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404747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Div 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7FCF90E3-334A-21AB-4446-CD998CAADC1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" y="2"/>
            <a:ext cx="12191998" cy="6857999"/>
          </a:xfrm>
          <a:custGeom>
            <a:avLst/>
            <a:gdLst>
              <a:gd name="connsiteX0" fmla="*/ 9272077 w 12191998"/>
              <a:gd name="connsiteY0" fmla="*/ 5915300 h 6857999"/>
              <a:gd name="connsiteX1" fmla="*/ 9162278 w 12191998"/>
              <a:gd name="connsiteY1" fmla="*/ 6039506 h 6857999"/>
              <a:gd name="connsiteX2" fmla="*/ 9162279 w 12191998"/>
              <a:gd name="connsiteY2" fmla="*/ 6039506 h 6857999"/>
              <a:gd name="connsiteX3" fmla="*/ 9286025 w 12191998"/>
              <a:gd name="connsiteY3" fmla="*/ 6149808 h 6857999"/>
              <a:gd name="connsiteX4" fmla="*/ 9388954 w 12191998"/>
              <a:gd name="connsiteY4" fmla="*/ 6064766 h 6857999"/>
              <a:gd name="connsiteX5" fmla="*/ 9379239 w 12191998"/>
              <a:gd name="connsiteY5" fmla="*/ 6056144 h 6857999"/>
              <a:gd name="connsiteX6" fmla="*/ 9355593 w 12191998"/>
              <a:gd name="connsiteY6" fmla="*/ 6057549 h 6857999"/>
              <a:gd name="connsiteX7" fmla="*/ 9345947 w 12191998"/>
              <a:gd name="connsiteY7" fmla="*/ 6066353 h 6857999"/>
              <a:gd name="connsiteX8" fmla="*/ 9284291 w 12191998"/>
              <a:gd name="connsiteY8" fmla="*/ 6112630 h 6857999"/>
              <a:gd name="connsiteX9" fmla="*/ 9204739 w 12191998"/>
              <a:gd name="connsiteY9" fmla="*/ 6036973 h 6857999"/>
              <a:gd name="connsiteX10" fmla="*/ 9274801 w 12191998"/>
              <a:gd name="connsiteY10" fmla="*/ 5952911 h 6857999"/>
              <a:gd name="connsiteX11" fmla="*/ 9341497 w 12191998"/>
              <a:gd name="connsiteY11" fmla="*/ 5991555 h 6857999"/>
              <a:gd name="connsiteX12" fmla="*/ 9352600 w 12191998"/>
              <a:gd name="connsiteY12" fmla="*/ 5999128 h 6857999"/>
              <a:gd name="connsiteX13" fmla="*/ 9376255 w 12191998"/>
              <a:gd name="connsiteY13" fmla="*/ 5997731 h 6857999"/>
              <a:gd name="connsiteX14" fmla="*/ 9384817 w 12191998"/>
              <a:gd name="connsiteY14" fmla="*/ 5987044 h 6857999"/>
              <a:gd name="connsiteX15" fmla="*/ 9272077 w 12191998"/>
              <a:gd name="connsiteY15" fmla="*/ 5915300 h 6857999"/>
              <a:gd name="connsiteX16" fmla="*/ 8975140 w 12191998"/>
              <a:gd name="connsiteY16" fmla="*/ 5853322 h 6857999"/>
              <a:gd name="connsiteX17" fmla="*/ 8976103 w 12191998"/>
              <a:gd name="connsiteY17" fmla="*/ 5853444 h 6857999"/>
              <a:gd name="connsiteX18" fmla="*/ 9024410 w 12191998"/>
              <a:gd name="connsiteY18" fmla="*/ 6027883 h 6857999"/>
              <a:gd name="connsiteX19" fmla="*/ 8887600 w 12191998"/>
              <a:gd name="connsiteY19" fmla="*/ 6011974 h 6857999"/>
              <a:gd name="connsiteX20" fmla="*/ 9479479 w 12191998"/>
              <a:gd name="connsiteY20" fmla="*/ 5830778 h 6857999"/>
              <a:gd name="connsiteX21" fmla="*/ 9457203 w 12191998"/>
              <a:gd name="connsiteY21" fmla="*/ 5835228 h 6857999"/>
              <a:gd name="connsiteX22" fmla="*/ 9449613 w 12191998"/>
              <a:gd name="connsiteY22" fmla="*/ 5846600 h 6857999"/>
              <a:gd name="connsiteX23" fmla="*/ 9460014 w 12191998"/>
              <a:gd name="connsiteY23" fmla="*/ 5898741 h 6857999"/>
              <a:gd name="connsiteX24" fmla="*/ 9417822 w 12191998"/>
              <a:gd name="connsiteY24" fmla="*/ 5907147 h 6857999"/>
              <a:gd name="connsiteX25" fmla="*/ 9410701 w 12191998"/>
              <a:gd name="connsiteY25" fmla="*/ 5918431 h 6857999"/>
              <a:gd name="connsiteX26" fmla="*/ 9413919 w 12191998"/>
              <a:gd name="connsiteY26" fmla="*/ 5934548 h 6857999"/>
              <a:gd name="connsiteX27" fmla="*/ 9424814 w 12191998"/>
              <a:gd name="connsiteY27" fmla="*/ 5942225 h 6857999"/>
              <a:gd name="connsiteX28" fmla="*/ 9467005 w 12191998"/>
              <a:gd name="connsiteY28" fmla="*/ 5933820 h 6857999"/>
              <a:gd name="connsiteX29" fmla="*/ 9488734 w 12191998"/>
              <a:gd name="connsiteY29" fmla="*/ 6042847 h 6857999"/>
              <a:gd name="connsiteX30" fmla="*/ 9584160 w 12191998"/>
              <a:gd name="connsiteY30" fmla="*/ 6108606 h 6857999"/>
              <a:gd name="connsiteX31" fmla="*/ 9626646 w 12191998"/>
              <a:gd name="connsiteY31" fmla="*/ 6091743 h 6857999"/>
              <a:gd name="connsiteX32" fmla="*/ 9631677 w 12191998"/>
              <a:gd name="connsiteY32" fmla="*/ 6079903 h 6857999"/>
              <a:gd name="connsiteX33" fmla="*/ 9628277 w 12191998"/>
              <a:gd name="connsiteY33" fmla="*/ 6062840 h 6857999"/>
              <a:gd name="connsiteX34" fmla="*/ 9616055 w 12191998"/>
              <a:gd name="connsiteY34" fmla="*/ 6058373 h 6857999"/>
              <a:gd name="connsiteX35" fmla="*/ 9583995 w 12191998"/>
              <a:gd name="connsiteY35" fmla="*/ 6070682 h 6857999"/>
              <a:gd name="connsiteX36" fmla="*/ 9529130 w 12191998"/>
              <a:gd name="connsiteY36" fmla="*/ 6032827 h 6857999"/>
              <a:gd name="connsiteX37" fmla="*/ 9507774 w 12191998"/>
              <a:gd name="connsiteY37" fmla="*/ 5925683 h 6857999"/>
              <a:gd name="connsiteX38" fmla="*/ 9585044 w 12191998"/>
              <a:gd name="connsiteY38" fmla="*/ 5910278 h 6857999"/>
              <a:gd name="connsiteX39" fmla="*/ 9592626 w 12191998"/>
              <a:gd name="connsiteY39" fmla="*/ 5898906 h 6857999"/>
              <a:gd name="connsiteX40" fmla="*/ 9589425 w 12191998"/>
              <a:gd name="connsiteY40" fmla="*/ 5882798 h 6857999"/>
              <a:gd name="connsiteX41" fmla="*/ 9578053 w 12191998"/>
              <a:gd name="connsiteY41" fmla="*/ 5875199 h 6857999"/>
              <a:gd name="connsiteX42" fmla="*/ 9500774 w 12191998"/>
              <a:gd name="connsiteY42" fmla="*/ 5890605 h 6857999"/>
              <a:gd name="connsiteX43" fmla="*/ 9490382 w 12191998"/>
              <a:gd name="connsiteY43" fmla="*/ 5838464 h 6857999"/>
              <a:gd name="connsiteX44" fmla="*/ 9479479 w 12191998"/>
              <a:gd name="connsiteY44" fmla="*/ 5830778 h 6857999"/>
              <a:gd name="connsiteX45" fmla="*/ 9783563 w 12191998"/>
              <a:gd name="connsiteY45" fmla="*/ 5809222 h 6857999"/>
              <a:gd name="connsiteX46" fmla="*/ 9762736 w 12191998"/>
              <a:gd name="connsiteY46" fmla="*/ 5817029 h 6857999"/>
              <a:gd name="connsiteX47" fmla="*/ 9757089 w 12191998"/>
              <a:gd name="connsiteY47" fmla="*/ 5829468 h 6857999"/>
              <a:gd name="connsiteX48" fmla="*/ 9829398 w 12191998"/>
              <a:gd name="connsiteY48" fmla="*/ 6022280 h 6857999"/>
              <a:gd name="connsiteX49" fmla="*/ 9841845 w 12191998"/>
              <a:gd name="connsiteY49" fmla="*/ 6027944 h 6857999"/>
              <a:gd name="connsiteX50" fmla="*/ 9862663 w 12191998"/>
              <a:gd name="connsiteY50" fmla="*/ 6020128 h 6857999"/>
              <a:gd name="connsiteX51" fmla="*/ 9868328 w 12191998"/>
              <a:gd name="connsiteY51" fmla="*/ 6007690 h 6857999"/>
              <a:gd name="connsiteX52" fmla="*/ 9796011 w 12191998"/>
              <a:gd name="connsiteY52" fmla="*/ 5814878 h 6857999"/>
              <a:gd name="connsiteX53" fmla="*/ 9783563 w 12191998"/>
              <a:gd name="connsiteY53" fmla="*/ 5809222 h 6857999"/>
              <a:gd name="connsiteX54" fmla="*/ 8969398 w 12191998"/>
              <a:gd name="connsiteY54" fmla="*/ 5798171 h 6857999"/>
              <a:gd name="connsiteX55" fmla="*/ 8957514 w 12191998"/>
              <a:gd name="connsiteY55" fmla="*/ 5804079 h 6857999"/>
              <a:gd name="connsiteX56" fmla="*/ 8787577 w 12191998"/>
              <a:gd name="connsiteY56" fmla="*/ 6106403 h 6857999"/>
              <a:gd name="connsiteX57" fmla="*/ 8793493 w 12191998"/>
              <a:gd name="connsiteY57" fmla="*/ 6118277 h 6857999"/>
              <a:gd name="connsiteX58" fmla="*/ 8818934 w 12191998"/>
              <a:gd name="connsiteY58" fmla="*/ 6121244 h 6857999"/>
              <a:gd name="connsiteX59" fmla="*/ 8830818 w 12191998"/>
              <a:gd name="connsiteY59" fmla="*/ 6115320 h 6857999"/>
              <a:gd name="connsiteX60" fmla="*/ 8867172 w 12191998"/>
              <a:gd name="connsiteY60" fmla="*/ 6049482 h 6857999"/>
              <a:gd name="connsiteX61" fmla="*/ 9035670 w 12191998"/>
              <a:gd name="connsiteY61" fmla="*/ 6069095 h 6857999"/>
              <a:gd name="connsiteX62" fmla="*/ 9055950 w 12191998"/>
              <a:gd name="connsiteY62" fmla="*/ 6141516 h 6857999"/>
              <a:gd name="connsiteX63" fmla="*/ 9066159 w 12191998"/>
              <a:gd name="connsiteY63" fmla="*/ 6149999 h 6857999"/>
              <a:gd name="connsiteX64" fmla="*/ 9092078 w 12191998"/>
              <a:gd name="connsiteY64" fmla="*/ 6153018 h 6857999"/>
              <a:gd name="connsiteX65" fmla="*/ 9100084 w 12191998"/>
              <a:gd name="connsiteY65" fmla="*/ 6142756 h 6857999"/>
              <a:gd name="connsiteX66" fmla="*/ 9004078 w 12191998"/>
              <a:gd name="connsiteY66" fmla="*/ 5809500 h 6857999"/>
              <a:gd name="connsiteX67" fmla="*/ 8993877 w 12191998"/>
              <a:gd name="connsiteY67" fmla="*/ 5801008 h 6857999"/>
              <a:gd name="connsiteX68" fmla="*/ 9737347 w 12191998"/>
              <a:gd name="connsiteY68" fmla="*/ 5717622 h 6857999"/>
              <a:gd name="connsiteX69" fmla="*/ 9719807 w 12191998"/>
              <a:gd name="connsiteY69" fmla="*/ 5756206 h 6857999"/>
              <a:gd name="connsiteX70" fmla="*/ 9758382 w 12191998"/>
              <a:gd name="connsiteY70" fmla="*/ 5773745 h 6857999"/>
              <a:gd name="connsiteX71" fmla="*/ 9775930 w 12191998"/>
              <a:gd name="connsiteY71" fmla="*/ 5735162 h 6857999"/>
              <a:gd name="connsiteX72" fmla="*/ 9737347 w 12191998"/>
              <a:gd name="connsiteY72" fmla="*/ 5717622 h 6857999"/>
              <a:gd name="connsiteX73" fmla="*/ 10003746 w 12191998"/>
              <a:gd name="connsiteY73" fmla="*/ 5709721 h 6857999"/>
              <a:gd name="connsiteX74" fmla="*/ 9967241 w 12191998"/>
              <a:gd name="connsiteY74" fmla="*/ 5721144 h 6857999"/>
              <a:gd name="connsiteX75" fmla="*/ 9915794 w 12191998"/>
              <a:gd name="connsiteY75" fmla="*/ 5793583 h 6857999"/>
              <a:gd name="connsiteX76" fmla="*/ 9914935 w 12191998"/>
              <a:gd name="connsiteY76" fmla="*/ 5794025 h 6857999"/>
              <a:gd name="connsiteX77" fmla="*/ 9902834 w 12191998"/>
              <a:gd name="connsiteY77" fmla="*/ 5770344 h 6857999"/>
              <a:gd name="connsiteX78" fmla="*/ 9889823 w 12191998"/>
              <a:gd name="connsiteY78" fmla="*/ 5766146 h 6857999"/>
              <a:gd name="connsiteX79" fmla="*/ 9870454 w 12191998"/>
              <a:gd name="connsiteY79" fmla="*/ 5776035 h 6857999"/>
              <a:gd name="connsiteX80" fmla="*/ 9866255 w 12191998"/>
              <a:gd name="connsiteY80" fmla="*/ 5789046 h 6857999"/>
              <a:gd name="connsiteX81" fmla="*/ 9959963 w 12191998"/>
              <a:gd name="connsiteY81" fmla="*/ 5972385 h 6857999"/>
              <a:gd name="connsiteX82" fmla="*/ 9972974 w 12191998"/>
              <a:gd name="connsiteY82" fmla="*/ 5976601 h 6857999"/>
              <a:gd name="connsiteX83" fmla="*/ 9992760 w 12191998"/>
              <a:gd name="connsiteY83" fmla="*/ 5966486 h 6857999"/>
              <a:gd name="connsiteX84" fmla="*/ 9996967 w 12191998"/>
              <a:gd name="connsiteY84" fmla="*/ 5953475 h 6857999"/>
              <a:gd name="connsiteX85" fmla="*/ 9944844 w 12191998"/>
              <a:gd name="connsiteY85" fmla="*/ 5851466 h 6857999"/>
              <a:gd name="connsiteX86" fmla="*/ 9975585 w 12191998"/>
              <a:gd name="connsiteY86" fmla="*/ 5759761 h 6857999"/>
              <a:gd name="connsiteX87" fmla="*/ 10057583 w 12191998"/>
              <a:gd name="connsiteY87" fmla="*/ 5791674 h 6857999"/>
              <a:gd name="connsiteX88" fmla="*/ 10110592 w 12191998"/>
              <a:gd name="connsiteY88" fmla="*/ 5895401 h 6857999"/>
              <a:gd name="connsiteX89" fmla="*/ 10123603 w 12191998"/>
              <a:gd name="connsiteY89" fmla="*/ 5899608 h 6857999"/>
              <a:gd name="connsiteX90" fmla="*/ 10143823 w 12191998"/>
              <a:gd name="connsiteY90" fmla="*/ 5889268 h 6857999"/>
              <a:gd name="connsiteX91" fmla="*/ 10147604 w 12191998"/>
              <a:gd name="connsiteY91" fmla="*/ 5876473 h 6857999"/>
              <a:gd name="connsiteX92" fmla="*/ 10090415 w 12191998"/>
              <a:gd name="connsiteY92" fmla="*/ 5764576 h 6857999"/>
              <a:gd name="connsiteX93" fmla="*/ 10003746 w 12191998"/>
              <a:gd name="connsiteY93" fmla="*/ 5709721 h 6857999"/>
              <a:gd name="connsiteX94" fmla="*/ 10412356 w 12191998"/>
              <a:gd name="connsiteY94" fmla="*/ 5474319 h 6857999"/>
              <a:gd name="connsiteX95" fmla="*/ 10465854 w 12191998"/>
              <a:gd name="connsiteY95" fmla="*/ 5502292 h 6857999"/>
              <a:gd name="connsiteX96" fmla="*/ 10464241 w 12191998"/>
              <a:gd name="connsiteY96" fmla="*/ 5612386 h 6857999"/>
              <a:gd name="connsiteX97" fmla="*/ 10354112 w 12191998"/>
              <a:gd name="connsiteY97" fmla="*/ 5604267 h 6857999"/>
              <a:gd name="connsiteX98" fmla="*/ 10356411 w 12191998"/>
              <a:gd name="connsiteY98" fmla="*/ 5494208 h 6857999"/>
              <a:gd name="connsiteX99" fmla="*/ 10412356 w 12191998"/>
              <a:gd name="connsiteY99" fmla="*/ 5474319 h 6857999"/>
              <a:gd name="connsiteX100" fmla="*/ 10157606 w 12191998"/>
              <a:gd name="connsiteY100" fmla="*/ 5472254 h 6857999"/>
              <a:gd name="connsiteX101" fmla="*/ 10129709 w 12191998"/>
              <a:gd name="connsiteY101" fmla="*/ 5486332 h 6857999"/>
              <a:gd name="connsiteX102" fmla="*/ 10116082 w 12191998"/>
              <a:gd name="connsiteY102" fmla="*/ 5615830 h 6857999"/>
              <a:gd name="connsiteX103" fmla="*/ 10127393 w 12191998"/>
              <a:gd name="connsiteY103" fmla="*/ 5632112 h 6857999"/>
              <a:gd name="connsiteX104" fmla="*/ 10092453 w 12191998"/>
              <a:gd name="connsiteY104" fmla="*/ 5656365 h 6857999"/>
              <a:gd name="connsiteX105" fmla="*/ 10090432 w 12191998"/>
              <a:gd name="connsiteY105" fmla="*/ 5669550 h 6857999"/>
              <a:gd name="connsiteX106" fmla="*/ 10099800 w 12191998"/>
              <a:gd name="connsiteY106" fmla="*/ 5683038 h 6857999"/>
              <a:gd name="connsiteX107" fmla="*/ 10112846 w 12191998"/>
              <a:gd name="connsiteY107" fmla="*/ 5685745 h 6857999"/>
              <a:gd name="connsiteX108" fmla="*/ 10147786 w 12191998"/>
              <a:gd name="connsiteY108" fmla="*/ 5661483 h 6857999"/>
              <a:gd name="connsiteX109" fmla="*/ 10250342 w 12191998"/>
              <a:gd name="connsiteY109" fmla="*/ 5809162 h 6857999"/>
              <a:gd name="connsiteX110" fmla="*/ 10263405 w 12191998"/>
              <a:gd name="connsiteY110" fmla="*/ 5811868 h 6857999"/>
              <a:gd name="connsiteX111" fmla="*/ 10282055 w 12191998"/>
              <a:gd name="connsiteY111" fmla="*/ 5798900 h 6857999"/>
              <a:gd name="connsiteX112" fmla="*/ 10284492 w 12191998"/>
              <a:gd name="connsiteY112" fmla="*/ 5785446 h 6857999"/>
              <a:gd name="connsiteX113" fmla="*/ 10181937 w 12191998"/>
              <a:gd name="connsiteY113" fmla="*/ 5637767 h 6857999"/>
              <a:gd name="connsiteX114" fmla="*/ 10239100 w 12191998"/>
              <a:gd name="connsiteY114" fmla="*/ 5598074 h 6857999"/>
              <a:gd name="connsiteX115" fmla="*/ 10241121 w 12191998"/>
              <a:gd name="connsiteY115" fmla="*/ 5584906 h 6857999"/>
              <a:gd name="connsiteX116" fmla="*/ 10231753 w 12191998"/>
              <a:gd name="connsiteY116" fmla="*/ 5571400 h 6857999"/>
              <a:gd name="connsiteX117" fmla="*/ 10218698 w 12191998"/>
              <a:gd name="connsiteY117" fmla="*/ 5568703 h 6857999"/>
              <a:gd name="connsiteX118" fmla="*/ 10161535 w 12191998"/>
              <a:gd name="connsiteY118" fmla="*/ 5608405 h 6857999"/>
              <a:gd name="connsiteX119" fmla="*/ 10149677 w 12191998"/>
              <a:gd name="connsiteY119" fmla="*/ 5591334 h 6857999"/>
              <a:gd name="connsiteX120" fmla="*/ 10157181 w 12191998"/>
              <a:gd name="connsiteY120" fmla="*/ 5513153 h 6857999"/>
              <a:gd name="connsiteX121" fmla="*/ 10175345 w 12191998"/>
              <a:gd name="connsiteY121" fmla="*/ 5502892 h 6857999"/>
              <a:gd name="connsiteX122" fmla="*/ 10179404 w 12191998"/>
              <a:gd name="connsiteY122" fmla="*/ 5490071 h 6857999"/>
              <a:gd name="connsiteX123" fmla="*/ 10169749 w 12191998"/>
              <a:gd name="connsiteY123" fmla="*/ 5476183 h 6857999"/>
              <a:gd name="connsiteX124" fmla="*/ 10157606 w 12191998"/>
              <a:gd name="connsiteY124" fmla="*/ 5472254 h 6857999"/>
              <a:gd name="connsiteX125" fmla="*/ 10415878 w 12191998"/>
              <a:gd name="connsiteY125" fmla="*/ 5434795 h 6857999"/>
              <a:gd name="connsiteX126" fmla="*/ 10331004 w 12191998"/>
              <a:gd name="connsiteY126" fmla="*/ 5466363 h 6857999"/>
              <a:gd name="connsiteX127" fmla="*/ 10322694 w 12191998"/>
              <a:gd name="connsiteY127" fmla="*/ 5632944 h 6857999"/>
              <a:gd name="connsiteX128" fmla="*/ 10489335 w 12191998"/>
              <a:gd name="connsiteY128" fmla="*/ 5639883 h 6857999"/>
              <a:gd name="connsiteX129" fmla="*/ 10497272 w 12191998"/>
              <a:gd name="connsiteY129" fmla="*/ 5473624 h 6857999"/>
              <a:gd name="connsiteX130" fmla="*/ 10415878 w 12191998"/>
              <a:gd name="connsiteY130" fmla="*/ 5434795 h 6857999"/>
              <a:gd name="connsiteX131" fmla="*/ 10539360 w 12191998"/>
              <a:gd name="connsiteY131" fmla="*/ 5244424 h 6857999"/>
              <a:gd name="connsiteX132" fmla="*/ 10529940 w 12191998"/>
              <a:gd name="connsiteY132" fmla="*/ 5254192 h 6857999"/>
              <a:gd name="connsiteX133" fmla="*/ 10520606 w 12191998"/>
              <a:gd name="connsiteY133" fmla="*/ 5341498 h 6857999"/>
              <a:gd name="connsiteX134" fmla="*/ 10520303 w 12191998"/>
              <a:gd name="connsiteY134" fmla="*/ 5341871 h 6857999"/>
              <a:gd name="connsiteX135" fmla="*/ 10493221 w 12191998"/>
              <a:gd name="connsiteY135" fmla="*/ 5319248 h 6857999"/>
              <a:gd name="connsiteX136" fmla="*/ 10479603 w 12191998"/>
              <a:gd name="connsiteY136" fmla="*/ 5320463 h 6857999"/>
              <a:gd name="connsiteX137" fmla="*/ 10465663 w 12191998"/>
              <a:gd name="connsiteY137" fmla="*/ 5337152 h 6857999"/>
              <a:gd name="connsiteX138" fmla="*/ 10466878 w 12191998"/>
              <a:gd name="connsiteY138" fmla="*/ 5350771 h 6857999"/>
              <a:gd name="connsiteX139" fmla="*/ 10624888 w 12191998"/>
              <a:gd name="connsiteY139" fmla="*/ 5482793 h 6857999"/>
              <a:gd name="connsiteX140" fmla="*/ 10638506 w 12191998"/>
              <a:gd name="connsiteY140" fmla="*/ 5481570 h 6857999"/>
              <a:gd name="connsiteX141" fmla="*/ 10652767 w 12191998"/>
              <a:gd name="connsiteY141" fmla="*/ 5464508 h 6857999"/>
              <a:gd name="connsiteX142" fmla="*/ 10651552 w 12191998"/>
              <a:gd name="connsiteY142" fmla="*/ 5450897 h 6857999"/>
              <a:gd name="connsiteX143" fmla="*/ 10583668 w 12191998"/>
              <a:gd name="connsiteY143" fmla="*/ 5394185 h 6857999"/>
              <a:gd name="connsiteX144" fmla="*/ 10559310 w 12191998"/>
              <a:gd name="connsiteY144" fmla="*/ 5279347 h 6857999"/>
              <a:gd name="connsiteX145" fmla="*/ 10567430 w 12191998"/>
              <a:gd name="connsiteY145" fmla="*/ 5270386 h 6857999"/>
              <a:gd name="connsiteX146" fmla="*/ 10567629 w 12191998"/>
              <a:gd name="connsiteY146" fmla="*/ 5257331 h 6857999"/>
              <a:gd name="connsiteX147" fmla="*/ 10553152 w 12191998"/>
              <a:gd name="connsiteY147" fmla="*/ 5245248 h 6857999"/>
              <a:gd name="connsiteX148" fmla="*/ 10539360 w 12191998"/>
              <a:gd name="connsiteY148" fmla="*/ 5244424 h 6857999"/>
              <a:gd name="connsiteX149" fmla="*/ 10770614 w 12191998"/>
              <a:gd name="connsiteY149" fmla="*/ 4927348 h 6857999"/>
              <a:gd name="connsiteX150" fmla="*/ 10709817 w 12191998"/>
              <a:gd name="connsiteY150" fmla="*/ 4970144 h 6857999"/>
              <a:gd name="connsiteX151" fmla="*/ 10710936 w 12191998"/>
              <a:gd name="connsiteY151" fmla="*/ 5062655 h 6857999"/>
              <a:gd name="connsiteX152" fmla="*/ 10710216 w 12191998"/>
              <a:gd name="connsiteY152" fmla="*/ 5063905 h 6857999"/>
              <a:gd name="connsiteX153" fmla="*/ 10633059 w 12191998"/>
              <a:gd name="connsiteY153" fmla="*/ 5104413 h 6857999"/>
              <a:gd name="connsiteX154" fmla="*/ 10634230 w 12191998"/>
              <a:gd name="connsiteY154" fmla="*/ 5188042 h 6857999"/>
              <a:gd name="connsiteX155" fmla="*/ 10633510 w 12191998"/>
              <a:gd name="connsiteY155" fmla="*/ 5189308 h 6857999"/>
              <a:gd name="connsiteX156" fmla="*/ 10609178 w 12191998"/>
              <a:gd name="connsiteY156" fmla="*/ 5175395 h 6857999"/>
              <a:gd name="connsiteX157" fmla="*/ 10595993 w 12191998"/>
              <a:gd name="connsiteY157" fmla="*/ 5178986 h 6857999"/>
              <a:gd name="connsiteX158" fmla="*/ 10585437 w 12191998"/>
              <a:gd name="connsiteY158" fmla="*/ 5197445 h 6857999"/>
              <a:gd name="connsiteX159" fmla="*/ 10589028 w 12191998"/>
              <a:gd name="connsiteY159" fmla="*/ 5210638 h 6857999"/>
              <a:gd name="connsiteX160" fmla="*/ 10767778 w 12191998"/>
              <a:gd name="connsiteY160" fmla="*/ 5312830 h 6857999"/>
              <a:gd name="connsiteX161" fmla="*/ 10780963 w 12191998"/>
              <a:gd name="connsiteY161" fmla="*/ 5309230 h 6857999"/>
              <a:gd name="connsiteX162" fmla="*/ 10791997 w 12191998"/>
              <a:gd name="connsiteY162" fmla="*/ 5289930 h 6857999"/>
              <a:gd name="connsiteX163" fmla="*/ 10788406 w 12191998"/>
              <a:gd name="connsiteY163" fmla="*/ 5276744 h 6857999"/>
              <a:gd name="connsiteX164" fmla="*/ 10688964 w 12191998"/>
              <a:gd name="connsiteY164" fmla="*/ 5219893 h 6857999"/>
              <a:gd name="connsiteX165" fmla="*/ 10660929 w 12191998"/>
              <a:gd name="connsiteY165" fmla="*/ 5132596 h 6857999"/>
              <a:gd name="connsiteX166" fmla="*/ 10744141 w 12191998"/>
              <a:gd name="connsiteY166" fmla="*/ 5119489 h 6857999"/>
              <a:gd name="connsiteX167" fmla="*/ 10845257 w 12191998"/>
              <a:gd name="connsiteY167" fmla="*/ 5177303 h 6857999"/>
              <a:gd name="connsiteX168" fmla="*/ 10858450 w 12191998"/>
              <a:gd name="connsiteY168" fmla="*/ 5173703 h 6857999"/>
              <a:gd name="connsiteX169" fmla="*/ 10869493 w 12191998"/>
              <a:gd name="connsiteY169" fmla="*/ 5154403 h 6857999"/>
              <a:gd name="connsiteX170" fmla="*/ 10865893 w 12191998"/>
              <a:gd name="connsiteY170" fmla="*/ 5141218 h 6857999"/>
              <a:gd name="connsiteX171" fmla="*/ 10766451 w 12191998"/>
              <a:gd name="connsiteY171" fmla="*/ 5084358 h 6857999"/>
              <a:gd name="connsiteX172" fmla="*/ 10738407 w 12191998"/>
              <a:gd name="connsiteY172" fmla="*/ 4997070 h 6857999"/>
              <a:gd name="connsiteX173" fmla="*/ 10821620 w 12191998"/>
              <a:gd name="connsiteY173" fmla="*/ 4983954 h 6857999"/>
              <a:gd name="connsiteX174" fmla="*/ 10922744 w 12191998"/>
              <a:gd name="connsiteY174" fmla="*/ 5041768 h 6857999"/>
              <a:gd name="connsiteX175" fmla="*/ 10935686 w 12191998"/>
              <a:gd name="connsiteY175" fmla="*/ 5038602 h 6857999"/>
              <a:gd name="connsiteX176" fmla="*/ 10946963 w 12191998"/>
              <a:gd name="connsiteY176" fmla="*/ 5018876 h 6857999"/>
              <a:gd name="connsiteX177" fmla="*/ 10943371 w 12191998"/>
              <a:gd name="connsiteY177" fmla="*/ 5005683 h 6857999"/>
              <a:gd name="connsiteX178" fmla="*/ 10833442 w 12191998"/>
              <a:gd name="connsiteY178" fmla="*/ 4942829 h 6857999"/>
              <a:gd name="connsiteX179" fmla="*/ 10796525 w 12191998"/>
              <a:gd name="connsiteY179" fmla="*/ 4928582 h 6857999"/>
              <a:gd name="connsiteX180" fmla="*/ 10770614 w 12191998"/>
              <a:gd name="connsiteY180" fmla="*/ 4927348 h 6857999"/>
              <a:gd name="connsiteX181" fmla="*/ 10891858 w 12191998"/>
              <a:gd name="connsiteY181" fmla="*/ 4697383 h 6857999"/>
              <a:gd name="connsiteX182" fmla="*/ 10920723 w 12191998"/>
              <a:gd name="connsiteY182" fmla="*/ 4698597 h 6857999"/>
              <a:gd name="connsiteX183" fmla="*/ 10875512 w 12191998"/>
              <a:gd name="connsiteY183" fmla="*/ 4835364 h 6857999"/>
              <a:gd name="connsiteX184" fmla="*/ 10837380 w 12191998"/>
              <a:gd name="connsiteY184" fmla="*/ 4745889 h 6857999"/>
              <a:gd name="connsiteX185" fmla="*/ 10891858 w 12191998"/>
              <a:gd name="connsiteY185" fmla="*/ 4697383 h 6857999"/>
              <a:gd name="connsiteX186" fmla="*/ 10902265 w 12191998"/>
              <a:gd name="connsiteY186" fmla="*/ 4656358 h 6857999"/>
              <a:gd name="connsiteX187" fmla="*/ 10804488 w 12191998"/>
              <a:gd name="connsiteY187" fmla="*/ 4734508 h 6857999"/>
              <a:gd name="connsiteX188" fmla="*/ 10879607 w 12191998"/>
              <a:gd name="connsiteY188" fmla="*/ 4881519 h 6857999"/>
              <a:gd name="connsiteX189" fmla="*/ 11027998 w 12191998"/>
              <a:gd name="connsiteY189" fmla="*/ 4806860 h 6857999"/>
              <a:gd name="connsiteX190" fmla="*/ 10999260 w 12191998"/>
              <a:gd name="connsiteY190" fmla="*/ 4685863 h 6857999"/>
              <a:gd name="connsiteX191" fmla="*/ 10988885 w 12191998"/>
              <a:gd name="connsiteY191" fmla="*/ 4692620 h 6857999"/>
              <a:gd name="connsiteX192" fmla="*/ 10982362 w 12191998"/>
              <a:gd name="connsiteY192" fmla="*/ 4712354 h 6857999"/>
              <a:gd name="connsiteX193" fmla="*/ 10986214 w 12191998"/>
              <a:gd name="connsiteY193" fmla="*/ 4725339 h 6857999"/>
              <a:gd name="connsiteX194" fmla="*/ 10994645 w 12191998"/>
              <a:gd name="connsiteY194" fmla="*/ 4795323 h 6857999"/>
              <a:gd name="connsiteX195" fmla="*/ 10905959 w 12191998"/>
              <a:gd name="connsiteY195" fmla="*/ 4846449 h 6857999"/>
              <a:gd name="connsiteX196" fmla="*/ 10961336 w 12191998"/>
              <a:gd name="connsiteY196" fmla="*/ 4678932 h 6857999"/>
              <a:gd name="connsiteX197" fmla="*/ 10954266 w 12191998"/>
              <a:gd name="connsiteY197" fmla="*/ 4664880 h 6857999"/>
              <a:gd name="connsiteX198" fmla="*/ 10950128 w 12191998"/>
              <a:gd name="connsiteY198" fmla="*/ 4663518 h 6857999"/>
              <a:gd name="connsiteX199" fmla="*/ 10902265 w 12191998"/>
              <a:gd name="connsiteY199" fmla="*/ 4656358 h 6857999"/>
              <a:gd name="connsiteX200" fmla="*/ 10997751 w 12191998"/>
              <a:gd name="connsiteY200" fmla="*/ 4412884 h 6857999"/>
              <a:gd name="connsiteX201" fmla="*/ 11064985 w 12191998"/>
              <a:gd name="connsiteY201" fmla="*/ 4500468 h 6857999"/>
              <a:gd name="connsiteX202" fmla="*/ 10973801 w 12191998"/>
              <a:gd name="connsiteY202" fmla="*/ 4562732 h 6857999"/>
              <a:gd name="connsiteX203" fmla="*/ 10907027 w 12191998"/>
              <a:gd name="connsiteY203" fmla="*/ 4475226 h 6857999"/>
              <a:gd name="connsiteX204" fmla="*/ 10997751 w 12191998"/>
              <a:gd name="connsiteY204" fmla="*/ 4412884 h 6857999"/>
              <a:gd name="connsiteX205" fmla="*/ 10790818 w 12191998"/>
              <a:gd name="connsiteY205" fmla="*/ 4338710 h 6857999"/>
              <a:gd name="connsiteX206" fmla="*/ 10779758 w 12191998"/>
              <a:gd name="connsiteY206" fmla="*/ 4346726 h 6857999"/>
              <a:gd name="connsiteX207" fmla="*/ 10776245 w 12191998"/>
              <a:gd name="connsiteY207" fmla="*/ 4368680 h 6857999"/>
              <a:gd name="connsiteX208" fmla="*/ 10784269 w 12191998"/>
              <a:gd name="connsiteY208" fmla="*/ 4379748 h 6857999"/>
              <a:gd name="connsiteX209" fmla="*/ 10922189 w 12191998"/>
              <a:gd name="connsiteY209" fmla="*/ 4401790 h 6857999"/>
              <a:gd name="connsiteX210" fmla="*/ 10921877 w 12191998"/>
              <a:gd name="connsiteY210" fmla="*/ 4403698 h 6857999"/>
              <a:gd name="connsiteX211" fmla="*/ 10868886 w 12191998"/>
              <a:gd name="connsiteY211" fmla="*/ 4475009 h 6857999"/>
              <a:gd name="connsiteX212" fmla="*/ 10967087 w 12191998"/>
              <a:gd name="connsiteY212" fmla="*/ 4604732 h 6857999"/>
              <a:gd name="connsiteX213" fmla="*/ 11100896 w 12191998"/>
              <a:gd name="connsiteY213" fmla="*/ 4511588 h 6857999"/>
              <a:gd name="connsiteX214" fmla="*/ 11072922 w 12191998"/>
              <a:gd name="connsiteY214" fmla="*/ 4426364 h 6857999"/>
              <a:gd name="connsiteX215" fmla="*/ 11073069 w 12191998"/>
              <a:gd name="connsiteY215" fmla="*/ 4425410 h 6857999"/>
              <a:gd name="connsiteX216" fmla="*/ 11099318 w 12191998"/>
              <a:gd name="connsiteY216" fmla="*/ 4429599 h 6857999"/>
              <a:gd name="connsiteX217" fmla="*/ 11110395 w 12191998"/>
              <a:gd name="connsiteY217" fmla="*/ 4421576 h 6857999"/>
              <a:gd name="connsiteX218" fmla="*/ 11113812 w 12191998"/>
              <a:gd name="connsiteY218" fmla="*/ 4400098 h 6857999"/>
              <a:gd name="connsiteX219" fmla="*/ 11105788 w 12191998"/>
              <a:gd name="connsiteY219" fmla="*/ 4389039 h 6857999"/>
              <a:gd name="connsiteX220" fmla="*/ 10890455 w 12191998"/>
              <a:gd name="connsiteY220" fmla="*/ 2499037 h 6857999"/>
              <a:gd name="connsiteX221" fmla="*/ 11588940 w 12191998"/>
              <a:gd name="connsiteY221" fmla="*/ 4196137 h 6857999"/>
              <a:gd name="connsiteX222" fmla="*/ 10882773 w 12191998"/>
              <a:gd name="connsiteY222" fmla="*/ 5900959 h 6857999"/>
              <a:gd name="connsiteX223" fmla="*/ 9177977 w 12191998"/>
              <a:gd name="connsiteY223" fmla="*/ 6607099 h 6857999"/>
              <a:gd name="connsiteX224" fmla="*/ 7473175 w 12191998"/>
              <a:gd name="connsiteY224" fmla="*/ 5900946 h 6857999"/>
              <a:gd name="connsiteX225" fmla="*/ 7471266 w 12191998"/>
              <a:gd name="connsiteY225" fmla="*/ 5898950 h 6857999"/>
              <a:gd name="connsiteX226" fmla="*/ 7470972 w 12191998"/>
              <a:gd name="connsiteY226" fmla="*/ 5898636 h 6857999"/>
              <a:gd name="connsiteX227" fmla="*/ 7466799 w 12191998"/>
              <a:gd name="connsiteY227" fmla="*/ 5133064 h 6857999"/>
              <a:gd name="connsiteX228" fmla="*/ 8232545 w 12191998"/>
              <a:gd name="connsiteY228" fmla="*/ 5137237 h 6857999"/>
              <a:gd name="connsiteX229" fmla="*/ 8234621 w 12191998"/>
              <a:gd name="connsiteY229" fmla="*/ 5139494 h 6857999"/>
              <a:gd name="connsiteX230" fmla="*/ 9177998 w 12191998"/>
              <a:gd name="connsiteY230" fmla="*/ 5529630 h 6857999"/>
              <a:gd name="connsiteX231" fmla="*/ 10121334 w 12191998"/>
              <a:gd name="connsiteY231" fmla="*/ 5139514 h 6857999"/>
              <a:gd name="connsiteX232" fmla="*/ 10128882 w 12191998"/>
              <a:gd name="connsiteY232" fmla="*/ 3260379 h 6857999"/>
              <a:gd name="connsiteX233" fmla="*/ 10894621 w 12191998"/>
              <a:gd name="connsiteY233" fmla="*/ 3264548 h 6857999"/>
              <a:gd name="connsiteX234" fmla="*/ 10876558 w 12191998"/>
              <a:gd name="connsiteY234" fmla="*/ 2465906 h 6857999"/>
              <a:gd name="connsiteX235" fmla="*/ 10880824 w 12191998"/>
              <a:gd name="connsiteY235" fmla="*/ 3250759 h 6857999"/>
              <a:gd name="connsiteX236" fmla="*/ 10112333 w 12191998"/>
              <a:gd name="connsiteY236" fmla="*/ 3246573 h 6857999"/>
              <a:gd name="connsiteX237" fmla="*/ 10110793 w 12191998"/>
              <a:gd name="connsiteY237" fmla="*/ 3246687 h 6857999"/>
              <a:gd name="connsiteX238" fmla="*/ 10099180 w 12191998"/>
              <a:gd name="connsiteY238" fmla="*/ 3250786 h 6857999"/>
              <a:gd name="connsiteX239" fmla="*/ 10107196 w 12191998"/>
              <a:gd name="connsiteY239" fmla="*/ 3258494 h 6857999"/>
              <a:gd name="connsiteX240" fmla="*/ 10109594 w 12191998"/>
              <a:gd name="connsiteY240" fmla="*/ 3260637 h 6857999"/>
              <a:gd name="connsiteX241" fmla="*/ 10111643 w 12191998"/>
              <a:gd name="connsiteY241" fmla="*/ 3262478 h 6857999"/>
              <a:gd name="connsiteX242" fmla="*/ 10498377 w 12191998"/>
              <a:gd name="connsiteY242" fmla="*/ 4196150 h 6857999"/>
              <a:gd name="connsiteX243" fmla="*/ 10111637 w 12191998"/>
              <a:gd name="connsiteY243" fmla="*/ 5129816 h 6857999"/>
              <a:gd name="connsiteX244" fmla="*/ 8244318 w 12191998"/>
              <a:gd name="connsiteY244" fmla="*/ 5129796 h 6857999"/>
              <a:gd name="connsiteX245" fmla="*/ 8242611 w 12191998"/>
              <a:gd name="connsiteY245" fmla="*/ 5127914 h 6857999"/>
              <a:gd name="connsiteX246" fmla="*/ 8240200 w 12191998"/>
              <a:gd name="connsiteY246" fmla="*/ 5125275 h 6857999"/>
              <a:gd name="connsiteX247" fmla="*/ 8235156 w 12191998"/>
              <a:gd name="connsiteY247" fmla="*/ 5120768 h 6857999"/>
              <a:gd name="connsiteX248" fmla="*/ 8232330 w 12191998"/>
              <a:gd name="connsiteY248" fmla="*/ 5123521 h 6857999"/>
              <a:gd name="connsiteX249" fmla="*/ 7453003 w 12191998"/>
              <a:gd name="connsiteY249" fmla="*/ 5119268 h 6857999"/>
              <a:gd name="connsiteX250" fmla="*/ 7457356 w 12191998"/>
              <a:gd name="connsiteY250" fmla="*/ 5918064 h 6857999"/>
              <a:gd name="connsiteX251" fmla="*/ 7464127 w 12191998"/>
              <a:gd name="connsiteY251" fmla="*/ 5911293 h 6857999"/>
              <a:gd name="connsiteX252" fmla="*/ 8265575 w 12191998"/>
              <a:gd name="connsiteY252" fmla="*/ 6443271 h 6857999"/>
              <a:gd name="connsiteX253" fmla="*/ 9177977 w 12191998"/>
              <a:gd name="connsiteY253" fmla="*/ 6620815 h 6857999"/>
              <a:gd name="connsiteX254" fmla="*/ 9177991 w 12191998"/>
              <a:gd name="connsiteY254" fmla="*/ 6620815 h 6857999"/>
              <a:gd name="connsiteX255" fmla="*/ 10090380 w 12191998"/>
              <a:gd name="connsiteY255" fmla="*/ 6443277 h 6857999"/>
              <a:gd name="connsiteX256" fmla="*/ 10892471 w 12191998"/>
              <a:gd name="connsiteY256" fmla="*/ 5910657 h 6857999"/>
              <a:gd name="connsiteX257" fmla="*/ 11425111 w 12191998"/>
              <a:gd name="connsiteY257" fmla="*/ 5108546 h 6857999"/>
              <a:gd name="connsiteX258" fmla="*/ 11602656 w 12191998"/>
              <a:gd name="connsiteY258" fmla="*/ 4196137 h 6857999"/>
              <a:gd name="connsiteX259" fmla="*/ 11425118 w 12191998"/>
              <a:gd name="connsiteY259" fmla="*/ 3283736 h 6857999"/>
              <a:gd name="connsiteX260" fmla="*/ 10892491 w 12191998"/>
              <a:gd name="connsiteY260" fmla="*/ 2481641 h 6857999"/>
              <a:gd name="connsiteX261" fmla="*/ 10890214 w 12191998"/>
              <a:gd name="connsiteY261" fmla="*/ 2479483 h 6857999"/>
              <a:gd name="connsiteX262" fmla="*/ 10888365 w 12191998"/>
              <a:gd name="connsiteY262" fmla="*/ 2477740 h 6857999"/>
              <a:gd name="connsiteX263" fmla="*/ 6930074 w 12191998"/>
              <a:gd name="connsiteY263" fmla="*/ 250899 h 6857999"/>
              <a:gd name="connsiteX264" fmla="*/ 7781002 w 12191998"/>
              <a:gd name="connsiteY264" fmla="*/ 250899 h 6857999"/>
              <a:gd name="connsiteX265" fmla="*/ 7948313 w 12191998"/>
              <a:gd name="connsiteY265" fmla="*/ 418123 h 6857999"/>
              <a:gd name="connsiteX266" fmla="*/ 7948313 w 12191998"/>
              <a:gd name="connsiteY266" fmla="*/ 2108754 h 6857999"/>
              <a:gd name="connsiteX267" fmla="*/ 7958620 w 12191998"/>
              <a:gd name="connsiteY267" fmla="*/ 2102768 h 6857999"/>
              <a:gd name="connsiteX268" fmla="*/ 9312613 w 12191998"/>
              <a:gd name="connsiteY268" fmla="*/ 1781767 h 6857999"/>
              <a:gd name="connsiteX269" fmla="*/ 10625016 w 12191998"/>
              <a:gd name="connsiteY269" fmla="*/ 2266585 h 6857999"/>
              <a:gd name="connsiteX270" fmla="*/ 10628947 w 12191998"/>
              <a:gd name="connsiteY270" fmla="*/ 2994133 h 6857999"/>
              <a:gd name="connsiteX271" fmla="*/ 9761845 w 12191998"/>
              <a:gd name="connsiteY271" fmla="*/ 2994133 h 6857999"/>
              <a:gd name="connsiteX272" fmla="*/ 8225714 w 12191998"/>
              <a:gd name="connsiteY272" fmla="*/ 3244426 h 6857999"/>
              <a:gd name="connsiteX273" fmla="*/ 7844056 w 12191998"/>
              <a:gd name="connsiteY273" fmla="*/ 4037485 h 6857999"/>
              <a:gd name="connsiteX274" fmla="*/ 8025077 w 12191998"/>
              <a:gd name="connsiteY274" fmla="*/ 4871898 h 6857999"/>
              <a:gd name="connsiteX275" fmla="*/ 7201159 w 12191998"/>
              <a:gd name="connsiteY275" fmla="*/ 4867404 h 6857999"/>
              <a:gd name="connsiteX276" fmla="*/ 7205064 w 12191998"/>
              <a:gd name="connsiteY276" fmla="*/ 5586355 h 6857999"/>
              <a:gd name="connsiteX277" fmla="*/ 6762769 w 12191998"/>
              <a:gd name="connsiteY277" fmla="*/ 4048375 h 6857999"/>
              <a:gd name="connsiteX278" fmla="*/ 6762769 w 12191998"/>
              <a:gd name="connsiteY278" fmla="*/ 418123 h 6857999"/>
              <a:gd name="connsiteX279" fmla="*/ 6930074 w 12191998"/>
              <a:gd name="connsiteY279" fmla="*/ 250899 h 6857999"/>
              <a:gd name="connsiteX280" fmla="*/ 6930074 w 12191998"/>
              <a:gd name="connsiteY280" fmla="*/ 237183 h 6857999"/>
              <a:gd name="connsiteX281" fmla="*/ 6749053 w 12191998"/>
              <a:gd name="connsiteY281" fmla="*/ 418123 h 6857999"/>
              <a:gd name="connsiteX282" fmla="*/ 6749067 w 12191998"/>
              <a:gd name="connsiteY282" fmla="*/ 4047980 h 6857999"/>
              <a:gd name="connsiteX283" fmla="*/ 7206490 w 12191998"/>
              <a:gd name="connsiteY283" fmla="*/ 5611798 h 6857999"/>
              <a:gd name="connsiteX284" fmla="*/ 7219007 w 12191998"/>
              <a:gd name="connsiteY284" fmla="*/ 5629010 h 6857999"/>
              <a:gd name="connsiteX285" fmla="*/ 7214955 w 12191998"/>
              <a:gd name="connsiteY285" fmla="*/ 4881200 h 6857999"/>
              <a:gd name="connsiteX286" fmla="*/ 8049555 w 12191998"/>
              <a:gd name="connsiteY286" fmla="*/ 4885748 h 6857999"/>
              <a:gd name="connsiteX287" fmla="*/ 8043132 w 12191998"/>
              <a:gd name="connsiteY287" fmla="*/ 4875246 h 6857999"/>
              <a:gd name="connsiteX288" fmla="*/ 7857692 w 12191998"/>
              <a:gd name="connsiteY288" fmla="*/ 4039006 h 6857999"/>
              <a:gd name="connsiteX289" fmla="*/ 8235411 w 12191998"/>
              <a:gd name="connsiteY289" fmla="*/ 3254124 h 6857999"/>
              <a:gd name="connsiteX290" fmla="*/ 9757171 w 12191998"/>
              <a:gd name="connsiteY290" fmla="*/ 3007129 h 6857999"/>
              <a:gd name="connsiteX291" fmla="*/ 9758617 w 12191998"/>
              <a:gd name="connsiteY291" fmla="*/ 3007849 h 6857999"/>
              <a:gd name="connsiteX292" fmla="*/ 10642743 w 12191998"/>
              <a:gd name="connsiteY292" fmla="*/ 3007849 h 6857999"/>
              <a:gd name="connsiteX293" fmla="*/ 10638692 w 12191998"/>
              <a:gd name="connsiteY293" fmla="*/ 2259765 h 6857999"/>
              <a:gd name="connsiteX294" fmla="*/ 10636013 w 12191998"/>
              <a:gd name="connsiteY294" fmla="*/ 2257719 h 6857999"/>
              <a:gd name="connsiteX295" fmla="*/ 9313423 w 12191998"/>
              <a:gd name="connsiteY295" fmla="*/ 1768074 h 6857999"/>
              <a:gd name="connsiteX296" fmla="*/ 7962029 w 12191998"/>
              <a:gd name="connsiteY296" fmla="*/ 2084952 h 6857999"/>
              <a:gd name="connsiteX297" fmla="*/ 7962029 w 12191998"/>
              <a:gd name="connsiteY297" fmla="*/ 418123 h 6857999"/>
              <a:gd name="connsiteX298" fmla="*/ 7781002 w 12191998"/>
              <a:gd name="connsiteY298" fmla="*/ 237183 h 6857999"/>
              <a:gd name="connsiteX299" fmla="*/ 0 w 12191998"/>
              <a:gd name="connsiteY299" fmla="*/ 0 h 6857999"/>
              <a:gd name="connsiteX300" fmla="*/ 12191998 w 12191998"/>
              <a:gd name="connsiteY300" fmla="*/ 0 h 6857999"/>
              <a:gd name="connsiteX301" fmla="*/ 12191998 w 12191998"/>
              <a:gd name="connsiteY301" fmla="*/ 6857999 h 6857999"/>
              <a:gd name="connsiteX302" fmla="*/ 0 w 12191998"/>
              <a:gd name="connsiteY302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</a:cxnLst>
            <a:rect l="l" t="t" r="r" b="b"/>
            <a:pathLst>
              <a:path w="12191998" h="6857999">
                <a:moveTo>
                  <a:pt x="9272077" y="5915300"/>
                </a:moveTo>
                <a:cubicBezTo>
                  <a:pt x="9202119" y="5919472"/>
                  <a:pt x="9158375" y="5973877"/>
                  <a:pt x="9162278" y="6039506"/>
                </a:cubicBezTo>
                <a:lnTo>
                  <a:pt x="9162279" y="6039506"/>
                </a:lnTo>
                <a:cubicBezTo>
                  <a:pt x="9166208" y="6105613"/>
                  <a:pt x="9216050" y="6153972"/>
                  <a:pt x="9286025" y="6149808"/>
                </a:cubicBezTo>
                <a:cubicBezTo>
                  <a:pt x="9341515" y="6146512"/>
                  <a:pt x="9382084" y="6112144"/>
                  <a:pt x="9388954" y="6064766"/>
                </a:cubicBezTo>
                <a:cubicBezTo>
                  <a:pt x="9390047" y="6058885"/>
                  <a:pt x="9385511" y="6055771"/>
                  <a:pt x="9379239" y="6056144"/>
                </a:cubicBezTo>
                <a:lnTo>
                  <a:pt x="9355593" y="6057549"/>
                </a:lnTo>
                <a:cubicBezTo>
                  <a:pt x="9349807" y="6057896"/>
                  <a:pt x="9347083" y="6060958"/>
                  <a:pt x="9345947" y="6066353"/>
                </a:cubicBezTo>
                <a:cubicBezTo>
                  <a:pt x="9338418" y="6094397"/>
                  <a:pt x="9315656" y="6110765"/>
                  <a:pt x="9284291" y="6112630"/>
                </a:cubicBezTo>
                <a:cubicBezTo>
                  <a:pt x="9238456" y="6115363"/>
                  <a:pt x="9207497" y="6083294"/>
                  <a:pt x="9204739" y="6036973"/>
                </a:cubicBezTo>
                <a:cubicBezTo>
                  <a:pt x="9202015" y="5991139"/>
                  <a:pt x="9228958" y="5955644"/>
                  <a:pt x="9274801" y="5952911"/>
                </a:cubicBezTo>
                <a:cubicBezTo>
                  <a:pt x="9306653" y="5951020"/>
                  <a:pt x="9331175" y="5964569"/>
                  <a:pt x="9341497" y="5991555"/>
                </a:cubicBezTo>
                <a:cubicBezTo>
                  <a:pt x="9343258" y="5996777"/>
                  <a:pt x="9346806" y="5999466"/>
                  <a:pt x="9352600" y="5999128"/>
                </a:cubicBezTo>
                <a:lnTo>
                  <a:pt x="9376255" y="5997731"/>
                </a:lnTo>
                <a:cubicBezTo>
                  <a:pt x="9382526" y="5997349"/>
                  <a:pt x="9386161" y="5993264"/>
                  <a:pt x="9384817" y="5987044"/>
                </a:cubicBezTo>
                <a:cubicBezTo>
                  <a:pt x="9371892" y="5940845"/>
                  <a:pt x="9327566" y="5912003"/>
                  <a:pt x="9272077" y="5915300"/>
                </a:cubicBezTo>
                <a:close/>
                <a:moveTo>
                  <a:pt x="8975140" y="5853322"/>
                </a:moveTo>
                <a:lnTo>
                  <a:pt x="8976103" y="5853444"/>
                </a:lnTo>
                <a:lnTo>
                  <a:pt x="9024410" y="6027883"/>
                </a:lnTo>
                <a:lnTo>
                  <a:pt x="8887600" y="6011974"/>
                </a:lnTo>
                <a:close/>
                <a:moveTo>
                  <a:pt x="9479479" y="5830778"/>
                </a:moveTo>
                <a:lnTo>
                  <a:pt x="9457203" y="5835228"/>
                </a:lnTo>
                <a:cubicBezTo>
                  <a:pt x="9451036" y="5836451"/>
                  <a:pt x="9448390" y="5840424"/>
                  <a:pt x="9449613" y="5846600"/>
                </a:cubicBezTo>
                <a:lnTo>
                  <a:pt x="9460014" y="5898741"/>
                </a:lnTo>
                <a:lnTo>
                  <a:pt x="9417822" y="5907147"/>
                </a:lnTo>
                <a:cubicBezTo>
                  <a:pt x="9411655" y="5908378"/>
                  <a:pt x="9409477" y="5912273"/>
                  <a:pt x="9410701" y="5918431"/>
                </a:cubicBezTo>
                <a:lnTo>
                  <a:pt x="9413919" y="5934548"/>
                </a:lnTo>
                <a:cubicBezTo>
                  <a:pt x="9415142" y="5940707"/>
                  <a:pt x="9418655" y="5943457"/>
                  <a:pt x="9424814" y="5942225"/>
                </a:cubicBezTo>
                <a:lnTo>
                  <a:pt x="9467005" y="5933820"/>
                </a:lnTo>
                <a:lnTo>
                  <a:pt x="9488734" y="6042847"/>
                </a:lnTo>
                <a:cubicBezTo>
                  <a:pt x="9499898" y="6098787"/>
                  <a:pt x="9532973" y="6118807"/>
                  <a:pt x="9584160" y="6108606"/>
                </a:cubicBezTo>
                <a:cubicBezTo>
                  <a:pt x="9599817" y="6105474"/>
                  <a:pt x="9614034" y="6100183"/>
                  <a:pt x="9626646" y="6091743"/>
                </a:cubicBezTo>
                <a:cubicBezTo>
                  <a:pt x="9631382" y="6088343"/>
                  <a:pt x="9632623" y="6084648"/>
                  <a:pt x="9631677" y="6079903"/>
                </a:cubicBezTo>
                <a:lnTo>
                  <a:pt x="9628277" y="6062840"/>
                </a:lnTo>
                <a:cubicBezTo>
                  <a:pt x="9626863" y="6055728"/>
                  <a:pt x="9622118" y="6054201"/>
                  <a:pt x="9616055" y="6058373"/>
                </a:cubicBezTo>
                <a:cubicBezTo>
                  <a:pt x="9605993" y="6064818"/>
                  <a:pt x="9595376" y="6068410"/>
                  <a:pt x="9583995" y="6070682"/>
                </a:cubicBezTo>
                <a:cubicBezTo>
                  <a:pt x="9553184" y="6076832"/>
                  <a:pt x="9536026" y="6067429"/>
                  <a:pt x="9529130" y="6032827"/>
                </a:cubicBezTo>
                <a:lnTo>
                  <a:pt x="9507774" y="5925683"/>
                </a:lnTo>
                <a:lnTo>
                  <a:pt x="9585044" y="5910278"/>
                </a:lnTo>
                <a:cubicBezTo>
                  <a:pt x="9591212" y="5909063"/>
                  <a:pt x="9593857" y="5905073"/>
                  <a:pt x="9592626" y="5898906"/>
                </a:cubicBezTo>
                <a:lnTo>
                  <a:pt x="9589425" y="5882798"/>
                </a:lnTo>
                <a:cubicBezTo>
                  <a:pt x="9588193" y="5876639"/>
                  <a:pt x="9584203" y="5873976"/>
                  <a:pt x="9578053" y="5875199"/>
                </a:cubicBezTo>
                <a:lnTo>
                  <a:pt x="9500774" y="5890605"/>
                </a:lnTo>
                <a:lnTo>
                  <a:pt x="9490382" y="5838464"/>
                </a:lnTo>
                <a:cubicBezTo>
                  <a:pt x="9489151" y="5832305"/>
                  <a:pt x="9485178" y="5829650"/>
                  <a:pt x="9479479" y="5830778"/>
                </a:cubicBezTo>
                <a:close/>
                <a:moveTo>
                  <a:pt x="9783563" y="5809222"/>
                </a:moveTo>
                <a:lnTo>
                  <a:pt x="9762736" y="5817029"/>
                </a:lnTo>
                <a:cubicBezTo>
                  <a:pt x="9756864" y="5819233"/>
                  <a:pt x="9754877" y="5823587"/>
                  <a:pt x="9757089" y="5829468"/>
                </a:cubicBezTo>
                <a:lnTo>
                  <a:pt x="9829398" y="6022280"/>
                </a:lnTo>
                <a:cubicBezTo>
                  <a:pt x="9831610" y="6028169"/>
                  <a:pt x="9835956" y="6030147"/>
                  <a:pt x="9841845" y="6027944"/>
                </a:cubicBezTo>
                <a:lnTo>
                  <a:pt x="9862663" y="6020128"/>
                </a:lnTo>
                <a:cubicBezTo>
                  <a:pt x="9868545" y="6017925"/>
                  <a:pt x="9870522" y="6013571"/>
                  <a:pt x="9868328" y="6007690"/>
                </a:cubicBezTo>
                <a:lnTo>
                  <a:pt x="9796011" y="5814878"/>
                </a:lnTo>
                <a:cubicBezTo>
                  <a:pt x="9793816" y="5808988"/>
                  <a:pt x="9789444" y="5807002"/>
                  <a:pt x="9783563" y="5809222"/>
                </a:cubicBezTo>
                <a:close/>
                <a:moveTo>
                  <a:pt x="8969398" y="5798171"/>
                </a:moveTo>
                <a:cubicBezTo>
                  <a:pt x="8964115" y="5797547"/>
                  <a:pt x="8960056" y="5799030"/>
                  <a:pt x="8957514" y="5804079"/>
                </a:cubicBezTo>
                <a:lnTo>
                  <a:pt x="8787577" y="6106403"/>
                </a:lnTo>
                <a:cubicBezTo>
                  <a:pt x="8783917" y="6112787"/>
                  <a:pt x="8786293" y="6117436"/>
                  <a:pt x="8793493" y="6118277"/>
                </a:cubicBezTo>
                <a:lnTo>
                  <a:pt x="8818934" y="6121244"/>
                </a:lnTo>
                <a:cubicBezTo>
                  <a:pt x="8824217" y="6121851"/>
                  <a:pt x="8828285" y="6120376"/>
                  <a:pt x="8830818" y="6115320"/>
                </a:cubicBezTo>
                <a:lnTo>
                  <a:pt x="8867172" y="6049482"/>
                </a:lnTo>
                <a:lnTo>
                  <a:pt x="9035670" y="6069095"/>
                </a:lnTo>
                <a:lnTo>
                  <a:pt x="9055950" y="6141516"/>
                </a:lnTo>
                <a:cubicBezTo>
                  <a:pt x="9057260" y="6147015"/>
                  <a:pt x="9060886" y="6149384"/>
                  <a:pt x="9066159" y="6149999"/>
                </a:cubicBezTo>
                <a:lnTo>
                  <a:pt x="9092078" y="6153018"/>
                </a:lnTo>
                <a:cubicBezTo>
                  <a:pt x="9098792" y="6153799"/>
                  <a:pt x="9102183" y="6149808"/>
                  <a:pt x="9100084" y="6142756"/>
                </a:cubicBezTo>
                <a:lnTo>
                  <a:pt x="9004078" y="5809500"/>
                </a:lnTo>
                <a:cubicBezTo>
                  <a:pt x="9002777" y="5804000"/>
                  <a:pt x="8999159" y="5801624"/>
                  <a:pt x="8993877" y="5801008"/>
                </a:cubicBezTo>
                <a:close/>
                <a:moveTo>
                  <a:pt x="9737347" y="5717622"/>
                </a:moveTo>
                <a:cubicBezTo>
                  <a:pt x="9721048" y="5723729"/>
                  <a:pt x="9713692" y="5739906"/>
                  <a:pt x="9719807" y="5756206"/>
                </a:cubicBezTo>
                <a:cubicBezTo>
                  <a:pt x="9725740" y="5772045"/>
                  <a:pt x="9742091" y="5779851"/>
                  <a:pt x="9758382" y="5773745"/>
                </a:cubicBezTo>
                <a:cubicBezTo>
                  <a:pt x="9774681" y="5767629"/>
                  <a:pt x="9781871" y="5751001"/>
                  <a:pt x="9775930" y="5735162"/>
                </a:cubicBezTo>
                <a:cubicBezTo>
                  <a:pt x="9769814" y="5718863"/>
                  <a:pt x="9753637" y="5711507"/>
                  <a:pt x="9737347" y="5717622"/>
                </a:cubicBezTo>
                <a:close/>
                <a:moveTo>
                  <a:pt x="10003746" y="5709721"/>
                </a:moveTo>
                <a:cubicBezTo>
                  <a:pt x="9991972" y="5710981"/>
                  <a:pt x="9979723" y="5714764"/>
                  <a:pt x="9967241" y="5721144"/>
                </a:cubicBezTo>
                <a:cubicBezTo>
                  <a:pt x="9934530" y="5737859"/>
                  <a:pt x="9915751" y="5764827"/>
                  <a:pt x="9915794" y="5793583"/>
                </a:cubicBezTo>
                <a:lnTo>
                  <a:pt x="9914935" y="5794025"/>
                </a:lnTo>
                <a:lnTo>
                  <a:pt x="9902834" y="5770344"/>
                </a:lnTo>
                <a:cubicBezTo>
                  <a:pt x="9899963" y="5764758"/>
                  <a:pt x="9895418" y="5763283"/>
                  <a:pt x="9889823" y="5766146"/>
                </a:cubicBezTo>
                <a:lnTo>
                  <a:pt x="9870454" y="5776035"/>
                </a:lnTo>
                <a:cubicBezTo>
                  <a:pt x="9864858" y="5778897"/>
                  <a:pt x="9863393" y="5783460"/>
                  <a:pt x="9866255" y="5789046"/>
                </a:cubicBezTo>
                <a:lnTo>
                  <a:pt x="9959963" y="5972385"/>
                </a:lnTo>
                <a:cubicBezTo>
                  <a:pt x="9962826" y="5977989"/>
                  <a:pt x="9967379" y="5979454"/>
                  <a:pt x="9972974" y="5976601"/>
                </a:cubicBezTo>
                <a:lnTo>
                  <a:pt x="9992760" y="5966486"/>
                </a:lnTo>
                <a:cubicBezTo>
                  <a:pt x="9998364" y="5963624"/>
                  <a:pt x="9999838" y="5959061"/>
                  <a:pt x="9996967" y="5953475"/>
                </a:cubicBezTo>
                <a:lnTo>
                  <a:pt x="9944844" y="5851466"/>
                </a:lnTo>
                <a:cubicBezTo>
                  <a:pt x="9925925" y="5814453"/>
                  <a:pt x="9938139" y="5778906"/>
                  <a:pt x="9975585" y="5759761"/>
                </a:cubicBezTo>
                <a:cubicBezTo>
                  <a:pt x="10009580" y="5742378"/>
                  <a:pt x="10037563" y="5752510"/>
                  <a:pt x="10057583" y="5791674"/>
                </a:cubicBezTo>
                <a:lnTo>
                  <a:pt x="10110592" y="5895401"/>
                </a:lnTo>
                <a:cubicBezTo>
                  <a:pt x="10113454" y="5900996"/>
                  <a:pt x="10118008" y="5902462"/>
                  <a:pt x="10123603" y="5899608"/>
                </a:cubicBezTo>
                <a:lnTo>
                  <a:pt x="10143823" y="5889268"/>
                </a:lnTo>
                <a:cubicBezTo>
                  <a:pt x="10148992" y="5886622"/>
                  <a:pt x="10150467" y="5882069"/>
                  <a:pt x="10147604" y="5876473"/>
                </a:cubicBezTo>
                <a:lnTo>
                  <a:pt x="10090415" y="5764576"/>
                </a:lnTo>
                <a:cubicBezTo>
                  <a:pt x="10070124" y="5724878"/>
                  <a:pt x="10039069" y="5705942"/>
                  <a:pt x="10003746" y="5709721"/>
                </a:cubicBezTo>
                <a:close/>
                <a:moveTo>
                  <a:pt x="10412356" y="5474319"/>
                </a:moveTo>
                <a:cubicBezTo>
                  <a:pt x="10431734" y="5476018"/>
                  <a:pt x="10450705" y="5485694"/>
                  <a:pt x="10465854" y="5502292"/>
                </a:cubicBezTo>
                <a:cubicBezTo>
                  <a:pt x="10496483" y="5535862"/>
                  <a:pt x="10497801" y="5581765"/>
                  <a:pt x="10464241" y="5612386"/>
                </a:cubicBezTo>
                <a:cubicBezTo>
                  <a:pt x="10430324" y="5643336"/>
                  <a:pt x="10384732" y="5637827"/>
                  <a:pt x="10354112" y="5604267"/>
                </a:cubicBezTo>
                <a:cubicBezTo>
                  <a:pt x="10323804" y="5571062"/>
                  <a:pt x="10322486" y="5525158"/>
                  <a:pt x="10356411" y="5494208"/>
                </a:cubicBezTo>
                <a:cubicBezTo>
                  <a:pt x="10373192" y="5478898"/>
                  <a:pt x="10392978" y="5472620"/>
                  <a:pt x="10412356" y="5474319"/>
                </a:cubicBezTo>
                <a:close/>
                <a:moveTo>
                  <a:pt x="10157606" y="5472254"/>
                </a:moveTo>
                <a:cubicBezTo>
                  <a:pt x="10148393" y="5475116"/>
                  <a:pt x="10138843" y="5479983"/>
                  <a:pt x="10129709" y="5486332"/>
                </a:cubicBezTo>
                <a:cubicBezTo>
                  <a:pt x="10084456" y="5517759"/>
                  <a:pt x="10078323" y="5561442"/>
                  <a:pt x="10116082" y="5615830"/>
                </a:cubicBezTo>
                <a:lnTo>
                  <a:pt x="10127393" y="5632112"/>
                </a:lnTo>
                <a:lnTo>
                  <a:pt x="10092453" y="5656365"/>
                </a:lnTo>
                <a:cubicBezTo>
                  <a:pt x="10087691" y="5659678"/>
                  <a:pt x="10086841" y="5664389"/>
                  <a:pt x="10090432" y="5669550"/>
                </a:cubicBezTo>
                <a:lnTo>
                  <a:pt x="10099800" y="5683038"/>
                </a:lnTo>
                <a:cubicBezTo>
                  <a:pt x="10103392" y="5688208"/>
                  <a:pt x="10108084" y="5689050"/>
                  <a:pt x="10112846" y="5685745"/>
                </a:cubicBezTo>
                <a:lnTo>
                  <a:pt x="10147786" y="5661483"/>
                </a:lnTo>
                <a:lnTo>
                  <a:pt x="10250342" y="5809162"/>
                </a:lnTo>
                <a:cubicBezTo>
                  <a:pt x="10253924" y="5814323"/>
                  <a:pt x="10258643" y="5815165"/>
                  <a:pt x="10263405" y="5811868"/>
                </a:cubicBezTo>
                <a:lnTo>
                  <a:pt x="10282055" y="5798900"/>
                </a:lnTo>
                <a:cubicBezTo>
                  <a:pt x="10287216" y="5795326"/>
                  <a:pt x="10288075" y="5790616"/>
                  <a:pt x="10284492" y="5785446"/>
                </a:cubicBezTo>
                <a:lnTo>
                  <a:pt x="10181937" y="5637767"/>
                </a:lnTo>
                <a:lnTo>
                  <a:pt x="10239100" y="5598074"/>
                </a:lnTo>
                <a:cubicBezTo>
                  <a:pt x="10243862" y="5594760"/>
                  <a:pt x="10244712" y="5590059"/>
                  <a:pt x="10241121" y="5584906"/>
                </a:cubicBezTo>
                <a:lnTo>
                  <a:pt x="10231753" y="5571400"/>
                </a:lnTo>
                <a:cubicBezTo>
                  <a:pt x="10228162" y="5566239"/>
                  <a:pt x="10223461" y="5565398"/>
                  <a:pt x="10218698" y="5568703"/>
                </a:cubicBezTo>
                <a:lnTo>
                  <a:pt x="10161535" y="5608405"/>
                </a:lnTo>
                <a:lnTo>
                  <a:pt x="10149677" y="5591334"/>
                </a:lnTo>
                <a:cubicBezTo>
                  <a:pt x="10124314" y="5554815"/>
                  <a:pt x="10127792" y="5533555"/>
                  <a:pt x="10157181" y="5513153"/>
                </a:cubicBezTo>
                <a:cubicBezTo>
                  <a:pt x="10163122" y="5509024"/>
                  <a:pt x="10168561" y="5505832"/>
                  <a:pt x="10175345" y="5502892"/>
                </a:cubicBezTo>
                <a:cubicBezTo>
                  <a:pt x="10181729" y="5500220"/>
                  <a:pt x="10183246" y="5495631"/>
                  <a:pt x="10179404" y="5490071"/>
                </a:cubicBezTo>
                <a:lnTo>
                  <a:pt x="10169749" y="5476183"/>
                </a:lnTo>
                <a:cubicBezTo>
                  <a:pt x="10166705" y="5471812"/>
                  <a:pt x="10162801" y="5470415"/>
                  <a:pt x="10157606" y="5472254"/>
                </a:cubicBezTo>
                <a:close/>
                <a:moveTo>
                  <a:pt x="10415878" y="5434795"/>
                </a:moveTo>
                <a:cubicBezTo>
                  <a:pt x="10386049" y="5433473"/>
                  <a:pt x="10355639" y="5443884"/>
                  <a:pt x="10331004" y="5466363"/>
                </a:cubicBezTo>
                <a:cubicBezTo>
                  <a:pt x="10281361" y="5511652"/>
                  <a:pt x="10278057" y="5584030"/>
                  <a:pt x="10322694" y="5632944"/>
                </a:cubicBezTo>
                <a:cubicBezTo>
                  <a:pt x="10367323" y="5681849"/>
                  <a:pt x="10439701" y="5685171"/>
                  <a:pt x="10489335" y="5639883"/>
                </a:cubicBezTo>
                <a:cubicBezTo>
                  <a:pt x="10538597" y="5594916"/>
                  <a:pt x="10541919" y="5522547"/>
                  <a:pt x="10497272" y="5473624"/>
                </a:cubicBezTo>
                <a:cubicBezTo>
                  <a:pt x="10474958" y="5449171"/>
                  <a:pt x="10445708" y="5436116"/>
                  <a:pt x="10415878" y="5434795"/>
                </a:cubicBezTo>
                <a:close/>
                <a:moveTo>
                  <a:pt x="10539360" y="5244424"/>
                </a:moveTo>
                <a:cubicBezTo>
                  <a:pt x="10536202" y="5247452"/>
                  <a:pt x="10533036" y="5250479"/>
                  <a:pt x="10529940" y="5254192"/>
                </a:cubicBezTo>
                <a:cubicBezTo>
                  <a:pt x="10508861" y="5279408"/>
                  <a:pt x="10504116" y="5310713"/>
                  <a:pt x="10520606" y="5341498"/>
                </a:cubicBezTo>
                <a:lnTo>
                  <a:pt x="10520303" y="5341871"/>
                </a:lnTo>
                <a:lnTo>
                  <a:pt x="10493221" y="5319248"/>
                </a:lnTo>
                <a:cubicBezTo>
                  <a:pt x="10488390" y="5315215"/>
                  <a:pt x="10483636" y="5315640"/>
                  <a:pt x="10479603" y="5320463"/>
                </a:cubicBezTo>
                <a:lnTo>
                  <a:pt x="10465663" y="5337152"/>
                </a:lnTo>
                <a:cubicBezTo>
                  <a:pt x="10461630" y="5341975"/>
                  <a:pt x="10462055" y="5346746"/>
                  <a:pt x="10466878" y="5350771"/>
                </a:cubicBezTo>
                <a:lnTo>
                  <a:pt x="10624888" y="5482793"/>
                </a:lnTo>
                <a:cubicBezTo>
                  <a:pt x="10629720" y="5486818"/>
                  <a:pt x="10634490" y="5486401"/>
                  <a:pt x="10638506" y="5481570"/>
                </a:cubicBezTo>
                <a:lnTo>
                  <a:pt x="10652767" y="5464508"/>
                </a:lnTo>
                <a:cubicBezTo>
                  <a:pt x="10656800" y="5459693"/>
                  <a:pt x="10656376" y="5454923"/>
                  <a:pt x="10651552" y="5450897"/>
                </a:cubicBezTo>
                <a:lnTo>
                  <a:pt x="10583668" y="5394185"/>
                </a:lnTo>
                <a:cubicBezTo>
                  <a:pt x="10534337" y="5352957"/>
                  <a:pt x="10530798" y="5313471"/>
                  <a:pt x="10559310" y="5279347"/>
                </a:cubicBezTo>
                <a:cubicBezTo>
                  <a:pt x="10562398" y="5275643"/>
                  <a:pt x="10564879" y="5272676"/>
                  <a:pt x="10567430" y="5270386"/>
                </a:cubicBezTo>
                <a:cubicBezTo>
                  <a:pt x="10571819" y="5265867"/>
                  <a:pt x="10572443" y="5261356"/>
                  <a:pt x="10567629" y="5257331"/>
                </a:cubicBezTo>
                <a:lnTo>
                  <a:pt x="10553152" y="5245248"/>
                </a:lnTo>
                <a:cubicBezTo>
                  <a:pt x="10549084" y="5241831"/>
                  <a:pt x="10544191" y="5240903"/>
                  <a:pt x="10539360" y="5244424"/>
                </a:cubicBezTo>
                <a:close/>
                <a:moveTo>
                  <a:pt x="10770614" y="4927348"/>
                </a:moveTo>
                <a:cubicBezTo>
                  <a:pt x="10745749" y="4930088"/>
                  <a:pt x="10724387" y="4944651"/>
                  <a:pt x="10709817" y="4970144"/>
                </a:cubicBezTo>
                <a:cubicBezTo>
                  <a:pt x="10692069" y="5001198"/>
                  <a:pt x="10691879" y="5035600"/>
                  <a:pt x="10710936" y="5062655"/>
                </a:cubicBezTo>
                <a:lnTo>
                  <a:pt x="10710216" y="5063905"/>
                </a:lnTo>
                <a:cubicBezTo>
                  <a:pt x="10677731" y="5060357"/>
                  <a:pt x="10649843" y="5075051"/>
                  <a:pt x="10633059" y="5104413"/>
                </a:cubicBezTo>
                <a:cubicBezTo>
                  <a:pt x="10616500" y="5133368"/>
                  <a:pt x="10616916" y="5164777"/>
                  <a:pt x="10634230" y="5188042"/>
                </a:cubicBezTo>
                <a:lnTo>
                  <a:pt x="10633510" y="5189308"/>
                </a:lnTo>
                <a:lnTo>
                  <a:pt x="10609178" y="5175395"/>
                </a:lnTo>
                <a:cubicBezTo>
                  <a:pt x="10603731" y="5172272"/>
                  <a:pt x="10599099" y="5173538"/>
                  <a:pt x="10595993" y="5178986"/>
                </a:cubicBezTo>
                <a:lnTo>
                  <a:pt x="10585437" y="5197445"/>
                </a:lnTo>
                <a:cubicBezTo>
                  <a:pt x="10582314" y="5202901"/>
                  <a:pt x="10583572" y="5207524"/>
                  <a:pt x="10589028" y="5210638"/>
                </a:cubicBezTo>
                <a:lnTo>
                  <a:pt x="10767778" y="5312830"/>
                </a:lnTo>
                <a:cubicBezTo>
                  <a:pt x="10773226" y="5315952"/>
                  <a:pt x="10777849" y="5314695"/>
                  <a:pt x="10780963" y="5309230"/>
                </a:cubicBezTo>
                <a:lnTo>
                  <a:pt x="10791997" y="5289930"/>
                </a:lnTo>
                <a:cubicBezTo>
                  <a:pt x="10795120" y="5284482"/>
                  <a:pt x="10793853" y="5279867"/>
                  <a:pt x="10788406" y="5276744"/>
                </a:cubicBezTo>
                <a:lnTo>
                  <a:pt x="10688964" y="5219893"/>
                </a:lnTo>
                <a:cubicBezTo>
                  <a:pt x="10652879" y="5199266"/>
                  <a:pt x="10643415" y="5163225"/>
                  <a:pt x="10660929" y="5132596"/>
                </a:cubicBezTo>
                <a:cubicBezTo>
                  <a:pt x="10676751" y="5104908"/>
                  <a:pt x="10705523" y="5097422"/>
                  <a:pt x="10744141" y="5119489"/>
                </a:cubicBezTo>
                <a:lnTo>
                  <a:pt x="10845257" y="5177303"/>
                </a:lnTo>
                <a:cubicBezTo>
                  <a:pt x="10850722" y="5180417"/>
                  <a:pt x="10855328" y="5179159"/>
                  <a:pt x="10858450" y="5173703"/>
                </a:cubicBezTo>
                <a:lnTo>
                  <a:pt x="10869493" y="5154403"/>
                </a:lnTo>
                <a:cubicBezTo>
                  <a:pt x="10872607" y="5148947"/>
                  <a:pt x="10871349" y="5144332"/>
                  <a:pt x="10865893" y="5141218"/>
                </a:cubicBezTo>
                <a:lnTo>
                  <a:pt x="10766451" y="5084358"/>
                </a:lnTo>
                <a:cubicBezTo>
                  <a:pt x="10729941" y="5063497"/>
                  <a:pt x="10720894" y="5027698"/>
                  <a:pt x="10738407" y="4997070"/>
                </a:cubicBezTo>
                <a:cubicBezTo>
                  <a:pt x="10754481" y="4968956"/>
                  <a:pt x="10783019" y="4961887"/>
                  <a:pt x="10821620" y="4983954"/>
                </a:cubicBezTo>
                <a:lnTo>
                  <a:pt x="10922744" y="5041768"/>
                </a:lnTo>
                <a:cubicBezTo>
                  <a:pt x="10928192" y="5044891"/>
                  <a:pt x="10932815" y="5043633"/>
                  <a:pt x="10935686" y="5038602"/>
                </a:cubicBezTo>
                <a:lnTo>
                  <a:pt x="10946963" y="5018876"/>
                </a:lnTo>
                <a:cubicBezTo>
                  <a:pt x="10950094" y="5013420"/>
                  <a:pt x="10948819" y="5008797"/>
                  <a:pt x="10943371" y="5005683"/>
                </a:cubicBezTo>
                <a:lnTo>
                  <a:pt x="10833442" y="4942829"/>
                </a:lnTo>
                <a:cubicBezTo>
                  <a:pt x="10820854" y="4935634"/>
                  <a:pt x="10808452" y="4930911"/>
                  <a:pt x="10796525" y="4928582"/>
                </a:cubicBezTo>
                <a:cubicBezTo>
                  <a:pt x="10787580" y="4926835"/>
                  <a:pt x="10778902" y="4926435"/>
                  <a:pt x="10770614" y="4927348"/>
                </a:cubicBezTo>
                <a:close/>
                <a:moveTo>
                  <a:pt x="10891858" y="4697383"/>
                </a:moveTo>
                <a:cubicBezTo>
                  <a:pt x="10900645" y="4696286"/>
                  <a:pt x="10910286" y="4696674"/>
                  <a:pt x="10920723" y="4698597"/>
                </a:cubicBezTo>
                <a:lnTo>
                  <a:pt x="10875512" y="4835364"/>
                </a:lnTo>
                <a:cubicBezTo>
                  <a:pt x="10837407" y="4816662"/>
                  <a:pt x="10824638" y="4784446"/>
                  <a:pt x="10837380" y="4745889"/>
                </a:cubicBezTo>
                <a:cubicBezTo>
                  <a:pt x="10846820" y="4717316"/>
                  <a:pt x="10865497" y="4700672"/>
                  <a:pt x="10891858" y="4697383"/>
                </a:cubicBezTo>
                <a:close/>
                <a:moveTo>
                  <a:pt x="10902265" y="4656358"/>
                </a:moveTo>
                <a:cubicBezTo>
                  <a:pt x="10856889" y="4658278"/>
                  <a:pt x="10820303" y="4686659"/>
                  <a:pt x="10804488" y="4734508"/>
                </a:cubicBezTo>
                <a:cubicBezTo>
                  <a:pt x="10782646" y="4800597"/>
                  <a:pt x="10814437" y="4859981"/>
                  <a:pt x="10879607" y="4881519"/>
                </a:cubicBezTo>
                <a:cubicBezTo>
                  <a:pt x="10945705" y="4903370"/>
                  <a:pt x="11005696" y="4874328"/>
                  <a:pt x="11027998" y="4806860"/>
                </a:cubicBezTo>
                <a:cubicBezTo>
                  <a:pt x="11045441" y="4754068"/>
                  <a:pt x="11030192" y="4709327"/>
                  <a:pt x="10999260" y="4685863"/>
                </a:cubicBezTo>
                <a:cubicBezTo>
                  <a:pt x="10994975" y="4683425"/>
                  <a:pt x="10991002" y="4686193"/>
                  <a:pt x="10988885" y="4692620"/>
                </a:cubicBezTo>
                <a:lnTo>
                  <a:pt x="10982362" y="4712354"/>
                </a:lnTo>
                <a:cubicBezTo>
                  <a:pt x="10980697" y="4717402"/>
                  <a:pt x="10981928" y="4721375"/>
                  <a:pt x="10986214" y="4725339"/>
                </a:cubicBezTo>
                <a:cubicBezTo>
                  <a:pt x="11000309" y="4739669"/>
                  <a:pt x="11004499" y="4765492"/>
                  <a:pt x="10994645" y="4795323"/>
                </a:cubicBezTo>
                <a:cubicBezTo>
                  <a:pt x="10981000" y="4836630"/>
                  <a:pt x="10950172" y="4855965"/>
                  <a:pt x="10905959" y="4846449"/>
                </a:cubicBezTo>
                <a:lnTo>
                  <a:pt x="10961336" y="4678932"/>
                </a:lnTo>
                <a:cubicBezTo>
                  <a:pt x="10963296" y="4672964"/>
                  <a:pt x="10962064" y="4667456"/>
                  <a:pt x="10954266" y="4664880"/>
                </a:cubicBezTo>
                <a:lnTo>
                  <a:pt x="10950128" y="4663518"/>
                </a:lnTo>
                <a:cubicBezTo>
                  <a:pt x="10933493" y="4658019"/>
                  <a:pt x="10917391" y="4655718"/>
                  <a:pt x="10902265" y="4656358"/>
                </a:cubicBezTo>
                <a:close/>
                <a:moveTo>
                  <a:pt x="10997751" y="4412884"/>
                </a:moveTo>
                <a:cubicBezTo>
                  <a:pt x="11042605" y="4420049"/>
                  <a:pt x="11072236" y="4455128"/>
                  <a:pt x="11064985" y="4500468"/>
                </a:cubicBezTo>
                <a:cubicBezTo>
                  <a:pt x="11057829" y="4545331"/>
                  <a:pt x="11018656" y="4569897"/>
                  <a:pt x="10973801" y="4562732"/>
                </a:cubicBezTo>
                <a:cubicBezTo>
                  <a:pt x="10929415" y="4555636"/>
                  <a:pt x="10899862" y="4520081"/>
                  <a:pt x="10907027" y="4475226"/>
                </a:cubicBezTo>
                <a:cubicBezTo>
                  <a:pt x="10914270" y="4429886"/>
                  <a:pt x="10953356" y="4405788"/>
                  <a:pt x="10997751" y="4412884"/>
                </a:cubicBezTo>
                <a:close/>
                <a:moveTo>
                  <a:pt x="10790818" y="4338710"/>
                </a:moveTo>
                <a:cubicBezTo>
                  <a:pt x="10784616" y="4337722"/>
                  <a:pt x="10780747" y="4340524"/>
                  <a:pt x="10779758" y="4346726"/>
                </a:cubicBezTo>
                <a:lnTo>
                  <a:pt x="10776245" y="4368680"/>
                </a:lnTo>
                <a:cubicBezTo>
                  <a:pt x="10775256" y="4374891"/>
                  <a:pt x="10778067" y="4378760"/>
                  <a:pt x="10784269" y="4379748"/>
                </a:cubicBezTo>
                <a:lnTo>
                  <a:pt x="10922189" y="4401790"/>
                </a:lnTo>
                <a:lnTo>
                  <a:pt x="10921877" y="4403698"/>
                </a:lnTo>
                <a:cubicBezTo>
                  <a:pt x="10894605" y="4412060"/>
                  <a:pt x="10874221" y="4441605"/>
                  <a:pt x="10868886" y="4475009"/>
                </a:cubicBezTo>
                <a:cubicBezTo>
                  <a:pt x="10859058" y="4536561"/>
                  <a:pt x="10901718" y="4594280"/>
                  <a:pt x="10967087" y="4604732"/>
                </a:cubicBezTo>
                <a:cubicBezTo>
                  <a:pt x="11032474" y="4615176"/>
                  <a:pt x="11090990" y="4573627"/>
                  <a:pt x="11100896" y="4511588"/>
                </a:cubicBezTo>
                <a:cubicBezTo>
                  <a:pt x="11106387" y="4477221"/>
                  <a:pt x="11096629" y="4443366"/>
                  <a:pt x="11072922" y="4426364"/>
                </a:cubicBezTo>
                <a:lnTo>
                  <a:pt x="11073069" y="4425410"/>
                </a:lnTo>
                <a:lnTo>
                  <a:pt x="11099318" y="4429599"/>
                </a:lnTo>
                <a:cubicBezTo>
                  <a:pt x="11105520" y="4430588"/>
                  <a:pt x="11109388" y="4427786"/>
                  <a:pt x="11110395" y="4421576"/>
                </a:cubicBezTo>
                <a:lnTo>
                  <a:pt x="11113812" y="4400098"/>
                </a:lnTo>
                <a:cubicBezTo>
                  <a:pt x="11114810" y="4393896"/>
                  <a:pt x="11112008" y="4390027"/>
                  <a:pt x="11105788" y="4389039"/>
                </a:cubicBezTo>
                <a:close/>
                <a:moveTo>
                  <a:pt x="10890455" y="2499037"/>
                </a:moveTo>
                <a:cubicBezTo>
                  <a:pt x="11340987" y="2953524"/>
                  <a:pt x="11588946" y="3555764"/>
                  <a:pt x="11588940" y="4196137"/>
                </a:cubicBezTo>
                <a:cubicBezTo>
                  <a:pt x="11588940" y="4840133"/>
                  <a:pt x="11338134" y="5445599"/>
                  <a:pt x="10882773" y="5900959"/>
                </a:cubicBezTo>
                <a:cubicBezTo>
                  <a:pt x="10427413" y="6356320"/>
                  <a:pt x="9821967" y="6607099"/>
                  <a:pt x="9177977" y="6607099"/>
                </a:cubicBezTo>
                <a:cubicBezTo>
                  <a:pt x="8533989" y="6607099"/>
                  <a:pt x="7928542" y="6356313"/>
                  <a:pt x="7473175" y="5900946"/>
                </a:cubicBezTo>
                <a:cubicBezTo>
                  <a:pt x="7472519" y="5900290"/>
                  <a:pt x="7471889" y="5899620"/>
                  <a:pt x="7471266" y="5898950"/>
                </a:cubicBezTo>
                <a:cubicBezTo>
                  <a:pt x="7471166" y="5898850"/>
                  <a:pt x="7471065" y="5898743"/>
                  <a:pt x="7470972" y="5898636"/>
                </a:cubicBezTo>
                <a:lnTo>
                  <a:pt x="7466799" y="5133064"/>
                </a:lnTo>
                <a:lnTo>
                  <a:pt x="8232545" y="5137237"/>
                </a:lnTo>
                <a:cubicBezTo>
                  <a:pt x="8233214" y="5138000"/>
                  <a:pt x="8233891" y="5138764"/>
                  <a:pt x="8234621" y="5139494"/>
                </a:cubicBezTo>
                <a:cubicBezTo>
                  <a:pt x="8494743" y="5399609"/>
                  <a:pt x="8836323" y="5529656"/>
                  <a:pt x="9177998" y="5529630"/>
                </a:cubicBezTo>
                <a:cubicBezTo>
                  <a:pt x="9519592" y="5529603"/>
                  <a:pt x="9861286" y="5399562"/>
                  <a:pt x="10121334" y="5139514"/>
                </a:cubicBezTo>
                <a:cubicBezTo>
                  <a:pt x="10638973" y="4621875"/>
                  <a:pt x="10641464" y="3781174"/>
                  <a:pt x="10128882" y="3260379"/>
                </a:cubicBezTo>
                <a:lnTo>
                  <a:pt x="10894621" y="3264548"/>
                </a:lnTo>
                <a:close/>
                <a:moveTo>
                  <a:pt x="10876558" y="2465906"/>
                </a:moveTo>
                <a:lnTo>
                  <a:pt x="10880824" y="3250759"/>
                </a:lnTo>
                <a:lnTo>
                  <a:pt x="10112333" y="3246573"/>
                </a:lnTo>
                <a:lnTo>
                  <a:pt x="10110793" y="3246687"/>
                </a:lnTo>
                <a:lnTo>
                  <a:pt x="10099180" y="3250786"/>
                </a:lnTo>
                <a:lnTo>
                  <a:pt x="10107196" y="3258494"/>
                </a:lnTo>
                <a:cubicBezTo>
                  <a:pt x="10107980" y="3259243"/>
                  <a:pt x="10108784" y="3259944"/>
                  <a:pt x="10109594" y="3260637"/>
                </a:cubicBezTo>
                <a:cubicBezTo>
                  <a:pt x="10110290" y="3261236"/>
                  <a:pt x="10110987" y="3261826"/>
                  <a:pt x="10111643" y="3262478"/>
                </a:cubicBezTo>
                <a:cubicBezTo>
                  <a:pt x="10361036" y="3511871"/>
                  <a:pt x="10498377" y="3843452"/>
                  <a:pt x="10498377" y="4196150"/>
                </a:cubicBezTo>
                <a:cubicBezTo>
                  <a:pt x="10498370" y="4548842"/>
                  <a:pt x="10361023" y="4880423"/>
                  <a:pt x="10111637" y="5129816"/>
                </a:cubicBezTo>
                <a:cubicBezTo>
                  <a:pt x="9596818" y="5644622"/>
                  <a:pt x="8759151" y="5644615"/>
                  <a:pt x="8244318" y="5129796"/>
                </a:cubicBezTo>
                <a:cubicBezTo>
                  <a:pt x="8243716" y="5129193"/>
                  <a:pt x="8243166" y="5128550"/>
                  <a:pt x="8242611" y="5127914"/>
                </a:cubicBezTo>
                <a:cubicBezTo>
                  <a:pt x="8241834" y="5127017"/>
                  <a:pt x="8241057" y="5126126"/>
                  <a:pt x="8240200" y="5125275"/>
                </a:cubicBezTo>
                <a:lnTo>
                  <a:pt x="8235156" y="5120768"/>
                </a:lnTo>
                <a:lnTo>
                  <a:pt x="8232330" y="5123521"/>
                </a:lnTo>
                <a:lnTo>
                  <a:pt x="7453003" y="5119268"/>
                </a:lnTo>
                <a:lnTo>
                  <a:pt x="7457356" y="5918064"/>
                </a:lnTo>
                <a:lnTo>
                  <a:pt x="7464127" y="5911293"/>
                </a:lnTo>
                <a:cubicBezTo>
                  <a:pt x="7695437" y="6142443"/>
                  <a:pt x="7965069" y="6321414"/>
                  <a:pt x="8265575" y="6443271"/>
                </a:cubicBezTo>
                <a:cubicBezTo>
                  <a:pt x="8556089" y="6561082"/>
                  <a:pt x="8863065" y="6620815"/>
                  <a:pt x="9177977" y="6620815"/>
                </a:cubicBezTo>
                <a:cubicBezTo>
                  <a:pt x="9177998" y="6620815"/>
                  <a:pt x="9177971" y="6620815"/>
                  <a:pt x="9177991" y="6620815"/>
                </a:cubicBezTo>
                <a:cubicBezTo>
                  <a:pt x="9492876" y="6620815"/>
                  <a:pt x="9799886" y="6561075"/>
                  <a:pt x="10090380" y="6443277"/>
                </a:cubicBezTo>
                <a:cubicBezTo>
                  <a:pt x="10391160" y="6321307"/>
                  <a:pt x="10661013" y="6142115"/>
                  <a:pt x="10892471" y="5910657"/>
                </a:cubicBezTo>
                <a:cubicBezTo>
                  <a:pt x="11123928" y="5679200"/>
                  <a:pt x="11303134" y="5409333"/>
                  <a:pt x="11425111" y="5108546"/>
                </a:cubicBezTo>
                <a:cubicBezTo>
                  <a:pt x="11542923" y="4818032"/>
                  <a:pt x="11602656" y="4511049"/>
                  <a:pt x="11602656" y="4196137"/>
                </a:cubicBezTo>
                <a:cubicBezTo>
                  <a:pt x="11602656" y="3881225"/>
                  <a:pt x="11542923" y="3574249"/>
                  <a:pt x="11425118" y="3283736"/>
                </a:cubicBezTo>
                <a:cubicBezTo>
                  <a:pt x="11303140" y="2982955"/>
                  <a:pt x="11123942" y="2713089"/>
                  <a:pt x="10892491" y="2481641"/>
                </a:cubicBezTo>
                <a:cubicBezTo>
                  <a:pt x="10891748" y="2480896"/>
                  <a:pt x="10890977" y="2480188"/>
                  <a:pt x="10890214" y="2479483"/>
                </a:cubicBezTo>
                <a:cubicBezTo>
                  <a:pt x="10889591" y="2478913"/>
                  <a:pt x="10888968" y="2478343"/>
                  <a:pt x="10888365" y="2477740"/>
                </a:cubicBezTo>
                <a:close/>
                <a:moveTo>
                  <a:pt x="6930074" y="250899"/>
                </a:moveTo>
                <a:lnTo>
                  <a:pt x="7781002" y="250899"/>
                </a:lnTo>
                <a:cubicBezTo>
                  <a:pt x="7893583" y="250899"/>
                  <a:pt x="7948313" y="305599"/>
                  <a:pt x="7948313" y="418123"/>
                </a:cubicBezTo>
                <a:lnTo>
                  <a:pt x="7948313" y="2108754"/>
                </a:lnTo>
                <a:lnTo>
                  <a:pt x="7958620" y="2102768"/>
                </a:lnTo>
                <a:cubicBezTo>
                  <a:pt x="8368479" y="1864542"/>
                  <a:pt x="8836692" y="1753571"/>
                  <a:pt x="9312613" y="1781767"/>
                </a:cubicBezTo>
                <a:cubicBezTo>
                  <a:pt x="9791132" y="1810143"/>
                  <a:pt x="10244852" y="1977756"/>
                  <a:pt x="10625016" y="2266585"/>
                </a:cubicBezTo>
                <a:lnTo>
                  <a:pt x="10628947" y="2994133"/>
                </a:lnTo>
                <a:lnTo>
                  <a:pt x="9761845" y="2994133"/>
                </a:lnTo>
                <a:cubicBezTo>
                  <a:pt x="9247971" y="2738759"/>
                  <a:pt x="8630878" y="2839272"/>
                  <a:pt x="8225714" y="3244426"/>
                </a:cubicBezTo>
                <a:cubicBezTo>
                  <a:pt x="8009767" y="3460375"/>
                  <a:pt x="7877791" y="3734615"/>
                  <a:pt x="7844056" y="4037485"/>
                </a:cubicBezTo>
                <a:cubicBezTo>
                  <a:pt x="7811796" y="4327142"/>
                  <a:pt x="7876056" y="4622954"/>
                  <a:pt x="8025077" y="4871898"/>
                </a:cubicBezTo>
                <a:lnTo>
                  <a:pt x="7201159" y="4867404"/>
                </a:lnTo>
                <a:lnTo>
                  <a:pt x="7205064" y="5586355"/>
                </a:lnTo>
                <a:cubicBezTo>
                  <a:pt x="6888323" y="5142481"/>
                  <a:pt x="6731339" y="4597323"/>
                  <a:pt x="6762769" y="4048375"/>
                </a:cubicBezTo>
                <a:lnTo>
                  <a:pt x="6762769" y="418123"/>
                </a:lnTo>
                <a:cubicBezTo>
                  <a:pt x="6762769" y="305599"/>
                  <a:pt x="6817493" y="250899"/>
                  <a:pt x="6930074" y="250899"/>
                </a:cubicBezTo>
                <a:close/>
                <a:moveTo>
                  <a:pt x="6930074" y="237183"/>
                </a:moveTo>
                <a:cubicBezTo>
                  <a:pt x="6809958" y="237183"/>
                  <a:pt x="6749053" y="298061"/>
                  <a:pt x="6749053" y="418123"/>
                </a:cubicBezTo>
                <a:lnTo>
                  <a:pt x="6749067" y="4047980"/>
                </a:lnTo>
                <a:cubicBezTo>
                  <a:pt x="6717047" y="4606887"/>
                  <a:pt x="6879503" y="5162264"/>
                  <a:pt x="7206490" y="5611798"/>
                </a:cubicBezTo>
                <a:lnTo>
                  <a:pt x="7219007" y="5629010"/>
                </a:lnTo>
                <a:lnTo>
                  <a:pt x="7214955" y="4881200"/>
                </a:lnTo>
                <a:lnTo>
                  <a:pt x="8049555" y="4885748"/>
                </a:lnTo>
                <a:lnTo>
                  <a:pt x="8043132" y="4875246"/>
                </a:lnTo>
                <a:cubicBezTo>
                  <a:pt x="7891165" y="4626724"/>
                  <a:pt x="7825311" y="4329741"/>
                  <a:pt x="7857692" y="4039006"/>
                </a:cubicBezTo>
                <a:cubicBezTo>
                  <a:pt x="7891071" y="3739256"/>
                  <a:pt x="8021688" y="3467849"/>
                  <a:pt x="8235411" y="3254124"/>
                </a:cubicBezTo>
                <a:cubicBezTo>
                  <a:pt x="8636778" y="2852770"/>
                  <a:pt x="9248312" y="2753513"/>
                  <a:pt x="9757171" y="3007129"/>
                </a:cubicBezTo>
                <a:lnTo>
                  <a:pt x="9758617" y="3007849"/>
                </a:lnTo>
                <a:lnTo>
                  <a:pt x="10642743" y="3007849"/>
                </a:lnTo>
                <a:lnTo>
                  <a:pt x="10638692" y="2259765"/>
                </a:lnTo>
                <a:lnTo>
                  <a:pt x="10636013" y="2257719"/>
                </a:lnTo>
                <a:cubicBezTo>
                  <a:pt x="10253130" y="1965995"/>
                  <a:pt x="9795787" y="1796678"/>
                  <a:pt x="9313423" y="1768074"/>
                </a:cubicBezTo>
                <a:cubicBezTo>
                  <a:pt x="8838761" y="1739962"/>
                  <a:pt x="8371774" y="1849466"/>
                  <a:pt x="7962029" y="2084952"/>
                </a:cubicBezTo>
                <a:lnTo>
                  <a:pt x="7962029" y="418123"/>
                </a:lnTo>
                <a:cubicBezTo>
                  <a:pt x="7962029" y="298061"/>
                  <a:pt x="7901124" y="237183"/>
                  <a:pt x="7781002" y="237183"/>
                </a:cubicBez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BE"/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D7E8D27F-531C-8877-90CE-F949EAD78F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3525679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A8FC-CC62-BD7A-FB52-4C3D691A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2377550"/>
            <a:ext cx="6037443" cy="1200329"/>
          </a:xfrm>
        </p:spPr>
        <p:txBody>
          <a:bodyPr wrap="square" anchor="b">
            <a:sp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83F-B738-C798-4D61-0851CC1A5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C8602-E040-8CA8-4C7F-E8D53B18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652AF-F2FB-EC30-C855-3B50BB083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5" y="3649401"/>
            <a:ext cx="6037443" cy="523220"/>
          </a:xfr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65020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A0783C-E133-846E-8B10-75C122EDB9D6}"/>
              </a:ext>
            </a:extLst>
          </p:cNvPr>
          <p:cNvSpPr/>
          <p:nvPr userDrawn="1"/>
        </p:nvSpPr>
        <p:spPr>
          <a:xfrm>
            <a:off x="0" y="0"/>
            <a:ext cx="5446756" cy="6869723"/>
          </a:xfrm>
          <a:custGeom>
            <a:avLst/>
            <a:gdLst>
              <a:gd name="connsiteX0" fmla="*/ 0 w 6095981"/>
              <a:gd name="connsiteY0" fmla="*/ 0 h 6869723"/>
              <a:gd name="connsiteX1" fmla="*/ 4467024 w 6095981"/>
              <a:gd name="connsiteY1" fmla="*/ 0 h 6869723"/>
              <a:gd name="connsiteX2" fmla="*/ 4513258 w 6095981"/>
              <a:gd name="connsiteY2" fmla="*/ 36333 h 6869723"/>
              <a:gd name="connsiteX3" fmla="*/ 6095981 w 6095981"/>
              <a:gd name="connsiteY3" fmla="*/ 3392425 h 6869723"/>
              <a:gd name="connsiteX4" fmla="*/ 6095981 w 6095981"/>
              <a:gd name="connsiteY4" fmla="*/ 3465565 h 6869723"/>
              <a:gd name="connsiteX5" fmla="*/ 4513258 w 6095981"/>
              <a:gd name="connsiteY5" fmla="*/ 6821656 h 6869723"/>
              <a:gd name="connsiteX6" fmla="*/ 4452092 w 6095981"/>
              <a:gd name="connsiteY6" fmla="*/ 6869723 h 6869723"/>
              <a:gd name="connsiteX7" fmla="*/ 0 w 6095981"/>
              <a:gd name="connsiteY7" fmla="*/ 6869723 h 6869723"/>
              <a:gd name="connsiteX8" fmla="*/ 0 w 6095981"/>
              <a:gd name="connsiteY8" fmla="*/ 0 h 686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5981" h="6869723">
                <a:moveTo>
                  <a:pt x="0" y="0"/>
                </a:moveTo>
                <a:lnTo>
                  <a:pt x="4467024" y="0"/>
                </a:lnTo>
                <a:lnTo>
                  <a:pt x="4513258" y="36333"/>
                </a:lnTo>
                <a:cubicBezTo>
                  <a:pt x="5479867" y="834049"/>
                  <a:pt x="6095981" y="2041287"/>
                  <a:pt x="6095981" y="3392425"/>
                </a:cubicBezTo>
                <a:lnTo>
                  <a:pt x="6095981" y="3465565"/>
                </a:lnTo>
                <a:cubicBezTo>
                  <a:pt x="6095981" y="4816703"/>
                  <a:pt x="5479867" y="6023940"/>
                  <a:pt x="4513258" y="6821656"/>
                </a:cubicBezTo>
                <a:lnTo>
                  <a:pt x="4452092" y="6869723"/>
                </a:lnTo>
                <a:lnTo>
                  <a:pt x="0" y="686972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50C2EF">
                  <a:alpha val="27927"/>
                </a:srgbClr>
              </a:gs>
              <a:gs pos="67000">
                <a:srgbClr val="2B8CCC">
                  <a:alpha val="0"/>
                </a:srgbClr>
              </a:gs>
              <a:gs pos="88000">
                <a:srgbClr val="E11A53">
                  <a:alpha val="5033"/>
                </a:srgb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7971A1-906B-3815-1AA7-D66AD541D36B}"/>
              </a:ext>
            </a:extLst>
          </p:cNvPr>
          <p:cNvGrpSpPr/>
          <p:nvPr userDrawn="1"/>
        </p:nvGrpSpPr>
        <p:grpSpPr>
          <a:xfrm>
            <a:off x="1176069" y="2876116"/>
            <a:ext cx="3094620" cy="1105769"/>
            <a:chOff x="1176069" y="2876116"/>
            <a:chExt cx="3094620" cy="1105769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ECB5C6-9A11-E0B2-4A89-1E8223674751}"/>
                </a:ext>
              </a:extLst>
            </p:cNvPr>
            <p:cNvSpPr/>
            <p:nvPr/>
          </p:nvSpPr>
          <p:spPr>
            <a:xfrm>
              <a:off x="3193481" y="3911174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3CDF637-3DA8-E949-C6DD-D70FEF39A310}"/>
                </a:ext>
              </a:extLst>
            </p:cNvPr>
            <p:cNvSpPr/>
            <p:nvPr/>
          </p:nvSpPr>
          <p:spPr>
            <a:xfrm>
              <a:off x="1865277" y="3141800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9B4F05-8E7C-CAC3-AFE8-E114CC33B099}"/>
                </a:ext>
              </a:extLst>
            </p:cNvPr>
            <p:cNvSpPr/>
            <p:nvPr/>
          </p:nvSpPr>
          <p:spPr>
            <a:xfrm>
              <a:off x="3176749" y="2997235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7B6C1B-F390-91CD-D9C9-A7B5CC318B51}"/>
                </a:ext>
              </a:extLst>
            </p:cNvPr>
            <p:cNvSpPr/>
            <p:nvPr/>
          </p:nvSpPr>
          <p:spPr>
            <a:xfrm>
              <a:off x="3627237" y="3152722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98296C-A144-7BB5-2F59-37BC1D03CEBB}"/>
                </a:ext>
              </a:extLst>
            </p:cNvPr>
            <p:cNvSpPr/>
            <p:nvPr/>
          </p:nvSpPr>
          <p:spPr>
            <a:xfrm>
              <a:off x="3825643" y="3152722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D9492BE-AD18-ADDF-3CAA-A16EF4BE9758}"/>
                </a:ext>
              </a:extLst>
            </p:cNvPr>
            <p:cNvSpPr/>
            <p:nvPr/>
          </p:nvSpPr>
          <p:spPr>
            <a:xfrm>
              <a:off x="2680681" y="3674527"/>
              <a:ext cx="170853" cy="182308"/>
            </a:xfrm>
            <a:custGeom>
              <a:avLst/>
              <a:gdLst>
                <a:gd name="connsiteX0" fmla="*/ 775 w 170853"/>
                <a:gd name="connsiteY0" fmla="*/ 176327 h 182308"/>
                <a:gd name="connsiteX1" fmla="*/ 72923 w 170853"/>
                <a:gd name="connsiteY1" fmla="*/ 3905 h 182308"/>
                <a:gd name="connsiteX2" fmla="*/ 78918 w 170853"/>
                <a:gd name="connsiteY2" fmla="*/ 0 h 182308"/>
                <a:gd name="connsiteX3" fmla="*/ 92196 w 170853"/>
                <a:gd name="connsiteY3" fmla="*/ 0 h 182308"/>
                <a:gd name="connsiteX4" fmla="*/ 98184 w 170853"/>
                <a:gd name="connsiteY4" fmla="*/ 3905 h 182308"/>
                <a:gd name="connsiteX5" fmla="*/ 170332 w 170853"/>
                <a:gd name="connsiteY5" fmla="*/ 176327 h 182308"/>
                <a:gd name="connsiteX6" fmla="*/ 170853 w 170853"/>
                <a:gd name="connsiteY6" fmla="*/ 178924 h 182308"/>
                <a:gd name="connsiteX7" fmla="*/ 170206 w 170853"/>
                <a:gd name="connsiteY7" fmla="*/ 181146 h 182308"/>
                <a:gd name="connsiteX8" fmla="*/ 166688 w 170853"/>
                <a:gd name="connsiteY8" fmla="*/ 182308 h 182308"/>
                <a:gd name="connsiteX9" fmla="*/ 152622 w 170853"/>
                <a:gd name="connsiteY9" fmla="*/ 182308 h 182308"/>
                <a:gd name="connsiteX10" fmla="*/ 146628 w 170853"/>
                <a:gd name="connsiteY10" fmla="*/ 178403 h 182308"/>
                <a:gd name="connsiteX11" fmla="*/ 131261 w 170853"/>
                <a:gd name="connsiteY11" fmla="*/ 140900 h 182308"/>
                <a:gd name="connsiteX12" fmla="*/ 39846 w 170853"/>
                <a:gd name="connsiteY12" fmla="*/ 140900 h 182308"/>
                <a:gd name="connsiteX13" fmla="*/ 24473 w 170853"/>
                <a:gd name="connsiteY13" fmla="*/ 178403 h 182308"/>
                <a:gd name="connsiteX14" fmla="*/ 18491 w 170853"/>
                <a:gd name="connsiteY14" fmla="*/ 182308 h 182308"/>
                <a:gd name="connsiteX15" fmla="*/ 4686 w 170853"/>
                <a:gd name="connsiteY15" fmla="*/ 182308 h 182308"/>
                <a:gd name="connsiteX16" fmla="*/ 0 w 170853"/>
                <a:gd name="connsiteY16" fmla="*/ 179191 h 182308"/>
                <a:gd name="connsiteX17" fmla="*/ 775 w 170853"/>
                <a:gd name="connsiteY17" fmla="*/ 176327 h 182308"/>
                <a:gd name="connsiteX18" fmla="*/ 122669 w 170853"/>
                <a:gd name="connsiteY18" fmla="*/ 119545 h 182308"/>
                <a:gd name="connsiteX19" fmla="*/ 85947 w 170853"/>
                <a:gd name="connsiteY19" fmla="*/ 29165 h 182308"/>
                <a:gd name="connsiteX20" fmla="*/ 85420 w 170853"/>
                <a:gd name="connsiteY20" fmla="*/ 29165 h 182308"/>
                <a:gd name="connsiteX21" fmla="*/ 48438 w 170853"/>
                <a:gd name="connsiteY21" fmla="*/ 119545 h 182308"/>
                <a:gd name="connsiteX22" fmla="*/ 122669 w 170853"/>
                <a:gd name="connsiteY22" fmla="*/ 119545 h 182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0853" h="182308">
                  <a:moveTo>
                    <a:pt x="775" y="176327"/>
                  </a:moveTo>
                  <a:lnTo>
                    <a:pt x="72923" y="3905"/>
                  </a:lnTo>
                  <a:cubicBezTo>
                    <a:pt x="73793" y="1295"/>
                    <a:pt x="75787" y="0"/>
                    <a:pt x="78918" y="0"/>
                  </a:cubicBezTo>
                  <a:lnTo>
                    <a:pt x="92196" y="0"/>
                  </a:lnTo>
                  <a:cubicBezTo>
                    <a:pt x="95320" y="0"/>
                    <a:pt x="97314" y="1295"/>
                    <a:pt x="98184" y="3905"/>
                  </a:cubicBezTo>
                  <a:lnTo>
                    <a:pt x="170332" y="176327"/>
                  </a:lnTo>
                  <a:cubicBezTo>
                    <a:pt x="170675" y="177362"/>
                    <a:pt x="170853" y="178238"/>
                    <a:pt x="170853" y="178924"/>
                  </a:cubicBezTo>
                  <a:cubicBezTo>
                    <a:pt x="170853" y="179622"/>
                    <a:pt x="170631" y="180359"/>
                    <a:pt x="170206" y="181146"/>
                  </a:cubicBezTo>
                  <a:cubicBezTo>
                    <a:pt x="169767" y="181921"/>
                    <a:pt x="168593" y="182308"/>
                    <a:pt x="166688" y="182308"/>
                  </a:cubicBezTo>
                  <a:lnTo>
                    <a:pt x="152622" y="182308"/>
                  </a:lnTo>
                  <a:cubicBezTo>
                    <a:pt x="149492" y="182308"/>
                    <a:pt x="147498" y="181013"/>
                    <a:pt x="146628" y="178403"/>
                  </a:cubicBezTo>
                  <a:lnTo>
                    <a:pt x="131261" y="140900"/>
                  </a:lnTo>
                  <a:lnTo>
                    <a:pt x="39846" y="140900"/>
                  </a:lnTo>
                  <a:lnTo>
                    <a:pt x="24473" y="178403"/>
                  </a:lnTo>
                  <a:cubicBezTo>
                    <a:pt x="23609" y="181013"/>
                    <a:pt x="21616" y="182308"/>
                    <a:pt x="18491" y="182308"/>
                  </a:cubicBezTo>
                  <a:lnTo>
                    <a:pt x="4686" y="182308"/>
                  </a:lnTo>
                  <a:cubicBezTo>
                    <a:pt x="1556" y="182308"/>
                    <a:pt x="0" y="181267"/>
                    <a:pt x="0" y="179191"/>
                  </a:cubicBezTo>
                  <a:cubicBezTo>
                    <a:pt x="0" y="178498"/>
                    <a:pt x="260" y="177540"/>
                    <a:pt x="775" y="176327"/>
                  </a:cubicBezTo>
                  <a:close/>
                  <a:moveTo>
                    <a:pt x="122669" y="119545"/>
                  </a:moveTo>
                  <a:lnTo>
                    <a:pt x="85947" y="29165"/>
                  </a:lnTo>
                  <a:lnTo>
                    <a:pt x="85420" y="29165"/>
                  </a:lnTo>
                  <a:lnTo>
                    <a:pt x="48438" y="119545"/>
                  </a:lnTo>
                  <a:lnTo>
                    <a:pt x="122669" y="119545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49CD717-563D-342D-D7DC-8DF57D7EC4B5}"/>
                </a:ext>
              </a:extLst>
            </p:cNvPr>
            <p:cNvSpPr/>
            <p:nvPr/>
          </p:nvSpPr>
          <p:spPr>
            <a:xfrm>
              <a:off x="2868717" y="3732864"/>
              <a:ext cx="121373" cy="126581"/>
            </a:xfrm>
            <a:custGeom>
              <a:avLst/>
              <a:gdLst>
                <a:gd name="connsiteX0" fmla="*/ 17710 w 121373"/>
                <a:gd name="connsiteY0" fmla="*/ 17971 h 126581"/>
                <a:gd name="connsiteX1" fmla="*/ 63030 w 121373"/>
                <a:gd name="connsiteY1" fmla="*/ 0 h 126581"/>
                <a:gd name="connsiteX2" fmla="*/ 101314 w 121373"/>
                <a:gd name="connsiteY2" fmla="*/ 11595 h 126581"/>
                <a:gd name="connsiteX3" fmla="*/ 121374 w 121373"/>
                <a:gd name="connsiteY3" fmla="*/ 42196 h 126581"/>
                <a:gd name="connsiteX4" fmla="*/ 121374 w 121373"/>
                <a:gd name="connsiteY4" fmla="*/ 43498 h 126581"/>
                <a:gd name="connsiteX5" fmla="*/ 116421 w 121373"/>
                <a:gd name="connsiteY5" fmla="*/ 47663 h 126581"/>
                <a:gd name="connsiteX6" fmla="*/ 103664 w 121373"/>
                <a:gd name="connsiteY6" fmla="*/ 47663 h 126581"/>
                <a:gd name="connsiteX7" fmla="*/ 97930 w 121373"/>
                <a:gd name="connsiteY7" fmla="*/ 43237 h 126581"/>
                <a:gd name="connsiteX8" fmla="*/ 63297 w 121373"/>
                <a:gd name="connsiteY8" fmla="*/ 20320 h 126581"/>
                <a:gd name="connsiteX9" fmla="*/ 33992 w 121373"/>
                <a:gd name="connsiteY9" fmla="*/ 32423 h 126581"/>
                <a:gd name="connsiteX10" fmla="*/ 22917 w 121373"/>
                <a:gd name="connsiteY10" fmla="*/ 63284 h 126581"/>
                <a:gd name="connsiteX11" fmla="*/ 33992 w 121373"/>
                <a:gd name="connsiteY11" fmla="*/ 94418 h 126581"/>
                <a:gd name="connsiteX12" fmla="*/ 63297 w 121373"/>
                <a:gd name="connsiteY12" fmla="*/ 106528 h 126581"/>
                <a:gd name="connsiteX13" fmla="*/ 85173 w 121373"/>
                <a:gd name="connsiteY13" fmla="*/ 100533 h 126581"/>
                <a:gd name="connsiteX14" fmla="*/ 97930 w 121373"/>
                <a:gd name="connsiteY14" fmla="*/ 83604 h 126581"/>
                <a:gd name="connsiteX15" fmla="*/ 103403 w 121373"/>
                <a:gd name="connsiteY15" fmla="*/ 79179 h 126581"/>
                <a:gd name="connsiteX16" fmla="*/ 116161 w 121373"/>
                <a:gd name="connsiteY16" fmla="*/ 79179 h 126581"/>
                <a:gd name="connsiteX17" fmla="*/ 120066 w 121373"/>
                <a:gd name="connsiteY17" fmla="*/ 80353 h 126581"/>
                <a:gd name="connsiteX18" fmla="*/ 121374 w 121373"/>
                <a:gd name="connsiteY18" fmla="*/ 82823 h 126581"/>
                <a:gd name="connsiteX19" fmla="*/ 121107 w 121373"/>
                <a:gd name="connsiteY19" fmla="*/ 84125 h 126581"/>
                <a:gd name="connsiteX20" fmla="*/ 101314 w 121373"/>
                <a:gd name="connsiteY20" fmla="*/ 114859 h 126581"/>
                <a:gd name="connsiteX21" fmla="*/ 63030 w 121373"/>
                <a:gd name="connsiteY21" fmla="*/ 126581 h 126581"/>
                <a:gd name="connsiteX22" fmla="*/ 17577 w 121373"/>
                <a:gd name="connsiteY22" fmla="*/ 108484 h 126581"/>
                <a:gd name="connsiteX23" fmla="*/ 0 w 121373"/>
                <a:gd name="connsiteY23" fmla="*/ 63284 h 126581"/>
                <a:gd name="connsiteX24" fmla="*/ 17710 w 121373"/>
                <a:gd name="connsiteY24" fmla="*/ 17971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1373" h="126581">
                  <a:moveTo>
                    <a:pt x="17710" y="17971"/>
                  </a:moveTo>
                  <a:cubicBezTo>
                    <a:pt x="29343" y="5995"/>
                    <a:pt x="44450" y="0"/>
                    <a:pt x="63030" y="0"/>
                  </a:cubicBezTo>
                  <a:cubicBezTo>
                    <a:pt x="77959" y="0"/>
                    <a:pt x="90722" y="3867"/>
                    <a:pt x="101314" y="11595"/>
                  </a:cubicBezTo>
                  <a:cubicBezTo>
                    <a:pt x="111900" y="19323"/>
                    <a:pt x="118593" y="29515"/>
                    <a:pt x="121374" y="42196"/>
                  </a:cubicBezTo>
                  <a:lnTo>
                    <a:pt x="121374" y="43498"/>
                  </a:lnTo>
                  <a:cubicBezTo>
                    <a:pt x="121374" y="46279"/>
                    <a:pt x="119723" y="47663"/>
                    <a:pt x="116421" y="47663"/>
                  </a:cubicBezTo>
                  <a:lnTo>
                    <a:pt x="103664" y="47663"/>
                  </a:lnTo>
                  <a:cubicBezTo>
                    <a:pt x="100705" y="47663"/>
                    <a:pt x="98800" y="46190"/>
                    <a:pt x="97930" y="43237"/>
                  </a:cubicBezTo>
                  <a:cubicBezTo>
                    <a:pt x="93066" y="27959"/>
                    <a:pt x="81528" y="20320"/>
                    <a:pt x="63297" y="20320"/>
                  </a:cubicBezTo>
                  <a:cubicBezTo>
                    <a:pt x="51130" y="20320"/>
                    <a:pt x="41364" y="24352"/>
                    <a:pt x="33992" y="32423"/>
                  </a:cubicBezTo>
                  <a:cubicBezTo>
                    <a:pt x="26607" y="40501"/>
                    <a:pt x="22917" y="50788"/>
                    <a:pt x="22917" y="63284"/>
                  </a:cubicBezTo>
                  <a:cubicBezTo>
                    <a:pt x="22917" y="75965"/>
                    <a:pt x="26607" y="86335"/>
                    <a:pt x="33992" y="94418"/>
                  </a:cubicBezTo>
                  <a:cubicBezTo>
                    <a:pt x="41364" y="102489"/>
                    <a:pt x="51130" y="106528"/>
                    <a:pt x="63297" y="106528"/>
                  </a:cubicBezTo>
                  <a:cubicBezTo>
                    <a:pt x="71793" y="106528"/>
                    <a:pt x="79083" y="104527"/>
                    <a:pt x="85173" y="100533"/>
                  </a:cubicBezTo>
                  <a:cubicBezTo>
                    <a:pt x="91249" y="96539"/>
                    <a:pt x="95498" y="90894"/>
                    <a:pt x="97930" y="83604"/>
                  </a:cubicBezTo>
                  <a:cubicBezTo>
                    <a:pt x="98800" y="80652"/>
                    <a:pt x="100622" y="79179"/>
                    <a:pt x="103403" y="79179"/>
                  </a:cubicBezTo>
                  <a:lnTo>
                    <a:pt x="116161" y="79179"/>
                  </a:lnTo>
                  <a:cubicBezTo>
                    <a:pt x="117894" y="79179"/>
                    <a:pt x="119202" y="79572"/>
                    <a:pt x="120066" y="80353"/>
                  </a:cubicBezTo>
                  <a:cubicBezTo>
                    <a:pt x="120936" y="81134"/>
                    <a:pt x="121374" y="81953"/>
                    <a:pt x="121374" y="82823"/>
                  </a:cubicBezTo>
                  <a:cubicBezTo>
                    <a:pt x="121374" y="83344"/>
                    <a:pt x="121279" y="83782"/>
                    <a:pt x="121107" y="84125"/>
                  </a:cubicBezTo>
                  <a:cubicBezTo>
                    <a:pt x="118510" y="96806"/>
                    <a:pt x="111900" y="107049"/>
                    <a:pt x="101314" y="114859"/>
                  </a:cubicBezTo>
                  <a:cubicBezTo>
                    <a:pt x="90722" y="122676"/>
                    <a:pt x="77959" y="126581"/>
                    <a:pt x="63030" y="126581"/>
                  </a:cubicBezTo>
                  <a:cubicBezTo>
                    <a:pt x="44450" y="126581"/>
                    <a:pt x="29305" y="120548"/>
                    <a:pt x="17577" y="108484"/>
                  </a:cubicBezTo>
                  <a:cubicBezTo>
                    <a:pt x="5861" y="96412"/>
                    <a:pt x="0" y="81350"/>
                    <a:pt x="0" y="63284"/>
                  </a:cubicBezTo>
                  <a:cubicBezTo>
                    <a:pt x="0" y="45231"/>
                    <a:pt x="5899" y="30125"/>
                    <a:pt x="17710" y="1797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A406F35-7A76-A719-F37B-8251B2581E82}"/>
                </a:ext>
              </a:extLst>
            </p:cNvPr>
            <p:cNvSpPr/>
            <p:nvPr/>
          </p:nvSpPr>
          <p:spPr>
            <a:xfrm>
              <a:off x="3006759" y="3701609"/>
              <a:ext cx="99752" cy="157835"/>
            </a:xfrm>
            <a:custGeom>
              <a:avLst/>
              <a:gdLst>
                <a:gd name="connsiteX0" fmla="*/ 0 w 99752"/>
                <a:gd name="connsiteY0" fmla="*/ 47930 h 157835"/>
                <a:gd name="connsiteX1" fmla="*/ 0 w 99752"/>
                <a:gd name="connsiteY1" fmla="*/ 39065 h 157835"/>
                <a:gd name="connsiteX2" fmla="*/ 4953 w 99752"/>
                <a:gd name="connsiteY2" fmla="*/ 33865 h 157835"/>
                <a:gd name="connsiteX3" fmla="*/ 28130 w 99752"/>
                <a:gd name="connsiteY3" fmla="*/ 33865 h 157835"/>
                <a:gd name="connsiteX4" fmla="*/ 28130 w 99752"/>
                <a:gd name="connsiteY4" fmla="*/ 5214 h 157835"/>
                <a:gd name="connsiteX5" fmla="*/ 33344 w 99752"/>
                <a:gd name="connsiteY5" fmla="*/ 0 h 157835"/>
                <a:gd name="connsiteX6" fmla="*/ 45580 w 99752"/>
                <a:gd name="connsiteY6" fmla="*/ 0 h 157835"/>
                <a:gd name="connsiteX7" fmla="*/ 50527 w 99752"/>
                <a:gd name="connsiteY7" fmla="*/ 5214 h 157835"/>
                <a:gd name="connsiteX8" fmla="*/ 50527 w 99752"/>
                <a:gd name="connsiteY8" fmla="*/ 33865 h 157835"/>
                <a:gd name="connsiteX9" fmla="*/ 92983 w 99752"/>
                <a:gd name="connsiteY9" fmla="*/ 33865 h 157835"/>
                <a:gd name="connsiteX10" fmla="*/ 98196 w 99752"/>
                <a:gd name="connsiteY10" fmla="*/ 39065 h 157835"/>
                <a:gd name="connsiteX11" fmla="*/ 98196 w 99752"/>
                <a:gd name="connsiteY11" fmla="*/ 47930 h 157835"/>
                <a:gd name="connsiteX12" fmla="*/ 92983 w 99752"/>
                <a:gd name="connsiteY12" fmla="*/ 53130 h 157835"/>
                <a:gd name="connsiteX13" fmla="*/ 50527 w 99752"/>
                <a:gd name="connsiteY13" fmla="*/ 53130 h 157835"/>
                <a:gd name="connsiteX14" fmla="*/ 50527 w 99752"/>
                <a:gd name="connsiteY14" fmla="*/ 111995 h 157835"/>
                <a:gd name="connsiteX15" fmla="*/ 56521 w 99752"/>
                <a:gd name="connsiteY15" fmla="*/ 131915 h 157835"/>
                <a:gd name="connsiteX16" fmla="*/ 75533 w 99752"/>
                <a:gd name="connsiteY16" fmla="*/ 137782 h 157835"/>
                <a:gd name="connsiteX17" fmla="*/ 93764 w 99752"/>
                <a:gd name="connsiteY17" fmla="*/ 134658 h 157835"/>
                <a:gd name="connsiteX18" fmla="*/ 96888 w 99752"/>
                <a:gd name="connsiteY18" fmla="*/ 133871 h 157835"/>
                <a:gd name="connsiteX19" fmla="*/ 99752 w 99752"/>
                <a:gd name="connsiteY19" fmla="*/ 138303 h 157835"/>
                <a:gd name="connsiteX20" fmla="*/ 99752 w 99752"/>
                <a:gd name="connsiteY20" fmla="*/ 147676 h 157835"/>
                <a:gd name="connsiteX21" fmla="*/ 95847 w 99752"/>
                <a:gd name="connsiteY21" fmla="*/ 153410 h 157835"/>
                <a:gd name="connsiteX22" fmla="*/ 71622 w 99752"/>
                <a:gd name="connsiteY22" fmla="*/ 157836 h 157835"/>
                <a:gd name="connsiteX23" fmla="*/ 28130 w 99752"/>
                <a:gd name="connsiteY23" fmla="*/ 113037 h 157835"/>
                <a:gd name="connsiteX24" fmla="*/ 28130 w 99752"/>
                <a:gd name="connsiteY24" fmla="*/ 53130 h 157835"/>
                <a:gd name="connsiteX25" fmla="*/ 4953 w 99752"/>
                <a:gd name="connsiteY25" fmla="*/ 53130 h 157835"/>
                <a:gd name="connsiteX26" fmla="*/ 0 w 99752"/>
                <a:gd name="connsiteY26" fmla="*/ 47930 h 157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9752" h="157835">
                  <a:moveTo>
                    <a:pt x="0" y="47930"/>
                  </a:moveTo>
                  <a:lnTo>
                    <a:pt x="0" y="39065"/>
                  </a:lnTo>
                  <a:cubicBezTo>
                    <a:pt x="0" y="35598"/>
                    <a:pt x="1651" y="33865"/>
                    <a:pt x="4953" y="33865"/>
                  </a:cubicBezTo>
                  <a:lnTo>
                    <a:pt x="28130" y="33865"/>
                  </a:lnTo>
                  <a:lnTo>
                    <a:pt x="28130" y="5214"/>
                  </a:lnTo>
                  <a:cubicBezTo>
                    <a:pt x="28130" y="1734"/>
                    <a:pt x="29864" y="0"/>
                    <a:pt x="33344" y="0"/>
                  </a:cubicBezTo>
                  <a:lnTo>
                    <a:pt x="45580" y="0"/>
                  </a:lnTo>
                  <a:cubicBezTo>
                    <a:pt x="48882" y="0"/>
                    <a:pt x="50527" y="1734"/>
                    <a:pt x="50527" y="5214"/>
                  </a:cubicBezTo>
                  <a:lnTo>
                    <a:pt x="50527" y="33865"/>
                  </a:lnTo>
                  <a:lnTo>
                    <a:pt x="92983" y="33865"/>
                  </a:lnTo>
                  <a:cubicBezTo>
                    <a:pt x="96450" y="33865"/>
                    <a:pt x="98196" y="35598"/>
                    <a:pt x="98196" y="39065"/>
                  </a:cubicBezTo>
                  <a:lnTo>
                    <a:pt x="98196" y="47930"/>
                  </a:lnTo>
                  <a:cubicBezTo>
                    <a:pt x="98196" y="51397"/>
                    <a:pt x="96450" y="53130"/>
                    <a:pt x="92983" y="53130"/>
                  </a:cubicBezTo>
                  <a:lnTo>
                    <a:pt x="50527" y="53130"/>
                  </a:lnTo>
                  <a:lnTo>
                    <a:pt x="50527" y="111995"/>
                  </a:lnTo>
                  <a:cubicBezTo>
                    <a:pt x="50527" y="121374"/>
                    <a:pt x="52527" y="128010"/>
                    <a:pt x="56521" y="131915"/>
                  </a:cubicBezTo>
                  <a:cubicBezTo>
                    <a:pt x="60509" y="135820"/>
                    <a:pt x="66853" y="137782"/>
                    <a:pt x="75533" y="137782"/>
                  </a:cubicBezTo>
                  <a:cubicBezTo>
                    <a:pt x="82302" y="137782"/>
                    <a:pt x="88380" y="136735"/>
                    <a:pt x="93764" y="134658"/>
                  </a:cubicBezTo>
                  <a:cubicBezTo>
                    <a:pt x="94977" y="134138"/>
                    <a:pt x="96018" y="133871"/>
                    <a:pt x="96888" y="133871"/>
                  </a:cubicBezTo>
                  <a:cubicBezTo>
                    <a:pt x="98800" y="133871"/>
                    <a:pt x="99752" y="135344"/>
                    <a:pt x="99752" y="138303"/>
                  </a:cubicBezTo>
                  <a:lnTo>
                    <a:pt x="99752" y="147676"/>
                  </a:lnTo>
                  <a:cubicBezTo>
                    <a:pt x="99752" y="150279"/>
                    <a:pt x="98457" y="152197"/>
                    <a:pt x="95847" y="153410"/>
                  </a:cubicBezTo>
                  <a:cubicBezTo>
                    <a:pt x="88729" y="156356"/>
                    <a:pt x="80651" y="157836"/>
                    <a:pt x="71622" y="157836"/>
                  </a:cubicBezTo>
                  <a:cubicBezTo>
                    <a:pt x="42628" y="157836"/>
                    <a:pt x="28130" y="142907"/>
                    <a:pt x="28130" y="113037"/>
                  </a:cubicBezTo>
                  <a:lnTo>
                    <a:pt x="28130" y="53130"/>
                  </a:lnTo>
                  <a:lnTo>
                    <a:pt x="4953" y="53130"/>
                  </a:lnTo>
                  <a:cubicBezTo>
                    <a:pt x="1651" y="53130"/>
                    <a:pt x="0" y="51397"/>
                    <a:pt x="0" y="4793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B81BCB8-6A42-40D4-719B-D78CF145500B}"/>
                </a:ext>
              </a:extLst>
            </p:cNvPr>
            <p:cNvSpPr/>
            <p:nvPr/>
          </p:nvSpPr>
          <p:spPr>
            <a:xfrm>
              <a:off x="3195329" y="3680508"/>
              <a:ext cx="32296" cy="176326"/>
            </a:xfrm>
            <a:custGeom>
              <a:avLst/>
              <a:gdLst>
                <a:gd name="connsiteX0" fmla="*/ 0 w 32296"/>
                <a:gd name="connsiteY0" fmla="*/ 16154 h 176326"/>
                <a:gd name="connsiteX1" fmla="*/ 4559 w 32296"/>
                <a:gd name="connsiteY1" fmla="*/ 4559 h 176326"/>
                <a:gd name="connsiteX2" fmla="*/ 16142 w 32296"/>
                <a:gd name="connsiteY2" fmla="*/ 0 h 176326"/>
                <a:gd name="connsiteX3" fmla="*/ 27737 w 32296"/>
                <a:gd name="connsiteY3" fmla="*/ 4559 h 176326"/>
                <a:gd name="connsiteX4" fmla="*/ 32296 w 32296"/>
                <a:gd name="connsiteY4" fmla="*/ 16154 h 176326"/>
                <a:gd name="connsiteX5" fmla="*/ 27864 w 32296"/>
                <a:gd name="connsiteY5" fmla="*/ 27610 h 176326"/>
                <a:gd name="connsiteX6" fmla="*/ 16142 w 32296"/>
                <a:gd name="connsiteY6" fmla="*/ 32296 h 176326"/>
                <a:gd name="connsiteX7" fmla="*/ 4559 w 32296"/>
                <a:gd name="connsiteY7" fmla="*/ 27610 h 176326"/>
                <a:gd name="connsiteX8" fmla="*/ 0 w 32296"/>
                <a:gd name="connsiteY8" fmla="*/ 16154 h 176326"/>
                <a:gd name="connsiteX9" fmla="*/ 4947 w 32296"/>
                <a:gd name="connsiteY9" fmla="*/ 60166 h 176326"/>
                <a:gd name="connsiteX10" fmla="*/ 10147 w 32296"/>
                <a:gd name="connsiteY10" fmla="*/ 54966 h 176326"/>
                <a:gd name="connsiteX11" fmla="*/ 22136 w 32296"/>
                <a:gd name="connsiteY11" fmla="*/ 54966 h 176326"/>
                <a:gd name="connsiteX12" fmla="*/ 27343 w 32296"/>
                <a:gd name="connsiteY12" fmla="*/ 60166 h 176326"/>
                <a:gd name="connsiteX13" fmla="*/ 27343 w 32296"/>
                <a:gd name="connsiteY13" fmla="*/ 171120 h 176326"/>
                <a:gd name="connsiteX14" fmla="*/ 22136 w 32296"/>
                <a:gd name="connsiteY14" fmla="*/ 176327 h 176326"/>
                <a:gd name="connsiteX15" fmla="*/ 10147 w 32296"/>
                <a:gd name="connsiteY15" fmla="*/ 176327 h 176326"/>
                <a:gd name="connsiteX16" fmla="*/ 4947 w 32296"/>
                <a:gd name="connsiteY16" fmla="*/ 171120 h 176326"/>
                <a:gd name="connsiteX17" fmla="*/ 4947 w 32296"/>
                <a:gd name="connsiteY17" fmla="*/ 60166 h 176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296" h="176326">
                  <a:moveTo>
                    <a:pt x="0" y="16154"/>
                  </a:moveTo>
                  <a:cubicBezTo>
                    <a:pt x="0" y="11468"/>
                    <a:pt x="1512" y="7607"/>
                    <a:pt x="4559" y="4559"/>
                  </a:cubicBezTo>
                  <a:cubicBezTo>
                    <a:pt x="7588" y="1531"/>
                    <a:pt x="11456" y="0"/>
                    <a:pt x="16142" y="0"/>
                  </a:cubicBezTo>
                  <a:cubicBezTo>
                    <a:pt x="20828" y="0"/>
                    <a:pt x="24689" y="1531"/>
                    <a:pt x="27737" y="4559"/>
                  </a:cubicBezTo>
                  <a:cubicBezTo>
                    <a:pt x="30766" y="7607"/>
                    <a:pt x="32296" y="11468"/>
                    <a:pt x="32296" y="16154"/>
                  </a:cubicBezTo>
                  <a:cubicBezTo>
                    <a:pt x="32296" y="20676"/>
                    <a:pt x="30817" y="24486"/>
                    <a:pt x="27864" y="27610"/>
                  </a:cubicBezTo>
                  <a:cubicBezTo>
                    <a:pt x="24733" y="30740"/>
                    <a:pt x="20828" y="32296"/>
                    <a:pt x="16142" y="32296"/>
                  </a:cubicBezTo>
                  <a:cubicBezTo>
                    <a:pt x="11456" y="32296"/>
                    <a:pt x="7588" y="30740"/>
                    <a:pt x="4559" y="27610"/>
                  </a:cubicBezTo>
                  <a:cubicBezTo>
                    <a:pt x="1512" y="24486"/>
                    <a:pt x="0" y="20676"/>
                    <a:pt x="0" y="16154"/>
                  </a:cubicBezTo>
                  <a:close/>
                  <a:moveTo>
                    <a:pt x="4947" y="60166"/>
                  </a:moveTo>
                  <a:cubicBezTo>
                    <a:pt x="4947" y="56699"/>
                    <a:pt x="6680" y="54966"/>
                    <a:pt x="10147" y="54966"/>
                  </a:cubicBezTo>
                  <a:lnTo>
                    <a:pt x="22136" y="54966"/>
                  </a:lnTo>
                  <a:cubicBezTo>
                    <a:pt x="25603" y="54966"/>
                    <a:pt x="27343" y="56699"/>
                    <a:pt x="27343" y="60166"/>
                  </a:cubicBezTo>
                  <a:lnTo>
                    <a:pt x="27343" y="171120"/>
                  </a:lnTo>
                  <a:cubicBezTo>
                    <a:pt x="27343" y="174593"/>
                    <a:pt x="25603" y="176327"/>
                    <a:pt x="22136" y="176327"/>
                  </a:cubicBezTo>
                  <a:lnTo>
                    <a:pt x="10147" y="176327"/>
                  </a:lnTo>
                  <a:cubicBezTo>
                    <a:pt x="6680" y="176327"/>
                    <a:pt x="4947" y="174593"/>
                    <a:pt x="4947" y="171120"/>
                  </a:cubicBezTo>
                  <a:lnTo>
                    <a:pt x="4947" y="60166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2A91420-1AE6-0150-ACE5-81369CC64C6D}"/>
                </a:ext>
              </a:extLst>
            </p:cNvPr>
            <p:cNvSpPr/>
            <p:nvPr/>
          </p:nvSpPr>
          <p:spPr>
            <a:xfrm>
              <a:off x="3263306" y="3732864"/>
              <a:ext cx="113550" cy="123971"/>
            </a:xfrm>
            <a:custGeom>
              <a:avLst/>
              <a:gdLst>
                <a:gd name="connsiteX0" fmla="*/ 0 w 113550"/>
                <a:gd name="connsiteY0" fmla="*/ 118764 h 123971"/>
                <a:gd name="connsiteX1" fmla="*/ 0 w 113550"/>
                <a:gd name="connsiteY1" fmla="*/ 7811 h 123971"/>
                <a:gd name="connsiteX2" fmla="*/ 5200 w 113550"/>
                <a:gd name="connsiteY2" fmla="*/ 2610 h 123971"/>
                <a:gd name="connsiteX3" fmla="*/ 16923 w 113550"/>
                <a:gd name="connsiteY3" fmla="*/ 2610 h 123971"/>
                <a:gd name="connsiteX4" fmla="*/ 22136 w 113550"/>
                <a:gd name="connsiteY4" fmla="*/ 7811 h 123971"/>
                <a:gd name="connsiteX5" fmla="*/ 22136 w 113550"/>
                <a:gd name="connsiteY5" fmla="*/ 22136 h 123971"/>
                <a:gd name="connsiteX6" fmla="*/ 22657 w 113550"/>
                <a:gd name="connsiteY6" fmla="*/ 22136 h 123971"/>
                <a:gd name="connsiteX7" fmla="*/ 39059 w 113550"/>
                <a:gd name="connsiteY7" fmla="*/ 5861 h 123971"/>
                <a:gd name="connsiteX8" fmla="*/ 65106 w 113550"/>
                <a:gd name="connsiteY8" fmla="*/ 0 h 123971"/>
                <a:gd name="connsiteX9" fmla="*/ 100660 w 113550"/>
                <a:gd name="connsiteY9" fmla="*/ 13545 h 123971"/>
                <a:gd name="connsiteX10" fmla="*/ 113551 w 113550"/>
                <a:gd name="connsiteY10" fmla="*/ 51048 h 123971"/>
                <a:gd name="connsiteX11" fmla="*/ 113551 w 113550"/>
                <a:gd name="connsiteY11" fmla="*/ 118764 h 123971"/>
                <a:gd name="connsiteX12" fmla="*/ 108604 w 113550"/>
                <a:gd name="connsiteY12" fmla="*/ 123971 h 123971"/>
                <a:gd name="connsiteX13" fmla="*/ 96361 w 113550"/>
                <a:gd name="connsiteY13" fmla="*/ 123971 h 123971"/>
                <a:gd name="connsiteX14" fmla="*/ 91154 w 113550"/>
                <a:gd name="connsiteY14" fmla="*/ 118764 h 123971"/>
                <a:gd name="connsiteX15" fmla="*/ 91154 w 113550"/>
                <a:gd name="connsiteY15" fmla="*/ 56001 h 123971"/>
                <a:gd name="connsiteX16" fmla="*/ 59639 w 113550"/>
                <a:gd name="connsiteY16" fmla="*/ 20581 h 123971"/>
                <a:gd name="connsiteX17" fmla="*/ 32557 w 113550"/>
                <a:gd name="connsiteY17" fmla="*/ 30474 h 123971"/>
                <a:gd name="connsiteX18" fmla="*/ 22396 w 113550"/>
                <a:gd name="connsiteY18" fmla="*/ 57042 h 123971"/>
                <a:gd name="connsiteX19" fmla="*/ 22396 w 113550"/>
                <a:gd name="connsiteY19" fmla="*/ 118764 h 123971"/>
                <a:gd name="connsiteX20" fmla="*/ 17183 w 113550"/>
                <a:gd name="connsiteY20" fmla="*/ 123971 h 123971"/>
                <a:gd name="connsiteX21" fmla="*/ 5200 w 113550"/>
                <a:gd name="connsiteY21" fmla="*/ 123971 h 123971"/>
                <a:gd name="connsiteX22" fmla="*/ 0 w 113550"/>
                <a:gd name="connsiteY22" fmla="*/ 118764 h 12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3550" h="123971">
                  <a:moveTo>
                    <a:pt x="0" y="118764"/>
                  </a:moveTo>
                  <a:lnTo>
                    <a:pt x="0" y="7811"/>
                  </a:lnTo>
                  <a:cubicBezTo>
                    <a:pt x="0" y="4344"/>
                    <a:pt x="1734" y="2610"/>
                    <a:pt x="5200" y="2610"/>
                  </a:cubicBezTo>
                  <a:lnTo>
                    <a:pt x="16923" y="2610"/>
                  </a:lnTo>
                  <a:cubicBezTo>
                    <a:pt x="20390" y="2610"/>
                    <a:pt x="22136" y="4344"/>
                    <a:pt x="22136" y="7811"/>
                  </a:cubicBezTo>
                  <a:lnTo>
                    <a:pt x="22136" y="22136"/>
                  </a:lnTo>
                  <a:lnTo>
                    <a:pt x="22657" y="22136"/>
                  </a:lnTo>
                  <a:cubicBezTo>
                    <a:pt x="26124" y="15202"/>
                    <a:pt x="31598" y="9766"/>
                    <a:pt x="39059" y="5861"/>
                  </a:cubicBezTo>
                  <a:cubicBezTo>
                    <a:pt x="46527" y="1956"/>
                    <a:pt x="55213" y="0"/>
                    <a:pt x="65106" y="0"/>
                  </a:cubicBezTo>
                  <a:cubicBezTo>
                    <a:pt x="80213" y="0"/>
                    <a:pt x="92069" y="4521"/>
                    <a:pt x="100660" y="13545"/>
                  </a:cubicBezTo>
                  <a:cubicBezTo>
                    <a:pt x="109252" y="22575"/>
                    <a:pt x="113551" y="35071"/>
                    <a:pt x="113551" y="51048"/>
                  </a:cubicBezTo>
                  <a:lnTo>
                    <a:pt x="113551" y="118764"/>
                  </a:lnTo>
                  <a:cubicBezTo>
                    <a:pt x="113551" y="122238"/>
                    <a:pt x="111900" y="123971"/>
                    <a:pt x="108604" y="123971"/>
                  </a:cubicBezTo>
                  <a:lnTo>
                    <a:pt x="96361" y="123971"/>
                  </a:lnTo>
                  <a:cubicBezTo>
                    <a:pt x="92888" y="123971"/>
                    <a:pt x="91154" y="122238"/>
                    <a:pt x="91154" y="118764"/>
                  </a:cubicBezTo>
                  <a:lnTo>
                    <a:pt x="91154" y="56001"/>
                  </a:lnTo>
                  <a:cubicBezTo>
                    <a:pt x="91154" y="32385"/>
                    <a:pt x="80638" y="20581"/>
                    <a:pt x="59639" y="20581"/>
                  </a:cubicBezTo>
                  <a:cubicBezTo>
                    <a:pt x="48342" y="20581"/>
                    <a:pt x="39319" y="23876"/>
                    <a:pt x="32557" y="30474"/>
                  </a:cubicBezTo>
                  <a:cubicBezTo>
                    <a:pt x="25781" y="37078"/>
                    <a:pt x="22396" y="45930"/>
                    <a:pt x="22396" y="57042"/>
                  </a:cubicBezTo>
                  <a:lnTo>
                    <a:pt x="22396" y="118764"/>
                  </a:lnTo>
                  <a:cubicBezTo>
                    <a:pt x="22396" y="122238"/>
                    <a:pt x="20656" y="123971"/>
                    <a:pt x="17183" y="123971"/>
                  </a:cubicBezTo>
                  <a:lnTo>
                    <a:pt x="5200" y="123971"/>
                  </a:lnTo>
                  <a:cubicBezTo>
                    <a:pt x="1734" y="123971"/>
                    <a:pt x="0" y="122238"/>
                    <a:pt x="0" y="118764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2FAB60B-7202-0316-A6C1-842492B37C18}"/>
                </a:ext>
              </a:extLst>
            </p:cNvPr>
            <p:cNvSpPr/>
            <p:nvPr/>
          </p:nvSpPr>
          <p:spPr>
            <a:xfrm>
              <a:off x="3400815" y="3671656"/>
              <a:ext cx="94538" cy="185178"/>
            </a:xfrm>
            <a:custGeom>
              <a:avLst/>
              <a:gdLst>
                <a:gd name="connsiteX0" fmla="*/ 4947 w 94538"/>
                <a:gd name="connsiteY0" fmla="*/ 63817 h 185178"/>
                <a:gd name="connsiteX1" fmla="*/ 27864 w 94538"/>
                <a:gd name="connsiteY1" fmla="*/ 63817 h 185178"/>
                <a:gd name="connsiteX2" fmla="*/ 27864 w 94538"/>
                <a:gd name="connsiteY2" fmla="*/ 53137 h 185178"/>
                <a:gd name="connsiteX3" fmla="*/ 73704 w 94538"/>
                <a:gd name="connsiteY3" fmla="*/ 0 h 185178"/>
                <a:gd name="connsiteX4" fmla="*/ 90373 w 94538"/>
                <a:gd name="connsiteY4" fmla="*/ 2349 h 185178"/>
                <a:gd name="connsiteX5" fmla="*/ 94539 w 94538"/>
                <a:gd name="connsiteY5" fmla="*/ 7817 h 185178"/>
                <a:gd name="connsiteX6" fmla="*/ 94539 w 94538"/>
                <a:gd name="connsiteY6" fmla="*/ 16935 h 185178"/>
                <a:gd name="connsiteX7" fmla="*/ 90633 w 94538"/>
                <a:gd name="connsiteY7" fmla="*/ 21622 h 185178"/>
                <a:gd name="connsiteX8" fmla="*/ 88811 w 94538"/>
                <a:gd name="connsiteY8" fmla="*/ 21361 h 185178"/>
                <a:gd name="connsiteX9" fmla="*/ 77610 w 94538"/>
                <a:gd name="connsiteY9" fmla="*/ 20320 h 185178"/>
                <a:gd name="connsiteX10" fmla="*/ 56648 w 94538"/>
                <a:gd name="connsiteY10" fmla="*/ 27610 h 185178"/>
                <a:gd name="connsiteX11" fmla="*/ 50266 w 94538"/>
                <a:gd name="connsiteY11" fmla="*/ 52616 h 185178"/>
                <a:gd name="connsiteX12" fmla="*/ 50266 w 94538"/>
                <a:gd name="connsiteY12" fmla="*/ 63817 h 185178"/>
                <a:gd name="connsiteX13" fmla="*/ 87769 w 94538"/>
                <a:gd name="connsiteY13" fmla="*/ 63817 h 185178"/>
                <a:gd name="connsiteX14" fmla="*/ 92716 w 94538"/>
                <a:gd name="connsiteY14" fmla="*/ 69018 h 185178"/>
                <a:gd name="connsiteX15" fmla="*/ 92716 w 94538"/>
                <a:gd name="connsiteY15" fmla="*/ 77883 h 185178"/>
                <a:gd name="connsiteX16" fmla="*/ 87769 w 94538"/>
                <a:gd name="connsiteY16" fmla="*/ 83083 h 185178"/>
                <a:gd name="connsiteX17" fmla="*/ 50266 w 94538"/>
                <a:gd name="connsiteY17" fmla="*/ 83083 h 185178"/>
                <a:gd name="connsiteX18" fmla="*/ 50266 w 94538"/>
                <a:gd name="connsiteY18" fmla="*/ 179972 h 185178"/>
                <a:gd name="connsiteX19" fmla="*/ 45053 w 94538"/>
                <a:gd name="connsiteY19" fmla="*/ 185179 h 185178"/>
                <a:gd name="connsiteX20" fmla="*/ 32817 w 94538"/>
                <a:gd name="connsiteY20" fmla="*/ 185179 h 185178"/>
                <a:gd name="connsiteX21" fmla="*/ 27864 w 94538"/>
                <a:gd name="connsiteY21" fmla="*/ 179972 h 185178"/>
                <a:gd name="connsiteX22" fmla="*/ 27864 w 94538"/>
                <a:gd name="connsiteY22" fmla="*/ 83083 h 185178"/>
                <a:gd name="connsiteX23" fmla="*/ 4947 w 94538"/>
                <a:gd name="connsiteY23" fmla="*/ 83083 h 185178"/>
                <a:gd name="connsiteX24" fmla="*/ 0 w 94538"/>
                <a:gd name="connsiteY24" fmla="*/ 77883 h 185178"/>
                <a:gd name="connsiteX25" fmla="*/ 0 w 94538"/>
                <a:gd name="connsiteY25" fmla="*/ 69018 h 185178"/>
                <a:gd name="connsiteX26" fmla="*/ 4947 w 94538"/>
                <a:gd name="connsiteY26" fmla="*/ 63817 h 1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4538" h="185178">
                  <a:moveTo>
                    <a:pt x="4947" y="63817"/>
                  </a:moveTo>
                  <a:lnTo>
                    <a:pt x="27864" y="63817"/>
                  </a:lnTo>
                  <a:lnTo>
                    <a:pt x="27864" y="53137"/>
                  </a:lnTo>
                  <a:cubicBezTo>
                    <a:pt x="27864" y="17716"/>
                    <a:pt x="43142" y="0"/>
                    <a:pt x="73704" y="0"/>
                  </a:cubicBezTo>
                  <a:cubicBezTo>
                    <a:pt x="79952" y="0"/>
                    <a:pt x="85509" y="781"/>
                    <a:pt x="90373" y="2349"/>
                  </a:cubicBezTo>
                  <a:cubicBezTo>
                    <a:pt x="93148" y="3048"/>
                    <a:pt x="94539" y="4864"/>
                    <a:pt x="94539" y="7817"/>
                  </a:cubicBezTo>
                  <a:lnTo>
                    <a:pt x="94539" y="16935"/>
                  </a:lnTo>
                  <a:cubicBezTo>
                    <a:pt x="94539" y="20060"/>
                    <a:pt x="93243" y="21622"/>
                    <a:pt x="90633" y="21622"/>
                  </a:cubicBezTo>
                  <a:cubicBezTo>
                    <a:pt x="90113" y="21622"/>
                    <a:pt x="89503" y="21539"/>
                    <a:pt x="88811" y="21361"/>
                  </a:cubicBezTo>
                  <a:cubicBezTo>
                    <a:pt x="85337" y="20669"/>
                    <a:pt x="81597" y="20320"/>
                    <a:pt x="77610" y="20320"/>
                  </a:cubicBezTo>
                  <a:cubicBezTo>
                    <a:pt x="67881" y="20320"/>
                    <a:pt x="60896" y="22752"/>
                    <a:pt x="56648" y="27610"/>
                  </a:cubicBezTo>
                  <a:cubicBezTo>
                    <a:pt x="52388" y="32474"/>
                    <a:pt x="50266" y="40805"/>
                    <a:pt x="50266" y="52616"/>
                  </a:cubicBezTo>
                  <a:lnTo>
                    <a:pt x="50266" y="63817"/>
                  </a:lnTo>
                  <a:lnTo>
                    <a:pt x="87769" y="63817"/>
                  </a:lnTo>
                  <a:cubicBezTo>
                    <a:pt x="91059" y="63817"/>
                    <a:pt x="92716" y="65551"/>
                    <a:pt x="92716" y="69018"/>
                  </a:cubicBezTo>
                  <a:lnTo>
                    <a:pt x="92716" y="77883"/>
                  </a:lnTo>
                  <a:cubicBezTo>
                    <a:pt x="92716" y="81350"/>
                    <a:pt x="91059" y="83083"/>
                    <a:pt x="87769" y="83083"/>
                  </a:cubicBezTo>
                  <a:lnTo>
                    <a:pt x="50266" y="83083"/>
                  </a:lnTo>
                  <a:lnTo>
                    <a:pt x="50266" y="179972"/>
                  </a:lnTo>
                  <a:cubicBezTo>
                    <a:pt x="50266" y="183445"/>
                    <a:pt x="48520" y="185179"/>
                    <a:pt x="45053" y="185179"/>
                  </a:cubicBezTo>
                  <a:lnTo>
                    <a:pt x="32817" y="185179"/>
                  </a:lnTo>
                  <a:cubicBezTo>
                    <a:pt x="29514" y="185179"/>
                    <a:pt x="27864" y="183445"/>
                    <a:pt x="27864" y="179972"/>
                  </a:cubicBezTo>
                  <a:lnTo>
                    <a:pt x="27864" y="83083"/>
                  </a:lnTo>
                  <a:lnTo>
                    <a:pt x="4947" y="83083"/>
                  </a:lnTo>
                  <a:cubicBezTo>
                    <a:pt x="1644" y="83083"/>
                    <a:pt x="0" y="81350"/>
                    <a:pt x="0" y="77883"/>
                  </a:cubicBezTo>
                  <a:lnTo>
                    <a:pt x="0" y="69018"/>
                  </a:lnTo>
                  <a:cubicBezTo>
                    <a:pt x="0" y="65551"/>
                    <a:pt x="1644" y="63817"/>
                    <a:pt x="4947" y="6381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4B199B3-EC9D-B133-EB6D-C0ED2C8A2C8E}"/>
                </a:ext>
              </a:extLst>
            </p:cNvPr>
            <p:cNvSpPr/>
            <p:nvPr/>
          </p:nvSpPr>
          <p:spPr>
            <a:xfrm>
              <a:off x="3507857" y="3732864"/>
              <a:ext cx="127368" cy="126581"/>
            </a:xfrm>
            <a:custGeom>
              <a:avLst/>
              <a:gdLst>
                <a:gd name="connsiteX0" fmla="*/ 18497 w 127368"/>
                <a:gd name="connsiteY0" fmla="*/ 18231 h 126581"/>
                <a:gd name="connsiteX1" fmla="*/ 63811 w 127368"/>
                <a:gd name="connsiteY1" fmla="*/ 0 h 126581"/>
                <a:gd name="connsiteX2" fmla="*/ 109004 w 127368"/>
                <a:gd name="connsiteY2" fmla="*/ 18231 h 126581"/>
                <a:gd name="connsiteX3" fmla="*/ 127368 w 127368"/>
                <a:gd name="connsiteY3" fmla="*/ 63284 h 126581"/>
                <a:gd name="connsiteX4" fmla="*/ 109004 w 127368"/>
                <a:gd name="connsiteY4" fmla="*/ 108350 h 126581"/>
                <a:gd name="connsiteX5" fmla="*/ 63811 w 127368"/>
                <a:gd name="connsiteY5" fmla="*/ 126581 h 126581"/>
                <a:gd name="connsiteX6" fmla="*/ 18364 w 127368"/>
                <a:gd name="connsiteY6" fmla="*/ 108350 h 126581"/>
                <a:gd name="connsiteX7" fmla="*/ 0 w 127368"/>
                <a:gd name="connsiteY7" fmla="*/ 63284 h 126581"/>
                <a:gd name="connsiteX8" fmla="*/ 18497 w 127368"/>
                <a:gd name="connsiteY8" fmla="*/ 18231 h 126581"/>
                <a:gd name="connsiteX9" fmla="*/ 22923 w 127368"/>
                <a:gd name="connsiteY9" fmla="*/ 63284 h 126581"/>
                <a:gd name="connsiteX10" fmla="*/ 34385 w 127368"/>
                <a:gd name="connsiteY10" fmla="*/ 94285 h 126581"/>
                <a:gd name="connsiteX11" fmla="*/ 63811 w 127368"/>
                <a:gd name="connsiteY11" fmla="*/ 106528 h 126581"/>
                <a:gd name="connsiteX12" fmla="*/ 93243 w 127368"/>
                <a:gd name="connsiteY12" fmla="*/ 94285 h 126581"/>
                <a:gd name="connsiteX13" fmla="*/ 104451 w 127368"/>
                <a:gd name="connsiteY13" fmla="*/ 63284 h 126581"/>
                <a:gd name="connsiteX14" fmla="*/ 93116 w 127368"/>
                <a:gd name="connsiteY14" fmla="*/ 32557 h 126581"/>
                <a:gd name="connsiteX15" fmla="*/ 63811 w 127368"/>
                <a:gd name="connsiteY15" fmla="*/ 20320 h 126581"/>
                <a:gd name="connsiteX16" fmla="*/ 34252 w 127368"/>
                <a:gd name="connsiteY16" fmla="*/ 32557 h 126581"/>
                <a:gd name="connsiteX17" fmla="*/ 22923 w 127368"/>
                <a:gd name="connsiteY17" fmla="*/ 63284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368" h="126581">
                  <a:moveTo>
                    <a:pt x="18497" y="18231"/>
                  </a:moveTo>
                  <a:cubicBezTo>
                    <a:pt x="30651" y="6077"/>
                    <a:pt x="45758" y="0"/>
                    <a:pt x="63811" y="0"/>
                  </a:cubicBezTo>
                  <a:cubicBezTo>
                    <a:pt x="81699" y="0"/>
                    <a:pt x="96761" y="6077"/>
                    <a:pt x="109004" y="18231"/>
                  </a:cubicBezTo>
                  <a:cubicBezTo>
                    <a:pt x="121247" y="30385"/>
                    <a:pt x="127368" y="45409"/>
                    <a:pt x="127368" y="63284"/>
                  </a:cubicBezTo>
                  <a:cubicBezTo>
                    <a:pt x="127368" y="81172"/>
                    <a:pt x="121247" y="96196"/>
                    <a:pt x="109004" y="108350"/>
                  </a:cubicBezTo>
                  <a:cubicBezTo>
                    <a:pt x="96761" y="120504"/>
                    <a:pt x="81699" y="126581"/>
                    <a:pt x="63811" y="126581"/>
                  </a:cubicBezTo>
                  <a:cubicBezTo>
                    <a:pt x="45758" y="126581"/>
                    <a:pt x="30613" y="120504"/>
                    <a:pt x="18364" y="108350"/>
                  </a:cubicBezTo>
                  <a:cubicBezTo>
                    <a:pt x="6128" y="96196"/>
                    <a:pt x="0" y="81172"/>
                    <a:pt x="0" y="63284"/>
                  </a:cubicBezTo>
                  <a:cubicBezTo>
                    <a:pt x="0" y="45409"/>
                    <a:pt x="6166" y="30385"/>
                    <a:pt x="18497" y="18231"/>
                  </a:cubicBezTo>
                  <a:close/>
                  <a:moveTo>
                    <a:pt x="22923" y="63284"/>
                  </a:moveTo>
                  <a:cubicBezTo>
                    <a:pt x="22923" y="75794"/>
                    <a:pt x="26746" y="86125"/>
                    <a:pt x="34385" y="94285"/>
                  </a:cubicBezTo>
                  <a:cubicBezTo>
                    <a:pt x="41846" y="102451"/>
                    <a:pt x="51657" y="106528"/>
                    <a:pt x="63811" y="106528"/>
                  </a:cubicBezTo>
                  <a:cubicBezTo>
                    <a:pt x="75965" y="106528"/>
                    <a:pt x="85782" y="102451"/>
                    <a:pt x="93243" y="94285"/>
                  </a:cubicBezTo>
                  <a:cubicBezTo>
                    <a:pt x="100711" y="86125"/>
                    <a:pt x="104451" y="75794"/>
                    <a:pt x="104451" y="63284"/>
                  </a:cubicBezTo>
                  <a:cubicBezTo>
                    <a:pt x="104451" y="50965"/>
                    <a:pt x="100666" y="40723"/>
                    <a:pt x="93116" y="32557"/>
                  </a:cubicBezTo>
                  <a:cubicBezTo>
                    <a:pt x="85566" y="24403"/>
                    <a:pt x="75800" y="20320"/>
                    <a:pt x="63811" y="20320"/>
                  </a:cubicBezTo>
                  <a:cubicBezTo>
                    <a:pt x="51657" y="20320"/>
                    <a:pt x="41808" y="24403"/>
                    <a:pt x="34252" y="32557"/>
                  </a:cubicBezTo>
                  <a:cubicBezTo>
                    <a:pt x="26695" y="40723"/>
                    <a:pt x="22923" y="50965"/>
                    <a:pt x="22923" y="63284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AD01832-D0B1-483B-73C4-4F21796CE23B}"/>
                </a:ext>
              </a:extLst>
            </p:cNvPr>
            <p:cNvSpPr/>
            <p:nvPr/>
          </p:nvSpPr>
          <p:spPr>
            <a:xfrm>
              <a:off x="3668296" y="3733385"/>
              <a:ext cx="73443" cy="123450"/>
            </a:xfrm>
            <a:custGeom>
              <a:avLst/>
              <a:gdLst>
                <a:gd name="connsiteX0" fmla="*/ 5200 w 73443"/>
                <a:gd name="connsiteY0" fmla="*/ 2089 h 123450"/>
                <a:gd name="connsiteX1" fmla="*/ 16929 w 73443"/>
                <a:gd name="connsiteY1" fmla="*/ 2089 h 123450"/>
                <a:gd name="connsiteX2" fmla="*/ 22136 w 73443"/>
                <a:gd name="connsiteY2" fmla="*/ 7290 h 123450"/>
                <a:gd name="connsiteX3" fmla="*/ 22136 w 73443"/>
                <a:gd name="connsiteY3" fmla="*/ 26302 h 123450"/>
                <a:gd name="connsiteX4" fmla="*/ 22396 w 73443"/>
                <a:gd name="connsiteY4" fmla="*/ 26302 h 123450"/>
                <a:gd name="connsiteX5" fmla="*/ 61722 w 73443"/>
                <a:gd name="connsiteY5" fmla="*/ 0 h 123450"/>
                <a:gd name="connsiteX6" fmla="*/ 69018 w 73443"/>
                <a:gd name="connsiteY6" fmla="*/ 521 h 123450"/>
                <a:gd name="connsiteX7" fmla="*/ 73444 w 73443"/>
                <a:gd name="connsiteY7" fmla="*/ 6515 h 123450"/>
                <a:gd name="connsiteX8" fmla="*/ 73444 w 73443"/>
                <a:gd name="connsiteY8" fmla="*/ 16669 h 123450"/>
                <a:gd name="connsiteX9" fmla="*/ 69278 w 73443"/>
                <a:gd name="connsiteY9" fmla="*/ 21095 h 123450"/>
                <a:gd name="connsiteX10" fmla="*/ 67976 w 73443"/>
                <a:gd name="connsiteY10" fmla="*/ 21095 h 123450"/>
                <a:gd name="connsiteX11" fmla="*/ 61461 w 73443"/>
                <a:gd name="connsiteY11" fmla="*/ 20834 h 123450"/>
                <a:gd name="connsiteX12" fmla="*/ 32690 w 73443"/>
                <a:gd name="connsiteY12" fmla="*/ 33077 h 123450"/>
                <a:gd name="connsiteX13" fmla="*/ 22396 w 73443"/>
                <a:gd name="connsiteY13" fmla="*/ 70586 h 123450"/>
                <a:gd name="connsiteX14" fmla="*/ 22396 w 73443"/>
                <a:gd name="connsiteY14" fmla="*/ 118243 h 123450"/>
                <a:gd name="connsiteX15" fmla="*/ 17189 w 73443"/>
                <a:gd name="connsiteY15" fmla="*/ 123450 h 123450"/>
                <a:gd name="connsiteX16" fmla="*/ 5200 w 73443"/>
                <a:gd name="connsiteY16" fmla="*/ 123450 h 123450"/>
                <a:gd name="connsiteX17" fmla="*/ 0 w 73443"/>
                <a:gd name="connsiteY17" fmla="*/ 118243 h 123450"/>
                <a:gd name="connsiteX18" fmla="*/ 0 w 73443"/>
                <a:gd name="connsiteY18" fmla="*/ 7290 h 123450"/>
                <a:gd name="connsiteX19" fmla="*/ 5200 w 73443"/>
                <a:gd name="connsiteY19" fmla="*/ 2089 h 12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3443" h="123450">
                  <a:moveTo>
                    <a:pt x="5200" y="2089"/>
                  </a:moveTo>
                  <a:lnTo>
                    <a:pt x="16929" y="2089"/>
                  </a:lnTo>
                  <a:cubicBezTo>
                    <a:pt x="20396" y="2089"/>
                    <a:pt x="22136" y="3823"/>
                    <a:pt x="22136" y="7290"/>
                  </a:cubicBezTo>
                  <a:lnTo>
                    <a:pt x="22136" y="26302"/>
                  </a:lnTo>
                  <a:lnTo>
                    <a:pt x="22396" y="26302"/>
                  </a:lnTo>
                  <a:cubicBezTo>
                    <a:pt x="29508" y="8769"/>
                    <a:pt x="42621" y="0"/>
                    <a:pt x="61722" y="0"/>
                  </a:cubicBezTo>
                  <a:cubicBezTo>
                    <a:pt x="63455" y="0"/>
                    <a:pt x="65887" y="178"/>
                    <a:pt x="69018" y="521"/>
                  </a:cubicBezTo>
                  <a:cubicBezTo>
                    <a:pt x="71965" y="1219"/>
                    <a:pt x="73444" y="3213"/>
                    <a:pt x="73444" y="6515"/>
                  </a:cubicBezTo>
                  <a:lnTo>
                    <a:pt x="73444" y="16669"/>
                  </a:lnTo>
                  <a:cubicBezTo>
                    <a:pt x="73444" y="19621"/>
                    <a:pt x="72047" y="21095"/>
                    <a:pt x="69278" y="21095"/>
                  </a:cubicBezTo>
                  <a:lnTo>
                    <a:pt x="67976" y="21095"/>
                  </a:lnTo>
                  <a:cubicBezTo>
                    <a:pt x="66758" y="20923"/>
                    <a:pt x="64592" y="20834"/>
                    <a:pt x="61461" y="20834"/>
                  </a:cubicBezTo>
                  <a:cubicBezTo>
                    <a:pt x="49130" y="20834"/>
                    <a:pt x="39541" y="24917"/>
                    <a:pt x="32690" y="33077"/>
                  </a:cubicBezTo>
                  <a:cubicBezTo>
                    <a:pt x="25819" y="41243"/>
                    <a:pt x="22396" y="53740"/>
                    <a:pt x="22396" y="70586"/>
                  </a:cubicBezTo>
                  <a:lnTo>
                    <a:pt x="22396" y="118243"/>
                  </a:lnTo>
                  <a:cubicBezTo>
                    <a:pt x="22396" y="121717"/>
                    <a:pt x="20656" y="123450"/>
                    <a:pt x="17189" y="123450"/>
                  </a:cubicBezTo>
                  <a:lnTo>
                    <a:pt x="5200" y="123450"/>
                  </a:lnTo>
                  <a:cubicBezTo>
                    <a:pt x="1734" y="123450"/>
                    <a:pt x="0" y="121717"/>
                    <a:pt x="0" y="118243"/>
                  </a:cubicBezTo>
                  <a:lnTo>
                    <a:pt x="0" y="7290"/>
                  </a:lnTo>
                  <a:cubicBezTo>
                    <a:pt x="0" y="3823"/>
                    <a:pt x="1734" y="2089"/>
                    <a:pt x="5200" y="2089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751C3C1-54E1-2B4C-82B0-EF2D4DE9ECA8}"/>
                </a:ext>
              </a:extLst>
            </p:cNvPr>
            <p:cNvSpPr/>
            <p:nvPr/>
          </p:nvSpPr>
          <p:spPr>
            <a:xfrm>
              <a:off x="3768569" y="3732864"/>
              <a:ext cx="190646" cy="123971"/>
            </a:xfrm>
            <a:custGeom>
              <a:avLst/>
              <a:gdLst>
                <a:gd name="connsiteX0" fmla="*/ 0 w 190646"/>
                <a:gd name="connsiteY0" fmla="*/ 7811 h 123971"/>
                <a:gd name="connsiteX1" fmla="*/ 5201 w 190646"/>
                <a:gd name="connsiteY1" fmla="*/ 2610 h 123971"/>
                <a:gd name="connsiteX2" fmla="*/ 16663 w 190646"/>
                <a:gd name="connsiteY2" fmla="*/ 2610 h 123971"/>
                <a:gd name="connsiteX3" fmla="*/ 21876 w 190646"/>
                <a:gd name="connsiteY3" fmla="*/ 7811 h 123971"/>
                <a:gd name="connsiteX4" fmla="*/ 21876 w 190646"/>
                <a:gd name="connsiteY4" fmla="*/ 22917 h 123971"/>
                <a:gd name="connsiteX5" fmla="*/ 22657 w 190646"/>
                <a:gd name="connsiteY5" fmla="*/ 22917 h 123971"/>
                <a:gd name="connsiteX6" fmla="*/ 37630 w 190646"/>
                <a:gd name="connsiteY6" fmla="*/ 6122 h 123971"/>
                <a:gd name="connsiteX7" fmla="*/ 61462 w 190646"/>
                <a:gd name="connsiteY7" fmla="*/ 0 h 123971"/>
                <a:gd name="connsiteX8" fmla="*/ 85554 w 190646"/>
                <a:gd name="connsiteY8" fmla="*/ 6642 h 123971"/>
                <a:gd name="connsiteX9" fmla="*/ 101054 w 190646"/>
                <a:gd name="connsiteY9" fmla="*/ 25267 h 123971"/>
                <a:gd name="connsiteX10" fmla="*/ 101835 w 190646"/>
                <a:gd name="connsiteY10" fmla="*/ 25267 h 123971"/>
                <a:gd name="connsiteX11" fmla="*/ 118891 w 190646"/>
                <a:gd name="connsiteY11" fmla="*/ 6642 h 123971"/>
                <a:gd name="connsiteX12" fmla="*/ 144806 w 190646"/>
                <a:gd name="connsiteY12" fmla="*/ 0 h 123971"/>
                <a:gd name="connsiteX13" fmla="*/ 178276 w 190646"/>
                <a:gd name="connsiteY13" fmla="*/ 13545 h 123971"/>
                <a:gd name="connsiteX14" fmla="*/ 190646 w 190646"/>
                <a:gd name="connsiteY14" fmla="*/ 50527 h 123971"/>
                <a:gd name="connsiteX15" fmla="*/ 190646 w 190646"/>
                <a:gd name="connsiteY15" fmla="*/ 118764 h 123971"/>
                <a:gd name="connsiteX16" fmla="*/ 185433 w 190646"/>
                <a:gd name="connsiteY16" fmla="*/ 123971 h 123971"/>
                <a:gd name="connsiteX17" fmla="*/ 173196 w 190646"/>
                <a:gd name="connsiteY17" fmla="*/ 123971 h 123971"/>
                <a:gd name="connsiteX18" fmla="*/ 168244 w 190646"/>
                <a:gd name="connsiteY18" fmla="*/ 118764 h 123971"/>
                <a:gd name="connsiteX19" fmla="*/ 168244 w 190646"/>
                <a:gd name="connsiteY19" fmla="*/ 56001 h 123971"/>
                <a:gd name="connsiteX20" fmla="*/ 160827 w 190646"/>
                <a:gd name="connsiteY20" fmla="*/ 29566 h 123971"/>
                <a:gd name="connsiteX21" fmla="*/ 139859 w 190646"/>
                <a:gd name="connsiteY21" fmla="*/ 20581 h 123971"/>
                <a:gd name="connsiteX22" fmla="*/ 115894 w 190646"/>
                <a:gd name="connsiteY22" fmla="*/ 30480 h 123971"/>
                <a:gd name="connsiteX23" fmla="*/ 106521 w 190646"/>
                <a:gd name="connsiteY23" fmla="*/ 57042 h 123971"/>
                <a:gd name="connsiteX24" fmla="*/ 106521 w 190646"/>
                <a:gd name="connsiteY24" fmla="*/ 118764 h 123971"/>
                <a:gd name="connsiteX25" fmla="*/ 101314 w 190646"/>
                <a:gd name="connsiteY25" fmla="*/ 123971 h 123971"/>
                <a:gd name="connsiteX26" fmla="*/ 89326 w 190646"/>
                <a:gd name="connsiteY26" fmla="*/ 123971 h 123971"/>
                <a:gd name="connsiteX27" fmla="*/ 84119 w 190646"/>
                <a:gd name="connsiteY27" fmla="*/ 118764 h 123971"/>
                <a:gd name="connsiteX28" fmla="*/ 84119 w 190646"/>
                <a:gd name="connsiteY28" fmla="*/ 56001 h 123971"/>
                <a:gd name="connsiteX29" fmla="*/ 76569 w 190646"/>
                <a:gd name="connsiteY29" fmla="*/ 29566 h 123971"/>
                <a:gd name="connsiteX30" fmla="*/ 55734 w 190646"/>
                <a:gd name="connsiteY30" fmla="*/ 20581 h 123971"/>
                <a:gd name="connsiteX31" fmla="*/ 31776 w 190646"/>
                <a:gd name="connsiteY31" fmla="*/ 30601 h 123971"/>
                <a:gd name="connsiteX32" fmla="*/ 22397 w 190646"/>
                <a:gd name="connsiteY32" fmla="*/ 57042 h 123971"/>
                <a:gd name="connsiteX33" fmla="*/ 22397 w 190646"/>
                <a:gd name="connsiteY33" fmla="*/ 118764 h 123971"/>
                <a:gd name="connsiteX34" fmla="*/ 17183 w 190646"/>
                <a:gd name="connsiteY34" fmla="*/ 123971 h 123971"/>
                <a:gd name="connsiteX35" fmla="*/ 5201 w 190646"/>
                <a:gd name="connsiteY35" fmla="*/ 123971 h 123971"/>
                <a:gd name="connsiteX36" fmla="*/ 0 w 190646"/>
                <a:gd name="connsiteY36" fmla="*/ 118764 h 123971"/>
                <a:gd name="connsiteX37" fmla="*/ 0 w 190646"/>
                <a:gd name="connsiteY37" fmla="*/ 7811 h 12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0646" h="123971">
                  <a:moveTo>
                    <a:pt x="0" y="7811"/>
                  </a:moveTo>
                  <a:cubicBezTo>
                    <a:pt x="0" y="4344"/>
                    <a:pt x="1734" y="2610"/>
                    <a:pt x="5201" y="2610"/>
                  </a:cubicBezTo>
                  <a:lnTo>
                    <a:pt x="16663" y="2610"/>
                  </a:lnTo>
                  <a:cubicBezTo>
                    <a:pt x="20136" y="2610"/>
                    <a:pt x="21876" y="4344"/>
                    <a:pt x="21876" y="7811"/>
                  </a:cubicBezTo>
                  <a:lnTo>
                    <a:pt x="21876" y="22917"/>
                  </a:lnTo>
                  <a:lnTo>
                    <a:pt x="22657" y="22917"/>
                  </a:lnTo>
                  <a:cubicBezTo>
                    <a:pt x="25781" y="15805"/>
                    <a:pt x="30766" y="10205"/>
                    <a:pt x="37630" y="6122"/>
                  </a:cubicBezTo>
                  <a:cubicBezTo>
                    <a:pt x="44488" y="2039"/>
                    <a:pt x="52432" y="0"/>
                    <a:pt x="61462" y="0"/>
                  </a:cubicBezTo>
                  <a:cubicBezTo>
                    <a:pt x="70663" y="0"/>
                    <a:pt x="78696" y="2216"/>
                    <a:pt x="85554" y="6642"/>
                  </a:cubicBezTo>
                  <a:cubicBezTo>
                    <a:pt x="92412" y="11075"/>
                    <a:pt x="97574" y="17278"/>
                    <a:pt x="101054" y="25267"/>
                  </a:cubicBezTo>
                  <a:lnTo>
                    <a:pt x="101835" y="25267"/>
                  </a:lnTo>
                  <a:cubicBezTo>
                    <a:pt x="105651" y="17278"/>
                    <a:pt x="111335" y="11075"/>
                    <a:pt x="118891" y="6642"/>
                  </a:cubicBezTo>
                  <a:cubicBezTo>
                    <a:pt x="126442" y="2216"/>
                    <a:pt x="135084" y="0"/>
                    <a:pt x="144806" y="0"/>
                  </a:cubicBezTo>
                  <a:cubicBezTo>
                    <a:pt x="158871" y="0"/>
                    <a:pt x="170028" y="4521"/>
                    <a:pt x="178276" y="13545"/>
                  </a:cubicBezTo>
                  <a:cubicBezTo>
                    <a:pt x="186519" y="22575"/>
                    <a:pt x="190646" y="34906"/>
                    <a:pt x="190646" y="50527"/>
                  </a:cubicBezTo>
                  <a:lnTo>
                    <a:pt x="190646" y="118764"/>
                  </a:lnTo>
                  <a:cubicBezTo>
                    <a:pt x="190646" y="122238"/>
                    <a:pt x="188913" y="123971"/>
                    <a:pt x="185433" y="123971"/>
                  </a:cubicBezTo>
                  <a:lnTo>
                    <a:pt x="173196" y="123971"/>
                  </a:lnTo>
                  <a:cubicBezTo>
                    <a:pt x="169894" y="123971"/>
                    <a:pt x="168244" y="122238"/>
                    <a:pt x="168244" y="118764"/>
                  </a:cubicBezTo>
                  <a:lnTo>
                    <a:pt x="168244" y="56001"/>
                  </a:lnTo>
                  <a:cubicBezTo>
                    <a:pt x="168244" y="44367"/>
                    <a:pt x="165773" y="35547"/>
                    <a:pt x="160827" y="29566"/>
                  </a:cubicBezTo>
                  <a:cubicBezTo>
                    <a:pt x="155880" y="23571"/>
                    <a:pt x="148889" y="20581"/>
                    <a:pt x="139859" y="20581"/>
                  </a:cubicBezTo>
                  <a:cubicBezTo>
                    <a:pt x="130137" y="20581"/>
                    <a:pt x="122149" y="23876"/>
                    <a:pt x="115894" y="30480"/>
                  </a:cubicBezTo>
                  <a:cubicBezTo>
                    <a:pt x="109646" y="37078"/>
                    <a:pt x="106521" y="45930"/>
                    <a:pt x="106521" y="57042"/>
                  </a:cubicBezTo>
                  <a:lnTo>
                    <a:pt x="106521" y="118764"/>
                  </a:lnTo>
                  <a:cubicBezTo>
                    <a:pt x="106521" y="122238"/>
                    <a:pt x="104782" y="123971"/>
                    <a:pt x="101314" y="123971"/>
                  </a:cubicBezTo>
                  <a:lnTo>
                    <a:pt x="89326" y="123971"/>
                  </a:lnTo>
                  <a:cubicBezTo>
                    <a:pt x="85852" y="123971"/>
                    <a:pt x="84119" y="122238"/>
                    <a:pt x="84119" y="118764"/>
                  </a:cubicBezTo>
                  <a:lnTo>
                    <a:pt x="84119" y="56001"/>
                  </a:lnTo>
                  <a:cubicBezTo>
                    <a:pt x="84119" y="44367"/>
                    <a:pt x="81604" y="35547"/>
                    <a:pt x="76569" y="29566"/>
                  </a:cubicBezTo>
                  <a:cubicBezTo>
                    <a:pt x="71527" y="23571"/>
                    <a:pt x="64593" y="20581"/>
                    <a:pt x="55734" y="20581"/>
                  </a:cubicBezTo>
                  <a:cubicBezTo>
                    <a:pt x="46006" y="20581"/>
                    <a:pt x="38017" y="23927"/>
                    <a:pt x="31776" y="30601"/>
                  </a:cubicBezTo>
                  <a:cubicBezTo>
                    <a:pt x="25521" y="37294"/>
                    <a:pt x="22397" y="46101"/>
                    <a:pt x="22397" y="57042"/>
                  </a:cubicBezTo>
                  <a:lnTo>
                    <a:pt x="22397" y="118764"/>
                  </a:lnTo>
                  <a:cubicBezTo>
                    <a:pt x="22397" y="122238"/>
                    <a:pt x="20657" y="123971"/>
                    <a:pt x="17183" y="123971"/>
                  </a:cubicBezTo>
                  <a:lnTo>
                    <a:pt x="5201" y="123971"/>
                  </a:lnTo>
                  <a:cubicBezTo>
                    <a:pt x="1734" y="123971"/>
                    <a:pt x="0" y="122238"/>
                    <a:pt x="0" y="118764"/>
                  </a:cubicBezTo>
                  <a:lnTo>
                    <a:pt x="0" y="7811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0774020A-14C3-C444-10F4-654D96034398}"/>
                </a:ext>
              </a:extLst>
            </p:cNvPr>
            <p:cNvSpPr/>
            <p:nvPr/>
          </p:nvSpPr>
          <p:spPr>
            <a:xfrm>
              <a:off x="3990203" y="3732864"/>
              <a:ext cx="123450" cy="126581"/>
            </a:xfrm>
            <a:custGeom>
              <a:avLst/>
              <a:gdLst>
                <a:gd name="connsiteX0" fmla="*/ 0 w 123450"/>
                <a:gd name="connsiteY0" fmla="*/ 63284 h 126581"/>
                <a:gd name="connsiteX1" fmla="*/ 17316 w 123450"/>
                <a:gd name="connsiteY1" fmla="*/ 17710 h 126581"/>
                <a:gd name="connsiteX2" fmla="*/ 62516 w 123450"/>
                <a:gd name="connsiteY2" fmla="*/ 0 h 126581"/>
                <a:gd name="connsiteX3" fmla="*/ 106655 w 123450"/>
                <a:gd name="connsiteY3" fmla="*/ 17190 h 126581"/>
                <a:gd name="connsiteX4" fmla="*/ 123451 w 123450"/>
                <a:gd name="connsiteY4" fmla="*/ 62510 h 126581"/>
                <a:gd name="connsiteX5" fmla="*/ 123451 w 123450"/>
                <a:gd name="connsiteY5" fmla="*/ 64853 h 126581"/>
                <a:gd name="connsiteX6" fmla="*/ 117469 w 123450"/>
                <a:gd name="connsiteY6" fmla="*/ 70847 h 126581"/>
                <a:gd name="connsiteX7" fmla="*/ 22397 w 123450"/>
                <a:gd name="connsiteY7" fmla="*/ 70847 h 126581"/>
                <a:gd name="connsiteX8" fmla="*/ 35039 w 123450"/>
                <a:gd name="connsiteY8" fmla="*/ 98190 h 126581"/>
                <a:gd name="connsiteX9" fmla="*/ 63551 w 123450"/>
                <a:gd name="connsiteY9" fmla="*/ 107569 h 126581"/>
                <a:gd name="connsiteX10" fmla="*/ 85039 w 123450"/>
                <a:gd name="connsiteY10" fmla="*/ 103143 h 126581"/>
                <a:gd name="connsiteX11" fmla="*/ 97930 w 123450"/>
                <a:gd name="connsiteY11" fmla="*/ 91415 h 126581"/>
                <a:gd name="connsiteX12" fmla="*/ 103924 w 123450"/>
                <a:gd name="connsiteY12" fmla="*/ 87249 h 126581"/>
                <a:gd name="connsiteX13" fmla="*/ 115119 w 123450"/>
                <a:gd name="connsiteY13" fmla="*/ 87249 h 126581"/>
                <a:gd name="connsiteX14" fmla="*/ 119158 w 123450"/>
                <a:gd name="connsiteY14" fmla="*/ 88297 h 126581"/>
                <a:gd name="connsiteX15" fmla="*/ 120333 w 123450"/>
                <a:gd name="connsiteY15" fmla="*/ 90894 h 126581"/>
                <a:gd name="connsiteX16" fmla="*/ 120333 w 123450"/>
                <a:gd name="connsiteY16" fmla="*/ 91415 h 126581"/>
                <a:gd name="connsiteX17" fmla="*/ 100019 w 123450"/>
                <a:gd name="connsiteY17" fmla="*/ 116815 h 126581"/>
                <a:gd name="connsiteX18" fmla="*/ 63297 w 123450"/>
                <a:gd name="connsiteY18" fmla="*/ 126581 h 126581"/>
                <a:gd name="connsiteX19" fmla="*/ 17316 w 123450"/>
                <a:gd name="connsiteY19" fmla="*/ 109125 h 126581"/>
                <a:gd name="connsiteX20" fmla="*/ 0 w 123450"/>
                <a:gd name="connsiteY20" fmla="*/ 63284 h 126581"/>
                <a:gd name="connsiteX21" fmla="*/ 22923 w 123450"/>
                <a:gd name="connsiteY21" fmla="*/ 53397 h 126581"/>
                <a:gd name="connsiteX22" fmla="*/ 100533 w 123450"/>
                <a:gd name="connsiteY22" fmla="*/ 53397 h 126581"/>
                <a:gd name="connsiteX23" fmla="*/ 88297 w 123450"/>
                <a:gd name="connsiteY23" fmla="*/ 27610 h 126581"/>
                <a:gd name="connsiteX24" fmla="*/ 62256 w 123450"/>
                <a:gd name="connsiteY24" fmla="*/ 18752 h 126581"/>
                <a:gd name="connsiteX25" fmla="*/ 35427 w 123450"/>
                <a:gd name="connsiteY25" fmla="*/ 27610 h 126581"/>
                <a:gd name="connsiteX26" fmla="*/ 22923 w 123450"/>
                <a:gd name="connsiteY26" fmla="*/ 53397 h 12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3450" h="126581">
                  <a:moveTo>
                    <a:pt x="0" y="63284"/>
                  </a:moveTo>
                  <a:cubicBezTo>
                    <a:pt x="0" y="44710"/>
                    <a:pt x="5772" y="29515"/>
                    <a:pt x="17316" y="17710"/>
                  </a:cubicBezTo>
                  <a:cubicBezTo>
                    <a:pt x="28867" y="5906"/>
                    <a:pt x="43929" y="0"/>
                    <a:pt x="62516" y="0"/>
                  </a:cubicBezTo>
                  <a:cubicBezTo>
                    <a:pt x="80747" y="0"/>
                    <a:pt x="95460" y="5734"/>
                    <a:pt x="106655" y="17190"/>
                  </a:cubicBezTo>
                  <a:cubicBezTo>
                    <a:pt x="117863" y="28651"/>
                    <a:pt x="123451" y="43758"/>
                    <a:pt x="123451" y="62510"/>
                  </a:cubicBezTo>
                  <a:lnTo>
                    <a:pt x="123451" y="64853"/>
                  </a:lnTo>
                  <a:cubicBezTo>
                    <a:pt x="123451" y="68853"/>
                    <a:pt x="121457" y="70847"/>
                    <a:pt x="117469" y="70847"/>
                  </a:cubicBezTo>
                  <a:lnTo>
                    <a:pt x="22397" y="70847"/>
                  </a:lnTo>
                  <a:cubicBezTo>
                    <a:pt x="23609" y="82823"/>
                    <a:pt x="27826" y="91935"/>
                    <a:pt x="35039" y="98190"/>
                  </a:cubicBezTo>
                  <a:cubicBezTo>
                    <a:pt x="42234" y="104439"/>
                    <a:pt x="51740" y="107569"/>
                    <a:pt x="63551" y="107569"/>
                  </a:cubicBezTo>
                  <a:cubicBezTo>
                    <a:pt x="71889" y="107569"/>
                    <a:pt x="79051" y="106096"/>
                    <a:pt x="85039" y="103143"/>
                  </a:cubicBezTo>
                  <a:cubicBezTo>
                    <a:pt x="91034" y="100184"/>
                    <a:pt x="95333" y="96279"/>
                    <a:pt x="97930" y="91415"/>
                  </a:cubicBezTo>
                  <a:cubicBezTo>
                    <a:pt x="99143" y="88646"/>
                    <a:pt x="101143" y="87249"/>
                    <a:pt x="103924" y="87249"/>
                  </a:cubicBezTo>
                  <a:lnTo>
                    <a:pt x="115119" y="87249"/>
                  </a:lnTo>
                  <a:cubicBezTo>
                    <a:pt x="117030" y="87249"/>
                    <a:pt x="118383" y="87605"/>
                    <a:pt x="119158" y="88297"/>
                  </a:cubicBezTo>
                  <a:cubicBezTo>
                    <a:pt x="119939" y="88989"/>
                    <a:pt x="120333" y="89859"/>
                    <a:pt x="120333" y="90894"/>
                  </a:cubicBezTo>
                  <a:lnTo>
                    <a:pt x="120333" y="91415"/>
                  </a:lnTo>
                  <a:cubicBezTo>
                    <a:pt x="116853" y="101835"/>
                    <a:pt x="110084" y="110300"/>
                    <a:pt x="100019" y="116815"/>
                  </a:cubicBezTo>
                  <a:cubicBezTo>
                    <a:pt x="89948" y="123324"/>
                    <a:pt x="77705" y="126581"/>
                    <a:pt x="63297" y="126581"/>
                  </a:cubicBezTo>
                  <a:cubicBezTo>
                    <a:pt x="44190" y="126581"/>
                    <a:pt x="28867" y="120764"/>
                    <a:pt x="17316" y="109125"/>
                  </a:cubicBezTo>
                  <a:cubicBezTo>
                    <a:pt x="5772" y="97505"/>
                    <a:pt x="0" y="82214"/>
                    <a:pt x="0" y="63284"/>
                  </a:cubicBezTo>
                  <a:close/>
                  <a:moveTo>
                    <a:pt x="22923" y="53397"/>
                  </a:moveTo>
                  <a:lnTo>
                    <a:pt x="100533" y="53397"/>
                  </a:lnTo>
                  <a:cubicBezTo>
                    <a:pt x="98978" y="42107"/>
                    <a:pt x="94895" y="33515"/>
                    <a:pt x="88297" y="27610"/>
                  </a:cubicBezTo>
                  <a:cubicBezTo>
                    <a:pt x="81699" y="21704"/>
                    <a:pt x="73019" y="18752"/>
                    <a:pt x="62256" y="18752"/>
                  </a:cubicBezTo>
                  <a:cubicBezTo>
                    <a:pt x="51137" y="18752"/>
                    <a:pt x="42196" y="21704"/>
                    <a:pt x="35427" y="27610"/>
                  </a:cubicBezTo>
                  <a:cubicBezTo>
                    <a:pt x="28651" y="33515"/>
                    <a:pt x="24486" y="42107"/>
                    <a:pt x="22923" y="53397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3B7C390-5439-E3F4-3D43-C2578453795A}"/>
                </a:ext>
              </a:extLst>
            </p:cNvPr>
            <p:cNvSpPr/>
            <p:nvPr/>
          </p:nvSpPr>
          <p:spPr>
            <a:xfrm>
              <a:off x="4138927" y="3674527"/>
              <a:ext cx="126320" cy="184918"/>
            </a:xfrm>
            <a:custGeom>
              <a:avLst/>
              <a:gdLst>
                <a:gd name="connsiteX0" fmla="*/ 17704 w 126320"/>
                <a:gd name="connsiteY0" fmla="*/ 76568 h 184918"/>
                <a:gd name="connsiteX1" fmla="*/ 60420 w 126320"/>
                <a:gd name="connsiteY1" fmla="*/ 58337 h 184918"/>
                <a:gd name="connsiteX2" fmla="*/ 86080 w 126320"/>
                <a:gd name="connsiteY2" fmla="*/ 64332 h 184918"/>
                <a:gd name="connsiteX3" fmla="*/ 103137 w 126320"/>
                <a:gd name="connsiteY3" fmla="*/ 80473 h 184918"/>
                <a:gd name="connsiteX4" fmla="*/ 103924 w 126320"/>
                <a:gd name="connsiteY4" fmla="*/ 80473 h 184918"/>
                <a:gd name="connsiteX5" fmla="*/ 103924 w 126320"/>
                <a:gd name="connsiteY5" fmla="*/ 5207 h 184918"/>
                <a:gd name="connsiteX6" fmla="*/ 109131 w 126320"/>
                <a:gd name="connsiteY6" fmla="*/ 0 h 184918"/>
                <a:gd name="connsiteX7" fmla="*/ 121367 w 126320"/>
                <a:gd name="connsiteY7" fmla="*/ 0 h 184918"/>
                <a:gd name="connsiteX8" fmla="*/ 126321 w 126320"/>
                <a:gd name="connsiteY8" fmla="*/ 5207 h 184918"/>
                <a:gd name="connsiteX9" fmla="*/ 126321 w 126320"/>
                <a:gd name="connsiteY9" fmla="*/ 177101 h 184918"/>
                <a:gd name="connsiteX10" fmla="*/ 121367 w 126320"/>
                <a:gd name="connsiteY10" fmla="*/ 182308 h 184918"/>
                <a:gd name="connsiteX11" fmla="*/ 109391 w 126320"/>
                <a:gd name="connsiteY11" fmla="*/ 182308 h 184918"/>
                <a:gd name="connsiteX12" fmla="*/ 104184 w 126320"/>
                <a:gd name="connsiteY12" fmla="*/ 177101 h 184918"/>
                <a:gd name="connsiteX13" fmla="*/ 104184 w 126320"/>
                <a:gd name="connsiteY13" fmla="*/ 162776 h 184918"/>
                <a:gd name="connsiteX14" fmla="*/ 103657 w 126320"/>
                <a:gd name="connsiteY14" fmla="*/ 162776 h 184918"/>
                <a:gd name="connsiteX15" fmla="*/ 86728 w 126320"/>
                <a:gd name="connsiteY15" fmla="*/ 179057 h 184918"/>
                <a:gd name="connsiteX16" fmla="*/ 60680 w 126320"/>
                <a:gd name="connsiteY16" fmla="*/ 184918 h 184918"/>
                <a:gd name="connsiteX17" fmla="*/ 17577 w 126320"/>
                <a:gd name="connsiteY17" fmla="*/ 166688 h 184918"/>
                <a:gd name="connsiteX18" fmla="*/ 0 w 126320"/>
                <a:gd name="connsiteY18" fmla="*/ 121621 h 184918"/>
                <a:gd name="connsiteX19" fmla="*/ 17704 w 126320"/>
                <a:gd name="connsiteY19" fmla="*/ 76568 h 184918"/>
                <a:gd name="connsiteX20" fmla="*/ 22917 w 126320"/>
                <a:gd name="connsiteY20" fmla="*/ 121621 h 184918"/>
                <a:gd name="connsiteX21" fmla="*/ 34379 w 126320"/>
                <a:gd name="connsiteY21" fmla="*/ 152622 h 184918"/>
                <a:gd name="connsiteX22" fmla="*/ 63805 w 126320"/>
                <a:gd name="connsiteY22" fmla="*/ 164865 h 184918"/>
                <a:gd name="connsiteX23" fmla="*/ 93244 w 126320"/>
                <a:gd name="connsiteY23" fmla="*/ 152622 h 184918"/>
                <a:gd name="connsiteX24" fmla="*/ 104445 w 126320"/>
                <a:gd name="connsiteY24" fmla="*/ 121621 h 184918"/>
                <a:gd name="connsiteX25" fmla="*/ 93110 w 126320"/>
                <a:gd name="connsiteY25" fmla="*/ 90894 h 184918"/>
                <a:gd name="connsiteX26" fmla="*/ 63805 w 126320"/>
                <a:gd name="connsiteY26" fmla="*/ 78657 h 184918"/>
                <a:gd name="connsiteX27" fmla="*/ 34252 w 126320"/>
                <a:gd name="connsiteY27" fmla="*/ 90894 h 184918"/>
                <a:gd name="connsiteX28" fmla="*/ 22917 w 126320"/>
                <a:gd name="connsiteY28" fmla="*/ 121621 h 18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6320" h="184918">
                  <a:moveTo>
                    <a:pt x="17704" y="76568"/>
                  </a:moveTo>
                  <a:cubicBezTo>
                    <a:pt x="29337" y="64414"/>
                    <a:pt x="43580" y="58337"/>
                    <a:pt x="60420" y="58337"/>
                  </a:cubicBezTo>
                  <a:cubicBezTo>
                    <a:pt x="69621" y="58337"/>
                    <a:pt x="78181" y="60337"/>
                    <a:pt x="86080" y="64332"/>
                  </a:cubicBezTo>
                  <a:cubicBezTo>
                    <a:pt x="93980" y="68326"/>
                    <a:pt x="99663" y="73704"/>
                    <a:pt x="103137" y="80473"/>
                  </a:cubicBezTo>
                  <a:lnTo>
                    <a:pt x="103924" y="80473"/>
                  </a:lnTo>
                  <a:lnTo>
                    <a:pt x="103924" y="5207"/>
                  </a:lnTo>
                  <a:cubicBezTo>
                    <a:pt x="103924" y="1733"/>
                    <a:pt x="105658" y="0"/>
                    <a:pt x="109131" y="0"/>
                  </a:cubicBezTo>
                  <a:lnTo>
                    <a:pt x="121367" y="0"/>
                  </a:lnTo>
                  <a:cubicBezTo>
                    <a:pt x="124670" y="0"/>
                    <a:pt x="126321" y="1733"/>
                    <a:pt x="126321" y="5207"/>
                  </a:cubicBezTo>
                  <a:lnTo>
                    <a:pt x="126321" y="177101"/>
                  </a:lnTo>
                  <a:cubicBezTo>
                    <a:pt x="126321" y="180575"/>
                    <a:pt x="124670" y="182308"/>
                    <a:pt x="121367" y="182308"/>
                  </a:cubicBezTo>
                  <a:lnTo>
                    <a:pt x="109391" y="182308"/>
                  </a:lnTo>
                  <a:cubicBezTo>
                    <a:pt x="105918" y="182308"/>
                    <a:pt x="104184" y="180575"/>
                    <a:pt x="104184" y="177101"/>
                  </a:cubicBezTo>
                  <a:lnTo>
                    <a:pt x="104184" y="162776"/>
                  </a:lnTo>
                  <a:lnTo>
                    <a:pt x="103657" y="162776"/>
                  </a:lnTo>
                  <a:cubicBezTo>
                    <a:pt x="100184" y="169729"/>
                    <a:pt x="94545" y="175152"/>
                    <a:pt x="86728" y="179057"/>
                  </a:cubicBezTo>
                  <a:cubicBezTo>
                    <a:pt x="78911" y="182963"/>
                    <a:pt x="70231" y="184918"/>
                    <a:pt x="60680" y="184918"/>
                  </a:cubicBezTo>
                  <a:cubicBezTo>
                    <a:pt x="43662" y="184918"/>
                    <a:pt x="29299" y="178841"/>
                    <a:pt x="17577" y="166688"/>
                  </a:cubicBezTo>
                  <a:cubicBezTo>
                    <a:pt x="5861" y="154534"/>
                    <a:pt x="0" y="139509"/>
                    <a:pt x="0" y="121621"/>
                  </a:cubicBezTo>
                  <a:cubicBezTo>
                    <a:pt x="0" y="103918"/>
                    <a:pt x="5899" y="88900"/>
                    <a:pt x="17704" y="76568"/>
                  </a:cubicBezTo>
                  <a:close/>
                  <a:moveTo>
                    <a:pt x="22917" y="121621"/>
                  </a:moveTo>
                  <a:cubicBezTo>
                    <a:pt x="22917" y="134131"/>
                    <a:pt x="26740" y="144463"/>
                    <a:pt x="34379" y="152622"/>
                  </a:cubicBezTo>
                  <a:cubicBezTo>
                    <a:pt x="41840" y="160788"/>
                    <a:pt x="51651" y="164865"/>
                    <a:pt x="63805" y="164865"/>
                  </a:cubicBezTo>
                  <a:cubicBezTo>
                    <a:pt x="75959" y="164865"/>
                    <a:pt x="85776" y="160788"/>
                    <a:pt x="93244" y="152622"/>
                  </a:cubicBezTo>
                  <a:cubicBezTo>
                    <a:pt x="100705" y="144463"/>
                    <a:pt x="104445" y="134131"/>
                    <a:pt x="104445" y="121621"/>
                  </a:cubicBezTo>
                  <a:cubicBezTo>
                    <a:pt x="104445" y="109302"/>
                    <a:pt x="100660" y="99060"/>
                    <a:pt x="93110" y="90894"/>
                  </a:cubicBezTo>
                  <a:cubicBezTo>
                    <a:pt x="85560" y="82740"/>
                    <a:pt x="75793" y="78657"/>
                    <a:pt x="63805" y="78657"/>
                  </a:cubicBezTo>
                  <a:cubicBezTo>
                    <a:pt x="51651" y="78657"/>
                    <a:pt x="41802" y="82740"/>
                    <a:pt x="34252" y="90894"/>
                  </a:cubicBezTo>
                  <a:cubicBezTo>
                    <a:pt x="26689" y="99060"/>
                    <a:pt x="22917" y="109302"/>
                    <a:pt x="22917" y="12162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33DC7E3-C5D4-2437-5ECA-8C68AB7C8E93}"/>
                </a:ext>
              </a:extLst>
            </p:cNvPr>
            <p:cNvSpPr/>
            <p:nvPr/>
          </p:nvSpPr>
          <p:spPr>
            <a:xfrm>
              <a:off x="3606116" y="2939754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8B8058F-B615-EAFC-E44B-AC1819EF5471}"/>
                </a:ext>
              </a:extLst>
            </p:cNvPr>
            <p:cNvSpPr/>
            <p:nvPr/>
          </p:nvSpPr>
          <p:spPr>
            <a:xfrm>
              <a:off x="2642511" y="3141800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3C84E47-6A3A-3E10-4823-1B6E87146FD5}"/>
                </a:ext>
              </a:extLst>
            </p:cNvPr>
            <p:cNvSpPr/>
            <p:nvPr/>
          </p:nvSpPr>
          <p:spPr>
            <a:xfrm>
              <a:off x="1262630" y="3149813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4EFA938-4DD8-815A-3507-8A38D2BC3401}"/>
                </a:ext>
              </a:extLst>
            </p:cNvPr>
            <p:cNvSpPr/>
            <p:nvPr/>
          </p:nvSpPr>
          <p:spPr>
            <a:xfrm>
              <a:off x="1262630" y="3149813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9FF968-9358-256C-DC26-A124DF4A5274}"/>
                </a:ext>
              </a:extLst>
            </p:cNvPr>
            <p:cNvSpPr/>
            <p:nvPr/>
          </p:nvSpPr>
          <p:spPr>
            <a:xfrm>
              <a:off x="1586887" y="3244060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E90CE70-21E8-62C3-8930-1C1553F9B840}"/>
                </a:ext>
              </a:extLst>
            </p:cNvPr>
            <p:cNvSpPr/>
            <p:nvPr/>
          </p:nvSpPr>
          <p:spPr>
            <a:xfrm rot="16218758">
              <a:off x="1309999" y="3425923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CA9FF3E-9067-4FB9-0950-55E09790E694}"/>
                </a:ext>
              </a:extLst>
            </p:cNvPr>
            <p:cNvSpPr/>
            <p:nvPr/>
          </p:nvSpPr>
          <p:spPr>
            <a:xfrm>
              <a:off x="1176069" y="2876116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7902682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gradFill>
          <a:gsLst>
            <a:gs pos="0">
              <a:srgbClr val="50C2EF">
                <a:alpha val="27927"/>
              </a:srgbClr>
            </a:gs>
            <a:gs pos="67000">
              <a:srgbClr val="2B8CCC">
                <a:alpha val="0"/>
              </a:srgbClr>
            </a:gs>
            <a:gs pos="88000">
              <a:srgbClr val="E11A53">
                <a:alpha val="5033"/>
              </a:srgb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7E79B9E0-D7E0-5467-2D6B-E6A706A63E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39837" y="3468875"/>
            <a:ext cx="1573200" cy="10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BE"/>
              <a:t>.</a:t>
            </a:r>
          </a:p>
        </p:txBody>
      </p:sp>
      <p:grpSp>
        <p:nvGrpSpPr>
          <p:cNvPr id="7" name="Graphic 2">
            <a:extLst>
              <a:ext uri="{FF2B5EF4-FFF2-40B4-BE49-F238E27FC236}">
                <a16:creationId xmlns:a16="http://schemas.microsoft.com/office/drawing/2014/main" id="{BDDB034B-F4AC-BA99-2DAD-4AAB640A2540}"/>
              </a:ext>
            </a:extLst>
          </p:cNvPr>
          <p:cNvGrpSpPr/>
          <p:nvPr userDrawn="1"/>
        </p:nvGrpSpPr>
        <p:grpSpPr>
          <a:xfrm>
            <a:off x="780430" y="2374210"/>
            <a:ext cx="4288568" cy="1532392"/>
            <a:chOff x="1495832" y="2697093"/>
            <a:chExt cx="3094619" cy="1105769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5ECB5C6-9A11-E0B2-4A89-1E8223674751}"/>
                </a:ext>
              </a:extLst>
            </p:cNvPr>
            <p:cNvSpPr/>
            <p:nvPr/>
          </p:nvSpPr>
          <p:spPr>
            <a:xfrm>
              <a:off x="3513244" y="3732151"/>
              <a:ext cx="1074464" cy="70711"/>
            </a:xfrm>
            <a:custGeom>
              <a:avLst/>
              <a:gdLst>
                <a:gd name="connsiteX0" fmla="*/ 3772 w 1074464"/>
                <a:gd name="connsiteY0" fmla="*/ 70711 h 70711"/>
                <a:gd name="connsiteX1" fmla="*/ 0 w 1074464"/>
                <a:gd name="connsiteY1" fmla="*/ 42530 h 70711"/>
                <a:gd name="connsiteX2" fmla="*/ 1074464 w 1074464"/>
                <a:gd name="connsiteY2" fmla="*/ 8812 h 70711"/>
                <a:gd name="connsiteX3" fmla="*/ 1073074 w 1074464"/>
                <a:gd name="connsiteY3" fmla="*/ 37196 h 70711"/>
                <a:gd name="connsiteX4" fmla="*/ 3772 w 1074464"/>
                <a:gd name="connsiteY4" fmla="*/ 70711 h 70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4464" h="70711">
                  <a:moveTo>
                    <a:pt x="3772" y="70711"/>
                  </a:moveTo>
                  <a:lnTo>
                    <a:pt x="0" y="42530"/>
                  </a:lnTo>
                  <a:cubicBezTo>
                    <a:pt x="412502" y="-12626"/>
                    <a:pt x="850252" y="-2288"/>
                    <a:pt x="1074464" y="8812"/>
                  </a:cubicBezTo>
                  <a:lnTo>
                    <a:pt x="1073074" y="37196"/>
                  </a:lnTo>
                  <a:cubicBezTo>
                    <a:pt x="849801" y="26166"/>
                    <a:pt x="414020" y="15828"/>
                    <a:pt x="3772" y="70711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3CDF637-3DA8-E949-C6DD-D70FEF39A310}"/>
                </a:ext>
              </a:extLst>
            </p:cNvPr>
            <p:cNvSpPr/>
            <p:nvPr/>
          </p:nvSpPr>
          <p:spPr>
            <a:xfrm>
              <a:off x="2185040" y="2962777"/>
              <a:ext cx="686231" cy="444137"/>
            </a:xfrm>
            <a:custGeom>
              <a:avLst/>
              <a:gdLst>
                <a:gd name="connsiteX0" fmla="*/ 0 w 686231"/>
                <a:gd name="connsiteY0" fmla="*/ 427755 h 444137"/>
                <a:gd name="connsiteX1" fmla="*/ 0 w 686231"/>
                <a:gd name="connsiteY1" fmla="*/ 27305 h 444137"/>
                <a:gd name="connsiteX2" fmla="*/ 15468 w 686231"/>
                <a:gd name="connsiteY2" fmla="*/ 10922 h 444137"/>
                <a:gd name="connsiteX3" fmla="*/ 94653 w 686231"/>
                <a:gd name="connsiteY3" fmla="*/ 10922 h 444137"/>
                <a:gd name="connsiteX4" fmla="*/ 111030 w 686231"/>
                <a:gd name="connsiteY4" fmla="*/ 27305 h 444137"/>
                <a:gd name="connsiteX5" fmla="*/ 111030 w 686231"/>
                <a:gd name="connsiteY5" fmla="*/ 74632 h 444137"/>
                <a:gd name="connsiteX6" fmla="*/ 114675 w 686231"/>
                <a:gd name="connsiteY6" fmla="*/ 74632 h 444137"/>
                <a:gd name="connsiteX7" fmla="*/ 165189 w 686231"/>
                <a:gd name="connsiteY7" fmla="*/ 19571 h 444137"/>
                <a:gd name="connsiteX8" fmla="*/ 243916 w 686231"/>
                <a:gd name="connsiteY8" fmla="*/ 0 h 444137"/>
                <a:gd name="connsiteX9" fmla="*/ 377704 w 686231"/>
                <a:gd name="connsiteY9" fmla="*/ 81909 h 444137"/>
                <a:gd name="connsiteX10" fmla="*/ 380428 w 686231"/>
                <a:gd name="connsiteY10" fmla="*/ 81909 h 444137"/>
                <a:gd name="connsiteX11" fmla="*/ 439134 w 686231"/>
                <a:gd name="connsiteY11" fmla="*/ 21387 h 444137"/>
                <a:gd name="connsiteX12" fmla="*/ 527869 w 686231"/>
                <a:gd name="connsiteY12" fmla="*/ 0 h 444137"/>
                <a:gd name="connsiteX13" fmla="*/ 643909 w 686231"/>
                <a:gd name="connsiteY13" fmla="*/ 47784 h 444137"/>
                <a:gd name="connsiteX14" fmla="*/ 686232 w 686231"/>
                <a:gd name="connsiteY14" fmla="*/ 180207 h 444137"/>
                <a:gd name="connsiteX15" fmla="*/ 686232 w 686231"/>
                <a:gd name="connsiteY15" fmla="*/ 427755 h 444137"/>
                <a:gd name="connsiteX16" fmla="*/ 670757 w 686231"/>
                <a:gd name="connsiteY16" fmla="*/ 444138 h 444137"/>
                <a:gd name="connsiteX17" fmla="*/ 587934 w 686231"/>
                <a:gd name="connsiteY17" fmla="*/ 444138 h 444137"/>
                <a:gd name="connsiteX18" fmla="*/ 571557 w 686231"/>
                <a:gd name="connsiteY18" fmla="*/ 427755 h 444137"/>
                <a:gd name="connsiteX19" fmla="*/ 571557 w 686231"/>
                <a:gd name="connsiteY19" fmla="*/ 209328 h 444137"/>
                <a:gd name="connsiteX20" fmla="*/ 491465 w 686231"/>
                <a:gd name="connsiteY20" fmla="*/ 105575 h 444137"/>
                <a:gd name="connsiteX21" fmla="*/ 425482 w 686231"/>
                <a:gd name="connsiteY21" fmla="*/ 133331 h 444137"/>
                <a:gd name="connsiteX22" fmla="*/ 400450 w 686231"/>
                <a:gd name="connsiteY22" fmla="*/ 211150 h 444137"/>
                <a:gd name="connsiteX23" fmla="*/ 400450 w 686231"/>
                <a:gd name="connsiteY23" fmla="*/ 427755 h 444137"/>
                <a:gd name="connsiteX24" fmla="*/ 384073 w 686231"/>
                <a:gd name="connsiteY24" fmla="*/ 444138 h 444137"/>
                <a:gd name="connsiteX25" fmla="*/ 302158 w 686231"/>
                <a:gd name="connsiteY25" fmla="*/ 444138 h 444137"/>
                <a:gd name="connsiteX26" fmla="*/ 285782 w 686231"/>
                <a:gd name="connsiteY26" fmla="*/ 427755 h 444137"/>
                <a:gd name="connsiteX27" fmla="*/ 285782 w 686231"/>
                <a:gd name="connsiteY27" fmla="*/ 209328 h 444137"/>
                <a:gd name="connsiteX28" fmla="*/ 205689 w 686231"/>
                <a:gd name="connsiteY28" fmla="*/ 105575 h 444137"/>
                <a:gd name="connsiteX29" fmla="*/ 139706 w 686231"/>
                <a:gd name="connsiteY29" fmla="*/ 133331 h 444137"/>
                <a:gd name="connsiteX30" fmla="*/ 114675 w 686231"/>
                <a:gd name="connsiteY30" fmla="*/ 211150 h 444137"/>
                <a:gd name="connsiteX31" fmla="*/ 114675 w 686231"/>
                <a:gd name="connsiteY31" fmla="*/ 427755 h 444137"/>
                <a:gd name="connsiteX32" fmla="*/ 98298 w 686231"/>
                <a:gd name="connsiteY32" fmla="*/ 444138 h 444137"/>
                <a:gd name="connsiteX33" fmla="*/ 15475 w 686231"/>
                <a:gd name="connsiteY33" fmla="*/ 444138 h 444137"/>
                <a:gd name="connsiteX34" fmla="*/ 0 w 686231"/>
                <a:gd name="connsiteY34" fmla="*/ 427755 h 444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86231" h="444137">
                  <a:moveTo>
                    <a:pt x="0" y="427755"/>
                  </a:moveTo>
                  <a:lnTo>
                    <a:pt x="0" y="27305"/>
                  </a:lnTo>
                  <a:cubicBezTo>
                    <a:pt x="0" y="16383"/>
                    <a:pt x="5150" y="10922"/>
                    <a:pt x="15468" y="10922"/>
                  </a:cubicBezTo>
                  <a:lnTo>
                    <a:pt x="94653" y="10922"/>
                  </a:lnTo>
                  <a:cubicBezTo>
                    <a:pt x="105575" y="10922"/>
                    <a:pt x="111030" y="16383"/>
                    <a:pt x="111030" y="27305"/>
                  </a:cubicBezTo>
                  <a:lnTo>
                    <a:pt x="111030" y="74632"/>
                  </a:lnTo>
                  <a:lnTo>
                    <a:pt x="114675" y="74632"/>
                  </a:lnTo>
                  <a:cubicBezTo>
                    <a:pt x="125597" y="50965"/>
                    <a:pt x="142430" y="32626"/>
                    <a:pt x="165189" y="19571"/>
                  </a:cubicBezTo>
                  <a:cubicBezTo>
                    <a:pt x="187941" y="6528"/>
                    <a:pt x="214173" y="0"/>
                    <a:pt x="243916" y="0"/>
                  </a:cubicBezTo>
                  <a:cubicBezTo>
                    <a:pt x="307010" y="0"/>
                    <a:pt x="351606" y="27305"/>
                    <a:pt x="377704" y="81909"/>
                  </a:cubicBezTo>
                  <a:lnTo>
                    <a:pt x="380428" y="81909"/>
                  </a:lnTo>
                  <a:cubicBezTo>
                    <a:pt x="393770" y="55829"/>
                    <a:pt x="413334" y="35649"/>
                    <a:pt x="439134" y="21387"/>
                  </a:cubicBezTo>
                  <a:cubicBezTo>
                    <a:pt x="464915" y="7137"/>
                    <a:pt x="494494" y="0"/>
                    <a:pt x="527869" y="0"/>
                  </a:cubicBezTo>
                  <a:cubicBezTo>
                    <a:pt x="577018" y="0"/>
                    <a:pt x="615696" y="15926"/>
                    <a:pt x="643909" y="47784"/>
                  </a:cubicBezTo>
                  <a:cubicBezTo>
                    <a:pt x="672128" y="79635"/>
                    <a:pt x="686232" y="123774"/>
                    <a:pt x="686232" y="180207"/>
                  </a:cubicBezTo>
                  <a:lnTo>
                    <a:pt x="686232" y="427755"/>
                  </a:lnTo>
                  <a:cubicBezTo>
                    <a:pt x="686232" y="438677"/>
                    <a:pt x="681063" y="444138"/>
                    <a:pt x="670757" y="444138"/>
                  </a:cubicBezTo>
                  <a:lnTo>
                    <a:pt x="587934" y="444138"/>
                  </a:lnTo>
                  <a:cubicBezTo>
                    <a:pt x="577018" y="444138"/>
                    <a:pt x="571557" y="438677"/>
                    <a:pt x="571557" y="427755"/>
                  </a:cubicBezTo>
                  <a:lnTo>
                    <a:pt x="571557" y="209328"/>
                  </a:lnTo>
                  <a:cubicBezTo>
                    <a:pt x="571557" y="140157"/>
                    <a:pt x="544843" y="105575"/>
                    <a:pt x="491465" y="105575"/>
                  </a:cubicBezTo>
                  <a:cubicBezTo>
                    <a:pt x="464160" y="105575"/>
                    <a:pt x="442163" y="114833"/>
                    <a:pt x="425482" y="133331"/>
                  </a:cubicBezTo>
                  <a:cubicBezTo>
                    <a:pt x="408788" y="151848"/>
                    <a:pt x="400450" y="177787"/>
                    <a:pt x="400450" y="211150"/>
                  </a:cubicBezTo>
                  <a:lnTo>
                    <a:pt x="400450" y="427755"/>
                  </a:lnTo>
                  <a:cubicBezTo>
                    <a:pt x="400450" y="438677"/>
                    <a:pt x="394989" y="444138"/>
                    <a:pt x="384073" y="444138"/>
                  </a:cubicBezTo>
                  <a:lnTo>
                    <a:pt x="302158" y="444138"/>
                  </a:lnTo>
                  <a:cubicBezTo>
                    <a:pt x="291236" y="444138"/>
                    <a:pt x="285782" y="438677"/>
                    <a:pt x="285782" y="427755"/>
                  </a:cubicBezTo>
                  <a:lnTo>
                    <a:pt x="285782" y="209328"/>
                  </a:lnTo>
                  <a:cubicBezTo>
                    <a:pt x="285782" y="140157"/>
                    <a:pt x="259067" y="105575"/>
                    <a:pt x="205689" y="105575"/>
                  </a:cubicBezTo>
                  <a:cubicBezTo>
                    <a:pt x="178384" y="105575"/>
                    <a:pt x="156388" y="114833"/>
                    <a:pt x="139706" y="133331"/>
                  </a:cubicBezTo>
                  <a:cubicBezTo>
                    <a:pt x="123012" y="151848"/>
                    <a:pt x="114675" y="177787"/>
                    <a:pt x="114675" y="211150"/>
                  </a:cubicBezTo>
                  <a:lnTo>
                    <a:pt x="114675" y="427755"/>
                  </a:lnTo>
                  <a:cubicBezTo>
                    <a:pt x="114675" y="438677"/>
                    <a:pt x="109214" y="444138"/>
                    <a:pt x="98298" y="444138"/>
                  </a:cubicBezTo>
                  <a:lnTo>
                    <a:pt x="15475" y="444138"/>
                  </a:lnTo>
                  <a:cubicBezTo>
                    <a:pt x="5150" y="444138"/>
                    <a:pt x="0" y="438677"/>
                    <a:pt x="0" y="42775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89B4F05-8E7C-CAC3-AFE8-E114CC33B099}"/>
                </a:ext>
              </a:extLst>
            </p:cNvPr>
            <p:cNvSpPr/>
            <p:nvPr/>
          </p:nvSpPr>
          <p:spPr>
            <a:xfrm>
              <a:off x="3496512" y="2818212"/>
              <a:ext cx="363130" cy="599624"/>
            </a:xfrm>
            <a:custGeom>
              <a:avLst/>
              <a:gdLst>
                <a:gd name="connsiteX0" fmla="*/ 0 w 363130"/>
                <a:gd name="connsiteY0" fmla="*/ 238309 h 599624"/>
                <a:gd name="connsiteX1" fmla="*/ 0 w 363130"/>
                <a:gd name="connsiteY1" fmla="*/ 171869 h 599624"/>
                <a:gd name="connsiteX2" fmla="*/ 16377 w 363130"/>
                <a:gd name="connsiteY2" fmla="*/ 155486 h 599624"/>
                <a:gd name="connsiteX3" fmla="*/ 91910 w 363130"/>
                <a:gd name="connsiteY3" fmla="*/ 155486 h 599624"/>
                <a:gd name="connsiteX4" fmla="*/ 91910 w 363130"/>
                <a:gd name="connsiteY4" fmla="*/ 16383 h 599624"/>
                <a:gd name="connsiteX5" fmla="*/ 107391 w 363130"/>
                <a:gd name="connsiteY5" fmla="*/ 0 h 599624"/>
                <a:gd name="connsiteX6" fmla="*/ 190208 w 363130"/>
                <a:gd name="connsiteY6" fmla="*/ 0 h 599624"/>
                <a:gd name="connsiteX7" fmla="*/ 206584 w 363130"/>
                <a:gd name="connsiteY7" fmla="*/ 16383 h 599624"/>
                <a:gd name="connsiteX8" fmla="*/ 206584 w 363130"/>
                <a:gd name="connsiteY8" fmla="*/ 155486 h 599624"/>
                <a:gd name="connsiteX9" fmla="*/ 343103 w 363130"/>
                <a:gd name="connsiteY9" fmla="*/ 155486 h 599624"/>
                <a:gd name="connsiteX10" fmla="*/ 359486 w 363130"/>
                <a:gd name="connsiteY10" fmla="*/ 171869 h 599624"/>
                <a:gd name="connsiteX11" fmla="*/ 359486 w 363130"/>
                <a:gd name="connsiteY11" fmla="*/ 238309 h 599624"/>
                <a:gd name="connsiteX12" fmla="*/ 343103 w 363130"/>
                <a:gd name="connsiteY12" fmla="*/ 254692 h 599624"/>
                <a:gd name="connsiteX13" fmla="*/ 206584 w 363130"/>
                <a:gd name="connsiteY13" fmla="*/ 254692 h 599624"/>
                <a:gd name="connsiteX14" fmla="*/ 206584 w 363130"/>
                <a:gd name="connsiteY14" fmla="*/ 414871 h 599624"/>
                <a:gd name="connsiteX15" fmla="*/ 225247 w 363130"/>
                <a:gd name="connsiteY15" fmla="*/ 477216 h 599624"/>
                <a:gd name="connsiteX16" fmla="*/ 285775 w 363130"/>
                <a:gd name="connsiteY16" fmla="*/ 495872 h 599624"/>
                <a:gd name="connsiteX17" fmla="*/ 344932 w 363130"/>
                <a:gd name="connsiteY17" fmla="*/ 484950 h 599624"/>
                <a:gd name="connsiteX18" fmla="*/ 354032 w 363130"/>
                <a:gd name="connsiteY18" fmla="*/ 483127 h 599624"/>
                <a:gd name="connsiteX19" fmla="*/ 363131 w 363130"/>
                <a:gd name="connsiteY19" fmla="*/ 496780 h 599624"/>
                <a:gd name="connsiteX20" fmla="*/ 363131 w 363130"/>
                <a:gd name="connsiteY20" fmla="*/ 565950 h 599624"/>
                <a:gd name="connsiteX21" fmla="*/ 352209 w 363130"/>
                <a:gd name="connsiteY21" fmla="*/ 583241 h 599624"/>
                <a:gd name="connsiteX22" fmla="*/ 262109 w 363130"/>
                <a:gd name="connsiteY22" fmla="*/ 599624 h 599624"/>
                <a:gd name="connsiteX23" fmla="*/ 91910 w 363130"/>
                <a:gd name="connsiteY23" fmla="*/ 427609 h 599624"/>
                <a:gd name="connsiteX24" fmla="*/ 91910 w 363130"/>
                <a:gd name="connsiteY24" fmla="*/ 254692 h 599624"/>
                <a:gd name="connsiteX25" fmla="*/ 16377 w 363130"/>
                <a:gd name="connsiteY25" fmla="*/ 254692 h 599624"/>
                <a:gd name="connsiteX26" fmla="*/ 0 w 363130"/>
                <a:gd name="connsiteY26" fmla="*/ 238309 h 59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63130" h="599624">
                  <a:moveTo>
                    <a:pt x="0" y="238309"/>
                  </a:moveTo>
                  <a:lnTo>
                    <a:pt x="0" y="171869"/>
                  </a:lnTo>
                  <a:cubicBezTo>
                    <a:pt x="0" y="160947"/>
                    <a:pt x="5455" y="155486"/>
                    <a:pt x="16377" y="155486"/>
                  </a:cubicBezTo>
                  <a:lnTo>
                    <a:pt x="91910" y="155486"/>
                  </a:lnTo>
                  <a:lnTo>
                    <a:pt x="91910" y="16383"/>
                  </a:lnTo>
                  <a:cubicBezTo>
                    <a:pt x="91910" y="5461"/>
                    <a:pt x="97060" y="0"/>
                    <a:pt x="107391" y="0"/>
                  </a:cubicBezTo>
                  <a:lnTo>
                    <a:pt x="190208" y="0"/>
                  </a:lnTo>
                  <a:cubicBezTo>
                    <a:pt x="201130" y="0"/>
                    <a:pt x="206584" y="5461"/>
                    <a:pt x="206584" y="16383"/>
                  </a:cubicBezTo>
                  <a:lnTo>
                    <a:pt x="206584" y="155486"/>
                  </a:lnTo>
                  <a:lnTo>
                    <a:pt x="343103" y="155486"/>
                  </a:lnTo>
                  <a:cubicBezTo>
                    <a:pt x="354032" y="155486"/>
                    <a:pt x="359486" y="160947"/>
                    <a:pt x="359486" y="171869"/>
                  </a:cubicBezTo>
                  <a:lnTo>
                    <a:pt x="359486" y="238309"/>
                  </a:lnTo>
                  <a:cubicBezTo>
                    <a:pt x="359486" y="249225"/>
                    <a:pt x="354032" y="254692"/>
                    <a:pt x="343103" y="254692"/>
                  </a:cubicBezTo>
                  <a:lnTo>
                    <a:pt x="206584" y="254692"/>
                  </a:lnTo>
                  <a:lnTo>
                    <a:pt x="206584" y="414871"/>
                  </a:lnTo>
                  <a:cubicBezTo>
                    <a:pt x="206584" y="443992"/>
                    <a:pt x="212801" y="464782"/>
                    <a:pt x="225247" y="477216"/>
                  </a:cubicBezTo>
                  <a:cubicBezTo>
                    <a:pt x="237680" y="489655"/>
                    <a:pt x="257861" y="495872"/>
                    <a:pt x="285775" y="495872"/>
                  </a:cubicBezTo>
                  <a:cubicBezTo>
                    <a:pt x="308210" y="495872"/>
                    <a:pt x="327939" y="492227"/>
                    <a:pt x="344932" y="484950"/>
                  </a:cubicBezTo>
                  <a:cubicBezTo>
                    <a:pt x="348571" y="483737"/>
                    <a:pt x="351600" y="483127"/>
                    <a:pt x="354032" y="483127"/>
                  </a:cubicBezTo>
                  <a:cubicBezTo>
                    <a:pt x="360089" y="483127"/>
                    <a:pt x="363131" y="487680"/>
                    <a:pt x="363131" y="496780"/>
                  </a:cubicBezTo>
                  <a:lnTo>
                    <a:pt x="363131" y="565950"/>
                  </a:lnTo>
                  <a:cubicBezTo>
                    <a:pt x="363131" y="573837"/>
                    <a:pt x="359486" y="579603"/>
                    <a:pt x="352209" y="583241"/>
                  </a:cubicBezTo>
                  <a:cubicBezTo>
                    <a:pt x="326727" y="594163"/>
                    <a:pt x="296691" y="599624"/>
                    <a:pt x="262109" y="599624"/>
                  </a:cubicBezTo>
                  <a:cubicBezTo>
                    <a:pt x="148641" y="599624"/>
                    <a:pt x="91910" y="542290"/>
                    <a:pt x="91910" y="427609"/>
                  </a:cubicBezTo>
                  <a:lnTo>
                    <a:pt x="91910" y="254692"/>
                  </a:lnTo>
                  <a:lnTo>
                    <a:pt x="16377" y="254692"/>
                  </a:lnTo>
                  <a:cubicBezTo>
                    <a:pt x="5455" y="254692"/>
                    <a:pt x="0" y="249225"/>
                    <a:pt x="0" y="238309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7B6C1B-F390-91CD-D9C9-A7B5CC318B51}"/>
                </a:ext>
              </a:extLst>
            </p:cNvPr>
            <p:cNvSpPr/>
            <p:nvPr/>
          </p:nvSpPr>
          <p:spPr>
            <a:xfrm>
              <a:off x="3947000" y="2973699"/>
              <a:ext cx="114687" cy="433215"/>
            </a:xfrm>
            <a:custGeom>
              <a:avLst/>
              <a:gdLst>
                <a:gd name="connsiteX0" fmla="*/ 0 w 114687"/>
                <a:gd name="connsiteY0" fmla="*/ 16383 h 433215"/>
                <a:gd name="connsiteX1" fmla="*/ 15481 w 114687"/>
                <a:gd name="connsiteY1" fmla="*/ 0 h 433215"/>
                <a:gd name="connsiteX2" fmla="*/ 98298 w 114687"/>
                <a:gd name="connsiteY2" fmla="*/ 0 h 433215"/>
                <a:gd name="connsiteX3" fmla="*/ 114687 w 114687"/>
                <a:gd name="connsiteY3" fmla="*/ 16383 h 433215"/>
                <a:gd name="connsiteX4" fmla="*/ 114687 w 114687"/>
                <a:gd name="connsiteY4" fmla="*/ 416833 h 433215"/>
                <a:gd name="connsiteX5" fmla="*/ 98298 w 114687"/>
                <a:gd name="connsiteY5" fmla="*/ 433216 h 433215"/>
                <a:gd name="connsiteX6" fmla="*/ 15481 w 114687"/>
                <a:gd name="connsiteY6" fmla="*/ 433216 h 433215"/>
                <a:gd name="connsiteX7" fmla="*/ 0 w 114687"/>
                <a:gd name="connsiteY7" fmla="*/ 416833 h 433215"/>
                <a:gd name="connsiteX8" fmla="*/ 0 w 114687"/>
                <a:gd name="connsiteY8" fmla="*/ 1638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687" h="433215">
                  <a:moveTo>
                    <a:pt x="0" y="16383"/>
                  </a:moveTo>
                  <a:cubicBezTo>
                    <a:pt x="0" y="5461"/>
                    <a:pt x="5150" y="0"/>
                    <a:pt x="15481" y="0"/>
                  </a:cubicBezTo>
                  <a:lnTo>
                    <a:pt x="98298" y="0"/>
                  </a:lnTo>
                  <a:cubicBezTo>
                    <a:pt x="109220" y="0"/>
                    <a:pt x="114687" y="5461"/>
                    <a:pt x="114687" y="16383"/>
                  </a:cubicBezTo>
                  <a:lnTo>
                    <a:pt x="114687" y="416833"/>
                  </a:lnTo>
                  <a:cubicBezTo>
                    <a:pt x="114687" y="427755"/>
                    <a:pt x="109220" y="433216"/>
                    <a:pt x="98298" y="433216"/>
                  </a:cubicBezTo>
                  <a:lnTo>
                    <a:pt x="15481" y="433216"/>
                  </a:lnTo>
                  <a:cubicBezTo>
                    <a:pt x="5150" y="433216"/>
                    <a:pt x="0" y="427755"/>
                    <a:pt x="0" y="416833"/>
                  </a:cubicBezTo>
                  <a:lnTo>
                    <a:pt x="0" y="1638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198296C-A144-7BB5-2F59-37BC1D03CEBB}"/>
                </a:ext>
              </a:extLst>
            </p:cNvPr>
            <p:cNvSpPr/>
            <p:nvPr/>
          </p:nvSpPr>
          <p:spPr>
            <a:xfrm>
              <a:off x="4145406" y="2973699"/>
              <a:ext cx="445046" cy="433215"/>
            </a:xfrm>
            <a:custGeom>
              <a:avLst/>
              <a:gdLst>
                <a:gd name="connsiteX0" fmla="*/ 3639 w 445046"/>
                <a:gd name="connsiteY0" fmla="*/ 414103 h 433215"/>
                <a:gd name="connsiteX1" fmla="*/ 153810 w 445046"/>
                <a:gd name="connsiteY1" fmla="*/ 211144 h 433215"/>
                <a:gd name="connsiteX2" fmla="*/ 9099 w 445046"/>
                <a:gd name="connsiteY2" fmla="*/ 19113 h 433215"/>
                <a:gd name="connsiteX3" fmla="*/ 5455 w 445046"/>
                <a:gd name="connsiteY3" fmla="*/ 10014 h 433215"/>
                <a:gd name="connsiteX4" fmla="*/ 7277 w 445046"/>
                <a:gd name="connsiteY4" fmla="*/ 4096 h 433215"/>
                <a:gd name="connsiteX5" fmla="*/ 19107 w 445046"/>
                <a:gd name="connsiteY5" fmla="*/ 0 h 433215"/>
                <a:gd name="connsiteX6" fmla="*/ 111030 w 445046"/>
                <a:gd name="connsiteY6" fmla="*/ 0 h 433215"/>
                <a:gd name="connsiteX7" fmla="*/ 130143 w 445046"/>
                <a:gd name="connsiteY7" fmla="*/ 10014 h 433215"/>
                <a:gd name="connsiteX8" fmla="*/ 221151 w 445046"/>
                <a:gd name="connsiteY8" fmla="*/ 132880 h 433215"/>
                <a:gd name="connsiteX9" fmla="*/ 223882 w 445046"/>
                <a:gd name="connsiteY9" fmla="*/ 132880 h 433215"/>
                <a:gd name="connsiteX10" fmla="*/ 314896 w 445046"/>
                <a:gd name="connsiteY10" fmla="*/ 10014 h 433215"/>
                <a:gd name="connsiteX11" fmla="*/ 334010 w 445046"/>
                <a:gd name="connsiteY11" fmla="*/ 0 h 433215"/>
                <a:gd name="connsiteX12" fmla="*/ 425933 w 445046"/>
                <a:gd name="connsiteY12" fmla="*/ 0 h 433215"/>
                <a:gd name="connsiteX13" fmla="*/ 438220 w 445046"/>
                <a:gd name="connsiteY13" fmla="*/ 4096 h 433215"/>
                <a:gd name="connsiteX14" fmla="*/ 440493 w 445046"/>
                <a:gd name="connsiteY14" fmla="*/ 10014 h 433215"/>
                <a:gd name="connsiteX15" fmla="*/ 435947 w 445046"/>
                <a:gd name="connsiteY15" fmla="*/ 19113 h 433215"/>
                <a:gd name="connsiteX16" fmla="*/ 292145 w 445046"/>
                <a:gd name="connsiteY16" fmla="*/ 211144 h 433215"/>
                <a:gd name="connsiteX17" fmla="*/ 441401 w 445046"/>
                <a:gd name="connsiteY17" fmla="*/ 414103 h 433215"/>
                <a:gd name="connsiteX18" fmla="*/ 445046 w 445046"/>
                <a:gd name="connsiteY18" fmla="*/ 424116 h 433215"/>
                <a:gd name="connsiteX19" fmla="*/ 443230 w 445046"/>
                <a:gd name="connsiteY19" fmla="*/ 429577 h 433215"/>
                <a:gd name="connsiteX20" fmla="*/ 431393 w 445046"/>
                <a:gd name="connsiteY20" fmla="*/ 433216 h 433215"/>
                <a:gd name="connsiteX21" fmla="*/ 338557 w 445046"/>
                <a:gd name="connsiteY21" fmla="*/ 433216 h 433215"/>
                <a:gd name="connsiteX22" fmla="*/ 319443 w 445046"/>
                <a:gd name="connsiteY22" fmla="*/ 423202 h 433215"/>
                <a:gd name="connsiteX23" fmla="*/ 223882 w 445046"/>
                <a:gd name="connsiteY23" fmla="*/ 293059 h 433215"/>
                <a:gd name="connsiteX24" fmla="*/ 221151 w 445046"/>
                <a:gd name="connsiteY24" fmla="*/ 293059 h 433215"/>
                <a:gd name="connsiteX25" fmla="*/ 125590 w 445046"/>
                <a:gd name="connsiteY25" fmla="*/ 423202 h 433215"/>
                <a:gd name="connsiteX26" fmla="*/ 106477 w 445046"/>
                <a:gd name="connsiteY26" fmla="*/ 433216 h 433215"/>
                <a:gd name="connsiteX27" fmla="*/ 13652 w 445046"/>
                <a:gd name="connsiteY27" fmla="*/ 433216 h 433215"/>
                <a:gd name="connsiteX28" fmla="*/ 1816 w 445046"/>
                <a:gd name="connsiteY28" fmla="*/ 429577 h 433215"/>
                <a:gd name="connsiteX29" fmla="*/ 0 w 445046"/>
                <a:gd name="connsiteY29" fmla="*/ 424116 h 433215"/>
                <a:gd name="connsiteX30" fmla="*/ 3639 w 445046"/>
                <a:gd name="connsiteY30" fmla="*/ 414103 h 433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45046" h="433215">
                  <a:moveTo>
                    <a:pt x="3639" y="414103"/>
                  </a:moveTo>
                  <a:lnTo>
                    <a:pt x="153810" y="211144"/>
                  </a:lnTo>
                  <a:lnTo>
                    <a:pt x="9099" y="19113"/>
                  </a:lnTo>
                  <a:cubicBezTo>
                    <a:pt x="6667" y="16084"/>
                    <a:pt x="5455" y="13056"/>
                    <a:pt x="5455" y="10014"/>
                  </a:cubicBezTo>
                  <a:cubicBezTo>
                    <a:pt x="5455" y="8801"/>
                    <a:pt x="6052" y="6826"/>
                    <a:pt x="7277" y="4096"/>
                  </a:cubicBezTo>
                  <a:cubicBezTo>
                    <a:pt x="8484" y="1365"/>
                    <a:pt x="12421" y="0"/>
                    <a:pt x="19107" y="0"/>
                  </a:cubicBezTo>
                  <a:lnTo>
                    <a:pt x="111030" y="0"/>
                  </a:lnTo>
                  <a:cubicBezTo>
                    <a:pt x="118910" y="0"/>
                    <a:pt x="125279" y="3340"/>
                    <a:pt x="130143" y="10014"/>
                  </a:cubicBezTo>
                  <a:lnTo>
                    <a:pt x="221151" y="132880"/>
                  </a:lnTo>
                  <a:lnTo>
                    <a:pt x="223882" y="132880"/>
                  </a:lnTo>
                  <a:lnTo>
                    <a:pt x="314896" y="10014"/>
                  </a:lnTo>
                  <a:cubicBezTo>
                    <a:pt x="319741" y="3340"/>
                    <a:pt x="326123" y="0"/>
                    <a:pt x="334010" y="0"/>
                  </a:cubicBezTo>
                  <a:lnTo>
                    <a:pt x="425933" y="0"/>
                  </a:lnTo>
                  <a:cubicBezTo>
                    <a:pt x="432600" y="0"/>
                    <a:pt x="436696" y="1365"/>
                    <a:pt x="438220" y="4096"/>
                  </a:cubicBezTo>
                  <a:cubicBezTo>
                    <a:pt x="439731" y="6826"/>
                    <a:pt x="440493" y="8801"/>
                    <a:pt x="440493" y="10014"/>
                  </a:cubicBezTo>
                  <a:cubicBezTo>
                    <a:pt x="440493" y="13056"/>
                    <a:pt x="438969" y="16084"/>
                    <a:pt x="435947" y="19113"/>
                  </a:cubicBezTo>
                  <a:lnTo>
                    <a:pt x="292145" y="211144"/>
                  </a:lnTo>
                  <a:lnTo>
                    <a:pt x="441401" y="414103"/>
                  </a:lnTo>
                  <a:cubicBezTo>
                    <a:pt x="443821" y="417747"/>
                    <a:pt x="445046" y="421088"/>
                    <a:pt x="445046" y="424116"/>
                  </a:cubicBezTo>
                  <a:cubicBezTo>
                    <a:pt x="445046" y="425336"/>
                    <a:pt x="444430" y="427152"/>
                    <a:pt x="443230" y="429577"/>
                  </a:cubicBezTo>
                  <a:cubicBezTo>
                    <a:pt x="441998" y="432003"/>
                    <a:pt x="438061" y="433216"/>
                    <a:pt x="431393" y="433216"/>
                  </a:cubicBezTo>
                  <a:lnTo>
                    <a:pt x="338557" y="433216"/>
                  </a:lnTo>
                  <a:cubicBezTo>
                    <a:pt x="330670" y="433216"/>
                    <a:pt x="324295" y="429889"/>
                    <a:pt x="319443" y="423202"/>
                  </a:cubicBezTo>
                  <a:lnTo>
                    <a:pt x="223882" y="293059"/>
                  </a:lnTo>
                  <a:lnTo>
                    <a:pt x="221151" y="293059"/>
                  </a:lnTo>
                  <a:lnTo>
                    <a:pt x="125590" y="423202"/>
                  </a:lnTo>
                  <a:cubicBezTo>
                    <a:pt x="120726" y="429889"/>
                    <a:pt x="114357" y="433216"/>
                    <a:pt x="106477" y="433216"/>
                  </a:cubicBezTo>
                  <a:lnTo>
                    <a:pt x="13652" y="433216"/>
                  </a:lnTo>
                  <a:cubicBezTo>
                    <a:pt x="6966" y="433216"/>
                    <a:pt x="3023" y="432003"/>
                    <a:pt x="1816" y="429577"/>
                  </a:cubicBezTo>
                  <a:cubicBezTo>
                    <a:pt x="591" y="427152"/>
                    <a:pt x="0" y="425336"/>
                    <a:pt x="0" y="424116"/>
                  </a:cubicBezTo>
                  <a:cubicBezTo>
                    <a:pt x="0" y="421088"/>
                    <a:pt x="1207" y="417747"/>
                    <a:pt x="3639" y="414103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grpSp>
          <p:nvGrpSpPr>
            <p:cNvPr id="13" name="Graphic 2">
              <a:extLst>
                <a:ext uri="{FF2B5EF4-FFF2-40B4-BE49-F238E27FC236}">
                  <a16:creationId xmlns:a16="http://schemas.microsoft.com/office/drawing/2014/main" id="{F9DBA5E8-4C15-64EC-AD8D-9578B68ACECA}"/>
                </a:ext>
              </a:extLst>
            </p:cNvPr>
            <p:cNvGrpSpPr/>
            <p:nvPr/>
          </p:nvGrpSpPr>
          <p:grpSpPr>
            <a:xfrm>
              <a:off x="3000444" y="3492633"/>
              <a:ext cx="1584566" cy="187788"/>
              <a:chOff x="3000444" y="3492633"/>
              <a:chExt cx="1584566" cy="187788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9492BE-AD18-ADDF-3CAA-A16EF4BE9758}"/>
                  </a:ext>
                </a:extLst>
              </p:cNvPr>
              <p:cNvSpPr/>
              <p:nvPr/>
            </p:nvSpPr>
            <p:spPr>
              <a:xfrm>
                <a:off x="3000444" y="3495504"/>
                <a:ext cx="170853" cy="182308"/>
              </a:xfrm>
              <a:custGeom>
                <a:avLst/>
                <a:gdLst>
                  <a:gd name="connsiteX0" fmla="*/ 775 w 170853"/>
                  <a:gd name="connsiteY0" fmla="*/ 176327 h 182308"/>
                  <a:gd name="connsiteX1" fmla="*/ 72923 w 170853"/>
                  <a:gd name="connsiteY1" fmla="*/ 3905 h 182308"/>
                  <a:gd name="connsiteX2" fmla="*/ 78918 w 170853"/>
                  <a:gd name="connsiteY2" fmla="*/ 0 h 182308"/>
                  <a:gd name="connsiteX3" fmla="*/ 92196 w 170853"/>
                  <a:gd name="connsiteY3" fmla="*/ 0 h 182308"/>
                  <a:gd name="connsiteX4" fmla="*/ 98184 w 170853"/>
                  <a:gd name="connsiteY4" fmla="*/ 3905 h 182308"/>
                  <a:gd name="connsiteX5" fmla="*/ 170332 w 170853"/>
                  <a:gd name="connsiteY5" fmla="*/ 176327 h 182308"/>
                  <a:gd name="connsiteX6" fmla="*/ 170853 w 170853"/>
                  <a:gd name="connsiteY6" fmla="*/ 178924 h 182308"/>
                  <a:gd name="connsiteX7" fmla="*/ 170206 w 170853"/>
                  <a:gd name="connsiteY7" fmla="*/ 181146 h 182308"/>
                  <a:gd name="connsiteX8" fmla="*/ 166688 w 170853"/>
                  <a:gd name="connsiteY8" fmla="*/ 182308 h 182308"/>
                  <a:gd name="connsiteX9" fmla="*/ 152622 w 170853"/>
                  <a:gd name="connsiteY9" fmla="*/ 182308 h 182308"/>
                  <a:gd name="connsiteX10" fmla="*/ 146628 w 170853"/>
                  <a:gd name="connsiteY10" fmla="*/ 178403 h 182308"/>
                  <a:gd name="connsiteX11" fmla="*/ 131261 w 170853"/>
                  <a:gd name="connsiteY11" fmla="*/ 140900 h 182308"/>
                  <a:gd name="connsiteX12" fmla="*/ 39846 w 170853"/>
                  <a:gd name="connsiteY12" fmla="*/ 140900 h 182308"/>
                  <a:gd name="connsiteX13" fmla="*/ 24473 w 170853"/>
                  <a:gd name="connsiteY13" fmla="*/ 178403 h 182308"/>
                  <a:gd name="connsiteX14" fmla="*/ 18491 w 170853"/>
                  <a:gd name="connsiteY14" fmla="*/ 182308 h 182308"/>
                  <a:gd name="connsiteX15" fmla="*/ 4686 w 170853"/>
                  <a:gd name="connsiteY15" fmla="*/ 182308 h 182308"/>
                  <a:gd name="connsiteX16" fmla="*/ 0 w 170853"/>
                  <a:gd name="connsiteY16" fmla="*/ 179191 h 182308"/>
                  <a:gd name="connsiteX17" fmla="*/ 775 w 170853"/>
                  <a:gd name="connsiteY17" fmla="*/ 176327 h 182308"/>
                  <a:gd name="connsiteX18" fmla="*/ 122669 w 170853"/>
                  <a:gd name="connsiteY18" fmla="*/ 119545 h 182308"/>
                  <a:gd name="connsiteX19" fmla="*/ 85947 w 170853"/>
                  <a:gd name="connsiteY19" fmla="*/ 29165 h 182308"/>
                  <a:gd name="connsiteX20" fmla="*/ 85420 w 170853"/>
                  <a:gd name="connsiteY20" fmla="*/ 29165 h 182308"/>
                  <a:gd name="connsiteX21" fmla="*/ 48438 w 170853"/>
                  <a:gd name="connsiteY21" fmla="*/ 119545 h 182308"/>
                  <a:gd name="connsiteX22" fmla="*/ 122669 w 170853"/>
                  <a:gd name="connsiteY22" fmla="*/ 119545 h 182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0853" h="182308">
                    <a:moveTo>
                      <a:pt x="775" y="176327"/>
                    </a:moveTo>
                    <a:lnTo>
                      <a:pt x="72923" y="3905"/>
                    </a:lnTo>
                    <a:cubicBezTo>
                      <a:pt x="73793" y="1295"/>
                      <a:pt x="75787" y="0"/>
                      <a:pt x="78918" y="0"/>
                    </a:cubicBezTo>
                    <a:lnTo>
                      <a:pt x="92196" y="0"/>
                    </a:lnTo>
                    <a:cubicBezTo>
                      <a:pt x="95320" y="0"/>
                      <a:pt x="97314" y="1295"/>
                      <a:pt x="98184" y="3905"/>
                    </a:cubicBezTo>
                    <a:lnTo>
                      <a:pt x="170332" y="176327"/>
                    </a:lnTo>
                    <a:cubicBezTo>
                      <a:pt x="170675" y="177362"/>
                      <a:pt x="170853" y="178238"/>
                      <a:pt x="170853" y="178924"/>
                    </a:cubicBezTo>
                    <a:cubicBezTo>
                      <a:pt x="170853" y="179622"/>
                      <a:pt x="170631" y="180359"/>
                      <a:pt x="170206" y="181146"/>
                    </a:cubicBezTo>
                    <a:cubicBezTo>
                      <a:pt x="169767" y="181921"/>
                      <a:pt x="168593" y="182308"/>
                      <a:pt x="166688" y="182308"/>
                    </a:cubicBezTo>
                    <a:lnTo>
                      <a:pt x="152622" y="182308"/>
                    </a:lnTo>
                    <a:cubicBezTo>
                      <a:pt x="149492" y="182308"/>
                      <a:pt x="147498" y="181013"/>
                      <a:pt x="146628" y="178403"/>
                    </a:cubicBezTo>
                    <a:lnTo>
                      <a:pt x="131261" y="140900"/>
                    </a:lnTo>
                    <a:lnTo>
                      <a:pt x="39846" y="140900"/>
                    </a:lnTo>
                    <a:lnTo>
                      <a:pt x="24473" y="178403"/>
                    </a:lnTo>
                    <a:cubicBezTo>
                      <a:pt x="23609" y="181013"/>
                      <a:pt x="21616" y="182308"/>
                      <a:pt x="18491" y="182308"/>
                    </a:cubicBezTo>
                    <a:lnTo>
                      <a:pt x="4686" y="182308"/>
                    </a:lnTo>
                    <a:cubicBezTo>
                      <a:pt x="1556" y="182308"/>
                      <a:pt x="0" y="181267"/>
                      <a:pt x="0" y="179191"/>
                    </a:cubicBezTo>
                    <a:cubicBezTo>
                      <a:pt x="0" y="178498"/>
                      <a:pt x="260" y="177540"/>
                      <a:pt x="775" y="176327"/>
                    </a:cubicBezTo>
                    <a:close/>
                    <a:moveTo>
                      <a:pt x="122669" y="119545"/>
                    </a:moveTo>
                    <a:lnTo>
                      <a:pt x="85947" y="29165"/>
                    </a:lnTo>
                    <a:lnTo>
                      <a:pt x="85420" y="29165"/>
                    </a:lnTo>
                    <a:lnTo>
                      <a:pt x="48438" y="119545"/>
                    </a:lnTo>
                    <a:lnTo>
                      <a:pt x="122669" y="119545"/>
                    </a:ln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49CD717-563D-342D-D7DC-8DF57D7EC4B5}"/>
                  </a:ext>
                </a:extLst>
              </p:cNvPr>
              <p:cNvSpPr/>
              <p:nvPr/>
            </p:nvSpPr>
            <p:spPr>
              <a:xfrm>
                <a:off x="3188480" y="3553841"/>
                <a:ext cx="121373" cy="126581"/>
              </a:xfrm>
              <a:custGeom>
                <a:avLst/>
                <a:gdLst>
                  <a:gd name="connsiteX0" fmla="*/ 17710 w 121373"/>
                  <a:gd name="connsiteY0" fmla="*/ 17971 h 126581"/>
                  <a:gd name="connsiteX1" fmla="*/ 63030 w 121373"/>
                  <a:gd name="connsiteY1" fmla="*/ 0 h 126581"/>
                  <a:gd name="connsiteX2" fmla="*/ 101314 w 121373"/>
                  <a:gd name="connsiteY2" fmla="*/ 11595 h 126581"/>
                  <a:gd name="connsiteX3" fmla="*/ 121374 w 121373"/>
                  <a:gd name="connsiteY3" fmla="*/ 42196 h 126581"/>
                  <a:gd name="connsiteX4" fmla="*/ 121374 w 121373"/>
                  <a:gd name="connsiteY4" fmla="*/ 43498 h 126581"/>
                  <a:gd name="connsiteX5" fmla="*/ 116421 w 121373"/>
                  <a:gd name="connsiteY5" fmla="*/ 47663 h 126581"/>
                  <a:gd name="connsiteX6" fmla="*/ 103664 w 121373"/>
                  <a:gd name="connsiteY6" fmla="*/ 47663 h 126581"/>
                  <a:gd name="connsiteX7" fmla="*/ 97930 w 121373"/>
                  <a:gd name="connsiteY7" fmla="*/ 43237 h 126581"/>
                  <a:gd name="connsiteX8" fmla="*/ 63297 w 121373"/>
                  <a:gd name="connsiteY8" fmla="*/ 20320 h 126581"/>
                  <a:gd name="connsiteX9" fmla="*/ 33992 w 121373"/>
                  <a:gd name="connsiteY9" fmla="*/ 32423 h 126581"/>
                  <a:gd name="connsiteX10" fmla="*/ 22917 w 121373"/>
                  <a:gd name="connsiteY10" fmla="*/ 63284 h 126581"/>
                  <a:gd name="connsiteX11" fmla="*/ 33992 w 121373"/>
                  <a:gd name="connsiteY11" fmla="*/ 94418 h 126581"/>
                  <a:gd name="connsiteX12" fmla="*/ 63297 w 121373"/>
                  <a:gd name="connsiteY12" fmla="*/ 106528 h 126581"/>
                  <a:gd name="connsiteX13" fmla="*/ 85173 w 121373"/>
                  <a:gd name="connsiteY13" fmla="*/ 100533 h 126581"/>
                  <a:gd name="connsiteX14" fmla="*/ 97930 w 121373"/>
                  <a:gd name="connsiteY14" fmla="*/ 83604 h 126581"/>
                  <a:gd name="connsiteX15" fmla="*/ 103403 w 121373"/>
                  <a:gd name="connsiteY15" fmla="*/ 79179 h 126581"/>
                  <a:gd name="connsiteX16" fmla="*/ 116161 w 121373"/>
                  <a:gd name="connsiteY16" fmla="*/ 79179 h 126581"/>
                  <a:gd name="connsiteX17" fmla="*/ 120066 w 121373"/>
                  <a:gd name="connsiteY17" fmla="*/ 80353 h 126581"/>
                  <a:gd name="connsiteX18" fmla="*/ 121374 w 121373"/>
                  <a:gd name="connsiteY18" fmla="*/ 82823 h 126581"/>
                  <a:gd name="connsiteX19" fmla="*/ 121107 w 121373"/>
                  <a:gd name="connsiteY19" fmla="*/ 84125 h 126581"/>
                  <a:gd name="connsiteX20" fmla="*/ 101314 w 121373"/>
                  <a:gd name="connsiteY20" fmla="*/ 114859 h 126581"/>
                  <a:gd name="connsiteX21" fmla="*/ 63030 w 121373"/>
                  <a:gd name="connsiteY21" fmla="*/ 126581 h 126581"/>
                  <a:gd name="connsiteX22" fmla="*/ 17577 w 121373"/>
                  <a:gd name="connsiteY22" fmla="*/ 108484 h 126581"/>
                  <a:gd name="connsiteX23" fmla="*/ 0 w 121373"/>
                  <a:gd name="connsiteY23" fmla="*/ 63284 h 126581"/>
                  <a:gd name="connsiteX24" fmla="*/ 17710 w 121373"/>
                  <a:gd name="connsiteY24" fmla="*/ 17971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1373" h="126581">
                    <a:moveTo>
                      <a:pt x="17710" y="17971"/>
                    </a:moveTo>
                    <a:cubicBezTo>
                      <a:pt x="29343" y="5995"/>
                      <a:pt x="44450" y="0"/>
                      <a:pt x="63030" y="0"/>
                    </a:cubicBezTo>
                    <a:cubicBezTo>
                      <a:pt x="77959" y="0"/>
                      <a:pt x="90722" y="3867"/>
                      <a:pt x="101314" y="11595"/>
                    </a:cubicBezTo>
                    <a:cubicBezTo>
                      <a:pt x="111900" y="19323"/>
                      <a:pt x="118593" y="29515"/>
                      <a:pt x="121374" y="42196"/>
                    </a:cubicBezTo>
                    <a:lnTo>
                      <a:pt x="121374" y="43498"/>
                    </a:lnTo>
                    <a:cubicBezTo>
                      <a:pt x="121374" y="46279"/>
                      <a:pt x="119723" y="47663"/>
                      <a:pt x="116421" y="47663"/>
                    </a:cubicBezTo>
                    <a:lnTo>
                      <a:pt x="103664" y="47663"/>
                    </a:lnTo>
                    <a:cubicBezTo>
                      <a:pt x="100705" y="47663"/>
                      <a:pt x="98800" y="46190"/>
                      <a:pt x="97930" y="43237"/>
                    </a:cubicBezTo>
                    <a:cubicBezTo>
                      <a:pt x="93066" y="27959"/>
                      <a:pt x="81528" y="20320"/>
                      <a:pt x="63297" y="20320"/>
                    </a:cubicBezTo>
                    <a:cubicBezTo>
                      <a:pt x="51130" y="20320"/>
                      <a:pt x="41364" y="24352"/>
                      <a:pt x="33992" y="32423"/>
                    </a:cubicBezTo>
                    <a:cubicBezTo>
                      <a:pt x="26607" y="40501"/>
                      <a:pt x="22917" y="50788"/>
                      <a:pt x="22917" y="63284"/>
                    </a:cubicBezTo>
                    <a:cubicBezTo>
                      <a:pt x="22917" y="75965"/>
                      <a:pt x="26607" y="86335"/>
                      <a:pt x="33992" y="94418"/>
                    </a:cubicBezTo>
                    <a:cubicBezTo>
                      <a:pt x="41364" y="102489"/>
                      <a:pt x="51130" y="106528"/>
                      <a:pt x="63297" y="106528"/>
                    </a:cubicBezTo>
                    <a:cubicBezTo>
                      <a:pt x="71793" y="106528"/>
                      <a:pt x="79083" y="104527"/>
                      <a:pt x="85173" y="100533"/>
                    </a:cubicBezTo>
                    <a:cubicBezTo>
                      <a:pt x="91249" y="96539"/>
                      <a:pt x="95498" y="90894"/>
                      <a:pt x="97930" y="83604"/>
                    </a:cubicBezTo>
                    <a:cubicBezTo>
                      <a:pt x="98800" y="80652"/>
                      <a:pt x="100622" y="79179"/>
                      <a:pt x="103403" y="79179"/>
                    </a:cubicBezTo>
                    <a:lnTo>
                      <a:pt x="116161" y="79179"/>
                    </a:lnTo>
                    <a:cubicBezTo>
                      <a:pt x="117894" y="79179"/>
                      <a:pt x="119202" y="79572"/>
                      <a:pt x="120066" y="80353"/>
                    </a:cubicBezTo>
                    <a:cubicBezTo>
                      <a:pt x="120936" y="81134"/>
                      <a:pt x="121374" y="81953"/>
                      <a:pt x="121374" y="82823"/>
                    </a:cubicBezTo>
                    <a:cubicBezTo>
                      <a:pt x="121374" y="83344"/>
                      <a:pt x="121279" y="83782"/>
                      <a:pt x="121107" y="84125"/>
                    </a:cubicBezTo>
                    <a:cubicBezTo>
                      <a:pt x="118510" y="96806"/>
                      <a:pt x="111900" y="107049"/>
                      <a:pt x="101314" y="114859"/>
                    </a:cubicBezTo>
                    <a:cubicBezTo>
                      <a:pt x="90722" y="122676"/>
                      <a:pt x="77959" y="126581"/>
                      <a:pt x="63030" y="126581"/>
                    </a:cubicBezTo>
                    <a:cubicBezTo>
                      <a:pt x="44450" y="126581"/>
                      <a:pt x="29305" y="120548"/>
                      <a:pt x="17577" y="108484"/>
                    </a:cubicBezTo>
                    <a:cubicBezTo>
                      <a:pt x="5861" y="96412"/>
                      <a:pt x="0" y="81350"/>
                      <a:pt x="0" y="63284"/>
                    </a:cubicBezTo>
                    <a:cubicBezTo>
                      <a:pt x="0" y="45231"/>
                      <a:pt x="5899" y="30125"/>
                      <a:pt x="17710" y="17971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A406F35-7A76-A719-F37B-8251B2581E82}"/>
                  </a:ext>
                </a:extLst>
              </p:cNvPr>
              <p:cNvSpPr/>
              <p:nvPr/>
            </p:nvSpPr>
            <p:spPr>
              <a:xfrm>
                <a:off x="3326522" y="3522586"/>
                <a:ext cx="99752" cy="157835"/>
              </a:xfrm>
              <a:custGeom>
                <a:avLst/>
                <a:gdLst>
                  <a:gd name="connsiteX0" fmla="*/ 0 w 99752"/>
                  <a:gd name="connsiteY0" fmla="*/ 47930 h 157835"/>
                  <a:gd name="connsiteX1" fmla="*/ 0 w 99752"/>
                  <a:gd name="connsiteY1" fmla="*/ 39065 h 157835"/>
                  <a:gd name="connsiteX2" fmla="*/ 4953 w 99752"/>
                  <a:gd name="connsiteY2" fmla="*/ 33865 h 157835"/>
                  <a:gd name="connsiteX3" fmla="*/ 28130 w 99752"/>
                  <a:gd name="connsiteY3" fmla="*/ 33865 h 157835"/>
                  <a:gd name="connsiteX4" fmla="*/ 28130 w 99752"/>
                  <a:gd name="connsiteY4" fmla="*/ 5214 h 157835"/>
                  <a:gd name="connsiteX5" fmla="*/ 33344 w 99752"/>
                  <a:gd name="connsiteY5" fmla="*/ 0 h 157835"/>
                  <a:gd name="connsiteX6" fmla="*/ 45580 w 99752"/>
                  <a:gd name="connsiteY6" fmla="*/ 0 h 157835"/>
                  <a:gd name="connsiteX7" fmla="*/ 50527 w 99752"/>
                  <a:gd name="connsiteY7" fmla="*/ 5214 h 157835"/>
                  <a:gd name="connsiteX8" fmla="*/ 50527 w 99752"/>
                  <a:gd name="connsiteY8" fmla="*/ 33865 h 157835"/>
                  <a:gd name="connsiteX9" fmla="*/ 92983 w 99752"/>
                  <a:gd name="connsiteY9" fmla="*/ 33865 h 157835"/>
                  <a:gd name="connsiteX10" fmla="*/ 98196 w 99752"/>
                  <a:gd name="connsiteY10" fmla="*/ 39065 h 157835"/>
                  <a:gd name="connsiteX11" fmla="*/ 98196 w 99752"/>
                  <a:gd name="connsiteY11" fmla="*/ 47930 h 157835"/>
                  <a:gd name="connsiteX12" fmla="*/ 92983 w 99752"/>
                  <a:gd name="connsiteY12" fmla="*/ 53130 h 157835"/>
                  <a:gd name="connsiteX13" fmla="*/ 50527 w 99752"/>
                  <a:gd name="connsiteY13" fmla="*/ 53130 h 157835"/>
                  <a:gd name="connsiteX14" fmla="*/ 50527 w 99752"/>
                  <a:gd name="connsiteY14" fmla="*/ 111995 h 157835"/>
                  <a:gd name="connsiteX15" fmla="*/ 56521 w 99752"/>
                  <a:gd name="connsiteY15" fmla="*/ 131915 h 157835"/>
                  <a:gd name="connsiteX16" fmla="*/ 75533 w 99752"/>
                  <a:gd name="connsiteY16" fmla="*/ 137782 h 157835"/>
                  <a:gd name="connsiteX17" fmla="*/ 93764 w 99752"/>
                  <a:gd name="connsiteY17" fmla="*/ 134658 h 157835"/>
                  <a:gd name="connsiteX18" fmla="*/ 96888 w 99752"/>
                  <a:gd name="connsiteY18" fmla="*/ 133871 h 157835"/>
                  <a:gd name="connsiteX19" fmla="*/ 99752 w 99752"/>
                  <a:gd name="connsiteY19" fmla="*/ 138303 h 157835"/>
                  <a:gd name="connsiteX20" fmla="*/ 99752 w 99752"/>
                  <a:gd name="connsiteY20" fmla="*/ 147676 h 157835"/>
                  <a:gd name="connsiteX21" fmla="*/ 95847 w 99752"/>
                  <a:gd name="connsiteY21" fmla="*/ 153410 h 157835"/>
                  <a:gd name="connsiteX22" fmla="*/ 71622 w 99752"/>
                  <a:gd name="connsiteY22" fmla="*/ 157836 h 157835"/>
                  <a:gd name="connsiteX23" fmla="*/ 28130 w 99752"/>
                  <a:gd name="connsiteY23" fmla="*/ 113037 h 157835"/>
                  <a:gd name="connsiteX24" fmla="*/ 28130 w 99752"/>
                  <a:gd name="connsiteY24" fmla="*/ 53130 h 157835"/>
                  <a:gd name="connsiteX25" fmla="*/ 4953 w 99752"/>
                  <a:gd name="connsiteY25" fmla="*/ 53130 h 157835"/>
                  <a:gd name="connsiteX26" fmla="*/ 0 w 99752"/>
                  <a:gd name="connsiteY26" fmla="*/ 47930 h 157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9752" h="157835">
                    <a:moveTo>
                      <a:pt x="0" y="47930"/>
                    </a:moveTo>
                    <a:lnTo>
                      <a:pt x="0" y="39065"/>
                    </a:lnTo>
                    <a:cubicBezTo>
                      <a:pt x="0" y="35598"/>
                      <a:pt x="1651" y="33865"/>
                      <a:pt x="4953" y="33865"/>
                    </a:cubicBezTo>
                    <a:lnTo>
                      <a:pt x="28130" y="33865"/>
                    </a:lnTo>
                    <a:lnTo>
                      <a:pt x="28130" y="5214"/>
                    </a:lnTo>
                    <a:cubicBezTo>
                      <a:pt x="28130" y="1734"/>
                      <a:pt x="29864" y="0"/>
                      <a:pt x="33344" y="0"/>
                    </a:cubicBezTo>
                    <a:lnTo>
                      <a:pt x="45580" y="0"/>
                    </a:lnTo>
                    <a:cubicBezTo>
                      <a:pt x="48882" y="0"/>
                      <a:pt x="50527" y="1734"/>
                      <a:pt x="50527" y="5214"/>
                    </a:cubicBezTo>
                    <a:lnTo>
                      <a:pt x="50527" y="33865"/>
                    </a:lnTo>
                    <a:lnTo>
                      <a:pt x="92983" y="33865"/>
                    </a:lnTo>
                    <a:cubicBezTo>
                      <a:pt x="96450" y="33865"/>
                      <a:pt x="98196" y="35598"/>
                      <a:pt x="98196" y="39065"/>
                    </a:cubicBezTo>
                    <a:lnTo>
                      <a:pt x="98196" y="47930"/>
                    </a:lnTo>
                    <a:cubicBezTo>
                      <a:pt x="98196" y="51397"/>
                      <a:pt x="96450" y="53130"/>
                      <a:pt x="92983" y="53130"/>
                    </a:cubicBezTo>
                    <a:lnTo>
                      <a:pt x="50527" y="53130"/>
                    </a:lnTo>
                    <a:lnTo>
                      <a:pt x="50527" y="111995"/>
                    </a:lnTo>
                    <a:cubicBezTo>
                      <a:pt x="50527" y="121374"/>
                      <a:pt x="52527" y="128010"/>
                      <a:pt x="56521" y="131915"/>
                    </a:cubicBezTo>
                    <a:cubicBezTo>
                      <a:pt x="60509" y="135820"/>
                      <a:pt x="66853" y="137782"/>
                      <a:pt x="75533" y="137782"/>
                    </a:cubicBezTo>
                    <a:cubicBezTo>
                      <a:pt x="82302" y="137782"/>
                      <a:pt x="88380" y="136735"/>
                      <a:pt x="93764" y="134658"/>
                    </a:cubicBezTo>
                    <a:cubicBezTo>
                      <a:pt x="94977" y="134138"/>
                      <a:pt x="96018" y="133871"/>
                      <a:pt x="96888" y="133871"/>
                    </a:cubicBezTo>
                    <a:cubicBezTo>
                      <a:pt x="98800" y="133871"/>
                      <a:pt x="99752" y="135344"/>
                      <a:pt x="99752" y="138303"/>
                    </a:cubicBezTo>
                    <a:lnTo>
                      <a:pt x="99752" y="147676"/>
                    </a:lnTo>
                    <a:cubicBezTo>
                      <a:pt x="99752" y="150279"/>
                      <a:pt x="98457" y="152197"/>
                      <a:pt x="95847" y="153410"/>
                    </a:cubicBezTo>
                    <a:cubicBezTo>
                      <a:pt x="88729" y="156356"/>
                      <a:pt x="80651" y="157836"/>
                      <a:pt x="71622" y="157836"/>
                    </a:cubicBezTo>
                    <a:cubicBezTo>
                      <a:pt x="42628" y="157836"/>
                      <a:pt x="28130" y="142907"/>
                      <a:pt x="28130" y="113037"/>
                    </a:cubicBezTo>
                    <a:lnTo>
                      <a:pt x="28130" y="53130"/>
                    </a:lnTo>
                    <a:lnTo>
                      <a:pt x="4953" y="53130"/>
                    </a:lnTo>
                    <a:cubicBezTo>
                      <a:pt x="1651" y="53130"/>
                      <a:pt x="0" y="51397"/>
                      <a:pt x="0" y="47930"/>
                    </a:cubicBezTo>
                    <a:close/>
                  </a:path>
                </a:pathLst>
              </a:custGeom>
              <a:solidFill>
                <a:srgbClr val="FF69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CB81BCB8-6A42-40D4-719B-D78CF145500B}"/>
                  </a:ext>
                </a:extLst>
              </p:cNvPr>
              <p:cNvSpPr/>
              <p:nvPr/>
            </p:nvSpPr>
            <p:spPr>
              <a:xfrm>
                <a:off x="3515092" y="3501485"/>
                <a:ext cx="32296" cy="176326"/>
              </a:xfrm>
              <a:custGeom>
                <a:avLst/>
                <a:gdLst>
                  <a:gd name="connsiteX0" fmla="*/ 0 w 32296"/>
                  <a:gd name="connsiteY0" fmla="*/ 16154 h 176326"/>
                  <a:gd name="connsiteX1" fmla="*/ 4559 w 32296"/>
                  <a:gd name="connsiteY1" fmla="*/ 4559 h 176326"/>
                  <a:gd name="connsiteX2" fmla="*/ 16142 w 32296"/>
                  <a:gd name="connsiteY2" fmla="*/ 0 h 176326"/>
                  <a:gd name="connsiteX3" fmla="*/ 27737 w 32296"/>
                  <a:gd name="connsiteY3" fmla="*/ 4559 h 176326"/>
                  <a:gd name="connsiteX4" fmla="*/ 32296 w 32296"/>
                  <a:gd name="connsiteY4" fmla="*/ 16154 h 176326"/>
                  <a:gd name="connsiteX5" fmla="*/ 27864 w 32296"/>
                  <a:gd name="connsiteY5" fmla="*/ 27610 h 176326"/>
                  <a:gd name="connsiteX6" fmla="*/ 16142 w 32296"/>
                  <a:gd name="connsiteY6" fmla="*/ 32296 h 176326"/>
                  <a:gd name="connsiteX7" fmla="*/ 4559 w 32296"/>
                  <a:gd name="connsiteY7" fmla="*/ 27610 h 176326"/>
                  <a:gd name="connsiteX8" fmla="*/ 0 w 32296"/>
                  <a:gd name="connsiteY8" fmla="*/ 16154 h 176326"/>
                  <a:gd name="connsiteX9" fmla="*/ 4947 w 32296"/>
                  <a:gd name="connsiteY9" fmla="*/ 60166 h 176326"/>
                  <a:gd name="connsiteX10" fmla="*/ 10147 w 32296"/>
                  <a:gd name="connsiteY10" fmla="*/ 54966 h 176326"/>
                  <a:gd name="connsiteX11" fmla="*/ 22136 w 32296"/>
                  <a:gd name="connsiteY11" fmla="*/ 54966 h 176326"/>
                  <a:gd name="connsiteX12" fmla="*/ 27343 w 32296"/>
                  <a:gd name="connsiteY12" fmla="*/ 60166 h 176326"/>
                  <a:gd name="connsiteX13" fmla="*/ 27343 w 32296"/>
                  <a:gd name="connsiteY13" fmla="*/ 171120 h 176326"/>
                  <a:gd name="connsiteX14" fmla="*/ 22136 w 32296"/>
                  <a:gd name="connsiteY14" fmla="*/ 176327 h 176326"/>
                  <a:gd name="connsiteX15" fmla="*/ 10147 w 32296"/>
                  <a:gd name="connsiteY15" fmla="*/ 176327 h 176326"/>
                  <a:gd name="connsiteX16" fmla="*/ 4947 w 32296"/>
                  <a:gd name="connsiteY16" fmla="*/ 171120 h 176326"/>
                  <a:gd name="connsiteX17" fmla="*/ 4947 w 32296"/>
                  <a:gd name="connsiteY17" fmla="*/ 60166 h 17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296" h="176326">
                    <a:moveTo>
                      <a:pt x="0" y="16154"/>
                    </a:moveTo>
                    <a:cubicBezTo>
                      <a:pt x="0" y="11468"/>
                      <a:pt x="1512" y="7607"/>
                      <a:pt x="4559" y="4559"/>
                    </a:cubicBezTo>
                    <a:cubicBezTo>
                      <a:pt x="7588" y="1531"/>
                      <a:pt x="11456" y="0"/>
                      <a:pt x="16142" y="0"/>
                    </a:cubicBezTo>
                    <a:cubicBezTo>
                      <a:pt x="20828" y="0"/>
                      <a:pt x="24689" y="1531"/>
                      <a:pt x="27737" y="4559"/>
                    </a:cubicBezTo>
                    <a:cubicBezTo>
                      <a:pt x="30766" y="7607"/>
                      <a:pt x="32296" y="11468"/>
                      <a:pt x="32296" y="16154"/>
                    </a:cubicBezTo>
                    <a:cubicBezTo>
                      <a:pt x="32296" y="20676"/>
                      <a:pt x="30817" y="24486"/>
                      <a:pt x="27864" y="27610"/>
                    </a:cubicBezTo>
                    <a:cubicBezTo>
                      <a:pt x="24733" y="30740"/>
                      <a:pt x="20828" y="32296"/>
                      <a:pt x="16142" y="32296"/>
                    </a:cubicBezTo>
                    <a:cubicBezTo>
                      <a:pt x="11456" y="32296"/>
                      <a:pt x="7588" y="30740"/>
                      <a:pt x="4559" y="27610"/>
                    </a:cubicBezTo>
                    <a:cubicBezTo>
                      <a:pt x="1512" y="24486"/>
                      <a:pt x="0" y="20676"/>
                      <a:pt x="0" y="16154"/>
                    </a:cubicBezTo>
                    <a:close/>
                    <a:moveTo>
                      <a:pt x="4947" y="60166"/>
                    </a:moveTo>
                    <a:cubicBezTo>
                      <a:pt x="4947" y="56699"/>
                      <a:pt x="6680" y="54966"/>
                      <a:pt x="10147" y="54966"/>
                    </a:cubicBezTo>
                    <a:lnTo>
                      <a:pt x="22136" y="54966"/>
                    </a:lnTo>
                    <a:cubicBezTo>
                      <a:pt x="25603" y="54966"/>
                      <a:pt x="27343" y="56699"/>
                      <a:pt x="27343" y="60166"/>
                    </a:cubicBezTo>
                    <a:lnTo>
                      <a:pt x="27343" y="171120"/>
                    </a:lnTo>
                    <a:cubicBezTo>
                      <a:pt x="27343" y="174593"/>
                      <a:pt x="25603" y="176327"/>
                      <a:pt x="22136" y="176327"/>
                    </a:cubicBezTo>
                    <a:lnTo>
                      <a:pt x="10147" y="176327"/>
                    </a:lnTo>
                    <a:cubicBezTo>
                      <a:pt x="6680" y="176327"/>
                      <a:pt x="4947" y="174593"/>
                      <a:pt x="4947" y="171120"/>
                    </a:cubicBezTo>
                    <a:lnTo>
                      <a:pt x="4947" y="60166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2A91420-1AE6-0150-ACE5-81369CC64C6D}"/>
                  </a:ext>
                </a:extLst>
              </p:cNvPr>
              <p:cNvSpPr/>
              <p:nvPr/>
            </p:nvSpPr>
            <p:spPr>
              <a:xfrm>
                <a:off x="3583069" y="3553841"/>
                <a:ext cx="113550" cy="123971"/>
              </a:xfrm>
              <a:custGeom>
                <a:avLst/>
                <a:gdLst>
                  <a:gd name="connsiteX0" fmla="*/ 0 w 113550"/>
                  <a:gd name="connsiteY0" fmla="*/ 118764 h 123971"/>
                  <a:gd name="connsiteX1" fmla="*/ 0 w 113550"/>
                  <a:gd name="connsiteY1" fmla="*/ 7811 h 123971"/>
                  <a:gd name="connsiteX2" fmla="*/ 5200 w 113550"/>
                  <a:gd name="connsiteY2" fmla="*/ 2610 h 123971"/>
                  <a:gd name="connsiteX3" fmla="*/ 16923 w 113550"/>
                  <a:gd name="connsiteY3" fmla="*/ 2610 h 123971"/>
                  <a:gd name="connsiteX4" fmla="*/ 22136 w 113550"/>
                  <a:gd name="connsiteY4" fmla="*/ 7811 h 123971"/>
                  <a:gd name="connsiteX5" fmla="*/ 22136 w 113550"/>
                  <a:gd name="connsiteY5" fmla="*/ 22136 h 123971"/>
                  <a:gd name="connsiteX6" fmla="*/ 22657 w 113550"/>
                  <a:gd name="connsiteY6" fmla="*/ 22136 h 123971"/>
                  <a:gd name="connsiteX7" fmla="*/ 39059 w 113550"/>
                  <a:gd name="connsiteY7" fmla="*/ 5861 h 123971"/>
                  <a:gd name="connsiteX8" fmla="*/ 65106 w 113550"/>
                  <a:gd name="connsiteY8" fmla="*/ 0 h 123971"/>
                  <a:gd name="connsiteX9" fmla="*/ 100660 w 113550"/>
                  <a:gd name="connsiteY9" fmla="*/ 13545 h 123971"/>
                  <a:gd name="connsiteX10" fmla="*/ 113551 w 113550"/>
                  <a:gd name="connsiteY10" fmla="*/ 51048 h 123971"/>
                  <a:gd name="connsiteX11" fmla="*/ 113551 w 113550"/>
                  <a:gd name="connsiteY11" fmla="*/ 118764 h 123971"/>
                  <a:gd name="connsiteX12" fmla="*/ 108604 w 113550"/>
                  <a:gd name="connsiteY12" fmla="*/ 123971 h 123971"/>
                  <a:gd name="connsiteX13" fmla="*/ 96361 w 113550"/>
                  <a:gd name="connsiteY13" fmla="*/ 123971 h 123971"/>
                  <a:gd name="connsiteX14" fmla="*/ 91154 w 113550"/>
                  <a:gd name="connsiteY14" fmla="*/ 118764 h 123971"/>
                  <a:gd name="connsiteX15" fmla="*/ 91154 w 113550"/>
                  <a:gd name="connsiteY15" fmla="*/ 56001 h 123971"/>
                  <a:gd name="connsiteX16" fmla="*/ 59639 w 113550"/>
                  <a:gd name="connsiteY16" fmla="*/ 20581 h 123971"/>
                  <a:gd name="connsiteX17" fmla="*/ 32557 w 113550"/>
                  <a:gd name="connsiteY17" fmla="*/ 30474 h 123971"/>
                  <a:gd name="connsiteX18" fmla="*/ 22396 w 113550"/>
                  <a:gd name="connsiteY18" fmla="*/ 57042 h 123971"/>
                  <a:gd name="connsiteX19" fmla="*/ 22396 w 113550"/>
                  <a:gd name="connsiteY19" fmla="*/ 118764 h 123971"/>
                  <a:gd name="connsiteX20" fmla="*/ 17183 w 113550"/>
                  <a:gd name="connsiteY20" fmla="*/ 123971 h 123971"/>
                  <a:gd name="connsiteX21" fmla="*/ 5200 w 113550"/>
                  <a:gd name="connsiteY21" fmla="*/ 123971 h 123971"/>
                  <a:gd name="connsiteX22" fmla="*/ 0 w 113550"/>
                  <a:gd name="connsiteY22" fmla="*/ 118764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3550" h="123971">
                    <a:moveTo>
                      <a:pt x="0" y="118764"/>
                    </a:moveTo>
                    <a:lnTo>
                      <a:pt x="0" y="7811"/>
                    </a:lnTo>
                    <a:cubicBezTo>
                      <a:pt x="0" y="4344"/>
                      <a:pt x="1734" y="2610"/>
                      <a:pt x="5200" y="2610"/>
                    </a:cubicBezTo>
                    <a:lnTo>
                      <a:pt x="16923" y="2610"/>
                    </a:lnTo>
                    <a:cubicBezTo>
                      <a:pt x="20390" y="2610"/>
                      <a:pt x="22136" y="4344"/>
                      <a:pt x="22136" y="7811"/>
                    </a:cubicBezTo>
                    <a:lnTo>
                      <a:pt x="22136" y="22136"/>
                    </a:lnTo>
                    <a:lnTo>
                      <a:pt x="22657" y="22136"/>
                    </a:lnTo>
                    <a:cubicBezTo>
                      <a:pt x="26124" y="15202"/>
                      <a:pt x="31598" y="9766"/>
                      <a:pt x="39059" y="5861"/>
                    </a:cubicBezTo>
                    <a:cubicBezTo>
                      <a:pt x="46527" y="1956"/>
                      <a:pt x="55213" y="0"/>
                      <a:pt x="65106" y="0"/>
                    </a:cubicBezTo>
                    <a:cubicBezTo>
                      <a:pt x="80213" y="0"/>
                      <a:pt x="92069" y="4521"/>
                      <a:pt x="100660" y="13545"/>
                    </a:cubicBezTo>
                    <a:cubicBezTo>
                      <a:pt x="109252" y="22575"/>
                      <a:pt x="113551" y="35071"/>
                      <a:pt x="113551" y="51048"/>
                    </a:cubicBezTo>
                    <a:lnTo>
                      <a:pt x="113551" y="118764"/>
                    </a:lnTo>
                    <a:cubicBezTo>
                      <a:pt x="113551" y="122238"/>
                      <a:pt x="111900" y="123971"/>
                      <a:pt x="108604" y="123971"/>
                    </a:cubicBezTo>
                    <a:lnTo>
                      <a:pt x="96361" y="123971"/>
                    </a:lnTo>
                    <a:cubicBezTo>
                      <a:pt x="92888" y="123971"/>
                      <a:pt x="91154" y="122238"/>
                      <a:pt x="91154" y="118764"/>
                    </a:cubicBezTo>
                    <a:lnTo>
                      <a:pt x="91154" y="56001"/>
                    </a:lnTo>
                    <a:cubicBezTo>
                      <a:pt x="91154" y="32385"/>
                      <a:pt x="80638" y="20581"/>
                      <a:pt x="59639" y="20581"/>
                    </a:cubicBezTo>
                    <a:cubicBezTo>
                      <a:pt x="48342" y="20581"/>
                      <a:pt x="39319" y="23876"/>
                      <a:pt x="32557" y="30474"/>
                    </a:cubicBezTo>
                    <a:cubicBezTo>
                      <a:pt x="25781" y="37078"/>
                      <a:pt x="22396" y="45930"/>
                      <a:pt x="22396" y="57042"/>
                    </a:cubicBezTo>
                    <a:lnTo>
                      <a:pt x="22396" y="118764"/>
                    </a:lnTo>
                    <a:cubicBezTo>
                      <a:pt x="22396" y="122238"/>
                      <a:pt x="20656" y="123971"/>
                      <a:pt x="17183" y="123971"/>
                    </a:cubicBezTo>
                    <a:lnTo>
                      <a:pt x="5200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2FAB60B-7202-0316-A6C1-842492B37C18}"/>
                  </a:ext>
                </a:extLst>
              </p:cNvPr>
              <p:cNvSpPr/>
              <p:nvPr/>
            </p:nvSpPr>
            <p:spPr>
              <a:xfrm>
                <a:off x="3720578" y="3492633"/>
                <a:ext cx="94538" cy="185178"/>
              </a:xfrm>
              <a:custGeom>
                <a:avLst/>
                <a:gdLst>
                  <a:gd name="connsiteX0" fmla="*/ 4947 w 94538"/>
                  <a:gd name="connsiteY0" fmla="*/ 63817 h 185178"/>
                  <a:gd name="connsiteX1" fmla="*/ 27864 w 94538"/>
                  <a:gd name="connsiteY1" fmla="*/ 63817 h 185178"/>
                  <a:gd name="connsiteX2" fmla="*/ 27864 w 94538"/>
                  <a:gd name="connsiteY2" fmla="*/ 53137 h 185178"/>
                  <a:gd name="connsiteX3" fmla="*/ 73704 w 94538"/>
                  <a:gd name="connsiteY3" fmla="*/ 0 h 185178"/>
                  <a:gd name="connsiteX4" fmla="*/ 90373 w 94538"/>
                  <a:gd name="connsiteY4" fmla="*/ 2349 h 185178"/>
                  <a:gd name="connsiteX5" fmla="*/ 94539 w 94538"/>
                  <a:gd name="connsiteY5" fmla="*/ 7817 h 185178"/>
                  <a:gd name="connsiteX6" fmla="*/ 94539 w 94538"/>
                  <a:gd name="connsiteY6" fmla="*/ 16935 h 185178"/>
                  <a:gd name="connsiteX7" fmla="*/ 90633 w 94538"/>
                  <a:gd name="connsiteY7" fmla="*/ 21622 h 185178"/>
                  <a:gd name="connsiteX8" fmla="*/ 88811 w 94538"/>
                  <a:gd name="connsiteY8" fmla="*/ 21361 h 185178"/>
                  <a:gd name="connsiteX9" fmla="*/ 77610 w 94538"/>
                  <a:gd name="connsiteY9" fmla="*/ 20320 h 185178"/>
                  <a:gd name="connsiteX10" fmla="*/ 56648 w 94538"/>
                  <a:gd name="connsiteY10" fmla="*/ 27610 h 185178"/>
                  <a:gd name="connsiteX11" fmla="*/ 50266 w 94538"/>
                  <a:gd name="connsiteY11" fmla="*/ 52616 h 185178"/>
                  <a:gd name="connsiteX12" fmla="*/ 50266 w 94538"/>
                  <a:gd name="connsiteY12" fmla="*/ 63817 h 185178"/>
                  <a:gd name="connsiteX13" fmla="*/ 87769 w 94538"/>
                  <a:gd name="connsiteY13" fmla="*/ 63817 h 185178"/>
                  <a:gd name="connsiteX14" fmla="*/ 92716 w 94538"/>
                  <a:gd name="connsiteY14" fmla="*/ 69018 h 185178"/>
                  <a:gd name="connsiteX15" fmla="*/ 92716 w 94538"/>
                  <a:gd name="connsiteY15" fmla="*/ 77883 h 185178"/>
                  <a:gd name="connsiteX16" fmla="*/ 87769 w 94538"/>
                  <a:gd name="connsiteY16" fmla="*/ 83083 h 185178"/>
                  <a:gd name="connsiteX17" fmla="*/ 50266 w 94538"/>
                  <a:gd name="connsiteY17" fmla="*/ 83083 h 185178"/>
                  <a:gd name="connsiteX18" fmla="*/ 50266 w 94538"/>
                  <a:gd name="connsiteY18" fmla="*/ 179972 h 185178"/>
                  <a:gd name="connsiteX19" fmla="*/ 45053 w 94538"/>
                  <a:gd name="connsiteY19" fmla="*/ 185179 h 185178"/>
                  <a:gd name="connsiteX20" fmla="*/ 32817 w 94538"/>
                  <a:gd name="connsiteY20" fmla="*/ 185179 h 185178"/>
                  <a:gd name="connsiteX21" fmla="*/ 27864 w 94538"/>
                  <a:gd name="connsiteY21" fmla="*/ 179972 h 185178"/>
                  <a:gd name="connsiteX22" fmla="*/ 27864 w 94538"/>
                  <a:gd name="connsiteY22" fmla="*/ 83083 h 185178"/>
                  <a:gd name="connsiteX23" fmla="*/ 4947 w 94538"/>
                  <a:gd name="connsiteY23" fmla="*/ 83083 h 185178"/>
                  <a:gd name="connsiteX24" fmla="*/ 0 w 94538"/>
                  <a:gd name="connsiteY24" fmla="*/ 77883 h 185178"/>
                  <a:gd name="connsiteX25" fmla="*/ 0 w 94538"/>
                  <a:gd name="connsiteY25" fmla="*/ 69018 h 185178"/>
                  <a:gd name="connsiteX26" fmla="*/ 4947 w 94538"/>
                  <a:gd name="connsiteY26" fmla="*/ 63817 h 18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4538" h="185178">
                    <a:moveTo>
                      <a:pt x="4947" y="63817"/>
                    </a:moveTo>
                    <a:lnTo>
                      <a:pt x="27864" y="63817"/>
                    </a:lnTo>
                    <a:lnTo>
                      <a:pt x="27864" y="53137"/>
                    </a:lnTo>
                    <a:cubicBezTo>
                      <a:pt x="27864" y="17716"/>
                      <a:pt x="43142" y="0"/>
                      <a:pt x="73704" y="0"/>
                    </a:cubicBezTo>
                    <a:cubicBezTo>
                      <a:pt x="79952" y="0"/>
                      <a:pt x="85509" y="781"/>
                      <a:pt x="90373" y="2349"/>
                    </a:cubicBezTo>
                    <a:cubicBezTo>
                      <a:pt x="93148" y="3048"/>
                      <a:pt x="94539" y="4864"/>
                      <a:pt x="94539" y="7817"/>
                    </a:cubicBezTo>
                    <a:lnTo>
                      <a:pt x="94539" y="16935"/>
                    </a:lnTo>
                    <a:cubicBezTo>
                      <a:pt x="94539" y="20060"/>
                      <a:pt x="93243" y="21622"/>
                      <a:pt x="90633" y="21622"/>
                    </a:cubicBezTo>
                    <a:cubicBezTo>
                      <a:pt x="90113" y="21622"/>
                      <a:pt x="89503" y="21539"/>
                      <a:pt x="88811" y="21361"/>
                    </a:cubicBezTo>
                    <a:cubicBezTo>
                      <a:pt x="85337" y="20669"/>
                      <a:pt x="81597" y="20320"/>
                      <a:pt x="77610" y="20320"/>
                    </a:cubicBezTo>
                    <a:cubicBezTo>
                      <a:pt x="67881" y="20320"/>
                      <a:pt x="60896" y="22752"/>
                      <a:pt x="56648" y="27610"/>
                    </a:cubicBezTo>
                    <a:cubicBezTo>
                      <a:pt x="52388" y="32474"/>
                      <a:pt x="50266" y="40805"/>
                      <a:pt x="50266" y="52616"/>
                    </a:cubicBezTo>
                    <a:lnTo>
                      <a:pt x="50266" y="63817"/>
                    </a:lnTo>
                    <a:lnTo>
                      <a:pt x="87769" y="63817"/>
                    </a:lnTo>
                    <a:cubicBezTo>
                      <a:pt x="91059" y="63817"/>
                      <a:pt x="92716" y="65551"/>
                      <a:pt x="92716" y="69018"/>
                    </a:cubicBezTo>
                    <a:lnTo>
                      <a:pt x="92716" y="77883"/>
                    </a:lnTo>
                    <a:cubicBezTo>
                      <a:pt x="92716" y="81350"/>
                      <a:pt x="91059" y="83083"/>
                      <a:pt x="87769" y="83083"/>
                    </a:cubicBezTo>
                    <a:lnTo>
                      <a:pt x="50266" y="83083"/>
                    </a:lnTo>
                    <a:lnTo>
                      <a:pt x="50266" y="179972"/>
                    </a:lnTo>
                    <a:cubicBezTo>
                      <a:pt x="50266" y="183445"/>
                      <a:pt x="48520" y="185179"/>
                      <a:pt x="45053" y="185179"/>
                    </a:cubicBezTo>
                    <a:lnTo>
                      <a:pt x="32817" y="185179"/>
                    </a:lnTo>
                    <a:cubicBezTo>
                      <a:pt x="29514" y="185179"/>
                      <a:pt x="27864" y="183445"/>
                      <a:pt x="27864" y="179972"/>
                    </a:cubicBezTo>
                    <a:lnTo>
                      <a:pt x="27864" y="83083"/>
                    </a:lnTo>
                    <a:lnTo>
                      <a:pt x="4947" y="83083"/>
                    </a:lnTo>
                    <a:cubicBezTo>
                      <a:pt x="1644" y="83083"/>
                      <a:pt x="0" y="81350"/>
                      <a:pt x="0" y="77883"/>
                    </a:cubicBezTo>
                    <a:lnTo>
                      <a:pt x="0" y="69018"/>
                    </a:lnTo>
                    <a:cubicBezTo>
                      <a:pt x="0" y="65551"/>
                      <a:pt x="1644" y="63817"/>
                      <a:pt x="4947" y="6381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54B199B3-EC9D-B133-EB6D-C0ED2C8A2C8E}"/>
                  </a:ext>
                </a:extLst>
              </p:cNvPr>
              <p:cNvSpPr/>
              <p:nvPr/>
            </p:nvSpPr>
            <p:spPr>
              <a:xfrm>
                <a:off x="3827620" y="3553841"/>
                <a:ext cx="127368" cy="126581"/>
              </a:xfrm>
              <a:custGeom>
                <a:avLst/>
                <a:gdLst>
                  <a:gd name="connsiteX0" fmla="*/ 18497 w 127368"/>
                  <a:gd name="connsiteY0" fmla="*/ 18231 h 126581"/>
                  <a:gd name="connsiteX1" fmla="*/ 63811 w 127368"/>
                  <a:gd name="connsiteY1" fmla="*/ 0 h 126581"/>
                  <a:gd name="connsiteX2" fmla="*/ 109004 w 127368"/>
                  <a:gd name="connsiteY2" fmla="*/ 18231 h 126581"/>
                  <a:gd name="connsiteX3" fmla="*/ 127368 w 127368"/>
                  <a:gd name="connsiteY3" fmla="*/ 63284 h 126581"/>
                  <a:gd name="connsiteX4" fmla="*/ 109004 w 127368"/>
                  <a:gd name="connsiteY4" fmla="*/ 108350 h 126581"/>
                  <a:gd name="connsiteX5" fmla="*/ 63811 w 127368"/>
                  <a:gd name="connsiteY5" fmla="*/ 126581 h 126581"/>
                  <a:gd name="connsiteX6" fmla="*/ 18364 w 127368"/>
                  <a:gd name="connsiteY6" fmla="*/ 108350 h 126581"/>
                  <a:gd name="connsiteX7" fmla="*/ 0 w 127368"/>
                  <a:gd name="connsiteY7" fmla="*/ 63284 h 126581"/>
                  <a:gd name="connsiteX8" fmla="*/ 18497 w 127368"/>
                  <a:gd name="connsiteY8" fmla="*/ 18231 h 126581"/>
                  <a:gd name="connsiteX9" fmla="*/ 22923 w 127368"/>
                  <a:gd name="connsiteY9" fmla="*/ 63284 h 126581"/>
                  <a:gd name="connsiteX10" fmla="*/ 34385 w 127368"/>
                  <a:gd name="connsiteY10" fmla="*/ 94285 h 126581"/>
                  <a:gd name="connsiteX11" fmla="*/ 63811 w 127368"/>
                  <a:gd name="connsiteY11" fmla="*/ 106528 h 126581"/>
                  <a:gd name="connsiteX12" fmla="*/ 93243 w 127368"/>
                  <a:gd name="connsiteY12" fmla="*/ 94285 h 126581"/>
                  <a:gd name="connsiteX13" fmla="*/ 104451 w 127368"/>
                  <a:gd name="connsiteY13" fmla="*/ 63284 h 126581"/>
                  <a:gd name="connsiteX14" fmla="*/ 93116 w 127368"/>
                  <a:gd name="connsiteY14" fmla="*/ 32557 h 126581"/>
                  <a:gd name="connsiteX15" fmla="*/ 63811 w 127368"/>
                  <a:gd name="connsiteY15" fmla="*/ 20320 h 126581"/>
                  <a:gd name="connsiteX16" fmla="*/ 34252 w 127368"/>
                  <a:gd name="connsiteY16" fmla="*/ 32557 h 126581"/>
                  <a:gd name="connsiteX17" fmla="*/ 22923 w 127368"/>
                  <a:gd name="connsiteY17" fmla="*/ 63284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7368" h="126581">
                    <a:moveTo>
                      <a:pt x="18497" y="18231"/>
                    </a:moveTo>
                    <a:cubicBezTo>
                      <a:pt x="30651" y="6077"/>
                      <a:pt x="45758" y="0"/>
                      <a:pt x="63811" y="0"/>
                    </a:cubicBezTo>
                    <a:cubicBezTo>
                      <a:pt x="81699" y="0"/>
                      <a:pt x="96761" y="6077"/>
                      <a:pt x="109004" y="18231"/>
                    </a:cubicBezTo>
                    <a:cubicBezTo>
                      <a:pt x="121247" y="30385"/>
                      <a:pt x="127368" y="45409"/>
                      <a:pt x="127368" y="63284"/>
                    </a:cubicBezTo>
                    <a:cubicBezTo>
                      <a:pt x="127368" y="81172"/>
                      <a:pt x="121247" y="96196"/>
                      <a:pt x="109004" y="108350"/>
                    </a:cubicBezTo>
                    <a:cubicBezTo>
                      <a:pt x="96761" y="120504"/>
                      <a:pt x="81699" y="126581"/>
                      <a:pt x="63811" y="126581"/>
                    </a:cubicBezTo>
                    <a:cubicBezTo>
                      <a:pt x="45758" y="126581"/>
                      <a:pt x="30613" y="120504"/>
                      <a:pt x="18364" y="108350"/>
                    </a:cubicBezTo>
                    <a:cubicBezTo>
                      <a:pt x="6128" y="96196"/>
                      <a:pt x="0" y="81172"/>
                      <a:pt x="0" y="63284"/>
                    </a:cubicBezTo>
                    <a:cubicBezTo>
                      <a:pt x="0" y="45409"/>
                      <a:pt x="6166" y="30385"/>
                      <a:pt x="18497" y="18231"/>
                    </a:cubicBezTo>
                    <a:close/>
                    <a:moveTo>
                      <a:pt x="22923" y="63284"/>
                    </a:moveTo>
                    <a:cubicBezTo>
                      <a:pt x="22923" y="75794"/>
                      <a:pt x="26746" y="86125"/>
                      <a:pt x="34385" y="94285"/>
                    </a:cubicBezTo>
                    <a:cubicBezTo>
                      <a:pt x="41846" y="102451"/>
                      <a:pt x="51657" y="106528"/>
                      <a:pt x="63811" y="106528"/>
                    </a:cubicBezTo>
                    <a:cubicBezTo>
                      <a:pt x="75965" y="106528"/>
                      <a:pt x="85782" y="102451"/>
                      <a:pt x="93243" y="94285"/>
                    </a:cubicBezTo>
                    <a:cubicBezTo>
                      <a:pt x="100711" y="86125"/>
                      <a:pt x="104451" y="75794"/>
                      <a:pt x="104451" y="63284"/>
                    </a:cubicBezTo>
                    <a:cubicBezTo>
                      <a:pt x="104451" y="50965"/>
                      <a:pt x="100666" y="40723"/>
                      <a:pt x="93116" y="32557"/>
                    </a:cubicBezTo>
                    <a:cubicBezTo>
                      <a:pt x="85566" y="24403"/>
                      <a:pt x="75800" y="20320"/>
                      <a:pt x="63811" y="20320"/>
                    </a:cubicBezTo>
                    <a:cubicBezTo>
                      <a:pt x="51657" y="20320"/>
                      <a:pt x="41808" y="24403"/>
                      <a:pt x="34252" y="32557"/>
                    </a:cubicBezTo>
                    <a:cubicBezTo>
                      <a:pt x="26695" y="40723"/>
                      <a:pt x="22923" y="50965"/>
                      <a:pt x="22923" y="63284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8AD01832-D0B1-483B-73C4-4F21796CE23B}"/>
                  </a:ext>
                </a:extLst>
              </p:cNvPr>
              <p:cNvSpPr/>
              <p:nvPr/>
            </p:nvSpPr>
            <p:spPr>
              <a:xfrm>
                <a:off x="3988059" y="3554362"/>
                <a:ext cx="73443" cy="123450"/>
              </a:xfrm>
              <a:custGeom>
                <a:avLst/>
                <a:gdLst>
                  <a:gd name="connsiteX0" fmla="*/ 5200 w 73443"/>
                  <a:gd name="connsiteY0" fmla="*/ 2089 h 123450"/>
                  <a:gd name="connsiteX1" fmla="*/ 16929 w 73443"/>
                  <a:gd name="connsiteY1" fmla="*/ 2089 h 123450"/>
                  <a:gd name="connsiteX2" fmla="*/ 22136 w 73443"/>
                  <a:gd name="connsiteY2" fmla="*/ 7290 h 123450"/>
                  <a:gd name="connsiteX3" fmla="*/ 22136 w 73443"/>
                  <a:gd name="connsiteY3" fmla="*/ 26302 h 123450"/>
                  <a:gd name="connsiteX4" fmla="*/ 22396 w 73443"/>
                  <a:gd name="connsiteY4" fmla="*/ 26302 h 123450"/>
                  <a:gd name="connsiteX5" fmla="*/ 61722 w 73443"/>
                  <a:gd name="connsiteY5" fmla="*/ 0 h 123450"/>
                  <a:gd name="connsiteX6" fmla="*/ 69018 w 73443"/>
                  <a:gd name="connsiteY6" fmla="*/ 521 h 123450"/>
                  <a:gd name="connsiteX7" fmla="*/ 73444 w 73443"/>
                  <a:gd name="connsiteY7" fmla="*/ 6515 h 123450"/>
                  <a:gd name="connsiteX8" fmla="*/ 73444 w 73443"/>
                  <a:gd name="connsiteY8" fmla="*/ 16669 h 123450"/>
                  <a:gd name="connsiteX9" fmla="*/ 69278 w 73443"/>
                  <a:gd name="connsiteY9" fmla="*/ 21095 h 123450"/>
                  <a:gd name="connsiteX10" fmla="*/ 67976 w 73443"/>
                  <a:gd name="connsiteY10" fmla="*/ 21095 h 123450"/>
                  <a:gd name="connsiteX11" fmla="*/ 61461 w 73443"/>
                  <a:gd name="connsiteY11" fmla="*/ 20834 h 123450"/>
                  <a:gd name="connsiteX12" fmla="*/ 32690 w 73443"/>
                  <a:gd name="connsiteY12" fmla="*/ 33077 h 123450"/>
                  <a:gd name="connsiteX13" fmla="*/ 22396 w 73443"/>
                  <a:gd name="connsiteY13" fmla="*/ 70586 h 123450"/>
                  <a:gd name="connsiteX14" fmla="*/ 22396 w 73443"/>
                  <a:gd name="connsiteY14" fmla="*/ 118243 h 123450"/>
                  <a:gd name="connsiteX15" fmla="*/ 17189 w 73443"/>
                  <a:gd name="connsiteY15" fmla="*/ 123450 h 123450"/>
                  <a:gd name="connsiteX16" fmla="*/ 5200 w 73443"/>
                  <a:gd name="connsiteY16" fmla="*/ 123450 h 123450"/>
                  <a:gd name="connsiteX17" fmla="*/ 0 w 73443"/>
                  <a:gd name="connsiteY17" fmla="*/ 118243 h 123450"/>
                  <a:gd name="connsiteX18" fmla="*/ 0 w 73443"/>
                  <a:gd name="connsiteY18" fmla="*/ 7290 h 123450"/>
                  <a:gd name="connsiteX19" fmla="*/ 5200 w 73443"/>
                  <a:gd name="connsiteY19" fmla="*/ 2089 h 12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3443" h="123450">
                    <a:moveTo>
                      <a:pt x="5200" y="2089"/>
                    </a:moveTo>
                    <a:lnTo>
                      <a:pt x="16929" y="2089"/>
                    </a:lnTo>
                    <a:cubicBezTo>
                      <a:pt x="20396" y="2089"/>
                      <a:pt x="22136" y="3823"/>
                      <a:pt x="22136" y="7290"/>
                    </a:cubicBezTo>
                    <a:lnTo>
                      <a:pt x="22136" y="26302"/>
                    </a:lnTo>
                    <a:lnTo>
                      <a:pt x="22396" y="26302"/>
                    </a:lnTo>
                    <a:cubicBezTo>
                      <a:pt x="29508" y="8769"/>
                      <a:pt x="42621" y="0"/>
                      <a:pt x="61722" y="0"/>
                    </a:cubicBezTo>
                    <a:cubicBezTo>
                      <a:pt x="63455" y="0"/>
                      <a:pt x="65887" y="178"/>
                      <a:pt x="69018" y="521"/>
                    </a:cubicBezTo>
                    <a:cubicBezTo>
                      <a:pt x="71965" y="1219"/>
                      <a:pt x="73444" y="3213"/>
                      <a:pt x="73444" y="6515"/>
                    </a:cubicBezTo>
                    <a:lnTo>
                      <a:pt x="73444" y="16669"/>
                    </a:lnTo>
                    <a:cubicBezTo>
                      <a:pt x="73444" y="19621"/>
                      <a:pt x="72047" y="21095"/>
                      <a:pt x="69278" y="21095"/>
                    </a:cubicBezTo>
                    <a:lnTo>
                      <a:pt x="67976" y="21095"/>
                    </a:lnTo>
                    <a:cubicBezTo>
                      <a:pt x="66758" y="20923"/>
                      <a:pt x="64592" y="20834"/>
                      <a:pt x="61461" y="20834"/>
                    </a:cubicBezTo>
                    <a:cubicBezTo>
                      <a:pt x="49130" y="20834"/>
                      <a:pt x="39541" y="24917"/>
                      <a:pt x="32690" y="33077"/>
                    </a:cubicBezTo>
                    <a:cubicBezTo>
                      <a:pt x="25819" y="41243"/>
                      <a:pt x="22396" y="53740"/>
                      <a:pt x="22396" y="70586"/>
                    </a:cubicBezTo>
                    <a:lnTo>
                      <a:pt x="22396" y="118243"/>
                    </a:lnTo>
                    <a:cubicBezTo>
                      <a:pt x="22396" y="121717"/>
                      <a:pt x="20656" y="123450"/>
                      <a:pt x="17189" y="123450"/>
                    </a:cubicBezTo>
                    <a:lnTo>
                      <a:pt x="5200" y="123450"/>
                    </a:lnTo>
                    <a:cubicBezTo>
                      <a:pt x="1734" y="123450"/>
                      <a:pt x="0" y="121717"/>
                      <a:pt x="0" y="118243"/>
                    </a:cubicBezTo>
                    <a:lnTo>
                      <a:pt x="0" y="7290"/>
                    </a:lnTo>
                    <a:cubicBezTo>
                      <a:pt x="0" y="3823"/>
                      <a:pt x="1734" y="2089"/>
                      <a:pt x="5200" y="2089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751C3C1-54E1-2B4C-82B0-EF2D4DE9ECA8}"/>
                  </a:ext>
                </a:extLst>
              </p:cNvPr>
              <p:cNvSpPr/>
              <p:nvPr/>
            </p:nvSpPr>
            <p:spPr>
              <a:xfrm>
                <a:off x="4088332" y="3553841"/>
                <a:ext cx="190646" cy="123971"/>
              </a:xfrm>
              <a:custGeom>
                <a:avLst/>
                <a:gdLst>
                  <a:gd name="connsiteX0" fmla="*/ 0 w 190646"/>
                  <a:gd name="connsiteY0" fmla="*/ 7811 h 123971"/>
                  <a:gd name="connsiteX1" fmla="*/ 5201 w 190646"/>
                  <a:gd name="connsiteY1" fmla="*/ 2610 h 123971"/>
                  <a:gd name="connsiteX2" fmla="*/ 16663 w 190646"/>
                  <a:gd name="connsiteY2" fmla="*/ 2610 h 123971"/>
                  <a:gd name="connsiteX3" fmla="*/ 21876 w 190646"/>
                  <a:gd name="connsiteY3" fmla="*/ 7811 h 123971"/>
                  <a:gd name="connsiteX4" fmla="*/ 21876 w 190646"/>
                  <a:gd name="connsiteY4" fmla="*/ 22917 h 123971"/>
                  <a:gd name="connsiteX5" fmla="*/ 22657 w 190646"/>
                  <a:gd name="connsiteY5" fmla="*/ 22917 h 123971"/>
                  <a:gd name="connsiteX6" fmla="*/ 37630 w 190646"/>
                  <a:gd name="connsiteY6" fmla="*/ 6122 h 123971"/>
                  <a:gd name="connsiteX7" fmla="*/ 61462 w 190646"/>
                  <a:gd name="connsiteY7" fmla="*/ 0 h 123971"/>
                  <a:gd name="connsiteX8" fmla="*/ 85554 w 190646"/>
                  <a:gd name="connsiteY8" fmla="*/ 6642 h 123971"/>
                  <a:gd name="connsiteX9" fmla="*/ 101054 w 190646"/>
                  <a:gd name="connsiteY9" fmla="*/ 25267 h 123971"/>
                  <a:gd name="connsiteX10" fmla="*/ 101835 w 190646"/>
                  <a:gd name="connsiteY10" fmla="*/ 25267 h 123971"/>
                  <a:gd name="connsiteX11" fmla="*/ 118891 w 190646"/>
                  <a:gd name="connsiteY11" fmla="*/ 6642 h 123971"/>
                  <a:gd name="connsiteX12" fmla="*/ 144806 w 190646"/>
                  <a:gd name="connsiteY12" fmla="*/ 0 h 123971"/>
                  <a:gd name="connsiteX13" fmla="*/ 178276 w 190646"/>
                  <a:gd name="connsiteY13" fmla="*/ 13545 h 123971"/>
                  <a:gd name="connsiteX14" fmla="*/ 190646 w 190646"/>
                  <a:gd name="connsiteY14" fmla="*/ 50527 h 123971"/>
                  <a:gd name="connsiteX15" fmla="*/ 190646 w 190646"/>
                  <a:gd name="connsiteY15" fmla="*/ 118764 h 123971"/>
                  <a:gd name="connsiteX16" fmla="*/ 185433 w 190646"/>
                  <a:gd name="connsiteY16" fmla="*/ 123971 h 123971"/>
                  <a:gd name="connsiteX17" fmla="*/ 173196 w 190646"/>
                  <a:gd name="connsiteY17" fmla="*/ 123971 h 123971"/>
                  <a:gd name="connsiteX18" fmla="*/ 168244 w 190646"/>
                  <a:gd name="connsiteY18" fmla="*/ 118764 h 123971"/>
                  <a:gd name="connsiteX19" fmla="*/ 168244 w 190646"/>
                  <a:gd name="connsiteY19" fmla="*/ 56001 h 123971"/>
                  <a:gd name="connsiteX20" fmla="*/ 160827 w 190646"/>
                  <a:gd name="connsiteY20" fmla="*/ 29566 h 123971"/>
                  <a:gd name="connsiteX21" fmla="*/ 139859 w 190646"/>
                  <a:gd name="connsiteY21" fmla="*/ 20581 h 123971"/>
                  <a:gd name="connsiteX22" fmla="*/ 115894 w 190646"/>
                  <a:gd name="connsiteY22" fmla="*/ 30480 h 123971"/>
                  <a:gd name="connsiteX23" fmla="*/ 106521 w 190646"/>
                  <a:gd name="connsiteY23" fmla="*/ 57042 h 123971"/>
                  <a:gd name="connsiteX24" fmla="*/ 106521 w 190646"/>
                  <a:gd name="connsiteY24" fmla="*/ 118764 h 123971"/>
                  <a:gd name="connsiteX25" fmla="*/ 101314 w 190646"/>
                  <a:gd name="connsiteY25" fmla="*/ 123971 h 123971"/>
                  <a:gd name="connsiteX26" fmla="*/ 89326 w 190646"/>
                  <a:gd name="connsiteY26" fmla="*/ 123971 h 123971"/>
                  <a:gd name="connsiteX27" fmla="*/ 84119 w 190646"/>
                  <a:gd name="connsiteY27" fmla="*/ 118764 h 123971"/>
                  <a:gd name="connsiteX28" fmla="*/ 84119 w 190646"/>
                  <a:gd name="connsiteY28" fmla="*/ 56001 h 123971"/>
                  <a:gd name="connsiteX29" fmla="*/ 76569 w 190646"/>
                  <a:gd name="connsiteY29" fmla="*/ 29566 h 123971"/>
                  <a:gd name="connsiteX30" fmla="*/ 55734 w 190646"/>
                  <a:gd name="connsiteY30" fmla="*/ 20581 h 123971"/>
                  <a:gd name="connsiteX31" fmla="*/ 31776 w 190646"/>
                  <a:gd name="connsiteY31" fmla="*/ 30601 h 123971"/>
                  <a:gd name="connsiteX32" fmla="*/ 22397 w 190646"/>
                  <a:gd name="connsiteY32" fmla="*/ 57042 h 123971"/>
                  <a:gd name="connsiteX33" fmla="*/ 22397 w 190646"/>
                  <a:gd name="connsiteY33" fmla="*/ 118764 h 123971"/>
                  <a:gd name="connsiteX34" fmla="*/ 17183 w 190646"/>
                  <a:gd name="connsiteY34" fmla="*/ 123971 h 123971"/>
                  <a:gd name="connsiteX35" fmla="*/ 5201 w 190646"/>
                  <a:gd name="connsiteY35" fmla="*/ 123971 h 123971"/>
                  <a:gd name="connsiteX36" fmla="*/ 0 w 190646"/>
                  <a:gd name="connsiteY36" fmla="*/ 118764 h 123971"/>
                  <a:gd name="connsiteX37" fmla="*/ 0 w 190646"/>
                  <a:gd name="connsiteY37" fmla="*/ 7811 h 123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90646" h="123971">
                    <a:moveTo>
                      <a:pt x="0" y="7811"/>
                    </a:moveTo>
                    <a:cubicBezTo>
                      <a:pt x="0" y="4344"/>
                      <a:pt x="1734" y="2610"/>
                      <a:pt x="5201" y="2610"/>
                    </a:cubicBezTo>
                    <a:lnTo>
                      <a:pt x="16663" y="2610"/>
                    </a:lnTo>
                    <a:cubicBezTo>
                      <a:pt x="20136" y="2610"/>
                      <a:pt x="21876" y="4344"/>
                      <a:pt x="21876" y="7811"/>
                    </a:cubicBezTo>
                    <a:lnTo>
                      <a:pt x="21876" y="22917"/>
                    </a:lnTo>
                    <a:lnTo>
                      <a:pt x="22657" y="22917"/>
                    </a:lnTo>
                    <a:cubicBezTo>
                      <a:pt x="25781" y="15805"/>
                      <a:pt x="30766" y="10205"/>
                      <a:pt x="37630" y="6122"/>
                    </a:cubicBezTo>
                    <a:cubicBezTo>
                      <a:pt x="44488" y="2039"/>
                      <a:pt x="52432" y="0"/>
                      <a:pt x="61462" y="0"/>
                    </a:cubicBezTo>
                    <a:cubicBezTo>
                      <a:pt x="70663" y="0"/>
                      <a:pt x="78696" y="2216"/>
                      <a:pt x="85554" y="6642"/>
                    </a:cubicBezTo>
                    <a:cubicBezTo>
                      <a:pt x="92412" y="11075"/>
                      <a:pt x="97574" y="17278"/>
                      <a:pt x="101054" y="25267"/>
                    </a:cubicBezTo>
                    <a:lnTo>
                      <a:pt x="101835" y="25267"/>
                    </a:lnTo>
                    <a:cubicBezTo>
                      <a:pt x="105651" y="17278"/>
                      <a:pt x="111335" y="11075"/>
                      <a:pt x="118891" y="6642"/>
                    </a:cubicBezTo>
                    <a:cubicBezTo>
                      <a:pt x="126442" y="2216"/>
                      <a:pt x="135084" y="0"/>
                      <a:pt x="144806" y="0"/>
                    </a:cubicBezTo>
                    <a:cubicBezTo>
                      <a:pt x="158871" y="0"/>
                      <a:pt x="170028" y="4521"/>
                      <a:pt x="178276" y="13545"/>
                    </a:cubicBezTo>
                    <a:cubicBezTo>
                      <a:pt x="186519" y="22575"/>
                      <a:pt x="190646" y="34906"/>
                      <a:pt x="190646" y="50527"/>
                    </a:cubicBezTo>
                    <a:lnTo>
                      <a:pt x="190646" y="118764"/>
                    </a:lnTo>
                    <a:cubicBezTo>
                      <a:pt x="190646" y="122238"/>
                      <a:pt x="188913" y="123971"/>
                      <a:pt x="185433" y="123971"/>
                    </a:cubicBezTo>
                    <a:lnTo>
                      <a:pt x="173196" y="123971"/>
                    </a:lnTo>
                    <a:cubicBezTo>
                      <a:pt x="169894" y="123971"/>
                      <a:pt x="168244" y="122238"/>
                      <a:pt x="168244" y="118764"/>
                    </a:cubicBezTo>
                    <a:lnTo>
                      <a:pt x="168244" y="56001"/>
                    </a:lnTo>
                    <a:cubicBezTo>
                      <a:pt x="168244" y="44367"/>
                      <a:pt x="165773" y="35547"/>
                      <a:pt x="160827" y="29566"/>
                    </a:cubicBezTo>
                    <a:cubicBezTo>
                      <a:pt x="155880" y="23571"/>
                      <a:pt x="148889" y="20581"/>
                      <a:pt x="139859" y="20581"/>
                    </a:cubicBezTo>
                    <a:cubicBezTo>
                      <a:pt x="130137" y="20581"/>
                      <a:pt x="122149" y="23876"/>
                      <a:pt x="115894" y="30480"/>
                    </a:cubicBezTo>
                    <a:cubicBezTo>
                      <a:pt x="109646" y="37078"/>
                      <a:pt x="106521" y="45930"/>
                      <a:pt x="106521" y="57042"/>
                    </a:cubicBezTo>
                    <a:lnTo>
                      <a:pt x="106521" y="118764"/>
                    </a:lnTo>
                    <a:cubicBezTo>
                      <a:pt x="106521" y="122238"/>
                      <a:pt x="104782" y="123971"/>
                      <a:pt x="101314" y="123971"/>
                    </a:cubicBezTo>
                    <a:lnTo>
                      <a:pt x="89326" y="123971"/>
                    </a:lnTo>
                    <a:cubicBezTo>
                      <a:pt x="85852" y="123971"/>
                      <a:pt x="84119" y="122238"/>
                      <a:pt x="84119" y="118764"/>
                    </a:cubicBezTo>
                    <a:lnTo>
                      <a:pt x="84119" y="56001"/>
                    </a:lnTo>
                    <a:cubicBezTo>
                      <a:pt x="84119" y="44367"/>
                      <a:pt x="81604" y="35547"/>
                      <a:pt x="76569" y="29566"/>
                    </a:cubicBezTo>
                    <a:cubicBezTo>
                      <a:pt x="71527" y="23571"/>
                      <a:pt x="64593" y="20581"/>
                      <a:pt x="55734" y="20581"/>
                    </a:cubicBezTo>
                    <a:cubicBezTo>
                      <a:pt x="46006" y="20581"/>
                      <a:pt x="38017" y="23927"/>
                      <a:pt x="31776" y="30601"/>
                    </a:cubicBezTo>
                    <a:cubicBezTo>
                      <a:pt x="25521" y="37294"/>
                      <a:pt x="22397" y="46101"/>
                      <a:pt x="22397" y="57042"/>
                    </a:cubicBezTo>
                    <a:lnTo>
                      <a:pt x="22397" y="118764"/>
                    </a:lnTo>
                    <a:cubicBezTo>
                      <a:pt x="22397" y="122238"/>
                      <a:pt x="20657" y="123971"/>
                      <a:pt x="17183" y="123971"/>
                    </a:cubicBezTo>
                    <a:lnTo>
                      <a:pt x="5201" y="123971"/>
                    </a:lnTo>
                    <a:cubicBezTo>
                      <a:pt x="1734" y="123971"/>
                      <a:pt x="0" y="122238"/>
                      <a:pt x="0" y="118764"/>
                    </a:cubicBezTo>
                    <a:lnTo>
                      <a:pt x="0" y="7811"/>
                    </a:ln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0774020A-14C3-C444-10F4-654D96034398}"/>
                  </a:ext>
                </a:extLst>
              </p:cNvPr>
              <p:cNvSpPr/>
              <p:nvPr/>
            </p:nvSpPr>
            <p:spPr>
              <a:xfrm>
                <a:off x="4309966" y="3553841"/>
                <a:ext cx="123450" cy="126581"/>
              </a:xfrm>
              <a:custGeom>
                <a:avLst/>
                <a:gdLst>
                  <a:gd name="connsiteX0" fmla="*/ 0 w 123450"/>
                  <a:gd name="connsiteY0" fmla="*/ 63284 h 126581"/>
                  <a:gd name="connsiteX1" fmla="*/ 17316 w 123450"/>
                  <a:gd name="connsiteY1" fmla="*/ 17710 h 126581"/>
                  <a:gd name="connsiteX2" fmla="*/ 62516 w 123450"/>
                  <a:gd name="connsiteY2" fmla="*/ 0 h 126581"/>
                  <a:gd name="connsiteX3" fmla="*/ 106655 w 123450"/>
                  <a:gd name="connsiteY3" fmla="*/ 17190 h 126581"/>
                  <a:gd name="connsiteX4" fmla="*/ 123451 w 123450"/>
                  <a:gd name="connsiteY4" fmla="*/ 62510 h 126581"/>
                  <a:gd name="connsiteX5" fmla="*/ 123451 w 123450"/>
                  <a:gd name="connsiteY5" fmla="*/ 64853 h 126581"/>
                  <a:gd name="connsiteX6" fmla="*/ 117469 w 123450"/>
                  <a:gd name="connsiteY6" fmla="*/ 70847 h 126581"/>
                  <a:gd name="connsiteX7" fmla="*/ 22397 w 123450"/>
                  <a:gd name="connsiteY7" fmla="*/ 70847 h 126581"/>
                  <a:gd name="connsiteX8" fmla="*/ 35039 w 123450"/>
                  <a:gd name="connsiteY8" fmla="*/ 98190 h 126581"/>
                  <a:gd name="connsiteX9" fmla="*/ 63551 w 123450"/>
                  <a:gd name="connsiteY9" fmla="*/ 107569 h 126581"/>
                  <a:gd name="connsiteX10" fmla="*/ 85039 w 123450"/>
                  <a:gd name="connsiteY10" fmla="*/ 103143 h 126581"/>
                  <a:gd name="connsiteX11" fmla="*/ 97930 w 123450"/>
                  <a:gd name="connsiteY11" fmla="*/ 91415 h 126581"/>
                  <a:gd name="connsiteX12" fmla="*/ 103924 w 123450"/>
                  <a:gd name="connsiteY12" fmla="*/ 87249 h 126581"/>
                  <a:gd name="connsiteX13" fmla="*/ 115119 w 123450"/>
                  <a:gd name="connsiteY13" fmla="*/ 87249 h 126581"/>
                  <a:gd name="connsiteX14" fmla="*/ 119158 w 123450"/>
                  <a:gd name="connsiteY14" fmla="*/ 88297 h 126581"/>
                  <a:gd name="connsiteX15" fmla="*/ 120333 w 123450"/>
                  <a:gd name="connsiteY15" fmla="*/ 90894 h 126581"/>
                  <a:gd name="connsiteX16" fmla="*/ 120333 w 123450"/>
                  <a:gd name="connsiteY16" fmla="*/ 91415 h 126581"/>
                  <a:gd name="connsiteX17" fmla="*/ 100019 w 123450"/>
                  <a:gd name="connsiteY17" fmla="*/ 116815 h 126581"/>
                  <a:gd name="connsiteX18" fmla="*/ 63297 w 123450"/>
                  <a:gd name="connsiteY18" fmla="*/ 126581 h 126581"/>
                  <a:gd name="connsiteX19" fmla="*/ 17316 w 123450"/>
                  <a:gd name="connsiteY19" fmla="*/ 109125 h 126581"/>
                  <a:gd name="connsiteX20" fmla="*/ 0 w 123450"/>
                  <a:gd name="connsiteY20" fmla="*/ 63284 h 126581"/>
                  <a:gd name="connsiteX21" fmla="*/ 22923 w 123450"/>
                  <a:gd name="connsiteY21" fmla="*/ 53397 h 126581"/>
                  <a:gd name="connsiteX22" fmla="*/ 100533 w 123450"/>
                  <a:gd name="connsiteY22" fmla="*/ 53397 h 126581"/>
                  <a:gd name="connsiteX23" fmla="*/ 88297 w 123450"/>
                  <a:gd name="connsiteY23" fmla="*/ 27610 h 126581"/>
                  <a:gd name="connsiteX24" fmla="*/ 62256 w 123450"/>
                  <a:gd name="connsiteY24" fmla="*/ 18752 h 126581"/>
                  <a:gd name="connsiteX25" fmla="*/ 35427 w 123450"/>
                  <a:gd name="connsiteY25" fmla="*/ 27610 h 126581"/>
                  <a:gd name="connsiteX26" fmla="*/ 22923 w 123450"/>
                  <a:gd name="connsiteY26" fmla="*/ 53397 h 1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23450" h="126581">
                    <a:moveTo>
                      <a:pt x="0" y="63284"/>
                    </a:moveTo>
                    <a:cubicBezTo>
                      <a:pt x="0" y="44710"/>
                      <a:pt x="5772" y="29515"/>
                      <a:pt x="17316" y="17710"/>
                    </a:cubicBezTo>
                    <a:cubicBezTo>
                      <a:pt x="28867" y="5906"/>
                      <a:pt x="43929" y="0"/>
                      <a:pt x="62516" y="0"/>
                    </a:cubicBezTo>
                    <a:cubicBezTo>
                      <a:pt x="80747" y="0"/>
                      <a:pt x="95460" y="5734"/>
                      <a:pt x="106655" y="17190"/>
                    </a:cubicBezTo>
                    <a:cubicBezTo>
                      <a:pt x="117863" y="28651"/>
                      <a:pt x="123451" y="43758"/>
                      <a:pt x="123451" y="62510"/>
                    </a:cubicBezTo>
                    <a:lnTo>
                      <a:pt x="123451" y="64853"/>
                    </a:lnTo>
                    <a:cubicBezTo>
                      <a:pt x="123451" y="68853"/>
                      <a:pt x="121457" y="70847"/>
                      <a:pt x="117469" y="70847"/>
                    </a:cubicBezTo>
                    <a:lnTo>
                      <a:pt x="22397" y="70847"/>
                    </a:lnTo>
                    <a:cubicBezTo>
                      <a:pt x="23609" y="82823"/>
                      <a:pt x="27826" y="91935"/>
                      <a:pt x="35039" y="98190"/>
                    </a:cubicBezTo>
                    <a:cubicBezTo>
                      <a:pt x="42234" y="104439"/>
                      <a:pt x="51740" y="107569"/>
                      <a:pt x="63551" y="107569"/>
                    </a:cubicBezTo>
                    <a:cubicBezTo>
                      <a:pt x="71889" y="107569"/>
                      <a:pt x="79051" y="106096"/>
                      <a:pt x="85039" y="103143"/>
                    </a:cubicBezTo>
                    <a:cubicBezTo>
                      <a:pt x="91034" y="100184"/>
                      <a:pt x="95333" y="96279"/>
                      <a:pt x="97930" y="91415"/>
                    </a:cubicBezTo>
                    <a:cubicBezTo>
                      <a:pt x="99143" y="88646"/>
                      <a:pt x="101143" y="87249"/>
                      <a:pt x="103924" y="87249"/>
                    </a:cubicBezTo>
                    <a:lnTo>
                      <a:pt x="115119" y="87249"/>
                    </a:lnTo>
                    <a:cubicBezTo>
                      <a:pt x="117030" y="87249"/>
                      <a:pt x="118383" y="87605"/>
                      <a:pt x="119158" y="88297"/>
                    </a:cubicBezTo>
                    <a:cubicBezTo>
                      <a:pt x="119939" y="88989"/>
                      <a:pt x="120333" y="89859"/>
                      <a:pt x="120333" y="90894"/>
                    </a:cubicBezTo>
                    <a:lnTo>
                      <a:pt x="120333" y="91415"/>
                    </a:lnTo>
                    <a:cubicBezTo>
                      <a:pt x="116853" y="101835"/>
                      <a:pt x="110084" y="110300"/>
                      <a:pt x="100019" y="116815"/>
                    </a:cubicBezTo>
                    <a:cubicBezTo>
                      <a:pt x="89948" y="123324"/>
                      <a:pt x="77705" y="126581"/>
                      <a:pt x="63297" y="126581"/>
                    </a:cubicBezTo>
                    <a:cubicBezTo>
                      <a:pt x="44190" y="126581"/>
                      <a:pt x="28867" y="120764"/>
                      <a:pt x="17316" y="109125"/>
                    </a:cubicBezTo>
                    <a:cubicBezTo>
                      <a:pt x="5772" y="97505"/>
                      <a:pt x="0" y="82214"/>
                      <a:pt x="0" y="63284"/>
                    </a:cubicBezTo>
                    <a:close/>
                    <a:moveTo>
                      <a:pt x="22923" y="53397"/>
                    </a:moveTo>
                    <a:lnTo>
                      <a:pt x="100533" y="53397"/>
                    </a:lnTo>
                    <a:cubicBezTo>
                      <a:pt x="98978" y="42107"/>
                      <a:pt x="94895" y="33515"/>
                      <a:pt x="88297" y="27610"/>
                    </a:cubicBezTo>
                    <a:cubicBezTo>
                      <a:pt x="81699" y="21704"/>
                      <a:pt x="73019" y="18752"/>
                      <a:pt x="62256" y="18752"/>
                    </a:cubicBezTo>
                    <a:cubicBezTo>
                      <a:pt x="51137" y="18752"/>
                      <a:pt x="42196" y="21704"/>
                      <a:pt x="35427" y="27610"/>
                    </a:cubicBezTo>
                    <a:cubicBezTo>
                      <a:pt x="28651" y="33515"/>
                      <a:pt x="24486" y="42107"/>
                      <a:pt x="22923" y="53397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63B7C390-5439-E3F4-3D43-C2578453795A}"/>
                  </a:ext>
                </a:extLst>
              </p:cNvPr>
              <p:cNvSpPr/>
              <p:nvPr/>
            </p:nvSpPr>
            <p:spPr>
              <a:xfrm>
                <a:off x="4458690" y="3495504"/>
                <a:ext cx="126320" cy="184918"/>
              </a:xfrm>
              <a:custGeom>
                <a:avLst/>
                <a:gdLst>
                  <a:gd name="connsiteX0" fmla="*/ 17704 w 126320"/>
                  <a:gd name="connsiteY0" fmla="*/ 76568 h 184918"/>
                  <a:gd name="connsiteX1" fmla="*/ 60420 w 126320"/>
                  <a:gd name="connsiteY1" fmla="*/ 58337 h 184918"/>
                  <a:gd name="connsiteX2" fmla="*/ 86080 w 126320"/>
                  <a:gd name="connsiteY2" fmla="*/ 64332 h 184918"/>
                  <a:gd name="connsiteX3" fmla="*/ 103137 w 126320"/>
                  <a:gd name="connsiteY3" fmla="*/ 80473 h 184918"/>
                  <a:gd name="connsiteX4" fmla="*/ 103924 w 126320"/>
                  <a:gd name="connsiteY4" fmla="*/ 80473 h 184918"/>
                  <a:gd name="connsiteX5" fmla="*/ 103924 w 126320"/>
                  <a:gd name="connsiteY5" fmla="*/ 5207 h 184918"/>
                  <a:gd name="connsiteX6" fmla="*/ 109131 w 126320"/>
                  <a:gd name="connsiteY6" fmla="*/ 0 h 184918"/>
                  <a:gd name="connsiteX7" fmla="*/ 121367 w 126320"/>
                  <a:gd name="connsiteY7" fmla="*/ 0 h 184918"/>
                  <a:gd name="connsiteX8" fmla="*/ 126321 w 126320"/>
                  <a:gd name="connsiteY8" fmla="*/ 5207 h 184918"/>
                  <a:gd name="connsiteX9" fmla="*/ 126321 w 126320"/>
                  <a:gd name="connsiteY9" fmla="*/ 177101 h 184918"/>
                  <a:gd name="connsiteX10" fmla="*/ 121367 w 126320"/>
                  <a:gd name="connsiteY10" fmla="*/ 182308 h 184918"/>
                  <a:gd name="connsiteX11" fmla="*/ 109391 w 126320"/>
                  <a:gd name="connsiteY11" fmla="*/ 182308 h 184918"/>
                  <a:gd name="connsiteX12" fmla="*/ 104184 w 126320"/>
                  <a:gd name="connsiteY12" fmla="*/ 177101 h 184918"/>
                  <a:gd name="connsiteX13" fmla="*/ 104184 w 126320"/>
                  <a:gd name="connsiteY13" fmla="*/ 162776 h 184918"/>
                  <a:gd name="connsiteX14" fmla="*/ 103657 w 126320"/>
                  <a:gd name="connsiteY14" fmla="*/ 162776 h 184918"/>
                  <a:gd name="connsiteX15" fmla="*/ 86728 w 126320"/>
                  <a:gd name="connsiteY15" fmla="*/ 179057 h 184918"/>
                  <a:gd name="connsiteX16" fmla="*/ 60680 w 126320"/>
                  <a:gd name="connsiteY16" fmla="*/ 184918 h 184918"/>
                  <a:gd name="connsiteX17" fmla="*/ 17577 w 126320"/>
                  <a:gd name="connsiteY17" fmla="*/ 166688 h 184918"/>
                  <a:gd name="connsiteX18" fmla="*/ 0 w 126320"/>
                  <a:gd name="connsiteY18" fmla="*/ 121621 h 184918"/>
                  <a:gd name="connsiteX19" fmla="*/ 17704 w 126320"/>
                  <a:gd name="connsiteY19" fmla="*/ 76568 h 184918"/>
                  <a:gd name="connsiteX20" fmla="*/ 22917 w 126320"/>
                  <a:gd name="connsiteY20" fmla="*/ 121621 h 184918"/>
                  <a:gd name="connsiteX21" fmla="*/ 34379 w 126320"/>
                  <a:gd name="connsiteY21" fmla="*/ 152622 h 184918"/>
                  <a:gd name="connsiteX22" fmla="*/ 63805 w 126320"/>
                  <a:gd name="connsiteY22" fmla="*/ 164865 h 184918"/>
                  <a:gd name="connsiteX23" fmla="*/ 93244 w 126320"/>
                  <a:gd name="connsiteY23" fmla="*/ 152622 h 184918"/>
                  <a:gd name="connsiteX24" fmla="*/ 104445 w 126320"/>
                  <a:gd name="connsiteY24" fmla="*/ 121621 h 184918"/>
                  <a:gd name="connsiteX25" fmla="*/ 93110 w 126320"/>
                  <a:gd name="connsiteY25" fmla="*/ 90894 h 184918"/>
                  <a:gd name="connsiteX26" fmla="*/ 63805 w 126320"/>
                  <a:gd name="connsiteY26" fmla="*/ 78657 h 184918"/>
                  <a:gd name="connsiteX27" fmla="*/ 34252 w 126320"/>
                  <a:gd name="connsiteY27" fmla="*/ 90894 h 184918"/>
                  <a:gd name="connsiteX28" fmla="*/ 22917 w 126320"/>
                  <a:gd name="connsiteY28" fmla="*/ 121621 h 18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26320" h="184918">
                    <a:moveTo>
                      <a:pt x="17704" y="76568"/>
                    </a:moveTo>
                    <a:cubicBezTo>
                      <a:pt x="29337" y="64414"/>
                      <a:pt x="43580" y="58337"/>
                      <a:pt x="60420" y="58337"/>
                    </a:cubicBezTo>
                    <a:cubicBezTo>
                      <a:pt x="69621" y="58337"/>
                      <a:pt x="78181" y="60337"/>
                      <a:pt x="86080" y="64332"/>
                    </a:cubicBezTo>
                    <a:cubicBezTo>
                      <a:pt x="93980" y="68326"/>
                      <a:pt x="99663" y="73704"/>
                      <a:pt x="103137" y="80473"/>
                    </a:cubicBezTo>
                    <a:lnTo>
                      <a:pt x="103924" y="80473"/>
                    </a:lnTo>
                    <a:lnTo>
                      <a:pt x="103924" y="5207"/>
                    </a:lnTo>
                    <a:cubicBezTo>
                      <a:pt x="103924" y="1733"/>
                      <a:pt x="105658" y="0"/>
                      <a:pt x="109131" y="0"/>
                    </a:cubicBezTo>
                    <a:lnTo>
                      <a:pt x="121367" y="0"/>
                    </a:lnTo>
                    <a:cubicBezTo>
                      <a:pt x="124670" y="0"/>
                      <a:pt x="126321" y="1733"/>
                      <a:pt x="126321" y="5207"/>
                    </a:cubicBezTo>
                    <a:lnTo>
                      <a:pt x="126321" y="177101"/>
                    </a:lnTo>
                    <a:cubicBezTo>
                      <a:pt x="126321" y="180575"/>
                      <a:pt x="124670" y="182308"/>
                      <a:pt x="121367" y="182308"/>
                    </a:cubicBezTo>
                    <a:lnTo>
                      <a:pt x="109391" y="182308"/>
                    </a:lnTo>
                    <a:cubicBezTo>
                      <a:pt x="105918" y="182308"/>
                      <a:pt x="104184" y="180575"/>
                      <a:pt x="104184" y="177101"/>
                    </a:cubicBezTo>
                    <a:lnTo>
                      <a:pt x="104184" y="162776"/>
                    </a:lnTo>
                    <a:lnTo>
                      <a:pt x="103657" y="162776"/>
                    </a:lnTo>
                    <a:cubicBezTo>
                      <a:pt x="100184" y="169729"/>
                      <a:pt x="94545" y="175152"/>
                      <a:pt x="86728" y="179057"/>
                    </a:cubicBezTo>
                    <a:cubicBezTo>
                      <a:pt x="78911" y="182963"/>
                      <a:pt x="70231" y="184918"/>
                      <a:pt x="60680" y="184918"/>
                    </a:cubicBezTo>
                    <a:cubicBezTo>
                      <a:pt x="43662" y="184918"/>
                      <a:pt x="29299" y="178841"/>
                      <a:pt x="17577" y="166688"/>
                    </a:cubicBezTo>
                    <a:cubicBezTo>
                      <a:pt x="5861" y="154534"/>
                      <a:pt x="0" y="139509"/>
                      <a:pt x="0" y="121621"/>
                    </a:cubicBezTo>
                    <a:cubicBezTo>
                      <a:pt x="0" y="103918"/>
                      <a:pt x="5899" y="88900"/>
                      <a:pt x="17704" y="76568"/>
                    </a:cubicBezTo>
                    <a:close/>
                    <a:moveTo>
                      <a:pt x="22917" y="121621"/>
                    </a:moveTo>
                    <a:cubicBezTo>
                      <a:pt x="22917" y="134131"/>
                      <a:pt x="26740" y="144463"/>
                      <a:pt x="34379" y="152622"/>
                    </a:cubicBezTo>
                    <a:cubicBezTo>
                      <a:pt x="41840" y="160788"/>
                      <a:pt x="51651" y="164865"/>
                      <a:pt x="63805" y="164865"/>
                    </a:cubicBezTo>
                    <a:cubicBezTo>
                      <a:pt x="75959" y="164865"/>
                      <a:pt x="85776" y="160788"/>
                      <a:pt x="93244" y="152622"/>
                    </a:cubicBezTo>
                    <a:cubicBezTo>
                      <a:pt x="100705" y="144463"/>
                      <a:pt x="104445" y="134131"/>
                      <a:pt x="104445" y="121621"/>
                    </a:cubicBezTo>
                    <a:cubicBezTo>
                      <a:pt x="104445" y="109302"/>
                      <a:pt x="100660" y="99060"/>
                      <a:pt x="93110" y="90894"/>
                    </a:cubicBezTo>
                    <a:cubicBezTo>
                      <a:pt x="85560" y="82740"/>
                      <a:pt x="75793" y="78657"/>
                      <a:pt x="63805" y="78657"/>
                    </a:cubicBezTo>
                    <a:cubicBezTo>
                      <a:pt x="51651" y="78657"/>
                      <a:pt x="41802" y="82740"/>
                      <a:pt x="34252" y="90894"/>
                    </a:cubicBezTo>
                    <a:cubicBezTo>
                      <a:pt x="26689" y="99060"/>
                      <a:pt x="22917" y="109302"/>
                      <a:pt x="22917" y="121621"/>
                    </a:cubicBezTo>
                    <a:close/>
                  </a:path>
                </a:pathLst>
              </a:custGeom>
              <a:solidFill>
                <a:srgbClr val="151F6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BE"/>
              </a:p>
            </p:txBody>
          </p:sp>
        </p:grp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33DC7E3-C5D4-2437-5ECA-8C68AB7C8E93}"/>
                </a:ext>
              </a:extLst>
            </p:cNvPr>
            <p:cNvSpPr/>
            <p:nvPr/>
          </p:nvSpPr>
          <p:spPr>
            <a:xfrm>
              <a:off x="3925879" y="2760731"/>
              <a:ext cx="156936" cy="156936"/>
            </a:xfrm>
            <a:custGeom>
              <a:avLst/>
              <a:gdLst>
                <a:gd name="connsiteX0" fmla="*/ 156936 w 156936"/>
                <a:gd name="connsiteY0" fmla="*/ 78468 h 156936"/>
                <a:gd name="connsiteX1" fmla="*/ 78468 w 156936"/>
                <a:gd name="connsiteY1" fmla="*/ 156937 h 156936"/>
                <a:gd name="connsiteX2" fmla="*/ 0 w 156936"/>
                <a:gd name="connsiteY2" fmla="*/ 78468 h 156936"/>
                <a:gd name="connsiteX3" fmla="*/ 78468 w 156936"/>
                <a:gd name="connsiteY3" fmla="*/ 0 h 156936"/>
                <a:gd name="connsiteX4" fmla="*/ 156936 w 156936"/>
                <a:gd name="connsiteY4" fmla="*/ 78468 h 15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936" h="156936">
                  <a:moveTo>
                    <a:pt x="156936" y="78468"/>
                  </a:moveTo>
                  <a:cubicBezTo>
                    <a:pt x="156936" y="121805"/>
                    <a:pt x="121805" y="156937"/>
                    <a:pt x="78468" y="156937"/>
                  </a:cubicBezTo>
                  <a:cubicBezTo>
                    <a:pt x="35131" y="156937"/>
                    <a:pt x="0" y="121805"/>
                    <a:pt x="0" y="78468"/>
                  </a:cubicBezTo>
                  <a:cubicBezTo>
                    <a:pt x="0" y="35131"/>
                    <a:pt x="35132" y="0"/>
                    <a:pt x="78468" y="0"/>
                  </a:cubicBezTo>
                  <a:cubicBezTo>
                    <a:pt x="121805" y="0"/>
                    <a:pt x="156936" y="35131"/>
                    <a:pt x="156936" y="78468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8B8058F-B615-EAFC-E44B-AC1819EF5471}"/>
                </a:ext>
              </a:extLst>
            </p:cNvPr>
            <p:cNvSpPr/>
            <p:nvPr/>
          </p:nvSpPr>
          <p:spPr>
            <a:xfrm>
              <a:off x="2962274" y="2962777"/>
              <a:ext cx="462337" cy="455060"/>
            </a:xfrm>
            <a:custGeom>
              <a:avLst/>
              <a:gdLst>
                <a:gd name="connsiteX0" fmla="*/ 445948 w 462337"/>
                <a:gd name="connsiteY0" fmla="*/ 10922 h 455060"/>
                <a:gd name="connsiteX1" fmla="*/ 365874 w 462337"/>
                <a:gd name="connsiteY1" fmla="*/ 10922 h 455060"/>
                <a:gd name="connsiteX2" fmla="*/ 349485 w 462337"/>
                <a:gd name="connsiteY2" fmla="*/ 27305 h 455060"/>
                <a:gd name="connsiteX3" fmla="*/ 349485 w 462337"/>
                <a:gd name="connsiteY3" fmla="*/ 35490 h 455060"/>
                <a:gd name="connsiteX4" fmla="*/ 227527 w 462337"/>
                <a:gd name="connsiteY4" fmla="*/ 0 h 455060"/>
                <a:gd name="connsiteX5" fmla="*/ 0 w 462337"/>
                <a:gd name="connsiteY5" fmla="*/ 227527 h 455060"/>
                <a:gd name="connsiteX6" fmla="*/ 227527 w 462337"/>
                <a:gd name="connsiteY6" fmla="*/ 455060 h 455060"/>
                <a:gd name="connsiteX7" fmla="*/ 349485 w 462337"/>
                <a:gd name="connsiteY7" fmla="*/ 419570 h 455060"/>
                <a:gd name="connsiteX8" fmla="*/ 349485 w 462337"/>
                <a:gd name="connsiteY8" fmla="*/ 427755 h 455060"/>
                <a:gd name="connsiteX9" fmla="*/ 365874 w 462337"/>
                <a:gd name="connsiteY9" fmla="*/ 444138 h 455060"/>
                <a:gd name="connsiteX10" fmla="*/ 445948 w 462337"/>
                <a:gd name="connsiteY10" fmla="*/ 444138 h 455060"/>
                <a:gd name="connsiteX11" fmla="*/ 462337 w 462337"/>
                <a:gd name="connsiteY11" fmla="*/ 427755 h 455060"/>
                <a:gd name="connsiteX12" fmla="*/ 462337 w 462337"/>
                <a:gd name="connsiteY12" fmla="*/ 27305 h 455060"/>
                <a:gd name="connsiteX13" fmla="*/ 445948 w 462337"/>
                <a:gd name="connsiteY13" fmla="*/ 10922 h 455060"/>
                <a:gd name="connsiteX14" fmla="*/ 227527 w 462337"/>
                <a:gd name="connsiteY14" fmla="*/ 352431 h 455060"/>
                <a:gd name="connsiteX15" fmla="*/ 102622 w 462337"/>
                <a:gd name="connsiteY15" fmla="*/ 227527 h 455060"/>
                <a:gd name="connsiteX16" fmla="*/ 227527 w 462337"/>
                <a:gd name="connsiteY16" fmla="*/ 102629 h 455060"/>
                <a:gd name="connsiteX17" fmla="*/ 349485 w 462337"/>
                <a:gd name="connsiteY17" fmla="*/ 200781 h 455060"/>
                <a:gd name="connsiteX18" fmla="*/ 352425 w 462337"/>
                <a:gd name="connsiteY18" fmla="*/ 227527 h 455060"/>
                <a:gd name="connsiteX19" fmla="*/ 349485 w 462337"/>
                <a:gd name="connsiteY19" fmla="*/ 254279 h 455060"/>
                <a:gd name="connsiteX20" fmla="*/ 227527 w 462337"/>
                <a:gd name="connsiteY20" fmla="*/ 352431 h 45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2337" h="455060">
                  <a:moveTo>
                    <a:pt x="445948" y="10922"/>
                  </a:moveTo>
                  <a:lnTo>
                    <a:pt x="365874" y="10922"/>
                  </a:lnTo>
                  <a:cubicBezTo>
                    <a:pt x="354946" y="10922"/>
                    <a:pt x="349485" y="16383"/>
                    <a:pt x="349485" y="27305"/>
                  </a:cubicBezTo>
                  <a:lnTo>
                    <a:pt x="349485" y="35490"/>
                  </a:lnTo>
                  <a:cubicBezTo>
                    <a:pt x="314223" y="13056"/>
                    <a:pt x="272415" y="0"/>
                    <a:pt x="227527" y="0"/>
                  </a:cubicBezTo>
                  <a:cubicBezTo>
                    <a:pt x="101867" y="0"/>
                    <a:pt x="0" y="101867"/>
                    <a:pt x="0" y="227527"/>
                  </a:cubicBezTo>
                  <a:cubicBezTo>
                    <a:pt x="0" y="353187"/>
                    <a:pt x="101867" y="455060"/>
                    <a:pt x="227527" y="455060"/>
                  </a:cubicBezTo>
                  <a:cubicBezTo>
                    <a:pt x="272415" y="455060"/>
                    <a:pt x="314223" y="442004"/>
                    <a:pt x="349485" y="419570"/>
                  </a:cubicBezTo>
                  <a:lnTo>
                    <a:pt x="349485" y="427755"/>
                  </a:lnTo>
                  <a:cubicBezTo>
                    <a:pt x="349485" y="438677"/>
                    <a:pt x="354946" y="444138"/>
                    <a:pt x="365874" y="444138"/>
                  </a:cubicBezTo>
                  <a:lnTo>
                    <a:pt x="445948" y="444138"/>
                  </a:lnTo>
                  <a:cubicBezTo>
                    <a:pt x="456876" y="444138"/>
                    <a:pt x="462337" y="438677"/>
                    <a:pt x="462337" y="427755"/>
                  </a:cubicBezTo>
                  <a:lnTo>
                    <a:pt x="462337" y="27305"/>
                  </a:lnTo>
                  <a:cubicBezTo>
                    <a:pt x="462337" y="16383"/>
                    <a:pt x="456876" y="10922"/>
                    <a:pt x="445948" y="10922"/>
                  </a:cubicBezTo>
                  <a:close/>
                  <a:moveTo>
                    <a:pt x="227527" y="352431"/>
                  </a:moveTo>
                  <a:cubicBezTo>
                    <a:pt x="158547" y="352431"/>
                    <a:pt x="102622" y="296513"/>
                    <a:pt x="102622" y="227527"/>
                  </a:cubicBezTo>
                  <a:cubicBezTo>
                    <a:pt x="102622" y="158547"/>
                    <a:pt x="158547" y="102629"/>
                    <a:pt x="227527" y="102629"/>
                  </a:cubicBezTo>
                  <a:cubicBezTo>
                    <a:pt x="287319" y="102629"/>
                    <a:pt x="337229" y="144666"/>
                    <a:pt x="349485" y="200781"/>
                  </a:cubicBezTo>
                  <a:cubicBezTo>
                    <a:pt x="351365" y="209404"/>
                    <a:pt x="352425" y="218338"/>
                    <a:pt x="352425" y="227527"/>
                  </a:cubicBezTo>
                  <a:cubicBezTo>
                    <a:pt x="352425" y="236722"/>
                    <a:pt x="351365" y="245650"/>
                    <a:pt x="349485" y="254279"/>
                  </a:cubicBezTo>
                  <a:cubicBezTo>
                    <a:pt x="337229" y="310394"/>
                    <a:pt x="287319" y="352431"/>
                    <a:pt x="227527" y="35243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3C84E47-6A3A-3E10-4823-1B6E87146FD5}"/>
                </a:ext>
              </a:extLst>
            </p:cNvPr>
            <p:cNvSpPr/>
            <p:nvPr/>
          </p:nvSpPr>
          <p:spPr>
            <a:xfrm>
              <a:off x="1582393" y="2970790"/>
              <a:ext cx="505675" cy="505123"/>
            </a:xfrm>
            <a:custGeom>
              <a:avLst/>
              <a:gdLst>
                <a:gd name="connsiteX0" fmla="*/ 418592 w 505675"/>
                <a:gd name="connsiteY0" fmla="*/ 0 h 505123"/>
                <a:gd name="connsiteX1" fmla="*/ 419106 w 505675"/>
                <a:gd name="connsiteY1" fmla="*/ 94767 h 505123"/>
                <a:gd name="connsiteX2" fmla="*/ 324294 w 505675"/>
                <a:gd name="connsiteY2" fmla="*/ 94247 h 505123"/>
                <a:gd name="connsiteX3" fmla="*/ 324257 w 505675"/>
                <a:gd name="connsiteY3" fmla="*/ 94266 h 505123"/>
                <a:gd name="connsiteX4" fmla="*/ 324809 w 505675"/>
                <a:gd name="connsiteY4" fmla="*/ 94761 h 505123"/>
                <a:gd name="connsiteX5" fmla="*/ 324809 w 505675"/>
                <a:gd name="connsiteY5" fmla="*/ 324257 h 505123"/>
                <a:gd name="connsiteX6" fmla="*/ 95313 w 505675"/>
                <a:gd name="connsiteY6" fmla="*/ 324257 h 505123"/>
                <a:gd name="connsiteX7" fmla="*/ 94812 w 505675"/>
                <a:gd name="connsiteY7" fmla="*/ 323704 h 505123"/>
                <a:gd name="connsiteX8" fmla="*/ 94780 w 505675"/>
                <a:gd name="connsiteY8" fmla="*/ 323736 h 505123"/>
                <a:gd name="connsiteX9" fmla="*/ 0 w 505675"/>
                <a:gd name="connsiteY9" fmla="*/ 323221 h 505123"/>
                <a:gd name="connsiteX10" fmla="*/ 521 w 505675"/>
                <a:gd name="connsiteY10" fmla="*/ 418002 h 505123"/>
                <a:gd name="connsiteX11" fmla="*/ 521 w 505675"/>
                <a:gd name="connsiteY11" fmla="*/ 418027 h 505123"/>
                <a:gd name="connsiteX12" fmla="*/ 527 w 505675"/>
                <a:gd name="connsiteY12" fmla="*/ 418014 h 505123"/>
                <a:gd name="connsiteX13" fmla="*/ 1035 w 505675"/>
                <a:gd name="connsiteY13" fmla="*/ 418541 h 505123"/>
                <a:gd name="connsiteX14" fmla="*/ 419094 w 505675"/>
                <a:gd name="connsiteY14" fmla="*/ 418541 h 505123"/>
                <a:gd name="connsiteX15" fmla="*/ 419094 w 505675"/>
                <a:gd name="connsiteY15" fmla="*/ 476 h 505123"/>
                <a:gd name="connsiteX16" fmla="*/ 418592 w 505675"/>
                <a:gd name="connsiteY16" fmla="*/ 0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5675" h="505123">
                  <a:moveTo>
                    <a:pt x="418592" y="0"/>
                  </a:moveTo>
                  <a:lnTo>
                    <a:pt x="419106" y="94767"/>
                  </a:lnTo>
                  <a:lnTo>
                    <a:pt x="324294" y="94247"/>
                  </a:lnTo>
                  <a:lnTo>
                    <a:pt x="324257" y="94266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61436" y="387630"/>
                    <a:pt x="158693" y="387630"/>
                    <a:pt x="95313" y="324257"/>
                  </a:cubicBezTo>
                  <a:cubicBezTo>
                    <a:pt x="95136" y="324079"/>
                    <a:pt x="94990" y="323882"/>
                    <a:pt x="94812" y="323704"/>
                  </a:cubicBezTo>
                  <a:lnTo>
                    <a:pt x="94780" y="323736"/>
                  </a:lnTo>
                  <a:lnTo>
                    <a:pt x="0" y="323221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57" y="418370"/>
                    <a:pt x="1035" y="418541"/>
                  </a:cubicBezTo>
                  <a:cubicBezTo>
                    <a:pt x="116478" y="533984"/>
                    <a:pt x="303651" y="533984"/>
                    <a:pt x="419094" y="418541"/>
                  </a:cubicBezTo>
                  <a:cubicBezTo>
                    <a:pt x="534537" y="303092"/>
                    <a:pt x="534537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4EFA938-4DD8-815A-3507-8A38D2BC3401}"/>
                </a:ext>
              </a:extLst>
            </p:cNvPr>
            <p:cNvSpPr/>
            <p:nvPr/>
          </p:nvSpPr>
          <p:spPr>
            <a:xfrm>
              <a:off x="1582393" y="2970790"/>
              <a:ext cx="505680" cy="505123"/>
            </a:xfrm>
            <a:custGeom>
              <a:avLst/>
              <a:gdLst>
                <a:gd name="connsiteX0" fmla="*/ 324257 w 505680"/>
                <a:gd name="connsiteY0" fmla="*/ 94259 h 505123"/>
                <a:gd name="connsiteX1" fmla="*/ 324257 w 505680"/>
                <a:gd name="connsiteY1" fmla="*/ 94259 h 505123"/>
                <a:gd name="connsiteX2" fmla="*/ 324809 w 505680"/>
                <a:gd name="connsiteY2" fmla="*/ 94761 h 505123"/>
                <a:gd name="connsiteX3" fmla="*/ 324809 w 505680"/>
                <a:gd name="connsiteY3" fmla="*/ 324257 h 505123"/>
                <a:gd name="connsiteX4" fmla="*/ 210064 w 505680"/>
                <a:gd name="connsiteY4" fmla="*/ 371786 h 505123"/>
                <a:gd name="connsiteX5" fmla="*/ 95313 w 505680"/>
                <a:gd name="connsiteY5" fmla="*/ 324257 h 505123"/>
                <a:gd name="connsiteX6" fmla="*/ 94818 w 505680"/>
                <a:gd name="connsiteY6" fmla="*/ 323704 h 505123"/>
                <a:gd name="connsiteX7" fmla="*/ 94780 w 505680"/>
                <a:gd name="connsiteY7" fmla="*/ 323736 h 505123"/>
                <a:gd name="connsiteX8" fmla="*/ 94780 w 505680"/>
                <a:gd name="connsiteY8" fmla="*/ 323736 h 505123"/>
                <a:gd name="connsiteX9" fmla="*/ 94742 w 505680"/>
                <a:gd name="connsiteY9" fmla="*/ 323749 h 505123"/>
                <a:gd name="connsiteX10" fmla="*/ 0 w 505680"/>
                <a:gd name="connsiteY10" fmla="*/ 323234 h 505123"/>
                <a:gd name="connsiteX11" fmla="*/ 521 w 505680"/>
                <a:gd name="connsiteY11" fmla="*/ 418002 h 505123"/>
                <a:gd name="connsiteX12" fmla="*/ 521 w 505680"/>
                <a:gd name="connsiteY12" fmla="*/ 418027 h 505123"/>
                <a:gd name="connsiteX13" fmla="*/ 527 w 505680"/>
                <a:gd name="connsiteY13" fmla="*/ 418014 h 505123"/>
                <a:gd name="connsiteX14" fmla="*/ 1035 w 505680"/>
                <a:gd name="connsiteY14" fmla="*/ 418541 h 505123"/>
                <a:gd name="connsiteX15" fmla="*/ 210064 w 505680"/>
                <a:gd name="connsiteY15" fmla="*/ 505124 h 505123"/>
                <a:gd name="connsiteX16" fmla="*/ 419094 w 505680"/>
                <a:gd name="connsiteY16" fmla="*/ 418541 h 505123"/>
                <a:gd name="connsiteX17" fmla="*/ 419094 w 505680"/>
                <a:gd name="connsiteY17" fmla="*/ 476 h 505123"/>
                <a:gd name="connsiteX18" fmla="*/ 418592 w 505680"/>
                <a:gd name="connsiteY18" fmla="*/ 0 h 505123"/>
                <a:gd name="connsiteX19" fmla="*/ 419106 w 505680"/>
                <a:gd name="connsiteY19" fmla="*/ 94767 h 505123"/>
                <a:gd name="connsiteX20" fmla="*/ 419037 w 505680"/>
                <a:gd name="connsiteY20" fmla="*/ 94761 h 505123"/>
                <a:gd name="connsiteX21" fmla="*/ 419037 w 505680"/>
                <a:gd name="connsiteY21" fmla="*/ 94780 h 505123"/>
                <a:gd name="connsiteX22" fmla="*/ 324257 w 505680"/>
                <a:gd name="connsiteY22" fmla="*/ 94259 h 50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5680" h="505123">
                  <a:moveTo>
                    <a:pt x="324257" y="94259"/>
                  </a:moveTo>
                  <a:lnTo>
                    <a:pt x="324257" y="94259"/>
                  </a:lnTo>
                  <a:cubicBezTo>
                    <a:pt x="324434" y="94437"/>
                    <a:pt x="324631" y="94583"/>
                    <a:pt x="324809" y="94761"/>
                  </a:cubicBezTo>
                  <a:cubicBezTo>
                    <a:pt x="388182" y="158134"/>
                    <a:pt x="388182" y="260883"/>
                    <a:pt x="324809" y="324257"/>
                  </a:cubicBezTo>
                  <a:cubicBezTo>
                    <a:pt x="293129" y="355943"/>
                    <a:pt x="251593" y="371786"/>
                    <a:pt x="210064" y="371786"/>
                  </a:cubicBezTo>
                  <a:cubicBezTo>
                    <a:pt x="168529" y="371786"/>
                    <a:pt x="127006" y="355943"/>
                    <a:pt x="95313" y="324257"/>
                  </a:cubicBezTo>
                  <a:cubicBezTo>
                    <a:pt x="95142" y="324079"/>
                    <a:pt x="94990" y="323882"/>
                    <a:pt x="94818" y="323704"/>
                  </a:cubicBezTo>
                  <a:lnTo>
                    <a:pt x="94780" y="323736"/>
                  </a:lnTo>
                  <a:lnTo>
                    <a:pt x="94780" y="323736"/>
                  </a:lnTo>
                  <a:lnTo>
                    <a:pt x="94742" y="323749"/>
                  </a:lnTo>
                  <a:lnTo>
                    <a:pt x="0" y="323234"/>
                  </a:lnTo>
                  <a:lnTo>
                    <a:pt x="521" y="418002"/>
                  </a:lnTo>
                  <a:lnTo>
                    <a:pt x="521" y="418027"/>
                  </a:lnTo>
                  <a:lnTo>
                    <a:pt x="527" y="418014"/>
                  </a:lnTo>
                  <a:cubicBezTo>
                    <a:pt x="699" y="418186"/>
                    <a:pt x="864" y="418370"/>
                    <a:pt x="1035" y="418541"/>
                  </a:cubicBezTo>
                  <a:cubicBezTo>
                    <a:pt x="58757" y="476263"/>
                    <a:pt x="134411" y="505124"/>
                    <a:pt x="210064" y="505124"/>
                  </a:cubicBezTo>
                  <a:cubicBezTo>
                    <a:pt x="285718" y="505124"/>
                    <a:pt x="361372" y="476263"/>
                    <a:pt x="419094" y="418541"/>
                  </a:cubicBezTo>
                  <a:cubicBezTo>
                    <a:pt x="534543" y="303092"/>
                    <a:pt x="534543" y="115919"/>
                    <a:pt x="419094" y="476"/>
                  </a:cubicBezTo>
                  <a:cubicBezTo>
                    <a:pt x="418929" y="311"/>
                    <a:pt x="418757" y="165"/>
                    <a:pt x="418592" y="0"/>
                  </a:cubicBezTo>
                  <a:lnTo>
                    <a:pt x="419106" y="94767"/>
                  </a:lnTo>
                  <a:lnTo>
                    <a:pt x="419037" y="94761"/>
                  </a:lnTo>
                  <a:lnTo>
                    <a:pt x="419037" y="94780"/>
                  </a:lnTo>
                  <a:lnTo>
                    <a:pt x="324257" y="94259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89FF968-9358-256C-DC26-A124DF4A5274}"/>
                </a:ext>
              </a:extLst>
            </p:cNvPr>
            <p:cNvSpPr/>
            <p:nvPr/>
          </p:nvSpPr>
          <p:spPr>
            <a:xfrm>
              <a:off x="1906650" y="3065037"/>
              <a:ext cx="94780" cy="533"/>
            </a:xfrm>
            <a:custGeom>
              <a:avLst/>
              <a:gdLst>
                <a:gd name="connsiteX0" fmla="*/ 0 w 94780"/>
                <a:gd name="connsiteY0" fmla="*/ 13 h 533"/>
                <a:gd name="connsiteX1" fmla="*/ 0 w 94780"/>
                <a:gd name="connsiteY1" fmla="*/ 13 h 533"/>
                <a:gd name="connsiteX2" fmla="*/ 0 w 94780"/>
                <a:gd name="connsiteY2" fmla="*/ 13 h 533"/>
                <a:gd name="connsiteX3" fmla="*/ 94780 w 94780"/>
                <a:gd name="connsiteY3" fmla="*/ 533 h 533"/>
                <a:gd name="connsiteX4" fmla="*/ 94780 w 94780"/>
                <a:gd name="connsiteY4" fmla="*/ 514 h 533"/>
                <a:gd name="connsiteX5" fmla="*/ 38 w 94780"/>
                <a:gd name="connsiteY5" fmla="*/ 0 h 533"/>
                <a:gd name="connsiteX6" fmla="*/ 0 w 94780"/>
                <a:gd name="connsiteY6" fmla="*/ 13 h 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80" h="533">
                  <a:moveTo>
                    <a:pt x="0" y="13"/>
                  </a:moveTo>
                  <a:lnTo>
                    <a:pt x="0" y="13"/>
                  </a:lnTo>
                  <a:lnTo>
                    <a:pt x="0" y="13"/>
                  </a:lnTo>
                  <a:lnTo>
                    <a:pt x="94780" y="533"/>
                  </a:lnTo>
                  <a:lnTo>
                    <a:pt x="94780" y="514"/>
                  </a:lnTo>
                  <a:lnTo>
                    <a:pt x="38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E90CE70-21E8-62C3-8930-1C1553F9B840}"/>
                </a:ext>
              </a:extLst>
            </p:cNvPr>
            <p:cNvSpPr/>
            <p:nvPr/>
          </p:nvSpPr>
          <p:spPr>
            <a:xfrm rot="-5381242">
              <a:off x="1629762" y="3246900"/>
              <a:ext cx="28" cy="94759"/>
            </a:xfrm>
            <a:custGeom>
              <a:avLst/>
              <a:gdLst>
                <a:gd name="connsiteX0" fmla="*/ 0 w 28"/>
                <a:gd name="connsiteY0" fmla="*/ 0 h 94759"/>
                <a:gd name="connsiteX1" fmla="*/ 29 w 28"/>
                <a:gd name="connsiteY1" fmla="*/ 0 h 94759"/>
                <a:gd name="connsiteX2" fmla="*/ 29 w 28"/>
                <a:gd name="connsiteY2" fmla="*/ 94759 h 94759"/>
                <a:gd name="connsiteX3" fmla="*/ 0 w 28"/>
                <a:gd name="connsiteY3" fmla="*/ 94759 h 9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" h="94759">
                  <a:moveTo>
                    <a:pt x="0" y="0"/>
                  </a:moveTo>
                  <a:lnTo>
                    <a:pt x="29" y="0"/>
                  </a:lnTo>
                  <a:lnTo>
                    <a:pt x="29" y="94759"/>
                  </a:lnTo>
                  <a:lnTo>
                    <a:pt x="0" y="94759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CA9FF3E-9067-4FB9-0950-55E09790E694}"/>
                </a:ext>
              </a:extLst>
            </p:cNvPr>
            <p:cNvSpPr/>
            <p:nvPr/>
          </p:nvSpPr>
          <p:spPr>
            <a:xfrm>
              <a:off x="1495832" y="2697093"/>
              <a:ext cx="474869" cy="655796"/>
            </a:xfrm>
            <a:custGeom>
              <a:avLst/>
              <a:gdLst>
                <a:gd name="connsiteX0" fmla="*/ 474527 w 474869"/>
                <a:gd name="connsiteY0" fmla="*/ 273863 h 655796"/>
                <a:gd name="connsiteX1" fmla="*/ 474381 w 474869"/>
                <a:gd name="connsiteY1" fmla="*/ 246869 h 655796"/>
                <a:gd name="connsiteX2" fmla="*/ 147115 w 474869"/>
                <a:gd name="connsiteY2" fmla="*/ 226536 h 655796"/>
                <a:gd name="connsiteX3" fmla="*/ 147115 w 474869"/>
                <a:gd name="connsiteY3" fmla="*/ 21285 h 655796"/>
                <a:gd name="connsiteX4" fmla="*/ 125823 w 474869"/>
                <a:gd name="connsiteY4" fmla="*/ 0 h 655796"/>
                <a:gd name="connsiteX5" fmla="*/ 21785 w 474869"/>
                <a:gd name="connsiteY5" fmla="*/ 0 h 655796"/>
                <a:gd name="connsiteX6" fmla="*/ 487 w 474869"/>
                <a:gd name="connsiteY6" fmla="*/ 21285 h 655796"/>
                <a:gd name="connsiteX7" fmla="*/ 487 w 474869"/>
                <a:gd name="connsiteY7" fmla="*/ 465138 h 655796"/>
                <a:gd name="connsiteX8" fmla="*/ 56259 w 474869"/>
                <a:gd name="connsiteY8" fmla="*/ 655796 h 655796"/>
                <a:gd name="connsiteX9" fmla="*/ 55941 w 474869"/>
                <a:gd name="connsiteY9" fmla="*/ 597084 h 655796"/>
                <a:gd name="connsiteX10" fmla="*/ 55770 w 474869"/>
                <a:gd name="connsiteY10" fmla="*/ 566122 h 655796"/>
                <a:gd name="connsiteX11" fmla="*/ 86733 w 474869"/>
                <a:gd name="connsiteY11" fmla="*/ 566293 h 655796"/>
                <a:gd name="connsiteX12" fmla="*/ 157154 w 474869"/>
                <a:gd name="connsiteY12" fmla="*/ 566674 h 655796"/>
                <a:gd name="connsiteX13" fmla="*/ 180789 w 474869"/>
                <a:gd name="connsiteY13" fmla="*/ 367436 h 655796"/>
                <a:gd name="connsiteX14" fmla="*/ 367815 w 474869"/>
                <a:gd name="connsiteY14" fmla="*/ 337083 h 655796"/>
                <a:gd name="connsiteX15" fmla="*/ 474870 w 474869"/>
                <a:gd name="connsiteY15" fmla="*/ 337083 h 655796"/>
                <a:gd name="connsiteX16" fmla="*/ 474527 w 474869"/>
                <a:gd name="connsiteY16" fmla="*/ 273863 h 65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4869" h="655796">
                  <a:moveTo>
                    <a:pt x="474527" y="273863"/>
                  </a:moveTo>
                  <a:lnTo>
                    <a:pt x="474381" y="246869"/>
                  </a:lnTo>
                  <a:cubicBezTo>
                    <a:pt x="378801" y="174047"/>
                    <a:pt x="249058" y="167284"/>
                    <a:pt x="147115" y="226536"/>
                  </a:cubicBezTo>
                  <a:lnTo>
                    <a:pt x="147115" y="21285"/>
                  </a:lnTo>
                  <a:cubicBezTo>
                    <a:pt x="147115" y="7099"/>
                    <a:pt x="140022" y="0"/>
                    <a:pt x="125823" y="0"/>
                  </a:cubicBezTo>
                  <a:lnTo>
                    <a:pt x="21785" y="0"/>
                  </a:lnTo>
                  <a:cubicBezTo>
                    <a:pt x="7586" y="0"/>
                    <a:pt x="487" y="7099"/>
                    <a:pt x="487" y="21285"/>
                  </a:cubicBezTo>
                  <a:lnTo>
                    <a:pt x="487" y="465138"/>
                  </a:lnTo>
                  <a:cubicBezTo>
                    <a:pt x="-3323" y="531743"/>
                    <a:pt x="15225" y="599383"/>
                    <a:pt x="56259" y="655796"/>
                  </a:cubicBezTo>
                  <a:lnTo>
                    <a:pt x="55941" y="597084"/>
                  </a:lnTo>
                  <a:lnTo>
                    <a:pt x="55770" y="566122"/>
                  </a:lnTo>
                  <a:lnTo>
                    <a:pt x="86733" y="566293"/>
                  </a:lnTo>
                  <a:lnTo>
                    <a:pt x="157154" y="566674"/>
                  </a:lnTo>
                  <a:cubicBezTo>
                    <a:pt x="118946" y="504184"/>
                    <a:pt x="126712" y="421513"/>
                    <a:pt x="180789" y="367436"/>
                  </a:cubicBezTo>
                  <a:cubicBezTo>
                    <a:pt x="231411" y="316814"/>
                    <a:pt x="307084" y="306813"/>
                    <a:pt x="367815" y="337083"/>
                  </a:cubicBezTo>
                  <a:lnTo>
                    <a:pt x="474870" y="337083"/>
                  </a:lnTo>
                  <a:lnTo>
                    <a:pt x="474527" y="273863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7BD03E-CDDF-4BE9-BD9C-FE808CA7F8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5529" y="2727269"/>
            <a:ext cx="6081820" cy="701731"/>
          </a:xfrm>
        </p:spPr>
        <p:txBody>
          <a:bodyPr wrap="square" anchor="b">
            <a:spAutoFit/>
          </a:bodyPr>
          <a:lstStyle>
            <a:lvl1pPr algn="ctr">
              <a:defRPr sz="4400"/>
            </a:lvl1pPr>
          </a:lstStyle>
          <a:p>
            <a:r>
              <a:rPr lang="en-GB"/>
              <a:t>Title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11507-415B-3F90-030A-27E482487F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85529" y="3647183"/>
            <a:ext cx="6081820" cy="424732"/>
          </a:xfrm>
        </p:spPr>
        <p:txBody>
          <a:bodyPr wrap="square">
            <a:spAutoFit/>
          </a:bodyPr>
          <a:lstStyle>
            <a:lvl1pPr marL="0" indent="0" algn="ctr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  <a:endParaRPr lang="en-BE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4A432EF-C4D8-E7C2-83FF-23039A5BAA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5527" y="4195196"/>
            <a:ext cx="6081820" cy="369332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Presenter name</a:t>
            </a:r>
            <a:endParaRPr lang="en-BE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BB78317-75B5-DC50-04CE-A4D121D66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97484" y="6400413"/>
            <a:ext cx="4197033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GB"/>
              <a:t>© Bmatix 2026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053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8E7BD-460F-73B6-882C-F24467C1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330171"/>
            <a:ext cx="11232204" cy="701731"/>
          </a:xfrm>
          <a:prstGeom prst="rect">
            <a:avLst/>
          </a:prstGeom>
        </p:spPr>
        <p:txBody>
          <a:bodyPr vert="horz" wrap="square" lIns="0" tIns="45720" rIns="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444AA-017A-98CA-948B-36DD54CA7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898" y="1825625"/>
            <a:ext cx="11232204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C8938-C1C1-61DC-01E5-2339FAC72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898" y="6400413"/>
            <a:ext cx="4197033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DFF44-8912-5FA9-92B5-FFC1622FE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67348" y="6400413"/>
            <a:ext cx="324652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ctr">
              <a:defRPr sz="1200" b="1">
                <a:solidFill>
                  <a:schemeClr val="accent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 b="1"/>
          </a:p>
        </p:txBody>
      </p:sp>
      <p:grpSp>
        <p:nvGrpSpPr>
          <p:cNvPr id="4" name="Graphic 3">
            <a:extLst>
              <a:ext uri="{FF2B5EF4-FFF2-40B4-BE49-F238E27FC236}">
                <a16:creationId xmlns:a16="http://schemas.microsoft.com/office/drawing/2014/main" id="{4EF052E9-B77F-12E8-8096-05A056C76972}"/>
              </a:ext>
            </a:extLst>
          </p:cNvPr>
          <p:cNvGrpSpPr/>
          <p:nvPr userDrawn="1"/>
        </p:nvGrpSpPr>
        <p:grpSpPr>
          <a:xfrm rot="5400000">
            <a:off x="11474415" y="3362826"/>
            <a:ext cx="1116761" cy="132350"/>
            <a:chOff x="6038068" y="3758203"/>
            <a:chExt cx="2149750" cy="2547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CF1C254-253F-351C-044E-07C637A7DBEF}"/>
                </a:ext>
              </a:extLst>
            </p:cNvPr>
            <p:cNvSpPr/>
            <p:nvPr/>
          </p:nvSpPr>
          <p:spPr>
            <a:xfrm>
              <a:off x="6038068" y="3762096"/>
              <a:ext cx="231797" cy="247339"/>
            </a:xfrm>
            <a:custGeom>
              <a:avLst/>
              <a:gdLst>
                <a:gd name="connsiteX0" fmla="*/ 1051 w 231797"/>
                <a:gd name="connsiteY0" fmla="*/ 239220 h 247339"/>
                <a:gd name="connsiteX1" fmla="*/ 98936 w 231797"/>
                <a:gd name="connsiteY1" fmla="*/ 5299 h 247339"/>
                <a:gd name="connsiteX2" fmla="*/ 107066 w 231797"/>
                <a:gd name="connsiteY2" fmla="*/ 0 h 247339"/>
                <a:gd name="connsiteX3" fmla="*/ 125086 w 231797"/>
                <a:gd name="connsiteY3" fmla="*/ 0 h 247339"/>
                <a:gd name="connsiteX4" fmla="*/ 133205 w 231797"/>
                <a:gd name="connsiteY4" fmla="*/ 5299 h 247339"/>
                <a:gd name="connsiteX5" fmla="*/ 231090 w 231797"/>
                <a:gd name="connsiteY5" fmla="*/ 239220 h 247339"/>
                <a:gd name="connsiteX6" fmla="*/ 231798 w 231797"/>
                <a:gd name="connsiteY6" fmla="*/ 242749 h 247339"/>
                <a:gd name="connsiteX7" fmla="*/ 230913 w 231797"/>
                <a:gd name="connsiteY7" fmla="*/ 245757 h 247339"/>
                <a:gd name="connsiteX8" fmla="*/ 226145 w 231797"/>
                <a:gd name="connsiteY8" fmla="*/ 247339 h 247339"/>
                <a:gd name="connsiteX9" fmla="*/ 207064 w 231797"/>
                <a:gd name="connsiteY9" fmla="*/ 247339 h 247339"/>
                <a:gd name="connsiteX10" fmla="*/ 198934 w 231797"/>
                <a:gd name="connsiteY10" fmla="*/ 242041 h 247339"/>
                <a:gd name="connsiteX11" fmla="*/ 178083 w 231797"/>
                <a:gd name="connsiteY11" fmla="*/ 191157 h 247339"/>
                <a:gd name="connsiteX12" fmla="*/ 54059 w 231797"/>
                <a:gd name="connsiteY12" fmla="*/ 191157 h 247339"/>
                <a:gd name="connsiteX13" fmla="*/ 33208 w 231797"/>
                <a:gd name="connsiteY13" fmla="*/ 242041 h 247339"/>
                <a:gd name="connsiteX14" fmla="*/ 25088 w 231797"/>
                <a:gd name="connsiteY14" fmla="*/ 247339 h 247339"/>
                <a:gd name="connsiteX15" fmla="*/ 6360 w 231797"/>
                <a:gd name="connsiteY15" fmla="*/ 247339 h 247339"/>
                <a:gd name="connsiteX16" fmla="*/ 0 w 231797"/>
                <a:gd name="connsiteY16" fmla="*/ 243103 h 247339"/>
                <a:gd name="connsiteX17" fmla="*/ 1051 w 231797"/>
                <a:gd name="connsiteY17" fmla="*/ 239220 h 247339"/>
                <a:gd name="connsiteX18" fmla="*/ 166424 w 231797"/>
                <a:gd name="connsiteY18" fmla="*/ 162186 h 247339"/>
                <a:gd name="connsiteX19" fmla="*/ 116601 w 231797"/>
                <a:gd name="connsiteY19" fmla="*/ 39568 h 247339"/>
                <a:gd name="connsiteX20" fmla="*/ 115894 w 231797"/>
                <a:gd name="connsiteY20" fmla="*/ 39568 h 247339"/>
                <a:gd name="connsiteX21" fmla="*/ 65718 w 231797"/>
                <a:gd name="connsiteY21" fmla="*/ 162186 h 247339"/>
                <a:gd name="connsiteX22" fmla="*/ 166424 w 231797"/>
                <a:gd name="connsiteY22" fmla="*/ 162186 h 2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1797" h="247339">
                  <a:moveTo>
                    <a:pt x="1051" y="239220"/>
                  </a:moveTo>
                  <a:lnTo>
                    <a:pt x="98936" y="5299"/>
                  </a:lnTo>
                  <a:cubicBezTo>
                    <a:pt x="100112" y="1759"/>
                    <a:pt x="102819" y="0"/>
                    <a:pt x="107066" y="0"/>
                  </a:cubicBezTo>
                  <a:lnTo>
                    <a:pt x="125086" y="0"/>
                  </a:lnTo>
                  <a:cubicBezTo>
                    <a:pt x="129323" y="0"/>
                    <a:pt x="132029" y="1759"/>
                    <a:pt x="133205" y="5299"/>
                  </a:cubicBezTo>
                  <a:lnTo>
                    <a:pt x="231090" y="239220"/>
                  </a:lnTo>
                  <a:cubicBezTo>
                    <a:pt x="231558" y="240625"/>
                    <a:pt x="231798" y="241812"/>
                    <a:pt x="231798" y="242749"/>
                  </a:cubicBezTo>
                  <a:cubicBezTo>
                    <a:pt x="231798" y="243696"/>
                    <a:pt x="231496" y="244695"/>
                    <a:pt x="230913" y="245757"/>
                  </a:cubicBezTo>
                  <a:cubicBezTo>
                    <a:pt x="230320" y="246809"/>
                    <a:pt x="228727" y="247339"/>
                    <a:pt x="226145" y="247339"/>
                  </a:cubicBezTo>
                  <a:lnTo>
                    <a:pt x="207064" y="247339"/>
                  </a:lnTo>
                  <a:cubicBezTo>
                    <a:pt x="202817" y="247339"/>
                    <a:pt x="200110" y="245580"/>
                    <a:pt x="198934" y="242041"/>
                  </a:cubicBezTo>
                  <a:lnTo>
                    <a:pt x="178083" y="191157"/>
                  </a:lnTo>
                  <a:lnTo>
                    <a:pt x="54059" y="191157"/>
                  </a:lnTo>
                  <a:lnTo>
                    <a:pt x="33208" y="242041"/>
                  </a:lnTo>
                  <a:cubicBezTo>
                    <a:pt x="32031" y="245580"/>
                    <a:pt x="29325" y="247339"/>
                    <a:pt x="25088" y="247339"/>
                  </a:cubicBezTo>
                  <a:lnTo>
                    <a:pt x="6360" y="247339"/>
                  </a:lnTo>
                  <a:cubicBezTo>
                    <a:pt x="2113" y="247339"/>
                    <a:pt x="0" y="245924"/>
                    <a:pt x="0" y="243103"/>
                  </a:cubicBezTo>
                  <a:cubicBezTo>
                    <a:pt x="0" y="242165"/>
                    <a:pt x="354" y="240864"/>
                    <a:pt x="1051" y="239220"/>
                  </a:cubicBezTo>
                  <a:close/>
                  <a:moveTo>
                    <a:pt x="166424" y="162186"/>
                  </a:moveTo>
                  <a:lnTo>
                    <a:pt x="116601" y="39568"/>
                  </a:lnTo>
                  <a:lnTo>
                    <a:pt x="115894" y="39568"/>
                  </a:lnTo>
                  <a:lnTo>
                    <a:pt x="65718" y="162186"/>
                  </a:lnTo>
                  <a:lnTo>
                    <a:pt x="166424" y="162186"/>
                  </a:ln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9E36F0F-F207-7A6B-53A2-088BA1715314}"/>
                </a:ext>
              </a:extLst>
            </p:cNvPr>
            <p:cNvSpPr/>
            <p:nvPr/>
          </p:nvSpPr>
          <p:spPr>
            <a:xfrm>
              <a:off x="6293174" y="3841243"/>
              <a:ext cx="164663" cy="171732"/>
            </a:xfrm>
            <a:custGeom>
              <a:avLst/>
              <a:gdLst>
                <a:gd name="connsiteX0" fmla="*/ 24026 w 164663"/>
                <a:gd name="connsiteY0" fmla="*/ 24380 h 171732"/>
                <a:gd name="connsiteX1" fmla="*/ 85518 w 164663"/>
                <a:gd name="connsiteY1" fmla="*/ 0 h 171732"/>
                <a:gd name="connsiteX2" fmla="*/ 137452 w 164663"/>
                <a:gd name="connsiteY2" fmla="*/ 15730 h 171732"/>
                <a:gd name="connsiteX3" fmla="*/ 164664 w 164663"/>
                <a:gd name="connsiteY3" fmla="*/ 57244 h 171732"/>
                <a:gd name="connsiteX4" fmla="*/ 164664 w 164663"/>
                <a:gd name="connsiteY4" fmla="*/ 59014 h 171732"/>
                <a:gd name="connsiteX5" fmla="*/ 157950 w 164663"/>
                <a:gd name="connsiteY5" fmla="*/ 64667 h 171732"/>
                <a:gd name="connsiteX6" fmla="*/ 140638 w 164663"/>
                <a:gd name="connsiteY6" fmla="*/ 64667 h 171732"/>
                <a:gd name="connsiteX7" fmla="*/ 132862 w 164663"/>
                <a:gd name="connsiteY7" fmla="*/ 58660 h 171732"/>
                <a:gd name="connsiteX8" fmla="*/ 85872 w 164663"/>
                <a:gd name="connsiteY8" fmla="*/ 27565 h 171732"/>
                <a:gd name="connsiteX9" fmla="*/ 46116 w 164663"/>
                <a:gd name="connsiteY9" fmla="*/ 43992 h 171732"/>
                <a:gd name="connsiteX10" fmla="*/ 31095 w 164663"/>
                <a:gd name="connsiteY10" fmla="*/ 85861 h 171732"/>
                <a:gd name="connsiteX11" fmla="*/ 46116 w 164663"/>
                <a:gd name="connsiteY11" fmla="*/ 128094 h 171732"/>
                <a:gd name="connsiteX12" fmla="*/ 85872 w 164663"/>
                <a:gd name="connsiteY12" fmla="*/ 144521 h 171732"/>
                <a:gd name="connsiteX13" fmla="*/ 115550 w 164663"/>
                <a:gd name="connsiteY13" fmla="*/ 136391 h 171732"/>
                <a:gd name="connsiteX14" fmla="*/ 132862 w 164663"/>
                <a:gd name="connsiteY14" fmla="*/ 113426 h 171732"/>
                <a:gd name="connsiteX15" fmla="*/ 140284 w 164663"/>
                <a:gd name="connsiteY15" fmla="*/ 107420 h 171732"/>
                <a:gd name="connsiteX16" fmla="*/ 157596 w 164663"/>
                <a:gd name="connsiteY16" fmla="*/ 107420 h 171732"/>
                <a:gd name="connsiteX17" fmla="*/ 162894 w 164663"/>
                <a:gd name="connsiteY17" fmla="*/ 109013 h 171732"/>
                <a:gd name="connsiteX18" fmla="*/ 164664 w 164663"/>
                <a:gd name="connsiteY18" fmla="*/ 112364 h 171732"/>
                <a:gd name="connsiteX19" fmla="*/ 164310 w 164663"/>
                <a:gd name="connsiteY19" fmla="*/ 114134 h 171732"/>
                <a:gd name="connsiteX20" fmla="*/ 137452 w 164663"/>
                <a:gd name="connsiteY20" fmla="*/ 155826 h 171732"/>
                <a:gd name="connsiteX21" fmla="*/ 85518 w 164663"/>
                <a:gd name="connsiteY21" fmla="*/ 171732 h 171732"/>
                <a:gd name="connsiteX22" fmla="*/ 23849 w 164663"/>
                <a:gd name="connsiteY22" fmla="*/ 147175 h 171732"/>
                <a:gd name="connsiteX23" fmla="*/ 0 w 164663"/>
                <a:gd name="connsiteY23" fmla="*/ 85861 h 171732"/>
                <a:gd name="connsiteX24" fmla="*/ 24026 w 164663"/>
                <a:gd name="connsiteY24" fmla="*/ 24380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663" h="171732">
                  <a:moveTo>
                    <a:pt x="24026" y="24380"/>
                  </a:moveTo>
                  <a:cubicBezTo>
                    <a:pt x="39808" y="8130"/>
                    <a:pt x="60305" y="0"/>
                    <a:pt x="85518" y="0"/>
                  </a:cubicBezTo>
                  <a:cubicBezTo>
                    <a:pt x="105765" y="0"/>
                    <a:pt x="123087" y="5247"/>
                    <a:pt x="137452" y="15730"/>
                  </a:cubicBezTo>
                  <a:cubicBezTo>
                    <a:pt x="151818" y="26212"/>
                    <a:pt x="160896" y="40047"/>
                    <a:pt x="164664" y="57244"/>
                  </a:cubicBezTo>
                  <a:lnTo>
                    <a:pt x="164664" y="59014"/>
                  </a:lnTo>
                  <a:cubicBezTo>
                    <a:pt x="164664" y="62782"/>
                    <a:pt x="162426" y="64667"/>
                    <a:pt x="157950" y="64667"/>
                  </a:cubicBezTo>
                  <a:lnTo>
                    <a:pt x="140638" y="64667"/>
                  </a:lnTo>
                  <a:cubicBezTo>
                    <a:pt x="136630" y="64667"/>
                    <a:pt x="134038" y="62668"/>
                    <a:pt x="132862" y="58660"/>
                  </a:cubicBezTo>
                  <a:cubicBezTo>
                    <a:pt x="126262" y="37934"/>
                    <a:pt x="110606" y="27565"/>
                    <a:pt x="85872" y="27565"/>
                  </a:cubicBezTo>
                  <a:cubicBezTo>
                    <a:pt x="69372" y="27565"/>
                    <a:pt x="56120" y="33041"/>
                    <a:pt x="46116" y="43992"/>
                  </a:cubicBezTo>
                  <a:cubicBezTo>
                    <a:pt x="36102" y="54944"/>
                    <a:pt x="31095" y="68903"/>
                    <a:pt x="31095" y="85861"/>
                  </a:cubicBezTo>
                  <a:cubicBezTo>
                    <a:pt x="31095" y="103058"/>
                    <a:pt x="36102" y="117132"/>
                    <a:pt x="46116" y="128094"/>
                  </a:cubicBezTo>
                  <a:cubicBezTo>
                    <a:pt x="56120" y="139045"/>
                    <a:pt x="69372" y="144521"/>
                    <a:pt x="85872" y="144521"/>
                  </a:cubicBezTo>
                  <a:cubicBezTo>
                    <a:pt x="97406" y="144521"/>
                    <a:pt x="107295" y="141814"/>
                    <a:pt x="115550" y="136391"/>
                  </a:cubicBezTo>
                  <a:cubicBezTo>
                    <a:pt x="123795" y="130978"/>
                    <a:pt x="129562" y="123316"/>
                    <a:pt x="132862" y="113426"/>
                  </a:cubicBezTo>
                  <a:cubicBezTo>
                    <a:pt x="134038" y="109419"/>
                    <a:pt x="136516" y="107420"/>
                    <a:pt x="140284" y="107420"/>
                  </a:cubicBezTo>
                  <a:lnTo>
                    <a:pt x="157596" y="107420"/>
                  </a:lnTo>
                  <a:cubicBezTo>
                    <a:pt x="159948" y="107420"/>
                    <a:pt x="161718" y="107951"/>
                    <a:pt x="162894" y="109013"/>
                  </a:cubicBezTo>
                  <a:cubicBezTo>
                    <a:pt x="164071" y="110074"/>
                    <a:pt x="164664" y="111188"/>
                    <a:pt x="164664" y="112364"/>
                  </a:cubicBezTo>
                  <a:cubicBezTo>
                    <a:pt x="164664" y="113073"/>
                    <a:pt x="164539" y="113666"/>
                    <a:pt x="164310" y="114134"/>
                  </a:cubicBezTo>
                  <a:cubicBezTo>
                    <a:pt x="160781" y="131332"/>
                    <a:pt x="151818" y="145229"/>
                    <a:pt x="137452" y="155826"/>
                  </a:cubicBezTo>
                  <a:cubicBezTo>
                    <a:pt x="123087" y="166434"/>
                    <a:pt x="105765" y="171732"/>
                    <a:pt x="85518" y="171732"/>
                  </a:cubicBezTo>
                  <a:cubicBezTo>
                    <a:pt x="60305" y="171732"/>
                    <a:pt x="39756" y="163550"/>
                    <a:pt x="23849" y="147175"/>
                  </a:cubicBezTo>
                  <a:cubicBezTo>
                    <a:pt x="7953" y="130801"/>
                    <a:pt x="0" y="110366"/>
                    <a:pt x="0" y="85861"/>
                  </a:cubicBezTo>
                  <a:cubicBezTo>
                    <a:pt x="0" y="61366"/>
                    <a:pt x="8005" y="40869"/>
                    <a:pt x="24026" y="2438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1D37FBA-74FB-4513-8B1E-C3E83ABF9223}"/>
                </a:ext>
              </a:extLst>
            </p:cNvPr>
            <p:cNvSpPr/>
            <p:nvPr/>
          </p:nvSpPr>
          <p:spPr>
            <a:xfrm>
              <a:off x="6480459" y="3798843"/>
              <a:ext cx="135328" cy="214131"/>
            </a:xfrm>
            <a:custGeom>
              <a:avLst/>
              <a:gdLst>
                <a:gd name="connsiteX0" fmla="*/ 0 w 135328"/>
                <a:gd name="connsiteY0" fmla="*/ 65020 h 214131"/>
                <a:gd name="connsiteX1" fmla="*/ 0 w 135328"/>
                <a:gd name="connsiteY1" fmla="*/ 52997 h 214131"/>
                <a:gd name="connsiteX2" fmla="*/ 6714 w 135328"/>
                <a:gd name="connsiteY2" fmla="*/ 45939 h 214131"/>
                <a:gd name="connsiteX3" fmla="*/ 38162 w 135328"/>
                <a:gd name="connsiteY3" fmla="*/ 45939 h 214131"/>
                <a:gd name="connsiteX4" fmla="*/ 38162 w 135328"/>
                <a:gd name="connsiteY4" fmla="*/ 7068 h 214131"/>
                <a:gd name="connsiteX5" fmla="*/ 45231 w 135328"/>
                <a:gd name="connsiteY5" fmla="*/ 0 h 214131"/>
                <a:gd name="connsiteX6" fmla="*/ 61835 w 135328"/>
                <a:gd name="connsiteY6" fmla="*/ 0 h 214131"/>
                <a:gd name="connsiteX7" fmla="*/ 68549 w 135328"/>
                <a:gd name="connsiteY7" fmla="*/ 7068 h 214131"/>
                <a:gd name="connsiteX8" fmla="*/ 68549 w 135328"/>
                <a:gd name="connsiteY8" fmla="*/ 45939 h 214131"/>
                <a:gd name="connsiteX9" fmla="*/ 126147 w 135328"/>
                <a:gd name="connsiteY9" fmla="*/ 45939 h 214131"/>
                <a:gd name="connsiteX10" fmla="*/ 133216 w 135328"/>
                <a:gd name="connsiteY10" fmla="*/ 52997 h 214131"/>
                <a:gd name="connsiteX11" fmla="*/ 133216 w 135328"/>
                <a:gd name="connsiteY11" fmla="*/ 65020 h 214131"/>
                <a:gd name="connsiteX12" fmla="*/ 126147 w 135328"/>
                <a:gd name="connsiteY12" fmla="*/ 72078 h 214131"/>
                <a:gd name="connsiteX13" fmla="*/ 68549 w 135328"/>
                <a:gd name="connsiteY13" fmla="*/ 72078 h 214131"/>
                <a:gd name="connsiteX14" fmla="*/ 68549 w 135328"/>
                <a:gd name="connsiteY14" fmla="*/ 151943 h 214131"/>
                <a:gd name="connsiteX15" fmla="*/ 76679 w 135328"/>
                <a:gd name="connsiteY15" fmla="*/ 178967 h 214131"/>
                <a:gd name="connsiteX16" fmla="*/ 102475 w 135328"/>
                <a:gd name="connsiteY16" fmla="*/ 186920 h 214131"/>
                <a:gd name="connsiteX17" fmla="*/ 127209 w 135328"/>
                <a:gd name="connsiteY17" fmla="*/ 182683 h 214131"/>
                <a:gd name="connsiteX18" fmla="*/ 131446 w 135328"/>
                <a:gd name="connsiteY18" fmla="*/ 181621 h 214131"/>
                <a:gd name="connsiteX19" fmla="*/ 135329 w 135328"/>
                <a:gd name="connsiteY19" fmla="*/ 187628 h 214131"/>
                <a:gd name="connsiteX20" fmla="*/ 135329 w 135328"/>
                <a:gd name="connsiteY20" fmla="*/ 200349 h 214131"/>
                <a:gd name="connsiteX21" fmla="*/ 130030 w 135328"/>
                <a:gd name="connsiteY21" fmla="*/ 208125 h 214131"/>
                <a:gd name="connsiteX22" fmla="*/ 97166 w 135328"/>
                <a:gd name="connsiteY22" fmla="*/ 214132 h 214131"/>
                <a:gd name="connsiteX23" fmla="*/ 38162 w 135328"/>
                <a:gd name="connsiteY23" fmla="*/ 153348 h 214131"/>
                <a:gd name="connsiteX24" fmla="*/ 38162 w 135328"/>
                <a:gd name="connsiteY24" fmla="*/ 72078 h 214131"/>
                <a:gd name="connsiteX25" fmla="*/ 6714 w 135328"/>
                <a:gd name="connsiteY25" fmla="*/ 72078 h 214131"/>
                <a:gd name="connsiteX26" fmla="*/ 0 w 135328"/>
                <a:gd name="connsiteY26" fmla="*/ 65020 h 2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5328" h="214131">
                  <a:moveTo>
                    <a:pt x="0" y="65020"/>
                  </a:moveTo>
                  <a:lnTo>
                    <a:pt x="0" y="52997"/>
                  </a:lnTo>
                  <a:cubicBezTo>
                    <a:pt x="0" y="48291"/>
                    <a:pt x="2238" y="45939"/>
                    <a:pt x="6714" y="45939"/>
                  </a:cubicBezTo>
                  <a:lnTo>
                    <a:pt x="38162" y="45939"/>
                  </a:lnTo>
                  <a:lnTo>
                    <a:pt x="38162" y="7068"/>
                  </a:lnTo>
                  <a:cubicBezTo>
                    <a:pt x="38162" y="2353"/>
                    <a:pt x="40515" y="0"/>
                    <a:pt x="45231" y="0"/>
                  </a:cubicBezTo>
                  <a:lnTo>
                    <a:pt x="61835" y="0"/>
                  </a:lnTo>
                  <a:cubicBezTo>
                    <a:pt x="66311" y="0"/>
                    <a:pt x="68549" y="2353"/>
                    <a:pt x="68549" y="7068"/>
                  </a:cubicBezTo>
                  <a:lnTo>
                    <a:pt x="68549" y="45939"/>
                  </a:lnTo>
                  <a:lnTo>
                    <a:pt x="126147" y="45939"/>
                  </a:lnTo>
                  <a:cubicBezTo>
                    <a:pt x="130852" y="45939"/>
                    <a:pt x="133216" y="48291"/>
                    <a:pt x="133216" y="52997"/>
                  </a:cubicBezTo>
                  <a:lnTo>
                    <a:pt x="133216" y="65020"/>
                  </a:lnTo>
                  <a:cubicBezTo>
                    <a:pt x="133216" y="69726"/>
                    <a:pt x="130852" y="72078"/>
                    <a:pt x="126147" y="72078"/>
                  </a:cubicBezTo>
                  <a:lnTo>
                    <a:pt x="68549" y="72078"/>
                  </a:lnTo>
                  <a:lnTo>
                    <a:pt x="68549" y="151943"/>
                  </a:lnTo>
                  <a:cubicBezTo>
                    <a:pt x="68549" y="164664"/>
                    <a:pt x="71256" y="173668"/>
                    <a:pt x="76679" y="178967"/>
                  </a:cubicBezTo>
                  <a:cubicBezTo>
                    <a:pt x="82092" y="184266"/>
                    <a:pt x="90691" y="186920"/>
                    <a:pt x="102475" y="186920"/>
                  </a:cubicBezTo>
                  <a:cubicBezTo>
                    <a:pt x="111656" y="186920"/>
                    <a:pt x="119901" y="185505"/>
                    <a:pt x="127209" y="182683"/>
                  </a:cubicBezTo>
                  <a:cubicBezTo>
                    <a:pt x="128854" y="181975"/>
                    <a:pt x="130259" y="181621"/>
                    <a:pt x="131446" y="181621"/>
                  </a:cubicBezTo>
                  <a:cubicBezTo>
                    <a:pt x="134038" y="181621"/>
                    <a:pt x="135329" y="183620"/>
                    <a:pt x="135329" y="187628"/>
                  </a:cubicBezTo>
                  <a:lnTo>
                    <a:pt x="135329" y="200349"/>
                  </a:lnTo>
                  <a:cubicBezTo>
                    <a:pt x="135329" y="203878"/>
                    <a:pt x="133570" y="206480"/>
                    <a:pt x="130030" y="208125"/>
                  </a:cubicBezTo>
                  <a:cubicBezTo>
                    <a:pt x="120370" y="212123"/>
                    <a:pt x="109419" y="214132"/>
                    <a:pt x="97166" y="214132"/>
                  </a:cubicBezTo>
                  <a:cubicBezTo>
                    <a:pt x="57827" y="214132"/>
                    <a:pt x="38162" y="193874"/>
                    <a:pt x="38162" y="153348"/>
                  </a:cubicBezTo>
                  <a:lnTo>
                    <a:pt x="38162" y="72078"/>
                  </a:lnTo>
                  <a:lnTo>
                    <a:pt x="6714" y="72078"/>
                  </a:lnTo>
                  <a:cubicBezTo>
                    <a:pt x="2238" y="72078"/>
                    <a:pt x="0" y="69726"/>
                    <a:pt x="0" y="65020"/>
                  </a:cubicBezTo>
                  <a:close/>
                </a:path>
              </a:pathLst>
            </a:custGeom>
            <a:solidFill>
              <a:srgbClr val="FF69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4712F86-8B07-3B27-465D-7E7EBA0A8E80}"/>
                </a:ext>
              </a:extLst>
            </p:cNvPr>
            <p:cNvSpPr/>
            <p:nvPr/>
          </p:nvSpPr>
          <p:spPr>
            <a:xfrm>
              <a:off x="6736282" y="3770216"/>
              <a:ext cx="43815" cy="239219"/>
            </a:xfrm>
            <a:custGeom>
              <a:avLst/>
              <a:gdLst>
                <a:gd name="connsiteX0" fmla="*/ 0 w 43815"/>
                <a:gd name="connsiteY0" fmla="*/ 21913 h 239219"/>
                <a:gd name="connsiteX1" fmla="*/ 6183 w 43815"/>
                <a:gd name="connsiteY1" fmla="*/ 6183 h 239219"/>
                <a:gd name="connsiteX2" fmla="*/ 21903 w 43815"/>
                <a:gd name="connsiteY2" fmla="*/ 0 h 239219"/>
                <a:gd name="connsiteX3" fmla="*/ 37632 w 43815"/>
                <a:gd name="connsiteY3" fmla="*/ 6183 h 239219"/>
                <a:gd name="connsiteX4" fmla="*/ 43815 w 43815"/>
                <a:gd name="connsiteY4" fmla="*/ 21913 h 239219"/>
                <a:gd name="connsiteX5" fmla="*/ 37809 w 43815"/>
                <a:gd name="connsiteY5" fmla="*/ 37455 h 239219"/>
                <a:gd name="connsiteX6" fmla="*/ 21903 w 43815"/>
                <a:gd name="connsiteY6" fmla="*/ 43815 h 239219"/>
                <a:gd name="connsiteX7" fmla="*/ 6183 w 43815"/>
                <a:gd name="connsiteY7" fmla="*/ 37455 h 239219"/>
                <a:gd name="connsiteX8" fmla="*/ 0 w 43815"/>
                <a:gd name="connsiteY8" fmla="*/ 21913 h 239219"/>
                <a:gd name="connsiteX9" fmla="*/ 6714 w 43815"/>
                <a:gd name="connsiteY9" fmla="*/ 81624 h 239219"/>
                <a:gd name="connsiteX10" fmla="*/ 13772 w 43815"/>
                <a:gd name="connsiteY10" fmla="*/ 74566 h 239219"/>
                <a:gd name="connsiteX11" fmla="*/ 30032 w 43815"/>
                <a:gd name="connsiteY11" fmla="*/ 74566 h 239219"/>
                <a:gd name="connsiteX12" fmla="*/ 37101 w 43815"/>
                <a:gd name="connsiteY12" fmla="*/ 81624 h 239219"/>
                <a:gd name="connsiteX13" fmla="*/ 37101 w 43815"/>
                <a:gd name="connsiteY13" fmla="*/ 232151 h 239219"/>
                <a:gd name="connsiteX14" fmla="*/ 30032 w 43815"/>
                <a:gd name="connsiteY14" fmla="*/ 239220 h 239219"/>
                <a:gd name="connsiteX15" fmla="*/ 13772 w 43815"/>
                <a:gd name="connsiteY15" fmla="*/ 239220 h 239219"/>
                <a:gd name="connsiteX16" fmla="*/ 6714 w 43815"/>
                <a:gd name="connsiteY16" fmla="*/ 232151 h 239219"/>
                <a:gd name="connsiteX17" fmla="*/ 6714 w 43815"/>
                <a:gd name="connsiteY17" fmla="*/ 81624 h 23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815" h="239219">
                  <a:moveTo>
                    <a:pt x="0" y="21913"/>
                  </a:moveTo>
                  <a:cubicBezTo>
                    <a:pt x="0" y="15552"/>
                    <a:pt x="2051" y="10316"/>
                    <a:pt x="6183" y="6183"/>
                  </a:cubicBezTo>
                  <a:cubicBezTo>
                    <a:pt x="10295" y="2072"/>
                    <a:pt x="15542" y="0"/>
                    <a:pt x="21903" y="0"/>
                  </a:cubicBezTo>
                  <a:cubicBezTo>
                    <a:pt x="28263" y="0"/>
                    <a:pt x="33499" y="2072"/>
                    <a:pt x="37632" y="6183"/>
                  </a:cubicBezTo>
                  <a:cubicBezTo>
                    <a:pt x="41744" y="10316"/>
                    <a:pt x="43815" y="15552"/>
                    <a:pt x="43815" y="21913"/>
                  </a:cubicBezTo>
                  <a:cubicBezTo>
                    <a:pt x="43815" y="28044"/>
                    <a:pt x="41806" y="33218"/>
                    <a:pt x="37809" y="37455"/>
                  </a:cubicBezTo>
                  <a:cubicBezTo>
                    <a:pt x="33562" y="41702"/>
                    <a:pt x="28263" y="43815"/>
                    <a:pt x="21903" y="43815"/>
                  </a:cubicBezTo>
                  <a:cubicBezTo>
                    <a:pt x="15542" y="43815"/>
                    <a:pt x="10295" y="41702"/>
                    <a:pt x="6183" y="37455"/>
                  </a:cubicBezTo>
                  <a:cubicBezTo>
                    <a:pt x="2051" y="33218"/>
                    <a:pt x="0" y="28044"/>
                    <a:pt x="0" y="21913"/>
                  </a:cubicBezTo>
                  <a:close/>
                  <a:moveTo>
                    <a:pt x="6714" y="81624"/>
                  </a:moveTo>
                  <a:cubicBezTo>
                    <a:pt x="6714" y="76919"/>
                    <a:pt x="9067" y="74566"/>
                    <a:pt x="13772" y="74566"/>
                  </a:cubicBezTo>
                  <a:lnTo>
                    <a:pt x="30032" y="74566"/>
                  </a:lnTo>
                  <a:cubicBezTo>
                    <a:pt x="34737" y="74566"/>
                    <a:pt x="37101" y="76919"/>
                    <a:pt x="37101" y="81624"/>
                  </a:cubicBezTo>
                  <a:lnTo>
                    <a:pt x="37101" y="232151"/>
                  </a:lnTo>
                  <a:cubicBezTo>
                    <a:pt x="37101" y="236867"/>
                    <a:pt x="34737" y="239220"/>
                    <a:pt x="30032" y="239220"/>
                  </a:cubicBezTo>
                  <a:lnTo>
                    <a:pt x="13772" y="239220"/>
                  </a:lnTo>
                  <a:cubicBezTo>
                    <a:pt x="9067" y="239220"/>
                    <a:pt x="6714" y="236867"/>
                    <a:pt x="6714" y="232151"/>
                  </a:cubicBezTo>
                  <a:lnTo>
                    <a:pt x="6714" y="81624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0C8BF06-6BE1-B0A0-3A91-BB44EAC8AEAF}"/>
                </a:ext>
              </a:extLst>
            </p:cNvPr>
            <p:cNvSpPr/>
            <p:nvPr/>
          </p:nvSpPr>
          <p:spPr>
            <a:xfrm>
              <a:off x="6828504" y="3841243"/>
              <a:ext cx="154056" cy="168192"/>
            </a:xfrm>
            <a:custGeom>
              <a:avLst/>
              <a:gdLst>
                <a:gd name="connsiteX0" fmla="*/ 0 w 154056"/>
                <a:gd name="connsiteY0" fmla="*/ 161125 h 168192"/>
                <a:gd name="connsiteX1" fmla="*/ 0 w 154056"/>
                <a:gd name="connsiteY1" fmla="*/ 10597 h 168192"/>
                <a:gd name="connsiteX2" fmla="*/ 7058 w 154056"/>
                <a:gd name="connsiteY2" fmla="*/ 3540 h 168192"/>
                <a:gd name="connsiteX3" fmla="*/ 22964 w 154056"/>
                <a:gd name="connsiteY3" fmla="*/ 3540 h 168192"/>
                <a:gd name="connsiteX4" fmla="*/ 30032 w 154056"/>
                <a:gd name="connsiteY4" fmla="*/ 10597 h 168192"/>
                <a:gd name="connsiteX5" fmla="*/ 30032 w 154056"/>
                <a:gd name="connsiteY5" fmla="*/ 30033 h 168192"/>
                <a:gd name="connsiteX6" fmla="*/ 30740 w 154056"/>
                <a:gd name="connsiteY6" fmla="*/ 30033 h 168192"/>
                <a:gd name="connsiteX7" fmla="*/ 52997 w 154056"/>
                <a:gd name="connsiteY7" fmla="*/ 7953 h 168192"/>
                <a:gd name="connsiteX8" fmla="*/ 88328 w 154056"/>
                <a:gd name="connsiteY8" fmla="*/ 0 h 168192"/>
                <a:gd name="connsiteX9" fmla="*/ 136568 w 154056"/>
                <a:gd name="connsiteY9" fmla="*/ 18374 h 168192"/>
                <a:gd name="connsiteX10" fmla="*/ 154056 w 154056"/>
                <a:gd name="connsiteY10" fmla="*/ 69257 h 168192"/>
                <a:gd name="connsiteX11" fmla="*/ 154056 w 154056"/>
                <a:gd name="connsiteY11" fmla="*/ 161125 h 168192"/>
                <a:gd name="connsiteX12" fmla="*/ 147342 w 154056"/>
                <a:gd name="connsiteY12" fmla="*/ 168193 h 168192"/>
                <a:gd name="connsiteX13" fmla="*/ 130738 w 154056"/>
                <a:gd name="connsiteY13" fmla="*/ 168193 h 168192"/>
                <a:gd name="connsiteX14" fmla="*/ 123670 w 154056"/>
                <a:gd name="connsiteY14" fmla="*/ 161125 h 168192"/>
                <a:gd name="connsiteX15" fmla="*/ 123670 w 154056"/>
                <a:gd name="connsiteY15" fmla="*/ 75972 h 168192"/>
                <a:gd name="connsiteX16" fmla="*/ 80916 w 154056"/>
                <a:gd name="connsiteY16" fmla="*/ 27919 h 168192"/>
                <a:gd name="connsiteX17" fmla="*/ 44169 w 154056"/>
                <a:gd name="connsiteY17" fmla="*/ 41348 h 168192"/>
                <a:gd name="connsiteX18" fmla="*/ 30387 w 154056"/>
                <a:gd name="connsiteY18" fmla="*/ 77387 h 168192"/>
                <a:gd name="connsiteX19" fmla="*/ 30387 w 154056"/>
                <a:gd name="connsiteY19" fmla="*/ 161125 h 168192"/>
                <a:gd name="connsiteX20" fmla="*/ 23318 w 154056"/>
                <a:gd name="connsiteY20" fmla="*/ 168193 h 168192"/>
                <a:gd name="connsiteX21" fmla="*/ 7058 w 154056"/>
                <a:gd name="connsiteY21" fmla="*/ 168193 h 168192"/>
                <a:gd name="connsiteX22" fmla="*/ 0 w 154056"/>
                <a:gd name="connsiteY22" fmla="*/ 161125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4056" h="168192">
                  <a:moveTo>
                    <a:pt x="0" y="161125"/>
                  </a:moveTo>
                  <a:lnTo>
                    <a:pt x="0" y="10597"/>
                  </a:lnTo>
                  <a:cubicBezTo>
                    <a:pt x="0" y="5892"/>
                    <a:pt x="2353" y="3540"/>
                    <a:pt x="7058" y="3540"/>
                  </a:cubicBezTo>
                  <a:lnTo>
                    <a:pt x="22964" y="3540"/>
                  </a:lnTo>
                  <a:cubicBezTo>
                    <a:pt x="27670" y="3540"/>
                    <a:pt x="30032" y="5892"/>
                    <a:pt x="30032" y="10597"/>
                  </a:cubicBezTo>
                  <a:lnTo>
                    <a:pt x="30032" y="30033"/>
                  </a:lnTo>
                  <a:lnTo>
                    <a:pt x="30740" y="30033"/>
                  </a:lnTo>
                  <a:cubicBezTo>
                    <a:pt x="35446" y="20622"/>
                    <a:pt x="42868" y="13252"/>
                    <a:pt x="52997" y="7953"/>
                  </a:cubicBezTo>
                  <a:cubicBezTo>
                    <a:pt x="63126" y="2654"/>
                    <a:pt x="74909" y="0"/>
                    <a:pt x="88328" y="0"/>
                  </a:cubicBezTo>
                  <a:cubicBezTo>
                    <a:pt x="108825" y="0"/>
                    <a:pt x="124909" y="6131"/>
                    <a:pt x="136568" y="18374"/>
                  </a:cubicBezTo>
                  <a:cubicBezTo>
                    <a:pt x="148227" y="30626"/>
                    <a:pt x="154056" y="47584"/>
                    <a:pt x="154056" y="69257"/>
                  </a:cubicBezTo>
                  <a:lnTo>
                    <a:pt x="154056" y="161125"/>
                  </a:lnTo>
                  <a:cubicBezTo>
                    <a:pt x="154056" y="165840"/>
                    <a:pt x="151818" y="168193"/>
                    <a:pt x="147342" y="168193"/>
                  </a:cubicBezTo>
                  <a:lnTo>
                    <a:pt x="130738" y="168193"/>
                  </a:lnTo>
                  <a:cubicBezTo>
                    <a:pt x="126023" y="168193"/>
                    <a:pt x="123670" y="165840"/>
                    <a:pt x="123670" y="161125"/>
                  </a:cubicBezTo>
                  <a:lnTo>
                    <a:pt x="123670" y="75972"/>
                  </a:lnTo>
                  <a:cubicBezTo>
                    <a:pt x="123670" y="43940"/>
                    <a:pt x="109408" y="27919"/>
                    <a:pt x="80916" y="27919"/>
                  </a:cubicBezTo>
                  <a:cubicBezTo>
                    <a:pt x="65593" y="27919"/>
                    <a:pt x="53351" y="32396"/>
                    <a:pt x="44169" y="41348"/>
                  </a:cubicBezTo>
                  <a:cubicBezTo>
                    <a:pt x="34977" y="50301"/>
                    <a:pt x="30387" y="62314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3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E8A1670-1694-75B4-CDDF-C3EC71978830}"/>
                </a:ext>
              </a:extLst>
            </p:cNvPr>
            <p:cNvSpPr/>
            <p:nvPr/>
          </p:nvSpPr>
          <p:spPr>
            <a:xfrm>
              <a:off x="7015060" y="3758203"/>
              <a:ext cx="128260" cy="251233"/>
            </a:xfrm>
            <a:custGeom>
              <a:avLst/>
              <a:gdLst>
                <a:gd name="connsiteX0" fmla="*/ 6714 w 128260"/>
                <a:gd name="connsiteY0" fmla="*/ 86579 h 251233"/>
                <a:gd name="connsiteX1" fmla="*/ 37809 w 128260"/>
                <a:gd name="connsiteY1" fmla="*/ 86579 h 251233"/>
                <a:gd name="connsiteX2" fmla="*/ 37809 w 128260"/>
                <a:gd name="connsiteY2" fmla="*/ 72089 h 251233"/>
                <a:gd name="connsiteX3" fmla="*/ 99998 w 128260"/>
                <a:gd name="connsiteY3" fmla="*/ 0 h 251233"/>
                <a:gd name="connsiteX4" fmla="*/ 122608 w 128260"/>
                <a:gd name="connsiteY4" fmla="*/ 3185 h 251233"/>
                <a:gd name="connsiteX5" fmla="*/ 128260 w 128260"/>
                <a:gd name="connsiteY5" fmla="*/ 10608 h 251233"/>
                <a:gd name="connsiteX6" fmla="*/ 128260 w 128260"/>
                <a:gd name="connsiteY6" fmla="*/ 22975 h 251233"/>
                <a:gd name="connsiteX7" fmla="*/ 122961 w 128260"/>
                <a:gd name="connsiteY7" fmla="*/ 29335 h 251233"/>
                <a:gd name="connsiteX8" fmla="*/ 120495 w 128260"/>
                <a:gd name="connsiteY8" fmla="*/ 28981 h 251233"/>
                <a:gd name="connsiteX9" fmla="*/ 105296 w 128260"/>
                <a:gd name="connsiteY9" fmla="*/ 27566 h 251233"/>
                <a:gd name="connsiteX10" fmla="*/ 76857 w 128260"/>
                <a:gd name="connsiteY10" fmla="*/ 37455 h 251233"/>
                <a:gd name="connsiteX11" fmla="*/ 68195 w 128260"/>
                <a:gd name="connsiteY11" fmla="*/ 71381 h 251233"/>
                <a:gd name="connsiteX12" fmla="*/ 68195 w 128260"/>
                <a:gd name="connsiteY12" fmla="*/ 86580 h 251233"/>
                <a:gd name="connsiteX13" fmla="*/ 119079 w 128260"/>
                <a:gd name="connsiteY13" fmla="*/ 86580 h 251233"/>
                <a:gd name="connsiteX14" fmla="*/ 125793 w 128260"/>
                <a:gd name="connsiteY14" fmla="*/ 93637 h 251233"/>
                <a:gd name="connsiteX15" fmla="*/ 125793 w 128260"/>
                <a:gd name="connsiteY15" fmla="*/ 105661 h 251233"/>
                <a:gd name="connsiteX16" fmla="*/ 119079 w 128260"/>
                <a:gd name="connsiteY16" fmla="*/ 112719 h 251233"/>
                <a:gd name="connsiteX17" fmla="*/ 68195 w 128260"/>
                <a:gd name="connsiteY17" fmla="*/ 112719 h 251233"/>
                <a:gd name="connsiteX18" fmla="*/ 68195 w 128260"/>
                <a:gd name="connsiteY18" fmla="*/ 244165 h 251233"/>
                <a:gd name="connsiteX19" fmla="*/ 61127 w 128260"/>
                <a:gd name="connsiteY19" fmla="*/ 251233 h 251233"/>
                <a:gd name="connsiteX20" fmla="*/ 44523 w 128260"/>
                <a:gd name="connsiteY20" fmla="*/ 251233 h 251233"/>
                <a:gd name="connsiteX21" fmla="*/ 37809 w 128260"/>
                <a:gd name="connsiteY21" fmla="*/ 244165 h 251233"/>
                <a:gd name="connsiteX22" fmla="*/ 37809 w 128260"/>
                <a:gd name="connsiteY22" fmla="*/ 112719 h 251233"/>
                <a:gd name="connsiteX23" fmla="*/ 6714 w 128260"/>
                <a:gd name="connsiteY23" fmla="*/ 112719 h 251233"/>
                <a:gd name="connsiteX24" fmla="*/ 0 w 128260"/>
                <a:gd name="connsiteY24" fmla="*/ 105661 h 251233"/>
                <a:gd name="connsiteX25" fmla="*/ 0 w 128260"/>
                <a:gd name="connsiteY25" fmla="*/ 93637 h 251233"/>
                <a:gd name="connsiteX26" fmla="*/ 6714 w 128260"/>
                <a:gd name="connsiteY26" fmla="*/ 86580 h 25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260" h="251233">
                  <a:moveTo>
                    <a:pt x="6714" y="86579"/>
                  </a:moveTo>
                  <a:lnTo>
                    <a:pt x="37809" y="86579"/>
                  </a:lnTo>
                  <a:lnTo>
                    <a:pt x="37809" y="72089"/>
                  </a:lnTo>
                  <a:cubicBezTo>
                    <a:pt x="37809" y="24037"/>
                    <a:pt x="58535" y="0"/>
                    <a:pt x="99998" y="0"/>
                  </a:cubicBezTo>
                  <a:cubicBezTo>
                    <a:pt x="108471" y="0"/>
                    <a:pt x="116008" y="1062"/>
                    <a:pt x="122608" y="3185"/>
                  </a:cubicBezTo>
                  <a:cubicBezTo>
                    <a:pt x="126376" y="4133"/>
                    <a:pt x="128260" y="6600"/>
                    <a:pt x="128260" y="10608"/>
                  </a:cubicBezTo>
                  <a:lnTo>
                    <a:pt x="128260" y="22975"/>
                  </a:lnTo>
                  <a:cubicBezTo>
                    <a:pt x="128260" y="27212"/>
                    <a:pt x="126501" y="29335"/>
                    <a:pt x="122961" y="29335"/>
                  </a:cubicBezTo>
                  <a:cubicBezTo>
                    <a:pt x="122254" y="29335"/>
                    <a:pt x="121431" y="29221"/>
                    <a:pt x="120495" y="28981"/>
                  </a:cubicBezTo>
                  <a:cubicBezTo>
                    <a:pt x="115779" y="28044"/>
                    <a:pt x="110710" y="27566"/>
                    <a:pt x="105296" y="27566"/>
                  </a:cubicBezTo>
                  <a:cubicBezTo>
                    <a:pt x="92097" y="27566"/>
                    <a:pt x="82624" y="30866"/>
                    <a:pt x="76857" y="37455"/>
                  </a:cubicBezTo>
                  <a:cubicBezTo>
                    <a:pt x="71079" y="44055"/>
                    <a:pt x="68195" y="55360"/>
                    <a:pt x="68195" y="71381"/>
                  </a:cubicBezTo>
                  <a:lnTo>
                    <a:pt x="68195" y="86580"/>
                  </a:lnTo>
                  <a:lnTo>
                    <a:pt x="119079" y="86580"/>
                  </a:lnTo>
                  <a:cubicBezTo>
                    <a:pt x="123544" y="86580"/>
                    <a:pt x="125793" y="88932"/>
                    <a:pt x="125793" y="93637"/>
                  </a:cubicBezTo>
                  <a:lnTo>
                    <a:pt x="125793" y="105661"/>
                  </a:lnTo>
                  <a:cubicBezTo>
                    <a:pt x="125793" y="110366"/>
                    <a:pt x="123544" y="112719"/>
                    <a:pt x="119079" y="112719"/>
                  </a:cubicBezTo>
                  <a:lnTo>
                    <a:pt x="68195" y="112719"/>
                  </a:lnTo>
                  <a:lnTo>
                    <a:pt x="68195" y="244165"/>
                  </a:lnTo>
                  <a:cubicBezTo>
                    <a:pt x="68195" y="248880"/>
                    <a:pt x="65832" y="251233"/>
                    <a:pt x="61127" y="251233"/>
                  </a:cubicBezTo>
                  <a:lnTo>
                    <a:pt x="44523" y="251233"/>
                  </a:lnTo>
                  <a:cubicBezTo>
                    <a:pt x="40047" y="251233"/>
                    <a:pt x="37809" y="248880"/>
                    <a:pt x="37809" y="244165"/>
                  </a:cubicBezTo>
                  <a:lnTo>
                    <a:pt x="37809" y="112719"/>
                  </a:lnTo>
                  <a:lnTo>
                    <a:pt x="6714" y="112719"/>
                  </a:lnTo>
                  <a:cubicBezTo>
                    <a:pt x="2238" y="112719"/>
                    <a:pt x="0" y="110366"/>
                    <a:pt x="0" y="105661"/>
                  </a:cubicBezTo>
                  <a:lnTo>
                    <a:pt x="0" y="93637"/>
                  </a:lnTo>
                  <a:cubicBezTo>
                    <a:pt x="0" y="88932"/>
                    <a:pt x="2238" y="86580"/>
                    <a:pt x="6714" y="86580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B3C6116-AAF2-3230-0D13-A812AD372EE1}"/>
                </a:ext>
              </a:extLst>
            </p:cNvPr>
            <p:cNvSpPr/>
            <p:nvPr/>
          </p:nvSpPr>
          <p:spPr>
            <a:xfrm>
              <a:off x="7160288" y="3841243"/>
              <a:ext cx="172794" cy="171732"/>
            </a:xfrm>
            <a:custGeom>
              <a:avLst/>
              <a:gdLst>
                <a:gd name="connsiteX0" fmla="*/ 25088 w 172794"/>
                <a:gd name="connsiteY0" fmla="*/ 24734 h 171732"/>
                <a:gd name="connsiteX1" fmla="*/ 86569 w 172794"/>
                <a:gd name="connsiteY1" fmla="*/ 0 h 171732"/>
                <a:gd name="connsiteX2" fmla="*/ 147883 w 172794"/>
                <a:gd name="connsiteY2" fmla="*/ 24734 h 171732"/>
                <a:gd name="connsiteX3" fmla="*/ 172794 w 172794"/>
                <a:gd name="connsiteY3" fmla="*/ 85861 h 171732"/>
                <a:gd name="connsiteX4" fmla="*/ 147883 w 172794"/>
                <a:gd name="connsiteY4" fmla="*/ 146998 h 171732"/>
                <a:gd name="connsiteX5" fmla="*/ 86569 w 172794"/>
                <a:gd name="connsiteY5" fmla="*/ 171733 h 171732"/>
                <a:gd name="connsiteX6" fmla="*/ 24911 w 172794"/>
                <a:gd name="connsiteY6" fmla="*/ 146998 h 171732"/>
                <a:gd name="connsiteX7" fmla="*/ 0 w 172794"/>
                <a:gd name="connsiteY7" fmla="*/ 85861 h 171732"/>
                <a:gd name="connsiteX8" fmla="*/ 25088 w 172794"/>
                <a:gd name="connsiteY8" fmla="*/ 24734 h 171732"/>
                <a:gd name="connsiteX9" fmla="*/ 31094 w 172794"/>
                <a:gd name="connsiteY9" fmla="*/ 85861 h 171732"/>
                <a:gd name="connsiteX10" fmla="*/ 46647 w 172794"/>
                <a:gd name="connsiteY10" fmla="*/ 127917 h 171732"/>
                <a:gd name="connsiteX11" fmla="*/ 86569 w 172794"/>
                <a:gd name="connsiteY11" fmla="*/ 144521 h 171732"/>
                <a:gd name="connsiteX12" fmla="*/ 126502 w 172794"/>
                <a:gd name="connsiteY12" fmla="*/ 127917 h 171732"/>
                <a:gd name="connsiteX13" fmla="*/ 141700 w 172794"/>
                <a:gd name="connsiteY13" fmla="*/ 85861 h 171732"/>
                <a:gd name="connsiteX14" fmla="*/ 126325 w 172794"/>
                <a:gd name="connsiteY14" fmla="*/ 44169 h 171732"/>
                <a:gd name="connsiteX15" fmla="*/ 86569 w 172794"/>
                <a:gd name="connsiteY15" fmla="*/ 27566 h 171732"/>
                <a:gd name="connsiteX16" fmla="*/ 46470 w 172794"/>
                <a:gd name="connsiteY16" fmla="*/ 44169 h 171732"/>
                <a:gd name="connsiteX17" fmla="*/ 31094 w 172794"/>
                <a:gd name="connsiteY17" fmla="*/ 85861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2794" h="171732">
                  <a:moveTo>
                    <a:pt x="25088" y="24734"/>
                  </a:moveTo>
                  <a:cubicBezTo>
                    <a:pt x="41577" y="8245"/>
                    <a:pt x="62075" y="0"/>
                    <a:pt x="86569" y="0"/>
                  </a:cubicBezTo>
                  <a:cubicBezTo>
                    <a:pt x="110834" y="0"/>
                    <a:pt x="131270" y="8245"/>
                    <a:pt x="147883" y="24734"/>
                  </a:cubicBezTo>
                  <a:cubicBezTo>
                    <a:pt x="164487" y="41223"/>
                    <a:pt x="172794" y="61606"/>
                    <a:pt x="172794" y="85861"/>
                  </a:cubicBezTo>
                  <a:cubicBezTo>
                    <a:pt x="172794" y="110127"/>
                    <a:pt x="164487" y="130509"/>
                    <a:pt x="147883" y="146998"/>
                  </a:cubicBezTo>
                  <a:cubicBezTo>
                    <a:pt x="131270" y="163488"/>
                    <a:pt x="110834" y="171733"/>
                    <a:pt x="86569" y="171733"/>
                  </a:cubicBezTo>
                  <a:cubicBezTo>
                    <a:pt x="62075" y="171733"/>
                    <a:pt x="41525" y="163488"/>
                    <a:pt x="24911" y="146998"/>
                  </a:cubicBezTo>
                  <a:cubicBezTo>
                    <a:pt x="8307" y="130509"/>
                    <a:pt x="0" y="110127"/>
                    <a:pt x="0" y="85861"/>
                  </a:cubicBezTo>
                  <a:cubicBezTo>
                    <a:pt x="0" y="61606"/>
                    <a:pt x="8359" y="41223"/>
                    <a:pt x="25088" y="24734"/>
                  </a:cubicBezTo>
                  <a:close/>
                  <a:moveTo>
                    <a:pt x="31094" y="85861"/>
                  </a:moveTo>
                  <a:cubicBezTo>
                    <a:pt x="31094" y="102829"/>
                    <a:pt x="36278" y="116841"/>
                    <a:pt x="46647" y="127917"/>
                  </a:cubicBezTo>
                  <a:cubicBezTo>
                    <a:pt x="56766" y="138993"/>
                    <a:pt x="70079" y="144521"/>
                    <a:pt x="86569" y="144521"/>
                  </a:cubicBezTo>
                  <a:cubicBezTo>
                    <a:pt x="103058" y="144521"/>
                    <a:pt x="116373" y="138993"/>
                    <a:pt x="126502" y="127917"/>
                  </a:cubicBezTo>
                  <a:cubicBezTo>
                    <a:pt x="136630" y="116841"/>
                    <a:pt x="141700" y="102829"/>
                    <a:pt x="141700" y="85861"/>
                  </a:cubicBezTo>
                  <a:cubicBezTo>
                    <a:pt x="141700" y="69143"/>
                    <a:pt x="136568" y="55245"/>
                    <a:pt x="126325" y="44169"/>
                  </a:cubicBezTo>
                  <a:cubicBezTo>
                    <a:pt x="116081" y="33103"/>
                    <a:pt x="102829" y="27566"/>
                    <a:pt x="86569" y="27566"/>
                  </a:cubicBezTo>
                  <a:cubicBezTo>
                    <a:pt x="70079" y="27566"/>
                    <a:pt x="56714" y="33104"/>
                    <a:pt x="46470" y="44169"/>
                  </a:cubicBezTo>
                  <a:cubicBezTo>
                    <a:pt x="36216" y="55245"/>
                    <a:pt x="31094" y="69143"/>
                    <a:pt x="31094" y="85861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C0F9061-747D-32F7-95B4-03A282AAFAC3}"/>
                </a:ext>
              </a:extLst>
            </p:cNvPr>
            <p:cNvSpPr/>
            <p:nvPr/>
          </p:nvSpPr>
          <p:spPr>
            <a:xfrm>
              <a:off x="7377949" y="3841951"/>
              <a:ext cx="99643" cy="167485"/>
            </a:xfrm>
            <a:custGeom>
              <a:avLst/>
              <a:gdLst>
                <a:gd name="connsiteX0" fmla="*/ 7058 w 99643"/>
                <a:gd name="connsiteY0" fmla="*/ 2831 h 167485"/>
                <a:gd name="connsiteX1" fmla="*/ 22964 w 99643"/>
                <a:gd name="connsiteY1" fmla="*/ 2831 h 167485"/>
                <a:gd name="connsiteX2" fmla="*/ 30032 w 99643"/>
                <a:gd name="connsiteY2" fmla="*/ 9889 h 167485"/>
                <a:gd name="connsiteX3" fmla="*/ 30032 w 99643"/>
                <a:gd name="connsiteY3" fmla="*/ 35685 h 167485"/>
                <a:gd name="connsiteX4" fmla="*/ 30387 w 99643"/>
                <a:gd name="connsiteY4" fmla="*/ 35685 h 167485"/>
                <a:gd name="connsiteX5" fmla="*/ 83738 w 99643"/>
                <a:gd name="connsiteY5" fmla="*/ 0 h 167485"/>
                <a:gd name="connsiteX6" fmla="*/ 93637 w 99643"/>
                <a:gd name="connsiteY6" fmla="*/ 708 h 167485"/>
                <a:gd name="connsiteX7" fmla="*/ 99644 w 99643"/>
                <a:gd name="connsiteY7" fmla="*/ 8838 h 167485"/>
                <a:gd name="connsiteX8" fmla="*/ 99644 w 99643"/>
                <a:gd name="connsiteY8" fmla="*/ 22610 h 167485"/>
                <a:gd name="connsiteX9" fmla="*/ 93991 w 99643"/>
                <a:gd name="connsiteY9" fmla="*/ 28617 h 167485"/>
                <a:gd name="connsiteX10" fmla="*/ 92222 w 99643"/>
                <a:gd name="connsiteY10" fmla="*/ 28617 h 167485"/>
                <a:gd name="connsiteX11" fmla="*/ 83383 w 99643"/>
                <a:gd name="connsiteY11" fmla="*/ 28263 h 167485"/>
                <a:gd name="connsiteX12" fmla="*/ 44346 w 99643"/>
                <a:gd name="connsiteY12" fmla="*/ 44877 h 167485"/>
                <a:gd name="connsiteX13" fmla="*/ 30387 w 99643"/>
                <a:gd name="connsiteY13" fmla="*/ 95761 h 167485"/>
                <a:gd name="connsiteX14" fmla="*/ 30387 w 99643"/>
                <a:gd name="connsiteY14" fmla="*/ 160417 h 167485"/>
                <a:gd name="connsiteX15" fmla="*/ 23318 w 99643"/>
                <a:gd name="connsiteY15" fmla="*/ 167485 h 167485"/>
                <a:gd name="connsiteX16" fmla="*/ 7058 w 99643"/>
                <a:gd name="connsiteY16" fmla="*/ 167485 h 167485"/>
                <a:gd name="connsiteX17" fmla="*/ 0 w 99643"/>
                <a:gd name="connsiteY17" fmla="*/ 160417 h 167485"/>
                <a:gd name="connsiteX18" fmla="*/ 0 w 99643"/>
                <a:gd name="connsiteY18" fmla="*/ 9889 h 167485"/>
                <a:gd name="connsiteX19" fmla="*/ 7058 w 99643"/>
                <a:gd name="connsiteY19" fmla="*/ 2832 h 167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643" h="167485">
                  <a:moveTo>
                    <a:pt x="7058" y="2831"/>
                  </a:moveTo>
                  <a:lnTo>
                    <a:pt x="22964" y="2831"/>
                  </a:lnTo>
                  <a:cubicBezTo>
                    <a:pt x="27670" y="2831"/>
                    <a:pt x="30032" y="5184"/>
                    <a:pt x="30032" y="9889"/>
                  </a:cubicBezTo>
                  <a:lnTo>
                    <a:pt x="30032" y="35685"/>
                  </a:lnTo>
                  <a:lnTo>
                    <a:pt x="30387" y="35685"/>
                  </a:lnTo>
                  <a:cubicBezTo>
                    <a:pt x="40036" y="11898"/>
                    <a:pt x="57827" y="0"/>
                    <a:pt x="83738" y="0"/>
                  </a:cubicBezTo>
                  <a:cubicBezTo>
                    <a:pt x="86090" y="0"/>
                    <a:pt x="89390" y="240"/>
                    <a:pt x="93637" y="708"/>
                  </a:cubicBezTo>
                  <a:cubicBezTo>
                    <a:pt x="97634" y="1655"/>
                    <a:pt x="99644" y="4362"/>
                    <a:pt x="99644" y="8838"/>
                  </a:cubicBezTo>
                  <a:lnTo>
                    <a:pt x="99644" y="22610"/>
                  </a:lnTo>
                  <a:cubicBezTo>
                    <a:pt x="99644" y="26618"/>
                    <a:pt x="97749" y="28617"/>
                    <a:pt x="93991" y="28617"/>
                  </a:cubicBezTo>
                  <a:lnTo>
                    <a:pt x="92222" y="28617"/>
                  </a:lnTo>
                  <a:cubicBezTo>
                    <a:pt x="90567" y="28388"/>
                    <a:pt x="87630" y="28263"/>
                    <a:pt x="83383" y="28263"/>
                  </a:cubicBezTo>
                  <a:cubicBezTo>
                    <a:pt x="66655" y="28263"/>
                    <a:pt x="53642" y="33801"/>
                    <a:pt x="44346" y="44877"/>
                  </a:cubicBezTo>
                  <a:cubicBezTo>
                    <a:pt x="35030" y="55953"/>
                    <a:pt x="30387" y="72911"/>
                    <a:pt x="30387" y="95761"/>
                  </a:cubicBezTo>
                  <a:lnTo>
                    <a:pt x="30387" y="160417"/>
                  </a:lnTo>
                  <a:cubicBezTo>
                    <a:pt x="30387" y="165132"/>
                    <a:pt x="28023" y="167485"/>
                    <a:pt x="23318" y="167485"/>
                  </a:cubicBezTo>
                  <a:lnTo>
                    <a:pt x="7058" y="167485"/>
                  </a:lnTo>
                  <a:cubicBezTo>
                    <a:pt x="2353" y="167485"/>
                    <a:pt x="0" y="165132"/>
                    <a:pt x="0" y="160417"/>
                  </a:cubicBezTo>
                  <a:lnTo>
                    <a:pt x="0" y="9889"/>
                  </a:lnTo>
                  <a:cubicBezTo>
                    <a:pt x="0" y="5184"/>
                    <a:pt x="2353" y="2832"/>
                    <a:pt x="7058" y="2832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1431AD-5864-88DB-544D-4A6AD39DC0C4}"/>
                </a:ext>
              </a:extLst>
            </p:cNvPr>
            <p:cNvSpPr/>
            <p:nvPr/>
          </p:nvSpPr>
          <p:spPr>
            <a:xfrm>
              <a:off x="7513986" y="3841243"/>
              <a:ext cx="258644" cy="168192"/>
            </a:xfrm>
            <a:custGeom>
              <a:avLst/>
              <a:gdLst>
                <a:gd name="connsiteX0" fmla="*/ 0 w 258644"/>
                <a:gd name="connsiteY0" fmla="*/ 10597 h 168192"/>
                <a:gd name="connsiteX1" fmla="*/ 7058 w 258644"/>
                <a:gd name="connsiteY1" fmla="*/ 3539 h 168192"/>
                <a:gd name="connsiteX2" fmla="*/ 22610 w 258644"/>
                <a:gd name="connsiteY2" fmla="*/ 3539 h 168192"/>
                <a:gd name="connsiteX3" fmla="*/ 29679 w 258644"/>
                <a:gd name="connsiteY3" fmla="*/ 10597 h 168192"/>
                <a:gd name="connsiteX4" fmla="*/ 29679 w 258644"/>
                <a:gd name="connsiteY4" fmla="*/ 31095 h 168192"/>
                <a:gd name="connsiteX5" fmla="*/ 30741 w 258644"/>
                <a:gd name="connsiteY5" fmla="*/ 31095 h 168192"/>
                <a:gd name="connsiteX6" fmla="*/ 51050 w 258644"/>
                <a:gd name="connsiteY6" fmla="*/ 8307 h 168192"/>
                <a:gd name="connsiteX7" fmla="*/ 83383 w 258644"/>
                <a:gd name="connsiteY7" fmla="*/ 0 h 168192"/>
                <a:gd name="connsiteX8" fmla="*/ 116070 w 258644"/>
                <a:gd name="connsiteY8" fmla="*/ 9015 h 168192"/>
                <a:gd name="connsiteX9" fmla="*/ 137099 w 258644"/>
                <a:gd name="connsiteY9" fmla="*/ 34280 h 168192"/>
                <a:gd name="connsiteX10" fmla="*/ 138161 w 258644"/>
                <a:gd name="connsiteY10" fmla="*/ 34280 h 168192"/>
                <a:gd name="connsiteX11" fmla="*/ 161302 w 258644"/>
                <a:gd name="connsiteY11" fmla="*/ 9015 h 168192"/>
                <a:gd name="connsiteX12" fmla="*/ 196456 w 258644"/>
                <a:gd name="connsiteY12" fmla="*/ 0 h 168192"/>
                <a:gd name="connsiteX13" fmla="*/ 241864 w 258644"/>
                <a:gd name="connsiteY13" fmla="*/ 18374 h 168192"/>
                <a:gd name="connsiteX14" fmla="*/ 258645 w 258644"/>
                <a:gd name="connsiteY14" fmla="*/ 68549 h 168192"/>
                <a:gd name="connsiteX15" fmla="*/ 258645 w 258644"/>
                <a:gd name="connsiteY15" fmla="*/ 161125 h 168192"/>
                <a:gd name="connsiteX16" fmla="*/ 251576 w 258644"/>
                <a:gd name="connsiteY16" fmla="*/ 168193 h 168192"/>
                <a:gd name="connsiteX17" fmla="*/ 234972 w 258644"/>
                <a:gd name="connsiteY17" fmla="*/ 168193 h 168192"/>
                <a:gd name="connsiteX18" fmla="*/ 228258 w 258644"/>
                <a:gd name="connsiteY18" fmla="*/ 161125 h 168192"/>
                <a:gd name="connsiteX19" fmla="*/ 228258 w 258644"/>
                <a:gd name="connsiteY19" fmla="*/ 75972 h 168192"/>
                <a:gd name="connsiteX20" fmla="*/ 218192 w 258644"/>
                <a:gd name="connsiteY20" fmla="*/ 40110 h 168192"/>
                <a:gd name="connsiteX21" fmla="*/ 189741 w 258644"/>
                <a:gd name="connsiteY21" fmla="*/ 27919 h 168192"/>
                <a:gd name="connsiteX22" fmla="*/ 157231 w 258644"/>
                <a:gd name="connsiteY22" fmla="*/ 41348 h 168192"/>
                <a:gd name="connsiteX23" fmla="*/ 144521 w 258644"/>
                <a:gd name="connsiteY23" fmla="*/ 77387 h 168192"/>
                <a:gd name="connsiteX24" fmla="*/ 144521 w 258644"/>
                <a:gd name="connsiteY24" fmla="*/ 161125 h 168192"/>
                <a:gd name="connsiteX25" fmla="*/ 137453 w 258644"/>
                <a:gd name="connsiteY25" fmla="*/ 168193 h 168192"/>
                <a:gd name="connsiteX26" fmla="*/ 121193 w 258644"/>
                <a:gd name="connsiteY26" fmla="*/ 168193 h 168192"/>
                <a:gd name="connsiteX27" fmla="*/ 114124 w 258644"/>
                <a:gd name="connsiteY27" fmla="*/ 161125 h 168192"/>
                <a:gd name="connsiteX28" fmla="*/ 114124 w 258644"/>
                <a:gd name="connsiteY28" fmla="*/ 75971 h 168192"/>
                <a:gd name="connsiteX29" fmla="*/ 103880 w 258644"/>
                <a:gd name="connsiteY29" fmla="*/ 40109 h 168192"/>
                <a:gd name="connsiteX30" fmla="*/ 75618 w 258644"/>
                <a:gd name="connsiteY30" fmla="*/ 27919 h 168192"/>
                <a:gd name="connsiteX31" fmla="*/ 43107 w 258644"/>
                <a:gd name="connsiteY31" fmla="*/ 41515 h 168192"/>
                <a:gd name="connsiteX32" fmla="*/ 30387 w 258644"/>
                <a:gd name="connsiteY32" fmla="*/ 77387 h 168192"/>
                <a:gd name="connsiteX33" fmla="*/ 30387 w 258644"/>
                <a:gd name="connsiteY33" fmla="*/ 161125 h 168192"/>
                <a:gd name="connsiteX34" fmla="*/ 23318 w 258644"/>
                <a:gd name="connsiteY34" fmla="*/ 168193 h 168192"/>
                <a:gd name="connsiteX35" fmla="*/ 7058 w 258644"/>
                <a:gd name="connsiteY35" fmla="*/ 168193 h 168192"/>
                <a:gd name="connsiteX36" fmla="*/ 0 w 258644"/>
                <a:gd name="connsiteY36" fmla="*/ 161125 h 168192"/>
                <a:gd name="connsiteX37" fmla="*/ 0 w 258644"/>
                <a:gd name="connsiteY37" fmla="*/ 10597 h 16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58644" h="168192">
                  <a:moveTo>
                    <a:pt x="0" y="10597"/>
                  </a:moveTo>
                  <a:cubicBezTo>
                    <a:pt x="0" y="5892"/>
                    <a:pt x="2353" y="3539"/>
                    <a:pt x="7058" y="3539"/>
                  </a:cubicBezTo>
                  <a:lnTo>
                    <a:pt x="22610" y="3539"/>
                  </a:lnTo>
                  <a:cubicBezTo>
                    <a:pt x="27315" y="3539"/>
                    <a:pt x="29679" y="5892"/>
                    <a:pt x="29679" y="10597"/>
                  </a:cubicBezTo>
                  <a:lnTo>
                    <a:pt x="29679" y="31095"/>
                  </a:lnTo>
                  <a:lnTo>
                    <a:pt x="30741" y="31095"/>
                  </a:lnTo>
                  <a:cubicBezTo>
                    <a:pt x="34977" y="21444"/>
                    <a:pt x="41744" y="13845"/>
                    <a:pt x="51050" y="8307"/>
                  </a:cubicBezTo>
                  <a:cubicBezTo>
                    <a:pt x="60357" y="2769"/>
                    <a:pt x="71131" y="0"/>
                    <a:pt x="83383" y="0"/>
                  </a:cubicBezTo>
                  <a:cubicBezTo>
                    <a:pt x="95865" y="0"/>
                    <a:pt x="106764" y="3008"/>
                    <a:pt x="116070" y="9015"/>
                  </a:cubicBezTo>
                  <a:cubicBezTo>
                    <a:pt x="125377" y="15022"/>
                    <a:pt x="132383" y="23443"/>
                    <a:pt x="137099" y="34280"/>
                  </a:cubicBezTo>
                  <a:lnTo>
                    <a:pt x="138161" y="34280"/>
                  </a:lnTo>
                  <a:cubicBezTo>
                    <a:pt x="143334" y="23443"/>
                    <a:pt x="151048" y="15022"/>
                    <a:pt x="161302" y="9015"/>
                  </a:cubicBezTo>
                  <a:cubicBezTo>
                    <a:pt x="171545" y="3008"/>
                    <a:pt x="183266" y="0"/>
                    <a:pt x="196456" y="0"/>
                  </a:cubicBezTo>
                  <a:cubicBezTo>
                    <a:pt x="215537" y="0"/>
                    <a:pt x="230674" y="6131"/>
                    <a:pt x="241864" y="18374"/>
                  </a:cubicBezTo>
                  <a:cubicBezTo>
                    <a:pt x="253044" y="30626"/>
                    <a:pt x="258645" y="47355"/>
                    <a:pt x="258645" y="68549"/>
                  </a:cubicBezTo>
                  <a:lnTo>
                    <a:pt x="258645" y="161125"/>
                  </a:lnTo>
                  <a:cubicBezTo>
                    <a:pt x="258645" y="165840"/>
                    <a:pt x="256292" y="168193"/>
                    <a:pt x="251576" y="168193"/>
                  </a:cubicBezTo>
                  <a:lnTo>
                    <a:pt x="234972" y="168193"/>
                  </a:lnTo>
                  <a:cubicBezTo>
                    <a:pt x="230496" y="168193"/>
                    <a:pt x="228258" y="165840"/>
                    <a:pt x="228258" y="161125"/>
                  </a:cubicBezTo>
                  <a:lnTo>
                    <a:pt x="228258" y="75972"/>
                  </a:lnTo>
                  <a:cubicBezTo>
                    <a:pt x="228258" y="60190"/>
                    <a:pt x="224906" y="48229"/>
                    <a:pt x="218192" y="40110"/>
                  </a:cubicBezTo>
                  <a:cubicBezTo>
                    <a:pt x="211478" y="31979"/>
                    <a:pt x="201994" y="27919"/>
                    <a:pt x="189741" y="27919"/>
                  </a:cubicBezTo>
                  <a:cubicBezTo>
                    <a:pt x="176552" y="27919"/>
                    <a:pt x="165715" y="32396"/>
                    <a:pt x="157231" y="41348"/>
                  </a:cubicBezTo>
                  <a:cubicBezTo>
                    <a:pt x="148758" y="50301"/>
                    <a:pt x="144521" y="62314"/>
                    <a:pt x="144521" y="77387"/>
                  </a:cubicBezTo>
                  <a:lnTo>
                    <a:pt x="144521" y="161125"/>
                  </a:lnTo>
                  <a:cubicBezTo>
                    <a:pt x="144521" y="165840"/>
                    <a:pt x="142158" y="168193"/>
                    <a:pt x="137453" y="168193"/>
                  </a:cubicBezTo>
                  <a:lnTo>
                    <a:pt x="121193" y="168193"/>
                  </a:lnTo>
                  <a:cubicBezTo>
                    <a:pt x="116477" y="168193"/>
                    <a:pt x="114124" y="165840"/>
                    <a:pt x="114124" y="161125"/>
                  </a:cubicBezTo>
                  <a:lnTo>
                    <a:pt x="114124" y="75971"/>
                  </a:lnTo>
                  <a:cubicBezTo>
                    <a:pt x="114124" y="60190"/>
                    <a:pt x="110710" y="48229"/>
                    <a:pt x="103880" y="40109"/>
                  </a:cubicBezTo>
                  <a:cubicBezTo>
                    <a:pt x="97041" y="31979"/>
                    <a:pt x="87630" y="27919"/>
                    <a:pt x="75618" y="27919"/>
                  </a:cubicBezTo>
                  <a:cubicBezTo>
                    <a:pt x="62418" y="27919"/>
                    <a:pt x="51581" y="32458"/>
                    <a:pt x="43107" y="41515"/>
                  </a:cubicBezTo>
                  <a:cubicBezTo>
                    <a:pt x="34623" y="50592"/>
                    <a:pt x="30387" y="62543"/>
                    <a:pt x="30387" y="77387"/>
                  </a:cubicBezTo>
                  <a:lnTo>
                    <a:pt x="30387" y="161125"/>
                  </a:lnTo>
                  <a:cubicBezTo>
                    <a:pt x="30387" y="165840"/>
                    <a:pt x="28024" y="168193"/>
                    <a:pt x="23318" y="168193"/>
                  </a:cubicBezTo>
                  <a:lnTo>
                    <a:pt x="7058" y="168193"/>
                  </a:lnTo>
                  <a:cubicBezTo>
                    <a:pt x="2353" y="168193"/>
                    <a:pt x="0" y="165840"/>
                    <a:pt x="0" y="161125"/>
                  </a:cubicBezTo>
                  <a:lnTo>
                    <a:pt x="0" y="10597"/>
                  </a:ln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6B52A3E-7648-1A54-9408-7991C93CCD67}"/>
                </a:ext>
              </a:extLst>
            </p:cNvPr>
            <p:cNvSpPr/>
            <p:nvPr/>
          </p:nvSpPr>
          <p:spPr>
            <a:xfrm>
              <a:off x="7814676" y="3841243"/>
              <a:ext cx="167485" cy="171732"/>
            </a:xfrm>
            <a:custGeom>
              <a:avLst/>
              <a:gdLst>
                <a:gd name="connsiteX0" fmla="*/ 0 w 167485"/>
                <a:gd name="connsiteY0" fmla="*/ 85861 h 171732"/>
                <a:gd name="connsiteX1" fmla="*/ 23495 w 167485"/>
                <a:gd name="connsiteY1" fmla="*/ 24026 h 171732"/>
                <a:gd name="connsiteX2" fmla="*/ 84810 w 167485"/>
                <a:gd name="connsiteY2" fmla="*/ 0 h 171732"/>
                <a:gd name="connsiteX3" fmla="*/ 144698 w 167485"/>
                <a:gd name="connsiteY3" fmla="*/ 23318 h 171732"/>
                <a:gd name="connsiteX4" fmla="*/ 167485 w 167485"/>
                <a:gd name="connsiteY4" fmla="*/ 84810 h 171732"/>
                <a:gd name="connsiteX5" fmla="*/ 167485 w 167485"/>
                <a:gd name="connsiteY5" fmla="*/ 87985 h 171732"/>
                <a:gd name="connsiteX6" fmla="*/ 159365 w 167485"/>
                <a:gd name="connsiteY6" fmla="*/ 96115 h 171732"/>
                <a:gd name="connsiteX7" fmla="*/ 30387 w 167485"/>
                <a:gd name="connsiteY7" fmla="*/ 96115 h 171732"/>
                <a:gd name="connsiteX8" fmla="*/ 47532 w 167485"/>
                <a:gd name="connsiteY8" fmla="*/ 133216 h 171732"/>
                <a:gd name="connsiteX9" fmla="*/ 86215 w 167485"/>
                <a:gd name="connsiteY9" fmla="*/ 145937 h 171732"/>
                <a:gd name="connsiteX10" fmla="*/ 115374 w 167485"/>
                <a:gd name="connsiteY10" fmla="*/ 139930 h 171732"/>
                <a:gd name="connsiteX11" fmla="*/ 132862 w 167485"/>
                <a:gd name="connsiteY11" fmla="*/ 124024 h 171732"/>
                <a:gd name="connsiteX12" fmla="*/ 140992 w 167485"/>
                <a:gd name="connsiteY12" fmla="*/ 118371 h 171732"/>
                <a:gd name="connsiteX13" fmla="*/ 156180 w 167485"/>
                <a:gd name="connsiteY13" fmla="*/ 118371 h 171732"/>
                <a:gd name="connsiteX14" fmla="*/ 161656 w 167485"/>
                <a:gd name="connsiteY14" fmla="*/ 119787 h 171732"/>
                <a:gd name="connsiteX15" fmla="*/ 163248 w 167485"/>
                <a:gd name="connsiteY15" fmla="*/ 123316 h 171732"/>
                <a:gd name="connsiteX16" fmla="*/ 163248 w 167485"/>
                <a:gd name="connsiteY16" fmla="*/ 124024 h 171732"/>
                <a:gd name="connsiteX17" fmla="*/ 135693 w 167485"/>
                <a:gd name="connsiteY17" fmla="*/ 158481 h 171732"/>
                <a:gd name="connsiteX18" fmla="*/ 85872 w 167485"/>
                <a:gd name="connsiteY18" fmla="*/ 171733 h 171732"/>
                <a:gd name="connsiteX19" fmla="*/ 23495 w 167485"/>
                <a:gd name="connsiteY19" fmla="*/ 148050 h 171732"/>
                <a:gd name="connsiteX20" fmla="*/ 0 w 167485"/>
                <a:gd name="connsiteY20" fmla="*/ 85861 h 171732"/>
                <a:gd name="connsiteX21" fmla="*/ 31095 w 167485"/>
                <a:gd name="connsiteY21" fmla="*/ 72442 h 171732"/>
                <a:gd name="connsiteX22" fmla="*/ 136391 w 167485"/>
                <a:gd name="connsiteY22" fmla="*/ 72442 h 171732"/>
                <a:gd name="connsiteX23" fmla="*/ 119787 w 167485"/>
                <a:gd name="connsiteY23" fmla="*/ 37455 h 171732"/>
                <a:gd name="connsiteX24" fmla="*/ 84456 w 167485"/>
                <a:gd name="connsiteY24" fmla="*/ 25442 h 171732"/>
                <a:gd name="connsiteX25" fmla="*/ 48063 w 167485"/>
                <a:gd name="connsiteY25" fmla="*/ 37455 h 171732"/>
                <a:gd name="connsiteX26" fmla="*/ 31095 w 167485"/>
                <a:gd name="connsiteY26" fmla="*/ 72442 h 17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7485" h="171732">
                  <a:moveTo>
                    <a:pt x="0" y="85861"/>
                  </a:moveTo>
                  <a:cubicBezTo>
                    <a:pt x="0" y="60659"/>
                    <a:pt x="7828" y="40047"/>
                    <a:pt x="23495" y="24026"/>
                  </a:cubicBezTo>
                  <a:cubicBezTo>
                    <a:pt x="39162" y="8016"/>
                    <a:pt x="59597" y="0"/>
                    <a:pt x="84810" y="0"/>
                  </a:cubicBezTo>
                  <a:cubicBezTo>
                    <a:pt x="109544" y="0"/>
                    <a:pt x="129510" y="7776"/>
                    <a:pt x="144698" y="23318"/>
                  </a:cubicBezTo>
                  <a:cubicBezTo>
                    <a:pt x="159896" y="38871"/>
                    <a:pt x="167485" y="59368"/>
                    <a:pt x="167485" y="84810"/>
                  </a:cubicBezTo>
                  <a:lnTo>
                    <a:pt x="167485" y="87985"/>
                  </a:lnTo>
                  <a:cubicBezTo>
                    <a:pt x="167485" y="93408"/>
                    <a:pt x="164779" y="96115"/>
                    <a:pt x="159365" y="96115"/>
                  </a:cubicBezTo>
                  <a:lnTo>
                    <a:pt x="30387" y="96115"/>
                  </a:lnTo>
                  <a:cubicBezTo>
                    <a:pt x="32031" y="112365"/>
                    <a:pt x="37747" y="124732"/>
                    <a:pt x="47532" y="133216"/>
                  </a:cubicBezTo>
                  <a:cubicBezTo>
                    <a:pt x="57297" y="141689"/>
                    <a:pt x="70194" y="145937"/>
                    <a:pt x="86215" y="145937"/>
                  </a:cubicBezTo>
                  <a:cubicBezTo>
                    <a:pt x="97530" y="145937"/>
                    <a:pt x="107243" y="143938"/>
                    <a:pt x="115374" y="139930"/>
                  </a:cubicBezTo>
                  <a:cubicBezTo>
                    <a:pt x="123503" y="135922"/>
                    <a:pt x="129333" y="130624"/>
                    <a:pt x="132862" y="124024"/>
                  </a:cubicBezTo>
                  <a:cubicBezTo>
                    <a:pt x="134507" y="120266"/>
                    <a:pt x="137213" y="118371"/>
                    <a:pt x="140992" y="118371"/>
                  </a:cubicBezTo>
                  <a:lnTo>
                    <a:pt x="156180" y="118371"/>
                  </a:lnTo>
                  <a:cubicBezTo>
                    <a:pt x="158772" y="118371"/>
                    <a:pt x="160604" y="118850"/>
                    <a:pt x="161656" y="119787"/>
                  </a:cubicBezTo>
                  <a:cubicBezTo>
                    <a:pt x="162717" y="120734"/>
                    <a:pt x="163248" y="121910"/>
                    <a:pt x="163248" y="123316"/>
                  </a:cubicBezTo>
                  <a:lnTo>
                    <a:pt x="163248" y="124024"/>
                  </a:lnTo>
                  <a:cubicBezTo>
                    <a:pt x="158533" y="138161"/>
                    <a:pt x="149351" y="149642"/>
                    <a:pt x="135693" y="158481"/>
                  </a:cubicBezTo>
                  <a:cubicBezTo>
                    <a:pt x="122025" y="167308"/>
                    <a:pt x="105421" y="171733"/>
                    <a:pt x="85872" y="171733"/>
                  </a:cubicBezTo>
                  <a:cubicBezTo>
                    <a:pt x="59951" y="171733"/>
                    <a:pt x="39162" y="163842"/>
                    <a:pt x="23495" y="148050"/>
                  </a:cubicBezTo>
                  <a:cubicBezTo>
                    <a:pt x="7828" y="132279"/>
                    <a:pt x="0" y="111542"/>
                    <a:pt x="0" y="85861"/>
                  </a:cubicBezTo>
                  <a:close/>
                  <a:moveTo>
                    <a:pt x="31095" y="72442"/>
                  </a:moveTo>
                  <a:lnTo>
                    <a:pt x="136391" y="72442"/>
                  </a:lnTo>
                  <a:cubicBezTo>
                    <a:pt x="134278" y="57130"/>
                    <a:pt x="128739" y="45470"/>
                    <a:pt x="119787" y="37455"/>
                  </a:cubicBezTo>
                  <a:cubicBezTo>
                    <a:pt x="110834" y="29450"/>
                    <a:pt x="99061" y="25442"/>
                    <a:pt x="84456" y="25442"/>
                  </a:cubicBezTo>
                  <a:cubicBezTo>
                    <a:pt x="69372" y="25442"/>
                    <a:pt x="57245" y="29450"/>
                    <a:pt x="48063" y="37455"/>
                  </a:cubicBezTo>
                  <a:cubicBezTo>
                    <a:pt x="38870" y="45470"/>
                    <a:pt x="33218" y="57129"/>
                    <a:pt x="31095" y="72442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2084F05-A932-EEB2-203D-365F9DD26EDC}"/>
                </a:ext>
              </a:extLst>
            </p:cNvPr>
            <p:cNvSpPr/>
            <p:nvPr/>
          </p:nvSpPr>
          <p:spPr>
            <a:xfrm>
              <a:off x="8016441" y="3762096"/>
              <a:ext cx="171377" cy="250878"/>
            </a:xfrm>
            <a:custGeom>
              <a:avLst/>
              <a:gdLst>
                <a:gd name="connsiteX0" fmla="*/ 24026 w 171377"/>
                <a:gd name="connsiteY0" fmla="*/ 103880 h 250878"/>
                <a:gd name="connsiteX1" fmla="*/ 81978 w 171377"/>
                <a:gd name="connsiteY1" fmla="*/ 79146 h 250878"/>
                <a:gd name="connsiteX2" fmla="*/ 116789 w 171377"/>
                <a:gd name="connsiteY2" fmla="*/ 87276 h 250878"/>
                <a:gd name="connsiteX3" fmla="*/ 139930 w 171377"/>
                <a:gd name="connsiteY3" fmla="*/ 109179 h 250878"/>
                <a:gd name="connsiteX4" fmla="*/ 140992 w 171377"/>
                <a:gd name="connsiteY4" fmla="*/ 109179 h 250878"/>
                <a:gd name="connsiteX5" fmla="*/ 140992 w 171377"/>
                <a:gd name="connsiteY5" fmla="*/ 7068 h 250878"/>
                <a:gd name="connsiteX6" fmla="*/ 148060 w 171377"/>
                <a:gd name="connsiteY6" fmla="*/ 0 h 250878"/>
                <a:gd name="connsiteX7" fmla="*/ 164664 w 171377"/>
                <a:gd name="connsiteY7" fmla="*/ 0 h 250878"/>
                <a:gd name="connsiteX8" fmla="*/ 171378 w 171377"/>
                <a:gd name="connsiteY8" fmla="*/ 7068 h 250878"/>
                <a:gd name="connsiteX9" fmla="*/ 171378 w 171377"/>
                <a:gd name="connsiteY9" fmla="*/ 240271 h 250878"/>
                <a:gd name="connsiteX10" fmla="*/ 164664 w 171377"/>
                <a:gd name="connsiteY10" fmla="*/ 247340 h 250878"/>
                <a:gd name="connsiteX11" fmla="*/ 148414 w 171377"/>
                <a:gd name="connsiteY11" fmla="*/ 247340 h 250878"/>
                <a:gd name="connsiteX12" fmla="*/ 141346 w 171377"/>
                <a:gd name="connsiteY12" fmla="*/ 240271 h 250878"/>
                <a:gd name="connsiteX13" fmla="*/ 141346 w 171377"/>
                <a:gd name="connsiteY13" fmla="*/ 220836 h 250878"/>
                <a:gd name="connsiteX14" fmla="*/ 140638 w 171377"/>
                <a:gd name="connsiteY14" fmla="*/ 220836 h 250878"/>
                <a:gd name="connsiteX15" fmla="*/ 117663 w 171377"/>
                <a:gd name="connsiteY15" fmla="*/ 242925 h 250878"/>
                <a:gd name="connsiteX16" fmla="*/ 82332 w 171377"/>
                <a:gd name="connsiteY16" fmla="*/ 250879 h 250878"/>
                <a:gd name="connsiteX17" fmla="*/ 23849 w 171377"/>
                <a:gd name="connsiteY17" fmla="*/ 226145 h 250878"/>
                <a:gd name="connsiteX18" fmla="*/ 0 w 171377"/>
                <a:gd name="connsiteY18" fmla="*/ 165007 h 250878"/>
                <a:gd name="connsiteX19" fmla="*/ 24026 w 171377"/>
                <a:gd name="connsiteY19" fmla="*/ 103880 h 250878"/>
                <a:gd name="connsiteX20" fmla="*/ 31094 w 171377"/>
                <a:gd name="connsiteY20" fmla="*/ 165007 h 250878"/>
                <a:gd name="connsiteX21" fmla="*/ 46647 w 171377"/>
                <a:gd name="connsiteY21" fmla="*/ 207063 h 250878"/>
                <a:gd name="connsiteX22" fmla="*/ 86569 w 171377"/>
                <a:gd name="connsiteY22" fmla="*/ 223667 h 250878"/>
                <a:gd name="connsiteX23" fmla="*/ 126502 w 171377"/>
                <a:gd name="connsiteY23" fmla="*/ 207063 h 250878"/>
                <a:gd name="connsiteX24" fmla="*/ 141700 w 171377"/>
                <a:gd name="connsiteY24" fmla="*/ 165007 h 250878"/>
                <a:gd name="connsiteX25" fmla="*/ 126324 w 171377"/>
                <a:gd name="connsiteY25" fmla="*/ 123316 h 250878"/>
                <a:gd name="connsiteX26" fmla="*/ 86569 w 171377"/>
                <a:gd name="connsiteY26" fmla="*/ 106712 h 250878"/>
                <a:gd name="connsiteX27" fmla="*/ 46470 w 171377"/>
                <a:gd name="connsiteY27" fmla="*/ 123316 h 250878"/>
                <a:gd name="connsiteX28" fmla="*/ 31094 w 171377"/>
                <a:gd name="connsiteY28" fmla="*/ 165007 h 250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1377" h="250878">
                  <a:moveTo>
                    <a:pt x="24026" y="103880"/>
                  </a:moveTo>
                  <a:cubicBezTo>
                    <a:pt x="39808" y="87391"/>
                    <a:pt x="59128" y="79146"/>
                    <a:pt x="81978" y="79146"/>
                  </a:cubicBezTo>
                  <a:cubicBezTo>
                    <a:pt x="94459" y="79146"/>
                    <a:pt x="106066" y="81863"/>
                    <a:pt x="116789" y="87276"/>
                  </a:cubicBezTo>
                  <a:cubicBezTo>
                    <a:pt x="127501" y="92700"/>
                    <a:pt x="135214" y="99997"/>
                    <a:pt x="139930" y="109179"/>
                  </a:cubicBezTo>
                  <a:lnTo>
                    <a:pt x="140992" y="109179"/>
                  </a:lnTo>
                  <a:lnTo>
                    <a:pt x="140992" y="7068"/>
                  </a:lnTo>
                  <a:cubicBezTo>
                    <a:pt x="140992" y="2353"/>
                    <a:pt x="143345" y="0"/>
                    <a:pt x="148060" y="0"/>
                  </a:cubicBezTo>
                  <a:lnTo>
                    <a:pt x="164664" y="0"/>
                  </a:lnTo>
                  <a:cubicBezTo>
                    <a:pt x="169140" y="0"/>
                    <a:pt x="171378" y="2353"/>
                    <a:pt x="171378" y="7068"/>
                  </a:cubicBezTo>
                  <a:lnTo>
                    <a:pt x="171378" y="240271"/>
                  </a:lnTo>
                  <a:cubicBezTo>
                    <a:pt x="171378" y="244987"/>
                    <a:pt x="169140" y="247340"/>
                    <a:pt x="164664" y="247340"/>
                  </a:cubicBezTo>
                  <a:lnTo>
                    <a:pt x="148414" y="247340"/>
                  </a:lnTo>
                  <a:cubicBezTo>
                    <a:pt x="143698" y="247340"/>
                    <a:pt x="141346" y="244987"/>
                    <a:pt x="141346" y="240271"/>
                  </a:cubicBezTo>
                  <a:lnTo>
                    <a:pt x="141346" y="220836"/>
                  </a:lnTo>
                  <a:lnTo>
                    <a:pt x="140638" y="220836"/>
                  </a:lnTo>
                  <a:cubicBezTo>
                    <a:pt x="135922" y="230267"/>
                    <a:pt x="128270" y="237627"/>
                    <a:pt x="117663" y="242925"/>
                  </a:cubicBezTo>
                  <a:cubicBezTo>
                    <a:pt x="107066" y="248224"/>
                    <a:pt x="95282" y="250879"/>
                    <a:pt x="82332" y="250879"/>
                  </a:cubicBezTo>
                  <a:cubicBezTo>
                    <a:pt x="59243" y="250879"/>
                    <a:pt x="39755" y="242634"/>
                    <a:pt x="23849" y="226145"/>
                  </a:cubicBezTo>
                  <a:cubicBezTo>
                    <a:pt x="7953" y="209655"/>
                    <a:pt x="0" y="189273"/>
                    <a:pt x="0" y="165007"/>
                  </a:cubicBezTo>
                  <a:cubicBezTo>
                    <a:pt x="0" y="140981"/>
                    <a:pt x="8005" y="120609"/>
                    <a:pt x="24026" y="103880"/>
                  </a:cubicBezTo>
                  <a:close/>
                  <a:moveTo>
                    <a:pt x="31094" y="165007"/>
                  </a:moveTo>
                  <a:cubicBezTo>
                    <a:pt x="31094" y="181976"/>
                    <a:pt x="36278" y="195987"/>
                    <a:pt x="46647" y="207063"/>
                  </a:cubicBezTo>
                  <a:cubicBezTo>
                    <a:pt x="56766" y="218140"/>
                    <a:pt x="70079" y="223667"/>
                    <a:pt x="86569" y="223667"/>
                  </a:cubicBezTo>
                  <a:cubicBezTo>
                    <a:pt x="103058" y="223667"/>
                    <a:pt x="116373" y="218139"/>
                    <a:pt x="126502" y="207063"/>
                  </a:cubicBezTo>
                  <a:cubicBezTo>
                    <a:pt x="136630" y="195987"/>
                    <a:pt x="141700" y="181976"/>
                    <a:pt x="141700" y="165007"/>
                  </a:cubicBezTo>
                  <a:cubicBezTo>
                    <a:pt x="141700" y="148289"/>
                    <a:pt x="136568" y="134392"/>
                    <a:pt x="126324" y="123316"/>
                  </a:cubicBezTo>
                  <a:cubicBezTo>
                    <a:pt x="116081" y="112250"/>
                    <a:pt x="102829" y="106712"/>
                    <a:pt x="86569" y="106712"/>
                  </a:cubicBezTo>
                  <a:cubicBezTo>
                    <a:pt x="70079" y="106712"/>
                    <a:pt x="56714" y="112250"/>
                    <a:pt x="46470" y="123316"/>
                  </a:cubicBezTo>
                  <a:cubicBezTo>
                    <a:pt x="36216" y="134392"/>
                    <a:pt x="31094" y="148289"/>
                    <a:pt x="31094" y="165007"/>
                  </a:cubicBezTo>
                  <a:close/>
                </a:path>
              </a:pathLst>
            </a:custGeom>
            <a:solidFill>
              <a:srgbClr val="151F6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11CDE8E5-6C95-3824-AD71-3187AE4D13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948597" y="6391509"/>
            <a:ext cx="294806" cy="29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0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98" r:id="rId5"/>
    <p:sldLayoutId id="2147483654" r:id="rId6"/>
    <p:sldLayoutId id="2147483699" r:id="rId7"/>
    <p:sldLayoutId id="2147483696" r:id="rId8"/>
    <p:sldLayoutId id="2147483690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3" r:id="rId17"/>
    <p:sldLayoutId id="2147483664" r:id="rId18"/>
    <p:sldLayoutId id="2147483665" r:id="rId19"/>
    <p:sldLayoutId id="2147483692" r:id="rId20"/>
    <p:sldLayoutId id="2147483694" r:id="rId21"/>
    <p:sldLayoutId id="2147483666" r:id="rId22"/>
    <p:sldLayoutId id="2147483667" r:id="rId23"/>
    <p:sldLayoutId id="2147483668" r:id="rId24"/>
    <p:sldLayoutId id="2147483669" r:id="rId2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F8E7BD-460F-73B6-882C-F24467C1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98" y="330171"/>
            <a:ext cx="11232204" cy="701731"/>
          </a:xfrm>
          <a:prstGeom prst="rect">
            <a:avLst/>
          </a:prstGeom>
        </p:spPr>
        <p:txBody>
          <a:bodyPr vert="horz" wrap="square" lIns="0" tIns="45720" rIns="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444AA-017A-98CA-948B-36DD54CA7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898" y="1825625"/>
            <a:ext cx="11232204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C8938-C1C1-61DC-01E5-2339FAC72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9898" y="6400413"/>
            <a:ext cx="4197033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DFF44-8912-5FA9-92B5-FFC1622FE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67348" y="6400413"/>
            <a:ext cx="324652" cy="276999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lvl1pPr algn="ctr">
              <a:defRPr sz="1200" b="1">
                <a:solidFill>
                  <a:schemeClr val="accent1"/>
                </a:solidFill>
              </a:defRPr>
            </a:lvl1pPr>
          </a:lstStyle>
          <a:p>
            <a:fld id="{DD50A7D0-C801-1D45-B363-515922A5A947}" type="slidenum">
              <a:rPr lang="en-BE" smtClean="0"/>
              <a:pPr/>
              <a:t>‹#›</a:t>
            </a:fld>
            <a:endParaRPr lang="en-BE" b="1"/>
          </a:p>
        </p:txBody>
      </p:sp>
    </p:spTree>
    <p:extLst>
      <p:ext uri="{BB962C8B-B14F-4D97-AF65-F5344CB8AC3E}">
        <p14:creationId xmlns:p14="http://schemas.microsoft.com/office/powerpoint/2010/main" val="234335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97" r:id="rId6"/>
    <p:sldLayoutId id="2147483691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93" r:id="rId18"/>
    <p:sldLayoutId id="2147483695" r:id="rId19"/>
    <p:sldLayoutId id="2147483686" r:id="rId20"/>
    <p:sldLayoutId id="2147483687" r:id="rId21"/>
    <p:sldLayoutId id="2147483688" r:id="rId22"/>
    <p:sldLayoutId id="2147483689" r:id="rId2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accent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70000"/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9A3D-88AF-D31E-A8E4-0DFC25B0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C4C991E0-59E5-DB9F-59B1-DB53347AE6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9400" y="3371850"/>
            <a:ext cx="4445000" cy="171450"/>
          </a:xfrm>
        </p:spPr>
        <p:txBody>
          <a:bodyPr>
            <a:normAutofit/>
          </a:bodyPr>
          <a:lstStyle/>
          <a:p>
            <a:endParaRPr lang="en-BE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F2192385-CE33-BDCF-2BDA-7048F31D1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5529" y="2727269"/>
            <a:ext cx="6081820" cy="701731"/>
          </a:xfrm>
        </p:spPr>
        <p:txBody>
          <a:bodyPr/>
          <a:lstStyle/>
          <a:p>
            <a:r>
              <a:rPr lang="nl-BE" dirty="0"/>
              <a:t>Title</a:t>
            </a:r>
            <a:endParaRPr lang="en-BE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84F1CBE5-2C66-650E-7CA9-68263F85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5529" y="3647183"/>
            <a:ext cx="6081820" cy="424732"/>
          </a:xfrm>
        </p:spPr>
        <p:txBody>
          <a:bodyPr/>
          <a:lstStyle/>
          <a:p>
            <a:r>
              <a:rPr lang="nl-BE" dirty="0"/>
              <a:t>Subtitle</a:t>
            </a:r>
            <a:endParaRPr lang="en-BE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F08FF8-FCC5-D4B8-B2FC-986DD4829B98}"/>
              </a:ext>
            </a:extLst>
          </p:cNvPr>
          <p:cNvGrpSpPr/>
          <p:nvPr/>
        </p:nvGrpSpPr>
        <p:grpSpPr>
          <a:xfrm>
            <a:off x="1374262" y="4229516"/>
            <a:ext cx="418080" cy="206826"/>
            <a:chOff x="1266967" y="4276448"/>
            <a:chExt cx="418080" cy="206826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EA1EC41-4109-84C0-5579-5227B652CBC5}"/>
                </a:ext>
              </a:extLst>
            </p:cNvPr>
            <p:cNvSpPr/>
            <p:nvPr/>
          </p:nvSpPr>
          <p:spPr>
            <a:xfrm>
              <a:off x="1406765" y="4355624"/>
              <a:ext cx="26124" cy="43446"/>
            </a:xfrm>
            <a:custGeom>
              <a:avLst/>
              <a:gdLst>
                <a:gd name="connsiteX0" fmla="*/ 18824 w 36999"/>
                <a:gd name="connsiteY0" fmla="*/ 0 h 61531"/>
                <a:gd name="connsiteX1" fmla="*/ 37000 w 36999"/>
                <a:gd name="connsiteY1" fmla="*/ 58415 h 61531"/>
                <a:gd name="connsiteX2" fmla="*/ 18702 w 36999"/>
                <a:gd name="connsiteY2" fmla="*/ 61532 h 61531"/>
                <a:gd name="connsiteX3" fmla="*/ 0 w 36999"/>
                <a:gd name="connsiteY3" fmla="*/ 58253 h 61531"/>
                <a:gd name="connsiteX4" fmla="*/ 18500 w 36999"/>
                <a:gd name="connsiteY4" fmla="*/ 0 h 61531"/>
                <a:gd name="connsiteX5" fmla="*/ 18824 w 36999"/>
                <a:gd name="connsiteY5" fmla="*/ 0 h 6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999" h="61531">
                  <a:moveTo>
                    <a:pt x="18824" y="0"/>
                  </a:moveTo>
                  <a:lnTo>
                    <a:pt x="37000" y="58415"/>
                  </a:lnTo>
                  <a:cubicBezTo>
                    <a:pt x="31535" y="60358"/>
                    <a:pt x="25301" y="61532"/>
                    <a:pt x="18702" y="61532"/>
                  </a:cubicBezTo>
                  <a:cubicBezTo>
                    <a:pt x="11901" y="61532"/>
                    <a:pt x="5506" y="60358"/>
                    <a:pt x="0" y="58253"/>
                  </a:cubicBezTo>
                  <a:lnTo>
                    <a:pt x="18500" y="0"/>
                  </a:lnTo>
                  <a:lnTo>
                    <a:pt x="18824" y="0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09E7E3A-08E3-CD10-3B77-4E17B37C4CF3}"/>
                </a:ext>
              </a:extLst>
            </p:cNvPr>
            <p:cNvSpPr/>
            <p:nvPr/>
          </p:nvSpPr>
          <p:spPr>
            <a:xfrm>
              <a:off x="1508435" y="4342247"/>
              <a:ext cx="30783" cy="33184"/>
            </a:xfrm>
            <a:custGeom>
              <a:avLst/>
              <a:gdLst>
                <a:gd name="connsiteX0" fmla="*/ 43598 w 43598"/>
                <a:gd name="connsiteY0" fmla="*/ 23196 h 46998"/>
                <a:gd name="connsiteX1" fmla="*/ 12832 w 43598"/>
                <a:gd name="connsiteY1" fmla="*/ 46999 h 46998"/>
                <a:gd name="connsiteX2" fmla="*/ 0 w 43598"/>
                <a:gd name="connsiteY2" fmla="*/ 46999 h 46998"/>
                <a:gd name="connsiteX3" fmla="*/ 0 w 43598"/>
                <a:gd name="connsiteY3" fmla="*/ 0 h 46998"/>
                <a:gd name="connsiteX4" fmla="*/ 12832 w 43598"/>
                <a:gd name="connsiteY4" fmla="*/ 0 h 46998"/>
                <a:gd name="connsiteX5" fmla="*/ 43598 w 43598"/>
                <a:gd name="connsiteY5" fmla="*/ 23196 h 4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598" h="46998">
                  <a:moveTo>
                    <a:pt x="43598" y="23196"/>
                  </a:moveTo>
                  <a:cubicBezTo>
                    <a:pt x="43598" y="41291"/>
                    <a:pt x="29956" y="46999"/>
                    <a:pt x="12832" y="46999"/>
                  </a:cubicBezTo>
                  <a:lnTo>
                    <a:pt x="0" y="46999"/>
                  </a:lnTo>
                  <a:lnTo>
                    <a:pt x="0" y="0"/>
                  </a:lnTo>
                  <a:lnTo>
                    <a:pt x="12832" y="0"/>
                  </a:lnTo>
                  <a:cubicBezTo>
                    <a:pt x="29956" y="0"/>
                    <a:pt x="43598" y="5708"/>
                    <a:pt x="43598" y="23196"/>
                  </a:cubicBez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D18643E-080B-1AD1-E72F-2F5A1A3E9EDB}"/>
                </a:ext>
              </a:extLst>
            </p:cNvPr>
            <p:cNvSpPr/>
            <p:nvPr/>
          </p:nvSpPr>
          <p:spPr>
            <a:xfrm>
              <a:off x="1266967" y="4276448"/>
              <a:ext cx="418080" cy="206826"/>
            </a:xfrm>
            <a:custGeom>
              <a:avLst/>
              <a:gdLst>
                <a:gd name="connsiteX0" fmla="*/ 0 w 592119"/>
                <a:gd name="connsiteY0" fmla="*/ 0 h 292922"/>
                <a:gd name="connsiteX1" fmla="*/ 0 w 592119"/>
                <a:gd name="connsiteY1" fmla="*/ 292922 h 292922"/>
                <a:gd name="connsiteX2" fmla="*/ 299237 w 592119"/>
                <a:gd name="connsiteY2" fmla="*/ 292922 h 292922"/>
                <a:gd name="connsiteX3" fmla="*/ 592119 w 592119"/>
                <a:gd name="connsiteY3" fmla="*/ 0 h 292922"/>
                <a:gd name="connsiteX4" fmla="*/ 0 w 592119"/>
                <a:gd name="connsiteY4" fmla="*/ 0 h 292922"/>
                <a:gd name="connsiteX5" fmla="*/ 360809 w 592119"/>
                <a:gd name="connsiteY5" fmla="*/ 180263 h 292922"/>
                <a:gd name="connsiteX6" fmla="*/ 341986 w 592119"/>
                <a:gd name="connsiteY6" fmla="*/ 180263 h 292922"/>
                <a:gd name="connsiteX7" fmla="*/ 341986 w 592119"/>
                <a:gd name="connsiteY7" fmla="*/ 236208 h 292922"/>
                <a:gd name="connsiteX8" fmla="*/ 255599 w 592119"/>
                <a:gd name="connsiteY8" fmla="*/ 236208 h 292922"/>
                <a:gd name="connsiteX9" fmla="*/ 247057 w 592119"/>
                <a:gd name="connsiteY9" fmla="*/ 209450 h 292922"/>
                <a:gd name="connsiteX10" fmla="*/ 216696 w 592119"/>
                <a:gd name="connsiteY10" fmla="*/ 214105 h 292922"/>
                <a:gd name="connsiteX11" fmla="*/ 185566 w 592119"/>
                <a:gd name="connsiteY11" fmla="*/ 209167 h 292922"/>
                <a:gd name="connsiteX12" fmla="*/ 176660 w 592119"/>
                <a:gd name="connsiteY12" fmla="*/ 236208 h 292922"/>
                <a:gd name="connsiteX13" fmla="*/ 123711 w 592119"/>
                <a:gd name="connsiteY13" fmla="*/ 236208 h 292922"/>
                <a:gd name="connsiteX14" fmla="*/ 129581 w 592119"/>
                <a:gd name="connsiteY14" fmla="*/ 220582 h 292922"/>
                <a:gd name="connsiteX15" fmla="*/ 127435 w 592119"/>
                <a:gd name="connsiteY15" fmla="*/ 222404 h 292922"/>
                <a:gd name="connsiteX16" fmla="*/ 77279 w 592119"/>
                <a:gd name="connsiteY16" fmla="*/ 239244 h 292922"/>
                <a:gd name="connsiteX17" fmla="*/ 74242 w 592119"/>
                <a:gd name="connsiteY17" fmla="*/ 239285 h 292922"/>
                <a:gd name="connsiteX18" fmla="*/ 8258 w 592119"/>
                <a:gd name="connsiteY18" fmla="*/ 221716 h 292922"/>
                <a:gd name="connsiteX19" fmla="*/ 26272 w 592119"/>
                <a:gd name="connsiteY19" fmla="*/ 185971 h 292922"/>
                <a:gd name="connsiteX20" fmla="*/ 74526 w 592119"/>
                <a:gd name="connsiteY20" fmla="*/ 199734 h 292922"/>
                <a:gd name="connsiteX21" fmla="*/ 93309 w 592119"/>
                <a:gd name="connsiteY21" fmla="*/ 193865 h 292922"/>
                <a:gd name="connsiteX22" fmla="*/ 97155 w 592119"/>
                <a:gd name="connsiteY22" fmla="*/ 184756 h 292922"/>
                <a:gd name="connsiteX23" fmla="*/ 67927 w 592119"/>
                <a:gd name="connsiteY23" fmla="*/ 166094 h 292922"/>
                <a:gd name="connsiteX24" fmla="*/ 28296 w 592119"/>
                <a:gd name="connsiteY24" fmla="*/ 147959 h 292922"/>
                <a:gd name="connsiteX25" fmla="*/ 8258 w 592119"/>
                <a:gd name="connsiteY25" fmla="*/ 107275 h 292922"/>
                <a:gd name="connsiteX26" fmla="*/ 22224 w 592119"/>
                <a:gd name="connsiteY26" fmla="*/ 73271 h 292922"/>
                <a:gd name="connsiteX27" fmla="*/ 80517 w 592119"/>
                <a:gd name="connsiteY27" fmla="*/ 51978 h 292922"/>
                <a:gd name="connsiteX28" fmla="*/ 80638 w 592119"/>
                <a:gd name="connsiteY28" fmla="*/ 51978 h 292922"/>
                <a:gd name="connsiteX29" fmla="*/ 146663 w 592119"/>
                <a:gd name="connsiteY29" fmla="*/ 67603 h 292922"/>
                <a:gd name="connsiteX30" fmla="*/ 126423 w 592119"/>
                <a:gd name="connsiteY30" fmla="*/ 102863 h 292922"/>
                <a:gd name="connsiteX31" fmla="*/ 83756 w 592119"/>
                <a:gd name="connsiteY31" fmla="*/ 91366 h 292922"/>
                <a:gd name="connsiteX32" fmla="*/ 57362 w 592119"/>
                <a:gd name="connsiteY32" fmla="*/ 103389 h 292922"/>
                <a:gd name="connsiteX33" fmla="*/ 89585 w 592119"/>
                <a:gd name="connsiteY33" fmla="*/ 124075 h 292922"/>
                <a:gd name="connsiteX34" fmla="*/ 148242 w 592119"/>
                <a:gd name="connsiteY34" fmla="*/ 170952 h 292922"/>
                <a:gd name="connsiteX35" fmla="*/ 191719 w 592119"/>
                <a:gd name="connsiteY35" fmla="*/ 55054 h 292922"/>
                <a:gd name="connsiteX36" fmla="*/ 242199 w 592119"/>
                <a:gd name="connsiteY36" fmla="*/ 55054 h 292922"/>
                <a:gd name="connsiteX37" fmla="*/ 293084 w 592119"/>
                <a:gd name="connsiteY37" fmla="*/ 193622 h 292922"/>
                <a:gd name="connsiteX38" fmla="*/ 293084 w 592119"/>
                <a:gd name="connsiteY38" fmla="*/ 55054 h 292922"/>
                <a:gd name="connsiteX39" fmla="*/ 351377 w 592119"/>
                <a:gd name="connsiteY39" fmla="*/ 55095 h 292922"/>
                <a:gd name="connsiteX40" fmla="*/ 433230 w 592119"/>
                <a:gd name="connsiteY40" fmla="*/ 118205 h 292922"/>
                <a:gd name="connsiteX41" fmla="*/ 360809 w 592119"/>
                <a:gd name="connsiteY41" fmla="*/ 180263 h 292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92119" h="292922">
                  <a:moveTo>
                    <a:pt x="0" y="0"/>
                  </a:moveTo>
                  <a:lnTo>
                    <a:pt x="0" y="292922"/>
                  </a:lnTo>
                  <a:lnTo>
                    <a:pt x="299237" y="292922"/>
                  </a:lnTo>
                  <a:lnTo>
                    <a:pt x="592119" y="0"/>
                  </a:lnTo>
                  <a:lnTo>
                    <a:pt x="0" y="0"/>
                  </a:lnTo>
                  <a:close/>
                  <a:moveTo>
                    <a:pt x="360809" y="180263"/>
                  </a:moveTo>
                  <a:lnTo>
                    <a:pt x="341986" y="180263"/>
                  </a:lnTo>
                  <a:lnTo>
                    <a:pt x="341986" y="236208"/>
                  </a:lnTo>
                  <a:lnTo>
                    <a:pt x="255599" y="236208"/>
                  </a:lnTo>
                  <a:lnTo>
                    <a:pt x="247057" y="209450"/>
                  </a:lnTo>
                  <a:cubicBezTo>
                    <a:pt x="237908" y="212446"/>
                    <a:pt x="227626" y="214105"/>
                    <a:pt x="216696" y="214105"/>
                  </a:cubicBezTo>
                  <a:cubicBezTo>
                    <a:pt x="205442" y="214105"/>
                    <a:pt x="194836" y="212364"/>
                    <a:pt x="185566" y="209167"/>
                  </a:cubicBezTo>
                  <a:lnTo>
                    <a:pt x="176660" y="236208"/>
                  </a:lnTo>
                  <a:lnTo>
                    <a:pt x="123711" y="236208"/>
                  </a:lnTo>
                  <a:lnTo>
                    <a:pt x="129581" y="220582"/>
                  </a:lnTo>
                  <a:cubicBezTo>
                    <a:pt x="128852" y="221230"/>
                    <a:pt x="128204" y="221837"/>
                    <a:pt x="127435" y="222404"/>
                  </a:cubicBezTo>
                  <a:cubicBezTo>
                    <a:pt x="114238" y="233051"/>
                    <a:pt x="97722" y="238880"/>
                    <a:pt x="77279" y="239244"/>
                  </a:cubicBezTo>
                  <a:lnTo>
                    <a:pt x="74242" y="239285"/>
                  </a:lnTo>
                  <a:cubicBezTo>
                    <a:pt x="50763" y="239285"/>
                    <a:pt x="27730" y="232767"/>
                    <a:pt x="8258" y="221716"/>
                  </a:cubicBezTo>
                  <a:lnTo>
                    <a:pt x="26272" y="185971"/>
                  </a:lnTo>
                  <a:cubicBezTo>
                    <a:pt x="45784" y="197508"/>
                    <a:pt x="58010" y="200058"/>
                    <a:pt x="74526" y="199734"/>
                  </a:cubicBezTo>
                  <a:cubicBezTo>
                    <a:pt x="83108" y="199573"/>
                    <a:pt x="89302" y="197994"/>
                    <a:pt x="93309" y="193865"/>
                  </a:cubicBezTo>
                  <a:cubicBezTo>
                    <a:pt x="95738" y="191274"/>
                    <a:pt x="97033" y="188116"/>
                    <a:pt x="97155" y="184756"/>
                  </a:cubicBezTo>
                  <a:cubicBezTo>
                    <a:pt x="97317" y="175446"/>
                    <a:pt x="84120" y="171074"/>
                    <a:pt x="67927" y="166094"/>
                  </a:cubicBezTo>
                  <a:cubicBezTo>
                    <a:pt x="54811" y="162006"/>
                    <a:pt x="39914" y="156500"/>
                    <a:pt x="28296" y="147959"/>
                  </a:cubicBezTo>
                  <a:cubicBezTo>
                    <a:pt x="14492" y="137839"/>
                    <a:pt x="7934" y="125127"/>
                    <a:pt x="8258" y="107275"/>
                  </a:cubicBezTo>
                  <a:cubicBezTo>
                    <a:pt x="8460" y="94281"/>
                    <a:pt x="13278" y="82501"/>
                    <a:pt x="22224" y="73271"/>
                  </a:cubicBezTo>
                  <a:cubicBezTo>
                    <a:pt x="35016" y="59993"/>
                    <a:pt x="55702" y="51978"/>
                    <a:pt x="80517" y="51978"/>
                  </a:cubicBezTo>
                  <a:lnTo>
                    <a:pt x="80638" y="51978"/>
                  </a:lnTo>
                  <a:cubicBezTo>
                    <a:pt x="101932" y="52018"/>
                    <a:pt x="127880" y="58050"/>
                    <a:pt x="146663" y="67603"/>
                  </a:cubicBezTo>
                  <a:lnTo>
                    <a:pt x="126423" y="102863"/>
                  </a:lnTo>
                  <a:cubicBezTo>
                    <a:pt x="105818" y="92945"/>
                    <a:pt x="95495" y="91973"/>
                    <a:pt x="83756" y="91366"/>
                  </a:cubicBezTo>
                  <a:cubicBezTo>
                    <a:pt x="66308" y="90435"/>
                    <a:pt x="57524" y="96669"/>
                    <a:pt x="57362" y="103389"/>
                  </a:cubicBezTo>
                  <a:cubicBezTo>
                    <a:pt x="57240" y="111607"/>
                    <a:pt x="73878" y="119015"/>
                    <a:pt x="89585" y="124075"/>
                  </a:cubicBezTo>
                  <a:cubicBezTo>
                    <a:pt x="113388" y="131645"/>
                    <a:pt x="143587" y="141725"/>
                    <a:pt x="148242" y="170952"/>
                  </a:cubicBezTo>
                  <a:lnTo>
                    <a:pt x="191719" y="55054"/>
                  </a:lnTo>
                  <a:lnTo>
                    <a:pt x="242199" y="55054"/>
                  </a:lnTo>
                  <a:lnTo>
                    <a:pt x="293084" y="193622"/>
                  </a:lnTo>
                  <a:lnTo>
                    <a:pt x="293084" y="55054"/>
                  </a:lnTo>
                  <a:lnTo>
                    <a:pt x="351377" y="55095"/>
                  </a:lnTo>
                  <a:cubicBezTo>
                    <a:pt x="407079" y="55095"/>
                    <a:pt x="433230" y="74931"/>
                    <a:pt x="433230" y="118205"/>
                  </a:cubicBezTo>
                  <a:cubicBezTo>
                    <a:pt x="433230" y="157067"/>
                    <a:pt x="406310" y="180263"/>
                    <a:pt x="360809" y="180263"/>
                  </a:cubicBez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86A2987-B933-574C-1714-430BFC50BEFB}"/>
              </a:ext>
            </a:extLst>
          </p:cNvPr>
          <p:cNvGrpSpPr/>
          <p:nvPr/>
        </p:nvGrpSpPr>
        <p:grpSpPr>
          <a:xfrm>
            <a:off x="2052574" y="4224882"/>
            <a:ext cx="964955" cy="205801"/>
            <a:chOff x="1975612" y="4277472"/>
            <a:chExt cx="964955" cy="205801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4C00463-729E-2C47-3E52-DC5BCE4F9F52}"/>
                </a:ext>
              </a:extLst>
            </p:cNvPr>
            <p:cNvSpPr/>
            <p:nvPr/>
          </p:nvSpPr>
          <p:spPr>
            <a:xfrm>
              <a:off x="2243433" y="4309486"/>
              <a:ext cx="697134" cy="134911"/>
            </a:xfrm>
            <a:custGeom>
              <a:avLst/>
              <a:gdLst>
                <a:gd name="connsiteX0" fmla="*/ 189047 w 987337"/>
                <a:gd name="connsiteY0" fmla="*/ 12954 h 191071"/>
                <a:gd name="connsiteX1" fmla="*/ 189047 w 987337"/>
                <a:gd name="connsiteY1" fmla="*/ 187833 h 191071"/>
                <a:gd name="connsiteX2" fmla="*/ 158687 w 987337"/>
                <a:gd name="connsiteY2" fmla="*/ 187833 h 191071"/>
                <a:gd name="connsiteX3" fmla="*/ 158687 w 987337"/>
                <a:gd name="connsiteY3" fmla="*/ 50602 h 191071"/>
                <a:gd name="connsiteX4" fmla="*/ 158282 w 987337"/>
                <a:gd name="connsiteY4" fmla="*/ 50602 h 191071"/>
                <a:gd name="connsiteX5" fmla="*/ 104037 w 987337"/>
                <a:gd name="connsiteY5" fmla="*/ 187833 h 191071"/>
                <a:gd name="connsiteX6" fmla="*/ 83796 w 987337"/>
                <a:gd name="connsiteY6" fmla="*/ 187833 h 191071"/>
                <a:gd name="connsiteX7" fmla="*/ 28337 w 987337"/>
                <a:gd name="connsiteY7" fmla="*/ 50602 h 191071"/>
                <a:gd name="connsiteX8" fmla="*/ 27932 w 987337"/>
                <a:gd name="connsiteY8" fmla="*/ 50602 h 191071"/>
                <a:gd name="connsiteX9" fmla="*/ 27932 w 987337"/>
                <a:gd name="connsiteY9" fmla="*/ 187833 h 191071"/>
                <a:gd name="connsiteX10" fmla="*/ 0 w 987337"/>
                <a:gd name="connsiteY10" fmla="*/ 187833 h 191071"/>
                <a:gd name="connsiteX11" fmla="*/ 0 w 987337"/>
                <a:gd name="connsiteY11" fmla="*/ 12954 h 191071"/>
                <a:gd name="connsiteX12" fmla="*/ 43720 w 987337"/>
                <a:gd name="connsiteY12" fmla="*/ 12954 h 191071"/>
                <a:gd name="connsiteX13" fmla="*/ 93917 w 987337"/>
                <a:gd name="connsiteY13" fmla="*/ 142494 h 191071"/>
                <a:gd name="connsiteX14" fmla="*/ 94726 w 987337"/>
                <a:gd name="connsiteY14" fmla="*/ 142494 h 191071"/>
                <a:gd name="connsiteX15" fmla="*/ 147757 w 987337"/>
                <a:gd name="connsiteY15" fmla="*/ 12954 h 191071"/>
                <a:gd name="connsiteX16" fmla="*/ 189047 w 987337"/>
                <a:gd name="connsiteY16" fmla="*/ 12954 h 191071"/>
                <a:gd name="connsiteX17" fmla="*/ 214146 w 987337"/>
                <a:gd name="connsiteY17" fmla="*/ 26313 h 191071"/>
                <a:gd name="connsiteX18" fmla="*/ 219408 w 987337"/>
                <a:gd name="connsiteY18" fmla="*/ 14168 h 191071"/>
                <a:gd name="connsiteX19" fmla="*/ 231958 w 987337"/>
                <a:gd name="connsiteY19" fmla="*/ 9311 h 191071"/>
                <a:gd name="connsiteX20" fmla="*/ 244912 w 987337"/>
                <a:gd name="connsiteY20" fmla="*/ 14168 h 191071"/>
                <a:gd name="connsiteX21" fmla="*/ 250174 w 987337"/>
                <a:gd name="connsiteY21" fmla="*/ 26313 h 191071"/>
                <a:gd name="connsiteX22" fmla="*/ 244912 w 987337"/>
                <a:gd name="connsiteY22" fmla="*/ 38457 h 191071"/>
                <a:gd name="connsiteX23" fmla="*/ 231958 w 987337"/>
                <a:gd name="connsiteY23" fmla="*/ 43315 h 191071"/>
                <a:gd name="connsiteX24" fmla="*/ 219408 w 987337"/>
                <a:gd name="connsiteY24" fmla="*/ 38457 h 191071"/>
                <a:gd name="connsiteX25" fmla="*/ 214146 w 987337"/>
                <a:gd name="connsiteY25" fmla="*/ 26313 h 191071"/>
                <a:gd name="connsiteX26" fmla="*/ 246936 w 987337"/>
                <a:gd name="connsiteY26" fmla="*/ 62341 h 191071"/>
                <a:gd name="connsiteX27" fmla="*/ 246936 w 987337"/>
                <a:gd name="connsiteY27" fmla="*/ 187833 h 191071"/>
                <a:gd name="connsiteX28" fmla="*/ 217384 w 987337"/>
                <a:gd name="connsiteY28" fmla="*/ 187833 h 191071"/>
                <a:gd name="connsiteX29" fmla="*/ 217384 w 987337"/>
                <a:gd name="connsiteY29" fmla="*/ 62341 h 191071"/>
                <a:gd name="connsiteX30" fmla="*/ 246936 w 987337"/>
                <a:gd name="connsiteY30" fmla="*/ 62341 h 191071"/>
                <a:gd name="connsiteX31" fmla="*/ 336399 w 987337"/>
                <a:gd name="connsiteY31" fmla="*/ 166378 h 191071"/>
                <a:gd name="connsiteX32" fmla="*/ 350973 w 987337"/>
                <a:gd name="connsiteY32" fmla="*/ 163139 h 191071"/>
                <a:gd name="connsiteX33" fmla="*/ 365546 w 987337"/>
                <a:gd name="connsiteY33" fmla="*/ 155043 h 191071"/>
                <a:gd name="connsiteX34" fmla="*/ 365546 w 987337"/>
                <a:gd name="connsiteY34" fmla="*/ 182570 h 191071"/>
                <a:gd name="connsiteX35" fmla="*/ 349353 w 987337"/>
                <a:gd name="connsiteY35" fmla="*/ 188643 h 191071"/>
                <a:gd name="connsiteX36" fmla="*/ 329518 w 987337"/>
                <a:gd name="connsiteY36" fmla="*/ 190667 h 191071"/>
                <a:gd name="connsiteX37" fmla="*/ 284583 w 987337"/>
                <a:gd name="connsiteY37" fmla="*/ 173260 h 191071"/>
                <a:gd name="connsiteX38" fmla="*/ 267177 w 987337"/>
                <a:gd name="connsiteY38" fmla="*/ 128730 h 191071"/>
                <a:gd name="connsiteX39" fmla="*/ 284988 w 987337"/>
                <a:gd name="connsiteY39" fmla="*/ 78938 h 191071"/>
                <a:gd name="connsiteX40" fmla="*/ 335185 w 987337"/>
                <a:gd name="connsiteY40" fmla="*/ 59507 h 191071"/>
                <a:gd name="connsiteX41" fmla="*/ 351782 w 987337"/>
                <a:gd name="connsiteY41" fmla="*/ 61532 h 191071"/>
                <a:gd name="connsiteX42" fmla="*/ 365141 w 987337"/>
                <a:gd name="connsiteY42" fmla="*/ 66389 h 191071"/>
                <a:gd name="connsiteX43" fmla="*/ 365141 w 987337"/>
                <a:gd name="connsiteY43" fmla="*/ 94726 h 191071"/>
                <a:gd name="connsiteX44" fmla="*/ 351377 w 987337"/>
                <a:gd name="connsiteY44" fmla="*/ 87035 h 191071"/>
                <a:gd name="connsiteX45" fmla="*/ 336804 w 987337"/>
                <a:gd name="connsiteY45" fmla="*/ 84201 h 191071"/>
                <a:gd name="connsiteX46" fmla="*/ 308467 w 987337"/>
                <a:gd name="connsiteY46" fmla="*/ 95536 h 191071"/>
                <a:gd name="connsiteX47" fmla="*/ 297942 w 987337"/>
                <a:gd name="connsiteY47" fmla="*/ 126302 h 191071"/>
                <a:gd name="connsiteX48" fmla="*/ 308467 w 987337"/>
                <a:gd name="connsiteY48" fmla="*/ 155853 h 191071"/>
                <a:gd name="connsiteX49" fmla="*/ 336399 w 987337"/>
                <a:gd name="connsiteY49" fmla="*/ 166378 h 191071"/>
                <a:gd name="connsiteX50" fmla="*/ 449342 w 987337"/>
                <a:gd name="connsiteY50" fmla="*/ 60317 h 191071"/>
                <a:gd name="connsiteX51" fmla="*/ 455819 w 987337"/>
                <a:gd name="connsiteY51" fmla="*/ 60722 h 191071"/>
                <a:gd name="connsiteX52" fmla="*/ 460677 w 987337"/>
                <a:gd name="connsiteY52" fmla="*/ 61936 h 191071"/>
                <a:gd name="connsiteX53" fmla="*/ 460677 w 987337"/>
                <a:gd name="connsiteY53" fmla="*/ 91892 h 191071"/>
                <a:gd name="connsiteX54" fmla="*/ 453795 w 987337"/>
                <a:gd name="connsiteY54" fmla="*/ 88654 h 191071"/>
                <a:gd name="connsiteX55" fmla="*/ 442865 w 987337"/>
                <a:gd name="connsiteY55" fmla="*/ 87035 h 191071"/>
                <a:gd name="connsiteX56" fmla="*/ 424648 w 987337"/>
                <a:gd name="connsiteY56" fmla="*/ 96345 h 191071"/>
                <a:gd name="connsiteX57" fmla="*/ 416957 w 987337"/>
                <a:gd name="connsiteY57" fmla="*/ 124682 h 191071"/>
                <a:gd name="connsiteX58" fmla="*/ 416957 w 987337"/>
                <a:gd name="connsiteY58" fmla="*/ 187833 h 191071"/>
                <a:gd name="connsiteX59" fmla="*/ 387406 w 987337"/>
                <a:gd name="connsiteY59" fmla="*/ 187833 h 191071"/>
                <a:gd name="connsiteX60" fmla="*/ 387406 w 987337"/>
                <a:gd name="connsiteY60" fmla="*/ 62341 h 191071"/>
                <a:gd name="connsiteX61" fmla="*/ 416957 w 987337"/>
                <a:gd name="connsiteY61" fmla="*/ 62341 h 191071"/>
                <a:gd name="connsiteX62" fmla="*/ 416957 w 987337"/>
                <a:gd name="connsiteY62" fmla="*/ 82177 h 191071"/>
                <a:gd name="connsiteX63" fmla="*/ 417362 w 987337"/>
                <a:gd name="connsiteY63" fmla="*/ 82177 h 191071"/>
                <a:gd name="connsiteX64" fmla="*/ 429506 w 987337"/>
                <a:gd name="connsiteY64" fmla="*/ 65984 h 191071"/>
                <a:gd name="connsiteX65" fmla="*/ 449342 w 987337"/>
                <a:gd name="connsiteY65" fmla="*/ 60317 h 191071"/>
                <a:gd name="connsiteX66" fmla="*/ 462296 w 987337"/>
                <a:gd name="connsiteY66" fmla="*/ 127111 h 191071"/>
                <a:gd name="connsiteX67" fmla="*/ 479703 w 987337"/>
                <a:gd name="connsiteY67" fmla="*/ 77724 h 191071"/>
                <a:gd name="connsiteX68" fmla="*/ 528280 w 987337"/>
                <a:gd name="connsiteY68" fmla="*/ 59507 h 191071"/>
                <a:gd name="connsiteX69" fmla="*/ 574024 w 987337"/>
                <a:gd name="connsiteY69" fmla="*/ 76914 h 191071"/>
                <a:gd name="connsiteX70" fmla="*/ 590622 w 987337"/>
                <a:gd name="connsiteY70" fmla="*/ 124277 h 191071"/>
                <a:gd name="connsiteX71" fmla="*/ 573215 w 987337"/>
                <a:gd name="connsiteY71" fmla="*/ 172855 h 191071"/>
                <a:gd name="connsiteX72" fmla="*/ 525447 w 987337"/>
                <a:gd name="connsiteY72" fmla="*/ 191072 h 191071"/>
                <a:gd name="connsiteX73" fmla="*/ 479298 w 987337"/>
                <a:gd name="connsiteY73" fmla="*/ 174069 h 191071"/>
                <a:gd name="connsiteX74" fmla="*/ 462296 w 987337"/>
                <a:gd name="connsiteY74" fmla="*/ 127111 h 191071"/>
                <a:gd name="connsiteX75" fmla="*/ 493062 w 987337"/>
                <a:gd name="connsiteY75" fmla="*/ 125897 h 191071"/>
                <a:gd name="connsiteX76" fmla="*/ 501968 w 987337"/>
                <a:gd name="connsiteY76" fmla="*/ 155853 h 191071"/>
                <a:gd name="connsiteX77" fmla="*/ 527471 w 987337"/>
                <a:gd name="connsiteY77" fmla="*/ 166378 h 191071"/>
                <a:gd name="connsiteX78" fmla="*/ 552164 w 987337"/>
                <a:gd name="connsiteY78" fmla="*/ 155853 h 191071"/>
                <a:gd name="connsiteX79" fmla="*/ 560666 w 987337"/>
                <a:gd name="connsiteY79" fmla="*/ 125087 h 191071"/>
                <a:gd name="connsiteX80" fmla="*/ 552164 w 987337"/>
                <a:gd name="connsiteY80" fmla="*/ 94321 h 191071"/>
                <a:gd name="connsiteX81" fmla="*/ 527876 w 987337"/>
                <a:gd name="connsiteY81" fmla="*/ 83796 h 191071"/>
                <a:gd name="connsiteX82" fmla="*/ 502777 w 987337"/>
                <a:gd name="connsiteY82" fmla="*/ 94726 h 191071"/>
                <a:gd name="connsiteX83" fmla="*/ 493062 w 987337"/>
                <a:gd name="connsiteY83" fmla="*/ 125897 h 191071"/>
                <a:gd name="connsiteX84" fmla="*/ 634746 w 987337"/>
                <a:gd name="connsiteY84" fmla="*/ 95536 h 191071"/>
                <a:gd name="connsiteX85" fmla="*/ 638794 w 987337"/>
                <a:gd name="connsiteY85" fmla="*/ 105656 h 191071"/>
                <a:gd name="connsiteX86" fmla="*/ 656606 w 987337"/>
                <a:gd name="connsiteY86" fmla="*/ 114562 h 191071"/>
                <a:gd name="connsiteX87" fmla="*/ 681300 w 987337"/>
                <a:gd name="connsiteY87" fmla="*/ 130350 h 191071"/>
                <a:gd name="connsiteX88" fmla="*/ 688586 w 987337"/>
                <a:gd name="connsiteY88" fmla="*/ 151805 h 191071"/>
                <a:gd name="connsiteX89" fmla="*/ 674823 w 987337"/>
                <a:gd name="connsiteY89" fmla="*/ 180142 h 191071"/>
                <a:gd name="connsiteX90" fmla="*/ 637985 w 987337"/>
                <a:gd name="connsiteY90" fmla="*/ 190667 h 191071"/>
                <a:gd name="connsiteX91" fmla="*/ 620578 w 987337"/>
                <a:gd name="connsiteY91" fmla="*/ 188643 h 191071"/>
                <a:gd name="connsiteX92" fmla="*/ 604385 w 987337"/>
                <a:gd name="connsiteY92" fmla="*/ 183785 h 191071"/>
                <a:gd name="connsiteX93" fmla="*/ 604385 w 987337"/>
                <a:gd name="connsiteY93" fmla="*/ 154638 h 191071"/>
                <a:gd name="connsiteX94" fmla="*/ 621792 w 987337"/>
                <a:gd name="connsiteY94" fmla="*/ 163544 h 191071"/>
                <a:gd name="connsiteX95" fmla="*/ 638794 w 987337"/>
                <a:gd name="connsiteY95" fmla="*/ 166783 h 191071"/>
                <a:gd name="connsiteX96" fmla="*/ 653368 w 987337"/>
                <a:gd name="connsiteY96" fmla="*/ 163949 h 191071"/>
                <a:gd name="connsiteX97" fmla="*/ 658225 w 987337"/>
                <a:gd name="connsiteY97" fmla="*/ 154638 h 191071"/>
                <a:gd name="connsiteX98" fmla="*/ 653368 w 987337"/>
                <a:gd name="connsiteY98" fmla="*/ 144113 h 191071"/>
                <a:gd name="connsiteX99" fmla="*/ 634746 w 987337"/>
                <a:gd name="connsiteY99" fmla="*/ 134398 h 191071"/>
                <a:gd name="connsiteX100" fmla="*/ 611672 w 987337"/>
                <a:gd name="connsiteY100" fmla="*/ 119015 h 191071"/>
                <a:gd name="connsiteX101" fmla="*/ 604790 w 987337"/>
                <a:gd name="connsiteY101" fmla="*/ 97155 h 191071"/>
                <a:gd name="connsiteX102" fmla="*/ 618149 w 987337"/>
                <a:gd name="connsiteY102" fmla="*/ 69223 h 191071"/>
                <a:gd name="connsiteX103" fmla="*/ 652963 w 987337"/>
                <a:gd name="connsiteY103" fmla="*/ 58293 h 191071"/>
                <a:gd name="connsiteX104" fmla="*/ 667536 w 987337"/>
                <a:gd name="connsiteY104" fmla="*/ 59912 h 191071"/>
                <a:gd name="connsiteX105" fmla="*/ 681300 w 987337"/>
                <a:gd name="connsiteY105" fmla="*/ 63556 h 191071"/>
                <a:gd name="connsiteX106" fmla="*/ 681300 w 987337"/>
                <a:gd name="connsiteY106" fmla="*/ 92297 h 191071"/>
                <a:gd name="connsiteX107" fmla="*/ 667536 w 987337"/>
                <a:gd name="connsiteY107" fmla="*/ 85415 h 191071"/>
                <a:gd name="connsiteX108" fmla="*/ 652153 w 987337"/>
                <a:gd name="connsiteY108" fmla="*/ 82582 h 191071"/>
                <a:gd name="connsiteX109" fmla="*/ 639199 w 987337"/>
                <a:gd name="connsiteY109" fmla="*/ 85820 h 191071"/>
                <a:gd name="connsiteX110" fmla="*/ 634746 w 987337"/>
                <a:gd name="connsiteY110" fmla="*/ 95536 h 191071"/>
                <a:gd name="connsiteX111" fmla="*/ 701135 w 987337"/>
                <a:gd name="connsiteY111" fmla="*/ 127111 h 191071"/>
                <a:gd name="connsiteX112" fmla="*/ 718542 w 987337"/>
                <a:gd name="connsiteY112" fmla="*/ 77724 h 191071"/>
                <a:gd name="connsiteX113" fmla="*/ 767120 w 987337"/>
                <a:gd name="connsiteY113" fmla="*/ 59507 h 191071"/>
                <a:gd name="connsiteX114" fmla="*/ 812863 w 987337"/>
                <a:gd name="connsiteY114" fmla="*/ 76914 h 191071"/>
                <a:gd name="connsiteX115" fmla="*/ 829461 w 987337"/>
                <a:gd name="connsiteY115" fmla="*/ 124277 h 191071"/>
                <a:gd name="connsiteX116" fmla="*/ 812054 w 987337"/>
                <a:gd name="connsiteY116" fmla="*/ 172855 h 191071"/>
                <a:gd name="connsiteX117" fmla="*/ 764286 w 987337"/>
                <a:gd name="connsiteY117" fmla="*/ 191072 h 191071"/>
                <a:gd name="connsiteX118" fmla="*/ 718138 w 987337"/>
                <a:gd name="connsiteY118" fmla="*/ 174069 h 191071"/>
                <a:gd name="connsiteX119" fmla="*/ 701135 w 987337"/>
                <a:gd name="connsiteY119" fmla="*/ 127111 h 191071"/>
                <a:gd name="connsiteX120" fmla="*/ 731901 w 987337"/>
                <a:gd name="connsiteY120" fmla="*/ 125897 h 191071"/>
                <a:gd name="connsiteX121" fmla="*/ 740807 w 987337"/>
                <a:gd name="connsiteY121" fmla="*/ 155853 h 191071"/>
                <a:gd name="connsiteX122" fmla="*/ 766310 w 987337"/>
                <a:gd name="connsiteY122" fmla="*/ 166378 h 191071"/>
                <a:gd name="connsiteX123" fmla="*/ 791004 w 987337"/>
                <a:gd name="connsiteY123" fmla="*/ 155853 h 191071"/>
                <a:gd name="connsiteX124" fmla="*/ 799505 w 987337"/>
                <a:gd name="connsiteY124" fmla="*/ 125087 h 191071"/>
                <a:gd name="connsiteX125" fmla="*/ 791004 w 987337"/>
                <a:gd name="connsiteY125" fmla="*/ 94321 h 191071"/>
                <a:gd name="connsiteX126" fmla="*/ 766715 w 987337"/>
                <a:gd name="connsiteY126" fmla="*/ 83796 h 191071"/>
                <a:gd name="connsiteX127" fmla="*/ 741617 w 987337"/>
                <a:gd name="connsiteY127" fmla="*/ 94726 h 191071"/>
                <a:gd name="connsiteX128" fmla="*/ 731901 w 987337"/>
                <a:gd name="connsiteY128" fmla="*/ 125897 h 191071"/>
                <a:gd name="connsiteX129" fmla="*/ 927830 w 987337"/>
                <a:gd name="connsiteY129" fmla="*/ 86630 h 191071"/>
                <a:gd name="connsiteX130" fmla="*/ 883706 w 987337"/>
                <a:gd name="connsiteY130" fmla="*/ 86630 h 191071"/>
                <a:gd name="connsiteX131" fmla="*/ 883706 w 987337"/>
                <a:gd name="connsiteY131" fmla="*/ 187833 h 191071"/>
                <a:gd name="connsiteX132" fmla="*/ 853750 w 987337"/>
                <a:gd name="connsiteY132" fmla="*/ 187833 h 191071"/>
                <a:gd name="connsiteX133" fmla="*/ 853750 w 987337"/>
                <a:gd name="connsiteY133" fmla="*/ 86630 h 191071"/>
                <a:gd name="connsiteX134" fmla="*/ 832699 w 987337"/>
                <a:gd name="connsiteY134" fmla="*/ 86630 h 191071"/>
                <a:gd name="connsiteX135" fmla="*/ 832699 w 987337"/>
                <a:gd name="connsiteY135" fmla="*/ 62341 h 191071"/>
                <a:gd name="connsiteX136" fmla="*/ 853750 w 987337"/>
                <a:gd name="connsiteY136" fmla="*/ 62341 h 191071"/>
                <a:gd name="connsiteX137" fmla="*/ 853750 w 987337"/>
                <a:gd name="connsiteY137" fmla="*/ 44934 h 191071"/>
                <a:gd name="connsiteX138" fmla="*/ 866704 w 987337"/>
                <a:gd name="connsiteY138" fmla="*/ 12549 h 191071"/>
                <a:gd name="connsiteX139" fmla="*/ 899494 w 987337"/>
                <a:gd name="connsiteY139" fmla="*/ 0 h 191071"/>
                <a:gd name="connsiteX140" fmla="*/ 909209 w 987337"/>
                <a:gd name="connsiteY140" fmla="*/ 405 h 191071"/>
                <a:gd name="connsiteX141" fmla="*/ 916496 w 987337"/>
                <a:gd name="connsiteY141" fmla="*/ 2024 h 191071"/>
                <a:gd name="connsiteX142" fmla="*/ 916496 w 987337"/>
                <a:gd name="connsiteY142" fmla="*/ 27527 h 191071"/>
                <a:gd name="connsiteX143" fmla="*/ 911233 w 987337"/>
                <a:gd name="connsiteY143" fmla="*/ 25503 h 191071"/>
                <a:gd name="connsiteX144" fmla="*/ 902732 w 987337"/>
                <a:gd name="connsiteY144" fmla="*/ 24289 h 191071"/>
                <a:gd name="connsiteX145" fmla="*/ 888564 w 987337"/>
                <a:gd name="connsiteY145" fmla="*/ 29956 h 191071"/>
                <a:gd name="connsiteX146" fmla="*/ 883706 w 987337"/>
                <a:gd name="connsiteY146" fmla="*/ 46958 h 191071"/>
                <a:gd name="connsiteX147" fmla="*/ 883706 w 987337"/>
                <a:gd name="connsiteY147" fmla="*/ 61936 h 191071"/>
                <a:gd name="connsiteX148" fmla="*/ 927830 w 987337"/>
                <a:gd name="connsiteY148" fmla="*/ 61936 h 191071"/>
                <a:gd name="connsiteX149" fmla="*/ 927830 w 987337"/>
                <a:gd name="connsiteY149" fmla="*/ 33599 h 191071"/>
                <a:gd name="connsiteX150" fmla="*/ 957382 w 987337"/>
                <a:gd name="connsiteY150" fmla="*/ 24693 h 191071"/>
                <a:gd name="connsiteX151" fmla="*/ 957382 w 987337"/>
                <a:gd name="connsiteY151" fmla="*/ 61936 h 191071"/>
                <a:gd name="connsiteX152" fmla="*/ 987338 w 987337"/>
                <a:gd name="connsiteY152" fmla="*/ 61936 h 191071"/>
                <a:gd name="connsiteX153" fmla="*/ 987338 w 987337"/>
                <a:gd name="connsiteY153" fmla="*/ 86225 h 191071"/>
                <a:gd name="connsiteX154" fmla="*/ 957382 w 987337"/>
                <a:gd name="connsiteY154" fmla="*/ 86225 h 191071"/>
                <a:gd name="connsiteX155" fmla="*/ 957382 w 987337"/>
                <a:gd name="connsiteY155" fmla="*/ 144923 h 191071"/>
                <a:gd name="connsiteX156" fmla="*/ 961430 w 987337"/>
                <a:gd name="connsiteY156" fmla="*/ 161115 h 191071"/>
                <a:gd name="connsiteX157" fmla="*/ 974788 w 987337"/>
                <a:gd name="connsiteY157" fmla="*/ 165973 h 191071"/>
                <a:gd name="connsiteX158" fmla="*/ 980861 w 987337"/>
                <a:gd name="connsiteY158" fmla="*/ 164759 h 191071"/>
                <a:gd name="connsiteX159" fmla="*/ 986933 w 987337"/>
                <a:gd name="connsiteY159" fmla="*/ 161925 h 191071"/>
                <a:gd name="connsiteX160" fmla="*/ 986933 w 987337"/>
                <a:gd name="connsiteY160" fmla="*/ 186214 h 191071"/>
                <a:gd name="connsiteX161" fmla="*/ 977622 w 987337"/>
                <a:gd name="connsiteY161" fmla="*/ 189047 h 191071"/>
                <a:gd name="connsiteX162" fmla="*/ 964668 w 987337"/>
                <a:gd name="connsiteY162" fmla="*/ 190262 h 191071"/>
                <a:gd name="connsiteX163" fmla="*/ 936736 w 987337"/>
                <a:gd name="connsiteY163" fmla="*/ 180546 h 191071"/>
                <a:gd name="connsiteX164" fmla="*/ 927426 w 987337"/>
                <a:gd name="connsiteY164" fmla="*/ 150590 h 191071"/>
                <a:gd name="connsiteX165" fmla="*/ 927830 w 987337"/>
                <a:gd name="connsiteY165" fmla="*/ 86630 h 191071"/>
                <a:gd name="connsiteX166" fmla="*/ 927830 w 987337"/>
                <a:gd name="connsiteY166" fmla="*/ 86630 h 191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987337" h="191071">
                  <a:moveTo>
                    <a:pt x="189047" y="12954"/>
                  </a:moveTo>
                  <a:lnTo>
                    <a:pt x="189047" y="187833"/>
                  </a:lnTo>
                  <a:lnTo>
                    <a:pt x="158687" y="187833"/>
                  </a:lnTo>
                  <a:lnTo>
                    <a:pt x="158687" y="50602"/>
                  </a:lnTo>
                  <a:lnTo>
                    <a:pt x="158282" y="50602"/>
                  </a:lnTo>
                  <a:lnTo>
                    <a:pt x="104037" y="187833"/>
                  </a:lnTo>
                  <a:lnTo>
                    <a:pt x="83796" y="187833"/>
                  </a:lnTo>
                  <a:lnTo>
                    <a:pt x="28337" y="50602"/>
                  </a:lnTo>
                  <a:lnTo>
                    <a:pt x="27932" y="50602"/>
                  </a:lnTo>
                  <a:lnTo>
                    <a:pt x="27932" y="187833"/>
                  </a:lnTo>
                  <a:lnTo>
                    <a:pt x="0" y="187833"/>
                  </a:lnTo>
                  <a:lnTo>
                    <a:pt x="0" y="12954"/>
                  </a:lnTo>
                  <a:lnTo>
                    <a:pt x="43720" y="12954"/>
                  </a:lnTo>
                  <a:lnTo>
                    <a:pt x="93917" y="142494"/>
                  </a:lnTo>
                  <a:lnTo>
                    <a:pt x="94726" y="142494"/>
                  </a:lnTo>
                  <a:lnTo>
                    <a:pt x="147757" y="12954"/>
                  </a:lnTo>
                  <a:cubicBezTo>
                    <a:pt x="147757" y="12954"/>
                    <a:pt x="189047" y="12954"/>
                    <a:pt x="189047" y="12954"/>
                  </a:cubicBezTo>
                  <a:close/>
                  <a:moveTo>
                    <a:pt x="214146" y="26313"/>
                  </a:moveTo>
                  <a:cubicBezTo>
                    <a:pt x="214146" y="21455"/>
                    <a:pt x="215765" y="17407"/>
                    <a:pt x="219408" y="14168"/>
                  </a:cubicBezTo>
                  <a:cubicBezTo>
                    <a:pt x="223052" y="10930"/>
                    <a:pt x="227100" y="9311"/>
                    <a:pt x="231958" y="9311"/>
                  </a:cubicBezTo>
                  <a:cubicBezTo>
                    <a:pt x="237220" y="9311"/>
                    <a:pt x="241673" y="10930"/>
                    <a:pt x="244912" y="14168"/>
                  </a:cubicBezTo>
                  <a:cubicBezTo>
                    <a:pt x="248150" y="17407"/>
                    <a:pt x="250174" y="21455"/>
                    <a:pt x="250174" y="26313"/>
                  </a:cubicBezTo>
                  <a:cubicBezTo>
                    <a:pt x="250174" y="31171"/>
                    <a:pt x="248555" y="35219"/>
                    <a:pt x="244912" y="38457"/>
                  </a:cubicBezTo>
                  <a:cubicBezTo>
                    <a:pt x="241268" y="41696"/>
                    <a:pt x="237220" y="43315"/>
                    <a:pt x="231958" y="43315"/>
                  </a:cubicBezTo>
                  <a:cubicBezTo>
                    <a:pt x="226695" y="43315"/>
                    <a:pt x="222647" y="41696"/>
                    <a:pt x="219408" y="38457"/>
                  </a:cubicBezTo>
                  <a:cubicBezTo>
                    <a:pt x="216170" y="34814"/>
                    <a:pt x="214146" y="30766"/>
                    <a:pt x="214146" y="26313"/>
                  </a:cubicBezTo>
                  <a:close/>
                  <a:moveTo>
                    <a:pt x="246936" y="62341"/>
                  </a:moveTo>
                  <a:lnTo>
                    <a:pt x="246936" y="187833"/>
                  </a:lnTo>
                  <a:lnTo>
                    <a:pt x="217384" y="187833"/>
                  </a:lnTo>
                  <a:lnTo>
                    <a:pt x="217384" y="62341"/>
                  </a:lnTo>
                  <a:cubicBezTo>
                    <a:pt x="217384" y="62341"/>
                    <a:pt x="246936" y="62341"/>
                    <a:pt x="246936" y="62341"/>
                  </a:cubicBezTo>
                  <a:close/>
                  <a:moveTo>
                    <a:pt x="336399" y="166378"/>
                  </a:moveTo>
                  <a:cubicBezTo>
                    <a:pt x="340852" y="166378"/>
                    <a:pt x="345710" y="165568"/>
                    <a:pt x="350973" y="163139"/>
                  </a:cubicBezTo>
                  <a:cubicBezTo>
                    <a:pt x="356235" y="161115"/>
                    <a:pt x="361093" y="158282"/>
                    <a:pt x="365546" y="155043"/>
                  </a:cubicBezTo>
                  <a:lnTo>
                    <a:pt x="365546" y="182570"/>
                  </a:lnTo>
                  <a:cubicBezTo>
                    <a:pt x="360688" y="185404"/>
                    <a:pt x="355426" y="187428"/>
                    <a:pt x="349353" y="188643"/>
                  </a:cubicBezTo>
                  <a:cubicBezTo>
                    <a:pt x="343281" y="189857"/>
                    <a:pt x="336804" y="190667"/>
                    <a:pt x="329518" y="190667"/>
                  </a:cubicBezTo>
                  <a:cubicBezTo>
                    <a:pt x="310896" y="190667"/>
                    <a:pt x="295918" y="184999"/>
                    <a:pt x="284583" y="173260"/>
                  </a:cubicBezTo>
                  <a:cubicBezTo>
                    <a:pt x="272844" y="161520"/>
                    <a:pt x="267177" y="146542"/>
                    <a:pt x="267177" y="128730"/>
                  </a:cubicBezTo>
                  <a:cubicBezTo>
                    <a:pt x="267177" y="108490"/>
                    <a:pt x="273249" y="91892"/>
                    <a:pt x="284988" y="78938"/>
                  </a:cubicBezTo>
                  <a:cubicBezTo>
                    <a:pt x="296728" y="65984"/>
                    <a:pt x="313325" y="59507"/>
                    <a:pt x="335185" y="59507"/>
                  </a:cubicBezTo>
                  <a:cubicBezTo>
                    <a:pt x="340852" y="59507"/>
                    <a:pt x="346520" y="60317"/>
                    <a:pt x="351782" y="61532"/>
                  </a:cubicBezTo>
                  <a:cubicBezTo>
                    <a:pt x="357450" y="62746"/>
                    <a:pt x="361902" y="64770"/>
                    <a:pt x="365141" y="66389"/>
                  </a:cubicBezTo>
                  <a:lnTo>
                    <a:pt x="365141" y="94726"/>
                  </a:lnTo>
                  <a:cubicBezTo>
                    <a:pt x="360688" y="91488"/>
                    <a:pt x="355830" y="88654"/>
                    <a:pt x="351377" y="87035"/>
                  </a:cubicBezTo>
                  <a:cubicBezTo>
                    <a:pt x="346520" y="85415"/>
                    <a:pt x="341662" y="84201"/>
                    <a:pt x="336804" y="84201"/>
                  </a:cubicBezTo>
                  <a:cubicBezTo>
                    <a:pt x="325065" y="84201"/>
                    <a:pt x="315754" y="87844"/>
                    <a:pt x="308467" y="95536"/>
                  </a:cubicBezTo>
                  <a:cubicBezTo>
                    <a:pt x="301181" y="103227"/>
                    <a:pt x="297942" y="113348"/>
                    <a:pt x="297942" y="126302"/>
                  </a:cubicBezTo>
                  <a:cubicBezTo>
                    <a:pt x="297942" y="138851"/>
                    <a:pt x="301585" y="148971"/>
                    <a:pt x="308467" y="155853"/>
                  </a:cubicBezTo>
                  <a:cubicBezTo>
                    <a:pt x="315349" y="162735"/>
                    <a:pt x="324660" y="166378"/>
                    <a:pt x="336399" y="166378"/>
                  </a:cubicBezTo>
                  <a:close/>
                  <a:moveTo>
                    <a:pt x="449342" y="60317"/>
                  </a:moveTo>
                  <a:cubicBezTo>
                    <a:pt x="451771" y="60317"/>
                    <a:pt x="453795" y="60317"/>
                    <a:pt x="455819" y="60722"/>
                  </a:cubicBezTo>
                  <a:cubicBezTo>
                    <a:pt x="457843" y="61127"/>
                    <a:pt x="459462" y="61532"/>
                    <a:pt x="460677" y="61936"/>
                  </a:cubicBezTo>
                  <a:lnTo>
                    <a:pt x="460677" y="91892"/>
                  </a:lnTo>
                  <a:cubicBezTo>
                    <a:pt x="459057" y="90678"/>
                    <a:pt x="457033" y="89463"/>
                    <a:pt x="453795" y="88654"/>
                  </a:cubicBezTo>
                  <a:cubicBezTo>
                    <a:pt x="450557" y="87844"/>
                    <a:pt x="447318" y="87035"/>
                    <a:pt x="442865" y="87035"/>
                  </a:cubicBezTo>
                  <a:cubicBezTo>
                    <a:pt x="435578" y="87035"/>
                    <a:pt x="429506" y="90273"/>
                    <a:pt x="424648" y="96345"/>
                  </a:cubicBezTo>
                  <a:cubicBezTo>
                    <a:pt x="419791" y="102418"/>
                    <a:pt x="416957" y="111728"/>
                    <a:pt x="416957" y="124682"/>
                  </a:cubicBezTo>
                  <a:lnTo>
                    <a:pt x="416957" y="187833"/>
                  </a:lnTo>
                  <a:lnTo>
                    <a:pt x="387406" y="187833"/>
                  </a:lnTo>
                  <a:lnTo>
                    <a:pt x="387406" y="62341"/>
                  </a:lnTo>
                  <a:lnTo>
                    <a:pt x="416957" y="62341"/>
                  </a:lnTo>
                  <a:lnTo>
                    <a:pt x="416957" y="82177"/>
                  </a:lnTo>
                  <a:lnTo>
                    <a:pt x="417362" y="82177"/>
                  </a:lnTo>
                  <a:cubicBezTo>
                    <a:pt x="420196" y="75295"/>
                    <a:pt x="424244" y="70033"/>
                    <a:pt x="429506" y="65984"/>
                  </a:cubicBezTo>
                  <a:cubicBezTo>
                    <a:pt x="435174" y="62341"/>
                    <a:pt x="441651" y="60317"/>
                    <a:pt x="449342" y="60317"/>
                  </a:cubicBezTo>
                  <a:close/>
                  <a:moveTo>
                    <a:pt x="462296" y="127111"/>
                  </a:moveTo>
                  <a:cubicBezTo>
                    <a:pt x="462296" y="106466"/>
                    <a:pt x="468368" y="89868"/>
                    <a:pt x="479703" y="77724"/>
                  </a:cubicBezTo>
                  <a:cubicBezTo>
                    <a:pt x="491442" y="65580"/>
                    <a:pt x="507635" y="59507"/>
                    <a:pt x="528280" y="59507"/>
                  </a:cubicBezTo>
                  <a:cubicBezTo>
                    <a:pt x="547712" y="59507"/>
                    <a:pt x="563094" y="65175"/>
                    <a:pt x="574024" y="76914"/>
                  </a:cubicBezTo>
                  <a:cubicBezTo>
                    <a:pt x="584954" y="88654"/>
                    <a:pt x="590622" y="104442"/>
                    <a:pt x="590622" y="124277"/>
                  </a:cubicBezTo>
                  <a:cubicBezTo>
                    <a:pt x="590622" y="144518"/>
                    <a:pt x="584549" y="160711"/>
                    <a:pt x="573215" y="172855"/>
                  </a:cubicBezTo>
                  <a:cubicBezTo>
                    <a:pt x="561475" y="184999"/>
                    <a:pt x="545687" y="191072"/>
                    <a:pt x="525447" y="191072"/>
                  </a:cubicBezTo>
                  <a:cubicBezTo>
                    <a:pt x="506016" y="191072"/>
                    <a:pt x="490633" y="185404"/>
                    <a:pt x="479298" y="174069"/>
                  </a:cubicBezTo>
                  <a:cubicBezTo>
                    <a:pt x="467963" y="162330"/>
                    <a:pt x="462296" y="146542"/>
                    <a:pt x="462296" y="127111"/>
                  </a:cubicBezTo>
                  <a:close/>
                  <a:moveTo>
                    <a:pt x="493062" y="125897"/>
                  </a:moveTo>
                  <a:cubicBezTo>
                    <a:pt x="493062" y="138851"/>
                    <a:pt x="495895" y="148971"/>
                    <a:pt x="501968" y="155853"/>
                  </a:cubicBezTo>
                  <a:cubicBezTo>
                    <a:pt x="508040" y="162735"/>
                    <a:pt x="516541" y="166378"/>
                    <a:pt x="527471" y="166378"/>
                  </a:cubicBezTo>
                  <a:cubicBezTo>
                    <a:pt x="537996" y="166378"/>
                    <a:pt x="546497" y="163139"/>
                    <a:pt x="552164" y="155853"/>
                  </a:cubicBezTo>
                  <a:cubicBezTo>
                    <a:pt x="557832" y="148971"/>
                    <a:pt x="560666" y="138851"/>
                    <a:pt x="560666" y="125087"/>
                  </a:cubicBezTo>
                  <a:cubicBezTo>
                    <a:pt x="560666" y="111728"/>
                    <a:pt x="557832" y="101608"/>
                    <a:pt x="552164" y="94321"/>
                  </a:cubicBezTo>
                  <a:cubicBezTo>
                    <a:pt x="546497" y="87439"/>
                    <a:pt x="537996" y="83796"/>
                    <a:pt x="527876" y="83796"/>
                  </a:cubicBezTo>
                  <a:cubicBezTo>
                    <a:pt x="516946" y="83796"/>
                    <a:pt x="508849" y="87439"/>
                    <a:pt x="502777" y="94726"/>
                  </a:cubicBezTo>
                  <a:cubicBezTo>
                    <a:pt x="495895" y="102418"/>
                    <a:pt x="493062" y="112538"/>
                    <a:pt x="493062" y="125897"/>
                  </a:cubicBezTo>
                  <a:close/>
                  <a:moveTo>
                    <a:pt x="634746" y="95536"/>
                  </a:moveTo>
                  <a:cubicBezTo>
                    <a:pt x="634746" y="99584"/>
                    <a:pt x="635961" y="103227"/>
                    <a:pt x="638794" y="105656"/>
                  </a:cubicBezTo>
                  <a:cubicBezTo>
                    <a:pt x="641628" y="108085"/>
                    <a:pt x="647295" y="110919"/>
                    <a:pt x="656606" y="114562"/>
                  </a:cubicBezTo>
                  <a:cubicBezTo>
                    <a:pt x="668345" y="119420"/>
                    <a:pt x="676847" y="124682"/>
                    <a:pt x="681300" y="130350"/>
                  </a:cubicBezTo>
                  <a:cubicBezTo>
                    <a:pt x="686157" y="136422"/>
                    <a:pt x="688586" y="143304"/>
                    <a:pt x="688586" y="151805"/>
                  </a:cubicBezTo>
                  <a:cubicBezTo>
                    <a:pt x="688586" y="163544"/>
                    <a:pt x="684133" y="172855"/>
                    <a:pt x="674823" y="180142"/>
                  </a:cubicBezTo>
                  <a:cubicBezTo>
                    <a:pt x="665917" y="187428"/>
                    <a:pt x="653368" y="190667"/>
                    <a:pt x="637985" y="190667"/>
                  </a:cubicBezTo>
                  <a:cubicBezTo>
                    <a:pt x="632722" y="190667"/>
                    <a:pt x="627055" y="189857"/>
                    <a:pt x="620578" y="188643"/>
                  </a:cubicBezTo>
                  <a:cubicBezTo>
                    <a:pt x="614101" y="187428"/>
                    <a:pt x="608838" y="185809"/>
                    <a:pt x="604385" y="183785"/>
                  </a:cubicBezTo>
                  <a:lnTo>
                    <a:pt x="604385" y="154638"/>
                  </a:lnTo>
                  <a:cubicBezTo>
                    <a:pt x="609648" y="158282"/>
                    <a:pt x="615720" y="161520"/>
                    <a:pt x="621792" y="163544"/>
                  </a:cubicBezTo>
                  <a:cubicBezTo>
                    <a:pt x="627864" y="165568"/>
                    <a:pt x="633532" y="166783"/>
                    <a:pt x="638794" y="166783"/>
                  </a:cubicBezTo>
                  <a:cubicBezTo>
                    <a:pt x="645271" y="166783"/>
                    <a:pt x="650534" y="165973"/>
                    <a:pt x="653368" y="163949"/>
                  </a:cubicBezTo>
                  <a:cubicBezTo>
                    <a:pt x="656606" y="161925"/>
                    <a:pt x="658225" y="159091"/>
                    <a:pt x="658225" y="154638"/>
                  </a:cubicBezTo>
                  <a:cubicBezTo>
                    <a:pt x="658225" y="150590"/>
                    <a:pt x="656606" y="147352"/>
                    <a:pt x="653368" y="144113"/>
                  </a:cubicBezTo>
                  <a:cubicBezTo>
                    <a:pt x="650129" y="141280"/>
                    <a:pt x="643652" y="138041"/>
                    <a:pt x="634746" y="134398"/>
                  </a:cubicBezTo>
                  <a:cubicBezTo>
                    <a:pt x="623816" y="129945"/>
                    <a:pt x="616125" y="124682"/>
                    <a:pt x="611672" y="119015"/>
                  </a:cubicBezTo>
                  <a:cubicBezTo>
                    <a:pt x="607219" y="113348"/>
                    <a:pt x="604790" y="106061"/>
                    <a:pt x="604790" y="97155"/>
                  </a:cubicBezTo>
                  <a:cubicBezTo>
                    <a:pt x="604790" y="85820"/>
                    <a:pt x="609243" y="76510"/>
                    <a:pt x="618149" y="69223"/>
                  </a:cubicBezTo>
                  <a:cubicBezTo>
                    <a:pt x="627055" y="61936"/>
                    <a:pt x="638794" y="58293"/>
                    <a:pt x="652963" y="58293"/>
                  </a:cubicBezTo>
                  <a:cubicBezTo>
                    <a:pt x="657416" y="58293"/>
                    <a:pt x="662273" y="58698"/>
                    <a:pt x="667536" y="59912"/>
                  </a:cubicBezTo>
                  <a:cubicBezTo>
                    <a:pt x="672799" y="61127"/>
                    <a:pt x="677656" y="62341"/>
                    <a:pt x="681300" y="63556"/>
                  </a:cubicBezTo>
                  <a:lnTo>
                    <a:pt x="681300" y="92297"/>
                  </a:lnTo>
                  <a:cubicBezTo>
                    <a:pt x="677252" y="89868"/>
                    <a:pt x="672798" y="87439"/>
                    <a:pt x="667536" y="85415"/>
                  </a:cubicBezTo>
                  <a:cubicBezTo>
                    <a:pt x="662273" y="83391"/>
                    <a:pt x="657011" y="82582"/>
                    <a:pt x="652153" y="82582"/>
                  </a:cubicBezTo>
                  <a:cubicBezTo>
                    <a:pt x="646486" y="82582"/>
                    <a:pt x="642033" y="83796"/>
                    <a:pt x="639199" y="85820"/>
                  </a:cubicBezTo>
                  <a:cubicBezTo>
                    <a:pt x="636365" y="88654"/>
                    <a:pt x="634746" y="91488"/>
                    <a:pt x="634746" y="95536"/>
                  </a:cubicBezTo>
                  <a:close/>
                  <a:moveTo>
                    <a:pt x="701135" y="127111"/>
                  </a:moveTo>
                  <a:cubicBezTo>
                    <a:pt x="701135" y="106466"/>
                    <a:pt x="707208" y="89868"/>
                    <a:pt x="718542" y="77724"/>
                  </a:cubicBezTo>
                  <a:cubicBezTo>
                    <a:pt x="730282" y="65580"/>
                    <a:pt x="746474" y="59507"/>
                    <a:pt x="767120" y="59507"/>
                  </a:cubicBezTo>
                  <a:cubicBezTo>
                    <a:pt x="786551" y="59507"/>
                    <a:pt x="801934" y="65175"/>
                    <a:pt x="812863" y="76914"/>
                  </a:cubicBezTo>
                  <a:cubicBezTo>
                    <a:pt x="823793" y="88654"/>
                    <a:pt x="829461" y="104442"/>
                    <a:pt x="829461" y="124277"/>
                  </a:cubicBezTo>
                  <a:cubicBezTo>
                    <a:pt x="829461" y="144518"/>
                    <a:pt x="823389" y="160711"/>
                    <a:pt x="812054" y="172855"/>
                  </a:cubicBezTo>
                  <a:cubicBezTo>
                    <a:pt x="800314" y="184999"/>
                    <a:pt x="784527" y="191072"/>
                    <a:pt x="764286" y="191072"/>
                  </a:cubicBezTo>
                  <a:cubicBezTo>
                    <a:pt x="744855" y="191072"/>
                    <a:pt x="729472" y="185404"/>
                    <a:pt x="718138" y="174069"/>
                  </a:cubicBezTo>
                  <a:cubicBezTo>
                    <a:pt x="707208" y="162330"/>
                    <a:pt x="701135" y="146542"/>
                    <a:pt x="701135" y="127111"/>
                  </a:cubicBezTo>
                  <a:close/>
                  <a:moveTo>
                    <a:pt x="731901" y="125897"/>
                  </a:moveTo>
                  <a:cubicBezTo>
                    <a:pt x="731901" y="138851"/>
                    <a:pt x="734735" y="148971"/>
                    <a:pt x="740807" y="155853"/>
                  </a:cubicBezTo>
                  <a:cubicBezTo>
                    <a:pt x="746879" y="162735"/>
                    <a:pt x="755380" y="166378"/>
                    <a:pt x="766310" y="166378"/>
                  </a:cubicBezTo>
                  <a:cubicBezTo>
                    <a:pt x="776835" y="166378"/>
                    <a:pt x="785337" y="163139"/>
                    <a:pt x="791004" y="155853"/>
                  </a:cubicBezTo>
                  <a:cubicBezTo>
                    <a:pt x="796671" y="148971"/>
                    <a:pt x="799505" y="138851"/>
                    <a:pt x="799505" y="125087"/>
                  </a:cubicBezTo>
                  <a:cubicBezTo>
                    <a:pt x="799505" y="111728"/>
                    <a:pt x="796671" y="101608"/>
                    <a:pt x="791004" y="94321"/>
                  </a:cubicBezTo>
                  <a:cubicBezTo>
                    <a:pt x="785337" y="87439"/>
                    <a:pt x="776835" y="83796"/>
                    <a:pt x="766715" y="83796"/>
                  </a:cubicBezTo>
                  <a:cubicBezTo>
                    <a:pt x="755785" y="83796"/>
                    <a:pt x="747689" y="87439"/>
                    <a:pt x="741617" y="94726"/>
                  </a:cubicBezTo>
                  <a:cubicBezTo>
                    <a:pt x="735140" y="102418"/>
                    <a:pt x="731901" y="112538"/>
                    <a:pt x="731901" y="125897"/>
                  </a:cubicBezTo>
                  <a:close/>
                  <a:moveTo>
                    <a:pt x="927830" y="86630"/>
                  </a:moveTo>
                  <a:lnTo>
                    <a:pt x="883706" y="86630"/>
                  </a:lnTo>
                  <a:lnTo>
                    <a:pt x="883706" y="187833"/>
                  </a:lnTo>
                  <a:lnTo>
                    <a:pt x="853750" y="187833"/>
                  </a:lnTo>
                  <a:lnTo>
                    <a:pt x="853750" y="86630"/>
                  </a:lnTo>
                  <a:lnTo>
                    <a:pt x="832699" y="86630"/>
                  </a:lnTo>
                  <a:lnTo>
                    <a:pt x="832699" y="62341"/>
                  </a:lnTo>
                  <a:lnTo>
                    <a:pt x="853750" y="62341"/>
                  </a:lnTo>
                  <a:lnTo>
                    <a:pt x="853750" y="44934"/>
                  </a:lnTo>
                  <a:cubicBezTo>
                    <a:pt x="853750" y="31980"/>
                    <a:pt x="858203" y="21050"/>
                    <a:pt x="866704" y="12549"/>
                  </a:cubicBezTo>
                  <a:cubicBezTo>
                    <a:pt x="875205" y="4048"/>
                    <a:pt x="886135" y="0"/>
                    <a:pt x="899494" y="0"/>
                  </a:cubicBezTo>
                  <a:cubicBezTo>
                    <a:pt x="903137" y="0"/>
                    <a:pt x="906376" y="405"/>
                    <a:pt x="909209" y="405"/>
                  </a:cubicBezTo>
                  <a:cubicBezTo>
                    <a:pt x="912043" y="405"/>
                    <a:pt x="914472" y="1214"/>
                    <a:pt x="916496" y="2024"/>
                  </a:cubicBezTo>
                  <a:lnTo>
                    <a:pt x="916496" y="27527"/>
                  </a:lnTo>
                  <a:cubicBezTo>
                    <a:pt x="915686" y="27122"/>
                    <a:pt x="913662" y="26313"/>
                    <a:pt x="911233" y="25503"/>
                  </a:cubicBezTo>
                  <a:cubicBezTo>
                    <a:pt x="908804" y="24693"/>
                    <a:pt x="905971" y="24289"/>
                    <a:pt x="902732" y="24289"/>
                  </a:cubicBezTo>
                  <a:cubicBezTo>
                    <a:pt x="896660" y="24289"/>
                    <a:pt x="891802" y="26313"/>
                    <a:pt x="888564" y="29956"/>
                  </a:cubicBezTo>
                  <a:cubicBezTo>
                    <a:pt x="885325" y="33599"/>
                    <a:pt x="883706" y="39672"/>
                    <a:pt x="883706" y="46958"/>
                  </a:cubicBezTo>
                  <a:lnTo>
                    <a:pt x="883706" y="61936"/>
                  </a:lnTo>
                  <a:lnTo>
                    <a:pt x="927830" y="61936"/>
                  </a:lnTo>
                  <a:lnTo>
                    <a:pt x="927830" y="33599"/>
                  </a:lnTo>
                  <a:lnTo>
                    <a:pt x="957382" y="24693"/>
                  </a:lnTo>
                  <a:lnTo>
                    <a:pt x="957382" y="61936"/>
                  </a:lnTo>
                  <a:lnTo>
                    <a:pt x="987338" y="61936"/>
                  </a:lnTo>
                  <a:lnTo>
                    <a:pt x="987338" y="86225"/>
                  </a:lnTo>
                  <a:lnTo>
                    <a:pt x="957382" y="86225"/>
                  </a:lnTo>
                  <a:lnTo>
                    <a:pt x="957382" y="144923"/>
                  </a:lnTo>
                  <a:cubicBezTo>
                    <a:pt x="957382" y="152614"/>
                    <a:pt x="959001" y="157877"/>
                    <a:pt x="961430" y="161115"/>
                  </a:cubicBezTo>
                  <a:cubicBezTo>
                    <a:pt x="964263" y="164354"/>
                    <a:pt x="968716" y="165973"/>
                    <a:pt x="974788" y="165973"/>
                  </a:cubicBezTo>
                  <a:cubicBezTo>
                    <a:pt x="976408" y="165973"/>
                    <a:pt x="978432" y="165568"/>
                    <a:pt x="980861" y="164759"/>
                  </a:cubicBezTo>
                  <a:cubicBezTo>
                    <a:pt x="983290" y="163949"/>
                    <a:pt x="985314" y="163139"/>
                    <a:pt x="986933" y="161925"/>
                  </a:cubicBezTo>
                  <a:lnTo>
                    <a:pt x="986933" y="186214"/>
                  </a:lnTo>
                  <a:cubicBezTo>
                    <a:pt x="984909" y="187428"/>
                    <a:pt x="982075" y="188238"/>
                    <a:pt x="977622" y="189047"/>
                  </a:cubicBezTo>
                  <a:cubicBezTo>
                    <a:pt x="973169" y="189857"/>
                    <a:pt x="969121" y="190262"/>
                    <a:pt x="964668" y="190262"/>
                  </a:cubicBezTo>
                  <a:cubicBezTo>
                    <a:pt x="952119" y="190262"/>
                    <a:pt x="942808" y="187023"/>
                    <a:pt x="936736" y="180546"/>
                  </a:cubicBezTo>
                  <a:cubicBezTo>
                    <a:pt x="930664" y="174069"/>
                    <a:pt x="927426" y="163949"/>
                    <a:pt x="927426" y="150590"/>
                  </a:cubicBezTo>
                  <a:lnTo>
                    <a:pt x="927830" y="86630"/>
                  </a:lnTo>
                  <a:lnTo>
                    <a:pt x="927830" y="86630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0C05DC5-6E22-A928-A7F0-23E80AC666D4}"/>
                </a:ext>
              </a:extLst>
            </p:cNvPr>
            <p:cNvSpPr/>
            <p:nvPr/>
          </p:nvSpPr>
          <p:spPr>
            <a:xfrm>
              <a:off x="1975612" y="4277472"/>
              <a:ext cx="97752" cy="97753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E2334226-F23A-D43A-FC65-6B294440039A}"/>
                </a:ext>
              </a:extLst>
            </p:cNvPr>
            <p:cNvSpPr/>
            <p:nvPr/>
          </p:nvSpPr>
          <p:spPr>
            <a:xfrm>
              <a:off x="2083655" y="4277474"/>
              <a:ext cx="97752" cy="97753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A60D9EDD-081F-AB0A-A3B4-A324E53A8CC4}"/>
                </a:ext>
              </a:extLst>
            </p:cNvPr>
            <p:cNvSpPr/>
            <p:nvPr/>
          </p:nvSpPr>
          <p:spPr>
            <a:xfrm>
              <a:off x="1975612" y="4385520"/>
              <a:ext cx="97752" cy="97753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38CABD14-4707-66C0-ED90-274CD7B33740}"/>
                </a:ext>
              </a:extLst>
            </p:cNvPr>
            <p:cNvSpPr/>
            <p:nvPr/>
          </p:nvSpPr>
          <p:spPr>
            <a:xfrm>
              <a:off x="2083655" y="4385519"/>
              <a:ext cx="97752" cy="97753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DE6CFE-DBFE-9804-5700-EE7FC7872D1A}"/>
              </a:ext>
            </a:extLst>
          </p:cNvPr>
          <p:cNvGrpSpPr/>
          <p:nvPr/>
        </p:nvGrpSpPr>
        <p:grpSpPr>
          <a:xfrm>
            <a:off x="3187598" y="4256896"/>
            <a:ext cx="1034110" cy="158158"/>
            <a:chOff x="3231138" y="4304426"/>
            <a:chExt cx="1034110" cy="15815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D7A263C-618B-9A07-1B4C-1E8A34146215}"/>
                </a:ext>
              </a:extLst>
            </p:cNvPr>
            <p:cNvSpPr/>
            <p:nvPr/>
          </p:nvSpPr>
          <p:spPr>
            <a:xfrm>
              <a:off x="3231138" y="4304426"/>
              <a:ext cx="152074" cy="158158"/>
            </a:xfrm>
            <a:custGeom>
              <a:avLst/>
              <a:gdLst>
                <a:gd name="connsiteX0" fmla="*/ 203841 w 215380"/>
                <a:gd name="connsiteY0" fmla="*/ 92339 h 223995"/>
                <a:gd name="connsiteX1" fmla="*/ 107796 w 215380"/>
                <a:gd name="connsiteY1" fmla="*/ 144566 h 223995"/>
                <a:gd name="connsiteX2" fmla="*/ 4952 w 215380"/>
                <a:gd name="connsiteY2" fmla="*/ 88760 h 223995"/>
                <a:gd name="connsiteX3" fmla="*/ 0 w 215380"/>
                <a:gd name="connsiteY3" fmla="*/ 91340 h 223995"/>
                <a:gd name="connsiteX4" fmla="*/ 0 w 215380"/>
                <a:gd name="connsiteY4" fmla="*/ 131861 h 223995"/>
                <a:gd name="connsiteX5" fmla="*/ 107796 w 215380"/>
                <a:gd name="connsiteY5" fmla="*/ 190235 h 223995"/>
                <a:gd name="connsiteX6" fmla="*/ 203830 w 215380"/>
                <a:gd name="connsiteY6" fmla="*/ 138213 h 223995"/>
                <a:gd name="connsiteX7" fmla="*/ 203830 w 215380"/>
                <a:gd name="connsiteY7" fmla="*/ 159656 h 223995"/>
                <a:gd name="connsiteX8" fmla="*/ 107796 w 215380"/>
                <a:gd name="connsiteY8" fmla="*/ 211894 h 223995"/>
                <a:gd name="connsiteX9" fmla="*/ 4952 w 215380"/>
                <a:gd name="connsiteY9" fmla="*/ 156088 h 223995"/>
                <a:gd name="connsiteX10" fmla="*/ 0 w 215380"/>
                <a:gd name="connsiteY10" fmla="*/ 158668 h 223995"/>
                <a:gd name="connsiteX11" fmla="*/ 0 w 215380"/>
                <a:gd name="connsiteY11" fmla="*/ 165611 h 223995"/>
                <a:gd name="connsiteX12" fmla="*/ 107796 w 215380"/>
                <a:gd name="connsiteY12" fmla="*/ 223996 h 223995"/>
                <a:gd name="connsiteX13" fmla="*/ 215380 w 215380"/>
                <a:gd name="connsiteY13" fmla="*/ 165611 h 223995"/>
                <a:gd name="connsiteX14" fmla="*/ 215380 w 215380"/>
                <a:gd name="connsiteY14" fmla="*/ 125100 h 223995"/>
                <a:gd name="connsiteX15" fmla="*/ 210428 w 215380"/>
                <a:gd name="connsiteY15" fmla="*/ 122521 h 223995"/>
                <a:gd name="connsiteX16" fmla="*/ 107796 w 215380"/>
                <a:gd name="connsiteY16" fmla="*/ 178122 h 223995"/>
                <a:gd name="connsiteX17" fmla="*/ 11540 w 215380"/>
                <a:gd name="connsiteY17" fmla="*/ 126100 h 223995"/>
                <a:gd name="connsiteX18" fmla="*/ 11540 w 215380"/>
                <a:gd name="connsiteY18" fmla="*/ 104646 h 223995"/>
                <a:gd name="connsiteX19" fmla="*/ 107796 w 215380"/>
                <a:gd name="connsiteY19" fmla="*/ 156668 h 223995"/>
                <a:gd name="connsiteX20" fmla="*/ 215380 w 215380"/>
                <a:gd name="connsiteY20" fmla="*/ 98305 h 223995"/>
                <a:gd name="connsiteX21" fmla="*/ 215380 w 215380"/>
                <a:gd name="connsiteY21" fmla="*/ 58364 h 223995"/>
                <a:gd name="connsiteX22" fmla="*/ 210017 w 215380"/>
                <a:gd name="connsiteY22" fmla="*/ 55386 h 223995"/>
                <a:gd name="connsiteX23" fmla="*/ 107796 w 215380"/>
                <a:gd name="connsiteY23" fmla="*/ 110794 h 223995"/>
                <a:gd name="connsiteX24" fmla="*/ 16491 w 215380"/>
                <a:gd name="connsiteY24" fmla="*/ 61545 h 223995"/>
                <a:gd name="connsiteX25" fmla="*/ 107796 w 215380"/>
                <a:gd name="connsiteY25" fmla="*/ 12102 h 223995"/>
                <a:gd name="connsiteX26" fmla="*/ 182810 w 215380"/>
                <a:gd name="connsiteY26" fmla="*/ 52807 h 223995"/>
                <a:gd name="connsiteX27" fmla="*/ 189408 w 215380"/>
                <a:gd name="connsiteY27" fmla="*/ 49238 h 223995"/>
                <a:gd name="connsiteX28" fmla="*/ 189408 w 215380"/>
                <a:gd name="connsiteY28" fmla="*/ 44273 h 223995"/>
                <a:gd name="connsiteX29" fmla="*/ 107796 w 215380"/>
                <a:gd name="connsiteY29" fmla="*/ 0 h 223995"/>
                <a:gd name="connsiteX30" fmla="*/ 0 w 215380"/>
                <a:gd name="connsiteY30" fmla="*/ 58375 h 223995"/>
                <a:gd name="connsiteX31" fmla="*/ 0 w 215380"/>
                <a:gd name="connsiteY31" fmla="*/ 64737 h 223995"/>
                <a:gd name="connsiteX32" fmla="*/ 107796 w 215380"/>
                <a:gd name="connsiteY32" fmla="*/ 123122 h 223995"/>
                <a:gd name="connsiteX33" fmla="*/ 203830 w 215380"/>
                <a:gd name="connsiteY33" fmla="*/ 70885 h 223995"/>
                <a:gd name="connsiteX34" fmla="*/ 203841 w 215380"/>
                <a:gd name="connsiteY34" fmla="*/ 92339 h 22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5380" h="223995">
                  <a:moveTo>
                    <a:pt x="203841" y="92339"/>
                  </a:moveTo>
                  <a:lnTo>
                    <a:pt x="107796" y="144566"/>
                  </a:lnTo>
                  <a:lnTo>
                    <a:pt x="4952" y="88760"/>
                  </a:lnTo>
                  <a:lnTo>
                    <a:pt x="0" y="91340"/>
                  </a:lnTo>
                  <a:lnTo>
                    <a:pt x="0" y="131861"/>
                  </a:lnTo>
                  <a:lnTo>
                    <a:pt x="107796" y="190235"/>
                  </a:lnTo>
                  <a:lnTo>
                    <a:pt x="203830" y="138213"/>
                  </a:lnTo>
                  <a:lnTo>
                    <a:pt x="203830" y="159656"/>
                  </a:lnTo>
                  <a:lnTo>
                    <a:pt x="107796" y="211894"/>
                  </a:lnTo>
                  <a:lnTo>
                    <a:pt x="4952" y="156088"/>
                  </a:lnTo>
                  <a:lnTo>
                    <a:pt x="0" y="158668"/>
                  </a:lnTo>
                  <a:lnTo>
                    <a:pt x="0" y="165611"/>
                  </a:lnTo>
                  <a:lnTo>
                    <a:pt x="107796" y="223996"/>
                  </a:lnTo>
                  <a:lnTo>
                    <a:pt x="215380" y="165611"/>
                  </a:lnTo>
                  <a:lnTo>
                    <a:pt x="215380" y="125100"/>
                  </a:lnTo>
                  <a:lnTo>
                    <a:pt x="210428" y="122521"/>
                  </a:lnTo>
                  <a:lnTo>
                    <a:pt x="107796" y="178122"/>
                  </a:lnTo>
                  <a:lnTo>
                    <a:pt x="11540" y="126100"/>
                  </a:lnTo>
                  <a:lnTo>
                    <a:pt x="11540" y="104646"/>
                  </a:lnTo>
                  <a:lnTo>
                    <a:pt x="107796" y="156668"/>
                  </a:lnTo>
                  <a:lnTo>
                    <a:pt x="215380" y="98305"/>
                  </a:lnTo>
                  <a:lnTo>
                    <a:pt x="215380" y="58364"/>
                  </a:lnTo>
                  <a:lnTo>
                    <a:pt x="210017" y="55386"/>
                  </a:lnTo>
                  <a:lnTo>
                    <a:pt x="107796" y="110794"/>
                  </a:lnTo>
                  <a:lnTo>
                    <a:pt x="16491" y="61545"/>
                  </a:lnTo>
                  <a:lnTo>
                    <a:pt x="107796" y="12102"/>
                  </a:lnTo>
                  <a:lnTo>
                    <a:pt x="182810" y="52807"/>
                  </a:lnTo>
                  <a:lnTo>
                    <a:pt x="189408" y="49238"/>
                  </a:lnTo>
                  <a:lnTo>
                    <a:pt x="189408" y="44273"/>
                  </a:lnTo>
                  <a:lnTo>
                    <a:pt x="107796" y="0"/>
                  </a:lnTo>
                  <a:lnTo>
                    <a:pt x="0" y="58375"/>
                  </a:lnTo>
                  <a:lnTo>
                    <a:pt x="0" y="64737"/>
                  </a:lnTo>
                  <a:lnTo>
                    <a:pt x="107796" y="123122"/>
                  </a:lnTo>
                  <a:lnTo>
                    <a:pt x="203830" y="70885"/>
                  </a:lnTo>
                  <a:lnTo>
                    <a:pt x="203841" y="92339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31E6AE0-E30D-DAFE-BBB6-F9FEB7692B4F}"/>
                </a:ext>
              </a:extLst>
            </p:cNvPr>
            <p:cNvSpPr/>
            <p:nvPr/>
          </p:nvSpPr>
          <p:spPr>
            <a:xfrm>
              <a:off x="3431877" y="4310506"/>
              <a:ext cx="766457" cy="133827"/>
            </a:xfrm>
            <a:custGeom>
              <a:avLst/>
              <a:gdLst>
                <a:gd name="connsiteX0" fmla="*/ 1001993 w 1085518"/>
                <a:gd name="connsiteY0" fmla="*/ 129040 h 189535"/>
                <a:gd name="connsiteX1" fmla="*/ 1003637 w 1085518"/>
                <a:gd name="connsiteY1" fmla="*/ 128423 h 189535"/>
                <a:gd name="connsiteX2" fmla="*/ 1003836 w 1085518"/>
                <a:gd name="connsiteY2" fmla="*/ 128423 h 189535"/>
                <a:gd name="connsiteX3" fmla="*/ 1005676 w 1085518"/>
                <a:gd name="connsiteY3" fmla="*/ 129242 h 189535"/>
                <a:gd name="connsiteX4" fmla="*/ 1050801 w 1085518"/>
                <a:gd name="connsiteY4" fmla="*/ 186004 h 189535"/>
                <a:gd name="connsiteX5" fmla="*/ 1085518 w 1085518"/>
                <a:gd name="connsiteY5" fmla="*/ 186004 h 189535"/>
                <a:gd name="connsiteX6" fmla="*/ 1027120 w 1085518"/>
                <a:gd name="connsiteY6" fmla="*/ 114331 h 189535"/>
                <a:gd name="connsiteX7" fmla="*/ 1027318 w 1085518"/>
                <a:gd name="connsiteY7" fmla="*/ 111024 h 189535"/>
                <a:gd name="connsiteX8" fmla="*/ 1081020 w 1085518"/>
                <a:gd name="connsiteY8" fmla="*/ 56538 h 189535"/>
                <a:gd name="connsiteX9" fmla="*/ 1046512 w 1085518"/>
                <a:gd name="connsiteY9" fmla="*/ 56538 h 189535"/>
                <a:gd name="connsiteX10" fmla="*/ 1000164 w 1085518"/>
                <a:gd name="connsiteY10" fmla="*/ 103770 h 189535"/>
                <a:gd name="connsiteX11" fmla="*/ 997507 w 1085518"/>
                <a:gd name="connsiteY11" fmla="*/ 104387 h 189535"/>
                <a:gd name="connsiteX12" fmla="*/ 996074 w 1085518"/>
                <a:gd name="connsiteY12" fmla="*/ 102111 h 189535"/>
                <a:gd name="connsiteX13" fmla="*/ 996074 w 1085518"/>
                <a:gd name="connsiteY13" fmla="*/ 202 h 189535"/>
                <a:gd name="connsiteX14" fmla="*/ 967696 w 1085518"/>
                <a:gd name="connsiteY14" fmla="*/ 202 h 189535"/>
                <a:gd name="connsiteX15" fmla="*/ 967696 w 1085518"/>
                <a:gd name="connsiteY15" fmla="*/ 186206 h 189535"/>
                <a:gd name="connsiteX16" fmla="*/ 995875 w 1085518"/>
                <a:gd name="connsiteY16" fmla="*/ 186206 h 189535"/>
                <a:gd name="connsiteX17" fmla="*/ 995875 w 1085518"/>
                <a:gd name="connsiteY17" fmla="*/ 135666 h 189535"/>
                <a:gd name="connsiteX18" fmla="*/ 996691 w 1085518"/>
                <a:gd name="connsiteY18" fmla="*/ 133805 h 189535"/>
                <a:gd name="connsiteX19" fmla="*/ 1001993 w 1085518"/>
                <a:gd name="connsiteY19" fmla="*/ 129040 h 189535"/>
                <a:gd name="connsiteX20" fmla="*/ 901127 w 1085518"/>
                <a:gd name="connsiteY20" fmla="*/ 53231 h 189535"/>
                <a:gd name="connsiteX21" fmla="*/ 833534 w 1085518"/>
                <a:gd name="connsiteY21" fmla="*/ 121394 h 189535"/>
                <a:gd name="connsiteX22" fmla="*/ 852321 w 1085518"/>
                <a:gd name="connsiteY22" fmla="*/ 170275 h 189535"/>
                <a:gd name="connsiteX23" fmla="*/ 900918 w 1085518"/>
                <a:gd name="connsiteY23" fmla="*/ 189535 h 189535"/>
                <a:gd name="connsiteX24" fmla="*/ 952382 w 1085518"/>
                <a:gd name="connsiteY24" fmla="*/ 169019 h 189535"/>
                <a:gd name="connsiteX25" fmla="*/ 936252 w 1085518"/>
                <a:gd name="connsiteY25" fmla="*/ 151832 h 189535"/>
                <a:gd name="connsiteX26" fmla="*/ 903784 w 1085518"/>
                <a:gd name="connsiteY26" fmla="*/ 163223 h 189535"/>
                <a:gd name="connsiteX27" fmla="*/ 862332 w 1085518"/>
                <a:gd name="connsiteY27" fmla="*/ 121383 h 189535"/>
                <a:gd name="connsiteX28" fmla="*/ 903784 w 1085518"/>
                <a:gd name="connsiteY28" fmla="*/ 79543 h 189535"/>
                <a:gd name="connsiteX29" fmla="*/ 935845 w 1085518"/>
                <a:gd name="connsiteY29" fmla="*/ 90933 h 189535"/>
                <a:gd name="connsiteX30" fmla="*/ 953804 w 1085518"/>
                <a:gd name="connsiteY30" fmla="*/ 73747 h 189535"/>
                <a:gd name="connsiteX31" fmla="*/ 901127 w 1085518"/>
                <a:gd name="connsiteY31" fmla="*/ 53231 h 189535"/>
                <a:gd name="connsiteX32" fmla="*/ 802697 w 1085518"/>
                <a:gd name="connsiteY32" fmla="*/ 202 h 189535"/>
                <a:gd name="connsiteX33" fmla="*/ 784947 w 1085518"/>
                <a:gd name="connsiteY33" fmla="*/ 17364 h 189535"/>
                <a:gd name="connsiteX34" fmla="*/ 801823 w 1085518"/>
                <a:gd name="connsiteY34" fmla="*/ 35416 h 189535"/>
                <a:gd name="connsiteX35" fmla="*/ 802697 w 1085518"/>
                <a:gd name="connsiteY35" fmla="*/ 35416 h 189535"/>
                <a:gd name="connsiteX36" fmla="*/ 820624 w 1085518"/>
                <a:gd name="connsiteY36" fmla="*/ 18443 h 189535"/>
                <a:gd name="connsiteX37" fmla="*/ 803934 w 1085518"/>
                <a:gd name="connsiteY37" fmla="*/ 213 h 189535"/>
                <a:gd name="connsiteX38" fmla="*/ 802697 w 1085518"/>
                <a:gd name="connsiteY38" fmla="*/ 213 h 189535"/>
                <a:gd name="connsiteX39" fmla="*/ 817405 w 1085518"/>
                <a:gd name="connsiteY39" fmla="*/ 56560 h 189535"/>
                <a:gd name="connsiteX40" fmla="*/ 788818 w 1085518"/>
                <a:gd name="connsiteY40" fmla="*/ 56560 h 189535"/>
                <a:gd name="connsiteX41" fmla="*/ 788818 w 1085518"/>
                <a:gd name="connsiteY41" fmla="*/ 186228 h 189535"/>
                <a:gd name="connsiteX42" fmla="*/ 817405 w 1085518"/>
                <a:gd name="connsiteY42" fmla="*/ 186228 h 189535"/>
                <a:gd name="connsiteX43" fmla="*/ 817405 w 1085518"/>
                <a:gd name="connsiteY43" fmla="*/ 56560 h 189535"/>
                <a:gd name="connsiteX44" fmla="*/ 764320 w 1085518"/>
                <a:gd name="connsiteY44" fmla="*/ 83086 h 189535"/>
                <a:gd name="connsiteX45" fmla="*/ 771045 w 1085518"/>
                <a:gd name="connsiteY45" fmla="*/ 83713 h 189535"/>
                <a:gd name="connsiteX46" fmla="*/ 771045 w 1085518"/>
                <a:gd name="connsiteY46" fmla="*/ 54295 h 189535"/>
                <a:gd name="connsiteX47" fmla="*/ 766360 w 1085518"/>
                <a:gd name="connsiteY47" fmla="*/ 53881 h 189535"/>
                <a:gd name="connsiteX48" fmla="*/ 731036 w 1085518"/>
                <a:gd name="connsiteY48" fmla="*/ 73769 h 189535"/>
                <a:gd name="connsiteX49" fmla="*/ 728379 w 1085518"/>
                <a:gd name="connsiteY49" fmla="*/ 74801 h 189535"/>
                <a:gd name="connsiteX50" fmla="*/ 726538 w 1085518"/>
                <a:gd name="connsiteY50" fmla="*/ 72525 h 189535"/>
                <a:gd name="connsiteX51" fmla="*/ 726538 w 1085518"/>
                <a:gd name="connsiteY51" fmla="*/ 56571 h 189535"/>
                <a:gd name="connsiteX52" fmla="*/ 698568 w 1085518"/>
                <a:gd name="connsiteY52" fmla="*/ 56571 h 189535"/>
                <a:gd name="connsiteX53" fmla="*/ 698568 w 1085518"/>
                <a:gd name="connsiteY53" fmla="*/ 186239 h 189535"/>
                <a:gd name="connsiteX54" fmla="*/ 726748 w 1085518"/>
                <a:gd name="connsiteY54" fmla="*/ 186239 h 189535"/>
                <a:gd name="connsiteX55" fmla="*/ 726748 w 1085518"/>
                <a:gd name="connsiteY55" fmla="*/ 129062 h 189535"/>
                <a:gd name="connsiteX56" fmla="*/ 764320 w 1085518"/>
                <a:gd name="connsiteY56" fmla="*/ 83097 h 189535"/>
                <a:gd name="connsiteX57" fmla="*/ 574197 w 1085518"/>
                <a:gd name="connsiteY57" fmla="*/ 121383 h 189535"/>
                <a:gd name="connsiteX58" fmla="*/ 614228 w 1085518"/>
                <a:gd name="connsiteY58" fmla="*/ 79341 h 189535"/>
                <a:gd name="connsiteX59" fmla="*/ 654248 w 1085518"/>
                <a:gd name="connsiteY59" fmla="*/ 121383 h 189535"/>
                <a:gd name="connsiteX60" fmla="*/ 614228 w 1085518"/>
                <a:gd name="connsiteY60" fmla="*/ 163425 h 189535"/>
                <a:gd name="connsiteX61" fmla="*/ 574207 w 1085518"/>
                <a:gd name="connsiteY61" fmla="*/ 121383 h 189535"/>
                <a:gd name="connsiteX62" fmla="*/ 577062 w 1085518"/>
                <a:gd name="connsiteY62" fmla="*/ 170678 h 189535"/>
                <a:gd name="connsiteX63" fmla="*/ 577878 w 1085518"/>
                <a:gd name="connsiteY63" fmla="*/ 170465 h 189535"/>
                <a:gd name="connsiteX64" fmla="*/ 579720 w 1085518"/>
                <a:gd name="connsiteY64" fmla="*/ 171295 h 189535"/>
                <a:gd name="connsiteX65" fmla="*/ 620557 w 1085518"/>
                <a:gd name="connsiteY65" fmla="*/ 189110 h 189535"/>
                <a:gd name="connsiteX66" fmla="*/ 682847 w 1085518"/>
                <a:gd name="connsiteY66" fmla="*/ 121170 h 189535"/>
                <a:gd name="connsiteX67" fmla="*/ 664876 w 1085518"/>
                <a:gd name="connsiteY67" fmla="*/ 72704 h 189535"/>
                <a:gd name="connsiteX68" fmla="*/ 620557 w 1085518"/>
                <a:gd name="connsiteY68" fmla="*/ 53231 h 189535"/>
                <a:gd name="connsiteX69" fmla="*/ 579720 w 1085518"/>
                <a:gd name="connsiteY69" fmla="*/ 71874 h 189535"/>
                <a:gd name="connsiteX70" fmla="*/ 577074 w 1085518"/>
                <a:gd name="connsiteY70" fmla="*/ 72704 h 189535"/>
                <a:gd name="connsiteX71" fmla="*/ 575432 w 1085518"/>
                <a:gd name="connsiteY71" fmla="*/ 70417 h 189535"/>
                <a:gd name="connsiteX72" fmla="*/ 575432 w 1085518"/>
                <a:gd name="connsiteY72" fmla="*/ 0 h 189535"/>
                <a:gd name="connsiteX73" fmla="*/ 547251 w 1085518"/>
                <a:gd name="connsiteY73" fmla="*/ 0 h 189535"/>
                <a:gd name="connsiteX74" fmla="*/ 547251 w 1085518"/>
                <a:gd name="connsiteY74" fmla="*/ 185993 h 189535"/>
                <a:gd name="connsiteX75" fmla="*/ 575432 w 1085518"/>
                <a:gd name="connsiteY75" fmla="*/ 185993 h 189535"/>
                <a:gd name="connsiteX76" fmla="*/ 575432 w 1085518"/>
                <a:gd name="connsiteY76" fmla="*/ 172965 h 189535"/>
                <a:gd name="connsiteX77" fmla="*/ 577062 w 1085518"/>
                <a:gd name="connsiteY77" fmla="*/ 170689 h 189535"/>
                <a:gd name="connsiteX78" fmla="*/ 459031 w 1085518"/>
                <a:gd name="connsiteY78" fmla="*/ 163436 h 189535"/>
                <a:gd name="connsiteX79" fmla="*/ 419011 w 1085518"/>
                <a:gd name="connsiteY79" fmla="*/ 121394 h 189535"/>
                <a:gd name="connsiteX80" fmla="*/ 459031 w 1085518"/>
                <a:gd name="connsiteY80" fmla="*/ 79341 h 189535"/>
                <a:gd name="connsiteX81" fmla="*/ 499051 w 1085518"/>
                <a:gd name="connsiteY81" fmla="*/ 121383 h 189535"/>
                <a:gd name="connsiteX82" fmla="*/ 459031 w 1085518"/>
                <a:gd name="connsiteY82" fmla="*/ 163425 h 189535"/>
                <a:gd name="connsiteX83" fmla="*/ 525809 w 1085518"/>
                <a:gd name="connsiteY83" fmla="*/ 186015 h 189535"/>
                <a:gd name="connsiteX84" fmla="*/ 525809 w 1085518"/>
                <a:gd name="connsiteY84" fmla="*/ 56549 h 189535"/>
                <a:gd name="connsiteX85" fmla="*/ 497827 w 1085518"/>
                <a:gd name="connsiteY85" fmla="*/ 56549 h 189535"/>
                <a:gd name="connsiteX86" fmla="*/ 497827 w 1085518"/>
                <a:gd name="connsiteY86" fmla="*/ 69598 h 189535"/>
                <a:gd name="connsiteX87" fmla="*/ 496196 w 1085518"/>
                <a:gd name="connsiteY87" fmla="*/ 71874 h 189535"/>
                <a:gd name="connsiteX88" fmla="*/ 493550 w 1085518"/>
                <a:gd name="connsiteY88" fmla="*/ 71056 h 189535"/>
                <a:gd name="connsiteX89" fmla="*/ 452703 w 1085518"/>
                <a:gd name="connsiteY89" fmla="*/ 53231 h 189535"/>
                <a:gd name="connsiteX90" fmla="*/ 390423 w 1085518"/>
                <a:gd name="connsiteY90" fmla="*/ 121394 h 189535"/>
                <a:gd name="connsiteX91" fmla="*/ 452703 w 1085518"/>
                <a:gd name="connsiteY91" fmla="*/ 189333 h 189535"/>
                <a:gd name="connsiteX92" fmla="*/ 493539 w 1085518"/>
                <a:gd name="connsiteY92" fmla="*/ 170476 h 189535"/>
                <a:gd name="connsiteX93" fmla="*/ 496196 w 1085518"/>
                <a:gd name="connsiteY93" fmla="*/ 169647 h 189535"/>
                <a:gd name="connsiteX94" fmla="*/ 497827 w 1085518"/>
                <a:gd name="connsiteY94" fmla="*/ 171922 h 189535"/>
                <a:gd name="connsiteX95" fmla="*/ 497827 w 1085518"/>
                <a:gd name="connsiteY95" fmla="*/ 186004 h 189535"/>
                <a:gd name="connsiteX96" fmla="*/ 525809 w 1085518"/>
                <a:gd name="connsiteY96" fmla="*/ 186015 h 189535"/>
                <a:gd name="connsiteX97" fmla="*/ 219527 w 1085518"/>
                <a:gd name="connsiteY97" fmla="*/ 163436 h 189535"/>
                <a:gd name="connsiteX98" fmla="*/ 179507 w 1085518"/>
                <a:gd name="connsiteY98" fmla="*/ 121394 h 189535"/>
                <a:gd name="connsiteX99" fmla="*/ 219527 w 1085518"/>
                <a:gd name="connsiteY99" fmla="*/ 79341 h 189535"/>
                <a:gd name="connsiteX100" fmla="*/ 259547 w 1085518"/>
                <a:gd name="connsiteY100" fmla="*/ 121383 h 189535"/>
                <a:gd name="connsiteX101" fmla="*/ 219527 w 1085518"/>
                <a:gd name="connsiteY101" fmla="*/ 163425 h 189535"/>
                <a:gd name="connsiteX102" fmla="*/ 286294 w 1085518"/>
                <a:gd name="connsiteY102" fmla="*/ 186015 h 189535"/>
                <a:gd name="connsiteX103" fmla="*/ 286294 w 1085518"/>
                <a:gd name="connsiteY103" fmla="*/ 56549 h 189535"/>
                <a:gd name="connsiteX104" fmla="*/ 258323 w 1085518"/>
                <a:gd name="connsiteY104" fmla="*/ 56549 h 189535"/>
                <a:gd name="connsiteX105" fmla="*/ 258323 w 1085518"/>
                <a:gd name="connsiteY105" fmla="*/ 69598 h 189535"/>
                <a:gd name="connsiteX106" fmla="*/ 256680 w 1085518"/>
                <a:gd name="connsiteY106" fmla="*/ 71874 h 189535"/>
                <a:gd name="connsiteX107" fmla="*/ 254035 w 1085518"/>
                <a:gd name="connsiteY107" fmla="*/ 71056 h 189535"/>
                <a:gd name="connsiteX108" fmla="*/ 213188 w 1085518"/>
                <a:gd name="connsiteY108" fmla="*/ 53231 h 189535"/>
                <a:gd name="connsiteX109" fmla="*/ 150908 w 1085518"/>
                <a:gd name="connsiteY109" fmla="*/ 121170 h 189535"/>
                <a:gd name="connsiteX110" fmla="*/ 213199 w 1085518"/>
                <a:gd name="connsiteY110" fmla="*/ 189110 h 189535"/>
                <a:gd name="connsiteX111" fmla="*/ 254035 w 1085518"/>
                <a:gd name="connsiteY111" fmla="*/ 170275 h 189535"/>
                <a:gd name="connsiteX112" fmla="*/ 256680 w 1085518"/>
                <a:gd name="connsiteY112" fmla="*/ 169434 h 189535"/>
                <a:gd name="connsiteX113" fmla="*/ 258323 w 1085518"/>
                <a:gd name="connsiteY113" fmla="*/ 171721 h 189535"/>
                <a:gd name="connsiteX114" fmla="*/ 258323 w 1085518"/>
                <a:gd name="connsiteY114" fmla="*/ 185802 h 189535"/>
                <a:gd name="connsiteX115" fmla="*/ 286294 w 1085518"/>
                <a:gd name="connsiteY115" fmla="*/ 185802 h 189535"/>
                <a:gd name="connsiteX116" fmla="*/ 286294 w 1085518"/>
                <a:gd name="connsiteY116" fmla="*/ 186015 h 189535"/>
                <a:gd name="connsiteX117" fmla="*/ 68420 w 1085518"/>
                <a:gd name="connsiteY117" fmla="*/ 163425 h 189535"/>
                <a:gd name="connsiteX118" fmla="*/ 28400 w 1085518"/>
                <a:gd name="connsiteY118" fmla="*/ 121383 h 189535"/>
                <a:gd name="connsiteX119" fmla="*/ 68420 w 1085518"/>
                <a:gd name="connsiteY119" fmla="*/ 79330 h 189535"/>
                <a:gd name="connsiteX120" fmla="*/ 108441 w 1085518"/>
                <a:gd name="connsiteY120" fmla="*/ 121372 h 189535"/>
                <a:gd name="connsiteX121" fmla="*/ 68420 w 1085518"/>
                <a:gd name="connsiteY121" fmla="*/ 163413 h 189535"/>
                <a:gd name="connsiteX122" fmla="*/ 135594 w 1085518"/>
                <a:gd name="connsiteY122" fmla="*/ 186004 h 189535"/>
                <a:gd name="connsiteX123" fmla="*/ 135594 w 1085518"/>
                <a:gd name="connsiteY123" fmla="*/ 0 h 189535"/>
                <a:gd name="connsiteX124" fmla="*/ 107415 w 1085518"/>
                <a:gd name="connsiteY124" fmla="*/ 0 h 189535"/>
                <a:gd name="connsiteX125" fmla="*/ 107415 w 1085518"/>
                <a:gd name="connsiteY125" fmla="*/ 69587 h 189535"/>
                <a:gd name="connsiteX126" fmla="*/ 105783 w 1085518"/>
                <a:gd name="connsiteY126" fmla="*/ 71874 h 189535"/>
                <a:gd name="connsiteX127" fmla="*/ 103138 w 1085518"/>
                <a:gd name="connsiteY127" fmla="*/ 71247 h 189535"/>
                <a:gd name="connsiteX128" fmla="*/ 62291 w 1085518"/>
                <a:gd name="connsiteY128" fmla="*/ 53432 h 189535"/>
                <a:gd name="connsiteX129" fmla="*/ 0 w 1085518"/>
                <a:gd name="connsiteY129" fmla="*/ 121372 h 189535"/>
                <a:gd name="connsiteX130" fmla="*/ 17971 w 1085518"/>
                <a:gd name="connsiteY130" fmla="*/ 169849 h 189535"/>
                <a:gd name="connsiteX131" fmla="*/ 62291 w 1085518"/>
                <a:gd name="connsiteY131" fmla="*/ 189311 h 189535"/>
                <a:gd name="connsiteX132" fmla="*/ 103126 w 1085518"/>
                <a:gd name="connsiteY132" fmla="*/ 170678 h 189535"/>
                <a:gd name="connsiteX133" fmla="*/ 105773 w 1085518"/>
                <a:gd name="connsiteY133" fmla="*/ 169849 h 189535"/>
                <a:gd name="connsiteX134" fmla="*/ 107426 w 1085518"/>
                <a:gd name="connsiteY134" fmla="*/ 172124 h 189535"/>
                <a:gd name="connsiteX135" fmla="*/ 107426 w 1085518"/>
                <a:gd name="connsiteY135" fmla="*/ 186004 h 189535"/>
                <a:gd name="connsiteX136" fmla="*/ 135594 w 1085518"/>
                <a:gd name="connsiteY136" fmla="*/ 186004 h 1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85518" h="189535">
                  <a:moveTo>
                    <a:pt x="1001993" y="129040"/>
                  </a:moveTo>
                  <a:cubicBezTo>
                    <a:pt x="1002436" y="128613"/>
                    <a:pt x="1003030" y="128390"/>
                    <a:pt x="1003637" y="128423"/>
                  </a:cubicBezTo>
                  <a:lnTo>
                    <a:pt x="1003836" y="128423"/>
                  </a:lnTo>
                  <a:cubicBezTo>
                    <a:pt x="1004452" y="128423"/>
                    <a:pt x="1005059" y="128838"/>
                    <a:pt x="1005676" y="129242"/>
                  </a:cubicBezTo>
                  <a:lnTo>
                    <a:pt x="1050801" y="186004"/>
                  </a:lnTo>
                  <a:lnTo>
                    <a:pt x="1085518" y="186004"/>
                  </a:lnTo>
                  <a:lnTo>
                    <a:pt x="1027120" y="114331"/>
                  </a:lnTo>
                  <a:cubicBezTo>
                    <a:pt x="1026293" y="113300"/>
                    <a:pt x="1026293" y="111843"/>
                    <a:pt x="1027318" y="111024"/>
                  </a:cubicBezTo>
                  <a:lnTo>
                    <a:pt x="1081020" y="56538"/>
                  </a:lnTo>
                  <a:lnTo>
                    <a:pt x="1046512" y="56538"/>
                  </a:lnTo>
                  <a:lnTo>
                    <a:pt x="1000164" y="103770"/>
                  </a:lnTo>
                  <a:cubicBezTo>
                    <a:pt x="999546" y="104387"/>
                    <a:pt x="998532" y="104600"/>
                    <a:pt x="997507" y="104387"/>
                  </a:cubicBezTo>
                  <a:cubicBezTo>
                    <a:pt x="996647" y="103964"/>
                    <a:pt x="996096" y="103084"/>
                    <a:pt x="996074" y="102111"/>
                  </a:cubicBezTo>
                  <a:lnTo>
                    <a:pt x="996074" y="202"/>
                  </a:lnTo>
                  <a:lnTo>
                    <a:pt x="967696" y="202"/>
                  </a:lnTo>
                  <a:lnTo>
                    <a:pt x="967696" y="186206"/>
                  </a:lnTo>
                  <a:lnTo>
                    <a:pt x="995875" y="186206"/>
                  </a:lnTo>
                  <a:lnTo>
                    <a:pt x="995875" y="135666"/>
                  </a:lnTo>
                  <a:cubicBezTo>
                    <a:pt x="995875" y="135049"/>
                    <a:pt x="996074" y="134208"/>
                    <a:pt x="996691" y="133805"/>
                  </a:cubicBezTo>
                  <a:lnTo>
                    <a:pt x="1001993" y="129040"/>
                  </a:lnTo>
                  <a:close/>
                  <a:moveTo>
                    <a:pt x="901127" y="53231"/>
                  </a:moveTo>
                  <a:cubicBezTo>
                    <a:pt x="861923" y="53231"/>
                    <a:pt x="833534" y="81819"/>
                    <a:pt x="833534" y="121394"/>
                  </a:cubicBezTo>
                  <a:cubicBezTo>
                    <a:pt x="833534" y="140644"/>
                    <a:pt x="840281" y="157830"/>
                    <a:pt x="852321" y="170275"/>
                  </a:cubicBezTo>
                  <a:cubicBezTo>
                    <a:pt x="864580" y="182697"/>
                    <a:pt x="881723" y="189535"/>
                    <a:pt x="900918" y="189535"/>
                  </a:cubicBezTo>
                  <a:cubicBezTo>
                    <a:pt x="916849" y="189535"/>
                    <a:pt x="929098" y="186430"/>
                    <a:pt x="952382" y="169019"/>
                  </a:cubicBezTo>
                  <a:lnTo>
                    <a:pt x="936252" y="151832"/>
                  </a:lnTo>
                  <a:cubicBezTo>
                    <a:pt x="924809" y="159500"/>
                    <a:pt x="914191" y="163223"/>
                    <a:pt x="903784" y="163223"/>
                  </a:cubicBezTo>
                  <a:cubicBezTo>
                    <a:pt x="880092" y="163223"/>
                    <a:pt x="862332" y="145207"/>
                    <a:pt x="862332" y="121383"/>
                  </a:cubicBezTo>
                  <a:cubicBezTo>
                    <a:pt x="862332" y="97559"/>
                    <a:pt x="880092" y="79543"/>
                    <a:pt x="903784" y="79543"/>
                  </a:cubicBezTo>
                  <a:cubicBezTo>
                    <a:pt x="915008" y="79543"/>
                    <a:pt x="925427" y="83276"/>
                    <a:pt x="935845" y="90933"/>
                  </a:cubicBezTo>
                  <a:lnTo>
                    <a:pt x="953804" y="73747"/>
                  </a:lnTo>
                  <a:cubicBezTo>
                    <a:pt x="932780" y="55518"/>
                    <a:pt x="913784" y="53231"/>
                    <a:pt x="901127" y="53231"/>
                  </a:cubicBezTo>
                  <a:moveTo>
                    <a:pt x="802697" y="202"/>
                  </a:moveTo>
                  <a:cubicBezTo>
                    <a:pt x="793135" y="-44"/>
                    <a:pt x="785188" y="7640"/>
                    <a:pt x="784947" y="17364"/>
                  </a:cubicBezTo>
                  <a:cubicBezTo>
                    <a:pt x="784705" y="27088"/>
                    <a:pt x="792262" y="35171"/>
                    <a:pt x="801823" y="35416"/>
                  </a:cubicBezTo>
                  <a:cubicBezTo>
                    <a:pt x="802116" y="35424"/>
                    <a:pt x="802406" y="35424"/>
                    <a:pt x="802697" y="35416"/>
                  </a:cubicBezTo>
                  <a:cubicBezTo>
                    <a:pt x="812258" y="35763"/>
                    <a:pt x="820283" y="28164"/>
                    <a:pt x="820624" y="18443"/>
                  </a:cubicBezTo>
                  <a:cubicBezTo>
                    <a:pt x="820965" y="8722"/>
                    <a:pt x="813493" y="560"/>
                    <a:pt x="803934" y="213"/>
                  </a:cubicBezTo>
                  <a:cubicBezTo>
                    <a:pt x="803521" y="198"/>
                    <a:pt x="803111" y="198"/>
                    <a:pt x="802697" y="213"/>
                  </a:cubicBezTo>
                  <a:moveTo>
                    <a:pt x="817405" y="56560"/>
                  </a:moveTo>
                  <a:lnTo>
                    <a:pt x="788818" y="56560"/>
                  </a:lnTo>
                  <a:lnTo>
                    <a:pt x="788818" y="186228"/>
                  </a:lnTo>
                  <a:lnTo>
                    <a:pt x="817405" y="186228"/>
                  </a:lnTo>
                  <a:lnTo>
                    <a:pt x="817405" y="56560"/>
                  </a:lnTo>
                  <a:close/>
                  <a:moveTo>
                    <a:pt x="764320" y="83086"/>
                  </a:moveTo>
                  <a:cubicBezTo>
                    <a:pt x="766966" y="83086"/>
                    <a:pt x="769425" y="83299"/>
                    <a:pt x="771045" y="83713"/>
                  </a:cubicBezTo>
                  <a:lnTo>
                    <a:pt x="771045" y="54295"/>
                  </a:lnTo>
                  <a:cubicBezTo>
                    <a:pt x="769499" y="54016"/>
                    <a:pt x="767931" y="53878"/>
                    <a:pt x="766360" y="53881"/>
                  </a:cubicBezTo>
                  <a:cubicBezTo>
                    <a:pt x="751653" y="53881"/>
                    <a:pt x="738181" y="61549"/>
                    <a:pt x="731036" y="73769"/>
                  </a:cubicBezTo>
                  <a:cubicBezTo>
                    <a:pt x="730419" y="74801"/>
                    <a:pt x="729393" y="75227"/>
                    <a:pt x="728379" y="74801"/>
                  </a:cubicBezTo>
                  <a:cubicBezTo>
                    <a:pt x="727339" y="74539"/>
                    <a:pt x="726590" y="73614"/>
                    <a:pt x="726538" y="72525"/>
                  </a:cubicBezTo>
                  <a:lnTo>
                    <a:pt x="726538" y="56571"/>
                  </a:lnTo>
                  <a:lnTo>
                    <a:pt x="698568" y="56571"/>
                  </a:lnTo>
                  <a:lnTo>
                    <a:pt x="698568" y="186239"/>
                  </a:lnTo>
                  <a:lnTo>
                    <a:pt x="726748" y="186239"/>
                  </a:lnTo>
                  <a:lnTo>
                    <a:pt x="726748" y="129062"/>
                  </a:lnTo>
                  <a:cubicBezTo>
                    <a:pt x="726748" y="100698"/>
                    <a:pt x="741036" y="83097"/>
                    <a:pt x="764320" y="83097"/>
                  </a:cubicBezTo>
                  <a:moveTo>
                    <a:pt x="574197" y="121383"/>
                  </a:moveTo>
                  <a:cubicBezTo>
                    <a:pt x="574197" y="97772"/>
                    <a:pt x="591770" y="79341"/>
                    <a:pt x="614228" y="79341"/>
                  </a:cubicBezTo>
                  <a:cubicBezTo>
                    <a:pt x="636685" y="79341"/>
                    <a:pt x="654248" y="97772"/>
                    <a:pt x="654248" y="121383"/>
                  </a:cubicBezTo>
                  <a:cubicBezTo>
                    <a:pt x="654248" y="144993"/>
                    <a:pt x="636686" y="163425"/>
                    <a:pt x="614228" y="163425"/>
                  </a:cubicBezTo>
                  <a:cubicBezTo>
                    <a:pt x="591769" y="163425"/>
                    <a:pt x="574207" y="144791"/>
                    <a:pt x="574207" y="121383"/>
                  </a:cubicBezTo>
                  <a:moveTo>
                    <a:pt x="577062" y="170678"/>
                  </a:moveTo>
                  <a:cubicBezTo>
                    <a:pt x="577272" y="170678"/>
                    <a:pt x="577680" y="170465"/>
                    <a:pt x="577878" y="170465"/>
                  </a:cubicBezTo>
                  <a:cubicBezTo>
                    <a:pt x="578497" y="170465"/>
                    <a:pt x="579313" y="170880"/>
                    <a:pt x="579720" y="171295"/>
                  </a:cubicBezTo>
                  <a:cubicBezTo>
                    <a:pt x="589312" y="182685"/>
                    <a:pt x="604218" y="189110"/>
                    <a:pt x="620557" y="189110"/>
                  </a:cubicBezTo>
                  <a:cubicBezTo>
                    <a:pt x="655472" y="189110"/>
                    <a:pt x="682847" y="159288"/>
                    <a:pt x="682847" y="121170"/>
                  </a:cubicBezTo>
                  <a:cubicBezTo>
                    <a:pt x="682847" y="102525"/>
                    <a:pt x="676508" y="85339"/>
                    <a:pt x="664876" y="72704"/>
                  </a:cubicBezTo>
                  <a:cubicBezTo>
                    <a:pt x="653438" y="60186"/>
                    <a:pt x="637359" y="53121"/>
                    <a:pt x="620557" y="53231"/>
                  </a:cubicBezTo>
                  <a:cubicBezTo>
                    <a:pt x="604427" y="53231"/>
                    <a:pt x="589521" y="60069"/>
                    <a:pt x="579720" y="71874"/>
                  </a:cubicBezTo>
                  <a:cubicBezTo>
                    <a:pt x="579102" y="72704"/>
                    <a:pt x="578088" y="72906"/>
                    <a:pt x="577074" y="72704"/>
                  </a:cubicBezTo>
                  <a:cubicBezTo>
                    <a:pt x="576049" y="72290"/>
                    <a:pt x="575432" y="71460"/>
                    <a:pt x="575432" y="70417"/>
                  </a:cubicBezTo>
                  <a:lnTo>
                    <a:pt x="575432" y="0"/>
                  </a:lnTo>
                  <a:lnTo>
                    <a:pt x="547251" y="0"/>
                  </a:lnTo>
                  <a:lnTo>
                    <a:pt x="547251" y="185993"/>
                  </a:lnTo>
                  <a:lnTo>
                    <a:pt x="575432" y="185993"/>
                  </a:lnTo>
                  <a:lnTo>
                    <a:pt x="575432" y="172965"/>
                  </a:lnTo>
                  <a:cubicBezTo>
                    <a:pt x="575432" y="171923"/>
                    <a:pt x="576048" y="171104"/>
                    <a:pt x="577062" y="170689"/>
                  </a:cubicBezTo>
                  <a:moveTo>
                    <a:pt x="459031" y="163436"/>
                  </a:moveTo>
                  <a:cubicBezTo>
                    <a:pt x="436573" y="163436"/>
                    <a:pt x="419011" y="144993"/>
                    <a:pt x="419011" y="121394"/>
                  </a:cubicBezTo>
                  <a:cubicBezTo>
                    <a:pt x="419011" y="97772"/>
                    <a:pt x="436573" y="79341"/>
                    <a:pt x="459031" y="79341"/>
                  </a:cubicBezTo>
                  <a:cubicBezTo>
                    <a:pt x="481488" y="79341"/>
                    <a:pt x="499051" y="97772"/>
                    <a:pt x="499051" y="121383"/>
                  </a:cubicBezTo>
                  <a:cubicBezTo>
                    <a:pt x="499051" y="144993"/>
                    <a:pt x="481489" y="163425"/>
                    <a:pt x="459031" y="163425"/>
                  </a:cubicBezTo>
                  <a:moveTo>
                    <a:pt x="525809" y="186015"/>
                  </a:moveTo>
                  <a:lnTo>
                    <a:pt x="525809" y="56549"/>
                  </a:lnTo>
                  <a:lnTo>
                    <a:pt x="497827" y="56549"/>
                  </a:lnTo>
                  <a:lnTo>
                    <a:pt x="497827" y="69598"/>
                  </a:lnTo>
                  <a:cubicBezTo>
                    <a:pt x="497827" y="70641"/>
                    <a:pt x="497221" y="71460"/>
                    <a:pt x="496196" y="71874"/>
                  </a:cubicBezTo>
                  <a:cubicBezTo>
                    <a:pt x="495170" y="72290"/>
                    <a:pt x="494156" y="71874"/>
                    <a:pt x="493550" y="71056"/>
                  </a:cubicBezTo>
                  <a:cubicBezTo>
                    <a:pt x="484146" y="59655"/>
                    <a:pt x="469450" y="53231"/>
                    <a:pt x="452703" y="53231"/>
                  </a:cubicBezTo>
                  <a:cubicBezTo>
                    <a:pt x="417578" y="53231"/>
                    <a:pt x="390423" y="83063"/>
                    <a:pt x="390423" y="121394"/>
                  </a:cubicBezTo>
                  <a:cubicBezTo>
                    <a:pt x="390423" y="159703"/>
                    <a:pt x="417787" y="189333"/>
                    <a:pt x="452703" y="189333"/>
                  </a:cubicBezTo>
                  <a:cubicBezTo>
                    <a:pt x="468832" y="189333"/>
                    <a:pt x="483738" y="182494"/>
                    <a:pt x="493539" y="170476"/>
                  </a:cubicBezTo>
                  <a:cubicBezTo>
                    <a:pt x="494156" y="169647"/>
                    <a:pt x="495379" y="169434"/>
                    <a:pt x="496196" y="169647"/>
                  </a:cubicBezTo>
                  <a:cubicBezTo>
                    <a:pt x="497221" y="170062"/>
                    <a:pt x="497827" y="170880"/>
                    <a:pt x="497827" y="171922"/>
                  </a:cubicBezTo>
                  <a:lnTo>
                    <a:pt x="497827" y="186004"/>
                  </a:lnTo>
                  <a:lnTo>
                    <a:pt x="525809" y="186015"/>
                  </a:lnTo>
                  <a:close/>
                  <a:moveTo>
                    <a:pt x="219527" y="163436"/>
                  </a:moveTo>
                  <a:cubicBezTo>
                    <a:pt x="197059" y="163436"/>
                    <a:pt x="179507" y="144993"/>
                    <a:pt x="179507" y="121394"/>
                  </a:cubicBezTo>
                  <a:cubicBezTo>
                    <a:pt x="179507" y="97772"/>
                    <a:pt x="197059" y="79341"/>
                    <a:pt x="219527" y="79341"/>
                  </a:cubicBezTo>
                  <a:cubicBezTo>
                    <a:pt x="241996" y="79341"/>
                    <a:pt x="259547" y="97772"/>
                    <a:pt x="259547" y="121383"/>
                  </a:cubicBezTo>
                  <a:cubicBezTo>
                    <a:pt x="259547" y="144993"/>
                    <a:pt x="241984" y="163425"/>
                    <a:pt x="219527" y="163425"/>
                  </a:cubicBezTo>
                  <a:moveTo>
                    <a:pt x="286294" y="186015"/>
                  </a:moveTo>
                  <a:lnTo>
                    <a:pt x="286294" y="56549"/>
                  </a:lnTo>
                  <a:lnTo>
                    <a:pt x="258323" y="56549"/>
                  </a:lnTo>
                  <a:lnTo>
                    <a:pt x="258323" y="69598"/>
                  </a:lnTo>
                  <a:cubicBezTo>
                    <a:pt x="258323" y="70641"/>
                    <a:pt x="257706" y="71460"/>
                    <a:pt x="256680" y="71874"/>
                  </a:cubicBezTo>
                  <a:cubicBezTo>
                    <a:pt x="255719" y="72268"/>
                    <a:pt x="254618" y="71928"/>
                    <a:pt x="254035" y="71056"/>
                  </a:cubicBezTo>
                  <a:cubicBezTo>
                    <a:pt x="244642" y="59655"/>
                    <a:pt x="229934" y="53231"/>
                    <a:pt x="213188" y="53231"/>
                  </a:cubicBezTo>
                  <a:cubicBezTo>
                    <a:pt x="178272" y="53231"/>
                    <a:pt x="150908" y="83063"/>
                    <a:pt x="150908" y="121170"/>
                  </a:cubicBezTo>
                  <a:cubicBezTo>
                    <a:pt x="150908" y="159288"/>
                    <a:pt x="178272" y="189110"/>
                    <a:pt x="213199" y="189110"/>
                  </a:cubicBezTo>
                  <a:cubicBezTo>
                    <a:pt x="229328" y="189110"/>
                    <a:pt x="244234" y="182270"/>
                    <a:pt x="254035" y="170275"/>
                  </a:cubicBezTo>
                  <a:cubicBezTo>
                    <a:pt x="254641" y="169434"/>
                    <a:pt x="255865" y="169232"/>
                    <a:pt x="256680" y="169434"/>
                  </a:cubicBezTo>
                  <a:cubicBezTo>
                    <a:pt x="257706" y="169849"/>
                    <a:pt x="258323" y="170678"/>
                    <a:pt x="258323" y="171721"/>
                  </a:cubicBezTo>
                  <a:lnTo>
                    <a:pt x="258323" y="185802"/>
                  </a:lnTo>
                  <a:lnTo>
                    <a:pt x="286294" y="185802"/>
                  </a:lnTo>
                  <a:lnTo>
                    <a:pt x="286294" y="186015"/>
                  </a:lnTo>
                  <a:close/>
                  <a:moveTo>
                    <a:pt x="68420" y="163425"/>
                  </a:moveTo>
                  <a:cubicBezTo>
                    <a:pt x="45952" y="163425"/>
                    <a:pt x="28400" y="144993"/>
                    <a:pt x="28400" y="121383"/>
                  </a:cubicBezTo>
                  <a:cubicBezTo>
                    <a:pt x="28400" y="97761"/>
                    <a:pt x="45952" y="79330"/>
                    <a:pt x="68420" y="79330"/>
                  </a:cubicBezTo>
                  <a:cubicBezTo>
                    <a:pt x="90889" y="79330"/>
                    <a:pt x="108441" y="97761"/>
                    <a:pt x="108441" y="121372"/>
                  </a:cubicBezTo>
                  <a:cubicBezTo>
                    <a:pt x="108441" y="144983"/>
                    <a:pt x="90878" y="163413"/>
                    <a:pt x="68420" y="163413"/>
                  </a:cubicBezTo>
                  <a:moveTo>
                    <a:pt x="135594" y="186004"/>
                  </a:moveTo>
                  <a:lnTo>
                    <a:pt x="135594" y="0"/>
                  </a:lnTo>
                  <a:lnTo>
                    <a:pt x="107415" y="0"/>
                  </a:lnTo>
                  <a:lnTo>
                    <a:pt x="107415" y="69587"/>
                  </a:lnTo>
                  <a:cubicBezTo>
                    <a:pt x="107415" y="70630"/>
                    <a:pt x="106798" y="71460"/>
                    <a:pt x="105783" y="71874"/>
                  </a:cubicBezTo>
                  <a:cubicBezTo>
                    <a:pt x="104856" y="72204"/>
                    <a:pt x="103826" y="71959"/>
                    <a:pt x="103138" y="71247"/>
                  </a:cubicBezTo>
                  <a:cubicBezTo>
                    <a:pt x="93535" y="59856"/>
                    <a:pt x="78629" y="53432"/>
                    <a:pt x="62291" y="53432"/>
                  </a:cubicBezTo>
                  <a:cubicBezTo>
                    <a:pt x="27375" y="53432"/>
                    <a:pt x="0" y="83253"/>
                    <a:pt x="0" y="121372"/>
                  </a:cubicBezTo>
                  <a:cubicBezTo>
                    <a:pt x="0" y="140015"/>
                    <a:pt x="6340" y="157213"/>
                    <a:pt x="17971" y="169849"/>
                  </a:cubicBezTo>
                  <a:cubicBezTo>
                    <a:pt x="29411" y="182362"/>
                    <a:pt x="45489" y="189423"/>
                    <a:pt x="62291" y="189311"/>
                  </a:cubicBezTo>
                  <a:cubicBezTo>
                    <a:pt x="78420" y="189311"/>
                    <a:pt x="93325" y="182473"/>
                    <a:pt x="103126" y="170678"/>
                  </a:cubicBezTo>
                  <a:cubicBezTo>
                    <a:pt x="103744" y="169849"/>
                    <a:pt x="104968" y="169635"/>
                    <a:pt x="105773" y="169849"/>
                  </a:cubicBezTo>
                  <a:cubicBezTo>
                    <a:pt x="106798" y="170264"/>
                    <a:pt x="107426" y="171082"/>
                    <a:pt x="107426" y="172124"/>
                  </a:cubicBezTo>
                  <a:lnTo>
                    <a:pt x="107426" y="186004"/>
                  </a:lnTo>
                  <a:lnTo>
                    <a:pt x="135594" y="186004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ADFB1B0-F864-70F4-1B3F-EC7C899F0E3A}"/>
                </a:ext>
              </a:extLst>
            </p:cNvPr>
            <p:cNvSpPr/>
            <p:nvPr/>
          </p:nvSpPr>
          <p:spPr>
            <a:xfrm>
              <a:off x="3644784" y="4322671"/>
              <a:ext cx="620464" cy="121660"/>
            </a:xfrm>
            <a:custGeom>
              <a:avLst/>
              <a:gdLst>
                <a:gd name="connsiteX0" fmla="*/ 63265 w 878752"/>
                <a:gd name="connsiteY0" fmla="*/ 171063 h 172304"/>
                <a:gd name="connsiteX1" fmla="*/ 84767 w 878752"/>
                <a:gd name="connsiteY1" fmla="*/ 169610 h 172304"/>
                <a:gd name="connsiteX2" fmla="*/ 84767 w 878752"/>
                <a:gd name="connsiteY2" fmla="*/ 144830 h 172304"/>
                <a:gd name="connsiteX3" fmla="*/ 70639 w 878752"/>
                <a:gd name="connsiteY3" fmla="*/ 145646 h 172304"/>
                <a:gd name="connsiteX4" fmla="*/ 50376 w 878752"/>
                <a:gd name="connsiteY4" fmla="*/ 118586 h 172304"/>
                <a:gd name="connsiteX5" fmla="*/ 50376 w 878752"/>
                <a:gd name="connsiteY5" fmla="*/ 65493 h 172304"/>
                <a:gd name="connsiteX6" fmla="*/ 52830 w 878752"/>
                <a:gd name="connsiteY6" fmla="*/ 63011 h 172304"/>
                <a:gd name="connsiteX7" fmla="*/ 80466 w 878752"/>
                <a:gd name="connsiteY7" fmla="*/ 63011 h 172304"/>
                <a:gd name="connsiteX8" fmla="*/ 80466 w 878752"/>
                <a:gd name="connsiteY8" fmla="*/ 39663 h 172304"/>
                <a:gd name="connsiteX9" fmla="*/ 52830 w 878752"/>
                <a:gd name="connsiteY9" fmla="*/ 39663 h 172304"/>
                <a:gd name="connsiteX10" fmla="*/ 50376 w 878752"/>
                <a:gd name="connsiteY10" fmla="*/ 37362 h 172304"/>
                <a:gd name="connsiteX11" fmla="*/ 50376 w 878752"/>
                <a:gd name="connsiteY11" fmla="*/ 37191 h 172304"/>
                <a:gd name="connsiteX12" fmla="*/ 50376 w 878752"/>
                <a:gd name="connsiteY12" fmla="*/ 0 h 172304"/>
                <a:gd name="connsiteX13" fmla="*/ 22120 w 878752"/>
                <a:gd name="connsiteY13" fmla="*/ 0 h 172304"/>
                <a:gd name="connsiteX14" fmla="*/ 22120 w 878752"/>
                <a:gd name="connsiteY14" fmla="*/ 37393 h 172304"/>
                <a:gd name="connsiteX15" fmla="*/ 19656 w 878752"/>
                <a:gd name="connsiteY15" fmla="*/ 39875 h 172304"/>
                <a:gd name="connsiteX16" fmla="*/ 0 w 878752"/>
                <a:gd name="connsiteY16" fmla="*/ 39875 h 172304"/>
                <a:gd name="connsiteX17" fmla="*/ 0 w 878752"/>
                <a:gd name="connsiteY17" fmla="*/ 63224 h 172304"/>
                <a:gd name="connsiteX18" fmla="*/ 19656 w 878752"/>
                <a:gd name="connsiteY18" fmla="*/ 63224 h 172304"/>
                <a:gd name="connsiteX19" fmla="*/ 22120 w 878752"/>
                <a:gd name="connsiteY19" fmla="*/ 65694 h 172304"/>
                <a:gd name="connsiteX20" fmla="*/ 22120 w 878752"/>
                <a:gd name="connsiteY20" fmla="*/ 125821 h 172304"/>
                <a:gd name="connsiteX21" fmla="*/ 63265 w 878752"/>
                <a:gd name="connsiteY21" fmla="*/ 171063 h 172304"/>
                <a:gd name="connsiteX22" fmla="*/ 832070 w 878752"/>
                <a:gd name="connsiteY22" fmla="*/ 172305 h 172304"/>
                <a:gd name="connsiteX23" fmla="*/ 878752 w 878752"/>
                <a:gd name="connsiteY23" fmla="*/ 130987 h 172304"/>
                <a:gd name="connsiteX24" fmla="*/ 845180 w 878752"/>
                <a:gd name="connsiteY24" fmla="*/ 93594 h 172304"/>
                <a:gd name="connsiteX25" fmla="*/ 829814 w 878752"/>
                <a:gd name="connsiteY25" fmla="*/ 88428 h 172304"/>
                <a:gd name="connsiteX26" fmla="*/ 814459 w 878752"/>
                <a:gd name="connsiteY26" fmla="*/ 73142 h 172304"/>
                <a:gd name="connsiteX27" fmla="*/ 831252 w 878752"/>
                <a:gd name="connsiteY27" fmla="*/ 59913 h 172304"/>
                <a:gd name="connsiteX28" fmla="*/ 854389 w 878752"/>
                <a:gd name="connsiteY28" fmla="*/ 76854 h 172304"/>
                <a:gd name="connsiteX29" fmla="*/ 877117 w 878752"/>
                <a:gd name="connsiteY29" fmla="*/ 64464 h 172304"/>
                <a:gd name="connsiteX30" fmla="*/ 831252 w 878752"/>
                <a:gd name="connsiteY30" fmla="*/ 36364 h 172304"/>
                <a:gd name="connsiteX31" fmla="*/ 787443 w 878752"/>
                <a:gd name="connsiteY31" fmla="*/ 75412 h 172304"/>
                <a:gd name="connsiteX32" fmla="*/ 819986 w 878752"/>
                <a:gd name="connsiteY32" fmla="*/ 112391 h 172304"/>
                <a:gd name="connsiteX33" fmla="*/ 835762 w 878752"/>
                <a:gd name="connsiteY33" fmla="*/ 117557 h 172304"/>
                <a:gd name="connsiteX34" fmla="*/ 851526 w 878752"/>
                <a:gd name="connsiteY34" fmla="*/ 132843 h 172304"/>
                <a:gd name="connsiteX35" fmla="*/ 832887 w 878752"/>
                <a:gd name="connsiteY35" fmla="*/ 147715 h 172304"/>
                <a:gd name="connsiteX36" fmla="*/ 806279 w 878752"/>
                <a:gd name="connsiteY36" fmla="*/ 128090 h 172304"/>
                <a:gd name="connsiteX37" fmla="*/ 783142 w 878752"/>
                <a:gd name="connsiteY37" fmla="*/ 140492 h 172304"/>
                <a:gd name="connsiteX38" fmla="*/ 832070 w 878752"/>
                <a:gd name="connsiteY38" fmla="*/ 172305 h 17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78752" h="172304">
                  <a:moveTo>
                    <a:pt x="63265" y="171063"/>
                  </a:moveTo>
                  <a:cubicBezTo>
                    <a:pt x="72275" y="171063"/>
                    <a:pt x="80267" y="170236"/>
                    <a:pt x="84767" y="169610"/>
                  </a:cubicBezTo>
                  <a:lnTo>
                    <a:pt x="84767" y="144830"/>
                  </a:lnTo>
                  <a:cubicBezTo>
                    <a:pt x="80072" y="145320"/>
                    <a:pt x="75358" y="145593"/>
                    <a:pt x="70639" y="145646"/>
                  </a:cubicBezTo>
                  <a:cubicBezTo>
                    <a:pt x="59176" y="145646"/>
                    <a:pt x="50376" y="143589"/>
                    <a:pt x="50376" y="118586"/>
                  </a:cubicBezTo>
                  <a:lnTo>
                    <a:pt x="50376" y="65493"/>
                  </a:lnTo>
                  <a:cubicBezTo>
                    <a:pt x="50376" y="64040"/>
                    <a:pt x="51393" y="63011"/>
                    <a:pt x="52830" y="63011"/>
                  </a:cubicBezTo>
                  <a:lnTo>
                    <a:pt x="80466" y="63011"/>
                  </a:lnTo>
                  <a:lnTo>
                    <a:pt x="80466" y="39663"/>
                  </a:lnTo>
                  <a:lnTo>
                    <a:pt x="52830" y="39663"/>
                  </a:lnTo>
                  <a:cubicBezTo>
                    <a:pt x="51524" y="39713"/>
                    <a:pt x="50426" y="38683"/>
                    <a:pt x="50376" y="37362"/>
                  </a:cubicBezTo>
                  <a:cubicBezTo>
                    <a:pt x="50374" y="37305"/>
                    <a:pt x="50374" y="37249"/>
                    <a:pt x="50376" y="37191"/>
                  </a:cubicBezTo>
                  <a:lnTo>
                    <a:pt x="50376" y="0"/>
                  </a:lnTo>
                  <a:lnTo>
                    <a:pt x="22120" y="0"/>
                  </a:lnTo>
                  <a:lnTo>
                    <a:pt x="22120" y="37393"/>
                  </a:lnTo>
                  <a:cubicBezTo>
                    <a:pt x="22120" y="38846"/>
                    <a:pt x="21092" y="39875"/>
                    <a:pt x="19656" y="39875"/>
                  </a:cubicBezTo>
                  <a:lnTo>
                    <a:pt x="0" y="39875"/>
                  </a:lnTo>
                  <a:lnTo>
                    <a:pt x="0" y="63224"/>
                  </a:lnTo>
                  <a:lnTo>
                    <a:pt x="19656" y="63224"/>
                  </a:lnTo>
                  <a:cubicBezTo>
                    <a:pt x="21092" y="63224"/>
                    <a:pt x="22120" y="64252"/>
                    <a:pt x="22120" y="65694"/>
                  </a:cubicBezTo>
                  <a:lnTo>
                    <a:pt x="22120" y="125821"/>
                  </a:lnTo>
                  <a:cubicBezTo>
                    <a:pt x="22120" y="171063"/>
                    <a:pt x="52012" y="171063"/>
                    <a:pt x="63265" y="171063"/>
                  </a:cubicBezTo>
                  <a:moveTo>
                    <a:pt x="832070" y="172305"/>
                  </a:moveTo>
                  <a:cubicBezTo>
                    <a:pt x="855206" y="172305"/>
                    <a:pt x="878752" y="158048"/>
                    <a:pt x="878752" y="130987"/>
                  </a:cubicBezTo>
                  <a:cubicBezTo>
                    <a:pt x="878752" y="113219"/>
                    <a:pt x="867698" y="101019"/>
                    <a:pt x="845180" y="93594"/>
                  </a:cubicBezTo>
                  <a:lnTo>
                    <a:pt x="829814" y="88428"/>
                  </a:lnTo>
                  <a:cubicBezTo>
                    <a:pt x="819378" y="84916"/>
                    <a:pt x="814459" y="79952"/>
                    <a:pt x="814459" y="73142"/>
                  </a:cubicBezTo>
                  <a:cubicBezTo>
                    <a:pt x="814459" y="65292"/>
                    <a:pt x="821423" y="59913"/>
                    <a:pt x="831252" y="59913"/>
                  </a:cubicBezTo>
                  <a:cubicBezTo>
                    <a:pt x="840670" y="59913"/>
                    <a:pt x="849060" y="66120"/>
                    <a:pt x="854389" y="76854"/>
                  </a:cubicBezTo>
                  <a:lnTo>
                    <a:pt x="877117" y="64464"/>
                  </a:lnTo>
                  <a:cubicBezTo>
                    <a:pt x="868726" y="47110"/>
                    <a:pt x="851316" y="36364"/>
                    <a:pt x="831252" y="36364"/>
                  </a:cubicBezTo>
                  <a:cubicBezTo>
                    <a:pt x="805859" y="36364"/>
                    <a:pt x="787443" y="52891"/>
                    <a:pt x="787443" y="75412"/>
                  </a:cubicBezTo>
                  <a:cubicBezTo>
                    <a:pt x="787443" y="93382"/>
                    <a:pt x="798087" y="105369"/>
                    <a:pt x="819986" y="112391"/>
                  </a:cubicBezTo>
                  <a:lnTo>
                    <a:pt x="835762" y="117557"/>
                  </a:lnTo>
                  <a:cubicBezTo>
                    <a:pt x="846816" y="121068"/>
                    <a:pt x="851526" y="125608"/>
                    <a:pt x="851526" y="132843"/>
                  </a:cubicBezTo>
                  <a:cubicBezTo>
                    <a:pt x="851526" y="143801"/>
                    <a:pt x="841489" y="147715"/>
                    <a:pt x="832887" y="147715"/>
                  </a:cubicBezTo>
                  <a:cubicBezTo>
                    <a:pt x="821423" y="147715"/>
                    <a:pt x="811187" y="140279"/>
                    <a:pt x="806279" y="128090"/>
                  </a:cubicBezTo>
                  <a:lnTo>
                    <a:pt x="783142" y="140492"/>
                  </a:lnTo>
                  <a:cubicBezTo>
                    <a:pt x="790714" y="160116"/>
                    <a:pt x="809341" y="172305"/>
                    <a:pt x="832070" y="172305"/>
                  </a:cubicBezTo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690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81EEEA-712B-6C3C-27F6-50155B838D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073D91-77FD-F8E9-2DA8-71445E64D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Table of contents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7BD16-3A58-1386-DCD6-14E3F088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565B52-E7AB-7F60-C9C1-4F5F23B4C2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BE"/>
              <a:t>At a glance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46F5A4-E039-A0CD-4E16-03FB9C5FB270}"/>
              </a:ext>
            </a:extLst>
          </p:cNvPr>
          <p:cNvSpPr/>
          <p:nvPr/>
        </p:nvSpPr>
        <p:spPr>
          <a:xfrm>
            <a:off x="479426" y="1794602"/>
            <a:ext cx="424732" cy="42473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4FDF89-C67F-4912-E1D5-9FBDD6C94C92}"/>
              </a:ext>
            </a:extLst>
          </p:cNvPr>
          <p:cNvSpPr/>
          <p:nvPr/>
        </p:nvSpPr>
        <p:spPr>
          <a:xfrm>
            <a:off x="479426" y="2390950"/>
            <a:ext cx="424732" cy="42473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8BA257-DD9E-9DED-DAA9-99BC2F6C5A6F}"/>
              </a:ext>
            </a:extLst>
          </p:cNvPr>
          <p:cNvSpPr/>
          <p:nvPr/>
        </p:nvSpPr>
        <p:spPr>
          <a:xfrm>
            <a:off x="479426" y="2987298"/>
            <a:ext cx="424732" cy="42473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87DF054-5B73-5CFA-904A-B61AC6513DCB}"/>
              </a:ext>
            </a:extLst>
          </p:cNvPr>
          <p:cNvSpPr/>
          <p:nvPr/>
        </p:nvSpPr>
        <p:spPr>
          <a:xfrm>
            <a:off x="479426" y="3583646"/>
            <a:ext cx="424732" cy="42473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273EB9-EE7D-BF15-008D-E10F3460159E}"/>
              </a:ext>
            </a:extLst>
          </p:cNvPr>
          <p:cNvSpPr/>
          <p:nvPr/>
        </p:nvSpPr>
        <p:spPr>
          <a:xfrm>
            <a:off x="479426" y="4179994"/>
            <a:ext cx="424732" cy="42473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E6D115-2B7D-C75F-695C-2862B0BAAED7}"/>
              </a:ext>
            </a:extLst>
          </p:cNvPr>
          <p:cNvSpPr/>
          <p:nvPr/>
        </p:nvSpPr>
        <p:spPr>
          <a:xfrm>
            <a:off x="479426" y="4776342"/>
            <a:ext cx="424732" cy="42473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EBCD54-8724-81F8-E4F9-B32F0E610B23}"/>
              </a:ext>
            </a:extLst>
          </p:cNvPr>
          <p:cNvSpPr/>
          <p:nvPr/>
        </p:nvSpPr>
        <p:spPr>
          <a:xfrm>
            <a:off x="479426" y="5372690"/>
            <a:ext cx="424732" cy="424732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7817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A6DFF-D5F6-BF1B-71E0-D4AB3DCB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602A17-7516-08C9-B3F4-0ECEF35E34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9001AC-1964-10AF-67B1-59A944BF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Title centered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683554-D31C-B0BC-CBAC-41557A31F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BE"/>
              <a:t>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A97EF-9522-16C0-CC73-94AF4AF95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13B2150-6B51-DE72-075E-1736E0D3AB7C}"/>
              </a:ext>
            </a:extLst>
          </p:cNvPr>
          <p:cNvSpPr txBox="1">
            <a:spLocks/>
          </p:cNvSpPr>
          <p:nvPr/>
        </p:nvSpPr>
        <p:spPr>
          <a:xfrm>
            <a:off x="479425" y="1733633"/>
            <a:ext cx="1123220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dirty="0"/>
              <a:t>Level</a:t>
            </a:r>
          </a:p>
          <a:p>
            <a:pPr lvl="1"/>
            <a:r>
              <a:rPr lang="en-BE" dirty="0"/>
              <a:t>Level</a:t>
            </a:r>
          </a:p>
          <a:p>
            <a:pPr lvl="2"/>
            <a:r>
              <a:rPr lang="en-BE" dirty="0"/>
              <a:t>Level</a:t>
            </a:r>
          </a:p>
          <a:p>
            <a:pPr lvl="3"/>
            <a:r>
              <a:rPr lang="en-BE" dirty="0"/>
              <a:t>Level</a:t>
            </a:r>
          </a:p>
          <a:p>
            <a:pPr lvl="3"/>
            <a:r>
              <a:rPr lang="en-BE" dirty="0"/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75275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5F2E-8BAF-450C-258E-6BF9175E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F7E1C8-1EE9-5F54-8A7E-9E9EE153B3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8D4942-AA49-C36A-1BBE-35EFF378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Title centered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F5BA90-AB08-CAF7-1FB6-AAC33B47E2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BE"/>
              <a:t>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4127F-439C-C045-CC99-8F6C17B1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87FCEC4-6C1A-704E-8275-D07FD62D6600}"/>
              </a:ext>
            </a:extLst>
          </p:cNvPr>
          <p:cNvSpPr txBox="1">
            <a:spLocks/>
          </p:cNvSpPr>
          <p:nvPr/>
        </p:nvSpPr>
        <p:spPr>
          <a:xfrm>
            <a:off x="479425" y="1733633"/>
            <a:ext cx="1123220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dirty="0"/>
              <a:t>Level</a:t>
            </a:r>
          </a:p>
          <a:p>
            <a:pPr lvl="1"/>
            <a:r>
              <a:rPr lang="en-BE" dirty="0"/>
              <a:t>Level</a:t>
            </a:r>
          </a:p>
          <a:p>
            <a:pPr lvl="2"/>
            <a:r>
              <a:rPr lang="en-BE" dirty="0"/>
              <a:t>Level</a:t>
            </a:r>
          </a:p>
          <a:p>
            <a:pPr lvl="3"/>
            <a:r>
              <a:rPr lang="en-BE" dirty="0"/>
              <a:t>Level</a:t>
            </a:r>
          </a:p>
          <a:p>
            <a:pPr lvl="3"/>
            <a:r>
              <a:rPr lang="en-BE" dirty="0"/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261893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3C322-E0AD-7D77-17EF-ABE25E7FC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E5F90E-EF14-CB82-83DB-18BF5C425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95029A-11A0-0662-F3D0-A4F18634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Title centered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1A21E2-F4E5-9E9E-65D6-54F7A705B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BE"/>
              <a:t>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E8232-D3E7-C0EC-C2F7-5097D157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5D55CA5-093B-F316-D791-CC9F879FA936}"/>
              </a:ext>
            </a:extLst>
          </p:cNvPr>
          <p:cNvSpPr txBox="1">
            <a:spLocks/>
          </p:cNvSpPr>
          <p:nvPr/>
        </p:nvSpPr>
        <p:spPr>
          <a:xfrm>
            <a:off x="479425" y="1733633"/>
            <a:ext cx="1123220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dirty="0"/>
              <a:t>Level</a:t>
            </a:r>
          </a:p>
          <a:p>
            <a:pPr lvl="1"/>
            <a:r>
              <a:rPr lang="en-BE" dirty="0"/>
              <a:t>Level</a:t>
            </a:r>
          </a:p>
          <a:p>
            <a:pPr lvl="2"/>
            <a:r>
              <a:rPr lang="en-BE" dirty="0"/>
              <a:t>Level</a:t>
            </a:r>
          </a:p>
          <a:p>
            <a:pPr lvl="3"/>
            <a:r>
              <a:rPr lang="en-BE" dirty="0"/>
              <a:t>Level</a:t>
            </a:r>
          </a:p>
          <a:p>
            <a:pPr lvl="3"/>
            <a:r>
              <a:rPr lang="en-BE" dirty="0"/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145219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1FD6A-4C25-CBCC-24E1-A8B62032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4DDCC91-522F-53A2-25E7-8685A1C11D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F444DEDD-57CF-50AC-7807-B3E1D6F06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Questions?</a:t>
            </a:r>
            <a:endParaRPr lang="en-BE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872A9367-27E3-6A1A-D748-7D580ED5C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5529" y="3647183"/>
            <a:ext cx="6081820" cy="424732"/>
          </a:xfrm>
        </p:spPr>
        <p:txBody>
          <a:bodyPr/>
          <a:lstStyle/>
          <a:p>
            <a:r>
              <a:rPr lang="nl-BE" dirty="0"/>
              <a:t>Presented by “Presenter” on “Date”</a:t>
            </a:r>
            <a:endParaRPr lang="en-B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4765CF-A864-D25D-3083-42D250829C7C}"/>
              </a:ext>
            </a:extLst>
          </p:cNvPr>
          <p:cNvGrpSpPr/>
          <p:nvPr/>
        </p:nvGrpSpPr>
        <p:grpSpPr>
          <a:xfrm>
            <a:off x="780430" y="4264091"/>
            <a:ext cx="4281028" cy="295312"/>
            <a:chOff x="1762998" y="2039526"/>
            <a:chExt cx="4246407" cy="29292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32D0516-D046-8D7A-8E6B-F9929730519C}"/>
                </a:ext>
              </a:extLst>
            </p:cNvPr>
            <p:cNvSpPr/>
            <p:nvPr/>
          </p:nvSpPr>
          <p:spPr>
            <a:xfrm>
              <a:off x="1960992" y="2151659"/>
              <a:ext cx="36999" cy="61531"/>
            </a:xfrm>
            <a:custGeom>
              <a:avLst/>
              <a:gdLst>
                <a:gd name="connsiteX0" fmla="*/ 18824 w 36999"/>
                <a:gd name="connsiteY0" fmla="*/ 0 h 61531"/>
                <a:gd name="connsiteX1" fmla="*/ 37000 w 36999"/>
                <a:gd name="connsiteY1" fmla="*/ 58415 h 61531"/>
                <a:gd name="connsiteX2" fmla="*/ 18702 w 36999"/>
                <a:gd name="connsiteY2" fmla="*/ 61532 h 61531"/>
                <a:gd name="connsiteX3" fmla="*/ 0 w 36999"/>
                <a:gd name="connsiteY3" fmla="*/ 58253 h 61531"/>
                <a:gd name="connsiteX4" fmla="*/ 18500 w 36999"/>
                <a:gd name="connsiteY4" fmla="*/ 0 h 61531"/>
                <a:gd name="connsiteX5" fmla="*/ 18824 w 36999"/>
                <a:gd name="connsiteY5" fmla="*/ 0 h 6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999" h="61531">
                  <a:moveTo>
                    <a:pt x="18824" y="0"/>
                  </a:moveTo>
                  <a:lnTo>
                    <a:pt x="37000" y="58415"/>
                  </a:lnTo>
                  <a:cubicBezTo>
                    <a:pt x="31535" y="60358"/>
                    <a:pt x="25301" y="61532"/>
                    <a:pt x="18702" y="61532"/>
                  </a:cubicBezTo>
                  <a:cubicBezTo>
                    <a:pt x="11901" y="61532"/>
                    <a:pt x="5506" y="60358"/>
                    <a:pt x="0" y="58253"/>
                  </a:cubicBezTo>
                  <a:lnTo>
                    <a:pt x="18500" y="0"/>
                  </a:lnTo>
                  <a:lnTo>
                    <a:pt x="18824" y="0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2C765D1-CC46-E99C-CF62-B283419A508A}"/>
                </a:ext>
              </a:extLst>
            </p:cNvPr>
            <p:cNvSpPr/>
            <p:nvPr/>
          </p:nvSpPr>
          <p:spPr>
            <a:xfrm>
              <a:off x="2104984" y="2132714"/>
              <a:ext cx="43598" cy="46998"/>
            </a:xfrm>
            <a:custGeom>
              <a:avLst/>
              <a:gdLst>
                <a:gd name="connsiteX0" fmla="*/ 43598 w 43598"/>
                <a:gd name="connsiteY0" fmla="*/ 23196 h 46998"/>
                <a:gd name="connsiteX1" fmla="*/ 12832 w 43598"/>
                <a:gd name="connsiteY1" fmla="*/ 46999 h 46998"/>
                <a:gd name="connsiteX2" fmla="*/ 0 w 43598"/>
                <a:gd name="connsiteY2" fmla="*/ 46999 h 46998"/>
                <a:gd name="connsiteX3" fmla="*/ 0 w 43598"/>
                <a:gd name="connsiteY3" fmla="*/ 0 h 46998"/>
                <a:gd name="connsiteX4" fmla="*/ 12832 w 43598"/>
                <a:gd name="connsiteY4" fmla="*/ 0 h 46998"/>
                <a:gd name="connsiteX5" fmla="*/ 43598 w 43598"/>
                <a:gd name="connsiteY5" fmla="*/ 23196 h 4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598" h="46998">
                  <a:moveTo>
                    <a:pt x="43598" y="23196"/>
                  </a:moveTo>
                  <a:cubicBezTo>
                    <a:pt x="43598" y="41291"/>
                    <a:pt x="29956" y="46999"/>
                    <a:pt x="12832" y="46999"/>
                  </a:cubicBezTo>
                  <a:lnTo>
                    <a:pt x="0" y="46999"/>
                  </a:lnTo>
                  <a:lnTo>
                    <a:pt x="0" y="0"/>
                  </a:lnTo>
                  <a:lnTo>
                    <a:pt x="12832" y="0"/>
                  </a:lnTo>
                  <a:cubicBezTo>
                    <a:pt x="29956" y="0"/>
                    <a:pt x="43598" y="5708"/>
                    <a:pt x="43598" y="23196"/>
                  </a:cubicBez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99B4652-ABBF-ACD8-A75D-B7AB0962737C}"/>
                </a:ext>
              </a:extLst>
            </p:cNvPr>
            <p:cNvSpPr/>
            <p:nvPr/>
          </p:nvSpPr>
          <p:spPr>
            <a:xfrm>
              <a:off x="1762998" y="2039526"/>
              <a:ext cx="592119" cy="292922"/>
            </a:xfrm>
            <a:custGeom>
              <a:avLst/>
              <a:gdLst>
                <a:gd name="connsiteX0" fmla="*/ 0 w 592119"/>
                <a:gd name="connsiteY0" fmla="*/ 0 h 292922"/>
                <a:gd name="connsiteX1" fmla="*/ 0 w 592119"/>
                <a:gd name="connsiteY1" fmla="*/ 292922 h 292922"/>
                <a:gd name="connsiteX2" fmla="*/ 299237 w 592119"/>
                <a:gd name="connsiteY2" fmla="*/ 292922 h 292922"/>
                <a:gd name="connsiteX3" fmla="*/ 592119 w 592119"/>
                <a:gd name="connsiteY3" fmla="*/ 0 h 292922"/>
                <a:gd name="connsiteX4" fmla="*/ 0 w 592119"/>
                <a:gd name="connsiteY4" fmla="*/ 0 h 292922"/>
                <a:gd name="connsiteX5" fmla="*/ 360809 w 592119"/>
                <a:gd name="connsiteY5" fmla="*/ 180263 h 292922"/>
                <a:gd name="connsiteX6" fmla="*/ 341986 w 592119"/>
                <a:gd name="connsiteY6" fmla="*/ 180263 h 292922"/>
                <a:gd name="connsiteX7" fmla="*/ 341986 w 592119"/>
                <a:gd name="connsiteY7" fmla="*/ 236208 h 292922"/>
                <a:gd name="connsiteX8" fmla="*/ 255599 w 592119"/>
                <a:gd name="connsiteY8" fmla="*/ 236208 h 292922"/>
                <a:gd name="connsiteX9" fmla="*/ 247057 w 592119"/>
                <a:gd name="connsiteY9" fmla="*/ 209450 h 292922"/>
                <a:gd name="connsiteX10" fmla="*/ 216696 w 592119"/>
                <a:gd name="connsiteY10" fmla="*/ 214105 h 292922"/>
                <a:gd name="connsiteX11" fmla="*/ 185566 w 592119"/>
                <a:gd name="connsiteY11" fmla="*/ 209167 h 292922"/>
                <a:gd name="connsiteX12" fmla="*/ 176660 w 592119"/>
                <a:gd name="connsiteY12" fmla="*/ 236208 h 292922"/>
                <a:gd name="connsiteX13" fmla="*/ 123711 w 592119"/>
                <a:gd name="connsiteY13" fmla="*/ 236208 h 292922"/>
                <a:gd name="connsiteX14" fmla="*/ 129581 w 592119"/>
                <a:gd name="connsiteY14" fmla="*/ 220582 h 292922"/>
                <a:gd name="connsiteX15" fmla="*/ 127435 w 592119"/>
                <a:gd name="connsiteY15" fmla="*/ 222404 h 292922"/>
                <a:gd name="connsiteX16" fmla="*/ 77279 w 592119"/>
                <a:gd name="connsiteY16" fmla="*/ 239244 h 292922"/>
                <a:gd name="connsiteX17" fmla="*/ 74242 w 592119"/>
                <a:gd name="connsiteY17" fmla="*/ 239285 h 292922"/>
                <a:gd name="connsiteX18" fmla="*/ 8258 w 592119"/>
                <a:gd name="connsiteY18" fmla="*/ 221716 h 292922"/>
                <a:gd name="connsiteX19" fmla="*/ 26272 w 592119"/>
                <a:gd name="connsiteY19" fmla="*/ 185971 h 292922"/>
                <a:gd name="connsiteX20" fmla="*/ 74526 w 592119"/>
                <a:gd name="connsiteY20" fmla="*/ 199734 h 292922"/>
                <a:gd name="connsiteX21" fmla="*/ 93309 w 592119"/>
                <a:gd name="connsiteY21" fmla="*/ 193865 h 292922"/>
                <a:gd name="connsiteX22" fmla="*/ 97155 w 592119"/>
                <a:gd name="connsiteY22" fmla="*/ 184756 h 292922"/>
                <a:gd name="connsiteX23" fmla="*/ 67927 w 592119"/>
                <a:gd name="connsiteY23" fmla="*/ 166094 h 292922"/>
                <a:gd name="connsiteX24" fmla="*/ 28296 w 592119"/>
                <a:gd name="connsiteY24" fmla="*/ 147959 h 292922"/>
                <a:gd name="connsiteX25" fmla="*/ 8258 w 592119"/>
                <a:gd name="connsiteY25" fmla="*/ 107275 h 292922"/>
                <a:gd name="connsiteX26" fmla="*/ 22224 w 592119"/>
                <a:gd name="connsiteY26" fmla="*/ 73271 h 292922"/>
                <a:gd name="connsiteX27" fmla="*/ 80517 w 592119"/>
                <a:gd name="connsiteY27" fmla="*/ 51978 h 292922"/>
                <a:gd name="connsiteX28" fmla="*/ 80638 w 592119"/>
                <a:gd name="connsiteY28" fmla="*/ 51978 h 292922"/>
                <a:gd name="connsiteX29" fmla="*/ 146663 w 592119"/>
                <a:gd name="connsiteY29" fmla="*/ 67603 h 292922"/>
                <a:gd name="connsiteX30" fmla="*/ 126423 w 592119"/>
                <a:gd name="connsiteY30" fmla="*/ 102863 h 292922"/>
                <a:gd name="connsiteX31" fmla="*/ 83756 w 592119"/>
                <a:gd name="connsiteY31" fmla="*/ 91366 h 292922"/>
                <a:gd name="connsiteX32" fmla="*/ 57362 w 592119"/>
                <a:gd name="connsiteY32" fmla="*/ 103389 h 292922"/>
                <a:gd name="connsiteX33" fmla="*/ 89585 w 592119"/>
                <a:gd name="connsiteY33" fmla="*/ 124075 h 292922"/>
                <a:gd name="connsiteX34" fmla="*/ 148242 w 592119"/>
                <a:gd name="connsiteY34" fmla="*/ 170952 h 292922"/>
                <a:gd name="connsiteX35" fmla="*/ 191719 w 592119"/>
                <a:gd name="connsiteY35" fmla="*/ 55054 h 292922"/>
                <a:gd name="connsiteX36" fmla="*/ 242199 w 592119"/>
                <a:gd name="connsiteY36" fmla="*/ 55054 h 292922"/>
                <a:gd name="connsiteX37" fmla="*/ 293084 w 592119"/>
                <a:gd name="connsiteY37" fmla="*/ 193622 h 292922"/>
                <a:gd name="connsiteX38" fmla="*/ 293084 w 592119"/>
                <a:gd name="connsiteY38" fmla="*/ 55054 h 292922"/>
                <a:gd name="connsiteX39" fmla="*/ 351377 w 592119"/>
                <a:gd name="connsiteY39" fmla="*/ 55095 h 292922"/>
                <a:gd name="connsiteX40" fmla="*/ 433230 w 592119"/>
                <a:gd name="connsiteY40" fmla="*/ 118205 h 292922"/>
                <a:gd name="connsiteX41" fmla="*/ 360809 w 592119"/>
                <a:gd name="connsiteY41" fmla="*/ 180263 h 292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92119" h="292922">
                  <a:moveTo>
                    <a:pt x="0" y="0"/>
                  </a:moveTo>
                  <a:lnTo>
                    <a:pt x="0" y="292922"/>
                  </a:lnTo>
                  <a:lnTo>
                    <a:pt x="299237" y="292922"/>
                  </a:lnTo>
                  <a:lnTo>
                    <a:pt x="592119" y="0"/>
                  </a:lnTo>
                  <a:lnTo>
                    <a:pt x="0" y="0"/>
                  </a:lnTo>
                  <a:close/>
                  <a:moveTo>
                    <a:pt x="360809" y="180263"/>
                  </a:moveTo>
                  <a:lnTo>
                    <a:pt x="341986" y="180263"/>
                  </a:lnTo>
                  <a:lnTo>
                    <a:pt x="341986" y="236208"/>
                  </a:lnTo>
                  <a:lnTo>
                    <a:pt x="255599" y="236208"/>
                  </a:lnTo>
                  <a:lnTo>
                    <a:pt x="247057" y="209450"/>
                  </a:lnTo>
                  <a:cubicBezTo>
                    <a:pt x="237908" y="212446"/>
                    <a:pt x="227626" y="214105"/>
                    <a:pt x="216696" y="214105"/>
                  </a:cubicBezTo>
                  <a:cubicBezTo>
                    <a:pt x="205442" y="214105"/>
                    <a:pt x="194836" y="212364"/>
                    <a:pt x="185566" y="209167"/>
                  </a:cubicBezTo>
                  <a:lnTo>
                    <a:pt x="176660" y="236208"/>
                  </a:lnTo>
                  <a:lnTo>
                    <a:pt x="123711" y="236208"/>
                  </a:lnTo>
                  <a:lnTo>
                    <a:pt x="129581" y="220582"/>
                  </a:lnTo>
                  <a:cubicBezTo>
                    <a:pt x="128852" y="221230"/>
                    <a:pt x="128204" y="221837"/>
                    <a:pt x="127435" y="222404"/>
                  </a:cubicBezTo>
                  <a:cubicBezTo>
                    <a:pt x="114238" y="233051"/>
                    <a:pt x="97722" y="238880"/>
                    <a:pt x="77279" y="239244"/>
                  </a:cubicBezTo>
                  <a:lnTo>
                    <a:pt x="74242" y="239285"/>
                  </a:lnTo>
                  <a:cubicBezTo>
                    <a:pt x="50763" y="239285"/>
                    <a:pt x="27730" y="232767"/>
                    <a:pt x="8258" y="221716"/>
                  </a:cubicBezTo>
                  <a:lnTo>
                    <a:pt x="26272" y="185971"/>
                  </a:lnTo>
                  <a:cubicBezTo>
                    <a:pt x="45784" y="197508"/>
                    <a:pt x="58010" y="200058"/>
                    <a:pt x="74526" y="199734"/>
                  </a:cubicBezTo>
                  <a:cubicBezTo>
                    <a:pt x="83108" y="199573"/>
                    <a:pt x="89302" y="197994"/>
                    <a:pt x="93309" y="193865"/>
                  </a:cubicBezTo>
                  <a:cubicBezTo>
                    <a:pt x="95738" y="191274"/>
                    <a:pt x="97033" y="188116"/>
                    <a:pt x="97155" y="184756"/>
                  </a:cubicBezTo>
                  <a:cubicBezTo>
                    <a:pt x="97317" y="175446"/>
                    <a:pt x="84120" y="171074"/>
                    <a:pt x="67927" y="166094"/>
                  </a:cubicBezTo>
                  <a:cubicBezTo>
                    <a:pt x="54811" y="162006"/>
                    <a:pt x="39914" y="156500"/>
                    <a:pt x="28296" y="147959"/>
                  </a:cubicBezTo>
                  <a:cubicBezTo>
                    <a:pt x="14492" y="137839"/>
                    <a:pt x="7934" y="125127"/>
                    <a:pt x="8258" y="107275"/>
                  </a:cubicBezTo>
                  <a:cubicBezTo>
                    <a:pt x="8460" y="94281"/>
                    <a:pt x="13278" y="82501"/>
                    <a:pt x="22224" y="73271"/>
                  </a:cubicBezTo>
                  <a:cubicBezTo>
                    <a:pt x="35016" y="59993"/>
                    <a:pt x="55702" y="51978"/>
                    <a:pt x="80517" y="51978"/>
                  </a:cubicBezTo>
                  <a:lnTo>
                    <a:pt x="80638" y="51978"/>
                  </a:lnTo>
                  <a:cubicBezTo>
                    <a:pt x="101932" y="52018"/>
                    <a:pt x="127880" y="58050"/>
                    <a:pt x="146663" y="67603"/>
                  </a:cubicBezTo>
                  <a:lnTo>
                    <a:pt x="126423" y="102863"/>
                  </a:lnTo>
                  <a:cubicBezTo>
                    <a:pt x="105818" y="92945"/>
                    <a:pt x="95495" y="91973"/>
                    <a:pt x="83756" y="91366"/>
                  </a:cubicBezTo>
                  <a:cubicBezTo>
                    <a:pt x="66308" y="90435"/>
                    <a:pt x="57524" y="96669"/>
                    <a:pt x="57362" y="103389"/>
                  </a:cubicBezTo>
                  <a:cubicBezTo>
                    <a:pt x="57240" y="111607"/>
                    <a:pt x="73878" y="119015"/>
                    <a:pt x="89585" y="124075"/>
                  </a:cubicBezTo>
                  <a:cubicBezTo>
                    <a:pt x="113388" y="131645"/>
                    <a:pt x="143587" y="141725"/>
                    <a:pt x="148242" y="170952"/>
                  </a:cubicBezTo>
                  <a:lnTo>
                    <a:pt x="191719" y="55054"/>
                  </a:lnTo>
                  <a:lnTo>
                    <a:pt x="242199" y="55054"/>
                  </a:lnTo>
                  <a:lnTo>
                    <a:pt x="293084" y="193622"/>
                  </a:lnTo>
                  <a:lnTo>
                    <a:pt x="293084" y="55054"/>
                  </a:lnTo>
                  <a:lnTo>
                    <a:pt x="351377" y="55095"/>
                  </a:lnTo>
                  <a:cubicBezTo>
                    <a:pt x="407079" y="55095"/>
                    <a:pt x="433230" y="74931"/>
                    <a:pt x="433230" y="118205"/>
                  </a:cubicBezTo>
                  <a:cubicBezTo>
                    <a:pt x="433230" y="157067"/>
                    <a:pt x="406310" y="180263"/>
                    <a:pt x="360809" y="180263"/>
                  </a:cubicBez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C2E63BB-A3BA-50D9-291D-2627004F0CF7}"/>
                </a:ext>
              </a:extLst>
            </p:cNvPr>
            <p:cNvSpPr/>
            <p:nvPr/>
          </p:nvSpPr>
          <p:spPr>
            <a:xfrm>
              <a:off x="3145948" y="2086317"/>
              <a:ext cx="987337" cy="191071"/>
            </a:xfrm>
            <a:custGeom>
              <a:avLst/>
              <a:gdLst>
                <a:gd name="connsiteX0" fmla="*/ 189047 w 987337"/>
                <a:gd name="connsiteY0" fmla="*/ 12954 h 191071"/>
                <a:gd name="connsiteX1" fmla="*/ 189047 w 987337"/>
                <a:gd name="connsiteY1" fmla="*/ 187833 h 191071"/>
                <a:gd name="connsiteX2" fmla="*/ 158687 w 987337"/>
                <a:gd name="connsiteY2" fmla="*/ 187833 h 191071"/>
                <a:gd name="connsiteX3" fmla="*/ 158687 w 987337"/>
                <a:gd name="connsiteY3" fmla="*/ 50602 h 191071"/>
                <a:gd name="connsiteX4" fmla="*/ 158282 w 987337"/>
                <a:gd name="connsiteY4" fmla="*/ 50602 h 191071"/>
                <a:gd name="connsiteX5" fmla="*/ 104037 w 987337"/>
                <a:gd name="connsiteY5" fmla="*/ 187833 h 191071"/>
                <a:gd name="connsiteX6" fmla="*/ 83796 w 987337"/>
                <a:gd name="connsiteY6" fmla="*/ 187833 h 191071"/>
                <a:gd name="connsiteX7" fmla="*/ 28337 w 987337"/>
                <a:gd name="connsiteY7" fmla="*/ 50602 h 191071"/>
                <a:gd name="connsiteX8" fmla="*/ 27932 w 987337"/>
                <a:gd name="connsiteY8" fmla="*/ 50602 h 191071"/>
                <a:gd name="connsiteX9" fmla="*/ 27932 w 987337"/>
                <a:gd name="connsiteY9" fmla="*/ 187833 h 191071"/>
                <a:gd name="connsiteX10" fmla="*/ 0 w 987337"/>
                <a:gd name="connsiteY10" fmla="*/ 187833 h 191071"/>
                <a:gd name="connsiteX11" fmla="*/ 0 w 987337"/>
                <a:gd name="connsiteY11" fmla="*/ 12954 h 191071"/>
                <a:gd name="connsiteX12" fmla="*/ 43720 w 987337"/>
                <a:gd name="connsiteY12" fmla="*/ 12954 h 191071"/>
                <a:gd name="connsiteX13" fmla="*/ 93917 w 987337"/>
                <a:gd name="connsiteY13" fmla="*/ 142494 h 191071"/>
                <a:gd name="connsiteX14" fmla="*/ 94726 w 987337"/>
                <a:gd name="connsiteY14" fmla="*/ 142494 h 191071"/>
                <a:gd name="connsiteX15" fmla="*/ 147757 w 987337"/>
                <a:gd name="connsiteY15" fmla="*/ 12954 h 191071"/>
                <a:gd name="connsiteX16" fmla="*/ 189047 w 987337"/>
                <a:gd name="connsiteY16" fmla="*/ 12954 h 191071"/>
                <a:gd name="connsiteX17" fmla="*/ 214146 w 987337"/>
                <a:gd name="connsiteY17" fmla="*/ 26313 h 191071"/>
                <a:gd name="connsiteX18" fmla="*/ 219408 w 987337"/>
                <a:gd name="connsiteY18" fmla="*/ 14168 h 191071"/>
                <a:gd name="connsiteX19" fmla="*/ 231958 w 987337"/>
                <a:gd name="connsiteY19" fmla="*/ 9311 h 191071"/>
                <a:gd name="connsiteX20" fmla="*/ 244912 w 987337"/>
                <a:gd name="connsiteY20" fmla="*/ 14168 h 191071"/>
                <a:gd name="connsiteX21" fmla="*/ 250174 w 987337"/>
                <a:gd name="connsiteY21" fmla="*/ 26313 h 191071"/>
                <a:gd name="connsiteX22" fmla="*/ 244912 w 987337"/>
                <a:gd name="connsiteY22" fmla="*/ 38457 h 191071"/>
                <a:gd name="connsiteX23" fmla="*/ 231958 w 987337"/>
                <a:gd name="connsiteY23" fmla="*/ 43315 h 191071"/>
                <a:gd name="connsiteX24" fmla="*/ 219408 w 987337"/>
                <a:gd name="connsiteY24" fmla="*/ 38457 h 191071"/>
                <a:gd name="connsiteX25" fmla="*/ 214146 w 987337"/>
                <a:gd name="connsiteY25" fmla="*/ 26313 h 191071"/>
                <a:gd name="connsiteX26" fmla="*/ 246936 w 987337"/>
                <a:gd name="connsiteY26" fmla="*/ 62341 h 191071"/>
                <a:gd name="connsiteX27" fmla="*/ 246936 w 987337"/>
                <a:gd name="connsiteY27" fmla="*/ 187833 h 191071"/>
                <a:gd name="connsiteX28" fmla="*/ 217384 w 987337"/>
                <a:gd name="connsiteY28" fmla="*/ 187833 h 191071"/>
                <a:gd name="connsiteX29" fmla="*/ 217384 w 987337"/>
                <a:gd name="connsiteY29" fmla="*/ 62341 h 191071"/>
                <a:gd name="connsiteX30" fmla="*/ 246936 w 987337"/>
                <a:gd name="connsiteY30" fmla="*/ 62341 h 191071"/>
                <a:gd name="connsiteX31" fmla="*/ 336399 w 987337"/>
                <a:gd name="connsiteY31" fmla="*/ 166378 h 191071"/>
                <a:gd name="connsiteX32" fmla="*/ 350973 w 987337"/>
                <a:gd name="connsiteY32" fmla="*/ 163139 h 191071"/>
                <a:gd name="connsiteX33" fmla="*/ 365546 w 987337"/>
                <a:gd name="connsiteY33" fmla="*/ 155043 h 191071"/>
                <a:gd name="connsiteX34" fmla="*/ 365546 w 987337"/>
                <a:gd name="connsiteY34" fmla="*/ 182570 h 191071"/>
                <a:gd name="connsiteX35" fmla="*/ 349353 w 987337"/>
                <a:gd name="connsiteY35" fmla="*/ 188643 h 191071"/>
                <a:gd name="connsiteX36" fmla="*/ 329518 w 987337"/>
                <a:gd name="connsiteY36" fmla="*/ 190667 h 191071"/>
                <a:gd name="connsiteX37" fmla="*/ 284583 w 987337"/>
                <a:gd name="connsiteY37" fmla="*/ 173260 h 191071"/>
                <a:gd name="connsiteX38" fmla="*/ 267177 w 987337"/>
                <a:gd name="connsiteY38" fmla="*/ 128730 h 191071"/>
                <a:gd name="connsiteX39" fmla="*/ 284988 w 987337"/>
                <a:gd name="connsiteY39" fmla="*/ 78938 h 191071"/>
                <a:gd name="connsiteX40" fmla="*/ 335185 w 987337"/>
                <a:gd name="connsiteY40" fmla="*/ 59507 h 191071"/>
                <a:gd name="connsiteX41" fmla="*/ 351782 w 987337"/>
                <a:gd name="connsiteY41" fmla="*/ 61532 h 191071"/>
                <a:gd name="connsiteX42" fmla="*/ 365141 w 987337"/>
                <a:gd name="connsiteY42" fmla="*/ 66389 h 191071"/>
                <a:gd name="connsiteX43" fmla="*/ 365141 w 987337"/>
                <a:gd name="connsiteY43" fmla="*/ 94726 h 191071"/>
                <a:gd name="connsiteX44" fmla="*/ 351377 w 987337"/>
                <a:gd name="connsiteY44" fmla="*/ 87035 h 191071"/>
                <a:gd name="connsiteX45" fmla="*/ 336804 w 987337"/>
                <a:gd name="connsiteY45" fmla="*/ 84201 h 191071"/>
                <a:gd name="connsiteX46" fmla="*/ 308467 w 987337"/>
                <a:gd name="connsiteY46" fmla="*/ 95536 h 191071"/>
                <a:gd name="connsiteX47" fmla="*/ 297942 w 987337"/>
                <a:gd name="connsiteY47" fmla="*/ 126302 h 191071"/>
                <a:gd name="connsiteX48" fmla="*/ 308467 w 987337"/>
                <a:gd name="connsiteY48" fmla="*/ 155853 h 191071"/>
                <a:gd name="connsiteX49" fmla="*/ 336399 w 987337"/>
                <a:gd name="connsiteY49" fmla="*/ 166378 h 191071"/>
                <a:gd name="connsiteX50" fmla="*/ 449342 w 987337"/>
                <a:gd name="connsiteY50" fmla="*/ 60317 h 191071"/>
                <a:gd name="connsiteX51" fmla="*/ 455819 w 987337"/>
                <a:gd name="connsiteY51" fmla="*/ 60722 h 191071"/>
                <a:gd name="connsiteX52" fmla="*/ 460677 w 987337"/>
                <a:gd name="connsiteY52" fmla="*/ 61936 h 191071"/>
                <a:gd name="connsiteX53" fmla="*/ 460677 w 987337"/>
                <a:gd name="connsiteY53" fmla="*/ 91892 h 191071"/>
                <a:gd name="connsiteX54" fmla="*/ 453795 w 987337"/>
                <a:gd name="connsiteY54" fmla="*/ 88654 h 191071"/>
                <a:gd name="connsiteX55" fmla="*/ 442865 w 987337"/>
                <a:gd name="connsiteY55" fmla="*/ 87035 h 191071"/>
                <a:gd name="connsiteX56" fmla="*/ 424648 w 987337"/>
                <a:gd name="connsiteY56" fmla="*/ 96345 h 191071"/>
                <a:gd name="connsiteX57" fmla="*/ 416957 w 987337"/>
                <a:gd name="connsiteY57" fmla="*/ 124682 h 191071"/>
                <a:gd name="connsiteX58" fmla="*/ 416957 w 987337"/>
                <a:gd name="connsiteY58" fmla="*/ 187833 h 191071"/>
                <a:gd name="connsiteX59" fmla="*/ 387406 w 987337"/>
                <a:gd name="connsiteY59" fmla="*/ 187833 h 191071"/>
                <a:gd name="connsiteX60" fmla="*/ 387406 w 987337"/>
                <a:gd name="connsiteY60" fmla="*/ 62341 h 191071"/>
                <a:gd name="connsiteX61" fmla="*/ 416957 w 987337"/>
                <a:gd name="connsiteY61" fmla="*/ 62341 h 191071"/>
                <a:gd name="connsiteX62" fmla="*/ 416957 w 987337"/>
                <a:gd name="connsiteY62" fmla="*/ 82177 h 191071"/>
                <a:gd name="connsiteX63" fmla="*/ 417362 w 987337"/>
                <a:gd name="connsiteY63" fmla="*/ 82177 h 191071"/>
                <a:gd name="connsiteX64" fmla="*/ 429506 w 987337"/>
                <a:gd name="connsiteY64" fmla="*/ 65984 h 191071"/>
                <a:gd name="connsiteX65" fmla="*/ 449342 w 987337"/>
                <a:gd name="connsiteY65" fmla="*/ 60317 h 191071"/>
                <a:gd name="connsiteX66" fmla="*/ 462296 w 987337"/>
                <a:gd name="connsiteY66" fmla="*/ 127111 h 191071"/>
                <a:gd name="connsiteX67" fmla="*/ 479703 w 987337"/>
                <a:gd name="connsiteY67" fmla="*/ 77724 h 191071"/>
                <a:gd name="connsiteX68" fmla="*/ 528280 w 987337"/>
                <a:gd name="connsiteY68" fmla="*/ 59507 h 191071"/>
                <a:gd name="connsiteX69" fmla="*/ 574024 w 987337"/>
                <a:gd name="connsiteY69" fmla="*/ 76914 h 191071"/>
                <a:gd name="connsiteX70" fmla="*/ 590622 w 987337"/>
                <a:gd name="connsiteY70" fmla="*/ 124277 h 191071"/>
                <a:gd name="connsiteX71" fmla="*/ 573215 w 987337"/>
                <a:gd name="connsiteY71" fmla="*/ 172855 h 191071"/>
                <a:gd name="connsiteX72" fmla="*/ 525447 w 987337"/>
                <a:gd name="connsiteY72" fmla="*/ 191072 h 191071"/>
                <a:gd name="connsiteX73" fmla="*/ 479298 w 987337"/>
                <a:gd name="connsiteY73" fmla="*/ 174069 h 191071"/>
                <a:gd name="connsiteX74" fmla="*/ 462296 w 987337"/>
                <a:gd name="connsiteY74" fmla="*/ 127111 h 191071"/>
                <a:gd name="connsiteX75" fmla="*/ 493062 w 987337"/>
                <a:gd name="connsiteY75" fmla="*/ 125897 h 191071"/>
                <a:gd name="connsiteX76" fmla="*/ 501968 w 987337"/>
                <a:gd name="connsiteY76" fmla="*/ 155853 h 191071"/>
                <a:gd name="connsiteX77" fmla="*/ 527471 w 987337"/>
                <a:gd name="connsiteY77" fmla="*/ 166378 h 191071"/>
                <a:gd name="connsiteX78" fmla="*/ 552164 w 987337"/>
                <a:gd name="connsiteY78" fmla="*/ 155853 h 191071"/>
                <a:gd name="connsiteX79" fmla="*/ 560666 w 987337"/>
                <a:gd name="connsiteY79" fmla="*/ 125087 h 191071"/>
                <a:gd name="connsiteX80" fmla="*/ 552164 w 987337"/>
                <a:gd name="connsiteY80" fmla="*/ 94321 h 191071"/>
                <a:gd name="connsiteX81" fmla="*/ 527876 w 987337"/>
                <a:gd name="connsiteY81" fmla="*/ 83796 h 191071"/>
                <a:gd name="connsiteX82" fmla="*/ 502777 w 987337"/>
                <a:gd name="connsiteY82" fmla="*/ 94726 h 191071"/>
                <a:gd name="connsiteX83" fmla="*/ 493062 w 987337"/>
                <a:gd name="connsiteY83" fmla="*/ 125897 h 191071"/>
                <a:gd name="connsiteX84" fmla="*/ 634746 w 987337"/>
                <a:gd name="connsiteY84" fmla="*/ 95536 h 191071"/>
                <a:gd name="connsiteX85" fmla="*/ 638794 w 987337"/>
                <a:gd name="connsiteY85" fmla="*/ 105656 h 191071"/>
                <a:gd name="connsiteX86" fmla="*/ 656606 w 987337"/>
                <a:gd name="connsiteY86" fmla="*/ 114562 h 191071"/>
                <a:gd name="connsiteX87" fmla="*/ 681300 w 987337"/>
                <a:gd name="connsiteY87" fmla="*/ 130350 h 191071"/>
                <a:gd name="connsiteX88" fmla="*/ 688586 w 987337"/>
                <a:gd name="connsiteY88" fmla="*/ 151805 h 191071"/>
                <a:gd name="connsiteX89" fmla="*/ 674823 w 987337"/>
                <a:gd name="connsiteY89" fmla="*/ 180142 h 191071"/>
                <a:gd name="connsiteX90" fmla="*/ 637985 w 987337"/>
                <a:gd name="connsiteY90" fmla="*/ 190667 h 191071"/>
                <a:gd name="connsiteX91" fmla="*/ 620578 w 987337"/>
                <a:gd name="connsiteY91" fmla="*/ 188643 h 191071"/>
                <a:gd name="connsiteX92" fmla="*/ 604385 w 987337"/>
                <a:gd name="connsiteY92" fmla="*/ 183785 h 191071"/>
                <a:gd name="connsiteX93" fmla="*/ 604385 w 987337"/>
                <a:gd name="connsiteY93" fmla="*/ 154638 h 191071"/>
                <a:gd name="connsiteX94" fmla="*/ 621792 w 987337"/>
                <a:gd name="connsiteY94" fmla="*/ 163544 h 191071"/>
                <a:gd name="connsiteX95" fmla="*/ 638794 w 987337"/>
                <a:gd name="connsiteY95" fmla="*/ 166783 h 191071"/>
                <a:gd name="connsiteX96" fmla="*/ 653368 w 987337"/>
                <a:gd name="connsiteY96" fmla="*/ 163949 h 191071"/>
                <a:gd name="connsiteX97" fmla="*/ 658225 w 987337"/>
                <a:gd name="connsiteY97" fmla="*/ 154638 h 191071"/>
                <a:gd name="connsiteX98" fmla="*/ 653368 w 987337"/>
                <a:gd name="connsiteY98" fmla="*/ 144113 h 191071"/>
                <a:gd name="connsiteX99" fmla="*/ 634746 w 987337"/>
                <a:gd name="connsiteY99" fmla="*/ 134398 h 191071"/>
                <a:gd name="connsiteX100" fmla="*/ 611672 w 987337"/>
                <a:gd name="connsiteY100" fmla="*/ 119015 h 191071"/>
                <a:gd name="connsiteX101" fmla="*/ 604790 w 987337"/>
                <a:gd name="connsiteY101" fmla="*/ 97155 h 191071"/>
                <a:gd name="connsiteX102" fmla="*/ 618149 w 987337"/>
                <a:gd name="connsiteY102" fmla="*/ 69223 h 191071"/>
                <a:gd name="connsiteX103" fmla="*/ 652963 w 987337"/>
                <a:gd name="connsiteY103" fmla="*/ 58293 h 191071"/>
                <a:gd name="connsiteX104" fmla="*/ 667536 w 987337"/>
                <a:gd name="connsiteY104" fmla="*/ 59912 h 191071"/>
                <a:gd name="connsiteX105" fmla="*/ 681300 w 987337"/>
                <a:gd name="connsiteY105" fmla="*/ 63556 h 191071"/>
                <a:gd name="connsiteX106" fmla="*/ 681300 w 987337"/>
                <a:gd name="connsiteY106" fmla="*/ 92297 h 191071"/>
                <a:gd name="connsiteX107" fmla="*/ 667536 w 987337"/>
                <a:gd name="connsiteY107" fmla="*/ 85415 h 191071"/>
                <a:gd name="connsiteX108" fmla="*/ 652153 w 987337"/>
                <a:gd name="connsiteY108" fmla="*/ 82582 h 191071"/>
                <a:gd name="connsiteX109" fmla="*/ 639199 w 987337"/>
                <a:gd name="connsiteY109" fmla="*/ 85820 h 191071"/>
                <a:gd name="connsiteX110" fmla="*/ 634746 w 987337"/>
                <a:gd name="connsiteY110" fmla="*/ 95536 h 191071"/>
                <a:gd name="connsiteX111" fmla="*/ 701135 w 987337"/>
                <a:gd name="connsiteY111" fmla="*/ 127111 h 191071"/>
                <a:gd name="connsiteX112" fmla="*/ 718542 w 987337"/>
                <a:gd name="connsiteY112" fmla="*/ 77724 h 191071"/>
                <a:gd name="connsiteX113" fmla="*/ 767120 w 987337"/>
                <a:gd name="connsiteY113" fmla="*/ 59507 h 191071"/>
                <a:gd name="connsiteX114" fmla="*/ 812863 w 987337"/>
                <a:gd name="connsiteY114" fmla="*/ 76914 h 191071"/>
                <a:gd name="connsiteX115" fmla="*/ 829461 w 987337"/>
                <a:gd name="connsiteY115" fmla="*/ 124277 h 191071"/>
                <a:gd name="connsiteX116" fmla="*/ 812054 w 987337"/>
                <a:gd name="connsiteY116" fmla="*/ 172855 h 191071"/>
                <a:gd name="connsiteX117" fmla="*/ 764286 w 987337"/>
                <a:gd name="connsiteY117" fmla="*/ 191072 h 191071"/>
                <a:gd name="connsiteX118" fmla="*/ 718138 w 987337"/>
                <a:gd name="connsiteY118" fmla="*/ 174069 h 191071"/>
                <a:gd name="connsiteX119" fmla="*/ 701135 w 987337"/>
                <a:gd name="connsiteY119" fmla="*/ 127111 h 191071"/>
                <a:gd name="connsiteX120" fmla="*/ 731901 w 987337"/>
                <a:gd name="connsiteY120" fmla="*/ 125897 h 191071"/>
                <a:gd name="connsiteX121" fmla="*/ 740807 w 987337"/>
                <a:gd name="connsiteY121" fmla="*/ 155853 h 191071"/>
                <a:gd name="connsiteX122" fmla="*/ 766310 w 987337"/>
                <a:gd name="connsiteY122" fmla="*/ 166378 h 191071"/>
                <a:gd name="connsiteX123" fmla="*/ 791004 w 987337"/>
                <a:gd name="connsiteY123" fmla="*/ 155853 h 191071"/>
                <a:gd name="connsiteX124" fmla="*/ 799505 w 987337"/>
                <a:gd name="connsiteY124" fmla="*/ 125087 h 191071"/>
                <a:gd name="connsiteX125" fmla="*/ 791004 w 987337"/>
                <a:gd name="connsiteY125" fmla="*/ 94321 h 191071"/>
                <a:gd name="connsiteX126" fmla="*/ 766715 w 987337"/>
                <a:gd name="connsiteY126" fmla="*/ 83796 h 191071"/>
                <a:gd name="connsiteX127" fmla="*/ 741617 w 987337"/>
                <a:gd name="connsiteY127" fmla="*/ 94726 h 191071"/>
                <a:gd name="connsiteX128" fmla="*/ 731901 w 987337"/>
                <a:gd name="connsiteY128" fmla="*/ 125897 h 191071"/>
                <a:gd name="connsiteX129" fmla="*/ 927830 w 987337"/>
                <a:gd name="connsiteY129" fmla="*/ 86630 h 191071"/>
                <a:gd name="connsiteX130" fmla="*/ 883706 w 987337"/>
                <a:gd name="connsiteY130" fmla="*/ 86630 h 191071"/>
                <a:gd name="connsiteX131" fmla="*/ 883706 w 987337"/>
                <a:gd name="connsiteY131" fmla="*/ 187833 h 191071"/>
                <a:gd name="connsiteX132" fmla="*/ 853750 w 987337"/>
                <a:gd name="connsiteY132" fmla="*/ 187833 h 191071"/>
                <a:gd name="connsiteX133" fmla="*/ 853750 w 987337"/>
                <a:gd name="connsiteY133" fmla="*/ 86630 h 191071"/>
                <a:gd name="connsiteX134" fmla="*/ 832699 w 987337"/>
                <a:gd name="connsiteY134" fmla="*/ 86630 h 191071"/>
                <a:gd name="connsiteX135" fmla="*/ 832699 w 987337"/>
                <a:gd name="connsiteY135" fmla="*/ 62341 h 191071"/>
                <a:gd name="connsiteX136" fmla="*/ 853750 w 987337"/>
                <a:gd name="connsiteY136" fmla="*/ 62341 h 191071"/>
                <a:gd name="connsiteX137" fmla="*/ 853750 w 987337"/>
                <a:gd name="connsiteY137" fmla="*/ 44934 h 191071"/>
                <a:gd name="connsiteX138" fmla="*/ 866704 w 987337"/>
                <a:gd name="connsiteY138" fmla="*/ 12549 h 191071"/>
                <a:gd name="connsiteX139" fmla="*/ 899494 w 987337"/>
                <a:gd name="connsiteY139" fmla="*/ 0 h 191071"/>
                <a:gd name="connsiteX140" fmla="*/ 909209 w 987337"/>
                <a:gd name="connsiteY140" fmla="*/ 405 h 191071"/>
                <a:gd name="connsiteX141" fmla="*/ 916496 w 987337"/>
                <a:gd name="connsiteY141" fmla="*/ 2024 h 191071"/>
                <a:gd name="connsiteX142" fmla="*/ 916496 w 987337"/>
                <a:gd name="connsiteY142" fmla="*/ 27527 h 191071"/>
                <a:gd name="connsiteX143" fmla="*/ 911233 w 987337"/>
                <a:gd name="connsiteY143" fmla="*/ 25503 h 191071"/>
                <a:gd name="connsiteX144" fmla="*/ 902732 w 987337"/>
                <a:gd name="connsiteY144" fmla="*/ 24289 h 191071"/>
                <a:gd name="connsiteX145" fmla="*/ 888564 w 987337"/>
                <a:gd name="connsiteY145" fmla="*/ 29956 h 191071"/>
                <a:gd name="connsiteX146" fmla="*/ 883706 w 987337"/>
                <a:gd name="connsiteY146" fmla="*/ 46958 h 191071"/>
                <a:gd name="connsiteX147" fmla="*/ 883706 w 987337"/>
                <a:gd name="connsiteY147" fmla="*/ 61936 h 191071"/>
                <a:gd name="connsiteX148" fmla="*/ 927830 w 987337"/>
                <a:gd name="connsiteY148" fmla="*/ 61936 h 191071"/>
                <a:gd name="connsiteX149" fmla="*/ 927830 w 987337"/>
                <a:gd name="connsiteY149" fmla="*/ 33599 h 191071"/>
                <a:gd name="connsiteX150" fmla="*/ 957382 w 987337"/>
                <a:gd name="connsiteY150" fmla="*/ 24693 h 191071"/>
                <a:gd name="connsiteX151" fmla="*/ 957382 w 987337"/>
                <a:gd name="connsiteY151" fmla="*/ 61936 h 191071"/>
                <a:gd name="connsiteX152" fmla="*/ 987338 w 987337"/>
                <a:gd name="connsiteY152" fmla="*/ 61936 h 191071"/>
                <a:gd name="connsiteX153" fmla="*/ 987338 w 987337"/>
                <a:gd name="connsiteY153" fmla="*/ 86225 h 191071"/>
                <a:gd name="connsiteX154" fmla="*/ 957382 w 987337"/>
                <a:gd name="connsiteY154" fmla="*/ 86225 h 191071"/>
                <a:gd name="connsiteX155" fmla="*/ 957382 w 987337"/>
                <a:gd name="connsiteY155" fmla="*/ 144923 h 191071"/>
                <a:gd name="connsiteX156" fmla="*/ 961430 w 987337"/>
                <a:gd name="connsiteY156" fmla="*/ 161115 h 191071"/>
                <a:gd name="connsiteX157" fmla="*/ 974788 w 987337"/>
                <a:gd name="connsiteY157" fmla="*/ 165973 h 191071"/>
                <a:gd name="connsiteX158" fmla="*/ 980861 w 987337"/>
                <a:gd name="connsiteY158" fmla="*/ 164759 h 191071"/>
                <a:gd name="connsiteX159" fmla="*/ 986933 w 987337"/>
                <a:gd name="connsiteY159" fmla="*/ 161925 h 191071"/>
                <a:gd name="connsiteX160" fmla="*/ 986933 w 987337"/>
                <a:gd name="connsiteY160" fmla="*/ 186214 h 191071"/>
                <a:gd name="connsiteX161" fmla="*/ 977622 w 987337"/>
                <a:gd name="connsiteY161" fmla="*/ 189047 h 191071"/>
                <a:gd name="connsiteX162" fmla="*/ 964668 w 987337"/>
                <a:gd name="connsiteY162" fmla="*/ 190262 h 191071"/>
                <a:gd name="connsiteX163" fmla="*/ 936736 w 987337"/>
                <a:gd name="connsiteY163" fmla="*/ 180546 h 191071"/>
                <a:gd name="connsiteX164" fmla="*/ 927426 w 987337"/>
                <a:gd name="connsiteY164" fmla="*/ 150590 h 191071"/>
                <a:gd name="connsiteX165" fmla="*/ 927830 w 987337"/>
                <a:gd name="connsiteY165" fmla="*/ 86630 h 191071"/>
                <a:gd name="connsiteX166" fmla="*/ 927830 w 987337"/>
                <a:gd name="connsiteY166" fmla="*/ 86630 h 191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</a:cxnLst>
              <a:rect l="l" t="t" r="r" b="b"/>
              <a:pathLst>
                <a:path w="987337" h="191071">
                  <a:moveTo>
                    <a:pt x="189047" y="12954"/>
                  </a:moveTo>
                  <a:lnTo>
                    <a:pt x="189047" y="187833"/>
                  </a:lnTo>
                  <a:lnTo>
                    <a:pt x="158687" y="187833"/>
                  </a:lnTo>
                  <a:lnTo>
                    <a:pt x="158687" y="50602"/>
                  </a:lnTo>
                  <a:lnTo>
                    <a:pt x="158282" y="50602"/>
                  </a:lnTo>
                  <a:lnTo>
                    <a:pt x="104037" y="187833"/>
                  </a:lnTo>
                  <a:lnTo>
                    <a:pt x="83796" y="187833"/>
                  </a:lnTo>
                  <a:lnTo>
                    <a:pt x="28337" y="50602"/>
                  </a:lnTo>
                  <a:lnTo>
                    <a:pt x="27932" y="50602"/>
                  </a:lnTo>
                  <a:lnTo>
                    <a:pt x="27932" y="187833"/>
                  </a:lnTo>
                  <a:lnTo>
                    <a:pt x="0" y="187833"/>
                  </a:lnTo>
                  <a:lnTo>
                    <a:pt x="0" y="12954"/>
                  </a:lnTo>
                  <a:lnTo>
                    <a:pt x="43720" y="12954"/>
                  </a:lnTo>
                  <a:lnTo>
                    <a:pt x="93917" y="142494"/>
                  </a:lnTo>
                  <a:lnTo>
                    <a:pt x="94726" y="142494"/>
                  </a:lnTo>
                  <a:lnTo>
                    <a:pt x="147757" y="12954"/>
                  </a:lnTo>
                  <a:cubicBezTo>
                    <a:pt x="147757" y="12954"/>
                    <a:pt x="189047" y="12954"/>
                    <a:pt x="189047" y="12954"/>
                  </a:cubicBezTo>
                  <a:close/>
                  <a:moveTo>
                    <a:pt x="214146" y="26313"/>
                  </a:moveTo>
                  <a:cubicBezTo>
                    <a:pt x="214146" y="21455"/>
                    <a:pt x="215765" y="17407"/>
                    <a:pt x="219408" y="14168"/>
                  </a:cubicBezTo>
                  <a:cubicBezTo>
                    <a:pt x="223052" y="10930"/>
                    <a:pt x="227100" y="9311"/>
                    <a:pt x="231958" y="9311"/>
                  </a:cubicBezTo>
                  <a:cubicBezTo>
                    <a:pt x="237220" y="9311"/>
                    <a:pt x="241673" y="10930"/>
                    <a:pt x="244912" y="14168"/>
                  </a:cubicBezTo>
                  <a:cubicBezTo>
                    <a:pt x="248150" y="17407"/>
                    <a:pt x="250174" y="21455"/>
                    <a:pt x="250174" y="26313"/>
                  </a:cubicBezTo>
                  <a:cubicBezTo>
                    <a:pt x="250174" y="31171"/>
                    <a:pt x="248555" y="35219"/>
                    <a:pt x="244912" y="38457"/>
                  </a:cubicBezTo>
                  <a:cubicBezTo>
                    <a:pt x="241268" y="41696"/>
                    <a:pt x="237220" y="43315"/>
                    <a:pt x="231958" y="43315"/>
                  </a:cubicBezTo>
                  <a:cubicBezTo>
                    <a:pt x="226695" y="43315"/>
                    <a:pt x="222647" y="41696"/>
                    <a:pt x="219408" y="38457"/>
                  </a:cubicBezTo>
                  <a:cubicBezTo>
                    <a:pt x="216170" y="34814"/>
                    <a:pt x="214146" y="30766"/>
                    <a:pt x="214146" y="26313"/>
                  </a:cubicBezTo>
                  <a:close/>
                  <a:moveTo>
                    <a:pt x="246936" y="62341"/>
                  </a:moveTo>
                  <a:lnTo>
                    <a:pt x="246936" y="187833"/>
                  </a:lnTo>
                  <a:lnTo>
                    <a:pt x="217384" y="187833"/>
                  </a:lnTo>
                  <a:lnTo>
                    <a:pt x="217384" y="62341"/>
                  </a:lnTo>
                  <a:cubicBezTo>
                    <a:pt x="217384" y="62341"/>
                    <a:pt x="246936" y="62341"/>
                    <a:pt x="246936" y="62341"/>
                  </a:cubicBezTo>
                  <a:close/>
                  <a:moveTo>
                    <a:pt x="336399" y="166378"/>
                  </a:moveTo>
                  <a:cubicBezTo>
                    <a:pt x="340852" y="166378"/>
                    <a:pt x="345710" y="165568"/>
                    <a:pt x="350973" y="163139"/>
                  </a:cubicBezTo>
                  <a:cubicBezTo>
                    <a:pt x="356235" y="161115"/>
                    <a:pt x="361093" y="158282"/>
                    <a:pt x="365546" y="155043"/>
                  </a:cubicBezTo>
                  <a:lnTo>
                    <a:pt x="365546" y="182570"/>
                  </a:lnTo>
                  <a:cubicBezTo>
                    <a:pt x="360688" y="185404"/>
                    <a:pt x="355426" y="187428"/>
                    <a:pt x="349353" y="188643"/>
                  </a:cubicBezTo>
                  <a:cubicBezTo>
                    <a:pt x="343281" y="189857"/>
                    <a:pt x="336804" y="190667"/>
                    <a:pt x="329518" y="190667"/>
                  </a:cubicBezTo>
                  <a:cubicBezTo>
                    <a:pt x="310896" y="190667"/>
                    <a:pt x="295918" y="184999"/>
                    <a:pt x="284583" y="173260"/>
                  </a:cubicBezTo>
                  <a:cubicBezTo>
                    <a:pt x="272844" y="161520"/>
                    <a:pt x="267177" y="146542"/>
                    <a:pt x="267177" y="128730"/>
                  </a:cubicBezTo>
                  <a:cubicBezTo>
                    <a:pt x="267177" y="108490"/>
                    <a:pt x="273249" y="91892"/>
                    <a:pt x="284988" y="78938"/>
                  </a:cubicBezTo>
                  <a:cubicBezTo>
                    <a:pt x="296728" y="65984"/>
                    <a:pt x="313325" y="59507"/>
                    <a:pt x="335185" y="59507"/>
                  </a:cubicBezTo>
                  <a:cubicBezTo>
                    <a:pt x="340852" y="59507"/>
                    <a:pt x="346520" y="60317"/>
                    <a:pt x="351782" y="61532"/>
                  </a:cubicBezTo>
                  <a:cubicBezTo>
                    <a:pt x="357450" y="62746"/>
                    <a:pt x="361902" y="64770"/>
                    <a:pt x="365141" y="66389"/>
                  </a:cubicBezTo>
                  <a:lnTo>
                    <a:pt x="365141" y="94726"/>
                  </a:lnTo>
                  <a:cubicBezTo>
                    <a:pt x="360688" y="91488"/>
                    <a:pt x="355830" y="88654"/>
                    <a:pt x="351377" y="87035"/>
                  </a:cubicBezTo>
                  <a:cubicBezTo>
                    <a:pt x="346520" y="85415"/>
                    <a:pt x="341662" y="84201"/>
                    <a:pt x="336804" y="84201"/>
                  </a:cubicBezTo>
                  <a:cubicBezTo>
                    <a:pt x="325065" y="84201"/>
                    <a:pt x="315754" y="87844"/>
                    <a:pt x="308467" y="95536"/>
                  </a:cubicBezTo>
                  <a:cubicBezTo>
                    <a:pt x="301181" y="103227"/>
                    <a:pt x="297942" y="113348"/>
                    <a:pt x="297942" y="126302"/>
                  </a:cubicBezTo>
                  <a:cubicBezTo>
                    <a:pt x="297942" y="138851"/>
                    <a:pt x="301585" y="148971"/>
                    <a:pt x="308467" y="155853"/>
                  </a:cubicBezTo>
                  <a:cubicBezTo>
                    <a:pt x="315349" y="162735"/>
                    <a:pt x="324660" y="166378"/>
                    <a:pt x="336399" y="166378"/>
                  </a:cubicBezTo>
                  <a:close/>
                  <a:moveTo>
                    <a:pt x="449342" y="60317"/>
                  </a:moveTo>
                  <a:cubicBezTo>
                    <a:pt x="451771" y="60317"/>
                    <a:pt x="453795" y="60317"/>
                    <a:pt x="455819" y="60722"/>
                  </a:cubicBezTo>
                  <a:cubicBezTo>
                    <a:pt x="457843" y="61127"/>
                    <a:pt x="459462" y="61532"/>
                    <a:pt x="460677" y="61936"/>
                  </a:cubicBezTo>
                  <a:lnTo>
                    <a:pt x="460677" y="91892"/>
                  </a:lnTo>
                  <a:cubicBezTo>
                    <a:pt x="459057" y="90678"/>
                    <a:pt x="457033" y="89463"/>
                    <a:pt x="453795" y="88654"/>
                  </a:cubicBezTo>
                  <a:cubicBezTo>
                    <a:pt x="450557" y="87844"/>
                    <a:pt x="447318" y="87035"/>
                    <a:pt x="442865" y="87035"/>
                  </a:cubicBezTo>
                  <a:cubicBezTo>
                    <a:pt x="435578" y="87035"/>
                    <a:pt x="429506" y="90273"/>
                    <a:pt x="424648" y="96345"/>
                  </a:cubicBezTo>
                  <a:cubicBezTo>
                    <a:pt x="419791" y="102418"/>
                    <a:pt x="416957" y="111728"/>
                    <a:pt x="416957" y="124682"/>
                  </a:cubicBezTo>
                  <a:lnTo>
                    <a:pt x="416957" y="187833"/>
                  </a:lnTo>
                  <a:lnTo>
                    <a:pt x="387406" y="187833"/>
                  </a:lnTo>
                  <a:lnTo>
                    <a:pt x="387406" y="62341"/>
                  </a:lnTo>
                  <a:lnTo>
                    <a:pt x="416957" y="62341"/>
                  </a:lnTo>
                  <a:lnTo>
                    <a:pt x="416957" y="82177"/>
                  </a:lnTo>
                  <a:lnTo>
                    <a:pt x="417362" y="82177"/>
                  </a:lnTo>
                  <a:cubicBezTo>
                    <a:pt x="420196" y="75295"/>
                    <a:pt x="424244" y="70033"/>
                    <a:pt x="429506" y="65984"/>
                  </a:cubicBezTo>
                  <a:cubicBezTo>
                    <a:pt x="435174" y="62341"/>
                    <a:pt x="441651" y="60317"/>
                    <a:pt x="449342" y="60317"/>
                  </a:cubicBezTo>
                  <a:close/>
                  <a:moveTo>
                    <a:pt x="462296" y="127111"/>
                  </a:moveTo>
                  <a:cubicBezTo>
                    <a:pt x="462296" y="106466"/>
                    <a:pt x="468368" y="89868"/>
                    <a:pt x="479703" y="77724"/>
                  </a:cubicBezTo>
                  <a:cubicBezTo>
                    <a:pt x="491442" y="65580"/>
                    <a:pt x="507635" y="59507"/>
                    <a:pt x="528280" y="59507"/>
                  </a:cubicBezTo>
                  <a:cubicBezTo>
                    <a:pt x="547712" y="59507"/>
                    <a:pt x="563094" y="65175"/>
                    <a:pt x="574024" y="76914"/>
                  </a:cubicBezTo>
                  <a:cubicBezTo>
                    <a:pt x="584954" y="88654"/>
                    <a:pt x="590622" y="104442"/>
                    <a:pt x="590622" y="124277"/>
                  </a:cubicBezTo>
                  <a:cubicBezTo>
                    <a:pt x="590622" y="144518"/>
                    <a:pt x="584549" y="160711"/>
                    <a:pt x="573215" y="172855"/>
                  </a:cubicBezTo>
                  <a:cubicBezTo>
                    <a:pt x="561475" y="184999"/>
                    <a:pt x="545687" y="191072"/>
                    <a:pt x="525447" y="191072"/>
                  </a:cubicBezTo>
                  <a:cubicBezTo>
                    <a:pt x="506016" y="191072"/>
                    <a:pt x="490633" y="185404"/>
                    <a:pt x="479298" y="174069"/>
                  </a:cubicBezTo>
                  <a:cubicBezTo>
                    <a:pt x="467963" y="162330"/>
                    <a:pt x="462296" y="146542"/>
                    <a:pt x="462296" y="127111"/>
                  </a:cubicBezTo>
                  <a:close/>
                  <a:moveTo>
                    <a:pt x="493062" y="125897"/>
                  </a:moveTo>
                  <a:cubicBezTo>
                    <a:pt x="493062" y="138851"/>
                    <a:pt x="495895" y="148971"/>
                    <a:pt x="501968" y="155853"/>
                  </a:cubicBezTo>
                  <a:cubicBezTo>
                    <a:pt x="508040" y="162735"/>
                    <a:pt x="516541" y="166378"/>
                    <a:pt x="527471" y="166378"/>
                  </a:cubicBezTo>
                  <a:cubicBezTo>
                    <a:pt x="537996" y="166378"/>
                    <a:pt x="546497" y="163139"/>
                    <a:pt x="552164" y="155853"/>
                  </a:cubicBezTo>
                  <a:cubicBezTo>
                    <a:pt x="557832" y="148971"/>
                    <a:pt x="560666" y="138851"/>
                    <a:pt x="560666" y="125087"/>
                  </a:cubicBezTo>
                  <a:cubicBezTo>
                    <a:pt x="560666" y="111728"/>
                    <a:pt x="557832" y="101608"/>
                    <a:pt x="552164" y="94321"/>
                  </a:cubicBezTo>
                  <a:cubicBezTo>
                    <a:pt x="546497" y="87439"/>
                    <a:pt x="537996" y="83796"/>
                    <a:pt x="527876" y="83796"/>
                  </a:cubicBezTo>
                  <a:cubicBezTo>
                    <a:pt x="516946" y="83796"/>
                    <a:pt x="508849" y="87439"/>
                    <a:pt x="502777" y="94726"/>
                  </a:cubicBezTo>
                  <a:cubicBezTo>
                    <a:pt x="495895" y="102418"/>
                    <a:pt x="493062" y="112538"/>
                    <a:pt x="493062" y="125897"/>
                  </a:cubicBezTo>
                  <a:close/>
                  <a:moveTo>
                    <a:pt x="634746" y="95536"/>
                  </a:moveTo>
                  <a:cubicBezTo>
                    <a:pt x="634746" y="99584"/>
                    <a:pt x="635961" y="103227"/>
                    <a:pt x="638794" y="105656"/>
                  </a:cubicBezTo>
                  <a:cubicBezTo>
                    <a:pt x="641628" y="108085"/>
                    <a:pt x="647295" y="110919"/>
                    <a:pt x="656606" y="114562"/>
                  </a:cubicBezTo>
                  <a:cubicBezTo>
                    <a:pt x="668345" y="119420"/>
                    <a:pt x="676847" y="124682"/>
                    <a:pt x="681300" y="130350"/>
                  </a:cubicBezTo>
                  <a:cubicBezTo>
                    <a:pt x="686157" y="136422"/>
                    <a:pt x="688586" y="143304"/>
                    <a:pt x="688586" y="151805"/>
                  </a:cubicBezTo>
                  <a:cubicBezTo>
                    <a:pt x="688586" y="163544"/>
                    <a:pt x="684133" y="172855"/>
                    <a:pt x="674823" y="180142"/>
                  </a:cubicBezTo>
                  <a:cubicBezTo>
                    <a:pt x="665917" y="187428"/>
                    <a:pt x="653368" y="190667"/>
                    <a:pt x="637985" y="190667"/>
                  </a:cubicBezTo>
                  <a:cubicBezTo>
                    <a:pt x="632722" y="190667"/>
                    <a:pt x="627055" y="189857"/>
                    <a:pt x="620578" y="188643"/>
                  </a:cubicBezTo>
                  <a:cubicBezTo>
                    <a:pt x="614101" y="187428"/>
                    <a:pt x="608838" y="185809"/>
                    <a:pt x="604385" y="183785"/>
                  </a:cubicBezTo>
                  <a:lnTo>
                    <a:pt x="604385" y="154638"/>
                  </a:lnTo>
                  <a:cubicBezTo>
                    <a:pt x="609648" y="158282"/>
                    <a:pt x="615720" y="161520"/>
                    <a:pt x="621792" y="163544"/>
                  </a:cubicBezTo>
                  <a:cubicBezTo>
                    <a:pt x="627864" y="165568"/>
                    <a:pt x="633532" y="166783"/>
                    <a:pt x="638794" y="166783"/>
                  </a:cubicBezTo>
                  <a:cubicBezTo>
                    <a:pt x="645271" y="166783"/>
                    <a:pt x="650534" y="165973"/>
                    <a:pt x="653368" y="163949"/>
                  </a:cubicBezTo>
                  <a:cubicBezTo>
                    <a:pt x="656606" y="161925"/>
                    <a:pt x="658225" y="159091"/>
                    <a:pt x="658225" y="154638"/>
                  </a:cubicBezTo>
                  <a:cubicBezTo>
                    <a:pt x="658225" y="150590"/>
                    <a:pt x="656606" y="147352"/>
                    <a:pt x="653368" y="144113"/>
                  </a:cubicBezTo>
                  <a:cubicBezTo>
                    <a:pt x="650129" y="141280"/>
                    <a:pt x="643652" y="138041"/>
                    <a:pt x="634746" y="134398"/>
                  </a:cubicBezTo>
                  <a:cubicBezTo>
                    <a:pt x="623816" y="129945"/>
                    <a:pt x="616125" y="124682"/>
                    <a:pt x="611672" y="119015"/>
                  </a:cubicBezTo>
                  <a:cubicBezTo>
                    <a:pt x="607219" y="113348"/>
                    <a:pt x="604790" y="106061"/>
                    <a:pt x="604790" y="97155"/>
                  </a:cubicBezTo>
                  <a:cubicBezTo>
                    <a:pt x="604790" y="85820"/>
                    <a:pt x="609243" y="76510"/>
                    <a:pt x="618149" y="69223"/>
                  </a:cubicBezTo>
                  <a:cubicBezTo>
                    <a:pt x="627055" y="61936"/>
                    <a:pt x="638794" y="58293"/>
                    <a:pt x="652963" y="58293"/>
                  </a:cubicBezTo>
                  <a:cubicBezTo>
                    <a:pt x="657416" y="58293"/>
                    <a:pt x="662273" y="58698"/>
                    <a:pt x="667536" y="59912"/>
                  </a:cubicBezTo>
                  <a:cubicBezTo>
                    <a:pt x="672799" y="61127"/>
                    <a:pt x="677656" y="62341"/>
                    <a:pt x="681300" y="63556"/>
                  </a:cubicBezTo>
                  <a:lnTo>
                    <a:pt x="681300" y="92297"/>
                  </a:lnTo>
                  <a:cubicBezTo>
                    <a:pt x="677252" y="89868"/>
                    <a:pt x="672798" y="87439"/>
                    <a:pt x="667536" y="85415"/>
                  </a:cubicBezTo>
                  <a:cubicBezTo>
                    <a:pt x="662273" y="83391"/>
                    <a:pt x="657011" y="82582"/>
                    <a:pt x="652153" y="82582"/>
                  </a:cubicBezTo>
                  <a:cubicBezTo>
                    <a:pt x="646486" y="82582"/>
                    <a:pt x="642033" y="83796"/>
                    <a:pt x="639199" y="85820"/>
                  </a:cubicBezTo>
                  <a:cubicBezTo>
                    <a:pt x="636365" y="88654"/>
                    <a:pt x="634746" y="91488"/>
                    <a:pt x="634746" y="95536"/>
                  </a:cubicBezTo>
                  <a:close/>
                  <a:moveTo>
                    <a:pt x="701135" y="127111"/>
                  </a:moveTo>
                  <a:cubicBezTo>
                    <a:pt x="701135" y="106466"/>
                    <a:pt x="707208" y="89868"/>
                    <a:pt x="718542" y="77724"/>
                  </a:cubicBezTo>
                  <a:cubicBezTo>
                    <a:pt x="730282" y="65580"/>
                    <a:pt x="746474" y="59507"/>
                    <a:pt x="767120" y="59507"/>
                  </a:cubicBezTo>
                  <a:cubicBezTo>
                    <a:pt x="786551" y="59507"/>
                    <a:pt x="801934" y="65175"/>
                    <a:pt x="812863" y="76914"/>
                  </a:cubicBezTo>
                  <a:cubicBezTo>
                    <a:pt x="823793" y="88654"/>
                    <a:pt x="829461" y="104442"/>
                    <a:pt x="829461" y="124277"/>
                  </a:cubicBezTo>
                  <a:cubicBezTo>
                    <a:pt x="829461" y="144518"/>
                    <a:pt x="823389" y="160711"/>
                    <a:pt x="812054" y="172855"/>
                  </a:cubicBezTo>
                  <a:cubicBezTo>
                    <a:pt x="800314" y="184999"/>
                    <a:pt x="784527" y="191072"/>
                    <a:pt x="764286" y="191072"/>
                  </a:cubicBezTo>
                  <a:cubicBezTo>
                    <a:pt x="744855" y="191072"/>
                    <a:pt x="729472" y="185404"/>
                    <a:pt x="718138" y="174069"/>
                  </a:cubicBezTo>
                  <a:cubicBezTo>
                    <a:pt x="707208" y="162330"/>
                    <a:pt x="701135" y="146542"/>
                    <a:pt x="701135" y="127111"/>
                  </a:cubicBezTo>
                  <a:close/>
                  <a:moveTo>
                    <a:pt x="731901" y="125897"/>
                  </a:moveTo>
                  <a:cubicBezTo>
                    <a:pt x="731901" y="138851"/>
                    <a:pt x="734735" y="148971"/>
                    <a:pt x="740807" y="155853"/>
                  </a:cubicBezTo>
                  <a:cubicBezTo>
                    <a:pt x="746879" y="162735"/>
                    <a:pt x="755380" y="166378"/>
                    <a:pt x="766310" y="166378"/>
                  </a:cubicBezTo>
                  <a:cubicBezTo>
                    <a:pt x="776835" y="166378"/>
                    <a:pt x="785337" y="163139"/>
                    <a:pt x="791004" y="155853"/>
                  </a:cubicBezTo>
                  <a:cubicBezTo>
                    <a:pt x="796671" y="148971"/>
                    <a:pt x="799505" y="138851"/>
                    <a:pt x="799505" y="125087"/>
                  </a:cubicBezTo>
                  <a:cubicBezTo>
                    <a:pt x="799505" y="111728"/>
                    <a:pt x="796671" y="101608"/>
                    <a:pt x="791004" y="94321"/>
                  </a:cubicBezTo>
                  <a:cubicBezTo>
                    <a:pt x="785337" y="87439"/>
                    <a:pt x="776835" y="83796"/>
                    <a:pt x="766715" y="83796"/>
                  </a:cubicBezTo>
                  <a:cubicBezTo>
                    <a:pt x="755785" y="83796"/>
                    <a:pt x="747689" y="87439"/>
                    <a:pt x="741617" y="94726"/>
                  </a:cubicBezTo>
                  <a:cubicBezTo>
                    <a:pt x="735140" y="102418"/>
                    <a:pt x="731901" y="112538"/>
                    <a:pt x="731901" y="125897"/>
                  </a:cubicBezTo>
                  <a:close/>
                  <a:moveTo>
                    <a:pt x="927830" y="86630"/>
                  </a:moveTo>
                  <a:lnTo>
                    <a:pt x="883706" y="86630"/>
                  </a:lnTo>
                  <a:lnTo>
                    <a:pt x="883706" y="187833"/>
                  </a:lnTo>
                  <a:lnTo>
                    <a:pt x="853750" y="187833"/>
                  </a:lnTo>
                  <a:lnTo>
                    <a:pt x="853750" y="86630"/>
                  </a:lnTo>
                  <a:lnTo>
                    <a:pt x="832699" y="86630"/>
                  </a:lnTo>
                  <a:lnTo>
                    <a:pt x="832699" y="62341"/>
                  </a:lnTo>
                  <a:lnTo>
                    <a:pt x="853750" y="62341"/>
                  </a:lnTo>
                  <a:lnTo>
                    <a:pt x="853750" y="44934"/>
                  </a:lnTo>
                  <a:cubicBezTo>
                    <a:pt x="853750" y="31980"/>
                    <a:pt x="858203" y="21050"/>
                    <a:pt x="866704" y="12549"/>
                  </a:cubicBezTo>
                  <a:cubicBezTo>
                    <a:pt x="875205" y="4048"/>
                    <a:pt x="886135" y="0"/>
                    <a:pt x="899494" y="0"/>
                  </a:cubicBezTo>
                  <a:cubicBezTo>
                    <a:pt x="903137" y="0"/>
                    <a:pt x="906376" y="405"/>
                    <a:pt x="909209" y="405"/>
                  </a:cubicBezTo>
                  <a:cubicBezTo>
                    <a:pt x="912043" y="405"/>
                    <a:pt x="914472" y="1214"/>
                    <a:pt x="916496" y="2024"/>
                  </a:cubicBezTo>
                  <a:lnTo>
                    <a:pt x="916496" y="27527"/>
                  </a:lnTo>
                  <a:cubicBezTo>
                    <a:pt x="915686" y="27122"/>
                    <a:pt x="913662" y="26313"/>
                    <a:pt x="911233" y="25503"/>
                  </a:cubicBezTo>
                  <a:cubicBezTo>
                    <a:pt x="908804" y="24693"/>
                    <a:pt x="905971" y="24289"/>
                    <a:pt x="902732" y="24289"/>
                  </a:cubicBezTo>
                  <a:cubicBezTo>
                    <a:pt x="896660" y="24289"/>
                    <a:pt x="891802" y="26313"/>
                    <a:pt x="888564" y="29956"/>
                  </a:cubicBezTo>
                  <a:cubicBezTo>
                    <a:pt x="885325" y="33599"/>
                    <a:pt x="883706" y="39672"/>
                    <a:pt x="883706" y="46958"/>
                  </a:cubicBezTo>
                  <a:lnTo>
                    <a:pt x="883706" y="61936"/>
                  </a:lnTo>
                  <a:lnTo>
                    <a:pt x="927830" y="61936"/>
                  </a:lnTo>
                  <a:lnTo>
                    <a:pt x="927830" y="33599"/>
                  </a:lnTo>
                  <a:lnTo>
                    <a:pt x="957382" y="24693"/>
                  </a:lnTo>
                  <a:lnTo>
                    <a:pt x="957382" y="61936"/>
                  </a:lnTo>
                  <a:lnTo>
                    <a:pt x="987338" y="61936"/>
                  </a:lnTo>
                  <a:lnTo>
                    <a:pt x="987338" y="86225"/>
                  </a:lnTo>
                  <a:lnTo>
                    <a:pt x="957382" y="86225"/>
                  </a:lnTo>
                  <a:lnTo>
                    <a:pt x="957382" y="144923"/>
                  </a:lnTo>
                  <a:cubicBezTo>
                    <a:pt x="957382" y="152614"/>
                    <a:pt x="959001" y="157877"/>
                    <a:pt x="961430" y="161115"/>
                  </a:cubicBezTo>
                  <a:cubicBezTo>
                    <a:pt x="964263" y="164354"/>
                    <a:pt x="968716" y="165973"/>
                    <a:pt x="974788" y="165973"/>
                  </a:cubicBezTo>
                  <a:cubicBezTo>
                    <a:pt x="976408" y="165973"/>
                    <a:pt x="978432" y="165568"/>
                    <a:pt x="980861" y="164759"/>
                  </a:cubicBezTo>
                  <a:cubicBezTo>
                    <a:pt x="983290" y="163949"/>
                    <a:pt x="985314" y="163139"/>
                    <a:pt x="986933" y="161925"/>
                  </a:cubicBezTo>
                  <a:lnTo>
                    <a:pt x="986933" y="186214"/>
                  </a:lnTo>
                  <a:cubicBezTo>
                    <a:pt x="984909" y="187428"/>
                    <a:pt x="982075" y="188238"/>
                    <a:pt x="977622" y="189047"/>
                  </a:cubicBezTo>
                  <a:cubicBezTo>
                    <a:pt x="973169" y="189857"/>
                    <a:pt x="969121" y="190262"/>
                    <a:pt x="964668" y="190262"/>
                  </a:cubicBezTo>
                  <a:cubicBezTo>
                    <a:pt x="952119" y="190262"/>
                    <a:pt x="942808" y="187023"/>
                    <a:pt x="936736" y="180546"/>
                  </a:cubicBezTo>
                  <a:cubicBezTo>
                    <a:pt x="930664" y="174069"/>
                    <a:pt x="927426" y="163949"/>
                    <a:pt x="927426" y="150590"/>
                  </a:cubicBezTo>
                  <a:lnTo>
                    <a:pt x="927830" y="86630"/>
                  </a:lnTo>
                  <a:lnTo>
                    <a:pt x="927830" y="86630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BDFE2DF-AB7E-BD3B-CFB1-48A42EBAE6DA}"/>
                </a:ext>
              </a:extLst>
            </p:cNvPr>
            <p:cNvSpPr/>
            <p:nvPr/>
          </p:nvSpPr>
          <p:spPr>
            <a:xfrm>
              <a:off x="2766639" y="2040978"/>
              <a:ext cx="138445" cy="138445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C2D25E2-2BE1-B596-62F3-E097C95BA502}"/>
                </a:ext>
              </a:extLst>
            </p:cNvPr>
            <p:cNvSpPr/>
            <p:nvPr/>
          </p:nvSpPr>
          <p:spPr>
            <a:xfrm>
              <a:off x="2919658" y="2040978"/>
              <a:ext cx="138445" cy="138445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B305DF8-E281-AF3A-D0BB-BF5D3B5AA3D9}"/>
                </a:ext>
              </a:extLst>
            </p:cNvPr>
            <p:cNvSpPr/>
            <p:nvPr/>
          </p:nvSpPr>
          <p:spPr>
            <a:xfrm>
              <a:off x="2766639" y="2193997"/>
              <a:ext cx="138445" cy="138445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A0E2BDC-8E4D-C8F7-4D3A-4F8A1CC6CCBF}"/>
                </a:ext>
              </a:extLst>
            </p:cNvPr>
            <p:cNvSpPr/>
            <p:nvPr/>
          </p:nvSpPr>
          <p:spPr>
            <a:xfrm>
              <a:off x="2919658" y="2193997"/>
              <a:ext cx="138445" cy="138445"/>
            </a:xfrm>
            <a:custGeom>
              <a:avLst/>
              <a:gdLst>
                <a:gd name="connsiteX0" fmla="*/ 0 w 138445"/>
                <a:gd name="connsiteY0" fmla="*/ 0 h 138445"/>
                <a:gd name="connsiteX1" fmla="*/ 138446 w 138445"/>
                <a:gd name="connsiteY1" fmla="*/ 0 h 138445"/>
                <a:gd name="connsiteX2" fmla="*/ 138446 w 138445"/>
                <a:gd name="connsiteY2" fmla="*/ 138446 h 138445"/>
                <a:gd name="connsiteX3" fmla="*/ 0 w 138445"/>
                <a:gd name="connsiteY3" fmla="*/ 138446 h 13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445" h="138445">
                  <a:moveTo>
                    <a:pt x="0" y="0"/>
                  </a:moveTo>
                  <a:lnTo>
                    <a:pt x="138446" y="0"/>
                  </a:lnTo>
                  <a:lnTo>
                    <a:pt x="138446" y="138446"/>
                  </a:lnTo>
                  <a:lnTo>
                    <a:pt x="0" y="138446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D4989D4-52EF-7A0B-BC20-9AF410A43271}"/>
                </a:ext>
              </a:extLst>
            </p:cNvPr>
            <p:cNvSpPr/>
            <p:nvPr/>
          </p:nvSpPr>
          <p:spPr>
            <a:xfrm>
              <a:off x="4544818" y="2079144"/>
              <a:ext cx="215380" cy="223995"/>
            </a:xfrm>
            <a:custGeom>
              <a:avLst/>
              <a:gdLst>
                <a:gd name="connsiteX0" fmla="*/ 203841 w 215380"/>
                <a:gd name="connsiteY0" fmla="*/ 92339 h 223995"/>
                <a:gd name="connsiteX1" fmla="*/ 107796 w 215380"/>
                <a:gd name="connsiteY1" fmla="*/ 144566 h 223995"/>
                <a:gd name="connsiteX2" fmla="*/ 4952 w 215380"/>
                <a:gd name="connsiteY2" fmla="*/ 88760 h 223995"/>
                <a:gd name="connsiteX3" fmla="*/ 0 w 215380"/>
                <a:gd name="connsiteY3" fmla="*/ 91340 h 223995"/>
                <a:gd name="connsiteX4" fmla="*/ 0 w 215380"/>
                <a:gd name="connsiteY4" fmla="*/ 131861 h 223995"/>
                <a:gd name="connsiteX5" fmla="*/ 107796 w 215380"/>
                <a:gd name="connsiteY5" fmla="*/ 190235 h 223995"/>
                <a:gd name="connsiteX6" fmla="*/ 203830 w 215380"/>
                <a:gd name="connsiteY6" fmla="*/ 138213 h 223995"/>
                <a:gd name="connsiteX7" fmla="*/ 203830 w 215380"/>
                <a:gd name="connsiteY7" fmla="*/ 159656 h 223995"/>
                <a:gd name="connsiteX8" fmla="*/ 107796 w 215380"/>
                <a:gd name="connsiteY8" fmla="*/ 211894 h 223995"/>
                <a:gd name="connsiteX9" fmla="*/ 4952 w 215380"/>
                <a:gd name="connsiteY9" fmla="*/ 156088 h 223995"/>
                <a:gd name="connsiteX10" fmla="*/ 0 w 215380"/>
                <a:gd name="connsiteY10" fmla="*/ 158668 h 223995"/>
                <a:gd name="connsiteX11" fmla="*/ 0 w 215380"/>
                <a:gd name="connsiteY11" fmla="*/ 165611 h 223995"/>
                <a:gd name="connsiteX12" fmla="*/ 107796 w 215380"/>
                <a:gd name="connsiteY12" fmla="*/ 223996 h 223995"/>
                <a:gd name="connsiteX13" fmla="*/ 215380 w 215380"/>
                <a:gd name="connsiteY13" fmla="*/ 165611 h 223995"/>
                <a:gd name="connsiteX14" fmla="*/ 215380 w 215380"/>
                <a:gd name="connsiteY14" fmla="*/ 125100 h 223995"/>
                <a:gd name="connsiteX15" fmla="*/ 210428 w 215380"/>
                <a:gd name="connsiteY15" fmla="*/ 122521 h 223995"/>
                <a:gd name="connsiteX16" fmla="*/ 107796 w 215380"/>
                <a:gd name="connsiteY16" fmla="*/ 178122 h 223995"/>
                <a:gd name="connsiteX17" fmla="*/ 11540 w 215380"/>
                <a:gd name="connsiteY17" fmla="*/ 126100 h 223995"/>
                <a:gd name="connsiteX18" fmla="*/ 11540 w 215380"/>
                <a:gd name="connsiteY18" fmla="*/ 104646 h 223995"/>
                <a:gd name="connsiteX19" fmla="*/ 107796 w 215380"/>
                <a:gd name="connsiteY19" fmla="*/ 156668 h 223995"/>
                <a:gd name="connsiteX20" fmla="*/ 215380 w 215380"/>
                <a:gd name="connsiteY20" fmla="*/ 98305 h 223995"/>
                <a:gd name="connsiteX21" fmla="*/ 215380 w 215380"/>
                <a:gd name="connsiteY21" fmla="*/ 58364 h 223995"/>
                <a:gd name="connsiteX22" fmla="*/ 210017 w 215380"/>
                <a:gd name="connsiteY22" fmla="*/ 55386 h 223995"/>
                <a:gd name="connsiteX23" fmla="*/ 107796 w 215380"/>
                <a:gd name="connsiteY23" fmla="*/ 110794 h 223995"/>
                <a:gd name="connsiteX24" fmla="*/ 16491 w 215380"/>
                <a:gd name="connsiteY24" fmla="*/ 61545 h 223995"/>
                <a:gd name="connsiteX25" fmla="*/ 107796 w 215380"/>
                <a:gd name="connsiteY25" fmla="*/ 12102 h 223995"/>
                <a:gd name="connsiteX26" fmla="*/ 182810 w 215380"/>
                <a:gd name="connsiteY26" fmla="*/ 52807 h 223995"/>
                <a:gd name="connsiteX27" fmla="*/ 189408 w 215380"/>
                <a:gd name="connsiteY27" fmla="*/ 49238 h 223995"/>
                <a:gd name="connsiteX28" fmla="*/ 189408 w 215380"/>
                <a:gd name="connsiteY28" fmla="*/ 44273 h 223995"/>
                <a:gd name="connsiteX29" fmla="*/ 107796 w 215380"/>
                <a:gd name="connsiteY29" fmla="*/ 0 h 223995"/>
                <a:gd name="connsiteX30" fmla="*/ 0 w 215380"/>
                <a:gd name="connsiteY30" fmla="*/ 58375 h 223995"/>
                <a:gd name="connsiteX31" fmla="*/ 0 w 215380"/>
                <a:gd name="connsiteY31" fmla="*/ 64737 h 223995"/>
                <a:gd name="connsiteX32" fmla="*/ 107796 w 215380"/>
                <a:gd name="connsiteY32" fmla="*/ 123122 h 223995"/>
                <a:gd name="connsiteX33" fmla="*/ 203830 w 215380"/>
                <a:gd name="connsiteY33" fmla="*/ 70885 h 223995"/>
                <a:gd name="connsiteX34" fmla="*/ 203841 w 215380"/>
                <a:gd name="connsiteY34" fmla="*/ 92339 h 22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5380" h="223995">
                  <a:moveTo>
                    <a:pt x="203841" y="92339"/>
                  </a:moveTo>
                  <a:lnTo>
                    <a:pt x="107796" y="144566"/>
                  </a:lnTo>
                  <a:lnTo>
                    <a:pt x="4952" y="88760"/>
                  </a:lnTo>
                  <a:lnTo>
                    <a:pt x="0" y="91340"/>
                  </a:lnTo>
                  <a:lnTo>
                    <a:pt x="0" y="131861"/>
                  </a:lnTo>
                  <a:lnTo>
                    <a:pt x="107796" y="190235"/>
                  </a:lnTo>
                  <a:lnTo>
                    <a:pt x="203830" y="138213"/>
                  </a:lnTo>
                  <a:lnTo>
                    <a:pt x="203830" y="159656"/>
                  </a:lnTo>
                  <a:lnTo>
                    <a:pt x="107796" y="211894"/>
                  </a:lnTo>
                  <a:lnTo>
                    <a:pt x="4952" y="156088"/>
                  </a:lnTo>
                  <a:lnTo>
                    <a:pt x="0" y="158668"/>
                  </a:lnTo>
                  <a:lnTo>
                    <a:pt x="0" y="165611"/>
                  </a:lnTo>
                  <a:lnTo>
                    <a:pt x="107796" y="223996"/>
                  </a:lnTo>
                  <a:lnTo>
                    <a:pt x="215380" y="165611"/>
                  </a:lnTo>
                  <a:lnTo>
                    <a:pt x="215380" y="125100"/>
                  </a:lnTo>
                  <a:lnTo>
                    <a:pt x="210428" y="122521"/>
                  </a:lnTo>
                  <a:lnTo>
                    <a:pt x="107796" y="178122"/>
                  </a:lnTo>
                  <a:lnTo>
                    <a:pt x="11540" y="126100"/>
                  </a:lnTo>
                  <a:lnTo>
                    <a:pt x="11540" y="104646"/>
                  </a:lnTo>
                  <a:lnTo>
                    <a:pt x="107796" y="156668"/>
                  </a:lnTo>
                  <a:lnTo>
                    <a:pt x="215380" y="98305"/>
                  </a:lnTo>
                  <a:lnTo>
                    <a:pt x="215380" y="58364"/>
                  </a:lnTo>
                  <a:lnTo>
                    <a:pt x="210017" y="55386"/>
                  </a:lnTo>
                  <a:lnTo>
                    <a:pt x="107796" y="110794"/>
                  </a:lnTo>
                  <a:lnTo>
                    <a:pt x="16491" y="61545"/>
                  </a:lnTo>
                  <a:lnTo>
                    <a:pt x="107796" y="12102"/>
                  </a:lnTo>
                  <a:lnTo>
                    <a:pt x="182810" y="52807"/>
                  </a:lnTo>
                  <a:lnTo>
                    <a:pt x="189408" y="49238"/>
                  </a:lnTo>
                  <a:lnTo>
                    <a:pt x="189408" y="44273"/>
                  </a:lnTo>
                  <a:lnTo>
                    <a:pt x="107796" y="0"/>
                  </a:lnTo>
                  <a:lnTo>
                    <a:pt x="0" y="58375"/>
                  </a:lnTo>
                  <a:lnTo>
                    <a:pt x="0" y="64737"/>
                  </a:lnTo>
                  <a:lnTo>
                    <a:pt x="107796" y="123122"/>
                  </a:lnTo>
                  <a:lnTo>
                    <a:pt x="203830" y="70885"/>
                  </a:lnTo>
                  <a:lnTo>
                    <a:pt x="203841" y="92339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F7ECCED-A2D4-542B-A7A9-73126557F7E3}"/>
                </a:ext>
              </a:extLst>
            </p:cNvPr>
            <p:cNvSpPr/>
            <p:nvPr/>
          </p:nvSpPr>
          <p:spPr>
            <a:xfrm>
              <a:off x="4829120" y="2087759"/>
              <a:ext cx="1085518" cy="189535"/>
            </a:xfrm>
            <a:custGeom>
              <a:avLst/>
              <a:gdLst>
                <a:gd name="connsiteX0" fmla="*/ 1001993 w 1085518"/>
                <a:gd name="connsiteY0" fmla="*/ 129040 h 189535"/>
                <a:gd name="connsiteX1" fmla="*/ 1003637 w 1085518"/>
                <a:gd name="connsiteY1" fmla="*/ 128423 h 189535"/>
                <a:gd name="connsiteX2" fmla="*/ 1003836 w 1085518"/>
                <a:gd name="connsiteY2" fmla="*/ 128423 h 189535"/>
                <a:gd name="connsiteX3" fmla="*/ 1005676 w 1085518"/>
                <a:gd name="connsiteY3" fmla="*/ 129242 h 189535"/>
                <a:gd name="connsiteX4" fmla="*/ 1050801 w 1085518"/>
                <a:gd name="connsiteY4" fmla="*/ 186004 h 189535"/>
                <a:gd name="connsiteX5" fmla="*/ 1085518 w 1085518"/>
                <a:gd name="connsiteY5" fmla="*/ 186004 h 189535"/>
                <a:gd name="connsiteX6" fmla="*/ 1027120 w 1085518"/>
                <a:gd name="connsiteY6" fmla="*/ 114331 h 189535"/>
                <a:gd name="connsiteX7" fmla="*/ 1027318 w 1085518"/>
                <a:gd name="connsiteY7" fmla="*/ 111024 h 189535"/>
                <a:gd name="connsiteX8" fmla="*/ 1081020 w 1085518"/>
                <a:gd name="connsiteY8" fmla="*/ 56538 h 189535"/>
                <a:gd name="connsiteX9" fmla="*/ 1046512 w 1085518"/>
                <a:gd name="connsiteY9" fmla="*/ 56538 h 189535"/>
                <a:gd name="connsiteX10" fmla="*/ 1000164 w 1085518"/>
                <a:gd name="connsiteY10" fmla="*/ 103770 h 189535"/>
                <a:gd name="connsiteX11" fmla="*/ 997507 w 1085518"/>
                <a:gd name="connsiteY11" fmla="*/ 104387 h 189535"/>
                <a:gd name="connsiteX12" fmla="*/ 996074 w 1085518"/>
                <a:gd name="connsiteY12" fmla="*/ 102111 h 189535"/>
                <a:gd name="connsiteX13" fmla="*/ 996074 w 1085518"/>
                <a:gd name="connsiteY13" fmla="*/ 202 h 189535"/>
                <a:gd name="connsiteX14" fmla="*/ 967696 w 1085518"/>
                <a:gd name="connsiteY14" fmla="*/ 202 h 189535"/>
                <a:gd name="connsiteX15" fmla="*/ 967696 w 1085518"/>
                <a:gd name="connsiteY15" fmla="*/ 186206 h 189535"/>
                <a:gd name="connsiteX16" fmla="*/ 995875 w 1085518"/>
                <a:gd name="connsiteY16" fmla="*/ 186206 h 189535"/>
                <a:gd name="connsiteX17" fmla="*/ 995875 w 1085518"/>
                <a:gd name="connsiteY17" fmla="*/ 135666 h 189535"/>
                <a:gd name="connsiteX18" fmla="*/ 996691 w 1085518"/>
                <a:gd name="connsiteY18" fmla="*/ 133805 h 189535"/>
                <a:gd name="connsiteX19" fmla="*/ 1001993 w 1085518"/>
                <a:gd name="connsiteY19" fmla="*/ 129040 h 189535"/>
                <a:gd name="connsiteX20" fmla="*/ 901127 w 1085518"/>
                <a:gd name="connsiteY20" fmla="*/ 53231 h 189535"/>
                <a:gd name="connsiteX21" fmla="*/ 833534 w 1085518"/>
                <a:gd name="connsiteY21" fmla="*/ 121394 h 189535"/>
                <a:gd name="connsiteX22" fmla="*/ 852321 w 1085518"/>
                <a:gd name="connsiteY22" fmla="*/ 170275 h 189535"/>
                <a:gd name="connsiteX23" fmla="*/ 900918 w 1085518"/>
                <a:gd name="connsiteY23" fmla="*/ 189535 h 189535"/>
                <a:gd name="connsiteX24" fmla="*/ 952382 w 1085518"/>
                <a:gd name="connsiteY24" fmla="*/ 169019 h 189535"/>
                <a:gd name="connsiteX25" fmla="*/ 936252 w 1085518"/>
                <a:gd name="connsiteY25" fmla="*/ 151832 h 189535"/>
                <a:gd name="connsiteX26" fmla="*/ 903784 w 1085518"/>
                <a:gd name="connsiteY26" fmla="*/ 163223 h 189535"/>
                <a:gd name="connsiteX27" fmla="*/ 862332 w 1085518"/>
                <a:gd name="connsiteY27" fmla="*/ 121383 h 189535"/>
                <a:gd name="connsiteX28" fmla="*/ 903784 w 1085518"/>
                <a:gd name="connsiteY28" fmla="*/ 79543 h 189535"/>
                <a:gd name="connsiteX29" fmla="*/ 935845 w 1085518"/>
                <a:gd name="connsiteY29" fmla="*/ 90933 h 189535"/>
                <a:gd name="connsiteX30" fmla="*/ 953804 w 1085518"/>
                <a:gd name="connsiteY30" fmla="*/ 73747 h 189535"/>
                <a:gd name="connsiteX31" fmla="*/ 901127 w 1085518"/>
                <a:gd name="connsiteY31" fmla="*/ 53231 h 189535"/>
                <a:gd name="connsiteX32" fmla="*/ 802697 w 1085518"/>
                <a:gd name="connsiteY32" fmla="*/ 202 h 189535"/>
                <a:gd name="connsiteX33" fmla="*/ 784947 w 1085518"/>
                <a:gd name="connsiteY33" fmla="*/ 17364 h 189535"/>
                <a:gd name="connsiteX34" fmla="*/ 801823 w 1085518"/>
                <a:gd name="connsiteY34" fmla="*/ 35416 h 189535"/>
                <a:gd name="connsiteX35" fmla="*/ 802697 w 1085518"/>
                <a:gd name="connsiteY35" fmla="*/ 35416 h 189535"/>
                <a:gd name="connsiteX36" fmla="*/ 820624 w 1085518"/>
                <a:gd name="connsiteY36" fmla="*/ 18443 h 189535"/>
                <a:gd name="connsiteX37" fmla="*/ 803934 w 1085518"/>
                <a:gd name="connsiteY37" fmla="*/ 213 h 189535"/>
                <a:gd name="connsiteX38" fmla="*/ 802697 w 1085518"/>
                <a:gd name="connsiteY38" fmla="*/ 213 h 189535"/>
                <a:gd name="connsiteX39" fmla="*/ 817405 w 1085518"/>
                <a:gd name="connsiteY39" fmla="*/ 56560 h 189535"/>
                <a:gd name="connsiteX40" fmla="*/ 788818 w 1085518"/>
                <a:gd name="connsiteY40" fmla="*/ 56560 h 189535"/>
                <a:gd name="connsiteX41" fmla="*/ 788818 w 1085518"/>
                <a:gd name="connsiteY41" fmla="*/ 186228 h 189535"/>
                <a:gd name="connsiteX42" fmla="*/ 817405 w 1085518"/>
                <a:gd name="connsiteY42" fmla="*/ 186228 h 189535"/>
                <a:gd name="connsiteX43" fmla="*/ 817405 w 1085518"/>
                <a:gd name="connsiteY43" fmla="*/ 56560 h 189535"/>
                <a:gd name="connsiteX44" fmla="*/ 764320 w 1085518"/>
                <a:gd name="connsiteY44" fmla="*/ 83086 h 189535"/>
                <a:gd name="connsiteX45" fmla="*/ 771045 w 1085518"/>
                <a:gd name="connsiteY45" fmla="*/ 83713 h 189535"/>
                <a:gd name="connsiteX46" fmla="*/ 771045 w 1085518"/>
                <a:gd name="connsiteY46" fmla="*/ 54295 h 189535"/>
                <a:gd name="connsiteX47" fmla="*/ 766360 w 1085518"/>
                <a:gd name="connsiteY47" fmla="*/ 53881 h 189535"/>
                <a:gd name="connsiteX48" fmla="*/ 731036 w 1085518"/>
                <a:gd name="connsiteY48" fmla="*/ 73769 h 189535"/>
                <a:gd name="connsiteX49" fmla="*/ 728379 w 1085518"/>
                <a:gd name="connsiteY49" fmla="*/ 74801 h 189535"/>
                <a:gd name="connsiteX50" fmla="*/ 726538 w 1085518"/>
                <a:gd name="connsiteY50" fmla="*/ 72525 h 189535"/>
                <a:gd name="connsiteX51" fmla="*/ 726538 w 1085518"/>
                <a:gd name="connsiteY51" fmla="*/ 56571 h 189535"/>
                <a:gd name="connsiteX52" fmla="*/ 698568 w 1085518"/>
                <a:gd name="connsiteY52" fmla="*/ 56571 h 189535"/>
                <a:gd name="connsiteX53" fmla="*/ 698568 w 1085518"/>
                <a:gd name="connsiteY53" fmla="*/ 186239 h 189535"/>
                <a:gd name="connsiteX54" fmla="*/ 726748 w 1085518"/>
                <a:gd name="connsiteY54" fmla="*/ 186239 h 189535"/>
                <a:gd name="connsiteX55" fmla="*/ 726748 w 1085518"/>
                <a:gd name="connsiteY55" fmla="*/ 129062 h 189535"/>
                <a:gd name="connsiteX56" fmla="*/ 764320 w 1085518"/>
                <a:gd name="connsiteY56" fmla="*/ 83097 h 189535"/>
                <a:gd name="connsiteX57" fmla="*/ 574197 w 1085518"/>
                <a:gd name="connsiteY57" fmla="*/ 121383 h 189535"/>
                <a:gd name="connsiteX58" fmla="*/ 614228 w 1085518"/>
                <a:gd name="connsiteY58" fmla="*/ 79341 h 189535"/>
                <a:gd name="connsiteX59" fmla="*/ 654248 w 1085518"/>
                <a:gd name="connsiteY59" fmla="*/ 121383 h 189535"/>
                <a:gd name="connsiteX60" fmla="*/ 614228 w 1085518"/>
                <a:gd name="connsiteY60" fmla="*/ 163425 h 189535"/>
                <a:gd name="connsiteX61" fmla="*/ 574207 w 1085518"/>
                <a:gd name="connsiteY61" fmla="*/ 121383 h 189535"/>
                <a:gd name="connsiteX62" fmla="*/ 577062 w 1085518"/>
                <a:gd name="connsiteY62" fmla="*/ 170678 h 189535"/>
                <a:gd name="connsiteX63" fmla="*/ 577878 w 1085518"/>
                <a:gd name="connsiteY63" fmla="*/ 170465 h 189535"/>
                <a:gd name="connsiteX64" fmla="*/ 579720 w 1085518"/>
                <a:gd name="connsiteY64" fmla="*/ 171295 h 189535"/>
                <a:gd name="connsiteX65" fmla="*/ 620557 w 1085518"/>
                <a:gd name="connsiteY65" fmla="*/ 189110 h 189535"/>
                <a:gd name="connsiteX66" fmla="*/ 682847 w 1085518"/>
                <a:gd name="connsiteY66" fmla="*/ 121170 h 189535"/>
                <a:gd name="connsiteX67" fmla="*/ 664876 w 1085518"/>
                <a:gd name="connsiteY67" fmla="*/ 72704 h 189535"/>
                <a:gd name="connsiteX68" fmla="*/ 620557 w 1085518"/>
                <a:gd name="connsiteY68" fmla="*/ 53231 h 189535"/>
                <a:gd name="connsiteX69" fmla="*/ 579720 w 1085518"/>
                <a:gd name="connsiteY69" fmla="*/ 71874 h 189535"/>
                <a:gd name="connsiteX70" fmla="*/ 577074 w 1085518"/>
                <a:gd name="connsiteY70" fmla="*/ 72704 h 189535"/>
                <a:gd name="connsiteX71" fmla="*/ 575432 w 1085518"/>
                <a:gd name="connsiteY71" fmla="*/ 70417 h 189535"/>
                <a:gd name="connsiteX72" fmla="*/ 575432 w 1085518"/>
                <a:gd name="connsiteY72" fmla="*/ 0 h 189535"/>
                <a:gd name="connsiteX73" fmla="*/ 547251 w 1085518"/>
                <a:gd name="connsiteY73" fmla="*/ 0 h 189535"/>
                <a:gd name="connsiteX74" fmla="*/ 547251 w 1085518"/>
                <a:gd name="connsiteY74" fmla="*/ 185993 h 189535"/>
                <a:gd name="connsiteX75" fmla="*/ 575432 w 1085518"/>
                <a:gd name="connsiteY75" fmla="*/ 185993 h 189535"/>
                <a:gd name="connsiteX76" fmla="*/ 575432 w 1085518"/>
                <a:gd name="connsiteY76" fmla="*/ 172965 h 189535"/>
                <a:gd name="connsiteX77" fmla="*/ 577062 w 1085518"/>
                <a:gd name="connsiteY77" fmla="*/ 170689 h 189535"/>
                <a:gd name="connsiteX78" fmla="*/ 459031 w 1085518"/>
                <a:gd name="connsiteY78" fmla="*/ 163436 h 189535"/>
                <a:gd name="connsiteX79" fmla="*/ 419011 w 1085518"/>
                <a:gd name="connsiteY79" fmla="*/ 121394 h 189535"/>
                <a:gd name="connsiteX80" fmla="*/ 459031 w 1085518"/>
                <a:gd name="connsiteY80" fmla="*/ 79341 h 189535"/>
                <a:gd name="connsiteX81" fmla="*/ 499051 w 1085518"/>
                <a:gd name="connsiteY81" fmla="*/ 121383 h 189535"/>
                <a:gd name="connsiteX82" fmla="*/ 459031 w 1085518"/>
                <a:gd name="connsiteY82" fmla="*/ 163425 h 189535"/>
                <a:gd name="connsiteX83" fmla="*/ 525809 w 1085518"/>
                <a:gd name="connsiteY83" fmla="*/ 186015 h 189535"/>
                <a:gd name="connsiteX84" fmla="*/ 525809 w 1085518"/>
                <a:gd name="connsiteY84" fmla="*/ 56549 h 189535"/>
                <a:gd name="connsiteX85" fmla="*/ 497827 w 1085518"/>
                <a:gd name="connsiteY85" fmla="*/ 56549 h 189535"/>
                <a:gd name="connsiteX86" fmla="*/ 497827 w 1085518"/>
                <a:gd name="connsiteY86" fmla="*/ 69598 h 189535"/>
                <a:gd name="connsiteX87" fmla="*/ 496196 w 1085518"/>
                <a:gd name="connsiteY87" fmla="*/ 71874 h 189535"/>
                <a:gd name="connsiteX88" fmla="*/ 493550 w 1085518"/>
                <a:gd name="connsiteY88" fmla="*/ 71056 h 189535"/>
                <a:gd name="connsiteX89" fmla="*/ 452703 w 1085518"/>
                <a:gd name="connsiteY89" fmla="*/ 53231 h 189535"/>
                <a:gd name="connsiteX90" fmla="*/ 390423 w 1085518"/>
                <a:gd name="connsiteY90" fmla="*/ 121394 h 189535"/>
                <a:gd name="connsiteX91" fmla="*/ 452703 w 1085518"/>
                <a:gd name="connsiteY91" fmla="*/ 189333 h 189535"/>
                <a:gd name="connsiteX92" fmla="*/ 493539 w 1085518"/>
                <a:gd name="connsiteY92" fmla="*/ 170476 h 189535"/>
                <a:gd name="connsiteX93" fmla="*/ 496196 w 1085518"/>
                <a:gd name="connsiteY93" fmla="*/ 169647 h 189535"/>
                <a:gd name="connsiteX94" fmla="*/ 497827 w 1085518"/>
                <a:gd name="connsiteY94" fmla="*/ 171922 h 189535"/>
                <a:gd name="connsiteX95" fmla="*/ 497827 w 1085518"/>
                <a:gd name="connsiteY95" fmla="*/ 186004 h 189535"/>
                <a:gd name="connsiteX96" fmla="*/ 525809 w 1085518"/>
                <a:gd name="connsiteY96" fmla="*/ 186015 h 189535"/>
                <a:gd name="connsiteX97" fmla="*/ 219527 w 1085518"/>
                <a:gd name="connsiteY97" fmla="*/ 163436 h 189535"/>
                <a:gd name="connsiteX98" fmla="*/ 179507 w 1085518"/>
                <a:gd name="connsiteY98" fmla="*/ 121394 h 189535"/>
                <a:gd name="connsiteX99" fmla="*/ 219527 w 1085518"/>
                <a:gd name="connsiteY99" fmla="*/ 79341 h 189535"/>
                <a:gd name="connsiteX100" fmla="*/ 259547 w 1085518"/>
                <a:gd name="connsiteY100" fmla="*/ 121383 h 189535"/>
                <a:gd name="connsiteX101" fmla="*/ 219527 w 1085518"/>
                <a:gd name="connsiteY101" fmla="*/ 163425 h 189535"/>
                <a:gd name="connsiteX102" fmla="*/ 286294 w 1085518"/>
                <a:gd name="connsiteY102" fmla="*/ 186015 h 189535"/>
                <a:gd name="connsiteX103" fmla="*/ 286294 w 1085518"/>
                <a:gd name="connsiteY103" fmla="*/ 56549 h 189535"/>
                <a:gd name="connsiteX104" fmla="*/ 258323 w 1085518"/>
                <a:gd name="connsiteY104" fmla="*/ 56549 h 189535"/>
                <a:gd name="connsiteX105" fmla="*/ 258323 w 1085518"/>
                <a:gd name="connsiteY105" fmla="*/ 69598 h 189535"/>
                <a:gd name="connsiteX106" fmla="*/ 256680 w 1085518"/>
                <a:gd name="connsiteY106" fmla="*/ 71874 h 189535"/>
                <a:gd name="connsiteX107" fmla="*/ 254035 w 1085518"/>
                <a:gd name="connsiteY107" fmla="*/ 71056 h 189535"/>
                <a:gd name="connsiteX108" fmla="*/ 213188 w 1085518"/>
                <a:gd name="connsiteY108" fmla="*/ 53231 h 189535"/>
                <a:gd name="connsiteX109" fmla="*/ 150908 w 1085518"/>
                <a:gd name="connsiteY109" fmla="*/ 121170 h 189535"/>
                <a:gd name="connsiteX110" fmla="*/ 213199 w 1085518"/>
                <a:gd name="connsiteY110" fmla="*/ 189110 h 189535"/>
                <a:gd name="connsiteX111" fmla="*/ 254035 w 1085518"/>
                <a:gd name="connsiteY111" fmla="*/ 170275 h 189535"/>
                <a:gd name="connsiteX112" fmla="*/ 256680 w 1085518"/>
                <a:gd name="connsiteY112" fmla="*/ 169434 h 189535"/>
                <a:gd name="connsiteX113" fmla="*/ 258323 w 1085518"/>
                <a:gd name="connsiteY113" fmla="*/ 171721 h 189535"/>
                <a:gd name="connsiteX114" fmla="*/ 258323 w 1085518"/>
                <a:gd name="connsiteY114" fmla="*/ 185802 h 189535"/>
                <a:gd name="connsiteX115" fmla="*/ 286294 w 1085518"/>
                <a:gd name="connsiteY115" fmla="*/ 185802 h 189535"/>
                <a:gd name="connsiteX116" fmla="*/ 286294 w 1085518"/>
                <a:gd name="connsiteY116" fmla="*/ 186015 h 189535"/>
                <a:gd name="connsiteX117" fmla="*/ 68420 w 1085518"/>
                <a:gd name="connsiteY117" fmla="*/ 163425 h 189535"/>
                <a:gd name="connsiteX118" fmla="*/ 28400 w 1085518"/>
                <a:gd name="connsiteY118" fmla="*/ 121383 h 189535"/>
                <a:gd name="connsiteX119" fmla="*/ 68420 w 1085518"/>
                <a:gd name="connsiteY119" fmla="*/ 79330 h 189535"/>
                <a:gd name="connsiteX120" fmla="*/ 108441 w 1085518"/>
                <a:gd name="connsiteY120" fmla="*/ 121372 h 189535"/>
                <a:gd name="connsiteX121" fmla="*/ 68420 w 1085518"/>
                <a:gd name="connsiteY121" fmla="*/ 163413 h 189535"/>
                <a:gd name="connsiteX122" fmla="*/ 135594 w 1085518"/>
                <a:gd name="connsiteY122" fmla="*/ 186004 h 189535"/>
                <a:gd name="connsiteX123" fmla="*/ 135594 w 1085518"/>
                <a:gd name="connsiteY123" fmla="*/ 0 h 189535"/>
                <a:gd name="connsiteX124" fmla="*/ 107415 w 1085518"/>
                <a:gd name="connsiteY124" fmla="*/ 0 h 189535"/>
                <a:gd name="connsiteX125" fmla="*/ 107415 w 1085518"/>
                <a:gd name="connsiteY125" fmla="*/ 69587 h 189535"/>
                <a:gd name="connsiteX126" fmla="*/ 105783 w 1085518"/>
                <a:gd name="connsiteY126" fmla="*/ 71874 h 189535"/>
                <a:gd name="connsiteX127" fmla="*/ 103138 w 1085518"/>
                <a:gd name="connsiteY127" fmla="*/ 71247 h 189535"/>
                <a:gd name="connsiteX128" fmla="*/ 62291 w 1085518"/>
                <a:gd name="connsiteY128" fmla="*/ 53432 h 189535"/>
                <a:gd name="connsiteX129" fmla="*/ 0 w 1085518"/>
                <a:gd name="connsiteY129" fmla="*/ 121372 h 189535"/>
                <a:gd name="connsiteX130" fmla="*/ 17971 w 1085518"/>
                <a:gd name="connsiteY130" fmla="*/ 169849 h 189535"/>
                <a:gd name="connsiteX131" fmla="*/ 62291 w 1085518"/>
                <a:gd name="connsiteY131" fmla="*/ 189311 h 189535"/>
                <a:gd name="connsiteX132" fmla="*/ 103126 w 1085518"/>
                <a:gd name="connsiteY132" fmla="*/ 170678 h 189535"/>
                <a:gd name="connsiteX133" fmla="*/ 105773 w 1085518"/>
                <a:gd name="connsiteY133" fmla="*/ 169849 h 189535"/>
                <a:gd name="connsiteX134" fmla="*/ 107426 w 1085518"/>
                <a:gd name="connsiteY134" fmla="*/ 172124 h 189535"/>
                <a:gd name="connsiteX135" fmla="*/ 107426 w 1085518"/>
                <a:gd name="connsiteY135" fmla="*/ 186004 h 189535"/>
                <a:gd name="connsiteX136" fmla="*/ 135594 w 1085518"/>
                <a:gd name="connsiteY136" fmla="*/ 186004 h 18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1085518" h="189535">
                  <a:moveTo>
                    <a:pt x="1001993" y="129040"/>
                  </a:moveTo>
                  <a:cubicBezTo>
                    <a:pt x="1002436" y="128613"/>
                    <a:pt x="1003030" y="128390"/>
                    <a:pt x="1003637" y="128423"/>
                  </a:cubicBezTo>
                  <a:lnTo>
                    <a:pt x="1003836" y="128423"/>
                  </a:lnTo>
                  <a:cubicBezTo>
                    <a:pt x="1004452" y="128423"/>
                    <a:pt x="1005059" y="128838"/>
                    <a:pt x="1005676" y="129242"/>
                  </a:cubicBezTo>
                  <a:lnTo>
                    <a:pt x="1050801" y="186004"/>
                  </a:lnTo>
                  <a:lnTo>
                    <a:pt x="1085518" y="186004"/>
                  </a:lnTo>
                  <a:lnTo>
                    <a:pt x="1027120" y="114331"/>
                  </a:lnTo>
                  <a:cubicBezTo>
                    <a:pt x="1026293" y="113300"/>
                    <a:pt x="1026293" y="111843"/>
                    <a:pt x="1027318" y="111024"/>
                  </a:cubicBezTo>
                  <a:lnTo>
                    <a:pt x="1081020" y="56538"/>
                  </a:lnTo>
                  <a:lnTo>
                    <a:pt x="1046512" y="56538"/>
                  </a:lnTo>
                  <a:lnTo>
                    <a:pt x="1000164" y="103770"/>
                  </a:lnTo>
                  <a:cubicBezTo>
                    <a:pt x="999546" y="104387"/>
                    <a:pt x="998532" y="104600"/>
                    <a:pt x="997507" y="104387"/>
                  </a:cubicBezTo>
                  <a:cubicBezTo>
                    <a:pt x="996647" y="103964"/>
                    <a:pt x="996096" y="103084"/>
                    <a:pt x="996074" y="102111"/>
                  </a:cubicBezTo>
                  <a:lnTo>
                    <a:pt x="996074" y="202"/>
                  </a:lnTo>
                  <a:lnTo>
                    <a:pt x="967696" y="202"/>
                  </a:lnTo>
                  <a:lnTo>
                    <a:pt x="967696" y="186206"/>
                  </a:lnTo>
                  <a:lnTo>
                    <a:pt x="995875" y="186206"/>
                  </a:lnTo>
                  <a:lnTo>
                    <a:pt x="995875" y="135666"/>
                  </a:lnTo>
                  <a:cubicBezTo>
                    <a:pt x="995875" y="135049"/>
                    <a:pt x="996074" y="134208"/>
                    <a:pt x="996691" y="133805"/>
                  </a:cubicBezTo>
                  <a:lnTo>
                    <a:pt x="1001993" y="129040"/>
                  </a:lnTo>
                  <a:close/>
                  <a:moveTo>
                    <a:pt x="901127" y="53231"/>
                  </a:moveTo>
                  <a:cubicBezTo>
                    <a:pt x="861923" y="53231"/>
                    <a:pt x="833534" y="81819"/>
                    <a:pt x="833534" y="121394"/>
                  </a:cubicBezTo>
                  <a:cubicBezTo>
                    <a:pt x="833534" y="140644"/>
                    <a:pt x="840281" y="157830"/>
                    <a:pt x="852321" y="170275"/>
                  </a:cubicBezTo>
                  <a:cubicBezTo>
                    <a:pt x="864580" y="182697"/>
                    <a:pt x="881723" y="189535"/>
                    <a:pt x="900918" y="189535"/>
                  </a:cubicBezTo>
                  <a:cubicBezTo>
                    <a:pt x="916849" y="189535"/>
                    <a:pt x="929098" y="186430"/>
                    <a:pt x="952382" y="169019"/>
                  </a:cubicBezTo>
                  <a:lnTo>
                    <a:pt x="936252" y="151832"/>
                  </a:lnTo>
                  <a:cubicBezTo>
                    <a:pt x="924809" y="159500"/>
                    <a:pt x="914191" y="163223"/>
                    <a:pt x="903784" y="163223"/>
                  </a:cubicBezTo>
                  <a:cubicBezTo>
                    <a:pt x="880092" y="163223"/>
                    <a:pt x="862332" y="145207"/>
                    <a:pt x="862332" y="121383"/>
                  </a:cubicBezTo>
                  <a:cubicBezTo>
                    <a:pt x="862332" y="97559"/>
                    <a:pt x="880092" y="79543"/>
                    <a:pt x="903784" y="79543"/>
                  </a:cubicBezTo>
                  <a:cubicBezTo>
                    <a:pt x="915008" y="79543"/>
                    <a:pt x="925427" y="83276"/>
                    <a:pt x="935845" y="90933"/>
                  </a:cubicBezTo>
                  <a:lnTo>
                    <a:pt x="953804" y="73747"/>
                  </a:lnTo>
                  <a:cubicBezTo>
                    <a:pt x="932780" y="55518"/>
                    <a:pt x="913784" y="53231"/>
                    <a:pt x="901127" y="53231"/>
                  </a:cubicBezTo>
                  <a:moveTo>
                    <a:pt x="802697" y="202"/>
                  </a:moveTo>
                  <a:cubicBezTo>
                    <a:pt x="793135" y="-44"/>
                    <a:pt x="785188" y="7640"/>
                    <a:pt x="784947" y="17364"/>
                  </a:cubicBezTo>
                  <a:cubicBezTo>
                    <a:pt x="784705" y="27088"/>
                    <a:pt x="792262" y="35171"/>
                    <a:pt x="801823" y="35416"/>
                  </a:cubicBezTo>
                  <a:cubicBezTo>
                    <a:pt x="802116" y="35424"/>
                    <a:pt x="802406" y="35424"/>
                    <a:pt x="802697" y="35416"/>
                  </a:cubicBezTo>
                  <a:cubicBezTo>
                    <a:pt x="812258" y="35763"/>
                    <a:pt x="820283" y="28164"/>
                    <a:pt x="820624" y="18443"/>
                  </a:cubicBezTo>
                  <a:cubicBezTo>
                    <a:pt x="820965" y="8722"/>
                    <a:pt x="813493" y="560"/>
                    <a:pt x="803934" y="213"/>
                  </a:cubicBezTo>
                  <a:cubicBezTo>
                    <a:pt x="803521" y="198"/>
                    <a:pt x="803111" y="198"/>
                    <a:pt x="802697" y="213"/>
                  </a:cubicBezTo>
                  <a:moveTo>
                    <a:pt x="817405" y="56560"/>
                  </a:moveTo>
                  <a:lnTo>
                    <a:pt x="788818" y="56560"/>
                  </a:lnTo>
                  <a:lnTo>
                    <a:pt x="788818" y="186228"/>
                  </a:lnTo>
                  <a:lnTo>
                    <a:pt x="817405" y="186228"/>
                  </a:lnTo>
                  <a:lnTo>
                    <a:pt x="817405" y="56560"/>
                  </a:lnTo>
                  <a:close/>
                  <a:moveTo>
                    <a:pt x="764320" y="83086"/>
                  </a:moveTo>
                  <a:cubicBezTo>
                    <a:pt x="766966" y="83086"/>
                    <a:pt x="769425" y="83299"/>
                    <a:pt x="771045" y="83713"/>
                  </a:cubicBezTo>
                  <a:lnTo>
                    <a:pt x="771045" y="54295"/>
                  </a:lnTo>
                  <a:cubicBezTo>
                    <a:pt x="769499" y="54016"/>
                    <a:pt x="767931" y="53878"/>
                    <a:pt x="766360" y="53881"/>
                  </a:cubicBezTo>
                  <a:cubicBezTo>
                    <a:pt x="751653" y="53881"/>
                    <a:pt x="738181" y="61549"/>
                    <a:pt x="731036" y="73769"/>
                  </a:cubicBezTo>
                  <a:cubicBezTo>
                    <a:pt x="730419" y="74801"/>
                    <a:pt x="729393" y="75227"/>
                    <a:pt x="728379" y="74801"/>
                  </a:cubicBezTo>
                  <a:cubicBezTo>
                    <a:pt x="727339" y="74539"/>
                    <a:pt x="726590" y="73614"/>
                    <a:pt x="726538" y="72525"/>
                  </a:cubicBezTo>
                  <a:lnTo>
                    <a:pt x="726538" y="56571"/>
                  </a:lnTo>
                  <a:lnTo>
                    <a:pt x="698568" y="56571"/>
                  </a:lnTo>
                  <a:lnTo>
                    <a:pt x="698568" y="186239"/>
                  </a:lnTo>
                  <a:lnTo>
                    <a:pt x="726748" y="186239"/>
                  </a:lnTo>
                  <a:lnTo>
                    <a:pt x="726748" y="129062"/>
                  </a:lnTo>
                  <a:cubicBezTo>
                    <a:pt x="726748" y="100698"/>
                    <a:pt x="741036" y="83097"/>
                    <a:pt x="764320" y="83097"/>
                  </a:cubicBezTo>
                  <a:moveTo>
                    <a:pt x="574197" y="121383"/>
                  </a:moveTo>
                  <a:cubicBezTo>
                    <a:pt x="574197" y="97772"/>
                    <a:pt x="591770" y="79341"/>
                    <a:pt x="614228" y="79341"/>
                  </a:cubicBezTo>
                  <a:cubicBezTo>
                    <a:pt x="636685" y="79341"/>
                    <a:pt x="654248" y="97772"/>
                    <a:pt x="654248" y="121383"/>
                  </a:cubicBezTo>
                  <a:cubicBezTo>
                    <a:pt x="654248" y="144993"/>
                    <a:pt x="636686" y="163425"/>
                    <a:pt x="614228" y="163425"/>
                  </a:cubicBezTo>
                  <a:cubicBezTo>
                    <a:pt x="591769" y="163425"/>
                    <a:pt x="574207" y="144791"/>
                    <a:pt x="574207" y="121383"/>
                  </a:cubicBezTo>
                  <a:moveTo>
                    <a:pt x="577062" y="170678"/>
                  </a:moveTo>
                  <a:cubicBezTo>
                    <a:pt x="577272" y="170678"/>
                    <a:pt x="577680" y="170465"/>
                    <a:pt x="577878" y="170465"/>
                  </a:cubicBezTo>
                  <a:cubicBezTo>
                    <a:pt x="578497" y="170465"/>
                    <a:pt x="579313" y="170880"/>
                    <a:pt x="579720" y="171295"/>
                  </a:cubicBezTo>
                  <a:cubicBezTo>
                    <a:pt x="589312" y="182685"/>
                    <a:pt x="604218" y="189110"/>
                    <a:pt x="620557" y="189110"/>
                  </a:cubicBezTo>
                  <a:cubicBezTo>
                    <a:pt x="655472" y="189110"/>
                    <a:pt x="682847" y="159288"/>
                    <a:pt x="682847" y="121170"/>
                  </a:cubicBezTo>
                  <a:cubicBezTo>
                    <a:pt x="682847" y="102525"/>
                    <a:pt x="676508" y="85339"/>
                    <a:pt x="664876" y="72704"/>
                  </a:cubicBezTo>
                  <a:cubicBezTo>
                    <a:pt x="653438" y="60186"/>
                    <a:pt x="637359" y="53121"/>
                    <a:pt x="620557" y="53231"/>
                  </a:cubicBezTo>
                  <a:cubicBezTo>
                    <a:pt x="604427" y="53231"/>
                    <a:pt x="589521" y="60069"/>
                    <a:pt x="579720" y="71874"/>
                  </a:cubicBezTo>
                  <a:cubicBezTo>
                    <a:pt x="579102" y="72704"/>
                    <a:pt x="578088" y="72906"/>
                    <a:pt x="577074" y="72704"/>
                  </a:cubicBezTo>
                  <a:cubicBezTo>
                    <a:pt x="576049" y="72290"/>
                    <a:pt x="575432" y="71460"/>
                    <a:pt x="575432" y="70417"/>
                  </a:cubicBezTo>
                  <a:lnTo>
                    <a:pt x="575432" y="0"/>
                  </a:lnTo>
                  <a:lnTo>
                    <a:pt x="547251" y="0"/>
                  </a:lnTo>
                  <a:lnTo>
                    <a:pt x="547251" y="185993"/>
                  </a:lnTo>
                  <a:lnTo>
                    <a:pt x="575432" y="185993"/>
                  </a:lnTo>
                  <a:lnTo>
                    <a:pt x="575432" y="172965"/>
                  </a:lnTo>
                  <a:cubicBezTo>
                    <a:pt x="575432" y="171923"/>
                    <a:pt x="576048" y="171104"/>
                    <a:pt x="577062" y="170689"/>
                  </a:cubicBezTo>
                  <a:moveTo>
                    <a:pt x="459031" y="163436"/>
                  </a:moveTo>
                  <a:cubicBezTo>
                    <a:pt x="436573" y="163436"/>
                    <a:pt x="419011" y="144993"/>
                    <a:pt x="419011" y="121394"/>
                  </a:cubicBezTo>
                  <a:cubicBezTo>
                    <a:pt x="419011" y="97772"/>
                    <a:pt x="436573" y="79341"/>
                    <a:pt x="459031" y="79341"/>
                  </a:cubicBezTo>
                  <a:cubicBezTo>
                    <a:pt x="481488" y="79341"/>
                    <a:pt x="499051" y="97772"/>
                    <a:pt x="499051" y="121383"/>
                  </a:cubicBezTo>
                  <a:cubicBezTo>
                    <a:pt x="499051" y="144993"/>
                    <a:pt x="481489" y="163425"/>
                    <a:pt x="459031" y="163425"/>
                  </a:cubicBezTo>
                  <a:moveTo>
                    <a:pt x="525809" y="186015"/>
                  </a:moveTo>
                  <a:lnTo>
                    <a:pt x="525809" y="56549"/>
                  </a:lnTo>
                  <a:lnTo>
                    <a:pt x="497827" y="56549"/>
                  </a:lnTo>
                  <a:lnTo>
                    <a:pt x="497827" y="69598"/>
                  </a:lnTo>
                  <a:cubicBezTo>
                    <a:pt x="497827" y="70641"/>
                    <a:pt x="497221" y="71460"/>
                    <a:pt x="496196" y="71874"/>
                  </a:cubicBezTo>
                  <a:cubicBezTo>
                    <a:pt x="495170" y="72290"/>
                    <a:pt x="494156" y="71874"/>
                    <a:pt x="493550" y="71056"/>
                  </a:cubicBezTo>
                  <a:cubicBezTo>
                    <a:pt x="484146" y="59655"/>
                    <a:pt x="469450" y="53231"/>
                    <a:pt x="452703" y="53231"/>
                  </a:cubicBezTo>
                  <a:cubicBezTo>
                    <a:pt x="417578" y="53231"/>
                    <a:pt x="390423" y="83063"/>
                    <a:pt x="390423" y="121394"/>
                  </a:cubicBezTo>
                  <a:cubicBezTo>
                    <a:pt x="390423" y="159703"/>
                    <a:pt x="417787" y="189333"/>
                    <a:pt x="452703" y="189333"/>
                  </a:cubicBezTo>
                  <a:cubicBezTo>
                    <a:pt x="468832" y="189333"/>
                    <a:pt x="483738" y="182494"/>
                    <a:pt x="493539" y="170476"/>
                  </a:cubicBezTo>
                  <a:cubicBezTo>
                    <a:pt x="494156" y="169647"/>
                    <a:pt x="495379" y="169434"/>
                    <a:pt x="496196" y="169647"/>
                  </a:cubicBezTo>
                  <a:cubicBezTo>
                    <a:pt x="497221" y="170062"/>
                    <a:pt x="497827" y="170880"/>
                    <a:pt x="497827" y="171922"/>
                  </a:cubicBezTo>
                  <a:lnTo>
                    <a:pt x="497827" y="186004"/>
                  </a:lnTo>
                  <a:lnTo>
                    <a:pt x="525809" y="186015"/>
                  </a:lnTo>
                  <a:close/>
                  <a:moveTo>
                    <a:pt x="219527" y="163436"/>
                  </a:moveTo>
                  <a:cubicBezTo>
                    <a:pt x="197059" y="163436"/>
                    <a:pt x="179507" y="144993"/>
                    <a:pt x="179507" y="121394"/>
                  </a:cubicBezTo>
                  <a:cubicBezTo>
                    <a:pt x="179507" y="97772"/>
                    <a:pt x="197059" y="79341"/>
                    <a:pt x="219527" y="79341"/>
                  </a:cubicBezTo>
                  <a:cubicBezTo>
                    <a:pt x="241996" y="79341"/>
                    <a:pt x="259547" y="97772"/>
                    <a:pt x="259547" y="121383"/>
                  </a:cubicBezTo>
                  <a:cubicBezTo>
                    <a:pt x="259547" y="144993"/>
                    <a:pt x="241984" y="163425"/>
                    <a:pt x="219527" y="163425"/>
                  </a:cubicBezTo>
                  <a:moveTo>
                    <a:pt x="286294" y="186015"/>
                  </a:moveTo>
                  <a:lnTo>
                    <a:pt x="286294" y="56549"/>
                  </a:lnTo>
                  <a:lnTo>
                    <a:pt x="258323" y="56549"/>
                  </a:lnTo>
                  <a:lnTo>
                    <a:pt x="258323" y="69598"/>
                  </a:lnTo>
                  <a:cubicBezTo>
                    <a:pt x="258323" y="70641"/>
                    <a:pt x="257706" y="71460"/>
                    <a:pt x="256680" y="71874"/>
                  </a:cubicBezTo>
                  <a:cubicBezTo>
                    <a:pt x="255719" y="72268"/>
                    <a:pt x="254618" y="71928"/>
                    <a:pt x="254035" y="71056"/>
                  </a:cubicBezTo>
                  <a:cubicBezTo>
                    <a:pt x="244642" y="59655"/>
                    <a:pt x="229934" y="53231"/>
                    <a:pt x="213188" y="53231"/>
                  </a:cubicBezTo>
                  <a:cubicBezTo>
                    <a:pt x="178272" y="53231"/>
                    <a:pt x="150908" y="83063"/>
                    <a:pt x="150908" y="121170"/>
                  </a:cubicBezTo>
                  <a:cubicBezTo>
                    <a:pt x="150908" y="159288"/>
                    <a:pt x="178272" y="189110"/>
                    <a:pt x="213199" y="189110"/>
                  </a:cubicBezTo>
                  <a:cubicBezTo>
                    <a:pt x="229328" y="189110"/>
                    <a:pt x="244234" y="182270"/>
                    <a:pt x="254035" y="170275"/>
                  </a:cubicBezTo>
                  <a:cubicBezTo>
                    <a:pt x="254641" y="169434"/>
                    <a:pt x="255865" y="169232"/>
                    <a:pt x="256680" y="169434"/>
                  </a:cubicBezTo>
                  <a:cubicBezTo>
                    <a:pt x="257706" y="169849"/>
                    <a:pt x="258323" y="170678"/>
                    <a:pt x="258323" y="171721"/>
                  </a:cubicBezTo>
                  <a:lnTo>
                    <a:pt x="258323" y="185802"/>
                  </a:lnTo>
                  <a:lnTo>
                    <a:pt x="286294" y="185802"/>
                  </a:lnTo>
                  <a:lnTo>
                    <a:pt x="286294" y="186015"/>
                  </a:lnTo>
                  <a:close/>
                  <a:moveTo>
                    <a:pt x="68420" y="163425"/>
                  </a:moveTo>
                  <a:cubicBezTo>
                    <a:pt x="45952" y="163425"/>
                    <a:pt x="28400" y="144993"/>
                    <a:pt x="28400" y="121383"/>
                  </a:cubicBezTo>
                  <a:cubicBezTo>
                    <a:pt x="28400" y="97761"/>
                    <a:pt x="45952" y="79330"/>
                    <a:pt x="68420" y="79330"/>
                  </a:cubicBezTo>
                  <a:cubicBezTo>
                    <a:pt x="90889" y="79330"/>
                    <a:pt x="108441" y="97761"/>
                    <a:pt x="108441" y="121372"/>
                  </a:cubicBezTo>
                  <a:cubicBezTo>
                    <a:pt x="108441" y="144983"/>
                    <a:pt x="90878" y="163413"/>
                    <a:pt x="68420" y="163413"/>
                  </a:cubicBezTo>
                  <a:moveTo>
                    <a:pt x="135594" y="186004"/>
                  </a:moveTo>
                  <a:lnTo>
                    <a:pt x="135594" y="0"/>
                  </a:lnTo>
                  <a:lnTo>
                    <a:pt x="107415" y="0"/>
                  </a:lnTo>
                  <a:lnTo>
                    <a:pt x="107415" y="69587"/>
                  </a:lnTo>
                  <a:cubicBezTo>
                    <a:pt x="107415" y="70630"/>
                    <a:pt x="106798" y="71460"/>
                    <a:pt x="105783" y="71874"/>
                  </a:cubicBezTo>
                  <a:cubicBezTo>
                    <a:pt x="104856" y="72204"/>
                    <a:pt x="103826" y="71959"/>
                    <a:pt x="103138" y="71247"/>
                  </a:cubicBezTo>
                  <a:cubicBezTo>
                    <a:pt x="93535" y="59856"/>
                    <a:pt x="78629" y="53432"/>
                    <a:pt x="62291" y="53432"/>
                  </a:cubicBezTo>
                  <a:cubicBezTo>
                    <a:pt x="27375" y="53432"/>
                    <a:pt x="0" y="83253"/>
                    <a:pt x="0" y="121372"/>
                  </a:cubicBezTo>
                  <a:cubicBezTo>
                    <a:pt x="0" y="140015"/>
                    <a:pt x="6340" y="157213"/>
                    <a:pt x="17971" y="169849"/>
                  </a:cubicBezTo>
                  <a:cubicBezTo>
                    <a:pt x="29411" y="182362"/>
                    <a:pt x="45489" y="189423"/>
                    <a:pt x="62291" y="189311"/>
                  </a:cubicBezTo>
                  <a:cubicBezTo>
                    <a:pt x="78420" y="189311"/>
                    <a:pt x="93325" y="182473"/>
                    <a:pt x="103126" y="170678"/>
                  </a:cubicBezTo>
                  <a:cubicBezTo>
                    <a:pt x="103744" y="169849"/>
                    <a:pt x="104968" y="169635"/>
                    <a:pt x="105773" y="169849"/>
                  </a:cubicBezTo>
                  <a:cubicBezTo>
                    <a:pt x="106798" y="170264"/>
                    <a:pt x="107426" y="171082"/>
                    <a:pt x="107426" y="172124"/>
                  </a:cubicBezTo>
                  <a:lnTo>
                    <a:pt x="107426" y="186004"/>
                  </a:lnTo>
                  <a:lnTo>
                    <a:pt x="135594" y="186004"/>
                  </a:lnTo>
                  <a:close/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35DC6EB-47E3-92F9-350D-31520BCBE666}"/>
                </a:ext>
              </a:extLst>
            </p:cNvPr>
            <p:cNvSpPr/>
            <p:nvPr/>
          </p:nvSpPr>
          <p:spPr>
            <a:xfrm>
              <a:off x="5130653" y="2104990"/>
              <a:ext cx="878752" cy="172304"/>
            </a:xfrm>
            <a:custGeom>
              <a:avLst/>
              <a:gdLst>
                <a:gd name="connsiteX0" fmla="*/ 63265 w 878752"/>
                <a:gd name="connsiteY0" fmla="*/ 171063 h 172304"/>
                <a:gd name="connsiteX1" fmla="*/ 84767 w 878752"/>
                <a:gd name="connsiteY1" fmla="*/ 169610 h 172304"/>
                <a:gd name="connsiteX2" fmla="*/ 84767 w 878752"/>
                <a:gd name="connsiteY2" fmla="*/ 144830 h 172304"/>
                <a:gd name="connsiteX3" fmla="*/ 70639 w 878752"/>
                <a:gd name="connsiteY3" fmla="*/ 145646 h 172304"/>
                <a:gd name="connsiteX4" fmla="*/ 50376 w 878752"/>
                <a:gd name="connsiteY4" fmla="*/ 118586 h 172304"/>
                <a:gd name="connsiteX5" fmla="*/ 50376 w 878752"/>
                <a:gd name="connsiteY5" fmla="*/ 65493 h 172304"/>
                <a:gd name="connsiteX6" fmla="*/ 52830 w 878752"/>
                <a:gd name="connsiteY6" fmla="*/ 63011 h 172304"/>
                <a:gd name="connsiteX7" fmla="*/ 80466 w 878752"/>
                <a:gd name="connsiteY7" fmla="*/ 63011 h 172304"/>
                <a:gd name="connsiteX8" fmla="*/ 80466 w 878752"/>
                <a:gd name="connsiteY8" fmla="*/ 39663 h 172304"/>
                <a:gd name="connsiteX9" fmla="*/ 52830 w 878752"/>
                <a:gd name="connsiteY9" fmla="*/ 39663 h 172304"/>
                <a:gd name="connsiteX10" fmla="*/ 50376 w 878752"/>
                <a:gd name="connsiteY10" fmla="*/ 37362 h 172304"/>
                <a:gd name="connsiteX11" fmla="*/ 50376 w 878752"/>
                <a:gd name="connsiteY11" fmla="*/ 37191 h 172304"/>
                <a:gd name="connsiteX12" fmla="*/ 50376 w 878752"/>
                <a:gd name="connsiteY12" fmla="*/ 0 h 172304"/>
                <a:gd name="connsiteX13" fmla="*/ 22120 w 878752"/>
                <a:gd name="connsiteY13" fmla="*/ 0 h 172304"/>
                <a:gd name="connsiteX14" fmla="*/ 22120 w 878752"/>
                <a:gd name="connsiteY14" fmla="*/ 37393 h 172304"/>
                <a:gd name="connsiteX15" fmla="*/ 19656 w 878752"/>
                <a:gd name="connsiteY15" fmla="*/ 39875 h 172304"/>
                <a:gd name="connsiteX16" fmla="*/ 0 w 878752"/>
                <a:gd name="connsiteY16" fmla="*/ 39875 h 172304"/>
                <a:gd name="connsiteX17" fmla="*/ 0 w 878752"/>
                <a:gd name="connsiteY17" fmla="*/ 63224 h 172304"/>
                <a:gd name="connsiteX18" fmla="*/ 19656 w 878752"/>
                <a:gd name="connsiteY18" fmla="*/ 63224 h 172304"/>
                <a:gd name="connsiteX19" fmla="*/ 22120 w 878752"/>
                <a:gd name="connsiteY19" fmla="*/ 65694 h 172304"/>
                <a:gd name="connsiteX20" fmla="*/ 22120 w 878752"/>
                <a:gd name="connsiteY20" fmla="*/ 125821 h 172304"/>
                <a:gd name="connsiteX21" fmla="*/ 63265 w 878752"/>
                <a:gd name="connsiteY21" fmla="*/ 171063 h 172304"/>
                <a:gd name="connsiteX22" fmla="*/ 832070 w 878752"/>
                <a:gd name="connsiteY22" fmla="*/ 172305 h 172304"/>
                <a:gd name="connsiteX23" fmla="*/ 878752 w 878752"/>
                <a:gd name="connsiteY23" fmla="*/ 130987 h 172304"/>
                <a:gd name="connsiteX24" fmla="*/ 845180 w 878752"/>
                <a:gd name="connsiteY24" fmla="*/ 93594 h 172304"/>
                <a:gd name="connsiteX25" fmla="*/ 829814 w 878752"/>
                <a:gd name="connsiteY25" fmla="*/ 88428 h 172304"/>
                <a:gd name="connsiteX26" fmla="*/ 814459 w 878752"/>
                <a:gd name="connsiteY26" fmla="*/ 73142 h 172304"/>
                <a:gd name="connsiteX27" fmla="*/ 831252 w 878752"/>
                <a:gd name="connsiteY27" fmla="*/ 59913 h 172304"/>
                <a:gd name="connsiteX28" fmla="*/ 854389 w 878752"/>
                <a:gd name="connsiteY28" fmla="*/ 76854 h 172304"/>
                <a:gd name="connsiteX29" fmla="*/ 877117 w 878752"/>
                <a:gd name="connsiteY29" fmla="*/ 64464 h 172304"/>
                <a:gd name="connsiteX30" fmla="*/ 831252 w 878752"/>
                <a:gd name="connsiteY30" fmla="*/ 36364 h 172304"/>
                <a:gd name="connsiteX31" fmla="*/ 787443 w 878752"/>
                <a:gd name="connsiteY31" fmla="*/ 75412 h 172304"/>
                <a:gd name="connsiteX32" fmla="*/ 819986 w 878752"/>
                <a:gd name="connsiteY32" fmla="*/ 112391 h 172304"/>
                <a:gd name="connsiteX33" fmla="*/ 835762 w 878752"/>
                <a:gd name="connsiteY33" fmla="*/ 117557 h 172304"/>
                <a:gd name="connsiteX34" fmla="*/ 851526 w 878752"/>
                <a:gd name="connsiteY34" fmla="*/ 132843 h 172304"/>
                <a:gd name="connsiteX35" fmla="*/ 832887 w 878752"/>
                <a:gd name="connsiteY35" fmla="*/ 147715 h 172304"/>
                <a:gd name="connsiteX36" fmla="*/ 806279 w 878752"/>
                <a:gd name="connsiteY36" fmla="*/ 128090 h 172304"/>
                <a:gd name="connsiteX37" fmla="*/ 783142 w 878752"/>
                <a:gd name="connsiteY37" fmla="*/ 140492 h 172304"/>
                <a:gd name="connsiteX38" fmla="*/ 832070 w 878752"/>
                <a:gd name="connsiteY38" fmla="*/ 172305 h 172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78752" h="172304">
                  <a:moveTo>
                    <a:pt x="63265" y="171063"/>
                  </a:moveTo>
                  <a:cubicBezTo>
                    <a:pt x="72275" y="171063"/>
                    <a:pt x="80267" y="170236"/>
                    <a:pt x="84767" y="169610"/>
                  </a:cubicBezTo>
                  <a:lnTo>
                    <a:pt x="84767" y="144830"/>
                  </a:lnTo>
                  <a:cubicBezTo>
                    <a:pt x="80072" y="145320"/>
                    <a:pt x="75358" y="145593"/>
                    <a:pt x="70639" y="145646"/>
                  </a:cubicBezTo>
                  <a:cubicBezTo>
                    <a:pt x="59176" y="145646"/>
                    <a:pt x="50376" y="143589"/>
                    <a:pt x="50376" y="118586"/>
                  </a:cubicBezTo>
                  <a:lnTo>
                    <a:pt x="50376" y="65493"/>
                  </a:lnTo>
                  <a:cubicBezTo>
                    <a:pt x="50376" y="64040"/>
                    <a:pt x="51393" y="63011"/>
                    <a:pt x="52830" y="63011"/>
                  </a:cubicBezTo>
                  <a:lnTo>
                    <a:pt x="80466" y="63011"/>
                  </a:lnTo>
                  <a:lnTo>
                    <a:pt x="80466" y="39663"/>
                  </a:lnTo>
                  <a:lnTo>
                    <a:pt x="52830" y="39663"/>
                  </a:lnTo>
                  <a:cubicBezTo>
                    <a:pt x="51524" y="39713"/>
                    <a:pt x="50426" y="38683"/>
                    <a:pt x="50376" y="37362"/>
                  </a:cubicBezTo>
                  <a:cubicBezTo>
                    <a:pt x="50374" y="37305"/>
                    <a:pt x="50374" y="37249"/>
                    <a:pt x="50376" y="37191"/>
                  </a:cubicBezTo>
                  <a:lnTo>
                    <a:pt x="50376" y="0"/>
                  </a:lnTo>
                  <a:lnTo>
                    <a:pt x="22120" y="0"/>
                  </a:lnTo>
                  <a:lnTo>
                    <a:pt x="22120" y="37393"/>
                  </a:lnTo>
                  <a:cubicBezTo>
                    <a:pt x="22120" y="38846"/>
                    <a:pt x="21092" y="39875"/>
                    <a:pt x="19656" y="39875"/>
                  </a:cubicBezTo>
                  <a:lnTo>
                    <a:pt x="0" y="39875"/>
                  </a:lnTo>
                  <a:lnTo>
                    <a:pt x="0" y="63224"/>
                  </a:lnTo>
                  <a:lnTo>
                    <a:pt x="19656" y="63224"/>
                  </a:lnTo>
                  <a:cubicBezTo>
                    <a:pt x="21092" y="63224"/>
                    <a:pt x="22120" y="64252"/>
                    <a:pt x="22120" y="65694"/>
                  </a:cubicBezTo>
                  <a:lnTo>
                    <a:pt x="22120" y="125821"/>
                  </a:lnTo>
                  <a:cubicBezTo>
                    <a:pt x="22120" y="171063"/>
                    <a:pt x="52012" y="171063"/>
                    <a:pt x="63265" y="171063"/>
                  </a:cubicBezTo>
                  <a:moveTo>
                    <a:pt x="832070" y="172305"/>
                  </a:moveTo>
                  <a:cubicBezTo>
                    <a:pt x="855206" y="172305"/>
                    <a:pt x="878752" y="158048"/>
                    <a:pt x="878752" y="130987"/>
                  </a:cubicBezTo>
                  <a:cubicBezTo>
                    <a:pt x="878752" y="113219"/>
                    <a:pt x="867698" y="101019"/>
                    <a:pt x="845180" y="93594"/>
                  </a:cubicBezTo>
                  <a:lnTo>
                    <a:pt x="829814" y="88428"/>
                  </a:lnTo>
                  <a:cubicBezTo>
                    <a:pt x="819378" y="84916"/>
                    <a:pt x="814459" y="79952"/>
                    <a:pt x="814459" y="73142"/>
                  </a:cubicBezTo>
                  <a:cubicBezTo>
                    <a:pt x="814459" y="65292"/>
                    <a:pt x="821423" y="59913"/>
                    <a:pt x="831252" y="59913"/>
                  </a:cubicBezTo>
                  <a:cubicBezTo>
                    <a:pt x="840670" y="59913"/>
                    <a:pt x="849060" y="66120"/>
                    <a:pt x="854389" y="76854"/>
                  </a:cubicBezTo>
                  <a:lnTo>
                    <a:pt x="877117" y="64464"/>
                  </a:lnTo>
                  <a:cubicBezTo>
                    <a:pt x="868726" y="47110"/>
                    <a:pt x="851316" y="36364"/>
                    <a:pt x="831252" y="36364"/>
                  </a:cubicBezTo>
                  <a:cubicBezTo>
                    <a:pt x="805859" y="36364"/>
                    <a:pt x="787443" y="52891"/>
                    <a:pt x="787443" y="75412"/>
                  </a:cubicBezTo>
                  <a:cubicBezTo>
                    <a:pt x="787443" y="93382"/>
                    <a:pt x="798087" y="105369"/>
                    <a:pt x="819986" y="112391"/>
                  </a:cubicBezTo>
                  <a:lnTo>
                    <a:pt x="835762" y="117557"/>
                  </a:lnTo>
                  <a:cubicBezTo>
                    <a:pt x="846816" y="121068"/>
                    <a:pt x="851526" y="125608"/>
                    <a:pt x="851526" y="132843"/>
                  </a:cubicBezTo>
                  <a:cubicBezTo>
                    <a:pt x="851526" y="143801"/>
                    <a:pt x="841489" y="147715"/>
                    <a:pt x="832887" y="147715"/>
                  </a:cubicBezTo>
                  <a:cubicBezTo>
                    <a:pt x="821423" y="147715"/>
                    <a:pt x="811187" y="140279"/>
                    <a:pt x="806279" y="128090"/>
                  </a:cubicBezTo>
                  <a:lnTo>
                    <a:pt x="783142" y="140492"/>
                  </a:lnTo>
                  <a:cubicBezTo>
                    <a:pt x="790714" y="160116"/>
                    <a:pt x="809341" y="172305"/>
                    <a:pt x="832070" y="172305"/>
                  </a:cubicBezTo>
                </a:path>
              </a:pathLst>
            </a:custGeom>
            <a:solidFill>
              <a:srgbClr val="151F6D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B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050F96-06C8-BF12-20BD-3F8174426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02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C159DD-C20C-AFA1-38FD-278D1A95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0B7CC-A423-D811-F905-1C05DFF5A0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A8CB97-C2D1-A642-AAD4-57E8F896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Title centered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718B5F-9A22-6E8B-14BB-85473E4F47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BE"/>
              <a:t>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EFD861-3037-62B2-DC3D-6BD96A8C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CC6BD5-6FE1-40C7-DB38-FF5DE08F5112}"/>
              </a:ext>
            </a:extLst>
          </p:cNvPr>
          <p:cNvSpPr txBox="1">
            <a:spLocks/>
          </p:cNvSpPr>
          <p:nvPr/>
        </p:nvSpPr>
        <p:spPr>
          <a:xfrm>
            <a:off x="479898" y="1825625"/>
            <a:ext cx="1123220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dirty="0">
                <a:solidFill>
                  <a:schemeClr val="bg1"/>
                </a:solidFill>
              </a:rPr>
              <a:t>Level</a:t>
            </a:r>
          </a:p>
          <a:p>
            <a:pPr lvl="1"/>
            <a:r>
              <a:rPr lang="en-BE" dirty="0">
                <a:solidFill>
                  <a:schemeClr val="bg1"/>
                </a:solidFill>
              </a:rPr>
              <a:t>Level</a:t>
            </a:r>
          </a:p>
          <a:p>
            <a:pPr lvl="2"/>
            <a:r>
              <a:rPr lang="en-BE" dirty="0">
                <a:solidFill>
                  <a:schemeClr val="bg1"/>
                </a:solidFill>
              </a:rPr>
              <a:t>Level</a:t>
            </a:r>
          </a:p>
          <a:p>
            <a:pPr lvl="3"/>
            <a:r>
              <a:rPr lang="en-BE" dirty="0">
                <a:solidFill>
                  <a:schemeClr val="bg1"/>
                </a:solidFill>
              </a:rPr>
              <a:t>Level</a:t>
            </a:r>
          </a:p>
          <a:p>
            <a:pPr lvl="3"/>
            <a:r>
              <a:rPr lang="en-BE" dirty="0">
                <a:solidFill>
                  <a:schemeClr val="bg1"/>
                </a:solidFill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1377463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E234CA-6390-5837-F947-4488C8A3F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C593F8-672D-220D-508A-EF243187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Title centered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405617-8E89-4503-1A62-AB99C8DE94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BE"/>
              <a:t>Subtitle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170A6-2AFC-59B7-6C5F-BB550EEED7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DB6AC6-B621-4D5D-EB30-424E2B69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AB670A3-B936-6499-F2E0-EB685ADBBA4D}"/>
              </a:ext>
            </a:extLst>
          </p:cNvPr>
          <p:cNvSpPr txBox="1">
            <a:spLocks/>
          </p:cNvSpPr>
          <p:nvPr/>
        </p:nvSpPr>
        <p:spPr>
          <a:xfrm>
            <a:off x="479898" y="1825625"/>
            <a:ext cx="1123220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BE" dirty="0">
                <a:solidFill>
                  <a:schemeClr val="bg1"/>
                </a:solidFill>
              </a:rPr>
              <a:t>Level</a:t>
            </a:r>
          </a:p>
          <a:p>
            <a:pPr lvl="1"/>
            <a:r>
              <a:rPr lang="en-BE" dirty="0">
                <a:solidFill>
                  <a:schemeClr val="bg1"/>
                </a:solidFill>
              </a:rPr>
              <a:t>Level</a:t>
            </a:r>
          </a:p>
          <a:p>
            <a:pPr lvl="2"/>
            <a:r>
              <a:rPr lang="en-BE" dirty="0">
                <a:solidFill>
                  <a:schemeClr val="bg1"/>
                </a:solidFill>
              </a:rPr>
              <a:t>Level</a:t>
            </a:r>
          </a:p>
          <a:p>
            <a:pPr lvl="3"/>
            <a:r>
              <a:rPr lang="en-BE" dirty="0">
                <a:solidFill>
                  <a:schemeClr val="bg1"/>
                </a:solidFill>
              </a:rPr>
              <a:t>Level</a:t>
            </a:r>
          </a:p>
          <a:p>
            <a:pPr lvl="3"/>
            <a:r>
              <a:rPr lang="en-BE" dirty="0">
                <a:solidFill>
                  <a:schemeClr val="bg1"/>
                </a:solidFill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925357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2FB8A9-100D-09FC-1A86-BD13839D71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74893-BBCA-3900-10D9-CF2AE13C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Shapes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059C5-1DE6-A39A-FE65-DC57249B6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BAC29D7-ABEB-8C22-D6B8-90954535A6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BE"/>
              <a:t>Click right on any shape and choose Set as Default Shape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086F2-43F2-A237-9FB7-8DC0E7E09C2A}"/>
              </a:ext>
            </a:extLst>
          </p:cNvPr>
          <p:cNvSpPr/>
          <p:nvPr/>
        </p:nvSpPr>
        <p:spPr>
          <a:xfrm>
            <a:off x="2859156" y="1956932"/>
            <a:ext cx="1172817" cy="1172817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6D50C6-0B23-975C-4368-B0A589F506A0}"/>
              </a:ext>
            </a:extLst>
          </p:cNvPr>
          <p:cNvSpPr/>
          <p:nvPr/>
        </p:nvSpPr>
        <p:spPr>
          <a:xfrm>
            <a:off x="4184374" y="1956932"/>
            <a:ext cx="1172817" cy="1172817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668851-B8B9-A1E3-6D6A-50FE1C2901D0}"/>
              </a:ext>
            </a:extLst>
          </p:cNvPr>
          <p:cNvSpPr/>
          <p:nvPr/>
        </p:nvSpPr>
        <p:spPr>
          <a:xfrm>
            <a:off x="5509592" y="1956932"/>
            <a:ext cx="1172817" cy="1172817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6900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4450AA-429F-2013-A1DD-43A6D40D4B1B}"/>
              </a:ext>
            </a:extLst>
          </p:cNvPr>
          <p:cNvSpPr/>
          <p:nvPr/>
        </p:nvSpPr>
        <p:spPr>
          <a:xfrm>
            <a:off x="6834810" y="1956932"/>
            <a:ext cx="1172817" cy="1172817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0B97E3-3EC1-12BF-CDE4-D0FA990BD70D}"/>
              </a:ext>
            </a:extLst>
          </p:cNvPr>
          <p:cNvSpPr/>
          <p:nvPr/>
        </p:nvSpPr>
        <p:spPr>
          <a:xfrm>
            <a:off x="8160028" y="1956932"/>
            <a:ext cx="1172817" cy="1172817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4512540-A189-2797-A05F-F4C8219B2308}"/>
              </a:ext>
            </a:extLst>
          </p:cNvPr>
          <p:cNvSpPr/>
          <p:nvPr/>
        </p:nvSpPr>
        <p:spPr>
          <a:xfrm>
            <a:off x="2859156" y="3295402"/>
            <a:ext cx="1172817" cy="1172817"/>
          </a:xfrm>
          <a:prstGeom prst="roundRect">
            <a:avLst>
              <a:gd name="adj" fmla="val 4238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523292E-41E2-2F6D-4B47-523C70B6ADC9}"/>
              </a:ext>
            </a:extLst>
          </p:cNvPr>
          <p:cNvSpPr/>
          <p:nvPr/>
        </p:nvSpPr>
        <p:spPr>
          <a:xfrm>
            <a:off x="4184373" y="3295402"/>
            <a:ext cx="1172817" cy="1172817"/>
          </a:xfrm>
          <a:prstGeom prst="roundRect">
            <a:avLst>
              <a:gd name="adj" fmla="val 4238"/>
            </a:avLst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5A3ADE7-238F-E848-6ED2-28804E103B85}"/>
              </a:ext>
            </a:extLst>
          </p:cNvPr>
          <p:cNvSpPr/>
          <p:nvPr/>
        </p:nvSpPr>
        <p:spPr>
          <a:xfrm>
            <a:off x="5509590" y="3295402"/>
            <a:ext cx="1172817" cy="1172817"/>
          </a:xfrm>
          <a:prstGeom prst="roundRect">
            <a:avLst>
              <a:gd name="adj" fmla="val 4238"/>
            </a:avLst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69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3A2C86A-9EAD-D410-7B84-BC0059341831}"/>
              </a:ext>
            </a:extLst>
          </p:cNvPr>
          <p:cNvSpPr/>
          <p:nvPr/>
        </p:nvSpPr>
        <p:spPr>
          <a:xfrm>
            <a:off x="6834807" y="3295402"/>
            <a:ext cx="1172817" cy="1172817"/>
          </a:xfrm>
          <a:prstGeom prst="roundRect">
            <a:avLst>
              <a:gd name="adj" fmla="val 4238"/>
            </a:avLst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A7004E9-81D7-7B79-22EA-3BF84E277799}"/>
              </a:ext>
            </a:extLst>
          </p:cNvPr>
          <p:cNvSpPr/>
          <p:nvPr/>
        </p:nvSpPr>
        <p:spPr>
          <a:xfrm>
            <a:off x="8160024" y="3295402"/>
            <a:ext cx="1172817" cy="1172817"/>
          </a:xfrm>
          <a:prstGeom prst="roundRect">
            <a:avLst>
              <a:gd name="adj" fmla="val 4238"/>
            </a:avLst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63A7EC4-8AD7-3766-A3B5-DF7FAF5A3944}"/>
              </a:ext>
            </a:extLst>
          </p:cNvPr>
          <p:cNvSpPr/>
          <p:nvPr/>
        </p:nvSpPr>
        <p:spPr>
          <a:xfrm>
            <a:off x="2859156" y="4633872"/>
            <a:ext cx="1172817" cy="1172817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2B7F24F-A2BD-53FA-AD77-6EAA5C9CD6C4}"/>
              </a:ext>
            </a:extLst>
          </p:cNvPr>
          <p:cNvSpPr/>
          <p:nvPr/>
        </p:nvSpPr>
        <p:spPr>
          <a:xfrm>
            <a:off x="4184373" y="4633872"/>
            <a:ext cx="1172817" cy="117281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595733F-2FD5-F066-5C7B-EC8D7E48F0DF}"/>
              </a:ext>
            </a:extLst>
          </p:cNvPr>
          <p:cNvSpPr/>
          <p:nvPr/>
        </p:nvSpPr>
        <p:spPr>
          <a:xfrm>
            <a:off x="5509590" y="4633872"/>
            <a:ext cx="1172817" cy="1172817"/>
          </a:xfrm>
          <a:prstGeom prst="ellipse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6900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487634-53D8-9365-10E7-DA08134C0EC4}"/>
              </a:ext>
            </a:extLst>
          </p:cNvPr>
          <p:cNvSpPr/>
          <p:nvPr/>
        </p:nvSpPr>
        <p:spPr>
          <a:xfrm>
            <a:off x="6834807" y="4633872"/>
            <a:ext cx="1172817" cy="1172817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58DE4DD-9F7D-C230-3862-0623F9EE53BF}"/>
              </a:ext>
            </a:extLst>
          </p:cNvPr>
          <p:cNvSpPr/>
          <p:nvPr/>
        </p:nvSpPr>
        <p:spPr>
          <a:xfrm>
            <a:off x="8160024" y="4633872"/>
            <a:ext cx="1172817" cy="1172817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 panose="020F0502020204030204" pitchFamily="34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69822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3DF10E4-D1EF-6724-8E82-ECCFB4DF0B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5D864F-DAB2-BD77-D609-E2D85582B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Timeline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13AAD-089C-6448-42E7-36425F54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4981F7-4C31-C05C-62F8-960770FA2460}"/>
              </a:ext>
            </a:extLst>
          </p:cNvPr>
          <p:cNvCxnSpPr>
            <a:cxnSpLocks/>
          </p:cNvCxnSpPr>
          <p:nvPr/>
        </p:nvCxnSpPr>
        <p:spPr>
          <a:xfrm flipH="1">
            <a:off x="1471429" y="3665512"/>
            <a:ext cx="9324000" cy="8580"/>
          </a:xfrm>
          <a:prstGeom prst="line">
            <a:avLst/>
          </a:prstGeom>
          <a:ln w="19050">
            <a:solidFill>
              <a:schemeClr val="accent1"/>
            </a:solidFill>
            <a:headEnd type="arrow" w="lg" len="sm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A006FCF-CE1D-8FA1-6CAC-1795B433EFD2}"/>
              </a:ext>
            </a:extLst>
          </p:cNvPr>
          <p:cNvSpPr/>
          <p:nvPr/>
        </p:nvSpPr>
        <p:spPr>
          <a:xfrm>
            <a:off x="1710676" y="3328463"/>
            <a:ext cx="700088" cy="700088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78A973-A123-17A9-A20E-01BDB6301907}"/>
              </a:ext>
            </a:extLst>
          </p:cNvPr>
          <p:cNvSpPr/>
          <p:nvPr/>
        </p:nvSpPr>
        <p:spPr>
          <a:xfrm>
            <a:off x="6178556" y="3328463"/>
            <a:ext cx="700088" cy="700088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FCADDD2-A6D4-1749-39DB-10C98BF5E4F4}"/>
              </a:ext>
            </a:extLst>
          </p:cNvPr>
          <p:cNvSpPr/>
          <p:nvPr/>
        </p:nvSpPr>
        <p:spPr>
          <a:xfrm>
            <a:off x="7521296" y="3328463"/>
            <a:ext cx="700088" cy="700088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DF2F4-775F-C845-B586-28FF8AA99E1E}"/>
              </a:ext>
            </a:extLst>
          </p:cNvPr>
          <p:cNvSpPr txBox="1"/>
          <p:nvPr/>
        </p:nvSpPr>
        <p:spPr>
          <a:xfrm>
            <a:off x="3330394" y="4615731"/>
            <a:ext cx="1459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A44D51-E3F9-6573-0F93-C46DC0601E5F}"/>
              </a:ext>
            </a:extLst>
          </p:cNvPr>
          <p:cNvSpPr txBox="1"/>
          <p:nvPr/>
        </p:nvSpPr>
        <p:spPr>
          <a:xfrm>
            <a:off x="5782709" y="4615731"/>
            <a:ext cx="1507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808276-4A5E-EEC3-F98A-BA4AC6DF5EF1}"/>
              </a:ext>
            </a:extLst>
          </p:cNvPr>
          <p:cNvSpPr txBox="1"/>
          <p:nvPr/>
        </p:nvSpPr>
        <p:spPr>
          <a:xfrm>
            <a:off x="6923690" y="2266856"/>
            <a:ext cx="1885696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40CE7E-82EC-89CD-69C2-38A36DDEFF7E}"/>
              </a:ext>
            </a:extLst>
          </p:cNvPr>
          <p:cNvSpPr/>
          <p:nvPr/>
        </p:nvSpPr>
        <p:spPr>
          <a:xfrm>
            <a:off x="3710247" y="3328463"/>
            <a:ext cx="700088" cy="700088"/>
          </a:xfrm>
          <a:prstGeom prst="ellipse">
            <a:avLst/>
          </a:prstGeom>
          <a:solidFill>
            <a:schemeClr val="accent2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A92E57-9A3E-C667-3DC8-0469EAE41289}"/>
              </a:ext>
            </a:extLst>
          </p:cNvPr>
          <p:cNvSpPr txBox="1"/>
          <p:nvPr/>
        </p:nvSpPr>
        <p:spPr>
          <a:xfrm>
            <a:off x="3316220" y="2266856"/>
            <a:ext cx="1500157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B37F8B-B26D-1FB9-C699-BA7F01E67F67}"/>
              </a:ext>
            </a:extLst>
          </p:cNvPr>
          <p:cNvCxnSpPr>
            <a:cxnSpLocks/>
          </p:cNvCxnSpPr>
          <p:nvPr/>
        </p:nvCxnSpPr>
        <p:spPr>
          <a:xfrm>
            <a:off x="4060291" y="4084753"/>
            <a:ext cx="0" cy="497112"/>
          </a:xfrm>
          <a:prstGeom prst="line">
            <a:avLst/>
          </a:prstGeom>
          <a:ln w="12700">
            <a:solidFill>
              <a:srgbClr val="0F2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19B2F5-BF7F-F4FC-0681-9588FF36CEB1}"/>
              </a:ext>
            </a:extLst>
          </p:cNvPr>
          <p:cNvCxnSpPr>
            <a:cxnSpLocks/>
          </p:cNvCxnSpPr>
          <p:nvPr/>
        </p:nvCxnSpPr>
        <p:spPr>
          <a:xfrm>
            <a:off x="4060290" y="2704258"/>
            <a:ext cx="0" cy="497112"/>
          </a:xfrm>
          <a:prstGeom prst="line">
            <a:avLst/>
          </a:prstGeom>
          <a:ln w="12700">
            <a:solidFill>
              <a:srgbClr val="0F2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42DE76-0817-91D1-7326-1705A7E51266}"/>
              </a:ext>
            </a:extLst>
          </p:cNvPr>
          <p:cNvCxnSpPr>
            <a:cxnSpLocks/>
          </p:cNvCxnSpPr>
          <p:nvPr/>
        </p:nvCxnSpPr>
        <p:spPr>
          <a:xfrm>
            <a:off x="6528599" y="4084753"/>
            <a:ext cx="0" cy="497112"/>
          </a:xfrm>
          <a:prstGeom prst="line">
            <a:avLst/>
          </a:prstGeom>
          <a:ln w="12700">
            <a:solidFill>
              <a:srgbClr val="0F2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534097-F4DD-505D-DC24-52667B6D7189}"/>
              </a:ext>
            </a:extLst>
          </p:cNvPr>
          <p:cNvCxnSpPr>
            <a:cxnSpLocks/>
          </p:cNvCxnSpPr>
          <p:nvPr/>
        </p:nvCxnSpPr>
        <p:spPr>
          <a:xfrm>
            <a:off x="7871339" y="2704258"/>
            <a:ext cx="0" cy="497112"/>
          </a:xfrm>
          <a:prstGeom prst="line">
            <a:avLst/>
          </a:prstGeom>
          <a:ln w="12700">
            <a:solidFill>
              <a:srgbClr val="0F2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389FCCA-CCDC-8A61-24E7-8B8D32DCE936}"/>
              </a:ext>
            </a:extLst>
          </p:cNvPr>
          <p:cNvSpPr txBox="1"/>
          <p:nvPr/>
        </p:nvSpPr>
        <p:spPr>
          <a:xfrm>
            <a:off x="1322356" y="4615731"/>
            <a:ext cx="1459794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lnSpc>
                <a:spcPts val="2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Start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2FD020-FEC6-1194-7B7C-3AADA8DA6BC3}"/>
              </a:ext>
            </a:extLst>
          </p:cNvPr>
          <p:cNvCxnSpPr>
            <a:cxnSpLocks/>
          </p:cNvCxnSpPr>
          <p:nvPr/>
        </p:nvCxnSpPr>
        <p:spPr>
          <a:xfrm>
            <a:off x="2052253" y="4084753"/>
            <a:ext cx="0" cy="497112"/>
          </a:xfrm>
          <a:prstGeom prst="line">
            <a:avLst/>
          </a:prstGeom>
          <a:ln w="12700">
            <a:solidFill>
              <a:srgbClr val="0F20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C099BB3-7F5D-8D57-4262-F45820AA7D41}"/>
              </a:ext>
            </a:extLst>
          </p:cNvPr>
          <p:cNvCxnSpPr>
            <a:cxnSpLocks/>
          </p:cNvCxnSpPr>
          <p:nvPr/>
        </p:nvCxnSpPr>
        <p:spPr>
          <a:xfrm>
            <a:off x="4892892" y="3952880"/>
            <a:ext cx="0" cy="174612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0B3D5A7-F99E-F1FC-FA05-70686D57030B}"/>
              </a:ext>
            </a:extLst>
          </p:cNvPr>
          <p:cNvSpPr txBox="1"/>
          <p:nvPr/>
        </p:nvSpPr>
        <p:spPr>
          <a:xfrm>
            <a:off x="4352795" y="5699000"/>
            <a:ext cx="1080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69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86AF35-C473-E195-7036-7619470A929C}"/>
              </a:ext>
            </a:extLst>
          </p:cNvPr>
          <p:cNvSpPr txBox="1"/>
          <p:nvPr/>
        </p:nvSpPr>
        <p:spPr>
          <a:xfrm>
            <a:off x="5099078" y="1404434"/>
            <a:ext cx="930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69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B2676B-789A-7E71-6480-79C77DF7C1F6}"/>
              </a:ext>
            </a:extLst>
          </p:cNvPr>
          <p:cNvSpPr txBox="1"/>
          <p:nvPr/>
        </p:nvSpPr>
        <p:spPr>
          <a:xfrm>
            <a:off x="8323939" y="5699000"/>
            <a:ext cx="1080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69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07FAFA0-EC35-1D02-317C-4D4F6859FBDC}"/>
              </a:ext>
            </a:extLst>
          </p:cNvPr>
          <p:cNvSpPr/>
          <p:nvPr/>
        </p:nvSpPr>
        <p:spPr>
          <a:xfrm>
            <a:off x="4712892" y="3493460"/>
            <a:ext cx="360000" cy="360000"/>
          </a:xfrm>
          <a:prstGeom prst="ellipse">
            <a:avLst/>
          </a:prstGeom>
          <a:solidFill>
            <a:schemeClr val="accent3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5292131-845F-A530-AA76-2407BBDC759E}"/>
              </a:ext>
            </a:extLst>
          </p:cNvPr>
          <p:cNvSpPr/>
          <p:nvPr/>
        </p:nvSpPr>
        <p:spPr>
          <a:xfrm>
            <a:off x="5384296" y="3493460"/>
            <a:ext cx="360000" cy="360000"/>
          </a:xfrm>
          <a:prstGeom prst="ellipse">
            <a:avLst/>
          </a:prstGeom>
          <a:solidFill>
            <a:schemeClr val="accent3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4F75587-07DC-9077-8ACE-2D4B35165023}"/>
              </a:ext>
            </a:extLst>
          </p:cNvPr>
          <p:cNvSpPr/>
          <p:nvPr/>
        </p:nvSpPr>
        <p:spPr>
          <a:xfrm>
            <a:off x="8684036" y="3493460"/>
            <a:ext cx="360000" cy="360000"/>
          </a:xfrm>
          <a:prstGeom prst="ellipse">
            <a:avLst/>
          </a:prstGeom>
          <a:solidFill>
            <a:schemeClr val="accent3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23555E-0E86-5BEF-F838-B5041ADC89E5}"/>
              </a:ext>
            </a:extLst>
          </p:cNvPr>
          <p:cNvGrpSpPr/>
          <p:nvPr/>
        </p:nvGrpSpPr>
        <p:grpSpPr>
          <a:xfrm>
            <a:off x="8917288" y="3328463"/>
            <a:ext cx="1952356" cy="1625822"/>
            <a:chOff x="8190351" y="3293433"/>
            <a:chExt cx="1952356" cy="162582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60434E5-71CB-836C-E5CE-904E7525962E}"/>
                </a:ext>
              </a:extLst>
            </p:cNvPr>
            <p:cNvSpPr/>
            <p:nvPr/>
          </p:nvSpPr>
          <p:spPr>
            <a:xfrm>
              <a:off x="8816485" y="3293433"/>
              <a:ext cx="700088" cy="700088"/>
            </a:xfrm>
            <a:prstGeom prst="ellipse">
              <a:avLst/>
            </a:prstGeom>
            <a:solidFill>
              <a:schemeClr val="accent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67B5B3-3902-DE98-61C1-F421C66D6689}"/>
                </a:ext>
              </a:extLst>
            </p:cNvPr>
            <p:cNvSpPr txBox="1"/>
            <p:nvPr/>
          </p:nvSpPr>
          <p:spPr>
            <a:xfrm>
              <a:off x="8190351" y="4580701"/>
              <a:ext cx="1952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51F6D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TEXT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B79791D-160F-224B-1E6C-1A97575AE7C0}"/>
                </a:ext>
              </a:extLst>
            </p:cNvPr>
            <p:cNvCxnSpPr>
              <a:cxnSpLocks/>
            </p:cNvCxnSpPr>
            <p:nvPr/>
          </p:nvCxnSpPr>
          <p:spPr>
            <a:xfrm>
              <a:off x="9166529" y="4049723"/>
              <a:ext cx="0" cy="497112"/>
            </a:xfrm>
            <a:prstGeom prst="line">
              <a:avLst/>
            </a:prstGeom>
            <a:ln w="12700">
              <a:solidFill>
                <a:srgbClr val="0F206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DF42961-A802-1685-E783-3FB4066F0F8D}"/>
              </a:ext>
            </a:extLst>
          </p:cNvPr>
          <p:cNvCxnSpPr>
            <a:cxnSpLocks/>
          </p:cNvCxnSpPr>
          <p:nvPr/>
        </p:nvCxnSpPr>
        <p:spPr>
          <a:xfrm>
            <a:off x="8864036" y="3952880"/>
            <a:ext cx="0" cy="174612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51CC91-C9D0-A948-72F8-1C8F003E824F}"/>
              </a:ext>
            </a:extLst>
          </p:cNvPr>
          <p:cNvCxnSpPr>
            <a:cxnSpLocks/>
          </p:cNvCxnSpPr>
          <p:nvPr/>
        </p:nvCxnSpPr>
        <p:spPr>
          <a:xfrm>
            <a:off x="5556021" y="1681433"/>
            <a:ext cx="0" cy="174612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648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21D523-A2ED-DFE6-6B27-4FA810287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3F125A-09E4-DC34-4704-14F5A150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Project planning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21D79-5FD9-5D90-2579-3546B46C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1DACAB5-156D-5654-F055-9D16261B3559}"/>
              </a:ext>
            </a:extLst>
          </p:cNvPr>
          <p:cNvGrpSpPr/>
          <p:nvPr/>
        </p:nvGrpSpPr>
        <p:grpSpPr>
          <a:xfrm>
            <a:off x="809977" y="1573090"/>
            <a:ext cx="10572042" cy="4230626"/>
            <a:chOff x="311728" y="4156084"/>
            <a:chExt cx="8213416" cy="43697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305DA0C-BAAF-7D7A-67B1-E7CEE5DE8DCE}"/>
                </a:ext>
              </a:extLst>
            </p:cNvPr>
            <p:cNvCxnSpPr>
              <a:cxnSpLocks/>
            </p:cNvCxnSpPr>
            <p:nvPr/>
          </p:nvCxnSpPr>
          <p:spPr>
            <a:xfrm>
              <a:off x="311728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7769E99-27A6-20B6-00E4-4311095AA893}"/>
                </a:ext>
              </a:extLst>
            </p:cNvPr>
            <p:cNvCxnSpPr>
              <a:cxnSpLocks/>
            </p:cNvCxnSpPr>
            <p:nvPr/>
          </p:nvCxnSpPr>
          <p:spPr>
            <a:xfrm>
              <a:off x="8525144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C412F96-1ABB-56CD-1152-603A1DCDCA57}"/>
                </a:ext>
              </a:extLst>
            </p:cNvPr>
            <p:cNvCxnSpPr>
              <a:cxnSpLocks/>
            </p:cNvCxnSpPr>
            <p:nvPr/>
          </p:nvCxnSpPr>
          <p:spPr>
            <a:xfrm>
              <a:off x="996179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E753983-89F3-4F38-1A38-AD4DC8E6B1F6}"/>
                </a:ext>
              </a:extLst>
            </p:cNvPr>
            <p:cNvCxnSpPr>
              <a:cxnSpLocks/>
            </p:cNvCxnSpPr>
            <p:nvPr/>
          </p:nvCxnSpPr>
          <p:spPr>
            <a:xfrm>
              <a:off x="1680630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35C8A15-9878-B44C-9F51-14A18FA0414B}"/>
                </a:ext>
              </a:extLst>
            </p:cNvPr>
            <p:cNvCxnSpPr>
              <a:cxnSpLocks/>
            </p:cNvCxnSpPr>
            <p:nvPr/>
          </p:nvCxnSpPr>
          <p:spPr>
            <a:xfrm>
              <a:off x="2365081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267C81C-8703-46B6-DE04-411427781FB1}"/>
                </a:ext>
              </a:extLst>
            </p:cNvPr>
            <p:cNvCxnSpPr>
              <a:cxnSpLocks/>
            </p:cNvCxnSpPr>
            <p:nvPr/>
          </p:nvCxnSpPr>
          <p:spPr>
            <a:xfrm>
              <a:off x="3049532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1EA883-FF85-3D96-4497-28120E1629CC}"/>
                </a:ext>
              </a:extLst>
            </p:cNvPr>
            <p:cNvCxnSpPr>
              <a:cxnSpLocks/>
            </p:cNvCxnSpPr>
            <p:nvPr/>
          </p:nvCxnSpPr>
          <p:spPr>
            <a:xfrm>
              <a:off x="3733983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844D9EF-8652-296C-EDD2-09CAF1CE457F}"/>
                </a:ext>
              </a:extLst>
            </p:cNvPr>
            <p:cNvCxnSpPr>
              <a:cxnSpLocks/>
            </p:cNvCxnSpPr>
            <p:nvPr/>
          </p:nvCxnSpPr>
          <p:spPr>
            <a:xfrm>
              <a:off x="4418434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03B71D-5D00-5C25-D832-06E5B7FB457F}"/>
                </a:ext>
              </a:extLst>
            </p:cNvPr>
            <p:cNvCxnSpPr>
              <a:cxnSpLocks/>
            </p:cNvCxnSpPr>
            <p:nvPr/>
          </p:nvCxnSpPr>
          <p:spPr>
            <a:xfrm>
              <a:off x="5102885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89DAA63-1CA0-199A-7E09-96A072298A37}"/>
                </a:ext>
              </a:extLst>
            </p:cNvPr>
            <p:cNvCxnSpPr>
              <a:cxnSpLocks/>
            </p:cNvCxnSpPr>
            <p:nvPr/>
          </p:nvCxnSpPr>
          <p:spPr>
            <a:xfrm>
              <a:off x="5787336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C0AA7E6-9345-1370-ECBA-8248D19A2036}"/>
                </a:ext>
              </a:extLst>
            </p:cNvPr>
            <p:cNvCxnSpPr>
              <a:cxnSpLocks/>
            </p:cNvCxnSpPr>
            <p:nvPr/>
          </p:nvCxnSpPr>
          <p:spPr>
            <a:xfrm>
              <a:off x="6471787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5ACF42F-2288-EC3D-812A-FABE645DD7F2}"/>
                </a:ext>
              </a:extLst>
            </p:cNvPr>
            <p:cNvCxnSpPr>
              <a:cxnSpLocks/>
            </p:cNvCxnSpPr>
            <p:nvPr/>
          </p:nvCxnSpPr>
          <p:spPr>
            <a:xfrm>
              <a:off x="7156238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AA483BC-1267-14F1-857B-794D9E781BDA}"/>
                </a:ext>
              </a:extLst>
            </p:cNvPr>
            <p:cNvCxnSpPr>
              <a:cxnSpLocks/>
            </p:cNvCxnSpPr>
            <p:nvPr/>
          </p:nvCxnSpPr>
          <p:spPr>
            <a:xfrm>
              <a:off x="7840689" y="4156084"/>
              <a:ext cx="0" cy="436970"/>
            </a:xfrm>
            <a:prstGeom prst="line">
              <a:avLst/>
            </a:prstGeom>
            <a:ln w="63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32F8E7-D6FD-B304-B07A-76783B07D561}"/>
              </a:ext>
            </a:extLst>
          </p:cNvPr>
          <p:cNvCxnSpPr/>
          <p:nvPr/>
        </p:nvCxnSpPr>
        <p:spPr>
          <a:xfrm>
            <a:off x="809977" y="5532905"/>
            <a:ext cx="10577012" cy="0"/>
          </a:xfrm>
          <a:prstGeom prst="line">
            <a:avLst/>
          </a:prstGeom>
          <a:ln w="63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7938F0B-7C4A-B013-6AB4-73D1A880234B}"/>
              </a:ext>
            </a:extLst>
          </p:cNvPr>
          <p:cNvSpPr/>
          <p:nvPr/>
        </p:nvSpPr>
        <p:spPr>
          <a:xfrm>
            <a:off x="805010" y="4682225"/>
            <a:ext cx="3523301" cy="33038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Tekst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A93F0EF-6E37-7531-2FF4-FF6118FF4910}"/>
              </a:ext>
            </a:extLst>
          </p:cNvPr>
          <p:cNvSpPr/>
          <p:nvPr/>
        </p:nvSpPr>
        <p:spPr>
          <a:xfrm>
            <a:off x="3447489" y="4126633"/>
            <a:ext cx="1761642" cy="3303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Tekst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DFE4BAC-8652-5350-EB57-0E5BA0DBD291}"/>
              </a:ext>
            </a:extLst>
          </p:cNvPr>
          <p:cNvSpPr/>
          <p:nvPr/>
        </p:nvSpPr>
        <p:spPr>
          <a:xfrm>
            <a:off x="2969198" y="3571043"/>
            <a:ext cx="2718225" cy="33038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Tekst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7C0C0F7-7A3F-0031-5B56-17C22E18C85D}"/>
              </a:ext>
            </a:extLst>
          </p:cNvPr>
          <p:cNvSpPr/>
          <p:nvPr/>
        </p:nvSpPr>
        <p:spPr>
          <a:xfrm>
            <a:off x="5209130" y="3015453"/>
            <a:ext cx="2642515" cy="3303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Tekst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5770E28-E30A-CDDC-A036-5234B9017F48}"/>
              </a:ext>
            </a:extLst>
          </p:cNvPr>
          <p:cNvSpPr/>
          <p:nvPr/>
        </p:nvSpPr>
        <p:spPr>
          <a:xfrm>
            <a:off x="6089986" y="2459862"/>
            <a:ext cx="4404147" cy="33038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Tekst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F9A77AB-5D0F-9C6D-7DAB-152B9E00A794}"/>
              </a:ext>
            </a:extLst>
          </p:cNvPr>
          <p:cNvSpPr/>
          <p:nvPr/>
        </p:nvSpPr>
        <p:spPr>
          <a:xfrm>
            <a:off x="6970818" y="1904272"/>
            <a:ext cx="2642488" cy="33038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9050">
            <a:solidFill>
              <a:schemeClr val="accent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Tekst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F175E3-A551-0268-B2CE-BEDA84371862}"/>
              </a:ext>
            </a:extLst>
          </p:cNvPr>
          <p:cNvSpPr txBox="1"/>
          <p:nvPr/>
        </p:nvSpPr>
        <p:spPr>
          <a:xfrm>
            <a:off x="805011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B6D290-721D-0B07-1F7B-8A1F44107337}"/>
              </a:ext>
            </a:extLst>
          </p:cNvPr>
          <p:cNvSpPr txBox="1"/>
          <p:nvPr/>
        </p:nvSpPr>
        <p:spPr>
          <a:xfrm>
            <a:off x="1685841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FEB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274B85-215F-15E8-9531-0D261C002712}"/>
              </a:ext>
            </a:extLst>
          </p:cNvPr>
          <p:cNvSpPr txBox="1"/>
          <p:nvPr/>
        </p:nvSpPr>
        <p:spPr>
          <a:xfrm>
            <a:off x="2566670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9281DF-A66F-235F-5766-36078231B9E2}"/>
              </a:ext>
            </a:extLst>
          </p:cNvPr>
          <p:cNvSpPr txBox="1"/>
          <p:nvPr/>
        </p:nvSpPr>
        <p:spPr>
          <a:xfrm>
            <a:off x="3447499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APR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5D16F2-BA17-EB81-D360-A0805835580D}"/>
              </a:ext>
            </a:extLst>
          </p:cNvPr>
          <p:cNvSpPr txBox="1"/>
          <p:nvPr/>
        </p:nvSpPr>
        <p:spPr>
          <a:xfrm>
            <a:off x="4328329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2A1CFB-2936-9C3F-2362-6538661479FA}"/>
              </a:ext>
            </a:extLst>
          </p:cNvPr>
          <p:cNvSpPr txBox="1"/>
          <p:nvPr/>
        </p:nvSpPr>
        <p:spPr>
          <a:xfrm>
            <a:off x="5209158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JUN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9F3CC-C90F-9B50-4285-4780E15628B8}"/>
              </a:ext>
            </a:extLst>
          </p:cNvPr>
          <p:cNvSpPr txBox="1"/>
          <p:nvPr/>
        </p:nvSpPr>
        <p:spPr>
          <a:xfrm>
            <a:off x="6089987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JUL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0D0890-7A82-DACC-B97B-1044F94A1E70}"/>
              </a:ext>
            </a:extLst>
          </p:cNvPr>
          <p:cNvSpPr txBox="1"/>
          <p:nvPr/>
        </p:nvSpPr>
        <p:spPr>
          <a:xfrm>
            <a:off x="6970816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AUG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D02F8E-D997-FC82-1D5A-877401DF6B91}"/>
              </a:ext>
            </a:extLst>
          </p:cNvPr>
          <p:cNvSpPr txBox="1"/>
          <p:nvPr/>
        </p:nvSpPr>
        <p:spPr>
          <a:xfrm>
            <a:off x="7851646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CCC668-7270-EECB-8DE7-C5F0EE64B58C}"/>
              </a:ext>
            </a:extLst>
          </p:cNvPr>
          <p:cNvSpPr txBox="1"/>
          <p:nvPr/>
        </p:nvSpPr>
        <p:spPr>
          <a:xfrm>
            <a:off x="8732475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OCT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52185F-89F6-D65C-5559-77C85B233489}"/>
              </a:ext>
            </a:extLst>
          </p:cNvPr>
          <p:cNvSpPr txBox="1"/>
          <p:nvPr/>
        </p:nvSpPr>
        <p:spPr>
          <a:xfrm>
            <a:off x="9613304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NOV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C9D7AD-5A40-91FE-E6B7-D85DA729D185}"/>
              </a:ext>
            </a:extLst>
          </p:cNvPr>
          <p:cNvSpPr txBox="1"/>
          <p:nvPr/>
        </p:nvSpPr>
        <p:spPr>
          <a:xfrm>
            <a:off x="10494139" y="5522489"/>
            <a:ext cx="88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BE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DEC</a:t>
            </a:r>
          </a:p>
        </p:txBody>
      </p:sp>
    </p:spTree>
    <p:extLst>
      <p:ext uri="{BB962C8B-B14F-4D97-AF65-F5344CB8AC3E}">
        <p14:creationId xmlns:p14="http://schemas.microsoft.com/office/powerpoint/2010/main" val="4040431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BE1E6A-6086-FC48-1159-041254247C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BE"/>
              <a:t>At a glance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92BDF7C-8F31-0155-19B3-65EF30A6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 wheel</a:t>
            </a:r>
            <a:endParaRPr lang="en-BE" dirty="0"/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65CBA0BF-6AC6-BA56-BFD4-FB6F16E9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8828AA3E-50BA-406F-C401-736F1DCB9DB1}"/>
              </a:ext>
            </a:extLst>
          </p:cNvPr>
          <p:cNvSpPr/>
          <p:nvPr/>
        </p:nvSpPr>
        <p:spPr>
          <a:xfrm flipH="1">
            <a:off x="4519853" y="1736372"/>
            <a:ext cx="601127" cy="345328"/>
          </a:xfrm>
          <a:custGeom>
            <a:avLst/>
            <a:gdLst>
              <a:gd name="csX0" fmla="*/ 0 w 622853"/>
              <a:gd name="csY0" fmla="*/ 357809 h 357809"/>
              <a:gd name="csX1" fmla="*/ 357809 w 622853"/>
              <a:gd name="csY1" fmla="*/ 0 h 357809"/>
              <a:gd name="csX2" fmla="*/ 622853 w 622853"/>
              <a:gd name="csY2" fmla="*/ 0 h 357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2853" h="357809">
                <a:moveTo>
                  <a:pt x="0" y="357809"/>
                </a:moveTo>
                <a:lnTo>
                  <a:pt x="357809" y="0"/>
                </a:lnTo>
                <a:lnTo>
                  <a:pt x="622853" y="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FD05992-F636-7053-7923-CB5E1DBD4537}"/>
              </a:ext>
            </a:extLst>
          </p:cNvPr>
          <p:cNvCxnSpPr>
            <a:cxnSpLocks/>
          </p:cNvCxnSpPr>
          <p:nvPr/>
        </p:nvCxnSpPr>
        <p:spPr>
          <a:xfrm flipH="1" flipV="1">
            <a:off x="3813315" y="3779027"/>
            <a:ext cx="322127" cy="533"/>
          </a:xfrm>
          <a:prstGeom prst="line">
            <a:avLst/>
          </a:pr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Freeform 79">
            <a:extLst>
              <a:ext uri="{FF2B5EF4-FFF2-40B4-BE49-F238E27FC236}">
                <a16:creationId xmlns:a16="http://schemas.microsoft.com/office/drawing/2014/main" id="{FB83F49C-C5EF-0BFA-D90F-104CDBB74B12}"/>
              </a:ext>
            </a:extLst>
          </p:cNvPr>
          <p:cNvSpPr/>
          <p:nvPr/>
        </p:nvSpPr>
        <p:spPr>
          <a:xfrm flipH="1" flipV="1">
            <a:off x="4528146" y="5480738"/>
            <a:ext cx="601127" cy="345328"/>
          </a:xfrm>
          <a:custGeom>
            <a:avLst/>
            <a:gdLst>
              <a:gd name="csX0" fmla="*/ 0 w 622853"/>
              <a:gd name="csY0" fmla="*/ 357809 h 357809"/>
              <a:gd name="csX1" fmla="*/ 357809 w 622853"/>
              <a:gd name="csY1" fmla="*/ 0 h 357809"/>
              <a:gd name="csX2" fmla="*/ 622853 w 622853"/>
              <a:gd name="csY2" fmla="*/ 0 h 357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2853" h="357809">
                <a:moveTo>
                  <a:pt x="0" y="357809"/>
                </a:moveTo>
                <a:lnTo>
                  <a:pt x="357809" y="0"/>
                </a:lnTo>
                <a:lnTo>
                  <a:pt x="622853" y="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0E5201E4-D464-C68B-FFA9-D7A470904DD6}"/>
              </a:ext>
            </a:extLst>
          </p:cNvPr>
          <p:cNvSpPr/>
          <p:nvPr/>
        </p:nvSpPr>
        <p:spPr>
          <a:xfrm flipV="1">
            <a:off x="7094300" y="5480738"/>
            <a:ext cx="601127" cy="345328"/>
          </a:xfrm>
          <a:custGeom>
            <a:avLst/>
            <a:gdLst>
              <a:gd name="csX0" fmla="*/ 0 w 622853"/>
              <a:gd name="csY0" fmla="*/ 357809 h 357809"/>
              <a:gd name="csX1" fmla="*/ 357809 w 622853"/>
              <a:gd name="csY1" fmla="*/ 0 h 357809"/>
              <a:gd name="csX2" fmla="*/ 622853 w 622853"/>
              <a:gd name="csY2" fmla="*/ 0 h 357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2853" h="357809">
                <a:moveTo>
                  <a:pt x="0" y="357809"/>
                </a:moveTo>
                <a:lnTo>
                  <a:pt x="357809" y="0"/>
                </a:lnTo>
                <a:lnTo>
                  <a:pt x="622853" y="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34F6BF74-27F3-92BB-2E90-9CCDA06946C0}"/>
              </a:ext>
            </a:extLst>
          </p:cNvPr>
          <p:cNvSpPr/>
          <p:nvPr/>
        </p:nvSpPr>
        <p:spPr>
          <a:xfrm>
            <a:off x="7094300" y="1736372"/>
            <a:ext cx="601127" cy="345328"/>
          </a:xfrm>
          <a:custGeom>
            <a:avLst/>
            <a:gdLst>
              <a:gd name="csX0" fmla="*/ 0 w 622853"/>
              <a:gd name="csY0" fmla="*/ 357809 h 357809"/>
              <a:gd name="csX1" fmla="*/ 357809 w 622853"/>
              <a:gd name="csY1" fmla="*/ 0 h 357809"/>
              <a:gd name="csX2" fmla="*/ 622853 w 622853"/>
              <a:gd name="csY2" fmla="*/ 0 h 357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2853" h="357809">
                <a:moveTo>
                  <a:pt x="0" y="357809"/>
                </a:moveTo>
                <a:lnTo>
                  <a:pt x="357809" y="0"/>
                </a:lnTo>
                <a:lnTo>
                  <a:pt x="622853" y="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6D3BCF11-3B24-EB75-6254-C76A7C9D6F6C}"/>
              </a:ext>
            </a:extLst>
          </p:cNvPr>
          <p:cNvSpPr>
            <a:spLocks/>
          </p:cNvSpPr>
          <p:nvPr/>
        </p:nvSpPr>
        <p:spPr bwMode="auto">
          <a:xfrm>
            <a:off x="7059971" y="2862119"/>
            <a:ext cx="1006364" cy="1834882"/>
          </a:xfrm>
          <a:custGeom>
            <a:avLst/>
            <a:gdLst>
              <a:gd name="T0" fmla="*/ 40 w 400"/>
              <a:gd name="T1" fmla="*/ 364 h 728"/>
              <a:gd name="T2" fmla="*/ 7 w 400"/>
              <a:gd name="T3" fmla="*/ 527 h 728"/>
              <a:gd name="T4" fmla="*/ 23 w 400"/>
              <a:gd name="T5" fmla="*/ 574 h 728"/>
              <a:gd name="T6" fmla="*/ 271 w 400"/>
              <a:gd name="T7" fmla="*/ 717 h 728"/>
              <a:gd name="T8" fmla="*/ 324 w 400"/>
              <a:gd name="T9" fmla="*/ 700 h 728"/>
              <a:gd name="T10" fmla="*/ 400 w 400"/>
              <a:gd name="T11" fmla="*/ 364 h 728"/>
              <a:gd name="T12" fmla="*/ 324 w 400"/>
              <a:gd name="T13" fmla="*/ 28 h 728"/>
              <a:gd name="T14" fmla="*/ 271 w 400"/>
              <a:gd name="T15" fmla="*/ 11 h 728"/>
              <a:gd name="T16" fmla="*/ 23 w 400"/>
              <a:gd name="T17" fmla="*/ 154 h 728"/>
              <a:gd name="T18" fmla="*/ 7 w 400"/>
              <a:gd name="T19" fmla="*/ 201 h 728"/>
              <a:gd name="T20" fmla="*/ 40 w 400"/>
              <a:gd name="T21" fmla="*/ 364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0" h="728">
                <a:moveTo>
                  <a:pt x="40" y="364"/>
                </a:moveTo>
                <a:cubicBezTo>
                  <a:pt x="40" y="422"/>
                  <a:pt x="28" y="477"/>
                  <a:pt x="7" y="527"/>
                </a:cubicBezTo>
                <a:cubicBezTo>
                  <a:pt x="0" y="544"/>
                  <a:pt x="7" y="564"/>
                  <a:pt x="23" y="574"/>
                </a:cubicBezTo>
                <a:cubicBezTo>
                  <a:pt x="271" y="717"/>
                  <a:pt x="271" y="717"/>
                  <a:pt x="271" y="717"/>
                </a:cubicBezTo>
                <a:cubicBezTo>
                  <a:pt x="290" y="728"/>
                  <a:pt x="314" y="720"/>
                  <a:pt x="324" y="700"/>
                </a:cubicBezTo>
                <a:cubicBezTo>
                  <a:pt x="373" y="598"/>
                  <a:pt x="400" y="484"/>
                  <a:pt x="400" y="364"/>
                </a:cubicBezTo>
                <a:cubicBezTo>
                  <a:pt x="400" y="244"/>
                  <a:pt x="373" y="130"/>
                  <a:pt x="324" y="28"/>
                </a:cubicBezTo>
                <a:cubicBezTo>
                  <a:pt x="314" y="8"/>
                  <a:pt x="290" y="0"/>
                  <a:pt x="271" y="11"/>
                </a:cubicBezTo>
                <a:cubicBezTo>
                  <a:pt x="23" y="154"/>
                  <a:pt x="23" y="154"/>
                  <a:pt x="23" y="154"/>
                </a:cubicBezTo>
                <a:cubicBezTo>
                  <a:pt x="7" y="164"/>
                  <a:pt x="0" y="184"/>
                  <a:pt x="7" y="201"/>
                </a:cubicBezTo>
                <a:cubicBezTo>
                  <a:pt x="28" y="251"/>
                  <a:pt x="40" y="306"/>
                  <a:pt x="40" y="36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736FB53-186D-6925-DC77-E393160AA818}"/>
              </a:ext>
            </a:extLst>
          </p:cNvPr>
          <p:cNvSpPr>
            <a:spLocks/>
          </p:cNvSpPr>
          <p:nvPr/>
        </p:nvSpPr>
        <p:spPr bwMode="auto">
          <a:xfrm>
            <a:off x="6153712" y="1816353"/>
            <a:ext cx="1600598" cy="1370571"/>
          </a:xfrm>
          <a:custGeom>
            <a:avLst/>
            <a:gdLst>
              <a:gd name="T0" fmla="*/ 190 w 636"/>
              <a:gd name="T1" fmla="*/ 415 h 544"/>
              <a:gd name="T2" fmla="*/ 314 w 636"/>
              <a:gd name="T3" fmla="*/ 525 h 544"/>
              <a:gd name="T4" fmla="*/ 363 w 636"/>
              <a:gd name="T5" fmla="*/ 535 h 544"/>
              <a:gd name="T6" fmla="*/ 611 w 636"/>
              <a:gd name="T7" fmla="*/ 392 h 544"/>
              <a:gd name="T8" fmla="*/ 623 w 636"/>
              <a:gd name="T9" fmla="*/ 338 h 544"/>
              <a:gd name="T10" fmla="*/ 370 w 636"/>
              <a:gd name="T11" fmla="*/ 104 h 544"/>
              <a:gd name="T12" fmla="*/ 40 w 636"/>
              <a:gd name="T13" fmla="*/ 1 h 544"/>
              <a:gd name="T14" fmla="*/ 0 w 636"/>
              <a:gd name="T15" fmla="*/ 39 h 544"/>
              <a:gd name="T16" fmla="*/ 0 w 636"/>
              <a:gd name="T17" fmla="*/ 325 h 544"/>
              <a:gd name="T18" fmla="*/ 33 w 636"/>
              <a:gd name="T19" fmla="*/ 362 h 544"/>
              <a:gd name="T20" fmla="*/ 190 w 636"/>
              <a:gd name="T21" fmla="*/ 415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190" y="415"/>
                </a:moveTo>
                <a:cubicBezTo>
                  <a:pt x="240" y="444"/>
                  <a:pt x="282" y="482"/>
                  <a:pt x="314" y="525"/>
                </a:cubicBezTo>
                <a:cubicBezTo>
                  <a:pt x="326" y="540"/>
                  <a:pt x="347" y="544"/>
                  <a:pt x="363" y="535"/>
                </a:cubicBezTo>
                <a:cubicBezTo>
                  <a:pt x="611" y="392"/>
                  <a:pt x="611" y="392"/>
                  <a:pt x="611" y="392"/>
                </a:cubicBezTo>
                <a:cubicBezTo>
                  <a:pt x="630" y="381"/>
                  <a:pt x="636" y="356"/>
                  <a:pt x="623" y="338"/>
                </a:cubicBezTo>
                <a:cubicBezTo>
                  <a:pt x="559" y="245"/>
                  <a:pt x="474" y="164"/>
                  <a:pt x="370" y="104"/>
                </a:cubicBezTo>
                <a:cubicBezTo>
                  <a:pt x="266" y="43"/>
                  <a:pt x="153" y="10"/>
                  <a:pt x="40" y="1"/>
                </a:cubicBezTo>
                <a:cubicBezTo>
                  <a:pt x="19" y="0"/>
                  <a:pt x="0" y="17"/>
                  <a:pt x="0" y="39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344"/>
                  <a:pt x="14" y="360"/>
                  <a:pt x="33" y="362"/>
                </a:cubicBezTo>
                <a:cubicBezTo>
                  <a:pt x="87" y="369"/>
                  <a:pt x="140" y="386"/>
                  <a:pt x="190" y="41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7471F11-0659-28B1-11A4-42E09E19CF03}"/>
              </a:ext>
            </a:extLst>
          </p:cNvPr>
          <p:cNvSpPr>
            <a:spLocks/>
          </p:cNvSpPr>
          <p:nvPr/>
        </p:nvSpPr>
        <p:spPr bwMode="auto">
          <a:xfrm>
            <a:off x="4451944" y="1816353"/>
            <a:ext cx="1600598" cy="1370571"/>
          </a:xfrm>
          <a:custGeom>
            <a:avLst/>
            <a:gdLst>
              <a:gd name="T0" fmla="*/ 446 w 636"/>
              <a:gd name="T1" fmla="*/ 415 h 544"/>
              <a:gd name="T2" fmla="*/ 603 w 636"/>
              <a:gd name="T3" fmla="*/ 362 h 544"/>
              <a:gd name="T4" fmla="*/ 636 w 636"/>
              <a:gd name="T5" fmla="*/ 325 h 544"/>
              <a:gd name="T6" fmla="*/ 636 w 636"/>
              <a:gd name="T7" fmla="*/ 39 h 544"/>
              <a:gd name="T8" fmla="*/ 596 w 636"/>
              <a:gd name="T9" fmla="*/ 1 h 544"/>
              <a:gd name="T10" fmla="*/ 266 w 636"/>
              <a:gd name="T11" fmla="*/ 104 h 544"/>
              <a:gd name="T12" fmla="*/ 13 w 636"/>
              <a:gd name="T13" fmla="*/ 338 h 544"/>
              <a:gd name="T14" fmla="*/ 25 w 636"/>
              <a:gd name="T15" fmla="*/ 392 h 544"/>
              <a:gd name="T16" fmla="*/ 273 w 636"/>
              <a:gd name="T17" fmla="*/ 535 h 544"/>
              <a:gd name="T18" fmla="*/ 322 w 636"/>
              <a:gd name="T19" fmla="*/ 525 h 544"/>
              <a:gd name="T20" fmla="*/ 446 w 636"/>
              <a:gd name="T21" fmla="*/ 415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446" y="415"/>
                </a:moveTo>
                <a:cubicBezTo>
                  <a:pt x="496" y="386"/>
                  <a:pt x="549" y="369"/>
                  <a:pt x="603" y="362"/>
                </a:cubicBezTo>
                <a:cubicBezTo>
                  <a:pt x="622" y="360"/>
                  <a:pt x="636" y="344"/>
                  <a:pt x="636" y="325"/>
                </a:cubicBezTo>
                <a:cubicBezTo>
                  <a:pt x="636" y="39"/>
                  <a:pt x="636" y="39"/>
                  <a:pt x="636" y="39"/>
                </a:cubicBezTo>
                <a:cubicBezTo>
                  <a:pt x="636" y="17"/>
                  <a:pt x="617" y="0"/>
                  <a:pt x="596" y="1"/>
                </a:cubicBezTo>
                <a:cubicBezTo>
                  <a:pt x="483" y="10"/>
                  <a:pt x="370" y="43"/>
                  <a:pt x="266" y="104"/>
                </a:cubicBezTo>
                <a:cubicBezTo>
                  <a:pt x="162" y="164"/>
                  <a:pt x="77" y="245"/>
                  <a:pt x="13" y="338"/>
                </a:cubicBezTo>
                <a:cubicBezTo>
                  <a:pt x="0" y="356"/>
                  <a:pt x="6" y="381"/>
                  <a:pt x="25" y="392"/>
                </a:cubicBezTo>
                <a:cubicBezTo>
                  <a:pt x="273" y="535"/>
                  <a:pt x="273" y="535"/>
                  <a:pt x="273" y="535"/>
                </a:cubicBezTo>
                <a:cubicBezTo>
                  <a:pt x="289" y="544"/>
                  <a:pt x="310" y="540"/>
                  <a:pt x="322" y="525"/>
                </a:cubicBezTo>
                <a:cubicBezTo>
                  <a:pt x="354" y="482"/>
                  <a:pt x="396" y="444"/>
                  <a:pt x="446" y="41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9F0A535-76E9-8EE6-F06E-08F6018C9330}"/>
              </a:ext>
            </a:extLst>
          </p:cNvPr>
          <p:cNvSpPr>
            <a:spLocks/>
          </p:cNvSpPr>
          <p:nvPr/>
        </p:nvSpPr>
        <p:spPr bwMode="auto">
          <a:xfrm>
            <a:off x="4139919" y="2862119"/>
            <a:ext cx="1006364" cy="1834882"/>
          </a:xfrm>
          <a:custGeom>
            <a:avLst/>
            <a:gdLst>
              <a:gd name="T0" fmla="*/ 360 w 400"/>
              <a:gd name="T1" fmla="*/ 364 h 728"/>
              <a:gd name="T2" fmla="*/ 393 w 400"/>
              <a:gd name="T3" fmla="*/ 201 h 728"/>
              <a:gd name="T4" fmla="*/ 377 w 400"/>
              <a:gd name="T5" fmla="*/ 154 h 728"/>
              <a:gd name="T6" fmla="*/ 129 w 400"/>
              <a:gd name="T7" fmla="*/ 11 h 728"/>
              <a:gd name="T8" fmla="*/ 76 w 400"/>
              <a:gd name="T9" fmla="*/ 28 h 728"/>
              <a:gd name="T10" fmla="*/ 0 w 400"/>
              <a:gd name="T11" fmla="*/ 364 h 728"/>
              <a:gd name="T12" fmla="*/ 76 w 400"/>
              <a:gd name="T13" fmla="*/ 700 h 728"/>
              <a:gd name="T14" fmla="*/ 129 w 400"/>
              <a:gd name="T15" fmla="*/ 717 h 728"/>
              <a:gd name="T16" fmla="*/ 377 w 400"/>
              <a:gd name="T17" fmla="*/ 574 h 728"/>
              <a:gd name="T18" fmla="*/ 393 w 400"/>
              <a:gd name="T19" fmla="*/ 527 h 728"/>
              <a:gd name="T20" fmla="*/ 360 w 400"/>
              <a:gd name="T21" fmla="*/ 364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0" h="728">
                <a:moveTo>
                  <a:pt x="360" y="364"/>
                </a:moveTo>
                <a:cubicBezTo>
                  <a:pt x="360" y="306"/>
                  <a:pt x="372" y="251"/>
                  <a:pt x="393" y="201"/>
                </a:cubicBezTo>
                <a:cubicBezTo>
                  <a:pt x="400" y="184"/>
                  <a:pt x="393" y="164"/>
                  <a:pt x="377" y="154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10" y="0"/>
                  <a:pt x="86" y="8"/>
                  <a:pt x="76" y="28"/>
                </a:cubicBezTo>
                <a:cubicBezTo>
                  <a:pt x="27" y="130"/>
                  <a:pt x="0" y="244"/>
                  <a:pt x="0" y="364"/>
                </a:cubicBezTo>
                <a:cubicBezTo>
                  <a:pt x="0" y="484"/>
                  <a:pt x="27" y="598"/>
                  <a:pt x="76" y="700"/>
                </a:cubicBezTo>
                <a:cubicBezTo>
                  <a:pt x="86" y="720"/>
                  <a:pt x="110" y="728"/>
                  <a:pt x="129" y="717"/>
                </a:cubicBezTo>
                <a:cubicBezTo>
                  <a:pt x="377" y="574"/>
                  <a:pt x="377" y="574"/>
                  <a:pt x="377" y="574"/>
                </a:cubicBezTo>
                <a:cubicBezTo>
                  <a:pt x="393" y="564"/>
                  <a:pt x="400" y="544"/>
                  <a:pt x="393" y="527"/>
                </a:cubicBezTo>
                <a:cubicBezTo>
                  <a:pt x="372" y="477"/>
                  <a:pt x="360" y="422"/>
                  <a:pt x="360" y="36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18">
            <a:extLst>
              <a:ext uri="{FF2B5EF4-FFF2-40B4-BE49-F238E27FC236}">
                <a16:creationId xmlns:a16="http://schemas.microsoft.com/office/drawing/2014/main" id="{ADDA44B6-C4FD-2C6D-75FE-CD8BDD8C76D5}"/>
              </a:ext>
            </a:extLst>
          </p:cNvPr>
          <p:cNvSpPr>
            <a:spLocks/>
          </p:cNvSpPr>
          <p:nvPr/>
        </p:nvSpPr>
        <p:spPr bwMode="auto">
          <a:xfrm>
            <a:off x="4451944" y="4371131"/>
            <a:ext cx="1600598" cy="1371636"/>
          </a:xfrm>
          <a:custGeom>
            <a:avLst/>
            <a:gdLst>
              <a:gd name="T0" fmla="*/ 446 w 636"/>
              <a:gd name="T1" fmla="*/ 129 h 544"/>
              <a:gd name="T2" fmla="*/ 322 w 636"/>
              <a:gd name="T3" fmla="*/ 19 h 544"/>
              <a:gd name="T4" fmla="*/ 273 w 636"/>
              <a:gd name="T5" fmla="*/ 9 h 544"/>
              <a:gd name="T6" fmla="*/ 25 w 636"/>
              <a:gd name="T7" fmla="*/ 152 h 544"/>
              <a:gd name="T8" fmla="*/ 13 w 636"/>
              <a:gd name="T9" fmla="*/ 206 h 544"/>
              <a:gd name="T10" fmla="*/ 266 w 636"/>
              <a:gd name="T11" fmla="*/ 441 h 544"/>
              <a:gd name="T12" fmla="*/ 596 w 636"/>
              <a:gd name="T13" fmla="*/ 543 h 544"/>
              <a:gd name="T14" fmla="*/ 636 w 636"/>
              <a:gd name="T15" fmla="*/ 505 h 544"/>
              <a:gd name="T16" fmla="*/ 636 w 636"/>
              <a:gd name="T17" fmla="*/ 219 h 544"/>
              <a:gd name="T18" fmla="*/ 603 w 636"/>
              <a:gd name="T19" fmla="*/ 182 h 544"/>
              <a:gd name="T20" fmla="*/ 446 w 636"/>
              <a:gd name="T21" fmla="*/ 129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446" y="129"/>
                </a:moveTo>
                <a:cubicBezTo>
                  <a:pt x="396" y="100"/>
                  <a:pt x="354" y="62"/>
                  <a:pt x="322" y="19"/>
                </a:cubicBezTo>
                <a:cubicBezTo>
                  <a:pt x="310" y="4"/>
                  <a:pt x="289" y="0"/>
                  <a:pt x="273" y="9"/>
                </a:cubicBezTo>
                <a:cubicBezTo>
                  <a:pt x="25" y="152"/>
                  <a:pt x="25" y="152"/>
                  <a:pt x="25" y="152"/>
                </a:cubicBezTo>
                <a:cubicBezTo>
                  <a:pt x="6" y="163"/>
                  <a:pt x="0" y="188"/>
                  <a:pt x="13" y="206"/>
                </a:cubicBezTo>
                <a:cubicBezTo>
                  <a:pt x="77" y="299"/>
                  <a:pt x="162" y="380"/>
                  <a:pt x="266" y="441"/>
                </a:cubicBezTo>
                <a:cubicBezTo>
                  <a:pt x="370" y="501"/>
                  <a:pt x="483" y="534"/>
                  <a:pt x="596" y="543"/>
                </a:cubicBezTo>
                <a:cubicBezTo>
                  <a:pt x="617" y="544"/>
                  <a:pt x="636" y="527"/>
                  <a:pt x="636" y="505"/>
                </a:cubicBezTo>
                <a:cubicBezTo>
                  <a:pt x="636" y="219"/>
                  <a:pt x="636" y="219"/>
                  <a:pt x="636" y="219"/>
                </a:cubicBezTo>
                <a:cubicBezTo>
                  <a:pt x="636" y="200"/>
                  <a:pt x="622" y="184"/>
                  <a:pt x="603" y="182"/>
                </a:cubicBezTo>
                <a:cubicBezTo>
                  <a:pt x="549" y="175"/>
                  <a:pt x="496" y="158"/>
                  <a:pt x="446" y="12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 20">
            <a:extLst>
              <a:ext uri="{FF2B5EF4-FFF2-40B4-BE49-F238E27FC236}">
                <a16:creationId xmlns:a16="http://schemas.microsoft.com/office/drawing/2014/main" id="{E0C6D473-6367-48FF-BB28-C0359BDDC1CF}"/>
              </a:ext>
            </a:extLst>
          </p:cNvPr>
          <p:cNvSpPr>
            <a:spLocks/>
          </p:cNvSpPr>
          <p:nvPr/>
        </p:nvSpPr>
        <p:spPr bwMode="auto">
          <a:xfrm>
            <a:off x="6153712" y="4371131"/>
            <a:ext cx="1600598" cy="1371636"/>
          </a:xfrm>
          <a:custGeom>
            <a:avLst/>
            <a:gdLst>
              <a:gd name="T0" fmla="*/ 190 w 636"/>
              <a:gd name="T1" fmla="*/ 129 h 544"/>
              <a:gd name="T2" fmla="*/ 33 w 636"/>
              <a:gd name="T3" fmla="*/ 182 h 544"/>
              <a:gd name="T4" fmla="*/ 0 w 636"/>
              <a:gd name="T5" fmla="*/ 219 h 544"/>
              <a:gd name="T6" fmla="*/ 0 w 636"/>
              <a:gd name="T7" fmla="*/ 505 h 544"/>
              <a:gd name="T8" fmla="*/ 40 w 636"/>
              <a:gd name="T9" fmla="*/ 543 h 544"/>
              <a:gd name="T10" fmla="*/ 370 w 636"/>
              <a:gd name="T11" fmla="*/ 441 h 544"/>
              <a:gd name="T12" fmla="*/ 623 w 636"/>
              <a:gd name="T13" fmla="*/ 206 h 544"/>
              <a:gd name="T14" fmla="*/ 611 w 636"/>
              <a:gd name="T15" fmla="*/ 152 h 544"/>
              <a:gd name="T16" fmla="*/ 363 w 636"/>
              <a:gd name="T17" fmla="*/ 9 h 544"/>
              <a:gd name="T18" fmla="*/ 314 w 636"/>
              <a:gd name="T19" fmla="*/ 19 h 544"/>
              <a:gd name="T20" fmla="*/ 190 w 636"/>
              <a:gd name="T21" fmla="*/ 129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190" y="129"/>
                </a:moveTo>
                <a:cubicBezTo>
                  <a:pt x="140" y="158"/>
                  <a:pt x="87" y="175"/>
                  <a:pt x="33" y="182"/>
                </a:cubicBezTo>
                <a:cubicBezTo>
                  <a:pt x="14" y="184"/>
                  <a:pt x="0" y="200"/>
                  <a:pt x="0" y="219"/>
                </a:cubicBezTo>
                <a:cubicBezTo>
                  <a:pt x="0" y="505"/>
                  <a:pt x="0" y="505"/>
                  <a:pt x="0" y="505"/>
                </a:cubicBezTo>
                <a:cubicBezTo>
                  <a:pt x="0" y="527"/>
                  <a:pt x="19" y="544"/>
                  <a:pt x="40" y="543"/>
                </a:cubicBezTo>
                <a:cubicBezTo>
                  <a:pt x="153" y="534"/>
                  <a:pt x="266" y="501"/>
                  <a:pt x="370" y="441"/>
                </a:cubicBezTo>
                <a:cubicBezTo>
                  <a:pt x="474" y="380"/>
                  <a:pt x="559" y="299"/>
                  <a:pt x="623" y="206"/>
                </a:cubicBezTo>
                <a:cubicBezTo>
                  <a:pt x="636" y="188"/>
                  <a:pt x="630" y="163"/>
                  <a:pt x="611" y="152"/>
                </a:cubicBezTo>
                <a:cubicBezTo>
                  <a:pt x="363" y="9"/>
                  <a:pt x="363" y="9"/>
                  <a:pt x="363" y="9"/>
                </a:cubicBezTo>
                <a:cubicBezTo>
                  <a:pt x="347" y="0"/>
                  <a:pt x="326" y="4"/>
                  <a:pt x="314" y="19"/>
                </a:cubicBezTo>
                <a:cubicBezTo>
                  <a:pt x="282" y="62"/>
                  <a:pt x="240" y="100"/>
                  <a:pt x="190" y="12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CDFA8384-A22D-1D1B-A51C-720E8F7EB1A2}"/>
              </a:ext>
            </a:extLst>
          </p:cNvPr>
          <p:cNvSpPr>
            <a:spLocks/>
          </p:cNvSpPr>
          <p:nvPr/>
        </p:nvSpPr>
        <p:spPr bwMode="auto">
          <a:xfrm>
            <a:off x="7059427" y="2862119"/>
            <a:ext cx="1006364" cy="1834882"/>
          </a:xfrm>
          <a:custGeom>
            <a:avLst/>
            <a:gdLst>
              <a:gd name="T0" fmla="*/ 40 w 400"/>
              <a:gd name="T1" fmla="*/ 364 h 728"/>
              <a:gd name="T2" fmla="*/ 7 w 400"/>
              <a:gd name="T3" fmla="*/ 527 h 728"/>
              <a:gd name="T4" fmla="*/ 23 w 400"/>
              <a:gd name="T5" fmla="*/ 574 h 728"/>
              <a:gd name="T6" fmla="*/ 271 w 400"/>
              <a:gd name="T7" fmla="*/ 717 h 728"/>
              <a:gd name="T8" fmla="*/ 324 w 400"/>
              <a:gd name="T9" fmla="*/ 700 h 728"/>
              <a:gd name="T10" fmla="*/ 400 w 400"/>
              <a:gd name="T11" fmla="*/ 364 h 728"/>
              <a:gd name="T12" fmla="*/ 324 w 400"/>
              <a:gd name="T13" fmla="*/ 28 h 728"/>
              <a:gd name="T14" fmla="*/ 271 w 400"/>
              <a:gd name="T15" fmla="*/ 11 h 728"/>
              <a:gd name="T16" fmla="*/ 23 w 400"/>
              <a:gd name="T17" fmla="*/ 154 h 728"/>
              <a:gd name="T18" fmla="*/ 7 w 400"/>
              <a:gd name="T19" fmla="*/ 201 h 728"/>
              <a:gd name="T20" fmla="*/ 40 w 400"/>
              <a:gd name="T21" fmla="*/ 364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0" h="728">
                <a:moveTo>
                  <a:pt x="40" y="364"/>
                </a:moveTo>
                <a:cubicBezTo>
                  <a:pt x="40" y="422"/>
                  <a:pt x="28" y="477"/>
                  <a:pt x="7" y="527"/>
                </a:cubicBezTo>
                <a:cubicBezTo>
                  <a:pt x="0" y="544"/>
                  <a:pt x="7" y="564"/>
                  <a:pt x="23" y="574"/>
                </a:cubicBezTo>
                <a:cubicBezTo>
                  <a:pt x="271" y="717"/>
                  <a:pt x="271" y="717"/>
                  <a:pt x="271" y="717"/>
                </a:cubicBezTo>
                <a:cubicBezTo>
                  <a:pt x="290" y="728"/>
                  <a:pt x="314" y="720"/>
                  <a:pt x="324" y="700"/>
                </a:cubicBezTo>
                <a:cubicBezTo>
                  <a:pt x="373" y="598"/>
                  <a:pt x="400" y="484"/>
                  <a:pt x="400" y="364"/>
                </a:cubicBezTo>
                <a:cubicBezTo>
                  <a:pt x="400" y="244"/>
                  <a:pt x="373" y="130"/>
                  <a:pt x="324" y="28"/>
                </a:cubicBezTo>
                <a:cubicBezTo>
                  <a:pt x="314" y="8"/>
                  <a:pt x="290" y="0"/>
                  <a:pt x="271" y="11"/>
                </a:cubicBezTo>
                <a:cubicBezTo>
                  <a:pt x="23" y="154"/>
                  <a:pt x="23" y="154"/>
                  <a:pt x="23" y="154"/>
                </a:cubicBezTo>
                <a:cubicBezTo>
                  <a:pt x="7" y="164"/>
                  <a:pt x="0" y="184"/>
                  <a:pt x="7" y="201"/>
                </a:cubicBezTo>
                <a:cubicBezTo>
                  <a:pt x="28" y="251"/>
                  <a:pt x="40" y="306"/>
                  <a:pt x="40" y="36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D89A101-4611-7D3A-EFC3-4E6599A0B555}"/>
              </a:ext>
            </a:extLst>
          </p:cNvPr>
          <p:cNvSpPr>
            <a:spLocks/>
          </p:cNvSpPr>
          <p:nvPr/>
        </p:nvSpPr>
        <p:spPr bwMode="auto">
          <a:xfrm>
            <a:off x="6153167" y="1816353"/>
            <a:ext cx="1600598" cy="1370571"/>
          </a:xfrm>
          <a:custGeom>
            <a:avLst/>
            <a:gdLst>
              <a:gd name="T0" fmla="*/ 190 w 636"/>
              <a:gd name="T1" fmla="*/ 415 h 544"/>
              <a:gd name="T2" fmla="*/ 314 w 636"/>
              <a:gd name="T3" fmla="*/ 525 h 544"/>
              <a:gd name="T4" fmla="*/ 363 w 636"/>
              <a:gd name="T5" fmla="*/ 535 h 544"/>
              <a:gd name="T6" fmla="*/ 611 w 636"/>
              <a:gd name="T7" fmla="*/ 392 h 544"/>
              <a:gd name="T8" fmla="*/ 623 w 636"/>
              <a:gd name="T9" fmla="*/ 338 h 544"/>
              <a:gd name="T10" fmla="*/ 370 w 636"/>
              <a:gd name="T11" fmla="*/ 104 h 544"/>
              <a:gd name="T12" fmla="*/ 40 w 636"/>
              <a:gd name="T13" fmla="*/ 1 h 544"/>
              <a:gd name="T14" fmla="*/ 0 w 636"/>
              <a:gd name="T15" fmla="*/ 39 h 544"/>
              <a:gd name="T16" fmla="*/ 0 w 636"/>
              <a:gd name="T17" fmla="*/ 325 h 544"/>
              <a:gd name="T18" fmla="*/ 33 w 636"/>
              <a:gd name="T19" fmla="*/ 362 h 544"/>
              <a:gd name="T20" fmla="*/ 190 w 636"/>
              <a:gd name="T21" fmla="*/ 415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190" y="415"/>
                </a:moveTo>
                <a:cubicBezTo>
                  <a:pt x="240" y="444"/>
                  <a:pt x="282" y="482"/>
                  <a:pt x="314" y="525"/>
                </a:cubicBezTo>
                <a:cubicBezTo>
                  <a:pt x="326" y="540"/>
                  <a:pt x="347" y="544"/>
                  <a:pt x="363" y="535"/>
                </a:cubicBezTo>
                <a:cubicBezTo>
                  <a:pt x="611" y="392"/>
                  <a:pt x="611" y="392"/>
                  <a:pt x="611" y="392"/>
                </a:cubicBezTo>
                <a:cubicBezTo>
                  <a:pt x="630" y="381"/>
                  <a:pt x="636" y="356"/>
                  <a:pt x="623" y="338"/>
                </a:cubicBezTo>
                <a:cubicBezTo>
                  <a:pt x="559" y="245"/>
                  <a:pt x="474" y="164"/>
                  <a:pt x="370" y="104"/>
                </a:cubicBezTo>
                <a:cubicBezTo>
                  <a:pt x="266" y="43"/>
                  <a:pt x="153" y="10"/>
                  <a:pt x="40" y="1"/>
                </a:cubicBezTo>
                <a:cubicBezTo>
                  <a:pt x="19" y="0"/>
                  <a:pt x="0" y="17"/>
                  <a:pt x="0" y="39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344"/>
                  <a:pt x="14" y="360"/>
                  <a:pt x="33" y="362"/>
                </a:cubicBezTo>
                <a:cubicBezTo>
                  <a:pt x="87" y="369"/>
                  <a:pt x="140" y="386"/>
                  <a:pt x="190" y="41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reeform 14">
            <a:extLst>
              <a:ext uri="{FF2B5EF4-FFF2-40B4-BE49-F238E27FC236}">
                <a16:creationId xmlns:a16="http://schemas.microsoft.com/office/drawing/2014/main" id="{CABCA4BA-DDEC-9DAB-B571-B7863D65F29F}"/>
              </a:ext>
            </a:extLst>
          </p:cNvPr>
          <p:cNvSpPr>
            <a:spLocks/>
          </p:cNvSpPr>
          <p:nvPr/>
        </p:nvSpPr>
        <p:spPr bwMode="auto">
          <a:xfrm>
            <a:off x="4451401" y="1816353"/>
            <a:ext cx="1600598" cy="1370571"/>
          </a:xfrm>
          <a:custGeom>
            <a:avLst/>
            <a:gdLst>
              <a:gd name="T0" fmla="*/ 446 w 636"/>
              <a:gd name="T1" fmla="*/ 415 h 544"/>
              <a:gd name="T2" fmla="*/ 603 w 636"/>
              <a:gd name="T3" fmla="*/ 362 h 544"/>
              <a:gd name="T4" fmla="*/ 636 w 636"/>
              <a:gd name="T5" fmla="*/ 325 h 544"/>
              <a:gd name="T6" fmla="*/ 636 w 636"/>
              <a:gd name="T7" fmla="*/ 39 h 544"/>
              <a:gd name="T8" fmla="*/ 596 w 636"/>
              <a:gd name="T9" fmla="*/ 1 h 544"/>
              <a:gd name="T10" fmla="*/ 266 w 636"/>
              <a:gd name="T11" fmla="*/ 104 h 544"/>
              <a:gd name="T12" fmla="*/ 13 w 636"/>
              <a:gd name="T13" fmla="*/ 338 h 544"/>
              <a:gd name="T14" fmla="*/ 25 w 636"/>
              <a:gd name="T15" fmla="*/ 392 h 544"/>
              <a:gd name="T16" fmla="*/ 273 w 636"/>
              <a:gd name="T17" fmla="*/ 535 h 544"/>
              <a:gd name="T18" fmla="*/ 322 w 636"/>
              <a:gd name="T19" fmla="*/ 525 h 544"/>
              <a:gd name="T20" fmla="*/ 446 w 636"/>
              <a:gd name="T21" fmla="*/ 415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446" y="415"/>
                </a:moveTo>
                <a:cubicBezTo>
                  <a:pt x="496" y="386"/>
                  <a:pt x="549" y="369"/>
                  <a:pt x="603" y="362"/>
                </a:cubicBezTo>
                <a:cubicBezTo>
                  <a:pt x="622" y="360"/>
                  <a:pt x="636" y="344"/>
                  <a:pt x="636" y="325"/>
                </a:cubicBezTo>
                <a:cubicBezTo>
                  <a:pt x="636" y="39"/>
                  <a:pt x="636" y="39"/>
                  <a:pt x="636" y="39"/>
                </a:cubicBezTo>
                <a:cubicBezTo>
                  <a:pt x="636" y="17"/>
                  <a:pt x="617" y="0"/>
                  <a:pt x="596" y="1"/>
                </a:cubicBezTo>
                <a:cubicBezTo>
                  <a:pt x="483" y="10"/>
                  <a:pt x="370" y="43"/>
                  <a:pt x="266" y="104"/>
                </a:cubicBezTo>
                <a:cubicBezTo>
                  <a:pt x="162" y="164"/>
                  <a:pt x="77" y="245"/>
                  <a:pt x="13" y="338"/>
                </a:cubicBezTo>
                <a:cubicBezTo>
                  <a:pt x="0" y="356"/>
                  <a:pt x="6" y="381"/>
                  <a:pt x="25" y="392"/>
                </a:cubicBezTo>
                <a:cubicBezTo>
                  <a:pt x="273" y="535"/>
                  <a:pt x="273" y="535"/>
                  <a:pt x="273" y="535"/>
                </a:cubicBezTo>
                <a:cubicBezTo>
                  <a:pt x="289" y="544"/>
                  <a:pt x="310" y="540"/>
                  <a:pt x="322" y="525"/>
                </a:cubicBezTo>
                <a:cubicBezTo>
                  <a:pt x="354" y="482"/>
                  <a:pt x="396" y="444"/>
                  <a:pt x="446" y="41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5A728473-C77E-B320-4717-A6899935EE64}"/>
              </a:ext>
            </a:extLst>
          </p:cNvPr>
          <p:cNvSpPr>
            <a:spLocks/>
          </p:cNvSpPr>
          <p:nvPr/>
        </p:nvSpPr>
        <p:spPr bwMode="auto">
          <a:xfrm>
            <a:off x="4139375" y="2862119"/>
            <a:ext cx="1006364" cy="1834882"/>
          </a:xfrm>
          <a:custGeom>
            <a:avLst/>
            <a:gdLst>
              <a:gd name="T0" fmla="*/ 360 w 400"/>
              <a:gd name="T1" fmla="*/ 364 h 728"/>
              <a:gd name="T2" fmla="*/ 393 w 400"/>
              <a:gd name="T3" fmla="*/ 201 h 728"/>
              <a:gd name="T4" fmla="*/ 377 w 400"/>
              <a:gd name="T5" fmla="*/ 154 h 728"/>
              <a:gd name="T6" fmla="*/ 129 w 400"/>
              <a:gd name="T7" fmla="*/ 11 h 728"/>
              <a:gd name="T8" fmla="*/ 76 w 400"/>
              <a:gd name="T9" fmla="*/ 28 h 728"/>
              <a:gd name="T10" fmla="*/ 0 w 400"/>
              <a:gd name="T11" fmla="*/ 364 h 728"/>
              <a:gd name="T12" fmla="*/ 76 w 400"/>
              <a:gd name="T13" fmla="*/ 700 h 728"/>
              <a:gd name="T14" fmla="*/ 129 w 400"/>
              <a:gd name="T15" fmla="*/ 717 h 728"/>
              <a:gd name="T16" fmla="*/ 377 w 400"/>
              <a:gd name="T17" fmla="*/ 574 h 728"/>
              <a:gd name="T18" fmla="*/ 393 w 400"/>
              <a:gd name="T19" fmla="*/ 527 h 728"/>
              <a:gd name="T20" fmla="*/ 360 w 400"/>
              <a:gd name="T21" fmla="*/ 364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0" h="728">
                <a:moveTo>
                  <a:pt x="360" y="364"/>
                </a:moveTo>
                <a:cubicBezTo>
                  <a:pt x="360" y="306"/>
                  <a:pt x="372" y="251"/>
                  <a:pt x="393" y="201"/>
                </a:cubicBezTo>
                <a:cubicBezTo>
                  <a:pt x="400" y="184"/>
                  <a:pt x="393" y="164"/>
                  <a:pt x="377" y="154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10" y="0"/>
                  <a:pt x="86" y="8"/>
                  <a:pt x="76" y="28"/>
                </a:cubicBezTo>
                <a:cubicBezTo>
                  <a:pt x="27" y="130"/>
                  <a:pt x="0" y="244"/>
                  <a:pt x="0" y="364"/>
                </a:cubicBezTo>
                <a:cubicBezTo>
                  <a:pt x="0" y="484"/>
                  <a:pt x="27" y="598"/>
                  <a:pt x="76" y="700"/>
                </a:cubicBezTo>
                <a:cubicBezTo>
                  <a:pt x="86" y="720"/>
                  <a:pt x="110" y="728"/>
                  <a:pt x="129" y="717"/>
                </a:cubicBezTo>
                <a:cubicBezTo>
                  <a:pt x="377" y="574"/>
                  <a:pt x="377" y="574"/>
                  <a:pt x="377" y="574"/>
                </a:cubicBezTo>
                <a:cubicBezTo>
                  <a:pt x="393" y="564"/>
                  <a:pt x="400" y="544"/>
                  <a:pt x="393" y="527"/>
                </a:cubicBezTo>
                <a:cubicBezTo>
                  <a:pt x="372" y="477"/>
                  <a:pt x="360" y="422"/>
                  <a:pt x="360" y="36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91EFE6E8-591A-95E8-91B1-7A70890B3E53}"/>
              </a:ext>
            </a:extLst>
          </p:cNvPr>
          <p:cNvSpPr>
            <a:spLocks/>
          </p:cNvSpPr>
          <p:nvPr/>
        </p:nvSpPr>
        <p:spPr bwMode="auto">
          <a:xfrm>
            <a:off x="4451401" y="4371131"/>
            <a:ext cx="1600598" cy="1371636"/>
          </a:xfrm>
          <a:custGeom>
            <a:avLst/>
            <a:gdLst>
              <a:gd name="T0" fmla="*/ 446 w 636"/>
              <a:gd name="T1" fmla="*/ 129 h 544"/>
              <a:gd name="T2" fmla="*/ 322 w 636"/>
              <a:gd name="T3" fmla="*/ 19 h 544"/>
              <a:gd name="T4" fmla="*/ 273 w 636"/>
              <a:gd name="T5" fmla="*/ 9 h 544"/>
              <a:gd name="T6" fmla="*/ 25 w 636"/>
              <a:gd name="T7" fmla="*/ 152 h 544"/>
              <a:gd name="T8" fmla="*/ 13 w 636"/>
              <a:gd name="T9" fmla="*/ 206 h 544"/>
              <a:gd name="T10" fmla="*/ 266 w 636"/>
              <a:gd name="T11" fmla="*/ 441 h 544"/>
              <a:gd name="T12" fmla="*/ 596 w 636"/>
              <a:gd name="T13" fmla="*/ 543 h 544"/>
              <a:gd name="T14" fmla="*/ 636 w 636"/>
              <a:gd name="T15" fmla="*/ 505 h 544"/>
              <a:gd name="T16" fmla="*/ 636 w 636"/>
              <a:gd name="T17" fmla="*/ 219 h 544"/>
              <a:gd name="T18" fmla="*/ 603 w 636"/>
              <a:gd name="T19" fmla="*/ 182 h 544"/>
              <a:gd name="T20" fmla="*/ 446 w 636"/>
              <a:gd name="T21" fmla="*/ 129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446" y="129"/>
                </a:moveTo>
                <a:cubicBezTo>
                  <a:pt x="396" y="100"/>
                  <a:pt x="354" y="62"/>
                  <a:pt x="322" y="19"/>
                </a:cubicBezTo>
                <a:cubicBezTo>
                  <a:pt x="310" y="4"/>
                  <a:pt x="289" y="0"/>
                  <a:pt x="273" y="9"/>
                </a:cubicBezTo>
                <a:cubicBezTo>
                  <a:pt x="25" y="152"/>
                  <a:pt x="25" y="152"/>
                  <a:pt x="25" y="152"/>
                </a:cubicBezTo>
                <a:cubicBezTo>
                  <a:pt x="6" y="163"/>
                  <a:pt x="0" y="188"/>
                  <a:pt x="13" y="206"/>
                </a:cubicBezTo>
                <a:cubicBezTo>
                  <a:pt x="77" y="299"/>
                  <a:pt x="162" y="380"/>
                  <a:pt x="266" y="441"/>
                </a:cubicBezTo>
                <a:cubicBezTo>
                  <a:pt x="370" y="501"/>
                  <a:pt x="483" y="534"/>
                  <a:pt x="596" y="543"/>
                </a:cubicBezTo>
                <a:cubicBezTo>
                  <a:pt x="617" y="544"/>
                  <a:pt x="636" y="527"/>
                  <a:pt x="636" y="505"/>
                </a:cubicBezTo>
                <a:cubicBezTo>
                  <a:pt x="636" y="219"/>
                  <a:pt x="636" y="219"/>
                  <a:pt x="636" y="219"/>
                </a:cubicBezTo>
                <a:cubicBezTo>
                  <a:pt x="636" y="200"/>
                  <a:pt x="622" y="184"/>
                  <a:pt x="603" y="182"/>
                </a:cubicBezTo>
                <a:cubicBezTo>
                  <a:pt x="549" y="175"/>
                  <a:pt x="496" y="158"/>
                  <a:pt x="446" y="12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Freeform 20">
            <a:extLst>
              <a:ext uri="{FF2B5EF4-FFF2-40B4-BE49-F238E27FC236}">
                <a16:creationId xmlns:a16="http://schemas.microsoft.com/office/drawing/2014/main" id="{79D753B4-399E-DADE-C841-58FB57BEC155}"/>
              </a:ext>
            </a:extLst>
          </p:cNvPr>
          <p:cNvSpPr>
            <a:spLocks/>
          </p:cNvSpPr>
          <p:nvPr/>
        </p:nvSpPr>
        <p:spPr bwMode="auto">
          <a:xfrm>
            <a:off x="6153167" y="4371131"/>
            <a:ext cx="1600598" cy="1371636"/>
          </a:xfrm>
          <a:custGeom>
            <a:avLst/>
            <a:gdLst>
              <a:gd name="T0" fmla="*/ 190 w 636"/>
              <a:gd name="T1" fmla="*/ 129 h 544"/>
              <a:gd name="T2" fmla="*/ 33 w 636"/>
              <a:gd name="T3" fmla="*/ 182 h 544"/>
              <a:gd name="T4" fmla="*/ 0 w 636"/>
              <a:gd name="T5" fmla="*/ 219 h 544"/>
              <a:gd name="T6" fmla="*/ 0 w 636"/>
              <a:gd name="T7" fmla="*/ 505 h 544"/>
              <a:gd name="T8" fmla="*/ 40 w 636"/>
              <a:gd name="T9" fmla="*/ 543 h 544"/>
              <a:gd name="T10" fmla="*/ 370 w 636"/>
              <a:gd name="T11" fmla="*/ 441 h 544"/>
              <a:gd name="T12" fmla="*/ 623 w 636"/>
              <a:gd name="T13" fmla="*/ 206 h 544"/>
              <a:gd name="T14" fmla="*/ 611 w 636"/>
              <a:gd name="T15" fmla="*/ 152 h 544"/>
              <a:gd name="T16" fmla="*/ 363 w 636"/>
              <a:gd name="T17" fmla="*/ 9 h 544"/>
              <a:gd name="T18" fmla="*/ 314 w 636"/>
              <a:gd name="T19" fmla="*/ 19 h 544"/>
              <a:gd name="T20" fmla="*/ 190 w 636"/>
              <a:gd name="T21" fmla="*/ 129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190" y="129"/>
                </a:moveTo>
                <a:cubicBezTo>
                  <a:pt x="140" y="158"/>
                  <a:pt x="87" y="175"/>
                  <a:pt x="33" y="182"/>
                </a:cubicBezTo>
                <a:cubicBezTo>
                  <a:pt x="14" y="184"/>
                  <a:pt x="0" y="200"/>
                  <a:pt x="0" y="219"/>
                </a:cubicBezTo>
                <a:cubicBezTo>
                  <a:pt x="0" y="505"/>
                  <a:pt x="0" y="505"/>
                  <a:pt x="0" y="505"/>
                </a:cubicBezTo>
                <a:cubicBezTo>
                  <a:pt x="0" y="527"/>
                  <a:pt x="19" y="544"/>
                  <a:pt x="40" y="543"/>
                </a:cubicBezTo>
                <a:cubicBezTo>
                  <a:pt x="153" y="534"/>
                  <a:pt x="266" y="501"/>
                  <a:pt x="370" y="441"/>
                </a:cubicBezTo>
                <a:cubicBezTo>
                  <a:pt x="474" y="380"/>
                  <a:pt x="559" y="299"/>
                  <a:pt x="623" y="206"/>
                </a:cubicBezTo>
                <a:cubicBezTo>
                  <a:pt x="636" y="188"/>
                  <a:pt x="630" y="163"/>
                  <a:pt x="611" y="152"/>
                </a:cubicBezTo>
                <a:cubicBezTo>
                  <a:pt x="363" y="9"/>
                  <a:pt x="363" y="9"/>
                  <a:pt x="363" y="9"/>
                </a:cubicBezTo>
                <a:cubicBezTo>
                  <a:pt x="347" y="0"/>
                  <a:pt x="326" y="4"/>
                  <a:pt x="314" y="19"/>
                </a:cubicBezTo>
                <a:cubicBezTo>
                  <a:pt x="282" y="62"/>
                  <a:pt x="240" y="100"/>
                  <a:pt x="190" y="12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4BD8221-B517-3165-CF48-25075AC3CD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483106" y="2066866"/>
            <a:ext cx="758278" cy="758278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5CBA21AD-03BD-5316-5A18-ED1A2A6DAC99}"/>
              </a:ext>
            </a:extLst>
          </p:cNvPr>
          <p:cNvGrpSpPr/>
          <p:nvPr/>
        </p:nvGrpSpPr>
        <p:grpSpPr>
          <a:xfrm>
            <a:off x="8375129" y="3366626"/>
            <a:ext cx="2645369" cy="801612"/>
            <a:chOff x="8377594" y="3472255"/>
            <a:chExt cx="2740980" cy="83058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4777120-8521-23AB-D0A4-B9A70E361A93}"/>
                </a:ext>
              </a:extLst>
            </p:cNvPr>
            <p:cNvSpPr txBox="1"/>
            <p:nvPr/>
          </p:nvSpPr>
          <p:spPr>
            <a:xfrm>
              <a:off x="8377594" y="3472255"/>
              <a:ext cx="2740980" cy="830584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Calibri" panose="020F0502020204030204" pitchFamily="34" charset="0"/>
                  <a:sym typeface="Montserrat SemiBold"/>
                </a:rPr>
                <a:t>Subheader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Calibri" panose="020F0502020204030204" pitchFamily="34" charset="0"/>
                  <a:cs typeface="Calibri" panose="020F0502020204030204" pitchFamily="34" charset="0"/>
                </a:rPr>
                <a:t>TEXT</a:t>
              </a:r>
            </a:p>
          </p:txBody>
        </p:sp>
        <p:sp>
          <p:nvSpPr>
            <p:cNvPr id="48" name="Text Placeholder 8">
              <a:extLst>
                <a:ext uri="{FF2B5EF4-FFF2-40B4-BE49-F238E27FC236}">
                  <a16:creationId xmlns:a16="http://schemas.microsoft.com/office/drawing/2014/main" id="{8797541C-73D9-4637-1289-8C543936A83C}"/>
                </a:ext>
              </a:extLst>
            </p:cNvPr>
            <p:cNvSpPr txBox="1">
              <a:spLocks/>
            </p:cNvSpPr>
            <p:nvPr/>
          </p:nvSpPr>
          <p:spPr>
            <a:xfrm>
              <a:off x="8463416" y="3840858"/>
              <a:ext cx="943965" cy="62643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45720" rIns="0" bIns="45720" rtlCol="0">
              <a:normAutofit fontScale="2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None/>
                <a:defRPr sz="1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F6900"/>
                </a:buClr>
                <a:buSzPct val="70000"/>
                <a:buFont typeface="Courier New" panose="02070309020205020404" pitchFamily="49" charset="0"/>
                <a:buNone/>
                <a:tabLst/>
                <a:defRPr/>
              </a:pPr>
              <a:endParaRPr kumimoji="0" lang="en-BE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pic>
        <p:nvPicPr>
          <p:cNvPr id="50" name="Graphic 49">
            <a:extLst>
              <a:ext uri="{FF2B5EF4-FFF2-40B4-BE49-F238E27FC236}">
                <a16:creationId xmlns:a16="http://schemas.microsoft.com/office/drawing/2014/main" id="{C2E734AF-FB3D-82CA-54D2-B59BE8B8C0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64895" y="2066866"/>
            <a:ext cx="758278" cy="758278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5D311D5F-118E-7195-860A-50AE3E323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483106" y="4714377"/>
            <a:ext cx="758278" cy="75827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6CE34939-39CF-E255-776B-A0BE2E3F8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64895" y="4714377"/>
            <a:ext cx="758278" cy="758278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6891923-ACD6-D579-8AA2-9D1CDC82D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241383" y="3399888"/>
            <a:ext cx="758278" cy="75827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D636117B-F5D1-257E-2DB2-39BB1C58D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229359" y="3399888"/>
            <a:ext cx="758278" cy="758278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33A3F106-4615-0733-B008-69CDEDE5C686}"/>
              </a:ext>
            </a:extLst>
          </p:cNvPr>
          <p:cNvGrpSpPr/>
          <p:nvPr/>
        </p:nvGrpSpPr>
        <p:grpSpPr>
          <a:xfrm>
            <a:off x="7716754" y="1361276"/>
            <a:ext cx="2645369" cy="801612"/>
            <a:chOff x="7767994" y="1371897"/>
            <a:chExt cx="2740980" cy="83058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D5E7D91-1675-7F44-2B06-A1339E8E9385}"/>
                </a:ext>
              </a:extLst>
            </p:cNvPr>
            <p:cNvSpPr txBox="1"/>
            <p:nvPr/>
          </p:nvSpPr>
          <p:spPr>
            <a:xfrm>
              <a:off x="7767994" y="1371897"/>
              <a:ext cx="2740980" cy="830584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Calibri" panose="020F0502020204030204" pitchFamily="34" charset="0"/>
                  <a:sym typeface="Montserrat SemiBold"/>
                </a:rPr>
                <a:t>Subheader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Calibri" panose="020F0502020204030204" pitchFamily="34" charset="0"/>
                  <a:cs typeface="Calibri" panose="020F0502020204030204" pitchFamily="34" charset="0"/>
                </a:rPr>
                <a:t>TEXT</a:t>
              </a:r>
            </a:p>
          </p:txBody>
        </p:sp>
        <p:sp>
          <p:nvSpPr>
            <p:cNvPr id="59" name="Text Placeholder 8">
              <a:extLst>
                <a:ext uri="{FF2B5EF4-FFF2-40B4-BE49-F238E27FC236}">
                  <a16:creationId xmlns:a16="http://schemas.microsoft.com/office/drawing/2014/main" id="{478642FD-FC0B-7E27-2BE5-6717C7AF3A89}"/>
                </a:ext>
              </a:extLst>
            </p:cNvPr>
            <p:cNvSpPr txBox="1">
              <a:spLocks/>
            </p:cNvSpPr>
            <p:nvPr/>
          </p:nvSpPr>
          <p:spPr>
            <a:xfrm>
              <a:off x="7853816" y="1723822"/>
              <a:ext cx="943965" cy="62643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45720" rIns="0" bIns="45720" rtlCol="0" anchor="t">
              <a:normAutofit fontScale="2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None/>
                <a:defRPr sz="1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F6900"/>
                </a:buClr>
                <a:buSzPct val="70000"/>
                <a:buFont typeface="Courier New" panose="02070309020205020404" pitchFamily="49" charset="0"/>
                <a:buNone/>
                <a:tabLst/>
                <a:defRPr/>
              </a:pPr>
              <a:endParaRPr kumimoji="0" lang="en-BE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CAE15A8-089A-8932-6B92-B8F71A95C022}"/>
              </a:ext>
            </a:extLst>
          </p:cNvPr>
          <p:cNvGrpSpPr/>
          <p:nvPr/>
        </p:nvGrpSpPr>
        <p:grpSpPr>
          <a:xfrm>
            <a:off x="7716753" y="5397590"/>
            <a:ext cx="3476713" cy="801612"/>
            <a:chOff x="7767993" y="5635599"/>
            <a:chExt cx="3602371" cy="830585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ABD9A15-A052-26AE-D5F4-A456F71C504C}"/>
                </a:ext>
              </a:extLst>
            </p:cNvPr>
            <p:cNvSpPr txBox="1"/>
            <p:nvPr/>
          </p:nvSpPr>
          <p:spPr>
            <a:xfrm>
              <a:off x="7767993" y="5635599"/>
              <a:ext cx="3602371" cy="830585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Calibri" panose="020F0502020204030204" pitchFamily="34" charset="0"/>
                  <a:sym typeface="Montserrat SemiBold"/>
                </a:rPr>
                <a:t>Subheader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Calibri" panose="020F0502020204030204" pitchFamily="34" charset="0"/>
                  <a:cs typeface="Calibri" panose="020F0502020204030204" pitchFamily="34" charset="0"/>
                </a:rPr>
                <a:t>TEXT</a:t>
              </a:r>
            </a:p>
          </p:txBody>
        </p:sp>
        <p:sp>
          <p:nvSpPr>
            <p:cNvPr id="62" name="Text Placeholder 8">
              <a:extLst>
                <a:ext uri="{FF2B5EF4-FFF2-40B4-BE49-F238E27FC236}">
                  <a16:creationId xmlns:a16="http://schemas.microsoft.com/office/drawing/2014/main" id="{95336A9D-062E-5EBC-4DCA-8815FE86C50C}"/>
                </a:ext>
              </a:extLst>
            </p:cNvPr>
            <p:cNvSpPr txBox="1">
              <a:spLocks/>
            </p:cNvSpPr>
            <p:nvPr/>
          </p:nvSpPr>
          <p:spPr>
            <a:xfrm>
              <a:off x="7853816" y="6003592"/>
              <a:ext cx="943965" cy="62643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45720" rIns="0" bIns="45720" rtlCol="0">
              <a:normAutofit fontScale="2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None/>
                <a:defRPr sz="1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F6900"/>
                </a:buClr>
                <a:buSzPct val="70000"/>
                <a:buFont typeface="Courier New" panose="02070309020205020404" pitchFamily="49" charset="0"/>
                <a:buNone/>
                <a:tabLst/>
                <a:defRPr/>
              </a:pPr>
              <a:endParaRPr kumimoji="0" lang="en-BE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BA7DD55-49CD-90A0-F7CE-8365D5B62481}"/>
              </a:ext>
            </a:extLst>
          </p:cNvPr>
          <p:cNvCxnSpPr>
            <a:stCxn id="25" idx="5"/>
          </p:cNvCxnSpPr>
          <p:nvPr/>
        </p:nvCxnSpPr>
        <p:spPr>
          <a:xfrm flipV="1">
            <a:off x="8065791" y="3779027"/>
            <a:ext cx="322127" cy="533"/>
          </a:xfrm>
          <a:prstGeom prst="line">
            <a:avLst/>
          </a:pr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4AF75FE-9CDD-1411-48AB-6FC827E7A5D9}"/>
              </a:ext>
            </a:extLst>
          </p:cNvPr>
          <p:cNvGrpSpPr/>
          <p:nvPr/>
        </p:nvGrpSpPr>
        <p:grpSpPr>
          <a:xfrm>
            <a:off x="2134258" y="1361276"/>
            <a:ext cx="2645369" cy="801612"/>
            <a:chOff x="7767992" y="1371897"/>
            <a:chExt cx="2740979" cy="83058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1D24C7C-03B4-DEED-5FDC-188DE0A9B436}"/>
                </a:ext>
              </a:extLst>
            </p:cNvPr>
            <p:cNvSpPr txBox="1"/>
            <p:nvPr/>
          </p:nvSpPr>
          <p:spPr>
            <a:xfrm>
              <a:off x="7767992" y="1371897"/>
              <a:ext cx="2740979" cy="830584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Calibri" panose="020F0502020204030204" pitchFamily="34" charset="0"/>
                  <a:sym typeface="Montserrat SemiBold"/>
                </a:rPr>
                <a:t>Subheader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Calibri" panose="020F0502020204030204" pitchFamily="34" charset="0"/>
                  <a:cs typeface="Calibri" panose="020F0502020204030204" pitchFamily="34" charset="0"/>
                </a:rPr>
                <a:t>TEXT</a:t>
              </a:r>
            </a:p>
          </p:txBody>
        </p:sp>
        <p:sp>
          <p:nvSpPr>
            <p:cNvPr id="74" name="Text Placeholder 8">
              <a:extLst>
                <a:ext uri="{FF2B5EF4-FFF2-40B4-BE49-F238E27FC236}">
                  <a16:creationId xmlns:a16="http://schemas.microsoft.com/office/drawing/2014/main" id="{6A3E6442-88D3-B204-DD92-1024BB4F871F}"/>
                </a:ext>
              </a:extLst>
            </p:cNvPr>
            <p:cNvSpPr txBox="1">
              <a:spLocks/>
            </p:cNvSpPr>
            <p:nvPr/>
          </p:nvSpPr>
          <p:spPr>
            <a:xfrm>
              <a:off x="7853816" y="1723822"/>
              <a:ext cx="943965" cy="62643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45720" rIns="0" bIns="45720" rtlCol="0" anchor="t">
              <a:normAutofit fontScale="2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None/>
                <a:defRPr sz="1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F6900"/>
                </a:buClr>
                <a:buSzPct val="70000"/>
                <a:buFont typeface="Courier New" panose="02070309020205020404" pitchFamily="49" charset="0"/>
                <a:buNone/>
                <a:tabLst/>
                <a:defRPr/>
              </a:pPr>
              <a:endParaRPr kumimoji="0" lang="en-BE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22BDFCE-AB57-3566-6A94-3F93F9CD0A6A}"/>
              </a:ext>
            </a:extLst>
          </p:cNvPr>
          <p:cNvGrpSpPr/>
          <p:nvPr/>
        </p:nvGrpSpPr>
        <p:grpSpPr>
          <a:xfrm>
            <a:off x="1404628" y="3366624"/>
            <a:ext cx="2645369" cy="801612"/>
            <a:chOff x="8377594" y="3472255"/>
            <a:chExt cx="2740980" cy="830585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7255EE0-CC6F-4643-46DB-0A8A2FAC67C6}"/>
                </a:ext>
              </a:extLst>
            </p:cNvPr>
            <p:cNvSpPr txBox="1"/>
            <p:nvPr/>
          </p:nvSpPr>
          <p:spPr>
            <a:xfrm>
              <a:off x="8377594" y="3472255"/>
              <a:ext cx="2740980" cy="830585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Calibri" panose="020F0502020204030204" pitchFamily="34" charset="0"/>
                  <a:sym typeface="Montserrat SemiBold"/>
                </a:rPr>
                <a:t>Subheader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Calibri" panose="020F0502020204030204" pitchFamily="34" charset="0"/>
                  <a:cs typeface="Calibri" panose="020F0502020204030204" pitchFamily="34" charset="0"/>
                </a:rPr>
                <a:t>TEXT</a:t>
              </a:r>
            </a:p>
          </p:txBody>
        </p:sp>
        <p:sp>
          <p:nvSpPr>
            <p:cNvPr id="78" name="Text Placeholder 8">
              <a:extLst>
                <a:ext uri="{FF2B5EF4-FFF2-40B4-BE49-F238E27FC236}">
                  <a16:creationId xmlns:a16="http://schemas.microsoft.com/office/drawing/2014/main" id="{3CA4A831-695C-E7BA-95D2-FEDC782E1B95}"/>
                </a:ext>
              </a:extLst>
            </p:cNvPr>
            <p:cNvSpPr txBox="1">
              <a:spLocks/>
            </p:cNvSpPr>
            <p:nvPr/>
          </p:nvSpPr>
          <p:spPr>
            <a:xfrm>
              <a:off x="8463416" y="3840858"/>
              <a:ext cx="943965" cy="62643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45720" rIns="0" bIns="45720" rtlCol="0">
              <a:normAutofit fontScale="2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None/>
                <a:defRPr sz="1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F6900"/>
                </a:buClr>
                <a:buSzPct val="70000"/>
                <a:buFont typeface="Courier New" panose="02070309020205020404" pitchFamily="49" charset="0"/>
                <a:buNone/>
                <a:tabLst/>
                <a:defRPr/>
              </a:pPr>
              <a:endParaRPr kumimoji="0" lang="en-BE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EFE9D4A-4D16-7407-7167-A0F131FDC098}"/>
              </a:ext>
            </a:extLst>
          </p:cNvPr>
          <p:cNvGrpSpPr/>
          <p:nvPr/>
        </p:nvGrpSpPr>
        <p:grpSpPr>
          <a:xfrm>
            <a:off x="2134258" y="5397592"/>
            <a:ext cx="3476713" cy="801612"/>
            <a:chOff x="2504864" y="5397592"/>
            <a:chExt cx="3476713" cy="801612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DAB987C-41A9-513C-0274-5550C7CC4824}"/>
                </a:ext>
              </a:extLst>
            </p:cNvPr>
            <p:cNvSpPr txBox="1"/>
            <p:nvPr/>
          </p:nvSpPr>
          <p:spPr>
            <a:xfrm>
              <a:off x="2504864" y="5397592"/>
              <a:ext cx="3476713" cy="801612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Calibri" panose="020F0502020204030204" pitchFamily="34" charset="0"/>
                  <a:sym typeface="Montserrat SemiBold"/>
                </a:rPr>
                <a:t>Subheader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 Light"/>
                  <a:ea typeface="Calibri" panose="020F0502020204030204" pitchFamily="34" charset="0"/>
                  <a:cs typeface="Calibri" panose="020F0502020204030204" pitchFamily="34" charset="0"/>
                </a:rPr>
                <a:t>TEXT</a:t>
              </a:r>
            </a:p>
          </p:txBody>
        </p:sp>
        <p:sp>
          <p:nvSpPr>
            <p:cNvPr id="82" name="Text Placeholder 8">
              <a:extLst>
                <a:ext uri="{FF2B5EF4-FFF2-40B4-BE49-F238E27FC236}">
                  <a16:creationId xmlns:a16="http://schemas.microsoft.com/office/drawing/2014/main" id="{D9CB905C-A7F3-CDFA-B3CB-CCF73401E42D}"/>
                </a:ext>
              </a:extLst>
            </p:cNvPr>
            <p:cNvSpPr txBox="1">
              <a:spLocks/>
            </p:cNvSpPr>
            <p:nvPr/>
          </p:nvSpPr>
          <p:spPr>
            <a:xfrm>
              <a:off x="2587694" y="5752748"/>
              <a:ext cx="911038" cy="60458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45720" rIns="0" bIns="45720" rtlCol="0">
              <a:normAutofit fontScale="2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None/>
                <a:defRPr sz="1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F6900"/>
                </a:buClr>
                <a:buSzPct val="70000"/>
                <a:buFont typeface="Courier New" panose="02070309020205020404" pitchFamily="49" charset="0"/>
                <a:buNone/>
                <a:tabLst/>
                <a:defRPr/>
              </a:pPr>
              <a:endParaRPr kumimoji="0" lang="en-BE" sz="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pic>
        <p:nvPicPr>
          <p:cNvPr id="86" name="Graphic 85">
            <a:extLst>
              <a:ext uri="{FF2B5EF4-FFF2-40B4-BE49-F238E27FC236}">
                <a16:creationId xmlns:a16="http://schemas.microsoft.com/office/drawing/2014/main" id="{F3C06B46-8DBD-3313-CC4D-869660F951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3340" y="3339247"/>
            <a:ext cx="1057942" cy="10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18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7E315A-73E4-5FEF-C607-35C71FDB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F0053D-062D-C15C-5C3D-FD24E0D45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BE"/>
              <a:t>At a glance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213CBA2-0030-F6ED-5FBE-B94A75F0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Visual wheel</a:t>
            </a:r>
            <a:endParaRPr lang="en-BE" dirty="0"/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DD324DFD-7C7C-CBED-C622-83BA0BE0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CF2BA623-1F38-3966-1E3A-347E292A5B94}"/>
              </a:ext>
            </a:extLst>
          </p:cNvPr>
          <p:cNvSpPr/>
          <p:nvPr/>
        </p:nvSpPr>
        <p:spPr>
          <a:xfrm flipH="1">
            <a:off x="4519853" y="1736372"/>
            <a:ext cx="601127" cy="345328"/>
          </a:xfrm>
          <a:custGeom>
            <a:avLst/>
            <a:gdLst>
              <a:gd name="csX0" fmla="*/ 0 w 622853"/>
              <a:gd name="csY0" fmla="*/ 357809 h 357809"/>
              <a:gd name="csX1" fmla="*/ 357809 w 622853"/>
              <a:gd name="csY1" fmla="*/ 0 h 357809"/>
              <a:gd name="csX2" fmla="*/ 622853 w 622853"/>
              <a:gd name="csY2" fmla="*/ 0 h 357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2853" h="357809">
                <a:moveTo>
                  <a:pt x="0" y="357809"/>
                </a:moveTo>
                <a:lnTo>
                  <a:pt x="357809" y="0"/>
                </a:lnTo>
                <a:lnTo>
                  <a:pt x="622853" y="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BFF6252-AE4F-EE36-6FA6-0103ADDC48A2}"/>
              </a:ext>
            </a:extLst>
          </p:cNvPr>
          <p:cNvCxnSpPr>
            <a:cxnSpLocks/>
          </p:cNvCxnSpPr>
          <p:nvPr/>
        </p:nvCxnSpPr>
        <p:spPr>
          <a:xfrm flipH="1" flipV="1">
            <a:off x="3813315" y="3779027"/>
            <a:ext cx="322127" cy="533"/>
          </a:xfrm>
          <a:prstGeom prst="line">
            <a:avLst/>
          </a:pr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0" name="Freeform 79">
            <a:extLst>
              <a:ext uri="{FF2B5EF4-FFF2-40B4-BE49-F238E27FC236}">
                <a16:creationId xmlns:a16="http://schemas.microsoft.com/office/drawing/2014/main" id="{2C5F2783-D5EE-5451-7CD4-8695FD7947AD}"/>
              </a:ext>
            </a:extLst>
          </p:cNvPr>
          <p:cNvSpPr/>
          <p:nvPr/>
        </p:nvSpPr>
        <p:spPr>
          <a:xfrm flipH="1" flipV="1">
            <a:off x="4528146" y="5480738"/>
            <a:ext cx="601127" cy="345328"/>
          </a:xfrm>
          <a:custGeom>
            <a:avLst/>
            <a:gdLst>
              <a:gd name="csX0" fmla="*/ 0 w 622853"/>
              <a:gd name="csY0" fmla="*/ 357809 h 357809"/>
              <a:gd name="csX1" fmla="*/ 357809 w 622853"/>
              <a:gd name="csY1" fmla="*/ 0 h 357809"/>
              <a:gd name="csX2" fmla="*/ 622853 w 622853"/>
              <a:gd name="csY2" fmla="*/ 0 h 357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2853" h="357809">
                <a:moveTo>
                  <a:pt x="0" y="357809"/>
                </a:moveTo>
                <a:lnTo>
                  <a:pt x="357809" y="0"/>
                </a:lnTo>
                <a:lnTo>
                  <a:pt x="622853" y="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E0F6C5F7-7368-44BD-85C0-CDBC342AE704}"/>
              </a:ext>
            </a:extLst>
          </p:cNvPr>
          <p:cNvSpPr/>
          <p:nvPr/>
        </p:nvSpPr>
        <p:spPr>
          <a:xfrm flipV="1">
            <a:off x="7094300" y="5480738"/>
            <a:ext cx="601127" cy="345328"/>
          </a:xfrm>
          <a:custGeom>
            <a:avLst/>
            <a:gdLst>
              <a:gd name="csX0" fmla="*/ 0 w 622853"/>
              <a:gd name="csY0" fmla="*/ 357809 h 357809"/>
              <a:gd name="csX1" fmla="*/ 357809 w 622853"/>
              <a:gd name="csY1" fmla="*/ 0 h 357809"/>
              <a:gd name="csX2" fmla="*/ 622853 w 622853"/>
              <a:gd name="csY2" fmla="*/ 0 h 357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2853" h="357809">
                <a:moveTo>
                  <a:pt x="0" y="357809"/>
                </a:moveTo>
                <a:lnTo>
                  <a:pt x="357809" y="0"/>
                </a:lnTo>
                <a:lnTo>
                  <a:pt x="622853" y="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9B597DFE-5CED-6278-C9CE-B0DFCBFE1BE5}"/>
              </a:ext>
            </a:extLst>
          </p:cNvPr>
          <p:cNvSpPr/>
          <p:nvPr/>
        </p:nvSpPr>
        <p:spPr>
          <a:xfrm>
            <a:off x="7094300" y="1736372"/>
            <a:ext cx="601127" cy="345328"/>
          </a:xfrm>
          <a:custGeom>
            <a:avLst/>
            <a:gdLst>
              <a:gd name="csX0" fmla="*/ 0 w 622853"/>
              <a:gd name="csY0" fmla="*/ 357809 h 357809"/>
              <a:gd name="csX1" fmla="*/ 357809 w 622853"/>
              <a:gd name="csY1" fmla="*/ 0 h 357809"/>
              <a:gd name="csX2" fmla="*/ 622853 w 622853"/>
              <a:gd name="csY2" fmla="*/ 0 h 357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22853" h="357809">
                <a:moveTo>
                  <a:pt x="0" y="357809"/>
                </a:moveTo>
                <a:lnTo>
                  <a:pt x="357809" y="0"/>
                </a:lnTo>
                <a:lnTo>
                  <a:pt x="622853" y="0"/>
                </a:lnTo>
              </a:path>
            </a:pathLst>
          </a:cu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B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78D6BDCF-1DDB-3942-B3BE-E1A268309094}"/>
              </a:ext>
            </a:extLst>
          </p:cNvPr>
          <p:cNvSpPr>
            <a:spLocks/>
          </p:cNvSpPr>
          <p:nvPr/>
        </p:nvSpPr>
        <p:spPr bwMode="auto">
          <a:xfrm>
            <a:off x="7059971" y="2862119"/>
            <a:ext cx="1006364" cy="1834882"/>
          </a:xfrm>
          <a:custGeom>
            <a:avLst/>
            <a:gdLst>
              <a:gd name="T0" fmla="*/ 40 w 400"/>
              <a:gd name="T1" fmla="*/ 364 h 728"/>
              <a:gd name="T2" fmla="*/ 7 w 400"/>
              <a:gd name="T3" fmla="*/ 527 h 728"/>
              <a:gd name="T4" fmla="*/ 23 w 400"/>
              <a:gd name="T5" fmla="*/ 574 h 728"/>
              <a:gd name="T6" fmla="*/ 271 w 400"/>
              <a:gd name="T7" fmla="*/ 717 h 728"/>
              <a:gd name="T8" fmla="*/ 324 w 400"/>
              <a:gd name="T9" fmla="*/ 700 h 728"/>
              <a:gd name="T10" fmla="*/ 400 w 400"/>
              <a:gd name="T11" fmla="*/ 364 h 728"/>
              <a:gd name="T12" fmla="*/ 324 w 400"/>
              <a:gd name="T13" fmla="*/ 28 h 728"/>
              <a:gd name="T14" fmla="*/ 271 w 400"/>
              <a:gd name="T15" fmla="*/ 11 h 728"/>
              <a:gd name="T16" fmla="*/ 23 w 400"/>
              <a:gd name="T17" fmla="*/ 154 h 728"/>
              <a:gd name="T18" fmla="*/ 7 w 400"/>
              <a:gd name="T19" fmla="*/ 201 h 728"/>
              <a:gd name="T20" fmla="*/ 40 w 400"/>
              <a:gd name="T21" fmla="*/ 364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0" h="728">
                <a:moveTo>
                  <a:pt x="40" y="364"/>
                </a:moveTo>
                <a:cubicBezTo>
                  <a:pt x="40" y="422"/>
                  <a:pt x="28" y="477"/>
                  <a:pt x="7" y="527"/>
                </a:cubicBezTo>
                <a:cubicBezTo>
                  <a:pt x="0" y="544"/>
                  <a:pt x="7" y="564"/>
                  <a:pt x="23" y="574"/>
                </a:cubicBezTo>
                <a:cubicBezTo>
                  <a:pt x="271" y="717"/>
                  <a:pt x="271" y="717"/>
                  <a:pt x="271" y="717"/>
                </a:cubicBezTo>
                <a:cubicBezTo>
                  <a:pt x="290" y="728"/>
                  <a:pt x="314" y="720"/>
                  <a:pt x="324" y="700"/>
                </a:cubicBezTo>
                <a:cubicBezTo>
                  <a:pt x="373" y="598"/>
                  <a:pt x="400" y="484"/>
                  <a:pt x="400" y="364"/>
                </a:cubicBezTo>
                <a:cubicBezTo>
                  <a:pt x="400" y="244"/>
                  <a:pt x="373" y="130"/>
                  <a:pt x="324" y="28"/>
                </a:cubicBezTo>
                <a:cubicBezTo>
                  <a:pt x="314" y="8"/>
                  <a:pt x="290" y="0"/>
                  <a:pt x="271" y="11"/>
                </a:cubicBezTo>
                <a:cubicBezTo>
                  <a:pt x="23" y="154"/>
                  <a:pt x="23" y="154"/>
                  <a:pt x="23" y="154"/>
                </a:cubicBezTo>
                <a:cubicBezTo>
                  <a:pt x="7" y="164"/>
                  <a:pt x="0" y="184"/>
                  <a:pt x="7" y="201"/>
                </a:cubicBezTo>
                <a:cubicBezTo>
                  <a:pt x="28" y="251"/>
                  <a:pt x="40" y="306"/>
                  <a:pt x="40" y="36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6DDEC99-ED8B-9146-8282-857A17C8BB1E}"/>
              </a:ext>
            </a:extLst>
          </p:cNvPr>
          <p:cNvSpPr>
            <a:spLocks/>
          </p:cNvSpPr>
          <p:nvPr/>
        </p:nvSpPr>
        <p:spPr bwMode="auto">
          <a:xfrm>
            <a:off x="6153712" y="1816353"/>
            <a:ext cx="1600598" cy="1370571"/>
          </a:xfrm>
          <a:custGeom>
            <a:avLst/>
            <a:gdLst>
              <a:gd name="T0" fmla="*/ 190 w 636"/>
              <a:gd name="T1" fmla="*/ 415 h 544"/>
              <a:gd name="T2" fmla="*/ 314 w 636"/>
              <a:gd name="T3" fmla="*/ 525 h 544"/>
              <a:gd name="T4" fmla="*/ 363 w 636"/>
              <a:gd name="T5" fmla="*/ 535 h 544"/>
              <a:gd name="T6" fmla="*/ 611 w 636"/>
              <a:gd name="T7" fmla="*/ 392 h 544"/>
              <a:gd name="T8" fmla="*/ 623 w 636"/>
              <a:gd name="T9" fmla="*/ 338 h 544"/>
              <a:gd name="T10" fmla="*/ 370 w 636"/>
              <a:gd name="T11" fmla="*/ 104 h 544"/>
              <a:gd name="T12" fmla="*/ 40 w 636"/>
              <a:gd name="T13" fmla="*/ 1 h 544"/>
              <a:gd name="T14" fmla="*/ 0 w 636"/>
              <a:gd name="T15" fmla="*/ 39 h 544"/>
              <a:gd name="T16" fmla="*/ 0 w 636"/>
              <a:gd name="T17" fmla="*/ 325 h 544"/>
              <a:gd name="T18" fmla="*/ 33 w 636"/>
              <a:gd name="T19" fmla="*/ 362 h 544"/>
              <a:gd name="T20" fmla="*/ 190 w 636"/>
              <a:gd name="T21" fmla="*/ 415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190" y="415"/>
                </a:moveTo>
                <a:cubicBezTo>
                  <a:pt x="240" y="444"/>
                  <a:pt x="282" y="482"/>
                  <a:pt x="314" y="525"/>
                </a:cubicBezTo>
                <a:cubicBezTo>
                  <a:pt x="326" y="540"/>
                  <a:pt x="347" y="544"/>
                  <a:pt x="363" y="535"/>
                </a:cubicBezTo>
                <a:cubicBezTo>
                  <a:pt x="611" y="392"/>
                  <a:pt x="611" y="392"/>
                  <a:pt x="611" y="392"/>
                </a:cubicBezTo>
                <a:cubicBezTo>
                  <a:pt x="630" y="381"/>
                  <a:pt x="636" y="356"/>
                  <a:pt x="623" y="338"/>
                </a:cubicBezTo>
                <a:cubicBezTo>
                  <a:pt x="559" y="245"/>
                  <a:pt x="474" y="164"/>
                  <a:pt x="370" y="104"/>
                </a:cubicBezTo>
                <a:cubicBezTo>
                  <a:pt x="266" y="43"/>
                  <a:pt x="153" y="10"/>
                  <a:pt x="40" y="1"/>
                </a:cubicBezTo>
                <a:cubicBezTo>
                  <a:pt x="19" y="0"/>
                  <a:pt x="0" y="17"/>
                  <a:pt x="0" y="39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344"/>
                  <a:pt x="14" y="360"/>
                  <a:pt x="33" y="362"/>
                </a:cubicBezTo>
                <a:cubicBezTo>
                  <a:pt x="87" y="369"/>
                  <a:pt x="140" y="386"/>
                  <a:pt x="190" y="41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4BA02B0-F535-4D31-6F48-8CFD0A823B09}"/>
              </a:ext>
            </a:extLst>
          </p:cNvPr>
          <p:cNvSpPr>
            <a:spLocks/>
          </p:cNvSpPr>
          <p:nvPr/>
        </p:nvSpPr>
        <p:spPr bwMode="auto">
          <a:xfrm>
            <a:off x="4451944" y="1816353"/>
            <a:ext cx="1600598" cy="1370571"/>
          </a:xfrm>
          <a:custGeom>
            <a:avLst/>
            <a:gdLst>
              <a:gd name="T0" fmla="*/ 446 w 636"/>
              <a:gd name="T1" fmla="*/ 415 h 544"/>
              <a:gd name="T2" fmla="*/ 603 w 636"/>
              <a:gd name="T3" fmla="*/ 362 h 544"/>
              <a:gd name="T4" fmla="*/ 636 w 636"/>
              <a:gd name="T5" fmla="*/ 325 h 544"/>
              <a:gd name="T6" fmla="*/ 636 w 636"/>
              <a:gd name="T7" fmla="*/ 39 h 544"/>
              <a:gd name="T8" fmla="*/ 596 w 636"/>
              <a:gd name="T9" fmla="*/ 1 h 544"/>
              <a:gd name="T10" fmla="*/ 266 w 636"/>
              <a:gd name="T11" fmla="*/ 104 h 544"/>
              <a:gd name="T12" fmla="*/ 13 w 636"/>
              <a:gd name="T13" fmla="*/ 338 h 544"/>
              <a:gd name="T14" fmla="*/ 25 w 636"/>
              <a:gd name="T15" fmla="*/ 392 h 544"/>
              <a:gd name="T16" fmla="*/ 273 w 636"/>
              <a:gd name="T17" fmla="*/ 535 h 544"/>
              <a:gd name="T18" fmla="*/ 322 w 636"/>
              <a:gd name="T19" fmla="*/ 525 h 544"/>
              <a:gd name="T20" fmla="*/ 446 w 636"/>
              <a:gd name="T21" fmla="*/ 415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446" y="415"/>
                </a:moveTo>
                <a:cubicBezTo>
                  <a:pt x="496" y="386"/>
                  <a:pt x="549" y="369"/>
                  <a:pt x="603" y="362"/>
                </a:cubicBezTo>
                <a:cubicBezTo>
                  <a:pt x="622" y="360"/>
                  <a:pt x="636" y="344"/>
                  <a:pt x="636" y="325"/>
                </a:cubicBezTo>
                <a:cubicBezTo>
                  <a:pt x="636" y="39"/>
                  <a:pt x="636" y="39"/>
                  <a:pt x="636" y="39"/>
                </a:cubicBezTo>
                <a:cubicBezTo>
                  <a:pt x="636" y="17"/>
                  <a:pt x="617" y="0"/>
                  <a:pt x="596" y="1"/>
                </a:cubicBezTo>
                <a:cubicBezTo>
                  <a:pt x="483" y="10"/>
                  <a:pt x="370" y="43"/>
                  <a:pt x="266" y="104"/>
                </a:cubicBezTo>
                <a:cubicBezTo>
                  <a:pt x="162" y="164"/>
                  <a:pt x="77" y="245"/>
                  <a:pt x="13" y="338"/>
                </a:cubicBezTo>
                <a:cubicBezTo>
                  <a:pt x="0" y="356"/>
                  <a:pt x="6" y="381"/>
                  <a:pt x="25" y="392"/>
                </a:cubicBezTo>
                <a:cubicBezTo>
                  <a:pt x="273" y="535"/>
                  <a:pt x="273" y="535"/>
                  <a:pt x="273" y="535"/>
                </a:cubicBezTo>
                <a:cubicBezTo>
                  <a:pt x="289" y="544"/>
                  <a:pt x="310" y="540"/>
                  <a:pt x="322" y="525"/>
                </a:cubicBezTo>
                <a:cubicBezTo>
                  <a:pt x="354" y="482"/>
                  <a:pt x="396" y="444"/>
                  <a:pt x="446" y="415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E103FEE-7A72-3D14-EF1D-6CBE1D17D47E}"/>
              </a:ext>
            </a:extLst>
          </p:cNvPr>
          <p:cNvSpPr>
            <a:spLocks/>
          </p:cNvSpPr>
          <p:nvPr/>
        </p:nvSpPr>
        <p:spPr bwMode="auto">
          <a:xfrm>
            <a:off x="4139919" y="2862119"/>
            <a:ext cx="1006364" cy="1834882"/>
          </a:xfrm>
          <a:custGeom>
            <a:avLst/>
            <a:gdLst>
              <a:gd name="T0" fmla="*/ 360 w 400"/>
              <a:gd name="T1" fmla="*/ 364 h 728"/>
              <a:gd name="T2" fmla="*/ 393 w 400"/>
              <a:gd name="T3" fmla="*/ 201 h 728"/>
              <a:gd name="T4" fmla="*/ 377 w 400"/>
              <a:gd name="T5" fmla="*/ 154 h 728"/>
              <a:gd name="T6" fmla="*/ 129 w 400"/>
              <a:gd name="T7" fmla="*/ 11 h 728"/>
              <a:gd name="T8" fmla="*/ 76 w 400"/>
              <a:gd name="T9" fmla="*/ 28 h 728"/>
              <a:gd name="T10" fmla="*/ 0 w 400"/>
              <a:gd name="T11" fmla="*/ 364 h 728"/>
              <a:gd name="T12" fmla="*/ 76 w 400"/>
              <a:gd name="T13" fmla="*/ 700 h 728"/>
              <a:gd name="T14" fmla="*/ 129 w 400"/>
              <a:gd name="T15" fmla="*/ 717 h 728"/>
              <a:gd name="T16" fmla="*/ 377 w 400"/>
              <a:gd name="T17" fmla="*/ 574 h 728"/>
              <a:gd name="T18" fmla="*/ 393 w 400"/>
              <a:gd name="T19" fmla="*/ 527 h 728"/>
              <a:gd name="T20" fmla="*/ 360 w 400"/>
              <a:gd name="T21" fmla="*/ 364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0" h="728">
                <a:moveTo>
                  <a:pt x="360" y="364"/>
                </a:moveTo>
                <a:cubicBezTo>
                  <a:pt x="360" y="306"/>
                  <a:pt x="372" y="251"/>
                  <a:pt x="393" y="201"/>
                </a:cubicBezTo>
                <a:cubicBezTo>
                  <a:pt x="400" y="184"/>
                  <a:pt x="393" y="164"/>
                  <a:pt x="377" y="154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10" y="0"/>
                  <a:pt x="86" y="8"/>
                  <a:pt x="76" y="28"/>
                </a:cubicBezTo>
                <a:cubicBezTo>
                  <a:pt x="27" y="130"/>
                  <a:pt x="0" y="244"/>
                  <a:pt x="0" y="364"/>
                </a:cubicBezTo>
                <a:cubicBezTo>
                  <a:pt x="0" y="484"/>
                  <a:pt x="27" y="598"/>
                  <a:pt x="76" y="700"/>
                </a:cubicBezTo>
                <a:cubicBezTo>
                  <a:pt x="86" y="720"/>
                  <a:pt x="110" y="728"/>
                  <a:pt x="129" y="717"/>
                </a:cubicBezTo>
                <a:cubicBezTo>
                  <a:pt x="377" y="574"/>
                  <a:pt x="377" y="574"/>
                  <a:pt x="377" y="574"/>
                </a:cubicBezTo>
                <a:cubicBezTo>
                  <a:pt x="393" y="564"/>
                  <a:pt x="400" y="544"/>
                  <a:pt x="393" y="527"/>
                </a:cubicBezTo>
                <a:cubicBezTo>
                  <a:pt x="372" y="477"/>
                  <a:pt x="360" y="422"/>
                  <a:pt x="360" y="364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18">
            <a:extLst>
              <a:ext uri="{FF2B5EF4-FFF2-40B4-BE49-F238E27FC236}">
                <a16:creationId xmlns:a16="http://schemas.microsoft.com/office/drawing/2014/main" id="{65C186D4-E357-309A-D7EC-73AC5291D6B4}"/>
              </a:ext>
            </a:extLst>
          </p:cNvPr>
          <p:cNvSpPr>
            <a:spLocks/>
          </p:cNvSpPr>
          <p:nvPr/>
        </p:nvSpPr>
        <p:spPr bwMode="auto">
          <a:xfrm>
            <a:off x="4451944" y="4371131"/>
            <a:ext cx="1600598" cy="1371636"/>
          </a:xfrm>
          <a:custGeom>
            <a:avLst/>
            <a:gdLst>
              <a:gd name="T0" fmla="*/ 446 w 636"/>
              <a:gd name="T1" fmla="*/ 129 h 544"/>
              <a:gd name="T2" fmla="*/ 322 w 636"/>
              <a:gd name="T3" fmla="*/ 19 h 544"/>
              <a:gd name="T4" fmla="*/ 273 w 636"/>
              <a:gd name="T5" fmla="*/ 9 h 544"/>
              <a:gd name="T6" fmla="*/ 25 w 636"/>
              <a:gd name="T7" fmla="*/ 152 h 544"/>
              <a:gd name="T8" fmla="*/ 13 w 636"/>
              <a:gd name="T9" fmla="*/ 206 h 544"/>
              <a:gd name="T10" fmla="*/ 266 w 636"/>
              <a:gd name="T11" fmla="*/ 441 h 544"/>
              <a:gd name="T12" fmla="*/ 596 w 636"/>
              <a:gd name="T13" fmla="*/ 543 h 544"/>
              <a:gd name="T14" fmla="*/ 636 w 636"/>
              <a:gd name="T15" fmla="*/ 505 h 544"/>
              <a:gd name="T16" fmla="*/ 636 w 636"/>
              <a:gd name="T17" fmla="*/ 219 h 544"/>
              <a:gd name="T18" fmla="*/ 603 w 636"/>
              <a:gd name="T19" fmla="*/ 182 h 544"/>
              <a:gd name="T20" fmla="*/ 446 w 636"/>
              <a:gd name="T21" fmla="*/ 129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446" y="129"/>
                </a:moveTo>
                <a:cubicBezTo>
                  <a:pt x="396" y="100"/>
                  <a:pt x="354" y="62"/>
                  <a:pt x="322" y="19"/>
                </a:cubicBezTo>
                <a:cubicBezTo>
                  <a:pt x="310" y="4"/>
                  <a:pt x="289" y="0"/>
                  <a:pt x="273" y="9"/>
                </a:cubicBezTo>
                <a:cubicBezTo>
                  <a:pt x="25" y="152"/>
                  <a:pt x="25" y="152"/>
                  <a:pt x="25" y="152"/>
                </a:cubicBezTo>
                <a:cubicBezTo>
                  <a:pt x="6" y="163"/>
                  <a:pt x="0" y="188"/>
                  <a:pt x="13" y="206"/>
                </a:cubicBezTo>
                <a:cubicBezTo>
                  <a:pt x="77" y="299"/>
                  <a:pt x="162" y="380"/>
                  <a:pt x="266" y="441"/>
                </a:cubicBezTo>
                <a:cubicBezTo>
                  <a:pt x="370" y="501"/>
                  <a:pt x="483" y="534"/>
                  <a:pt x="596" y="543"/>
                </a:cubicBezTo>
                <a:cubicBezTo>
                  <a:pt x="617" y="544"/>
                  <a:pt x="636" y="527"/>
                  <a:pt x="636" y="505"/>
                </a:cubicBezTo>
                <a:cubicBezTo>
                  <a:pt x="636" y="219"/>
                  <a:pt x="636" y="219"/>
                  <a:pt x="636" y="219"/>
                </a:cubicBezTo>
                <a:cubicBezTo>
                  <a:pt x="636" y="200"/>
                  <a:pt x="622" y="184"/>
                  <a:pt x="603" y="182"/>
                </a:cubicBezTo>
                <a:cubicBezTo>
                  <a:pt x="549" y="175"/>
                  <a:pt x="496" y="158"/>
                  <a:pt x="446" y="12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 20">
            <a:extLst>
              <a:ext uri="{FF2B5EF4-FFF2-40B4-BE49-F238E27FC236}">
                <a16:creationId xmlns:a16="http://schemas.microsoft.com/office/drawing/2014/main" id="{94F04F88-B0A8-A88C-BF6E-BCE06FCD23D4}"/>
              </a:ext>
            </a:extLst>
          </p:cNvPr>
          <p:cNvSpPr>
            <a:spLocks/>
          </p:cNvSpPr>
          <p:nvPr/>
        </p:nvSpPr>
        <p:spPr bwMode="auto">
          <a:xfrm>
            <a:off x="6153712" y="4371131"/>
            <a:ext cx="1600598" cy="1371636"/>
          </a:xfrm>
          <a:custGeom>
            <a:avLst/>
            <a:gdLst>
              <a:gd name="T0" fmla="*/ 190 w 636"/>
              <a:gd name="T1" fmla="*/ 129 h 544"/>
              <a:gd name="T2" fmla="*/ 33 w 636"/>
              <a:gd name="T3" fmla="*/ 182 h 544"/>
              <a:gd name="T4" fmla="*/ 0 w 636"/>
              <a:gd name="T5" fmla="*/ 219 h 544"/>
              <a:gd name="T6" fmla="*/ 0 w 636"/>
              <a:gd name="T7" fmla="*/ 505 h 544"/>
              <a:gd name="T8" fmla="*/ 40 w 636"/>
              <a:gd name="T9" fmla="*/ 543 h 544"/>
              <a:gd name="T10" fmla="*/ 370 w 636"/>
              <a:gd name="T11" fmla="*/ 441 h 544"/>
              <a:gd name="T12" fmla="*/ 623 w 636"/>
              <a:gd name="T13" fmla="*/ 206 h 544"/>
              <a:gd name="T14" fmla="*/ 611 w 636"/>
              <a:gd name="T15" fmla="*/ 152 h 544"/>
              <a:gd name="T16" fmla="*/ 363 w 636"/>
              <a:gd name="T17" fmla="*/ 9 h 544"/>
              <a:gd name="T18" fmla="*/ 314 w 636"/>
              <a:gd name="T19" fmla="*/ 19 h 544"/>
              <a:gd name="T20" fmla="*/ 190 w 636"/>
              <a:gd name="T21" fmla="*/ 129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190" y="129"/>
                </a:moveTo>
                <a:cubicBezTo>
                  <a:pt x="140" y="158"/>
                  <a:pt x="87" y="175"/>
                  <a:pt x="33" y="182"/>
                </a:cubicBezTo>
                <a:cubicBezTo>
                  <a:pt x="14" y="184"/>
                  <a:pt x="0" y="200"/>
                  <a:pt x="0" y="219"/>
                </a:cubicBezTo>
                <a:cubicBezTo>
                  <a:pt x="0" y="505"/>
                  <a:pt x="0" y="505"/>
                  <a:pt x="0" y="505"/>
                </a:cubicBezTo>
                <a:cubicBezTo>
                  <a:pt x="0" y="527"/>
                  <a:pt x="19" y="544"/>
                  <a:pt x="40" y="543"/>
                </a:cubicBezTo>
                <a:cubicBezTo>
                  <a:pt x="153" y="534"/>
                  <a:pt x="266" y="501"/>
                  <a:pt x="370" y="441"/>
                </a:cubicBezTo>
                <a:cubicBezTo>
                  <a:pt x="474" y="380"/>
                  <a:pt x="559" y="299"/>
                  <a:pt x="623" y="206"/>
                </a:cubicBezTo>
                <a:cubicBezTo>
                  <a:pt x="636" y="188"/>
                  <a:pt x="630" y="163"/>
                  <a:pt x="611" y="152"/>
                </a:cubicBezTo>
                <a:cubicBezTo>
                  <a:pt x="363" y="9"/>
                  <a:pt x="363" y="9"/>
                  <a:pt x="363" y="9"/>
                </a:cubicBezTo>
                <a:cubicBezTo>
                  <a:pt x="347" y="0"/>
                  <a:pt x="326" y="4"/>
                  <a:pt x="314" y="19"/>
                </a:cubicBezTo>
                <a:cubicBezTo>
                  <a:pt x="282" y="62"/>
                  <a:pt x="240" y="100"/>
                  <a:pt x="190" y="129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D1E563E7-F00E-BC7D-64D0-44B8667E2275}"/>
              </a:ext>
            </a:extLst>
          </p:cNvPr>
          <p:cNvSpPr>
            <a:spLocks/>
          </p:cNvSpPr>
          <p:nvPr/>
        </p:nvSpPr>
        <p:spPr bwMode="auto">
          <a:xfrm>
            <a:off x="7059427" y="2862119"/>
            <a:ext cx="1006364" cy="1834882"/>
          </a:xfrm>
          <a:custGeom>
            <a:avLst/>
            <a:gdLst>
              <a:gd name="T0" fmla="*/ 40 w 400"/>
              <a:gd name="T1" fmla="*/ 364 h 728"/>
              <a:gd name="T2" fmla="*/ 7 w 400"/>
              <a:gd name="T3" fmla="*/ 527 h 728"/>
              <a:gd name="T4" fmla="*/ 23 w 400"/>
              <a:gd name="T5" fmla="*/ 574 h 728"/>
              <a:gd name="T6" fmla="*/ 271 w 400"/>
              <a:gd name="T7" fmla="*/ 717 h 728"/>
              <a:gd name="T8" fmla="*/ 324 w 400"/>
              <a:gd name="T9" fmla="*/ 700 h 728"/>
              <a:gd name="T10" fmla="*/ 400 w 400"/>
              <a:gd name="T11" fmla="*/ 364 h 728"/>
              <a:gd name="T12" fmla="*/ 324 w 400"/>
              <a:gd name="T13" fmla="*/ 28 h 728"/>
              <a:gd name="T14" fmla="*/ 271 w 400"/>
              <a:gd name="T15" fmla="*/ 11 h 728"/>
              <a:gd name="T16" fmla="*/ 23 w 400"/>
              <a:gd name="T17" fmla="*/ 154 h 728"/>
              <a:gd name="T18" fmla="*/ 7 w 400"/>
              <a:gd name="T19" fmla="*/ 201 h 728"/>
              <a:gd name="T20" fmla="*/ 40 w 400"/>
              <a:gd name="T21" fmla="*/ 364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0" h="728">
                <a:moveTo>
                  <a:pt x="40" y="364"/>
                </a:moveTo>
                <a:cubicBezTo>
                  <a:pt x="40" y="422"/>
                  <a:pt x="28" y="477"/>
                  <a:pt x="7" y="527"/>
                </a:cubicBezTo>
                <a:cubicBezTo>
                  <a:pt x="0" y="544"/>
                  <a:pt x="7" y="564"/>
                  <a:pt x="23" y="574"/>
                </a:cubicBezTo>
                <a:cubicBezTo>
                  <a:pt x="271" y="717"/>
                  <a:pt x="271" y="717"/>
                  <a:pt x="271" y="717"/>
                </a:cubicBezTo>
                <a:cubicBezTo>
                  <a:pt x="290" y="728"/>
                  <a:pt x="314" y="720"/>
                  <a:pt x="324" y="700"/>
                </a:cubicBezTo>
                <a:cubicBezTo>
                  <a:pt x="373" y="598"/>
                  <a:pt x="400" y="484"/>
                  <a:pt x="400" y="364"/>
                </a:cubicBezTo>
                <a:cubicBezTo>
                  <a:pt x="400" y="244"/>
                  <a:pt x="373" y="130"/>
                  <a:pt x="324" y="28"/>
                </a:cubicBezTo>
                <a:cubicBezTo>
                  <a:pt x="314" y="8"/>
                  <a:pt x="290" y="0"/>
                  <a:pt x="271" y="11"/>
                </a:cubicBezTo>
                <a:cubicBezTo>
                  <a:pt x="23" y="154"/>
                  <a:pt x="23" y="154"/>
                  <a:pt x="23" y="154"/>
                </a:cubicBezTo>
                <a:cubicBezTo>
                  <a:pt x="7" y="164"/>
                  <a:pt x="0" y="184"/>
                  <a:pt x="7" y="201"/>
                </a:cubicBezTo>
                <a:cubicBezTo>
                  <a:pt x="28" y="251"/>
                  <a:pt x="40" y="306"/>
                  <a:pt x="40" y="364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6D075E3C-2E76-9454-4CEC-A920B060EA90}"/>
              </a:ext>
            </a:extLst>
          </p:cNvPr>
          <p:cNvSpPr>
            <a:spLocks/>
          </p:cNvSpPr>
          <p:nvPr/>
        </p:nvSpPr>
        <p:spPr bwMode="auto">
          <a:xfrm>
            <a:off x="6153167" y="1816353"/>
            <a:ext cx="1600598" cy="1370571"/>
          </a:xfrm>
          <a:custGeom>
            <a:avLst/>
            <a:gdLst>
              <a:gd name="T0" fmla="*/ 190 w 636"/>
              <a:gd name="T1" fmla="*/ 415 h 544"/>
              <a:gd name="T2" fmla="*/ 314 w 636"/>
              <a:gd name="T3" fmla="*/ 525 h 544"/>
              <a:gd name="T4" fmla="*/ 363 w 636"/>
              <a:gd name="T5" fmla="*/ 535 h 544"/>
              <a:gd name="T6" fmla="*/ 611 w 636"/>
              <a:gd name="T7" fmla="*/ 392 h 544"/>
              <a:gd name="T8" fmla="*/ 623 w 636"/>
              <a:gd name="T9" fmla="*/ 338 h 544"/>
              <a:gd name="T10" fmla="*/ 370 w 636"/>
              <a:gd name="T11" fmla="*/ 104 h 544"/>
              <a:gd name="T12" fmla="*/ 40 w 636"/>
              <a:gd name="T13" fmla="*/ 1 h 544"/>
              <a:gd name="T14" fmla="*/ 0 w 636"/>
              <a:gd name="T15" fmla="*/ 39 h 544"/>
              <a:gd name="T16" fmla="*/ 0 w 636"/>
              <a:gd name="T17" fmla="*/ 325 h 544"/>
              <a:gd name="T18" fmla="*/ 33 w 636"/>
              <a:gd name="T19" fmla="*/ 362 h 544"/>
              <a:gd name="T20" fmla="*/ 190 w 636"/>
              <a:gd name="T21" fmla="*/ 415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190" y="415"/>
                </a:moveTo>
                <a:cubicBezTo>
                  <a:pt x="240" y="444"/>
                  <a:pt x="282" y="482"/>
                  <a:pt x="314" y="525"/>
                </a:cubicBezTo>
                <a:cubicBezTo>
                  <a:pt x="326" y="540"/>
                  <a:pt x="347" y="544"/>
                  <a:pt x="363" y="535"/>
                </a:cubicBezTo>
                <a:cubicBezTo>
                  <a:pt x="611" y="392"/>
                  <a:pt x="611" y="392"/>
                  <a:pt x="611" y="392"/>
                </a:cubicBezTo>
                <a:cubicBezTo>
                  <a:pt x="630" y="381"/>
                  <a:pt x="636" y="356"/>
                  <a:pt x="623" y="338"/>
                </a:cubicBezTo>
                <a:cubicBezTo>
                  <a:pt x="559" y="245"/>
                  <a:pt x="474" y="164"/>
                  <a:pt x="370" y="104"/>
                </a:cubicBezTo>
                <a:cubicBezTo>
                  <a:pt x="266" y="43"/>
                  <a:pt x="153" y="10"/>
                  <a:pt x="40" y="1"/>
                </a:cubicBezTo>
                <a:cubicBezTo>
                  <a:pt x="19" y="0"/>
                  <a:pt x="0" y="17"/>
                  <a:pt x="0" y="39"/>
                </a:cubicBezTo>
                <a:cubicBezTo>
                  <a:pt x="0" y="325"/>
                  <a:pt x="0" y="325"/>
                  <a:pt x="0" y="325"/>
                </a:cubicBezTo>
                <a:cubicBezTo>
                  <a:pt x="0" y="344"/>
                  <a:pt x="14" y="360"/>
                  <a:pt x="33" y="362"/>
                </a:cubicBezTo>
                <a:cubicBezTo>
                  <a:pt x="87" y="369"/>
                  <a:pt x="140" y="386"/>
                  <a:pt x="190" y="415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reeform 14">
            <a:extLst>
              <a:ext uri="{FF2B5EF4-FFF2-40B4-BE49-F238E27FC236}">
                <a16:creationId xmlns:a16="http://schemas.microsoft.com/office/drawing/2014/main" id="{BA725461-2F40-E1BF-4193-5C38C94781D6}"/>
              </a:ext>
            </a:extLst>
          </p:cNvPr>
          <p:cNvSpPr>
            <a:spLocks/>
          </p:cNvSpPr>
          <p:nvPr/>
        </p:nvSpPr>
        <p:spPr bwMode="auto">
          <a:xfrm>
            <a:off x="4451401" y="1816353"/>
            <a:ext cx="1600598" cy="1370571"/>
          </a:xfrm>
          <a:custGeom>
            <a:avLst/>
            <a:gdLst>
              <a:gd name="T0" fmla="*/ 446 w 636"/>
              <a:gd name="T1" fmla="*/ 415 h 544"/>
              <a:gd name="T2" fmla="*/ 603 w 636"/>
              <a:gd name="T3" fmla="*/ 362 h 544"/>
              <a:gd name="T4" fmla="*/ 636 w 636"/>
              <a:gd name="T5" fmla="*/ 325 h 544"/>
              <a:gd name="T6" fmla="*/ 636 w 636"/>
              <a:gd name="T7" fmla="*/ 39 h 544"/>
              <a:gd name="T8" fmla="*/ 596 w 636"/>
              <a:gd name="T9" fmla="*/ 1 h 544"/>
              <a:gd name="T10" fmla="*/ 266 w 636"/>
              <a:gd name="T11" fmla="*/ 104 h 544"/>
              <a:gd name="T12" fmla="*/ 13 w 636"/>
              <a:gd name="T13" fmla="*/ 338 h 544"/>
              <a:gd name="T14" fmla="*/ 25 w 636"/>
              <a:gd name="T15" fmla="*/ 392 h 544"/>
              <a:gd name="T16" fmla="*/ 273 w 636"/>
              <a:gd name="T17" fmla="*/ 535 h 544"/>
              <a:gd name="T18" fmla="*/ 322 w 636"/>
              <a:gd name="T19" fmla="*/ 525 h 544"/>
              <a:gd name="T20" fmla="*/ 446 w 636"/>
              <a:gd name="T21" fmla="*/ 415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446" y="415"/>
                </a:moveTo>
                <a:cubicBezTo>
                  <a:pt x="496" y="386"/>
                  <a:pt x="549" y="369"/>
                  <a:pt x="603" y="362"/>
                </a:cubicBezTo>
                <a:cubicBezTo>
                  <a:pt x="622" y="360"/>
                  <a:pt x="636" y="344"/>
                  <a:pt x="636" y="325"/>
                </a:cubicBezTo>
                <a:cubicBezTo>
                  <a:pt x="636" y="39"/>
                  <a:pt x="636" y="39"/>
                  <a:pt x="636" y="39"/>
                </a:cubicBezTo>
                <a:cubicBezTo>
                  <a:pt x="636" y="17"/>
                  <a:pt x="617" y="0"/>
                  <a:pt x="596" y="1"/>
                </a:cubicBezTo>
                <a:cubicBezTo>
                  <a:pt x="483" y="10"/>
                  <a:pt x="370" y="43"/>
                  <a:pt x="266" y="104"/>
                </a:cubicBezTo>
                <a:cubicBezTo>
                  <a:pt x="162" y="164"/>
                  <a:pt x="77" y="245"/>
                  <a:pt x="13" y="338"/>
                </a:cubicBezTo>
                <a:cubicBezTo>
                  <a:pt x="0" y="356"/>
                  <a:pt x="6" y="381"/>
                  <a:pt x="25" y="392"/>
                </a:cubicBezTo>
                <a:cubicBezTo>
                  <a:pt x="273" y="535"/>
                  <a:pt x="273" y="535"/>
                  <a:pt x="273" y="535"/>
                </a:cubicBezTo>
                <a:cubicBezTo>
                  <a:pt x="289" y="544"/>
                  <a:pt x="310" y="540"/>
                  <a:pt x="322" y="525"/>
                </a:cubicBezTo>
                <a:cubicBezTo>
                  <a:pt x="354" y="482"/>
                  <a:pt x="396" y="444"/>
                  <a:pt x="446" y="415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61D5AE-1D39-64E8-E119-2FD95E3CB38E}"/>
              </a:ext>
            </a:extLst>
          </p:cNvPr>
          <p:cNvSpPr>
            <a:spLocks/>
          </p:cNvSpPr>
          <p:nvPr/>
        </p:nvSpPr>
        <p:spPr bwMode="auto">
          <a:xfrm>
            <a:off x="4139375" y="2862119"/>
            <a:ext cx="1006364" cy="1834882"/>
          </a:xfrm>
          <a:custGeom>
            <a:avLst/>
            <a:gdLst>
              <a:gd name="T0" fmla="*/ 360 w 400"/>
              <a:gd name="T1" fmla="*/ 364 h 728"/>
              <a:gd name="T2" fmla="*/ 393 w 400"/>
              <a:gd name="T3" fmla="*/ 201 h 728"/>
              <a:gd name="T4" fmla="*/ 377 w 400"/>
              <a:gd name="T5" fmla="*/ 154 h 728"/>
              <a:gd name="T6" fmla="*/ 129 w 400"/>
              <a:gd name="T7" fmla="*/ 11 h 728"/>
              <a:gd name="T8" fmla="*/ 76 w 400"/>
              <a:gd name="T9" fmla="*/ 28 h 728"/>
              <a:gd name="T10" fmla="*/ 0 w 400"/>
              <a:gd name="T11" fmla="*/ 364 h 728"/>
              <a:gd name="T12" fmla="*/ 76 w 400"/>
              <a:gd name="T13" fmla="*/ 700 h 728"/>
              <a:gd name="T14" fmla="*/ 129 w 400"/>
              <a:gd name="T15" fmla="*/ 717 h 728"/>
              <a:gd name="T16" fmla="*/ 377 w 400"/>
              <a:gd name="T17" fmla="*/ 574 h 728"/>
              <a:gd name="T18" fmla="*/ 393 w 400"/>
              <a:gd name="T19" fmla="*/ 527 h 728"/>
              <a:gd name="T20" fmla="*/ 360 w 400"/>
              <a:gd name="T21" fmla="*/ 364 h 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0" h="728">
                <a:moveTo>
                  <a:pt x="360" y="364"/>
                </a:moveTo>
                <a:cubicBezTo>
                  <a:pt x="360" y="306"/>
                  <a:pt x="372" y="251"/>
                  <a:pt x="393" y="201"/>
                </a:cubicBezTo>
                <a:cubicBezTo>
                  <a:pt x="400" y="184"/>
                  <a:pt x="393" y="164"/>
                  <a:pt x="377" y="154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10" y="0"/>
                  <a:pt x="86" y="8"/>
                  <a:pt x="76" y="28"/>
                </a:cubicBezTo>
                <a:cubicBezTo>
                  <a:pt x="27" y="130"/>
                  <a:pt x="0" y="244"/>
                  <a:pt x="0" y="364"/>
                </a:cubicBezTo>
                <a:cubicBezTo>
                  <a:pt x="0" y="484"/>
                  <a:pt x="27" y="598"/>
                  <a:pt x="76" y="700"/>
                </a:cubicBezTo>
                <a:cubicBezTo>
                  <a:pt x="86" y="720"/>
                  <a:pt x="110" y="728"/>
                  <a:pt x="129" y="717"/>
                </a:cubicBezTo>
                <a:cubicBezTo>
                  <a:pt x="377" y="574"/>
                  <a:pt x="377" y="574"/>
                  <a:pt x="377" y="574"/>
                </a:cubicBezTo>
                <a:cubicBezTo>
                  <a:pt x="393" y="564"/>
                  <a:pt x="400" y="544"/>
                  <a:pt x="393" y="527"/>
                </a:cubicBezTo>
                <a:cubicBezTo>
                  <a:pt x="372" y="477"/>
                  <a:pt x="360" y="422"/>
                  <a:pt x="360" y="364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 18">
            <a:extLst>
              <a:ext uri="{FF2B5EF4-FFF2-40B4-BE49-F238E27FC236}">
                <a16:creationId xmlns:a16="http://schemas.microsoft.com/office/drawing/2014/main" id="{97A14076-E6BC-3313-9A04-1EB238DC573A}"/>
              </a:ext>
            </a:extLst>
          </p:cNvPr>
          <p:cNvSpPr>
            <a:spLocks/>
          </p:cNvSpPr>
          <p:nvPr/>
        </p:nvSpPr>
        <p:spPr bwMode="auto">
          <a:xfrm>
            <a:off x="4451401" y="4371131"/>
            <a:ext cx="1600598" cy="1371636"/>
          </a:xfrm>
          <a:custGeom>
            <a:avLst/>
            <a:gdLst>
              <a:gd name="T0" fmla="*/ 446 w 636"/>
              <a:gd name="T1" fmla="*/ 129 h 544"/>
              <a:gd name="T2" fmla="*/ 322 w 636"/>
              <a:gd name="T3" fmla="*/ 19 h 544"/>
              <a:gd name="T4" fmla="*/ 273 w 636"/>
              <a:gd name="T5" fmla="*/ 9 h 544"/>
              <a:gd name="T6" fmla="*/ 25 w 636"/>
              <a:gd name="T7" fmla="*/ 152 h 544"/>
              <a:gd name="T8" fmla="*/ 13 w 636"/>
              <a:gd name="T9" fmla="*/ 206 h 544"/>
              <a:gd name="T10" fmla="*/ 266 w 636"/>
              <a:gd name="T11" fmla="*/ 441 h 544"/>
              <a:gd name="T12" fmla="*/ 596 w 636"/>
              <a:gd name="T13" fmla="*/ 543 h 544"/>
              <a:gd name="T14" fmla="*/ 636 w 636"/>
              <a:gd name="T15" fmla="*/ 505 h 544"/>
              <a:gd name="T16" fmla="*/ 636 w 636"/>
              <a:gd name="T17" fmla="*/ 219 h 544"/>
              <a:gd name="T18" fmla="*/ 603 w 636"/>
              <a:gd name="T19" fmla="*/ 182 h 544"/>
              <a:gd name="T20" fmla="*/ 446 w 636"/>
              <a:gd name="T21" fmla="*/ 129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446" y="129"/>
                </a:moveTo>
                <a:cubicBezTo>
                  <a:pt x="396" y="100"/>
                  <a:pt x="354" y="62"/>
                  <a:pt x="322" y="19"/>
                </a:cubicBezTo>
                <a:cubicBezTo>
                  <a:pt x="310" y="4"/>
                  <a:pt x="289" y="0"/>
                  <a:pt x="273" y="9"/>
                </a:cubicBezTo>
                <a:cubicBezTo>
                  <a:pt x="25" y="152"/>
                  <a:pt x="25" y="152"/>
                  <a:pt x="25" y="152"/>
                </a:cubicBezTo>
                <a:cubicBezTo>
                  <a:pt x="6" y="163"/>
                  <a:pt x="0" y="188"/>
                  <a:pt x="13" y="206"/>
                </a:cubicBezTo>
                <a:cubicBezTo>
                  <a:pt x="77" y="299"/>
                  <a:pt x="162" y="380"/>
                  <a:pt x="266" y="441"/>
                </a:cubicBezTo>
                <a:cubicBezTo>
                  <a:pt x="370" y="501"/>
                  <a:pt x="483" y="534"/>
                  <a:pt x="596" y="543"/>
                </a:cubicBezTo>
                <a:cubicBezTo>
                  <a:pt x="617" y="544"/>
                  <a:pt x="636" y="527"/>
                  <a:pt x="636" y="505"/>
                </a:cubicBezTo>
                <a:cubicBezTo>
                  <a:pt x="636" y="219"/>
                  <a:pt x="636" y="219"/>
                  <a:pt x="636" y="219"/>
                </a:cubicBezTo>
                <a:cubicBezTo>
                  <a:pt x="636" y="200"/>
                  <a:pt x="622" y="184"/>
                  <a:pt x="603" y="182"/>
                </a:cubicBezTo>
                <a:cubicBezTo>
                  <a:pt x="549" y="175"/>
                  <a:pt x="496" y="158"/>
                  <a:pt x="446" y="129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Freeform 20">
            <a:extLst>
              <a:ext uri="{FF2B5EF4-FFF2-40B4-BE49-F238E27FC236}">
                <a16:creationId xmlns:a16="http://schemas.microsoft.com/office/drawing/2014/main" id="{910730D9-5B58-A317-C627-B93B85750935}"/>
              </a:ext>
            </a:extLst>
          </p:cNvPr>
          <p:cNvSpPr>
            <a:spLocks/>
          </p:cNvSpPr>
          <p:nvPr/>
        </p:nvSpPr>
        <p:spPr bwMode="auto">
          <a:xfrm>
            <a:off x="6153167" y="4371131"/>
            <a:ext cx="1600598" cy="1371636"/>
          </a:xfrm>
          <a:custGeom>
            <a:avLst/>
            <a:gdLst>
              <a:gd name="T0" fmla="*/ 190 w 636"/>
              <a:gd name="T1" fmla="*/ 129 h 544"/>
              <a:gd name="T2" fmla="*/ 33 w 636"/>
              <a:gd name="T3" fmla="*/ 182 h 544"/>
              <a:gd name="T4" fmla="*/ 0 w 636"/>
              <a:gd name="T5" fmla="*/ 219 h 544"/>
              <a:gd name="T6" fmla="*/ 0 w 636"/>
              <a:gd name="T7" fmla="*/ 505 h 544"/>
              <a:gd name="T8" fmla="*/ 40 w 636"/>
              <a:gd name="T9" fmla="*/ 543 h 544"/>
              <a:gd name="T10" fmla="*/ 370 w 636"/>
              <a:gd name="T11" fmla="*/ 441 h 544"/>
              <a:gd name="T12" fmla="*/ 623 w 636"/>
              <a:gd name="T13" fmla="*/ 206 h 544"/>
              <a:gd name="T14" fmla="*/ 611 w 636"/>
              <a:gd name="T15" fmla="*/ 152 h 544"/>
              <a:gd name="T16" fmla="*/ 363 w 636"/>
              <a:gd name="T17" fmla="*/ 9 h 544"/>
              <a:gd name="T18" fmla="*/ 314 w 636"/>
              <a:gd name="T19" fmla="*/ 19 h 544"/>
              <a:gd name="T20" fmla="*/ 190 w 636"/>
              <a:gd name="T21" fmla="*/ 129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544">
                <a:moveTo>
                  <a:pt x="190" y="129"/>
                </a:moveTo>
                <a:cubicBezTo>
                  <a:pt x="140" y="158"/>
                  <a:pt x="87" y="175"/>
                  <a:pt x="33" y="182"/>
                </a:cubicBezTo>
                <a:cubicBezTo>
                  <a:pt x="14" y="184"/>
                  <a:pt x="0" y="200"/>
                  <a:pt x="0" y="219"/>
                </a:cubicBezTo>
                <a:cubicBezTo>
                  <a:pt x="0" y="505"/>
                  <a:pt x="0" y="505"/>
                  <a:pt x="0" y="505"/>
                </a:cubicBezTo>
                <a:cubicBezTo>
                  <a:pt x="0" y="527"/>
                  <a:pt x="19" y="544"/>
                  <a:pt x="40" y="543"/>
                </a:cubicBezTo>
                <a:cubicBezTo>
                  <a:pt x="153" y="534"/>
                  <a:pt x="266" y="501"/>
                  <a:pt x="370" y="441"/>
                </a:cubicBezTo>
                <a:cubicBezTo>
                  <a:pt x="474" y="380"/>
                  <a:pt x="559" y="299"/>
                  <a:pt x="623" y="206"/>
                </a:cubicBezTo>
                <a:cubicBezTo>
                  <a:pt x="636" y="188"/>
                  <a:pt x="630" y="163"/>
                  <a:pt x="611" y="152"/>
                </a:cubicBezTo>
                <a:cubicBezTo>
                  <a:pt x="363" y="9"/>
                  <a:pt x="363" y="9"/>
                  <a:pt x="363" y="9"/>
                </a:cubicBezTo>
                <a:cubicBezTo>
                  <a:pt x="347" y="0"/>
                  <a:pt x="326" y="4"/>
                  <a:pt x="314" y="19"/>
                </a:cubicBezTo>
                <a:cubicBezTo>
                  <a:pt x="282" y="62"/>
                  <a:pt x="240" y="100"/>
                  <a:pt x="190" y="129"/>
                </a:cubicBezTo>
                <a:close/>
              </a:path>
            </a:pathLst>
          </a:custGeom>
          <a:solidFill>
            <a:schemeClr val="accent1"/>
          </a:solidFill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13C06A66-D083-1B04-308E-E04712FFB4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483106" y="2066866"/>
            <a:ext cx="758278" cy="75827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DD36B60-4E4F-A20C-24D1-B4D288B67E57}"/>
              </a:ext>
            </a:extLst>
          </p:cNvPr>
          <p:cNvSpPr txBox="1"/>
          <p:nvPr/>
        </p:nvSpPr>
        <p:spPr>
          <a:xfrm>
            <a:off x="8375129" y="3366625"/>
            <a:ext cx="2645369" cy="801612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Subheader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90CC3F0-3E3D-1FD4-5C8E-EB1A4D2EB2C4}"/>
              </a:ext>
            </a:extLst>
          </p:cNvPr>
          <p:cNvSpPr txBox="1">
            <a:spLocks/>
          </p:cNvSpPr>
          <p:nvPr/>
        </p:nvSpPr>
        <p:spPr>
          <a:xfrm>
            <a:off x="8457957" y="3722371"/>
            <a:ext cx="911038" cy="60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45720" rIns="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None/>
              <a:defRPr sz="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900"/>
              </a:buClr>
              <a:buSzPct val="70000"/>
              <a:buFont typeface="Courier New" panose="02070309020205020404" pitchFamily="49" charset="0"/>
              <a:buNone/>
              <a:tabLst/>
              <a:defRPr/>
            </a:pPr>
            <a:endParaRPr kumimoji="0" lang="en-BE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88D2FCE9-E628-EC88-2B84-4791CC13B9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64895" y="2066866"/>
            <a:ext cx="758278" cy="758278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718C973B-DB28-4010-D696-F45324910E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483106" y="4714377"/>
            <a:ext cx="758278" cy="75827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72569854-0CAF-4874-547A-26B5928412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964895" y="4714377"/>
            <a:ext cx="758278" cy="758278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A966BBD-85A4-A8A4-69B5-9B2B7C0FC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241383" y="3399888"/>
            <a:ext cx="758278" cy="758278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AD24CE01-4427-5507-06C9-E4BD44558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229359" y="3399888"/>
            <a:ext cx="758278" cy="75827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6011989-69C0-0087-8A54-5725A317F7DA}"/>
              </a:ext>
            </a:extLst>
          </p:cNvPr>
          <p:cNvSpPr txBox="1"/>
          <p:nvPr/>
        </p:nvSpPr>
        <p:spPr>
          <a:xfrm>
            <a:off x="7716754" y="1361275"/>
            <a:ext cx="2645369" cy="801612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Subheader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8DA279CA-C6A3-AD60-266C-F2DF1E6E3AB4}"/>
              </a:ext>
            </a:extLst>
          </p:cNvPr>
          <p:cNvSpPr txBox="1">
            <a:spLocks/>
          </p:cNvSpPr>
          <p:nvPr/>
        </p:nvSpPr>
        <p:spPr>
          <a:xfrm>
            <a:off x="7799582" y="1700924"/>
            <a:ext cx="911038" cy="60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45720" rIns="0" bIns="45720" rtlCol="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None/>
              <a:defRPr sz="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900"/>
              </a:buClr>
              <a:buSzPct val="70000"/>
              <a:buFont typeface="Courier New" panose="02070309020205020404" pitchFamily="49" charset="0"/>
              <a:buNone/>
              <a:tabLst/>
              <a:defRPr/>
            </a:pPr>
            <a:endParaRPr kumimoji="0" lang="en-BE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010A9F-A691-89DA-D758-554CAB7BD4B7}"/>
              </a:ext>
            </a:extLst>
          </p:cNvPr>
          <p:cNvSpPr txBox="1"/>
          <p:nvPr/>
        </p:nvSpPr>
        <p:spPr>
          <a:xfrm>
            <a:off x="7716753" y="5397590"/>
            <a:ext cx="3476713" cy="775963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Subheader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8576F279-790E-7CF3-CD4B-8F7215254C76}"/>
              </a:ext>
            </a:extLst>
          </p:cNvPr>
          <p:cNvSpPr txBox="1">
            <a:spLocks/>
          </p:cNvSpPr>
          <p:nvPr/>
        </p:nvSpPr>
        <p:spPr>
          <a:xfrm>
            <a:off x="7799582" y="5752746"/>
            <a:ext cx="911038" cy="60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45720" rIns="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None/>
              <a:defRPr sz="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900"/>
              </a:buClr>
              <a:buSzPct val="70000"/>
              <a:buFont typeface="Courier New" panose="02070309020205020404" pitchFamily="49" charset="0"/>
              <a:buNone/>
              <a:tabLst/>
              <a:defRPr/>
            </a:pPr>
            <a:endParaRPr kumimoji="0" lang="en-BE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68D75DC-A150-E223-4113-2D3E86C95682}"/>
              </a:ext>
            </a:extLst>
          </p:cNvPr>
          <p:cNvCxnSpPr>
            <a:stCxn id="25" idx="5"/>
          </p:cNvCxnSpPr>
          <p:nvPr/>
        </p:nvCxnSpPr>
        <p:spPr>
          <a:xfrm flipV="1">
            <a:off x="8065791" y="3779027"/>
            <a:ext cx="322127" cy="533"/>
          </a:xfrm>
          <a:prstGeom prst="line">
            <a:avLst/>
          </a:prstGeom>
          <a:noFill/>
          <a:ln>
            <a:solidFill>
              <a:schemeClr val="accent2"/>
            </a:soli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4FDFEB5-DC7D-DEB9-E2D1-38CABC4CEE9F}"/>
              </a:ext>
            </a:extLst>
          </p:cNvPr>
          <p:cNvSpPr txBox="1"/>
          <p:nvPr/>
        </p:nvSpPr>
        <p:spPr>
          <a:xfrm>
            <a:off x="2134258" y="1361275"/>
            <a:ext cx="2645369" cy="801612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Subheader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90F8EEA6-F79F-55AD-3D97-0C3E269BFF73}"/>
              </a:ext>
            </a:extLst>
          </p:cNvPr>
          <p:cNvSpPr txBox="1">
            <a:spLocks/>
          </p:cNvSpPr>
          <p:nvPr/>
        </p:nvSpPr>
        <p:spPr>
          <a:xfrm>
            <a:off x="2217086" y="1700924"/>
            <a:ext cx="911038" cy="60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45720" rIns="0" bIns="45720" rtlCol="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None/>
              <a:defRPr sz="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900"/>
              </a:buClr>
              <a:buSzPct val="70000"/>
              <a:buFont typeface="Courier New" panose="02070309020205020404" pitchFamily="49" charset="0"/>
              <a:buNone/>
              <a:tabLst/>
              <a:defRPr/>
            </a:pPr>
            <a:endParaRPr kumimoji="0" lang="en-BE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8C4A5F-B943-22EE-45B1-4477A5FA1046}"/>
              </a:ext>
            </a:extLst>
          </p:cNvPr>
          <p:cNvSpPr txBox="1"/>
          <p:nvPr/>
        </p:nvSpPr>
        <p:spPr>
          <a:xfrm>
            <a:off x="1404628" y="3366624"/>
            <a:ext cx="2645369" cy="801612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Subheader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Calibri" panose="020F0502020204030204" pitchFamily="34" charset="0"/>
                <a:cs typeface="Calibri" panose="020F0502020204030204" pitchFamily="34" charset="0"/>
              </a:rPr>
              <a:t>TEXT</a:t>
            </a:r>
          </a:p>
        </p:txBody>
      </p:sp>
      <p:sp>
        <p:nvSpPr>
          <p:cNvPr id="78" name="Text Placeholder 8">
            <a:extLst>
              <a:ext uri="{FF2B5EF4-FFF2-40B4-BE49-F238E27FC236}">
                <a16:creationId xmlns:a16="http://schemas.microsoft.com/office/drawing/2014/main" id="{8C51093D-C393-A012-8525-FB5460C8BA10}"/>
              </a:ext>
            </a:extLst>
          </p:cNvPr>
          <p:cNvSpPr txBox="1">
            <a:spLocks/>
          </p:cNvSpPr>
          <p:nvPr/>
        </p:nvSpPr>
        <p:spPr>
          <a:xfrm>
            <a:off x="1487456" y="3722369"/>
            <a:ext cx="911038" cy="6045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vert="horz" lIns="0" tIns="45720" rIns="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None/>
              <a:defRPr sz="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70000"/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6900"/>
              </a:buClr>
              <a:buSzPct val="70000"/>
              <a:buFont typeface="Courier New" panose="02070309020205020404" pitchFamily="49" charset="0"/>
              <a:buNone/>
              <a:tabLst/>
              <a:defRPr/>
            </a:pPr>
            <a:endParaRPr kumimoji="0" lang="en-BE" sz="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4D49463-09AA-09B6-D52A-ED6F70FDE2BB}"/>
              </a:ext>
            </a:extLst>
          </p:cNvPr>
          <p:cNvGrpSpPr/>
          <p:nvPr/>
        </p:nvGrpSpPr>
        <p:grpSpPr>
          <a:xfrm>
            <a:off x="2134258" y="5397592"/>
            <a:ext cx="3476713" cy="801612"/>
            <a:chOff x="2504864" y="5397592"/>
            <a:chExt cx="3476713" cy="801612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7CEEEDD-A13B-4FF7-DD17-4591A41943C8}"/>
                </a:ext>
              </a:extLst>
            </p:cNvPr>
            <p:cNvSpPr txBox="1"/>
            <p:nvPr/>
          </p:nvSpPr>
          <p:spPr>
            <a:xfrm>
              <a:off x="2504864" y="5397592"/>
              <a:ext cx="3476713" cy="801612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51F6D"/>
                  </a:solidFill>
                  <a:effectLst/>
                  <a:uLnTx/>
                  <a:uFillTx/>
                  <a:latin typeface="Calibri"/>
                  <a:ea typeface="Calibri" panose="020F0502020204030204" pitchFamily="34" charset="0"/>
                  <a:cs typeface="Calibri" panose="020F0502020204030204" pitchFamily="34" charset="0"/>
                  <a:sym typeface="Montserrat SemiBold"/>
                </a:rPr>
                <a:t>Subheader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51F6D"/>
                  </a:solidFill>
                  <a:effectLst/>
                  <a:uLnTx/>
                  <a:uFillTx/>
                  <a:latin typeface="Calibri Light"/>
                  <a:ea typeface="Calibri" panose="020F0502020204030204" pitchFamily="34" charset="0"/>
                  <a:cs typeface="Calibri" panose="020F0502020204030204" pitchFamily="34" charset="0"/>
                </a:rPr>
                <a:t>TEXT</a:t>
              </a:r>
            </a:p>
          </p:txBody>
        </p:sp>
        <p:sp>
          <p:nvSpPr>
            <p:cNvPr id="82" name="Text Placeholder 8">
              <a:extLst>
                <a:ext uri="{FF2B5EF4-FFF2-40B4-BE49-F238E27FC236}">
                  <a16:creationId xmlns:a16="http://schemas.microsoft.com/office/drawing/2014/main" id="{16003E34-9B7C-889A-A3AA-2E681B383AA6}"/>
                </a:ext>
              </a:extLst>
            </p:cNvPr>
            <p:cNvSpPr txBox="1">
              <a:spLocks/>
            </p:cNvSpPr>
            <p:nvPr/>
          </p:nvSpPr>
          <p:spPr>
            <a:xfrm>
              <a:off x="2587694" y="5752748"/>
              <a:ext cx="911038" cy="60458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 vert="horz" lIns="0" tIns="45720" rIns="0" bIns="45720" rtlCol="0">
              <a:normAutofit fontScale="2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None/>
                <a:defRPr sz="1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SzPct val="70000"/>
                <a:buFont typeface="Courier New" panose="02070309020205020404" pitchFamily="49" charset="0"/>
                <a:buChar char="o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FF6900"/>
                </a:buClr>
                <a:buSzPct val="70000"/>
                <a:buFont typeface="Courier New" panose="02070309020205020404" pitchFamily="49" charset="0"/>
                <a:buNone/>
                <a:tabLst/>
                <a:defRPr/>
              </a:pPr>
              <a:endParaRPr kumimoji="0" lang="en-BE" sz="1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  <p:pic>
        <p:nvPicPr>
          <p:cNvPr id="86" name="Graphic 85">
            <a:extLst>
              <a:ext uri="{FF2B5EF4-FFF2-40B4-BE49-F238E27FC236}">
                <a16:creationId xmlns:a16="http://schemas.microsoft.com/office/drawing/2014/main" id="{198CACB3-11DF-0A9F-2B81-DBB88DA2F2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3340" y="3339247"/>
            <a:ext cx="1057942" cy="10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35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23EB3C-970D-A081-99FE-F6190B18E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9FA1A89-4687-4503-3F3B-B1852066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This is a quote slide with an image. All elements can be adjusted according to the leng</a:t>
            </a:r>
            <a:r>
              <a:rPr lang="en-GB"/>
              <a:t>th</a:t>
            </a:r>
            <a:r>
              <a:rPr lang="en-BE"/>
              <a:t> of the quote.</a:t>
            </a:r>
            <a:br>
              <a:rPr lang="en-BE"/>
            </a:br>
            <a:br>
              <a:rPr lang="en-BE"/>
            </a:br>
            <a:r>
              <a:rPr lang="en-BE" sz="2400">
                <a:solidFill>
                  <a:schemeClr val="accent3"/>
                </a:solidFill>
              </a:rPr>
              <a:t>- </a:t>
            </a:r>
            <a:r>
              <a:rPr lang="en-BE" sz="2400"/>
              <a:t>John Doe 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A75F1-5DBA-7B08-60E5-0D61FDD997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46F682-93E8-2005-A5FC-1651CB841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56280-5A7F-763A-7C1F-84591489AC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2520" y="1760315"/>
            <a:ext cx="731861" cy="653034"/>
          </a:xfrm>
        </p:spPr>
        <p:txBody>
          <a:bodyPr/>
          <a:lstStyle/>
          <a:p>
            <a:endParaRPr lang="en-BE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B998A6-A1F2-5C68-C165-23DF342A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32187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94B422AA-6804-DDD5-7A68-7EB3A8438D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B67D10-1035-3FCD-7497-8F3C11FD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Table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66BF2-B67F-6F78-24A5-E6958194A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E32C5FC2-F500-6162-A5A2-1E84C57D88EF}"/>
              </a:ext>
            </a:extLst>
          </p:cNvPr>
          <p:cNvGraphicFramePr>
            <a:graphicFrameLocks noGrp="1"/>
          </p:cNvGraphicFramePr>
          <p:nvPr/>
        </p:nvGraphicFramePr>
        <p:xfrm>
          <a:off x="479898" y="1826021"/>
          <a:ext cx="11232203" cy="3554361"/>
        </p:xfrm>
        <a:graphic>
          <a:graphicData uri="http://schemas.openxmlformats.org/drawingml/2006/table">
            <a:tbl>
              <a:tblPr firstRow="1" bandRow="1"/>
              <a:tblGrid>
                <a:gridCol w="4728623">
                  <a:extLst>
                    <a:ext uri="{9D8B030D-6E8A-4147-A177-3AD203B41FA5}">
                      <a16:colId xmlns:a16="http://schemas.microsoft.com/office/drawing/2014/main" val="3602903815"/>
                    </a:ext>
                  </a:extLst>
                </a:gridCol>
                <a:gridCol w="2167860">
                  <a:extLst>
                    <a:ext uri="{9D8B030D-6E8A-4147-A177-3AD203B41FA5}">
                      <a16:colId xmlns:a16="http://schemas.microsoft.com/office/drawing/2014/main" val="3260876729"/>
                    </a:ext>
                  </a:extLst>
                </a:gridCol>
                <a:gridCol w="2167860">
                  <a:extLst>
                    <a:ext uri="{9D8B030D-6E8A-4147-A177-3AD203B41FA5}">
                      <a16:colId xmlns:a16="http://schemas.microsoft.com/office/drawing/2014/main" val="3828553822"/>
                    </a:ext>
                  </a:extLst>
                </a:gridCol>
                <a:gridCol w="2167860">
                  <a:extLst>
                    <a:ext uri="{9D8B030D-6E8A-4147-A177-3AD203B41FA5}">
                      <a16:colId xmlns:a16="http://schemas.microsoft.com/office/drawing/2014/main" val="4197372259"/>
                    </a:ext>
                  </a:extLst>
                </a:gridCol>
              </a:tblGrid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Column A (description column)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Column</a:t>
                      </a: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Column</a:t>
                      </a: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 b="1" i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Column</a:t>
                      </a: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92424"/>
                  </a:ext>
                </a:extLst>
              </a:tr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+mn-lt"/>
                          <a:cs typeface="Calibri" panose="020F0502020204030204" pitchFamily="34" charset="0"/>
                        </a:rPr>
                        <a:t>Row A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190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1162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147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827153"/>
                  </a:ext>
                </a:extLst>
              </a:tr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200" b="0" i="0" dirty="0">
                          <a:solidFill>
                            <a:schemeClr val="tx2"/>
                          </a:solidFill>
                          <a:latin typeface="+mn-lt"/>
                          <a:cs typeface="Calibri" panose="020F0502020204030204" pitchFamily="34" charset="0"/>
                        </a:rPr>
                        <a:t>Row B</a:t>
                      </a:r>
                      <a:endParaRPr lang="en-US" sz="1200" b="0" i="0" dirty="0">
                        <a:solidFill>
                          <a:schemeClr val="tx2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110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2242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541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018938"/>
                  </a:ext>
                </a:extLst>
              </a:tr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+mn-lt"/>
                          <a:cs typeface="Calibri" panose="020F0502020204030204" pitchFamily="34" charset="0"/>
                        </a:rPr>
                        <a:t>Row C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221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1170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 26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417673"/>
                  </a:ext>
                </a:extLst>
              </a:tr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200" b="0" i="0" dirty="0">
                          <a:solidFill>
                            <a:schemeClr val="tx2"/>
                          </a:solidFill>
                          <a:latin typeface="+mn-lt"/>
                          <a:cs typeface="Calibri" panose="020F0502020204030204" pitchFamily="34" charset="0"/>
                        </a:rPr>
                        <a:t>Row D</a:t>
                      </a:r>
                      <a:endParaRPr lang="en-US" sz="1200" b="0" i="0" dirty="0">
                        <a:solidFill>
                          <a:schemeClr val="tx2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422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 765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667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042393"/>
                  </a:ext>
                </a:extLst>
              </a:tr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 b="0" i="0" dirty="0">
                          <a:solidFill>
                            <a:schemeClr val="tx2"/>
                          </a:solidFill>
                          <a:latin typeface="+mn-lt"/>
                          <a:cs typeface="Calibri" panose="020F0502020204030204" pitchFamily="34" charset="0"/>
                        </a:rPr>
                        <a:t>Row E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336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 515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154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030911"/>
                  </a:ext>
                </a:extLst>
              </a:tr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2"/>
                          </a:solidFill>
                          <a:latin typeface="+mn-lt"/>
                          <a:cs typeface="Calibri" panose="020F0502020204030204" pitchFamily="34" charset="0"/>
                        </a:rPr>
                        <a:t>Row F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367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 205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 70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022438"/>
                  </a:ext>
                </a:extLst>
              </a:tr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sz="1200" b="0" i="0" dirty="0">
                          <a:solidFill>
                            <a:schemeClr val="tx2"/>
                          </a:solidFill>
                          <a:latin typeface="+mn-lt"/>
                          <a:cs typeface="Calibri" panose="020F0502020204030204" pitchFamily="34" charset="0"/>
                        </a:rPr>
                        <a:t>Row G</a:t>
                      </a:r>
                      <a:endParaRPr lang="en-US" sz="1200" b="0" i="0" dirty="0">
                        <a:solidFill>
                          <a:schemeClr val="tx2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324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  62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0" i="0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 95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276454"/>
                  </a:ext>
                </a:extLst>
              </a:tr>
              <a:tr h="3949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Column totals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sz="1200" b="1" i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188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1" i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1650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GB" sz="1200" b="1" i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 34</a:t>
                      </a:r>
                    </a:p>
                  </a:txBody>
                  <a:tcPr marL="56861" marR="56861" marT="28431" marB="28431" anchor="ctr">
                    <a:lnL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457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25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1A9326-4974-D302-63F1-26CACB5F83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357EFF-8B4F-BF62-B4F4-43850C09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Default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51FF0-C003-F140-B0C4-030CEB7D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172FB02A-42FC-060D-4038-E8EE7F052CE3}"/>
              </a:ext>
            </a:extLst>
          </p:cNvPr>
          <p:cNvGraphicFramePr>
            <a:graphicFrameLocks/>
          </p:cNvGraphicFramePr>
          <p:nvPr/>
        </p:nvGraphicFramePr>
        <p:xfrm>
          <a:off x="719481" y="1192212"/>
          <a:ext cx="10753038" cy="4897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76298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401471-9524-2E59-BF1B-F29AFC210B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831E63-E235-520A-6A84-63F6B3F2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Accentuated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08322-51B6-2C83-FA1D-58B354FE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aphicFrame>
        <p:nvGraphicFramePr>
          <p:cNvPr id="5" name="Content Placeholder 10">
            <a:extLst>
              <a:ext uri="{FF2B5EF4-FFF2-40B4-BE49-F238E27FC236}">
                <a16:creationId xmlns:a16="http://schemas.microsoft.com/office/drawing/2014/main" id="{9833845E-AD72-D663-1D10-164DD079F1E2}"/>
              </a:ext>
            </a:extLst>
          </p:cNvPr>
          <p:cNvGraphicFramePr>
            <a:graphicFrameLocks/>
          </p:cNvGraphicFramePr>
          <p:nvPr/>
        </p:nvGraphicFramePr>
        <p:xfrm>
          <a:off x="457199" y="1216916"/>
          <a:ext cx="11232203" cy="4738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89332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 Placeholder 498">
            <a:extLst>
              <a:ext uri="{FF2B5EF4-FFF2-40B4-BE49-F238E27FC236}">
                <a16:creationId xmlns:a16="http://schemas.microsoft.com/office/drawing/2014/main" id="{9AFB94AD-D179-439C-8D94-7860D94B8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498" name="Title 497">
            <a:extLst>
              <a:ext uri="{FF2B5EF4-FFF2-40B4-BE49-F238E27FC236}">
                <a16:creationId xmlns:a16="http://schemas.microsoft.com/office/drawing/2014/main" id="{A5AA2F75-27BA-DC9D-9A83-0CB64E6C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/>
              <a:t>Editable world map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9A60E7-98BF-E6F2-E212-9EE5B3CF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151F6D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© Bmatix 2026</a:t>
            </a:r>
            <a:endParaRPr kumimoji="0" lang="en-BE" sz="1200" b="0" i="0" u="none" strike="noStrike" kern="1200" cap="none" spc="0" normalizeH="0" baseline="0" noProof="0">
              <a:ln>
                <a:noFill/>
              </a:ln>
              <a:solidFill>
                <a:srgbClr val="151F6D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7A26BE-7AF8-3E9E-FF86-A134441AAFA3}"/>
              </a:ext>
            </a:extLst>
          </p:cNvPr>
          <p:cNvGrpSpPr/>
          <p:nvPr/>
        </p:nvGrpSpPr>
        <p:grpSpPr>
          <a:xfrm>
            <a:off x="1031894" y="1278835"/>
            <a:ext cx="10128212" cy="4864634"/>
            <a:chOff x="508675" y="519880"/>
            <a:chExt cx="8128061" cy="3903951"/>
          </a:xfrm>
          <a:solidFill>
            <a:schemeClr val="bg2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804A9F1-F248-BF44-E1A3-47520C1C6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19" y="3470409"/>
              <a:ext cx="184761" cy="191813"/>
            </a:xfrm>
            <a:custGeom>
              <a:avLst/>
              <a:gdLst>
                <a:gd name="T0" fmla="*/ 166 w 169"/>
                <a:gd name="T1" fmla="*/ 101 h 178"/>
                <a:gd name="T2" fmla="*/ 156 w 169"/>
                <a:gd name="T3" fmla="*/ 101 h 178"/>
                <a:gd name="T4" fmla="*/ 147 w 169"/>
                <a:gd name="T5" fmla="*/ 99 h 178"/>
                <a:gd name="T6" fmla="*/ 144 w 169"/>
                <a:gd name="T7" fmla="*/ 88 h 178"/>
                <a:gd name="T8" fmla="*/ 142 w 169"/>
                <a:gd name="T9" fmla="*/ 75 h 178"/>
                <a:gd name="T10" fmla="*/ 136 w 169"/>
                <a:gd name="T11" fmla="*/ 65 h 178"/>
                <a:gd name="T12" fmla="*/ 130 w 169"/>
                <a:gd name="T13" fmla="*/ 63 h 178"/>
                <a:gd name="T14" fmla="*/ 125 w 169"/>
                <a:gd name="T15" fmla="*/ 63 h 178"/>
                <a:gd name="T16" fmla="*/ 109 w 169"/>
                <a:gd name="T17" fmla="*/ 63 h 178"/>
                <a:gd name="T18" fmla="*/ 101 w 169"/>
                <a:gd name="T19" fmla="*/ 62 h 178"/>
                <a:gd name="T20" fmla="*/ 94 w 169"/>
                <a:gd name="T21" fmla="*/ 56 h 178"/>
                <a:gd name="T22" fmla="*/ 95 w 169"/>
                <a:gd name="T23" fmla="*/ 46 h 178"/>
                <a:gd name="T24" fmla="*/ 96 w 169"/>
                <a:gd name="T25" fmla="*/ 37 h 178"/>
                <a:gd name="T26" fmla="*/ 92 w 169"/>
                <a:gd name="T27" fmla="*/ 22 h 178"/>
                <a:gd name="T28" fmla="*/ 90 w 169"/>
                <a:gd name="T29" fmla="*/ 10 h 178"/>
                <a:gd name="T30" fmla="*/ 64 w 169"/>
                <a:gd name="T31" fmla="*/ 1 h 178"/>
                <a:gd name="T32" fmla="*/ 38 w 169"/>
                <a:gd name="T33" fmla="*/ 4 h 178"/>
                <a:gd name="T34" fmla="*/ 34 w 169"/>
                <a:gd name="T35" fmla="*/ 5 h 178"/>
                <a:gd name="T36" fmla="*/ 18 w 169"/>
                <a:gd name="T37" fmla="*/ 9 h 178"/>
                <a:gd name="T38" fmla="*/ 12 w 169"/>
                <a:gd name="T39" fmla="*/ 20 h 178"/>
                <a:gd name="T40" fmla="*/ 8 w 169"/>
                <a:gd name="T41" fmla="*/ 34 h 178"/>
                <a:gd name="T42" fmla="*/ 4 w 169"/>
                <a:gd name="T43" fmla="*/ 50 h 178"/>
                <a:gd name="T44" fmla="*/ 0 w 169"/>
                <a:gd name="T45" fmla="*/ 59 h 178"/>
                <a:gd name="T46" fmla="*/ 6 w 169"/>
                <a:gd name="T47" fmla="*/ 66 h 178"/>
                <a:gd name="T48" fmla="*/ 19 w 169"/>
                <a:gd name="T49" fmla="*/ 82 h 178"/>
                <a:gd name="T50" fmla="*/ 34 w 169"/>
                <a:gd name="T51" fmla="*/ 95 h 178"/>
                <a:gd name="T52" fmla="*/ 52 w 169"/>
                <a:gd name="T53" fmla="*/ 100 h 178"/>
                <a:gd name="T54" fmla="*/ 69 w 169"/>
                <a:gd name="T55" fmla="*/ 111 h 178"/>
                <a:gd name="T56" fmla="*/ 92 w 169"/>
                <a:gd name="T57" fmla="*/ 122 h 178"/>
                <a:gd name="T58" fmla="*/ 103 w 169"/>
                <a:gd name="T59" fmla="*/ 134 h 178"/>
                <a:gd name="T60" fmla="*/ 97 w 169"/>
                <a:gd name="T61" fmla="*/ 145 h 178"/>
                <a:gd name="T62" fmla="*/ 91 w 169"/>
                <a:gd name="T63" fmla="*/ 154 h 178"/>
                <a:gd name="T64" fmla="*/ 86 w 169"/>
                <a:gd name="T65" fmla="*/ 164 h 178"/>
                <a:gd name="T66" fmla="*/ 84 w 169"/>
                <a:gd name="T67" fmla="*/ 171 h 178"/>
                <a:gd name="T68" fmla="*/ 100 w 169"/>
                <a:gd name="T69" fmla="*/ 171 h 178"/>
                <a:gd name="T70" fmla="*/ 109 w 169"/>
                <a:gd name="T71" fmla="*/ 175 h 178"/>
                <a:gd name="T72" fmla="*/ 121 w 169"/>
                <a:gd name="T73" fmla="*/ 175 h 178"/>
                <a:gd name="T74" fmla="*/ 129 w 169"/>
                <a:gd name="T75" fmla="*/ 177 h 178"/>
                <a:gd name="T76" fmla="*/ 136 w 169"/>
                <a:gd name="T77" fmla="*/ 174 h 178"/>
                <a:gd name="T78" fmla="*/ 142 w 169"/>
                <a:gd name="T79" fmla="*/ 173 h 178"/>
                <a:gd name="T80" fmla="*/ 144 w 169"/>
                <a:gd name="T81" fmla="*/ 169 h 178"/>
                <a:gd name="T82" fmla="*/ 157 w 169"/>
                <a:gd name="T83" fmla="*/ 157 h 178"/>
                <a:gd name="T84" fmla="*/ 163 w 169"/>
                <a:gd name="T85" fmla="*/ 142 h 178"/>
                <a:gd name="T86" fmla="*/ 167 w 169"/>
                <a:gd name="T87" fmla="*/ 116 h 178"/>
                <a:gd name="T88" fmla="*/ 169 w 169"/>
                <a:gd name="T89" fmla="*/ 104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9" h="178">
                  <a:moveTo>
                    <a:pt x="169" y="102"/>
                  </a:moveTo>
                  <a:cubicBezTo>
                    <a:pt x="168" y="102"/>
                    <a:pt x="167" y="101"/>
                    <a:pt x="166" y="101"/>
                  </a:cubicBezTo>
                  <a:cubicBezTo>
                    <a:pt x="164" y="100"/>
                    <a:pt x="162" y="100"/>
                    <a:pt x="160" y="100"/>
                  </a:cubicBezTo>
                  <a:cubicBezTo>
                    <a:pt x="159" y="100"/>
                    <a:pt x="158" y="100"/>
                    <a:pt x="156" y="101"/>
                  </a:cubicBezTo>
                  <a:cubicBezTo>
                    <a:pt x="154" y="101"/>
                    <a:pt x="153" y="101"/>
                    <a:pt x="151" y="101"/>
                  </a:cubicBezTo>
                  <a:cubicBezTo>
                    <a:pt x="149" y="101"/>
                    <a:pt x="148" y="100"/>
                    <a:pt x="147" y="99"/>
                  </a:cubicBezTo>
                  <a:cubicBezTo>
                    <a:pt x="146" y="97"/>
                    <a:pt x="145" y="96"/>
                    <a:pt x="145" y="94"/>
                  </a:cubicBezTo>
                  <a:cubicBezTo>
                    <a:pt x="145" y="92"/>
                    <a:pt x="144" y="90"/>
                    <a:pt x="144" y="88"/>
                  </a:cubicBezTo>
                  <a:cubicBezTo>
                    <a:pt x="144" y="86"/>
                    <a:pt x="143" y="84"/>
                    <a:pt x="143" y="80"/>
                  </a:cubicBezTo>
                  <a:cubicBezTo>
                    <a:pt x="142" y="79"/>
                    <a:pt x="142" y="77"/>
                    <a:pt x="142" y="75"/>
                  </a:cubicBezTo>
                  <a:cubicBezTo>
                    <a:pt x="141" y="71"/>
                    <a:pt x="140" y="68"/>
                    <a:pt x="139" y="66"/>
                  </a:cubicBezTo>
                  <a:cubicBezTo>
                    <a:pt x="138" y="66"/>
                    <a:pt x="137" y="65"/>
                    <a:pt x="136" y="65"/>
                  </a:cubicBezTo>
                  <a:cubicBezTo>
                    <a:pt x="135" y="65"/>
                    <a:pt x="134" y="65"/>
                    <a:pt x="132" y="64"/>
                  </a:cubicBezTo>
                  <a:cubicBezTo>
                    <a:pt x="132" y="64"/>
                    <a:pt x="131" y="64"/>
                    <a:pt x="130" y="63"/>
                  </a:cubicBezTo>
                  <a:cubicBezTo>
                    <a:pt x="129" y="62"/>
                    <a:pt x="128" y="62"/>
                    <a:pt x="127" y="62"/>
                  </a:cubicBezTo>
                  <a:cubicBezTo>
                    <a:pt x="126" y="62"/>
                    <a:pt x="126" y="62"/>
                    <a:pt x="125" y="63"/>
                  </a:cubicBezTo>
                  <a:cubicBezTo>
                    <a:pt x="124" y="64"/>
                    <a:pt x="122" y="65"/>
                    <a:pt x="119" y="65"/>
                  </a:cubicBezTo>
                  <a:cubicBezTo>
                    <a:pt x="116" y="65"/>
                    <a:pt x="112" y="64"/>
                    <a:pt x="109" y="63"/>
                  </a:cubicBezTo>
                  <a:cubicBezTo>
                    <a:pt x="106" y="62"/>
                    <a:pt x="104" y="62"/>
                    <a:pt x="103" y="62"/>
                  </a:cubicBezTo>
                  <a:cubicBezTo>
                    <a:pt x="102" y="62"/>
                    <a:pt x="102" y="62"/>
                    <a:pt x="101" y="62"/>
                  </a:cubicBezTo>
                  <a:cubicBezTo>
                    <a:pt x="98" y="62"/>
                    <a:pt x="95" y="62"/>
                    <a:pt x="94" y="60"/>
                  </a:cubicBezTo>
                  <a:cubicBezTo>
                    <a:pt x="94" y="60"/>
                    <a:pt x="93" y="58"/>
                    <a:pt x="94" y="56"/>
                  </a:cubicBezTo>
                  <a:cubicBezTo>
                    <a:pt x="94" y="54"/>
                    <a:pt x="94" y="52"/>
                    <a:pt x="94" y="50"/>
                  </a:cubicBezTo>
                  <a:cubicBezTo>
                    <a:pt x="95" y="48"/>
                    <a:pt x="95" y="47"/>
                    <a:pt x="95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6" y="43"/>
                    <a:pt x="97" y="41"/>
                    <a:pt x="96" y="37"/>
                  </a:cubicBezTo>
                  <a:cubicBezTo>
                    <a:pt x="96" y="32"/>
                    <a:pt x="95" y="29"/>
                    <a:pt x="93" y="26"/>
                  </a:cubicBezTo>
                  <a:cubicBezTo>
                    <a:pt x="93" y="25"/>
                    <a:pt x="92" y="23"/>
                    <a:pt x="92" y="22"/>
                  </a:cubicBezTo>
                  <a:cubicBezTo>
                    <a:pt x="92" y="21"/>
                    <a:pt x="91" y="21"/>
                    <a:pt x="91" y="20"/>
                  </a:cubicBezTo>
                  <a:cubicBezTo>
                    <a:pt x="90" y="16"/>
                    <a:pt x="89" y="13"/>
                    <a:pt x="90" y="10"/>
                  </a:cubicBezTo>
                  <a:cubicBezTo>
                    <a:pt x="86" y="8"/>
                    <a:pt x="77" y="2"/>
                    <a:pt x="72" y="1"/>
                  </a:cubicBezTo>
                  <a:cubicBezTo>
                    <a:pt x="69" y="0"/>
                    <a:pt x="67" y="0"/>
                    <a:pt x="64" y="1"/>
                  </a:cubicBezTo>
                  <a:cubicBezTo>
                    <a:pt x="62" y="1"/>
                    <a:pt x="60" y="1"/>
                    <a:pt x="55" y="2"/>
                  </a:cubicBezTo>
                  <a:cubicBezTo>
                    <a:pt x="46" y="2"/>
                    <a:pt x="44" y="3"/>
                    <a:pt x="38" y="4"/>
                  </a:cubicBezTo>
                  <a:cubicBezTo>
                    <a:pt x="37" y="4"/>
                    <a:pt x="36" y="4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3" y="7"/>
                    <a:pt x="21" y="7"/>
                    <a:pt x="18" y="9"/>
                  </a:cubicBezTo>
                  <a:cubicBezTo>
                    <a:pt x="17" y="11"/>
                    <a:pt x="15" y="13"/>
                    <a:pt x="14" y="16"/>
                  </a:cubicBezTo>
                  <a:cubicBezTo>
                    <a:pt x="13" y="17"/>
                    <a:pt x="13" y="19"/>
                    <a:pt x="12" y="20"/>
                  </a:cubicBezTo>
                  <a:cubicBezTo>
                    <a:pt x="11" y="21"/>
                    <a:pt x="9" y="23"/>
                    <a:pt x="9" y="26"/>
                  </a:cubicBezTo>
                  <a:cubicBezTo>
                    <a:pt x="8" y="29"/>
                    <a:pt x="7" y="31"/>
                    <a:pt x="8" y="34"/>
                  </a:cubicBezTo>
                  <a:cubicBezTo>
                    <a:pt x="8" y="38"/>
                    <a:pt x="7" y="42"/>
                    <a:pt x="6" y="45"/>
                  </a:cubicBezTo>
                  <a:cubicBezTo>
                    <a:pt x="5" y="47"/>
                    <a:pt x="5" y="48"/>
                    <a:pt x="4" y="50"/>
                  </a:cubicBezTo>
                  <a:cubicBezTo>
                    <a:pt x="3" y="55"/>
                    <a:pt x="1" y="58"/>
                    <a:pt x="0" y="59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" y="60"/>
                    <a:pt x="1" y="61"/>
                    <a:pt x="2" y="62"/>
                  </a:cubicBezTo>
                  <a:cubicBezTo>
                    <a:pt x="3" y="63"/>
                    <a:pt x="4" y="65"/>
                    <a:pt x="6" y="66"/>
                  </a:cubicBezTo>
                  <a:cubicBezTo>
                    <a:pt x="8" y="69"/>
                    <a:pt x="10" y="72"/>
                    <a:pt x="13" y="75"/>
                  </a:cubicBezTo>
                  <a:cubicBezTo>
                    <a:pt x="15" y="77"/>
                    <a:pt x="18" y="80"/>
                    <a:pt x="19" y="82"/>
                  </a:cubicBezTo>
                  <a:cubicBezTo>
                    <a:pt x="21" y="84"/>
                    <a:pt x="24" y="88"/>
                    <a:pt x="27" y="90"/>
                  </a:cubicBezTo>
                  <a:cubicBezTo>
                    <a:pt x="29" y="93"/>
                    <a:pt x="32" y="95"/>
                    <a:pt x="34" y="95"/>
                  </a:cubicBezTo>
                  <a:cubicBezTo>
                    <a:pt x="37" y="97"/>
                    <a:pt x="40" y="97"/>
                    <a:pt x="43" y="98"/>
                  </a:cubicBezTo>
                  <a:cubicBezTo>
                    <a:pt x="46" y="98"/>
                    <a:pt x="49" y="99"/>
                    <a:pt x="52" y="100"/>
                  </a:cubicBezTo>
                  <a:cubicBezTo>
                    <a:pt x="57" y="101"/>
                    <a:pt x="58" y="102"/>
                    <a:pt x="61" y="105"/>
                  </a:cubicBezTo>
                  <a:cubicBezTo>
                    <a:pt x="62" y="106"/>
                    <a:pt x="65" y="108"/>
                    <a:pt x="69" y="111"/>
                  </a:cubicBezTo>
                  <a:cubicBezTo>
                    <a:pt x="77" y="116"/>
                    <a:pt x="83" y="118"/>
                    <a:pt x="87" y="120"/>
                  </a:cubicBezTo>
                  <a:cubicBezTo>
                    <a:pt x="89" y="121"/>
                    <a:pt x="91" y="122"/>
                    <a:pt x="92" y="122"/>
                  </a:cubicBezTo>
                  <a:cubicBezTo>
                    <a:pt x="95" y="124"/>
                    <a:pt x="98" y="126"/>
                    <a:pt x="100" y="128"/>
                  </a:cubicBezTo>
                  <a:cubicBezTo>
                    <a:pt x="102" y="130"/>
                    <a:pt x="103" y="132"/>
                    <a:pt x="103" y="134"/>
                  </a:cubicBezTo>
                  <a:cubicBezTo>
                    <a:pt x="104" y="137"/>
                    <a:pt x="102" y="139"/>
                    <a:pt x="99" y="142"/>
                  </a:cubicBezTo>
                  <a:cubicBezTo>
                    <a:pt x="99" y="143"/>
                    <a:pt x="98" y="144"/>
                    <a:pt x="97" y="145"/>
                  </a:cubicBezTo>
                  <a:cubicBezTo>
                    <a:pt x="96" y="146"/>
                    <a:pt x="96" y="146"/>
                    <a:pt x="95" y="147"/>
                  </a:cubicBezTo>
                  <a:cubicBezTo>
                    <a:pt x="93" y="150"/>
                    <a:pt x="92" y="151"/>
                    <a:pt x="91" y="154"/>
                  </a:cubicBezTo>
                  <a:cubicBezTo>
                    <a:pt x="90" y="158"/>
                    <a:pt x="90" y="159"/>
                    <a:pt x="88" y="161"/>
                  </a:cubicBezTo>
                  <a:cubicBezTo>
                    <a:pt x="88" y="161"/>
                    <a:pt x="87" y="162"/>
                    <a:pt x="86" y="164"/>
                  </a:cubicBezTo>
                  <a:cubicBezTo>
                    <a:pt x="86" y="166"/>
                    <a:pt x="85" y="167"/>
                    <a:pt x="85" y="168"/>
                  </a:cubicBezTo>
                  <a:cubicBezTo>
                    <a:pt x="84" y="170"/>
                    <a:pt x="83" y="171"/>
                    <a:pt x="84" y="171"/>
                  </a:cubicBezTo>
                  <a:cubicBezTo>
                    <a:pt x="85" y="172"/>
                    <a:pt x="86" y="172"/>
                    <a:pt x="88" y="172"/>
                  </a:cubicBezTo>
                  <a:cubicBezTo>
                    <a:pt x="90" y="171"/>
                    <a:pt x="94" y="171"/>
                    <a:pt x="100" y="171"/>
                  </a:cubicBezTo>
                  <a:cubicBezTo>
                    <a:pt x="109" y="172"/>
                    <a:pt x="109" y="173"/>
                    <a:pt x="108" y="175"/>
                  </a:cubicBezTo>
                  <a:cubicBezTo>
                    <a:pt x="108" y="175"/>
                    <a:pt x="108" y="175"/>
                    <a:pt x="109" y="175"/>
                  </a:cubicBezTo>
                  <a:cubicBezTo>
                    <a:pt x="111" y="176"/>
                    <a:pt x="113" y="175"/>
                    <a:pt x="115" y="175"/>
                  </a:cubicBezTo>
                  <a:cubicBezTo>
                    <a:pt x="117" y="175"/>
                    <a:pt x="119" y="175"/>
                    <a:pt x="121" y="175"/>
                  </a:cubicBezTo>
                  <a:cubicBezTo>
                    <a:pt x="125" y="175"/>
                    <a:pt x="126" y="176"/>
                    <a:pt x="127" y="176"/>
                  </a:cubicBezTo>
                  <a:cubicBezTo>
                    <a:pt x="128" y="177"/>
                    <a:pt x="129" y="177"/>
                    <a:pt x="129" y="177"/>
                  </a:cubicBezTo>
                  <a:cubicBezTo>
                    <a:pt x="131" y="178"/>
                    <a:pt x="132" y="177"/>
                    <a:pt x="133" y="176"/>
                  </a:cubicBezTo>
                  <a:cubicBezTo>
                    <a:pt x="134" y="175"/>
                    <a:pt x="135" y="174"/>
                    <a:pt x="136" y="174"/>
                  </a:cubicBezTo>
                  <a:cubicBezTo>
                    <a:pt x="138" y="173"/>
                    <a:pt x="139" y="173"/>
                    <a:pt x="140" y="173"/>
                  </a:cubicBezTo>
                  <a:cubicBezTo>
                    <a:pt x="141" y="173"/>
                    <a:pt x="142" y="173"/>
                    <a:pt x="142" y="173"/>
                  </a:cubicBezTo>
                  <a:cubicBezTo>
                    <a:pt x="143" y="173"/>
                    <a:pt x="143" y="172"/>
                    <a:pt x="144" y="172"/>
                  </a:cubicBezTo>
                  <a:cubicBezTo>
                    <a:pt x="144" y="171"/>
                    <a:pt x="144" y="170"/>
                    <a:pt x="144" y="169"/>
                  </a:cubicBezTo>
                  <a:cubicBezTo>
                    <a:pt x="144" y="168"/>
                    <a:pt x="153" y="160"/>
                    <a:pt x="157" y="158"/>
                  </a:cubicBezTo>
                  <a:cubicBezTo>
                    <a:pt x="157" y="157"/>
                    <a:pt x="157" y="157"/>
                    <a:pt x="157" y="157"/>
                  </a:cubicBezTo>
                  <a:cubicBezTo>
                    <a:pt x="159" y="156"/>
                    <a:pt x="160" y="155"/>
                    <a:pt x="161" y="153"/>
                  </a:cubicBezTo>
                  <a:cubicBezTo>
                    <a:pt x="162" y="151"/>
                    <a:pt x="162" y="147"/>
                    <a:pt x="163" y="142"/>
                  </a:cubicBezTo>
                  <a:cubicBezTo>
                    <a:pt x="163" y="138"/>
                    <a:pt x="165" y="132"/>
                    <a:pt x="165" y="127"/>
                  </a:cubicBezTo>
                  <a:cubicBezTo>
                    <a:pt x="166" y="122"/>
                    <a:pt x="167" y="118"/>
                    <a:pt x="167" y="116"/>
                  </a:cubicBezTo>
                  <a:cubicBezTo>
                    <a:pt x="167" y="112"/>
                    <a:pt x="168" y="109"/>
                    <a:pt x="168" y="107"/>
                  </a:cubicBezTo>
                  <a:cubicBezTo>
                    <a:pt x="168" y="106"/>
                    <a:pt x="169" y="105"/>
                    <a:pt x="169" y="104"/>
                  </a:cubicBezTo>
                  <a:cubicBezTo>
                    <a:pt x="169" y="103"/>
                    <a:pt x="169" y="103"/>
                    <a:pt x="169" y="10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ACA1BD2D-2546-D2D5-C391-685BCDAD3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3971" y="2626998"/>
              <a:ext cx="5642" cy="7052"/>
            </a:xfrm>
            <a:custGeom>
              <a:avLst/>
              <a:gdLst>
                <a:gd name="T0" fmla="*/ 5 w 5"/>
                <a:gd name="T1" fmla="*/ 1 h 7"/>
                <a:gd name="T2" fmla="*/ 2 w 5"/>
                <a:gd name="T3" fmla="*/ 6 h 7"/>
                <a:gd name="T4" fmla="*/ 0 w 5"/>
                <a:gd name="T5" fmla="*/ 0 h 7"/>
                <a:gd name="T6" fmla="*/ 0 w 5"/>
                <a:gd name="T7" fmla="*/ 0 h 7"/>
                <a:gd name="T8" fmla="*/ 5 w 5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5" y="1"/>
                  </a:moveTo>
                  <a:cubicBezTo>
                    <a:pt x="4" y="5"/>
                    <a:pt x="3" y="7"/>
                    <a:pt x="2" y="6"/>
                  </a:cubicBezTo>
                  <a:cubicBezTo>
                    <a:pt x="0" y="6"/>
                    <a:pt x="0" y="4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3" y="0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BB79E8ED-1409-B633-1240-AB160DCED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173" y="2625587"/>
              <a:ext cx="25387" cy="55005"/>
            </a:xfrm>
            <a:custGeom>
              <a:avLst/>
              <a:gdLst>
                <a:gd name="T0" fmla="*/ 22 w 22"/>
                <a:gd name="T1" fmla="*/ 0 h 51"/>
                <a:gd name="T2" fmla="*/ 22 w 22"/>
                <a:gd name="T3" fmla="*/ 6 h 51"/>
                <a:gd name="T4" fmla="*/ 20 w 22"/>
                <a:gd name="T5" fmla="*/ 19 h 51"/>
                <a:gd name="T6" fmla="*/ 20 w 22"/>
                <a:gd name="T7" fmla="*/ 33 h 51"/>
                <a:gd name="T8" fmla="*/ 12 w 22"/>
                <a:gd name="T9" fmla="*/ 43 h 51"/>
                <a:gd name="T10" fmla="*/ 8 w 22"/>
                <a:gd name="T11" fmla="*/ 50 h 51"/>
                <a:gd name="T12" fmla="*/ 0 w 22"/>
                <a:gd name="T13" fmla="*/ 51 h 51"/>
                <a:gd name="T14" fmla="*/ 1 w 22"/>
                <a:gd name="T15" fmla="*/ 12 h 51"/>
                <a:gd name="T16" fmla="*/ 12 w 22"/>
                <a:gd name="T17" fmla="*/ 3 h 51"/>
                <a:gd name="T18" fmla="*/ 15 w 22"/>
                <a:gd name="T19" fmla="*/ 0 h 51"/>
                <a:gd name="T20" fmla="*/ 22 w 22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51">
                  <a:moveTo>
                    <a:pt x="22" y="0"/>
                  </a:moveTo>
                  <a:cubicBezTo>
                    <a:pt x="21" y="2"/>
                    <a:pt x="21" y="4"/>
                    <a:pt x="22" y="6"/>
                  </a:cubicBezTo>
                  <a:cubicBezTo>
                    <a:pt x="22" y="10"/>
                    <a:pt x="21" y="14"/>
                    <a:pt x="20" y="19"/>
                  </a:cubicBezTo>
                  <a:cubicBezTo>
                    <a:pt x="18" y="24"/>
                    <a:pt x="20" y="29"/>
                    <a:pt x="20" y="33"/>
                  </a:cubicBezTo>
                  <a:cubicBezTo>
                    <a:pt x="20" y="36"/>
                    <a:pt x="14" y="42"/>
                    <a:pt x="12" y="43"/>
                  </a:cubicBezTo>
                  <a:cubicBezTo>
                    <a:pt x="11" y="44"/>
                    <a:pt x="9" y="47"/>
                    <a:pt x="8" y="50"/>
                  </a:cubicBezTo>
                  <a:cubicBezTo>
                    <a:pt x="5" y="50"/>
                    <a:pt x="1" y="51"/>
                    <a:pt x="0" y="51"/>
                  </a:cubicBezTo>
                  <a:cubicBezTo>
                    <a:pt x="0" y="51"/>
                    <a:pt x="1" y="18"/>
                    <a:pt x="1" y="12"/>
                  </a:cubicBezTo>
                  <a:cubicBezTo>
                    <a:pt x="4" y="11"/>
                    <a:pt x="9" y="7"/>
                    <a:pt x="12" y="3"/>
                  </a:cubicBezTo>
                  <a:cubicBezTo>
                    <a:pt x="13" y="2"/>
                    <a:pt x="14" y="1"/>
                    <a:pt x="15" y="0"/>
                  </a:cubicBezTo>
                  <a:cubicBezTo>
                    <a:pt x="15" y="0"/>
                    <a:pt x="18" y="0"/>
                    <a:pt x="2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2AD34B11-A0DC-1EA1-2841-A0DD96F91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433" y="2705979"/>
              <a:ext cx="101548" cy="90265"/>
            </a:xfrm>
            <a:custGeom>
              <a:avLst/>
              <a:gdLst>
                <a:gd name="T0" fmla="*/ 89 w 92"/>
                <a:gd name="T1" fmla="*/ 0 h 84"/>
                <a:gd name="T2" fmla="*/ 89 w 92"/>
                <a:gd name="T3" fmla="*/ 0 h 84"/>
                <a:gd name="T4" fmla="*/ 91 w 92"/>
                <a:gd name="T5" fmla="*/ 6 h 84"/>
                <a:gd name="T6" fmla="*/ 92 w 92"/>
                <a:gd name="T7" fmla="*/ 13 h 84"/>
                <a:gd name="T8" fmla="*/ 89 w 92"/>
                <a:gd name="T9" fmla="*/ 24 h 84"/>
                <a:gd name="T10" fmla="*/ 85 w 92"/>
                <a:gd name="T11" fmla="*/ 33 h 84"/>
                <a:gd name="T12" fmla="*/ 85 w 92"/>
                <a:gd name="T13" fmla="*/ 42 h 84"/>
                <a:gd name="T14" fmla="*/ 83 w 92"/>
                <a:gd name="T15" fmla="*/ 46 h 84"/>
                <a:gd name="T16" fmla="*/ 82 w 92"/>
                <a:gd name="T17" fmla="*/ 51 h 84"/>
                <a:gd name="T18" fmla="*/ 82 w 92"/>
                <a:gd name="T19" fmla="*/ 55 h 84"/>
                <a:gd name="T20" fmla="*/ 80 w 92"/>
                <a:gd name="T21" fmla="*/ 60 h 84"/>
                <a:gd name="T22" fmla="*/ 82 w 92"/>
                <a:gd name="T23" fmla="*/ 66 h 84"/>
                <a:gd name="T24" fmla="*/ 83 w 92"/>
                <a:gd name="T25" fmla="*/ 70 h 84"/>
                <a:gd name="T26" fmla="*/ 80 w 92"/>
                <a:gd name="T27" fmla="*/ 74 h 84"/>
                <a:gd name="T28" fmla="*/ 82 w 92"/>
                <a:gd name="T29" fmla="*/ 81 h 84"/>
                <a:gd name="T30" fmla="*/ 76 w 92"/>
                <a:gd name="T31" fmla="*/ 84 h 84"/>
                <a:gd name="T32" fmla="*/ 70 w 92"/>
                <a:gd name="T33" fmla="*/ 82 h 84"/>
                <a:gd name="T34" fmla="*/ 67 w 92"/>
                <a:gd name="T35" fmla="*/ 79 h 84"/>
                <a:gd name="T36" fmla="*/ 61 w 92"/>
                <a:gd name="T37" fmla="*/ 80 h 84"/>
                <a:gd name="T38" fmla="*/ 57 w 92"/>
                <a:gd name="T39" fmla="*/ 81 h 84"/>
                <a:gd name="T40" fmla="*/ 50 w 92"/>
                <a:gd name="T41" fmla="*/ 79 h 84"/>
                <a:gd name="T42" fmla="*/ 42 w 92"/>
                <a:gd name="T43" fmla="*/ 76 h 84"/>
                <a:gd name="T44" fmla="*/ 38 w 92"/>
                <a:gd name="T45" fmla="*/ 77 h 84"/>
                <a:gd name="T46" fmla="*/ 38 w 92"/>
                <a:gd name="T47" fmla="*/ 76 h 84"/>
                <a:gd name="T48" fmla="*/ 31 w 92"/>
                <a:gd name="T49" fmla="*/ 71 h 84"/>
                <a:gd name="T50" fmla="*/ 22 w 92"/>
                <a:gd name="T51" fmla="*/ 63 h 84"/>
                <a:gd name="T52" fmla="*/ 19 w 92"/>
                <a:gd name="T53" fmla="*/ 57 h 84"/>
                <a:gd name="T54" fmla="*/ 12 w 92"/>
                <a:gd name="T55" fmla="*/ 50 h 84"/>
                <a:gd name="T56" fmla="*/ 2 w 92"/>
                <a:gd name="T57" fmla="*/ 44 h 84"/>
                <a:gd name="T58" fmla="*/ 0 w 92"/>
                <a:gd name="T59" fmla="*/ 40 h 84"/>
                <a:gd name="T60" fmla="*/ 1 w 92"/>
                <a:gd name="T61" fmla="*/ 38 h 84"/>
                <a:gd name="T62" fmla="*/ 10 w 92"/>
                <a:gd name="T63" fmla="*/ 40 h 84"/>
                <a:gd name="T64" fmla="*/ 15 w 92"/>
                <a:gd name="T65" fmla="*/ 37 h 84"/>
                <a:gd name="T66" fmla="*/ 20 w 92"/>
                <a:gd name="T67" fmla="*/ 32 h 84"/>
                <a:gd name="T68" fmla="*/ 20 w 92"/>
                <a:gd name="T69" fmla="*/ 28 h 84"/>
                <a:gd name="T70" fmla="*/ 19 w 92"/>
                <a:gd name="T71" fmla="*/ 23 h 84"/>
                <a:gd name="T72" fmla="*/ 24 w 92"/>
                <a:gd name="T73" fmla="*/ 23 h 84"/>
                <a:gd name="T74" fmla="*/ 27 w 92"/>
                <a:gd name="T75" fmla="*/ 23 h 84"/>
                <a:gd name="T76" fmla="*/ 31 w 92"/>
                <a:gd name="T77" fmla="*/ 21 h 84"/>
                <a:gd name="T78" fmla="*/ 33 w 92"/>
                <a:gd name="T79" fmla="*/ 18 h 84"/>
                <a:gd name="T80" fmla="*/ 35 w 92"/>
                <a:gd name="T81" fmla="*/ 20 h 84"/>
                <a:gd name="T82" fmla="*/ 41 w 92"/>
                <a:gd name="T83" fmla="*/ 22 h 84"/>
                <a:gd name="T84" fmla="*/ 49 w 92"/>
                <a:gd name="T85" fmla="*/ 17 h 84"/>
                <a:gd name="T86" fmla="*/ 53 w 92"/>
                <a:gd name="T87" fmla="*/ 12 h 84"/>
                <a:gd name="T88" fmla="*/ 53 w 92"/>
                <a:gd name="T89" fmla="*/ 9 h 84"/>
                <a:gd name="T90" fmla="*/ 54 w 92"/>
                <a:gd name="T91" fmla="*/ 6 h 84"/>
                <a:gd name="T92" fmla="*/ 57 w 92"/>
                <a:gd name="T93" fmla="*/ 3 h 84"/>
                <a:gd name="T94" fmla="*/ 59 w 92"/>
                <a:gd name="T95" fmla="*/ 1 h 84"/>
                <a:gd name="T96" fmla="*/ 62 w 92"/>
                <a:gd name="T97" fmla="*/ 3 h 84"/>
                <a:gd name="T98" fmla="*/ 69 w 92"/>
                <a:gd name="T99" fmla="*/ 6 h 84"/>
                <a:gd name="T100" fmla="*/ 84 w 92"/>
                <a:gd name="T101" fmla="*/ 2 h 84"/>
                <a:gd name="T102" fmla="*/ 89 w 92"/>
                <a:gd name="T10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2" h="84">
                  <a:moveTo>
                    <a:pt x="89" y="0"/>
                  </a:moveTo>
                  <a:cubicBezTo>
                    <a:pt x="89" y="0"/>
                    <a:pt x="89" y="0"/>
                    <a:pt x="89" y="0"/>
                  </a:cubicBezTo>
                  <a:cubicBezTo>
                    <a:pt x="90" y="3"/>
                    <a:pt x="91" y="4"/>
                    <a:pt x="91" y="6"/>
                  </a:cubicBezTo>
                  <a:cubicBezTo>
                    <a:pt x="92" y="8"/>
                    <a:pt x="92" y="10"/>
                    <a:pt x="92" y="13"/>
                  </a:cubicBezTo>
                  <a:cubicBezTo>
                    <a:pt x="91" y="16"/>
                    <a:pt x="91" y="19"/>
                    <a:pt x="89" y="24"/>
                  </a:cubicBezTo>
                  <a:cubicBezTo>
                    <a:pt x="87" y="29"/>
                    <a:pt x="85" y="30"/>
                    <a:pt x="85" y="33"/>
                  </a:cubicBezTo>
                  <a:cubicBezTo>
                    <a:pt x="85" y="36"/>
                    <a:pt x="85" y="39"/>
                    <a:pt x="85" y="42"/>
                  </a:cubicBezTo>
                  <a:cubicBezTo>
                    <a:pt x="85" y="44"/>
                    <a:pt x="84" y="45"/>
                    <a:pt x="83" y="46"/>
                  </a:cubicBezTo>
                  <a:cubicBezTo>
                    <a:pt x="82" y="47"/>
                    <a:pt x="81" y="49"/>
                    <a:pt x="82" y="51"/>
                  </a:cubicBezTo>
                  <a:cubicBezTo>
                    <a:pt x="82" y="52"/>
                    <a:pt x="83" y="54"/>
                    <a:pt x="82" y="55"/>
                  </a:cubicBezTo>
                  <a:cubicBezTo>
                    <a:pt x="81" y="57"/>
                    <a:pt x="80" y="58"/>
                    <a:pt x="80" y="60"/>
                  </a:cubicBezTo>
                  <a:cubicBezTo>
                    <a:pt x="81" y="62"/>
                    <a:pt x="81" y="65"/>
                    <a:pt x="82" y="66"/>
                  </a:cubicBezTo>
                  <a:cubicBezTo>
                    <a:pt x="83" y="67"/>
                    <a:pt x="83" y="68"/>
                    <a:pt x="83" y="70"/>
                  </a:cubicBezTo>
                  <a:cubicBezTo>
                    <a:pt x="82" y="72"/>
                    <a:pt x="80" y="72"/>
                    <a:pt x="80" y="74"/>
                  </a:cubicBezTo>
                  <a:cubicBezTo>
                    <a:pt x="80" y="76"/>
                    <a:pt x="81" y="79"/>
                    <a:pt x="82" y="81"/>
                  </a:cubicBezTo>
                  <a:cubicBezTo>
                    <a:pt x="80" y="82"/>
                    <a:pt x="77" y="84"/>
                    <a:pt x="76" y="84"/>
                  </a:cubicBezTo>
                  <a:cubicBezTo>
                    <a:pt x="74" y="84"/>
                    <a:pt x="72" y="83"/>
                    <a:pt x="70" y="82"/>
                  </a:cubicBezTo>
                  <a:cubicBezTo>
                    <a:pt x="69" y="81"/>
                    <a:pt x="68" y="80"/>
                    <a:pt x="67" y="79"/>
                  </a:cubicBezTo>
                  <a:cubicBezTo>
                    <a:pt x="64" y="78"/>
                    <a:pt x="63" y="79"/>
                    <a:pt x="61" y="80"/>
                  </a:cubicBezTo>
                  <a:cubicBezTo>
                    <a:pt x="60" y="81"/>
                    <a:pt x="58" y="81"/>
                    <a:pt x="57" y="81"/>
                  </a:cubicBezTo>
                  <a:cubicBezTo>
                    <a:pt x="55" y="81"/>
                    <a:pt x="52" y="80"/>
                    <a:pt x="50" y="79"/>
                  </a:cubicBezTo>
                  <a:cubicBezTo>
                    <a:pt x="47" y="78"/>
                    <a:pt x="44" y="76"/>
                    <a:pt x="42" y="76"/>
                  </a:cubicBezTo>
                  <a:cubicBezTo>
                    <a:pt x="40" y="76"/>
                    <a:pt x="39" y="76"/>
                    <a:pt x="38" y="77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37" y="75"/>
                    <a:pt x="35" y="74"/>
                    <a:pt x="31" y="71"/>
                  </a:cubicBezTo>
                  <a:cubicBezTo>
                    <a:pt x="28" y="68"/>
                    <a:pt x="24" y="66"/>
                    <a:pt x="22" y="63"/>
                  </a:cubicBezTo>
                  <a:cubicBezTo>
                    <a:pt x="21" y="61"/>
                    <a:pt x="20" y="59"/>
                    <a:pt x="19" y="57"/>
                  </a:cubicBezTo>
                  <a:cubicBezTo>
                    <a:pt x="19" y="55"/>
                    <a:pt x="16" y="53"/>
                    <a:pt x="12" y="50"/>
                  </a:cubicBezTo>
                  <a:cubicBezTo>
                    <a:pt x="8" y="48"/>
                    <a:pt x="4" y="45"/>
                    <a:pt x="2" y="44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39"/>
                    <a:pt x="0" y="38"/>
                    <a:pt x="1" y="38"/>
                  </a:cubicBezTo>
                  <a:cubicBezTo>
                    <a:pt x="4" y="39"/>
                    <a:pt x="8" y="40"/>
                    <a:pt x="10" y="40"/>
                  </a:cubicBezTo>
                  <a:cubicBezTo>
                    <a:pt x="12" y="40"/>
                    <a:pt x="14" y="38"/>
                    <a:pt x="15" y="37"/>
                  </a:cubicBezTo>
                  <a:cubicBezTo>
                    <a:pt x="18" y="35"/>
                    <a:pt x="20" y="33"/>
                    <a:pt x="20" y="32"/>
                  </a:cubicBezTo>
                  <a:cubicBezTo>
                    <a:pt x="20" y="31"/>
                    <a:pt x="20" y="29"/>
                    <a:pt x="20" y="28"/>
                  </a:cubicBezTo>
                  <a:cubicBezTo>
                    <a:pt x="19" y="26"/>
                    <a:pt x="19" y="24"/>
                    <a:pt x="19" y="23"/>
                  </a:cubicBezTo>
                  <a:cubicBezTo>
                    <a:pt x="19" y="22"/>
                    <a:pt x="22" y="23"/>
                    <a:pt x="24" y="23"/>
                  </a:cubicBezTo>
                  <a:cubicBezTo>
                    <a:pt x="25" y="23"/>
                    <a:pt x="27" y="24"/>
                    <a:pt x="27" y="23"/>
                  </a:cubicBezTo>
                  <a:cubicBezTo>
                    <a:pt x="29" y="23"/>
                    <a:pt x="30" y="22"/>
                    <a:pt x="31" y="21"/>
                  </a:cubicBezTo>
                  <a:cubicBezTo>
                    <a:pt x="32" y="19"/>
                    <a:pt x="33" y="18"/>
                    <a:pt x="33" y="18"/>
                  </a:cubicBezTo>
                  <a:cubicBezTo>
                    <a:pt x="34" y="18"/>
                    <a:pt x="34" y="19"/>
                    <a:pt x="35" y="20"/>
                  </a:cubicBezTo>
                  <a:cubicBezTo>
                    <a:pt x="37" y="21"/>
                    <a:pt x="39" y="23"/>
                    <a:pt x="41" y="22"/>
                  </a:cubicBezTo>
                  <a:cubicBezTo>
                    <a:pt x="42" y="22"/>
                    <a:pt x="46" y="19"/>
                    <a:pt x="49" y="17"/>
                  </a:cubicBezTo>
                  <a:cubicBezTo>
                    <a:pt x="51" y="15"/>
                    <a:pt x="53" y="13"/>
                    <a:pt x="53" y="12"/>
                  </a:cubicBezTo>
                  <a:cubicBezTo>
                    <a:pt x="54" y="11"/>
                    <a:pt x="53" y="10"/>
                    <a:pt x="53" y="9"/>
                  </a:cubicBezTo>
                  <a:cubicBezTo>
                    <a:pt x="53" y="8"/>
                    <a:pt x="53" y="7"/>
                    <a:pt x="54" y="6"/>
                  </a:cubicBezTo>
                  <a:cubicBezTo>
                    <a:pt x="54" y="6"/>
                    <a:pt x="55" y="4"/>
                    <a:pt x="57" y="3"/>
                  </a:cubicBezTo>
                  <a:cubicBezTo>
                    <a:pt x="58" y="2"/>
                    <a:pt x="59" y="1"/>
                    <a:pt x="59" y="1"/>
                  </a:cubicBezTo>
                  <a:cubicBezTo>
                    <a:pt x="60" y="1"/>
                    <a:pt x="61" y="2"/>
                    <a:pt x="62" y="3"/>
                  </a:cubicBezTo>
                  <a:cubicBezTo>
                    <a:pt x="64" y="4"/>
                    <a:pt x="67" y="6"/>
                    <a:pt x="69" y="6"/>
                  </a:cubicBezTo>
                  <a:cubicBezTo>
                    <a:pt x="71" y="5"/>
                    <a:pt x="78" y="4"/>
                    <a:pt x="84" y="2"/>
                  </a:cubicBezTo>
                  <a:cubicBezTo>
                    <a:pt x="85" y="1"/>
                    <a:pt x="87" y="1"/>
                    <a:pt x="89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ED33233B-51B2-CEF4-5820-EF9425602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1033" y="2823041"/>
              <a:ext cx="128345" cy="52184"/>
            </a:xfrm>
            <a:custGeom>
              <a:avLst/>
              <a:gdLst>
                <a:gd name="T0" fmla="*/ 11 w 117"/>
                <a:gd name="T1" fmla="*/ 5 h 49"/>
                <a:gd name="T2" fmla="*/ 17 w 117"/>
                <a:gd name="T3" fmla="*/ 7 h 49"/>
                <a:gd name="T4" fmla="*/ 15 w 117"/>
                <a:gd name="T5" fmla="*/ 10 h 49"/>
                <a:gd name="T6" fmla="*/ 21 w 117"/>
                <a:gd name="T7" fmla="*/ 14 h 49"/>
                <a:gd name="T8" fmla="*/ 26 w 117"/>
                <a:gd name="T9" fmla="*/ 11 h 49"/>
                <a:gd name="T10" fmla="*/ 35 w 117"/>
                <a:gd name="T11" fmla="*/ 16 h 49"/>
                <a:gd name="T12" fmla="*/ 44 w 117"/>
                <a:gd name="T13" fmla="*/ 14 h 49"/>
                <a:gd name="T14" fmla="*/ 54 w 117"/>
                <a:gd name="T15" fmla="*/ 10 h 49"/>
                <a:gd name="T16" fmla="*/ 65 w 117"/>
                <a:gd name="T17" fmla="*/ 3 h 49"/>
                <a:gd name="T18" fmla="*/ 83 w 117"/>
                <a:gd name="T19" fmla="*/ 3 h 49"/>
                <a:gd name="T20" fmla="*/ 98 w 117"/>
                <a:gd name="T21" fmla="*/ 8 h 49"/>
                <a:gd name="T22" fmla="*/ 111 w 117"/>
                <a:gd name="T23" fmla="*/ 18 h 49"/>
                <a:gd name="T24" fmla="*/ 112 w 117"/>
                <a:gd name="T25" fmla="*/ 24 h 49"/>
                <a:gd name="T26" fmla="*/ 117 w 117"/>
                <a:gd name="T27" fmla="*/ 34 h 49"/>
                <a:gd name="T28" fmla="*/ 110 w 117"/>
                <a:gd name="T29" fmla="*/ 40 h 49"/>
                <a:gd name="T30" fmla="*/ 105 w 117"/>
                <a:gd name="T31" fmla="*/ 39 h 49"/>
                <a:gd name="T32" fmla="*/ 94 w 117"/>
                <a:gd name="T33" fmla="*/ 38 h 49"/>
                <a:gd name="T34" fmla="*/ 96 w 117"/>
                <a:gd name="T35" fmla="*/ 28 h 49"/>
                <a:gd name="T36" fmla="*/ 105 w 117"/>
                <a:gd name="T37" fmla="*/ 30 h 49"/>
                <a:gd name="T38" fmla="*/ 98 w 117"/>
                <a:gd name="T39" fmla="*/ 23 h 49"/>
                <a:gd name="T40" fmla="*/ 88 w 117"/>
                <a:gd name="T41" fmla="*/ 19 h 49"/>
                <a:gd name="T42" fmla="*/ 80 w 117"/>
                <a:gd name="T43" fmla="*/ 11 h 49"/>
                <a:gd name="T44" fmla="*/ 70 w 117"/>
                <a:gd name="T45" fmla="*/ 13 h 49"/>
                <a:gd name="T46" fmla="*/ 64 w 117"/>
                <a:gd name="T47" fmla="*/ 21 h 49"/>
                <a:gd name="T48" fmla="*/ 52 w 117"/>
                <a:gd name="T49" fmla="*/ 27 h 49"/>
                <a:gd name="T50" fmla="*/ 53 w 117"/>
                <a:gd name="T51" fmla="*/ 36 h 49"/>
                <a:gd name="T52" fmla="*/ 58 w 117"/>
                <a:gd name="T53" fmla="*/ 43 h 49"/>
                <a:gd name="T54" fmla="*/ 47 w 117"/>
                <a:gd name="T55" fmla="*/ 49 h 49"/>
                <a:gd name="T56" fmla="*/ 40 w 117"/>
                <a:gd name="T57" fmla="*/ 45 h 49"/>
                <a:gd name="T58" fmla="*/ 38 w 117"/>
                <a:gd name="T59" fmla="*/ 36 h 49"/>
                <a:gd name="T60" fmla="*/ 35 w 117"/>
                <a:gd name="T61" fmla="*/ 37 h 49"/>
                <a:gd name="T62" fmla="*/ 32 w 117"/>
                <a:gd name="T63" fmla="*/ 41 h 49"/>
                <a:gd name="T64" fmla="*/ 27 w 117"/>
                <a:gd name="T65" fmla="*/ 35 h 49"/>
                <a:gd name="T66" fmla="*/ 19 w 117"/>
                <a:gd name="T67" fmla="*/ 29 h 49"/>
                <a:gd name="T68" fmla="*/ 14 w 117"/>
                <a:gd name="T69" fmla="*/ 27 h 49"/>
                <a:gd name="T70" fmla="*/ 4 w 117"/>
                <a:gd name="T71" fmla="*/ 27 h 49"/>
                <a:gd name="T72" fmla="*/ 1 w 117"/>
                <a:gd name="T73" fmla="*/ 32 h 49"/>
                <a:gd name="T74" fmla="*/ 4 w 117"/>
                <a:gd name="T75" fmla="*/ 18 h 49"/>
                <a:gd name="T76" fmla="*/ 4 w 117"/>
                <a:gd name="T77" fmla="*/ 12 h 49"/>
                <a:gd name="T78" fmla="*/ 1 w 117"/>
                <a:gd name="T79" fmla="*/ 9 h 49"/>
                <a:gd name="T80" fmla="*/ 3 w 117"/>
                <a:gd name="T81" fmla="*/ 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7" h="49">
                  <a:moveTo>
                    <a:pt x="5" y="0"/>
                  </a:moveTo>
                  <a:cubicBezTo>
                    <a:pt x="8" y="3"/>
                    <a:pt x="9" y="6"/>
                    <a:pt x="11" y="5"/>
                  </a:cubicBezTo>
                  <a:cubicBezTo>
                    <a:pt x="13" y="5"/>
                    <a:pt x="13" y="4"/>
                    <a:pt x="14" y="5"/>
                  </a:cubicBezTo>
                  <a:cubicBezTo>
                    <a:pt x="16" y="5"/>
                    <a:pt x="16" y="6"/>
                    <a:pt x="17" y="7"/>
                  </a:cubicBezTo>
                  <a:cubicBezTo>
                    <a:pt x="18" y="7"/>
                    <a:pt x="17" y="8"/>
                    <a:pt x="16" y="8"/>
                  </a:cubicBezTo>
                  <a:cubicBezTo>
                    <a:pt x="16" y="9"/>
                    <a:pt x="15" y="9"/>
                    <a:pt x="15" y="10"/>
                  </a:cubicBezTo>
                  <a:cubicBezTo>
                    <a:pt x="15" y="12"/>
                    <a:pt x="15" y="14"/>
                    <a:pt x="17" y="14"/>
                  </a:cubicBezTo>
                  <a:cubicBezTo>
                    <a:pt x="19" y="14"/>
                    <a:pt x="20" y="15"/>
                    <a:pt x="21" y="14"/>
                  </a:cubicBezTo>
                  <a:cubicBezTo>
                    <a:pt x="22" y="13"/>
                    <a:pt x="21" y="12"/>
                    <a:pt x="23" y="11"/>
                  </a:cubicBezTo>
                  <a:cubicBezTo>
                    <a:pt x="24" y="11"/>
                    <a:pt x="24" y="10"/>
                    <a:pt x="26" y="11"/>
                  </a:cubicBezTo>
                  <a:cubicBezTo>
                    <a:pt x="28" y="13"/>
                    <a:pt x="28" y="13"/>
                    <a:pt x="30" y="14"/>
                  </a:cubicBezTo>
                  <a:cubicBezTo>
                    <a:pt x="32" y="16"/>
                    <a:pt x="33" y="16"/>
                    <a:pt x="35" y="16"/>
                  </a:cubicBezTo>
                  <a:cubicBezTo>
                    <a:pt x="36" y="16"/>
                    <a:pt x="37" y="17"/>
                    <a:pt x="39" y="16"/>
                  </a:cubicBezTo>
                  <a:cubicBezTo>
                    <a:pt x="41" y="15"/>
                    <a:pt x="43" y="15"/>
                    <a:pt x="44" y="14"/>
                  </a:cubicBezTo>
                  <a:cubicBezTo>
                    <a:pt x="46" y="13"/>
                    <a:pt x="46" y="13"/>
                    <a:pt x="49" y="12"/>
                  </a:cubicBezTo>
                  <a:cubicBezTo>
                    <a:pt x="51" y="11"/>
                    <a:pt x="52" y="11"/>
                    <a:pt x="54" y="10"/>
                  </a:cubicBezTo>
                  <a:cubicBezTo>
                    <a:pt x="57" y="10"/>
                    <a:pt x="58" y="9"/>
                    <a:pt x="60" y="7"/>
                  </a:cubicBezTo>
                  <a:cubicBezTo>
                    <a:pt x="62" y="6"/>
                    <a:pt x="62" y="4"/>
                    <a:pt x="65" y="3"/>
                  </a:cubicBezTo>
                  <a:cubicBezTo>
                    <a:pt x="68" y="2"/>
                    <a:pt x="71" y="1"/>
                    <a:pt x="72" y="1"/>
                  </a:cubicBezTo>
                  <a:cubicBezTo>
                    <a:pt x="74" y="1"/>
                    <a:pt x="78" y="1"/>
                    <a:pt x="83" y="3"/>
                  </a:cubicBezTo>
                  <a:cubicBezTo>
                    <a:pt x="88" y="4"/>
                    <a:pt x="88" y="4"/>
                    <a:pt x="92" y="6"/>
                  </a:cubicBezTo>
                  <a:cubicBezTo>
                    <a:pt x="95" y="7"/>
                    <a:pt x="95" y="7"/>
                    <a:pt x="98" y="8"/>
                  </a:cubicBezTo>
                  <a:cubicBezTo>
                    <a:pt x="102" y="9"/>
                    <a:pt x="104" y="11"/>
                    <a:pt x="106" y="13"/>
                  </a:cubicBezTo>
                  <a:cubicBezTo>
                    <a:pt x="108" y="15"/>
                    <a:pt x="108" y="14"/>
                    <a:pt x="111" y="18"/>
                  </a:cubicBezTo>
                  <a:cubicBezTo>
                    <a:pt x="111" y="18"/>
                    <a:pt x="112" y="19"/>
                    <a:pt x="112" y="19"/>
                  </a:cubicBezTo>
                  <a:cubicBezTo>
                    <a:pt x="112" y="20"/>
                    <a:pt x="112" y="22"/>
                    <a:pt x="112" y="24"/>
                  </a:cubicBezTo>
                  <a:cubicBezTo>
                    <a:pt x="113" y="26"/>
                    <a:pt x="114" y="28"/>
                    <a:pt x="115" y="30"/>
                  </a:cubicBezTo>
                  <a:cubicBezTo>
                    <a:pt x="116" y="32"/>
                    <a:pt x="117" y="34"/>
                    <a:pt x="117" y="34"/>
                  </a:cubicBezTo>
                  <a:cubicBezTo>
                    <a:pt x="116" y="35"/>
                    <a:pt x="115" y="36"/>
                    <a:pt x="114" y="38"/>
                  </a:cubicBezTo>
                  <a:cubicBezTo>
                    <a:pt x="113" y="39"/>
                    <a:pt x="111" y="39"/>
                    <a:pt x="110" y="40"/>
                  </a:cubicBezTo>
                  <a:cubicBezTo>
                    <a:pt x="110" y="40"/>
                    <a:pt x="110" y="40"/>
                    <a:pt x="110" y="40"/>
                  </a:cubicBezTo>
                  <a:cubicBezTo>
                    <a:pt x="109" y="39"/>
                    <a:pt x="108" y="38"/>
                    <a:pt x="105" y="39"/>
                  </a:cubicBezTo>
                  <a:cubicBezTo>
                    <a:pt x="103" y="40"/>
                    <a:pt x="102" y="44"/>
                    <a:pt x="101" y="47"/>
                  </a:cubicBezTo>
                  <a:cubicBezTo>
                    <a:pt x="99" y="45"/>
                    <a:pt x="96" y="41"/>
                    <a:pt x="94" y="38"/>
                  </a:cubicBezTo>
                  <a:cubicBezTo>
                    <a:pt x="93" y="36"/>
                    <a:pt x="92" y="33"/>
                    <a:pt x="93" y="31"/>
                  </a:cubicBezTo>
                  <a:cubicBezTo>
                    <a:pt x="94" y="29"/>
                    <a:pt x="94" y="29"/>
                    <a:pt x="96" y="28"/>
                  </a:cubicBezTo>
                  <a:cubicBezTo>
                    <a:pt x="98" y="28"/>
                    <a:pt x="98" y="27"/>
                    <a:pt x="101" y="29"/>
                  </a:cubicBezTo>
                  <a:cubicBezTo>
                    <a:pt x="103" y="30"/>
                    <a:pt x="104" y="31"/>
                    <a:pt x="105" y="30"/>
                  </a:cubicBezTo>
                  <a:cubicBezTo>
                    <a:pt x="105" y="28"/>
                    <a:pt x="103" y="26"/>
                    <a:pt x="102" y="25"/>
                  </a:cubicBezTo>
                  <a:cubicBezTo>
                    <a:pt x="101" y="24"/>
                    <a:pt x="101" y="23"/>
                    <a:pt x="98" y="23"/>
                  </a:cubicBezTo>
                  <a:cubicBezTo>
                    <a:pt x="96" y="23"/>
                    <a:pt x="95" y="24"/>
                    <a:pt x="93" y="22"/>
                  </a:cubicBezTo>
                  <a:cubicBezTo>
                    <a:pt x="90" y="21"/>
                    <a:pt x="89" y="20"/>
                    <a:pt x="88" y="19"/>
                  </a:cubicBezTo>
                  <a:cubicBezTo>
                    <a:pt x="87" y="17"/>
                    <a:pt x="86" y="17"/>
                    <a:pt x="84" y="16"/>
                  </a:cubicBezTo>
                  <a:cubicBezTo>
                    <a:pt x="82" y="14"/>
                    <a:pt x="82" y="12"/>
                    <a:pt x="80" y="11"/>
                  </a:cubicBezTo>
                  <a:cubicBezTo>
                    <a:pt x="79" y="10"/>
                    <a:pt x="78" y="10"/>
                    <a:pt x="77" y="10"/>
                  </a:cubicBezTo>
                  <a:cubicBezTo>
                    <a:pt x="75" y="11"/>
                    <a:pt x="71" y="11"/>
                    <a:pt x="70" y="13"/>
                  </a:cubicBezTo>
                  <a:cubicBezTo>
                    <a:pt x="69" y="14"/>
                    <a:pt x="66" y="14"/>
                    <a:pt x="65" y="15"/>
                  </a:cubicBezTo>
                  <a:cubicBezTo>
                    <a:pt x="64" y="16"/>
                    <a:pt x="64" y="20"/>
                    <a:pt x="64" y="21"/>
                  </a:cubicBezTo>
                  <a:cubicBezTo>
                    <a:pt x="64" y="22"/>
                    <a:pt x="60" y="24"/>
                    <a:pt x="59" y="25"/>
                  </a:cubicBezTo>
                  <a:cubicBezTo>
                    <a:pt x="58" y="25"/>
                    <a:pt x="53" y="26"/>
                    <a:pt x="52" y="27"/>
                  </a:cubicBezTo>
                  <a:cubicBezTo>
                    <a:pt x="51" y="28"/>
                    <a:pt x="49" y="29"/>
                    <a:pt x="49" y="30"/>
                  </a:cubicBezTo>
                  <a:cubicBezTo>
                    <a:pt x="49" y="32"/>
                    <a:pt x="51" y="35"/>
                    <a:pt x="53" y="36"/>
                  </a:cubicBezTo>
                  <a:cubicBezTo>
                    <a:pt x="54" y="37"/>
                    <a:pt x="57" y="39"/>
                    <a:pt x="57" y="40"/>
                  </a:cubicBezTo>
                  <a:cubicBezTo>
                    <a:pt x="57" y="41"/>
                    <a:pt x="58" y="42"/>
                    <a:pt x="58" y="43"/>
                  </a:cubicBezTo>
                  <a:cubicBezTo>
                    <a:pt x="57" y="44"/>
                    <a:pt x="54" y="46"/>
                    <a:pt x="53" y="46"/>
                  </a:cubicBezTo>
                  <a:cubicBezTo>
                    <a:pt x="51" y="46"/>
                    <a:pt x="48" y="48"/>
                    <a:pt x="47" y="49"/>
                  </a:cubicBezTo>
                  <a:cubicBezTo>
                    <a:pt x="46" y="49"/>
                    <a:pt x="43" y="49"/>
                    <a:pt x="41" y="48"/>
                  </a:cubicBezTo>
                  <a:cubicBezTo>
                    <a:pt x="40" y="47"/>
                    <a:pt x="40" y="47"/>
                    <a:pt x="40" y="45"/>
                  </a:cubicBezTo>
                  <a:cubicBezTo>
                    <a:pt x="40" y="43"/>
                    <a:pt x="40" y="41"/>
                    <a:pt x="40" y="39"/>
                  </a:cubicBezTo>
                  <a:cubicBezTo>
                    <a:pt x="39" y="38"/>
                    <a:pt x="39" y="36"/>
                    <a:pt x="38" y="36"/>
                  </a:cubicBezTo>
                  <a:cubicBezTo>
                    <a:pt x="37" y="35"/>
                    <a:pt x="37" y="34"/>
                    <a:pt x="36" y="35"/>
                  </a:cubicBezTo>
                  <a:cubicBezTo>
                    <a:pt x="35" y="35"/>
                    <a:pt x="35" y="36"/>
                    <a:pt x="35" y="37"/>
                  </a:cubicBezTo>
                  <a:cubicBezTo>
                    <a:pt x="35" y="38"/>
                    <a:pt x="35" y="40"/>
                    <a:pt x="35" y="41"/>
                  </a:cubicBezTo>
                  <a:cubicBezTo>
                    <a:pt x="34" y="41"/>
                    <a:pt x="33" y="41"/>
                    <a:pt x="32" y="41"/>
                  </a:cubicBezTo>
                  <a:cubicBezTo>
                    <a:pt x="31" y="41"/>
                    <a:pt x="29" y="40"/>
                    <a:pt x="28" y="39"/>
                  </a:cubicBezTo>
                  <a:cubicBezTo>
                    <a:pt x="28" y="38"/>
                    <a:pt x="28" y="37"/>
                    <a:pt x="27" y="35"/>
                  </a:cubicBezTo>
                  <a:cubicBezTo>
                    <a:pt x="26" y="32"/>
                    <a:pt x="24" y="30"/>
                    <a:pt x="23" y="30"/>
                  </a:cubicBezTo>
                  <a:cubicBezTo>
                    <a:pt x="22" y="29"/>
                    <a:pt x="20" y="29"/>
                    <a:pt x="19" y="29"/>
                  </a:cubicBezTo>
                  <a:cubicBezTo>
                    <a:pt x="18" y="29"/>
                    <a:pt x="18" y="31"/>
                    <a:pt x="16" y="30"/>
                  </a:cubicBezTo>
                  <a:cubicBezTo>
                    <a:pt x="15" y="29"/>
                    <a:pt x="15" y="27"/>
                    <a:pt x="14" y="27"/>
                  </a:cubicBezTo>
                  <a:cubicBezTo>
                    <a:pt x="13" y="27"/>
                    <a:pt x="12" y="27"/>
                    <a:pt x="10" y="27"/>
                  </a:cubicBezTo>
                  <a:cubicBezTo>
                    <a:pt x="9" y="27"/>
                    <a:pt x="5" y="27"/>
                    <a:pt x="4" y="27"/>
                  </a:cubicBezTo>
                  <a:cubicBezTo>
                    <a:pt x="2" y="28"/>
                    <a:pt x="2" y="30"/>
                    <a:pt x="1" y="31"/>
                  </a:cubicBezTo>
                  <a:cubicBezTo>
                    <a:pt x="1" y="31"/>
                    <a:pt x="1" y="32"/>
                    <a:pt x="1" y="32"/>
                  </a:cubicBezTo>
                  <a:cubicBezTo>
                    <a:pt x="1" y="29"/>
                    <a:pt x="1" y="25"/>
                    <a:pt x="2" y="23"/>
                  </a:cubicBezTo>
                  <a:cubicBezTo>
                    <a:pt x="2" y="20"/>
                    <a:pt x="3" y="19"/>
                    <a:pt x="4" y="18"/>
                  </a:cubicBezTo>
                  <a:cubicBezTo>
                    <a:pt x="4" y="18"/>
                    <a:pt x="5" y="17"/>
                    <a:pt x="5" y="15"/>
                  </a:cubicBezTo>
                  <a:cubicBezTo>
                    <a:pt x="6" y="13"/>
                    <a:pt x="6" y="12"/>
                    <a:pt x="4" y="12"/>
                  </a:cubicBezTo>
                  <a:cubicBezTo>
                    <a:pt x="4" y="12"/>
                    <a:pt x="4" y="12"/>
                    <a:pt x="4" y="11"/>
                  </a:cubicBezTo>
                  <a:cubicBezTo>
                    <a:pt x="3" y="11"/>
                    <a:pt x="2" y="11"/>
                    <a:pt x="1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3" y="1"/>
                    <a:pt x="4" y="1"/>
                    <a:pt x="5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3786D0A-6059-AE90-1BB1-1BB9BADA1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5412" y="2765216"/>
              <a:ext cx="306054" cy="256690"/>
            </a:xfrm>
            <a:custGeom>
              <a:avLst/>
              <a:gdLst>
                <a:gd name="T0" fmla="*/ 22 w 279"/>
                <a:gd name="T1" fmla="*/ 23 h 239"/>
                <a:gd name="T2" fmla="*/ 15 w 279"/>
                <a:gd name="T3" fmla="*/ 30 h 239"/>
                <a:gd name="T4" fmla="*/ 5 w 279"/>
                <a:gd name="T5" fmla="*/ 57 h 239"/>
                <a:gd name="T6" fmla="*/ 10 w 279"/>
                <a:gd name="T7" fmla="*/ 62 h 239"/>
                <a:gd name="T8" fmla="*/ 23 w 279"/>
                <a:gd name="T9" fmla="*/ 84 h 239"/>
                <a:gd name="T10" fmla="*/ 21 w 279"/>
                <a:gd name="T11" fmla="*/ 96 h 239"/>
                <a:gd name="T12" fmla="*/ 29 w 279"/>
                <a:gd name="T13" fmla="*/ 105 h 239"/>
                <a:gd name="T14" fmla="*/ 51 w 279"/>
                <a:gd name="T15" fmla="*/ 106 h 239"/>
                <a:gd name="T16" fmla="*/ 82 w 279"/>
                <a:gd name="T17" fmla="*/ 124 h 239"/>
                <a:gd name="T18" fmla="*/ 115 w 279"/>
                <a:gd name="T19" fmla="*/ 122 h 239"/>
                <a:gd name="T20" fmla="*/ 123 w 279"/>
                <a:gd name="T21" fmla="*/ 132 h 239"/>
                <a:gd name="T22" fmla="*/ 115 w 279"/>
                <a:gd name="T23" fmla="*/ 155 h 239"/>
                <a:gd name="T24" fmla="*/ 121 w 279"/>
                <a:gd name="T25" fmla="*/ 174 h 239"/>
                <a:gd name="T26" fmla="*/ 118 w 279"/>
                <a:gd name="T27" fmla="*/ 192 h 239"/>
                <a:gd name="T28" fmla="*/ 126 w 279"/>
                <a:gd name="T29" fmla="*/ 202 h 239"/>
                <a:gd name="T30" fmla="*/ 136 w 279"/>
                <a:gd name="T31" fmla="*/ 228 h 239"/>
                <a:gd name="T32" fmla="*/ 154 w 279"/>
                <a:gd name="T33" fmla="*/ 234 h 239"/>
                <a:gd name="T34" fmla="*/ 163 w 279"/>
                <a:gd name="T35" fmla="*/ 239 h 239"/>
                <a:gd name="T36" fmla="*/ 184 w 279"/>
                <a:gd name="T37" fmla="*/ 223 h 239"/>
                <a:gd name="T38" fmla="*/ 195 w 279"/>
                <a:gd name="T39" fmla="*/ 211 h 239"/>
                <a:gd name="T40" fmla="*/ 202 w 279"/>
                <a:gd name="T41" fmla="*/ 205 h 239"/>
                <a:gd name="T42" fmla="*/ 192 w 279"/>
                <a:gd name="T43" fmla="*/ 196 h 239"/>
                <a:gd name="T44" fmla="*/ 179 w 279"/>
                <a:gd name="T45" fmla="*/ 165 h 239"/>
                <a:gd name="T46" fmla="*/ 190 w 279"/>
                <a:gd name="T47" fmla="*/ 169 h 239"/>
                <a:gd name="T48" fmla="*/ 215 w 279"/>
                <a:gd name="T49" fmla="*/ 177 h 239"/>
                <a:gd name="T50" fmla="*/ 222 w 279"/>
                <a:gd name="T51" fmla="*/ 167 h 239"/>
                <a:gd name="T52" fmla="*/ 246 w 279"/>
                <a:gd name="T53" fmla="*/ 162 h 239"/>
                <a:gd name="T54" fmla="*/ 258 w 279"/>
                <a:gd name="T55" fmla="*/ 156 h 239"/>
                <a:gd name="T56" fmla="*/ 255 w 279"/>
                <a:gd name="T57" fmla="*/ 141 h 239"/>
                <a:gd name="T58" fmla="*/ 251 w 279"/>
                <a:gd name="T59" fmla="*/ 119 h 239"/>
                <a:gd name="T60" fmla="*/ 262 w 279"/>
                <a:gd name="T61" fmla="*/ 110 h 239"/>
                <a:gd name="T62" fmla="*/ 267 w 279"/>
                <a:gd name="T63" fmla="*/ 107 h 239"/>
                <a:gd name="T64" fmla="*/ 263 w 279"/>
                <a:gd name="T65" fmla="*/ 104 h 239"/>
                <a:gd name="T66" fmla="*/ 267 w 279"/>
                <a:gd name="T67" fmla="*/ 89 h 239"/>
                <a:gd name="T68" fmla="*/ 279 w 279"/>
                <a:gd name="T69" fmla="*/ 79 h 239"/>
                <a:gd name="T70" fmla="*/ 255 w 279"/>
                <a:gd name="T71" fmla="*/ 77 h 239"/>
                <a:gd name="T72" fmla="*/ 253 w 279"/>
                <a:gd name="T73" fmla="*/ 72 h 239"/>
                <a:gd name="T74" fmla="*/ 250 w 279"/>
                <a:gd name="T75" fmla="*/ 53 h 239"/>
                <a:gd name="T76" fmla="*/ 235 w 279"/>
                <a:gd name="T77" fmla="*/ 49 h 239"/>
                <a:gd name="T78" fmla="*/ 226 w 279"/>
                <a:gd name="T79" fmla="*/ 46 h 239"/>
                <a:gd name="T80" fmla="*/ 219 w 279"/>
                <a:gd name="T81" fmla="*/ 43 h 239"/>
                <a:gd name="T82" fmla="*/ 222 w 279"/>
                <a:gd name="T83" fmla="*/ 35 h 239"/>
                <a:gd name="T84" fmla="*/ 220 w 279"/>
                <a:gd name="T85" fmla="*/ 31 h 239"/>
                <a:gd name="T86" fmla="*/ 193 w 279"/>
                <a:gd name="T87" fmla="*/ 35 h 239"/>
                <a:gd name="T88" fmla="*/ 163 w 279"/>
                <a:gd name="T89" fmla="*/ 43 h 239"/>
                <a:gd name="T90" fmla="*/ 133 w 279"/>
                <a:gd name="T91" fmla="*/ 34 h 239"/>
                <a:gd name="T92" fmla="*/ 108 w 279"/>
                <a:gd name="T93" fmla="*/ 33 h 239"/>
                <a:gd name="T94" fmla="*/ 86 w 279"/>
                <a:gd name="T95" fmla="*/ 15 h 239"/>
                <a:gd name="T96" fmla="*/ 71 w 279"/>
                <a:gd name="T97" fmla="*/ 1 h 239"/>
                <a:gd name="T98" fmla="*/ 65 w 279"/>
                <a:gd name="T99" fmla="*/ 18 h 239"/>
                <a:gd name="T100" fmla="*/ 39 w 279"/>
                <a:gd name="T101" fmla="*/ 26 h 239"/>
                <a:gd name="T102" fmla="*/ 47 w 279"/>
                <a:gd name="T103" fmla="*/ 52 h 239"/>
                <a:gd name="T104" fmla="*/ 35 w 279"/>
                <a:gd name="T105" fmla="*/ 58 h 239"/>
                <a:gd name="T106" fmla="*/ 33 w 279"/>
                <a:gd name="T107" fmla="*/ 39 h 239"/>
                <a:gd name="T108" fmla="*/ 32 w 279"/>
                <a:gd name="T109" fmla="*/ 18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9" h="239">
                  <a:moveTo>
                    <a:pt x="30" y="13"/>
                  </a:moveTo>
                  <a:cubicBezTo>
                    <a:pt x="29" y="13"/>
                    <a:pt x="29" y="13"/>
                    <a:pt x="29" y="14"/>
                  </a:cubicBezTo>
                  <a:cubicBezTo>
                    <a:pt x="27" y="15"/>
                    <a:pt x="26" y="18"/>
                    <a:pt x="24" y="20"/>
                  </a:cubicBezTo>
                  <a:cubicBezTo>
                    <a:pt x="24" y="21"/>
                    <a:pt x="23" y="22"/>
                    <a:pt x="22" y="23"/>
                  </a:cubicBezTo>
                  <a:cubicBezTo>
                    <a:pt x="21" y="24"/>
                    <a:pt x="20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5"/>
                    <a:pt x="18" y="25"/>
                    <a:pt x="18" y="26"/>
                  </a:cubicBezTo>
                  <a:cubicBezTo>
                    <a:pt x="17" y="26"/>
                    <a:pt x="16" y="28"/>
                    <a:pt x="15" y="30"/>
                  </a:cubicBezTo>
                  <a:cubicBezTo>
                    <a:pt x="13" y="32"/>
                    <a:pt x="12" y="35"/>
                    <a:pt x="11" y="37"/>
                  </a:cubicBezTo>
                  <a:cubicBezTo>
                    <a:pt x="11" y="38"/>
                    <a:pt x="10" y="41"/>
                    <a:pt x="10" y="44"/>
                  </a:cubicBezTo>
                  <a:cubicBezTo>
                    <a:pt x="10" y="47"/>
                    <a:pt x="9" y="51"/>
                    <a:pt x="9" y="52"/>
                  </a:cubicBezTo>
                  <a:cubicBezTo>
                    <a:pt x="8" y="53"/>
                    <a:pt x="6" y="55"/>
                    <a:pt x="5" y="57"/>
                  </a:cubicBezTo>
                  <a:cubicBezTo>
                    <a:pt x="3" y="59"/>
                    <a:pt x="0" y="62"/>
                    <a:pt x="1" y="62"/>
                  </a:cubicBezTo>
                  <a:cubicBezTo>
                    <a:pt x="1" y="62"/>
                    <a:pt x="2" y="62"/>
                    <a:pt x="4" y="62"/>
                  </a:cubicBezTo>
                  <a:cubicBezTo>
                    <a:pt x="5" y="61"/>
                    <a:pt x="6" y="61"/>
                    <a:pt x="7" y="61"/>
                  </a:cubicBezTo>
                  <a:cubicBezTo>
                    <a:pt x="9" y="61"/>
                    <a:pt x="9" y="61"/>
                    <a:pt x="10" y="62"/>
                  </a:cubicBezTo>
                  <a:cubicBezTo>
                    <a:pt x="11" y="63"/>
                    <a:pt x="12" y="64"/>
                    <a:pt x="13" y="65"/>
                  </a:cubicBezTo>
                  <a:cubicBezTo>
                    <a:pt x="15" y="67"/>
                    <a:pt x="16" y="70"/>
                    <a:pt x="18" y="73"/>
                  </a:cubicBezTo>
                  <a:cubicBezTo>
                    <a:pt x="19" y="75"/>
                    <a:pt x="20" y="77"/>
                    <a:pt x="21" y="78"/>
                  </a:cubicBezTo>
                  <a:cubicBezTo>
                    <a:pt x="22" y="81"/>
                    <a:pt x="23" y="82"/>
                    <a:pt x="23" y="84"/>
                  </a:cubicBezTo>
                  <a:cubicBezTo>
                    <a:pt x="23" y="85"/>
                    <a:pt x="22" y="87"/>
                    <a:pt x="22" y="88"/>
                  </a:cubicBezTo>
                  <a:cubicBezTo>
                    <a:pt x="21" y="90"/>
                    <a:pt x="21" y="91"/>
                    <a:pt x="21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20" y="94"/>
                    <a:pt x="20" y="95"/>
                    <a:pt x="21" y="96"/>
                  </a:cubicBezTo>
                  <a:cubicBezTo>
                    <a:pt x="21" y="97"/>
                    <a:pt x="21" y="98"/>
                    <a:pt x="22" y="98"/>
                  </a:cubicBezTo>
                  <a:cubicBezTo>
                    <a:pt x="22" y="98"/>
                    <a:pt x="23" y="99"/>
                    <a:pt x="24" y="99"/>
                  </a:cubicBezTo>
                  <a:cubicBezTo>
                    <a:pt x="25" y="100"/>
                    <a:pt x="26" y="100"/>
                    <a:pt x="27" y="101"/>
                  </a:cubicBezTo>
                  <a:cubicBezTo>
                    <a:pt x="28" y="103"/>
                    <a:pt x="28" y="104"/>
                    <a:pt x="29" y="105"/>
                  </a:cubicBezTo>
                  <a:cubicBezTo>
                    <a:pt x="32" y="106"/>
                    <a:pt x="32" y="106"/>
                    <a:pt x="32" y="106"/>
                  </a:cubicBezTo>
                  <a:cubicBezTo>
                    <a:pt x="34" y="106"/>
                    <a:pt x="37" y="107"/>
                    <a:pt x="40" y="107"/>
                  </a:cubicBezTo>
                  <a:cubicBezTo>
                    <a:pt x="41" y="107"/>
                    <a:pt x="41" y="107"/>
                    <a:pt x="41" y="107"/>
                  </a:cubicBezTo>
                  <a:cubicBezTo>
                    <a:pt x="46" y="107"/>
                    <a:pt x="46" y="107"/>
                    <a:pt x="51" y="106"/>
                  </a:cubicBezTo>
                  <a:cubicBezTo>
                    <a:pt x="53" y="105"/>
                    <a:pt x="56" y="105"/>
                    <a:pt x="59" y="105"/>
                  </a:cubicBezTo>
                  <a:cubicBezTo>
                    <a:pt x="63" y="106"/>
                    <a:pt x="66" y="107"/>
                    <a:pt x="68" y="108"/>
                  </a:cubicBezTo>
                  <a:cubicBezTo>
                    <a:pt x="69" y="109"/>
                    <a:pt x="71" y="111"/>
                    <a:pt x="73" y="114"/>
                  </a:cubicBezTo>
                  <a:cubicBezTo>
                    <a:pt x="76" y="118"/>
                    <a:pt x="79" y="122"/>
                    <a:pt x="82" y="124"/>
                  </a:cubicBezTo>
                  <a:cubicBezTo>
                    <a:pt x="83" y="125"/>
                    <a:pt x="85" y="125"/>
                    <a:pt x="87" y="125"/>
                  </a:cubicBezTo>
                  <a:cubicBezTo>
                    <a:pt x="90" y="125"/>
                    <a:pt x="93" y="124"/>
                    <a:pt x="94" y="124"/>
                  </a:cubicBezTo>
                  <a:cubicBezTo>
                    <a:pt x="95" y="123"/>
                    <a:pt x="100" y="123"/>
                    <a:pt x="104" y="122"/>
                  </a:cubicBezTo>
                  <a:cubicBezTo>
                    <a:pt x="109" y="122"/>
                    <a:pt x="114" y="121"/>
                    <a:pt x="115" y="122"/>
                  </a:cubicBezTo>
                  <a:cubicBezTo>
                    <a:pt x="115" y="122"/>
                    <a:pt x="115" y="122"/>
                    <a:pt x="116" y="122"/>
                  </a:cubicBezTo>
                  <a:cubicBezTo>
                    <a:pt x="118" y="122"/>
                    <a:pt x="119" y="122"/>
                    <a:pt x="121" y="124"/>
                  </a:cubicBezTo>
                  <a:cubicBezTo>
                    <a:pt x="123" y="125"/>
                    <a:pt x="123" y="127"/>
                    <a:pt x="124" y="128"/>
                  </a:cubicBezTo>
                  <a:cubicBezTo>
                    <a:pt x="124" y="130"/>
                    <a:pt x="124" y="131"/>
                    <a:pt x="123" y="132"/>
                  </a:cubicBezTo>
                  <a:cubicBezTo>
                    <a:pt x="123" y="134"/>
                    <a:pt x="121" y="135"/>
                    <a:pt x="120" y="137"/>
                  </a:cubicBezTo>
                  <a:cubicBezTo>
                    <a:pt x="118" y="139"/>
                    <a:pt x="116" y="141"/>
                    <a:pt x="116" y="142"/>
                  </a:cubicBezTo>
                  <a:cubicBezTo>
                    <a:pt x="116" y="143"/>
                    <a:pt x="115" y="146"/>
                    <a:pt x="115" y="149"/>
                  </a:cubicBezTo>
                  <a:cubicBezTo>
                    <a:pt x="115" y="151"/>
                    <a:pt x="115" y="154"/>
                    <a:pt x="115" y="155"/>
                  </a:cubicBezTo>
                  <a:cubicBezTo>
                    <a:pt x="115" y="158"/>
                    <a:pt x="116" y="162"/>
                    <a:pt x="117" y="165"/>
                  </a:cubicBezTo>
                  <a:cubicBezTo>
                    <a:pt x="117" y="168"/>
                    <a:pt x="118" y="170"/>
                    <a:pt x="119" y="171"/>
                  </a:cubicBezTo>
                  <a:cubicBezTo>
                    <a:pt x="119" y="172"/>
                    <a:pt x="120" y="173"/>
                    <a:pt x="121" y="174"/>
                  </a:cubicBezTo>
                  <a:cubicBezTo>
                    <a:pt x="121" y="174"/>
                    <a:pt x="121" y="174"/>
                    <a:pt x="121" y="174"/>
                  </a:cubicBezTo>
                  <a:cubicBezTo>
                    <a:pt x="123" y="176"/>
                    <a:pt x="125" y="179"/>
                    <a:pt x="126" y="181"/>
                  </a:cubicBezTo>
                  <a:cubicBezTo>
                    <a:pt x="127" y="185"/>
                    <a:pt x="124" y="187"/>
                    <a:pt x="122" y="189"/>
                  </a:cubicBezTo>
                  <a:cubicBezTo>
                    <a:pt x="121" y="190"/>
                    <a:pt x="121" y="190"/>
                    <a:pt x="121" y="190"/>
                  </a:cubicBezTo>
                  <a:cubicBezTo>
                    <a:pt x="120" y="191"/>
                    <a:pt x="119" y="192"/>
                    <a:pt x="118" y="192"/>
                  </a:cubicBezTo>
                  <a:cubicBezTo>
                    <a:pt x="117" y="193"/>
                    <a:pt x="116" y="193"/>
                    <a:pt x="116" y="194"/>
                  </a:cubicBezTo>
                  <a:cubicBezTo>
                    <a:pt x="116" y="194"/>
                    <a:pt x="117" y="195"/>
                    <a:pt x="118" y="195"/>
                  </a:cubicBezTo>
                  <a:cubicBezTo>
                    <a:pt x="119" y="195"/>
                    <a:pt x="120" y="196"/>
                    <a:pt x="122" y="197"/>
                  </a:cubicBezTo>
                  <a:cubicBezTo>
                    <a:pt x="124" y="198"/>
                    <a:pt x="125" y="200"/>
                    <a:pt x="126" y="202"/>
                  </a:cubicBezTo>
                  <a:cubicBezTo>
                    <a:pt x="127" y="203"/>
                    <a:pt x="128" y="205"/>
                    <a:pt x="128" y="207"/>
                  </a:cubicBezTo>
                  <a:cubicBezTo>
                    <a:pt x="129" y="209"/>
                    <a:pt x="131" y="213"/>
                    <a:pt x="132" y="216"/>
                  </a:cubicBezTo>
                  <a:cubicBezTo>
                    <a:pt x="132" y="219"/>
                    <a:pt x="133" y="221"/>
                    <a:pt x="134" y="223"/>
                  </a:cubicBezTo>
                  <a:cubicBezTo>
                    <a:pt x="135" y="225"/>
                    <a:pt x="135" y="226"/>
                    <a:pt x="136" y="228"/>
                  </a:cubicBezTo>
                  <a:cubicBezTo>
                    <a:pt x="137" y="229"/>
                    <a:pt x="139" y="230"/>
                    <a:pt x="141" y="232"/>
                  </a:cubicBezTo>
                  <a:cubicBezTo>
                    <a:pt x="142" y="233"/>
                    <a:pt x="143" y="234"/>
                    <a:pt x="144" y="234"/>
                  </a:cubicBezTo>
                  <a:cubicBezTo>
                    <a:pt x="145" y="236"/>
                    <a:pt x="145" y="236"/>
                    <a:pt x="146" y="236"/>
                  </a:cubicBezTo>
                  <a:cubicBezTo>
                    <a:pt x="148" y="236"/>
                    <a:pt x="151" y="235"/>
                    <a:pt x="154" y="234"/>
                  </a:cubicBezTo>
                  <a:cubicBezTo>
                    <a:pt x="156" y="234"/>
                    <a:pt x="158" y="233"/>
                    <a:pt x="160" y="233"/>
                  </a:cubicBezTo>
                  <a:cubicBezTo>
                    <a:pt x="162" y="233"/>
                    <a:pt x="162" y="234"/>
                    <a:pt x="162" y="235"/>
                  </a:cubicBezTo>
                  <a:cubicBezTo>
                    <a:pt x="163" y="236"/>
                    <a:pt x="163" y="236"/>
                    <a:pt x="162" y="237"/>
                  </a:cubicBezTo>
                  <a:cubicBezTo>
                    <a:pt x="162" y="238"/>
                    <a:pt x="162" y="239"/>
                    <a:pt x="163" y="239"/>
                  </a:cubicBezTo>
                  <a:cubicBezTo>
                    <a:pt x="163" y="239"/>
                    <a:pt x="164" y="237"/>
                    <a:pt x="166" y="236"/>
                  </a:cubicBezTo>
                  <a:cubicBezTo>
                    <a:pt x="167" y="234"/>
                    <a:pt x="168" y="233"/>
                    <a:pt x="170" y="231"/>
                  </a:cubicBezTo>
                  <a:cubicBezTo>
                    <a:pt x="171" y="231"/>
                    <a:pt x="171" y="231"/>
                    <a:pt x="172" y="230"/>
                  </a:cubicBezTo>
                  <a:cubicBezTo>
                    <a:pt x="176" y="227"/>
                    <a:pt x="181" y="223"/>
                    <a:pt x="184" y="223"/>
                  </a:cubicBezTo>
                  <a:cubicBezTo>
                    <a:pt x="187" y="223"/>
                    <a:pt x="187" y="221"/>
                    <a:pt x="188" y="219"/>
                  </a:cubicBezTo>
                  <a:cubicBezTo>
                    <a:pt x="188" y="219"/>
                    <a:pt x="188" y="219"/>
                    <a:pt x="188" y="218"/>
                  </a:cubicBezTo>
                  <a:cubicBezTo>
                    <a:pt x="189" y="218"/>
                    <a:pt x="189" y="217"/>
                    <a:pt x="189" y="217"/>
                  </a:cubicBezTo>
                  <a:cubicBezTo>
                    <a:pt x="189" y="214"/>
                    <a:pt x="189" y="213"/>
                    <a:pt x="195" y="211"/>
                  </a:cubicBezTo>
                  <a:cubicBezTo>
                    <a:pt x="196" y="210"/>
                    <a:pt x="198" y="210"/>
                    <a:pt x="199" y="210"/>
                  </a:cubicBezTo>
                  <a:cubicBezTo>
                    <a:pt x="203" y="209"/>
                    <a:pt x="205" y="208"/>
                    <a:pt x="205" y="206"/>
                  </a:cubicBezTo>
                  <a:cubicBezTo>
                    <a:pt x="205" y="206"/>
                    <a:pt x="205" y="205"/>
                    <a:pt x="204" y="205"/>
                  </a:cubicBezTo>
                  <a:cubicBezTo>
                    <a:pt x="203" y="205"/>
                    <a:pt x="203" y="205"/>
                    <a:pt x="202" y="205"/>
                  </a:cubicBezTo>
                  <a:cubicBezTo>
                    <a:pt x="202" y="205"/>
                    <a:pt x="201" y="205"/>
                    <a:pt x="200" y="205"/>
                  </a:cubicBezTo>
                  <a:cubicBezTo>
                    <a:pt x="200" y="205"/>
                    <a:pt x="199" y="205"/>
                    <a:pt x="198" y="205"/>
                  </a:cubicBezTo>
                  <a:cubicBezTo>
                    <a:pt x="196" y="205"/>
                    <a:pt x="193" y="205"/>
                    <a:pt x="193" y="202"/>
                  </a:cubicBezTo>
                  <a:cubicBezTo>
                    <a:pt x="192" y="201"/>
                    <a:pt x="192" y="199"/>
                    <a:pt x="192" y="196"/>
                  </a:cubicBezTo>
                  <a:cubicBezTo>
                    <a:pt x="192" y="191"/>
                    <a:pt x="191" y="184"/>
                    <a:pt x="190" y="182"/>
                  </a:cubicBezTo>
                  <a:cubicBezTo>
                    <a:pt x="189" y="180"/>
                    <a:pt x="187" y="179"/>
                    <a:pt x="185" y="177"/>
                  </a:cubicBezTo>
                  <a:cubicBezTo>
                    <a:pt x="183" y="175"/>
                    <a:pt x="180" y="173"/>
                    <a:pt x="179" y="170"/>
                  </a:cubicBezTo>
                  <a:cubicBezTo>
                    <a:pt x="177" y="167"/>
                    <a:pt x="178" y="166"/>
                    <a:pt x="179" y="165"/>
                  </a:cubicBezTo>
                  <a:cubicBezTo>
                    <a:pt x="180" y="165"/>
                    <a:pt x="181" y="165"/>
                    <a:pt x="181" y="165"/>
                  </a:cubicBezTo>
                  <a:cubicBezTo>
                    <a:pt x="181" y="165"/>
                    <a:pt x="181" y="165"/>
                    <a:pt x="181" y="165"/>
                  </a:cubicBezTo>
                  <a:cubicBezTo>
                    <a:pt x="182" y="165"/>
                    <a:pt x="183" y="165"/>
                    <a:pt x="185" y="166"/>
                  </a:cubicBezTo>
                  <a:cubicBezTo>
                    <a:pt x="186" y="167"/>
                    <a:pt x="188" y="167"/>
                    <a:pt x="190" y="169"/>
                  </a:cubicBezTo>
                  <a:cubicBezTo>
                    <a:pt x="192" y="170"/>
                    <a:pt x="196" y="170"/>
                    <a:pt x="199" y="170"/>
                  </a:cubicBezTo>
                  <a:cubicBezTo>
                    <a:pt x="201" y="170"/>
                    <a:pt x="203" y="170"/>
                    <a:pt x="204" y="170"/>
                  </a:cubicBezTo>
                  <a:cubicBezTo>
                    <a:pt x="207" y="170"/>
                    <a:pt x="209" y="173"/>
                    <a:pt x="212" y="174"/>
                  </a:cubicBezTo>
                  <a:cubicBezTo>
                    <a:pt x="213" y="176"/>
                    <a:pt x="215" y="177"/>
                    <a:pt x="215" y="177"/>
                  </a:cubicBezTo>
                  <a:cubicBezTo>
                    <a:pt x="215" y="177"/>
                    <a:pt x="216" y="177"/>
                    <a:pt x="216" y="176"/>
                  </a:cubicBezTo>
                  <a:cubicBezTo>
                    <a:pt x="216" y="176"/>
                    <a:pt x="217" y="175"/>
                    <a:pt x="217" y="174"/>
                  </a:cubicBezTo>
                  <a:cubicBezTo>
                    <a:pt x="217" y="173"/>
                    <a:pt x="218" y="172"/>
                    <a:pt x="218" y="171"/>
                  </a:cubicBezTo>
                  <a:cubicBezTo>
                    <a:pt x="218" y="169"/>
                    <a:pt x="220" y="168"/>
                    <a:pt x="222" y="167"/>
                  </a:cubicBezTo>
                  <a:cubicBezTo>
                    <a:pt x="224" y="167"/>
                    <a:pt x="227" y="166"/>
                    <a:pt x="229" y="166"/>
                  </a:cubicBezTo>
                  <a:cubicBezTo>
                    <a:pt x="231" y="166"/>
                    <a:pt x="235" y="166"/>
                    <a:pt x="237" y="165"/>
                  </a:cubicBezTo>
                  <a:cubicBezTo>
                    <a:pt x="239" y="165"/>
                    <a:pt x="241" y="164"/>
                    <a:pt x="242" y="164"/>
                  </a:cubicBezTo>
                  <a:cubicBezTo>
                    <a:pt x="244" y="163"/>
                    <a:pt x="245" y="162"/>
                    <a:pt x="246" y="162"/>
                  </a:cubicBezTo>
                  <a:cubicBezTo>
                    <a:pt x="247" y="161"/>
                    <a:pt x="248" y="160"/>
                    <a:pt x="249" y="160"/>
                  </a:cubicBezTo>
                  <a:cubicBezTo>
                    <a:pt x="250" y="159"/>
                    <a:pt x="251" y="159"/>
                    <a:pt x="253" y="159"/>
                  </a:cubicBezTo>
                  <a:cubicBezTo>
                    <a:pt x="254" y="159"/>
                    <a:pt x="255" y="158"/>
                    <a:pt x="256" y="158"/>
                  </a:cubicBezTo>
                  <a:cubicBezTo>
                    <a:pt x="256" y="158"/>
                    <a:pt x="257" y="157"/>
                    <a:pt x="258" y="156"/>
                  </a:cubicBezTo>
                  <a:cubicBezTo>
                    <a:pt x="259" y="155"/>
                    <a:pt x="260" y="153"/>
                    <a:pt x="260" y="152"/>
                  </a:cubicBezTo>
                  <a:cubicBezTo>
                    <a:pt x="261" y="151"/>
                    <a:pt x="261" y="149"/>
                    <a:pt x="261" y="148"/>
                  </a:cubicBezTo>
                  <a:cubicBezTo>
                    <a:pt x="261" y="147"/>
                    <a:pt x="260" y="146"/>
                    <a:pt x="259" y="145"/>
                  </a:cubicBezTo>
                  <a:cubicBezTo>
                    <a:pt x="258" y="144"/>
                    <a:pt x="256" y="142"/>
                    <a:pt x="255" y="141"/>
                  </a:cubicBezTo>
                  <a:cubicBezTo>
                    <a:pt x="252" y="138"/>
                    <a:pt x="248" y="134"/>
                    <a:pt x="247" y="133"/>
                  </a:cubicBezTo>
                  <a:cubicBezTo>
                    <a:pt x="247" y="132"/>
                    <a:pt x="247" y="130"/>
                    <a:pt x="248" y="129"/>
                  </a:cubicBezTo>
                  <a:cubicBezTo>
                    <a:pt x="248" y="128"/>
                    <a:pt x="249" y="127"/>
                    <a:pt x="250" y="126"/>
                  </a:cubicBezTo>
                  <a:cubicBezTo>
                    <a:pt x="251" y="125"/>
                    <a:pt x="251" y="122"/>
                    <a:pt x="251" y="119"/>
                  </a:cubicBezTo>
                  <a:cubicBezTo>
                    <a:pt x="251" y="117"/>
                    <a:pt x="251" y="116"/>
                    <a:pt x="252" y="115"/>
                  </a:cubicBezTo>
                  <a:cubicBezTo>
                    <a:pt x="253" y="113"/>
                    <a:pt x="254" y="113"/>
                    <a:pt x="256" y="112"/>
                  </a:cubicBezTo>
                  <a:cubicBezTo>
                    <a:pt x="256" y="112"/>
                    <a:pt x="257" y="112"/>
                    <a:pt x="258" y="112"/>
                  </a:cubicBezTo>
                  <a:cubicBezTo>
                    <a:pt x="259" y="111"/>
                    <a:pt x="261" y="111"/>
                    <a:pt x="262" y="110"/>
                  </a:cubicBezTo>
                  <a:cubicBezTo>
                    <a:pt x="264" y="110"/>
                    <a:pt x="266" y="109"/>
                    <a:pt x="266" y="109"/>
                  </a:cubicBezTo>
                  <a:cubicBezTo>
                    <a:pt x="266" y="109"/>
                    <a:pt x="267" y="109"/>
                    <a:pt x="267" y="109"/>
                  </a:cubicBezTo>
                  <a:cubicBezTo>
                    <a:pt x="267" y="108"/>
                    <a:pt x="267" y="108"/>
                    <a:pt x="267" y="108"/>
                  </a:cubicBezTo>
                  <a:cubicBezTo>
                    <a:pt x="267" y="107"/>
                    <a:pt x="267" y="107"/>
                    <a:pt x="267" y="107"/>
                  </a:cubicBezTo>
                  <a:cubicBezTo>
                    <a:pt x="267" y="107"/>
                    <a:pt x="267" y="106"/>
                    <a:pt x="267" y="106"/>
                  </a:cubicBezTo>
                  <a:cubicBezTo>
                    <a:pt x="267" y="106"/>
                    <a:pt x="267" y="106"/>
                    <a:pt x="267" y="106"/>
                  </a:cubicBezTo>
                  <a:cubicBezTo>
                    <a:pt x="267" y="106"/>
                    <a:pt x="266" y="106"/>
                    <a:pt x="266" y="106"/>
                  </a:cubicBezTo>
                  <a:cubicBezTo>
                    <a:pt x="265" y="106"/>
                    <a:pt x="264" y="105"/>
                    <a:pt x="263" y="104"/>
                  </a:cubicBezTo>
                  <a:cubicBezTo>
                    <a:pt x="262" y="103"/>
                    <a:pt x="261" y="102"/>
                    <a:pt x="261" y="101"/>
                  </a:cubicBezTo>
                  <a:cubicBezTo>
                    <a:pt x="261" y="100"/>
                    <a:pt x="261" y="98"/>
                    <a:pt x="261" y="96"/>
                  </a:cubicBezTo>
                  <a:cubicBezTo>
                    <a:pt x="262" y="96"/>
                    <a:pt x="262" y="95"/>
                    <a:pt x="262" y="95"/>
                  </a:cubicBezTo>
                  <a:cubicBezTo>
                    <a:pt x="263" y="93"/>
                    <a:pt x="263" y="91"/>
                    <a:pt x="267" y="89"/>
                  </a:cubicBezTo>
                  <a:cubicBezTo>
                    <a:pt x="269" y="88"/>
                    <a:pt x="270" y="88"/>
                    <a:pt x="272" y="88"/>
                  </a:cubicBezTo>
                  <a:cubicBezTo>
                    <a:pt x="273" y="87"/>
                    <a:pt x="275" y="87"/>
                    <a:pt x="276" y="85"/>
                  </a:cubicBezTo>
                  <a:cubicBezTo>
                    <a:pt x="276" y="84"/>
                    <a:pt x="276" y="84"/>
                    <a:pt x="277" y="83"/>
                  </a:cubicBezTo>
                  <a:cubicBezTo>
                    <a:pt x="278" y="82"/>
                    <a:pt x="278" y="80"/>
                    <a:pt x="279" y="79"/>
                  </a:cubicBezTo>
                  <a:cubicBezTo>
                    <a:pt x="279" y="78"/>
                    <a:pt x="279" y="78"/>
                    <a:pt x="278" y="78"/>
                  </a:cubicBezTo>
                  <a:cubicBezTo>
                    <a:pt x="276" y="75"/>
                    <a:pt x="273" y="74"/>
                    <a:pt x="269" y="74"/>
                  </a:cubicBezTo>
                  <a:cubicBezTo>
                    <a:pt x="266" y="75"/>
                    <a:pt x="265" y="75"/>
                    <a:pt x="261" y="75"/>
                  </a:cubicBezTo>
                  <a:cubicBezTo>
                    <a:pt x="258" y="75"/>
                    <a:pt x="258" y="76"/>
                    <a:pt x="255" y="77"/>
                  </a:cubicBezTo>
                  <a:cubicBezTo>
                    <a:pt x="252" y="78"/>
                    <a:pt x="250" y="79"/>
                    <a:pt x="247" y="78"/>
                  </a:cubicBezTo>
                  <a:cubicBezTo>
                    <a:pt x="244" y="78"/>
                    <a:pt x="245" y="77"/>
                    <a:pt x="244" y="75"/>
                  </a:cubicBezTo>
                  <a:cubicBezTo>
                    <a:pt x="243" y="73"/>
                    <a:pt x="246" y="75"/>
                    <a:pt x="248" y="75"/>
                  </a:cubicBezTo>
                  <a:cubicBezTo>
                    <a:pt x="250" y="75"/>
                    <a:pt x="252" y="74"/>
                    <a:pt x="253" y="72"/>
                  </a:cubicBezTo>
                  <a:cubicBezTo>
                    <a:pt x="254" y="70"/>
                    <a:pt x="253" y="70"/>
                    <a:pt x="253" y="66"/>
                  </a:cubicBezTo>
                  <a:cubicBezTo>
                    <a:pt x="253" y="63"/>
                    <a:pt x="256" y="64"/>
                    <a:pt x="258" y="62"/>
                  </a:cubicBezTo>
                  <a:cubicBezTo>
                    <a:pt x="260" y="60"/>
                    <a:pt x="260" y="58"/>
                    <a:pt x="258" y="57"/>
                  </a:cubicBezTo>
                  <a:cubicBezTo>
                    <a:pt x="257" y="55"/>
                    <a:pt x="254" y="55"/>
                    <a:pt x="250" y="53"/>
                  </a:cubicBezTo>
                  <a:cubicBezTo>
                    <a:pt x="246" y="51"/>
                    <a:pt x="248" y="52"/>
                    <a:pt x="247" y="50"/>
                  </a:cubicBezTo>
                  <a:cubicBezTo>
                    <a:pt x="246" y="48"/>
                    <a:pt x="244" y="49"/>
                    <a:pt x="243" y="50"/>
                  </a:cubicBezTo>
                  <a:cubicBezTo>
                    <a:pt x="242" y="51"/>
                    <a:pt x="240" y="52"/>
                    <a:pt x="239" y="52"/>
                  </a:cubicBezTo>
                  <a:cubicBezTo>
                    <a:pt x="237" y="52"/>
                    <a:pt x="236" y="50"/>
                    <a:pt x="235" y="49"/>
                  </a:cubicBezTo>
                  <a:cubicBezTo>
                    <a:pt x="234" y="47"/>
                    <a:pt x="234" y="47"/>
                    <a:pt x="232" y="46"/>
                  </a:cubicBezTo>
                  <a:cubicBezTo>
                    <a:pt x="230" y="46"/>
                    <a:pt x="230" y="49"/>
                    <a:pt x="230" y="51"/>
                  </a:cubicBezTo>
                  <a:cubicBezTo>
                    <a:pt x="230" y="52"/>
                    <a:pt x="229" y="51"/>
                    <a:pt x="227" y="50"/>
                  </a:cubicBezTo>
                  <a:cubicBezTo>
                    <a:pt x="226" y="50"/>
                    <a:pt x="226" y="48"/>
                    <a:pt x="226" y="46"/>
                  </a:cubicBezTo>
                  <a:cubicBezTo>
                    <a:pt x="226" y="45"/>
                    <a:pt x="225" y="44"/>
                    <a:pt x="223" y="44"/>
                  </a:cubicBezTo>
                  <a:cubicBezTo>
                    <a:pt x="222" y="44"/>
                    <a:pt x="220" y="46"/>
                    <a:pt x="218" y="46"/>
                  </a:cubicBezTo>
                  <a:cubicBezTo>
                    <a:pt x="216" y="47"/>
                    <a:pt x="217" y="46"/>
                    <a:pt x="217" y="44"/>
                  </a:cubicBezTo>
                  <a:cubicBezTo>
                    <a:pt x="217" y="43"/>
                    <a:pt x="219" y="44"/>
                    <a:pt x="219" y="43"/>
                  </a:cubicBezTo>
                  <a:cubicBezTo>
                    <a:pt x="220" y="42"/>
                    <a:pt x="220" y="42"/>
                    <a:pt x="219" y="40"/>
                  </a:cubicBezTo>
                  <a:cubicBezTo>
                    <a:pt x="218" y="39"/>
                    <a:pt x="216" y="40"/>
                    <a:pt x="216" y="39"/>
                  </a:cubicBezTo>
                  <a:cubicBezTo>
                    <a:pt x="216" y="38"/>
                    <a:pt x="216" y="38"/>
                    <a:pt x="215" y="36"/>
                  </a:cubicBezTo>
                  <a:cubicBezTo>
                    <a:pt x="215" y="34"/>
                    <a:pt x="218" y="35"/>
                    <a:pt x="222" y="35"/>
                  </a:cubicBezTo>
                  <a:cubicBezTo>
                    <a:pt x="225" y="35"/>
                    <a:pt x="226" y="35"/>
                    <a:pt x="229" y="34"/>
                  </a:cubicBezTo>
                  <a:cubicBezTo>
                    <a:pt x="231" y="33"/>
                    <a:pt x="231" y="33"/>
                    <a:pt x="233" y="33"/>
                  </a:cubicBezTo>
                  <a:cubicBezTo>
                    <a:pt x="235" y="33"/>
                    <a:pt x="233" y="31"/>
                    <a:pt x="230" y="31"/>
                  </a:cubicBezTo>
                  <a:cubicBezTo>
                    <a:pt x="227" y="31"/>
                    <a:pt x="224" y="31"/>
                    <a:pt x="220" y="31"/>
                  </a:cubicBezTo>
                  <a:cubicBezTo>
                    <a:pt x="216" y="31"/>
                    <a:pt x="215" y="31"/>
                    <a:pt x="211" y="32"/>
                  </a:cubicBezTo>
                  <a:cubicBezTo>
                    <a:pt x="206" y="33"/>
                    <a:pt x="207" y="32"/>
                    <a:pt x="203" y="32"/>
                  </a:cubicBezTo>
                  <a:cubicBezTo>
                    <a:pt x="199" y="32"/>
                    <a:pt x="198" y="33"/>
                    <a:pt x="195" y="33"/>
                  </a:cubicBezTo>
                  <a:cubicBezTo>
                    <a:pt x="192" y="33"/>
                    <a:pt x="191" y="34"/>
                    <a:pt x="193" y="35"/>
                  </a:cubicBezTo>
                  <a:cubicBezTo>
                    <a:pt x="194" y="36"/>
                    <a:pt x="196" y="36"/>
                    <a:pt x="195" y="37"/>
                  </a:cubicBezTo>
                  <a:cubicBezTo>
                    <a:pt x="194" y="37"/>
                    <a:pt x="190" y="38"/>
                    <a:pt x="186" y="39"/>
                  </a:cubicBezTo>
                  <a:cubicBezTo>
                    <a:pt x="183" y="40"/>
                    <a:pt x="179" y="43"/>
                    <a:pt x="174" y="44"/>
                  </a:cubicBezTo>
                  <a:cubicBezTo>
                    <a:pt x="169" y="44"/>
                    <a:pt x="167" y="44"/>
                    <a:pt x="163" y="43"/>
                  </a:cubicBezTo>
                  <a:cubicBezTo>
                    <a:pt x="159" y="41"/>
                    <a:pt x="159" y="41"/>
                    <a:pt x="155" y="39"/>
                  </a:cubicBezTo>
                  <a:cubicBezTo>
                    <a:pt x="151" y="36"/>
                    <a:pt x="151" y="35"/>
                    <a:pt x="148" y="34"/>
                  </a:cubicBezTo>
                  <a:cubicBezTo>
                    <a:pt x="146" y="33"/>
                    <a:pt x="145" y="33"/>
                    <a:pt x="142" y="34"/>
                  </a:cubicBezTo>
                  <a:cubicBezTo>
                    <a:pt x="139" y="34"/>
                    <a:pt x="136" y="34"/>
                    <a:pt x="133" y="34"/>
                  </a:cubicBezTo>
                  <a:cubicBezTo>
                    <a:pt x="130" y="34"/>
                    <a:pt x="129" y="34"/>
                    <a:pt x="126" y="34"/>
                  </a:cubicBezTo>
                  <a:cubicBezTo>
                    <a:pt x="123" y="34"/>
                    <a:pt x="121" y="35"/>
                    <a:pt x="119" y="36"/>
                  </a:cubicBezTo>
                  <a:cubicBezTo>
                    <a:pt x="117" y="36"/>
                    <a:pt x="114" y="36"/>
                    <a:pt x="112" y="36"/>
                  </a:cubicBezTo>
                  <a:cubicBezTo>
                    <a:pt x="110" y="35"/>
                    <a:pt x="109" y="34"/>
                    <a:pt x="108" y="33"/>
                  </a:cubicBezTo>
                  <a:cubicBezTo>
                    <a:pt x="107" y="32"/>
                    <a:pt x="106" y="29"/>
                    <a:pt x="105" y="26"/>
                  </a:cubicBezTo>
                  <a:cubicBezTo>
                    <a:pt x="105" y="23"/>
                    <a:pt x="100" y="20"/>
                    <a:pt x="99" y="19"/>
                  </a:cubicBezTo>
                  <a:cubicBezTo>
                    <a:pt x="98" y="18"/>
                    <a:pt x="95" y="17"/>
                    <a:pt x="92" y="16"/>
                  </a:cubicBezTo>
                  <a:cubicBezTo>
                    <a:pt x="90" y="16"/>
                    <a:pt x="88" y="16"/>
                    <a:pt x="86" y="15"/>
                  </a:cubicBezTo>
                  <a:cubicBezTo>
                    <a:pt x="83" y="14"/>
                    <a:pt x="82" y="15"/>
                    <a:pt x="80" y="14"/>
                  </a:cubicBezTo>
                  <a:cubicBezTo>
                    <a:pt x="78" y="14"/>
                    <a:pt x="77" y="14"/>
                    <a:pt x="75" y="12"/>
                  </a:cubicBezTo>
                  <a:cubicBezTo>
                    <a:pt x="74" y="10"/>
                    <a:pt x="75" y="9"/>
                    <a:pt x="75" y="6"/>
                  </a:cubicBezTo>
                  <a:cubicBezTo>
                    <a:pt x="75" y="3"/>
                    <a:pt x="74" y="3"/>
                    <a:pt x="71" y="1"/>
                  </a:cubicBezTo>
                  <a:cubicBezTo>
                    <a:pt x="68" y="0"/>
                    <a:pt x="69" y="1"/>
                    <a:pt x="67" y="1"/>
                  </a:cubicBezTo>
                  <a:cubicBezTo>
                    <a:pt x="66" y="2"/>
                    <a:pt x="65" y="6"/>
                    <a:pt x="65" y="8"/>
                  </a:cubicBezTo>
                  <a:cubicBezTo>
                    <a:pt x="66" y="9"/>
                    <a:pt x="69" y="12"/>
                    <a:pt x="69" y="15"/>
                  </a:cubicBezTo>
                  <a:cubicBezTo>
                    <a:pt x="69" y="18"/>
                    <a:pt x="67" y="16"/>
                    <a:pt x="65" y="18"/>
                  </a:cubicBezTo>
                  <a:cubicBezTo>
                    <a:pt x="62" y="19"/>
                    <a:pt x="61" y="18"/>
                    <a:pt x="59" y="19"/>
                  </a:cubicBezTo>
                  <a:cubicBezTo>
                    <a:pt x="57" y="19"/>
                    <a:pt x="55" y="19"/>
                    <a:pt x="53" y="21"/>
                  </a:cubicBezTo>
                  <a:cubicBezTo>
                    <a:pt x="50" y="23"/>
                    <a:pt x="48" y="24"/>
                    <a:pt x="45" y="25"/>
                  </a:cubicBezTo>
                  <a:cubicBezTo>
                    <a:pt x="43" y="25"/>
                    <a:pt x="41" y="25"/>
                    <a:pt x="39" y="26"/>
                  </a:cubicBezTo>
                  <a:cubicBezTo>
                    <a:pt x="38" y="26"/>
                    <a:pt x="39" y="28"/>
                    <a:pt x="39" y="30"/>
                  </a:cubicBezTo>
                  <a:cubicBezTo>
                    <a:pt x="39" y="32"/>
                    <a:pt x="40" y="35"/>
                    <a:pt x="40" y="37"/>
                  </a:cubicBezTo>
                  <a:cubicBezTo>
                    <a:pt x="40" y="39"/>
                    <a:pt x="42" y="41"/>
                    <a:pt x="43" y="44"/>
                  </a:cubicBezTo>
                  <a:cubicBezTo>
                    <a:pt x="45" y="47"/>
                    <a:pt x="46" y="48"/>
                    <a:pt x="47" y="52"/>
                  </a:cubicBezTo>
                  <a:cubicBezTo>
                    <a:pt x="48" y="55"/>
                    <a:pt x="47" y="56"/>
                    <a:pt x="46" y="59"/>
                  </a:cubicBezTo>
                  <a:cubicBezTo>
                    <a:pt x="46" y="62"/>
                    <a:pt x="43" y="63"/>
                    <a:pt x="42" y="64"/>
                  </a:cubicBezTo>
                  <a:cubicBezTo>
                    <a:pt x="41" y="64"/>
                    <a:pt x="37" y="66"/>
                    <a:pt x="36" y="65"/>
                  </a:cubicBezTo>
                  <a:cubicBezTo>
                    <a:pt x="34" y="64"/>
                    <a:pt x="35" y="60"/>
                    <a:pt x="35" y="58"/>
                  </a:cubicBezTo>
                  <a:cubicBezTo>
                    <a:pt x="34" y="56"/>
                    <a:pt x="32" y="57"/>
                    <a:pt x="30" y="56"/>
                  </a:cubicBezTo>
                  <a:cubicBezTo>
                    <a:pt x="29" y="55"/>
                    <a:pt x="29" y="53"/>
                    <a:pt x="28" y="51"/>
                  </a:cubicBezTo>
                  <a:cubicBezTo>
                    <a:pt x="27" y="48"/>
                    <a:pt x="28" y="47"/>
                    <a:pt x="29" y="45"/>
                  </a:cubicBezTo>
                  <a:cubicBezTo>
                    <a:pt x="29" y="42"/>
                    <a:pt x="31" y="41"/>
                    <a:pt x="33" y="39"/>
                  </a:cubicBezTo>
                  <a:cubicBezTo>
                    <a:pt x="35" y="37"/>
                    <a:pt x="35" y="36"/>
                    <a:pt x="35" y="34"/>
                  </a:cubicBezTo>
                  <a:cubicBezTo>
                    <a:pt x="35" y="32"/>
                    <a:pt x="36" y="29"/>
                    <a:pt x="35" y="26"/>
                  </a:cubicBezTo>
                  <a:cubicBezTo>
                    <a:pt x="34" y="23"/>
                    <a:pt x="35" y="23"/>
                    <a:pt x="34" y="21"/>
                  </a:cubicBezTo>
                  <a:cubicBezTo>
                    <a:pt x="34" y="19"/>
                    <a:pt x="33" y="19"/>
                    <a:pt x="32" y="18"/>
                  </a:cubicBezTo>
                  <a:cubicBezTo>
                    <a:pt x="31" y="16"/>
                    <a:pt x="30" y="15"/>
                    <a:pt x="30" y="1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95FBF6D-D5C0-D25F-4BBA-4DDCD7FFB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169" y="2910485"/>
              <a:ext cx="63467" cy="76161"/>
            </a:xfrm>
            <a:custGeom>
              <a:avLst/>
              <a:gdLst>
                <a:gd name="T0" fmla="*/ 12 w 58"/>
                <a:gd name="T1" fmla="*/ 0 h 72"/>
                <a:gd name="T2" fmla="*/ 9 w 58"/>
                <a:gd name="T3" fmla="*/ 6 h 72"/>
                <a:gd name="T4" fmla="*/ 9 w 58"/>
                <a:gd name="T5" fmla="*/ 6 h 72"/>
                <a:gd name="T6" fmla="*/ 7 w 58"/>
                <a:gd name="T7" fmla="*/ 10 h 72"/>
                <a:gd name="T8" fmla="*/ 3 w 58"/>
                <a:gd name="T9" fmla="*/ 20 h 72"/>
                <a:gd name="T10" fmla="*/ 5 w 58"/>
                <a:gd name="T11" fmla="*/ 32 h 72"/>
                <a:gd name="T12" fmla="*/ 6 w 58"/>
                <a:gd name="T13" fmla="*/ 33 h 72"/>
                <a:gd name="T14" fmla="*/ 6 w 58"/>
                <a:gd name="T15" fmla="*/ 33 h 72"/>
                <a:gd name="T16" fmla="*/ 8 w 58"/>
                <a:gd name="T17" fmla="*/ 43 h 72"/>
                <a:gd name="T18" fmla="*/ 9 w 58"/>
                <a:gd name="T19" fmla="*/ 53 h 72"/>
                <a:gd name="T20" fmla="*/ 6 w 58"/>
                <a:gd name="T21" fmla="*/ 62 h 72"/>
                <a:gd name="T22" fmla="*/ 0 w 58"/>
                <a:gd name="T23" fmla="*/ 69 h 72"/>
                <a:gd name="T24" fmla="*/ 0 w 58"/>
                <a:gd name="T25" fmla="*/ 69 h 72"/>
                <a:gd name="T26" fmla="*/ 6 w 58"/>
                <a:gd name="T27" fmla="*/ 72 h 72"/>
                <a:gd name="T28" fmla="*/ 11 w 58"/>
                <a:gd name="T29" fmla="*/ 72 h 72"/>
                <a:gd name="T30" fmla="*/ 12 w 58"/>
                <a:gd name="T31" fmla="*/ 72 h 72"/>
                <a:gd name="T32" fmla="*/ 22 w 58"/>
                <a:gd name="T33" fmla="*/ 70 h 72"/>
                <a:gd name="T34" fmla="*/ 23 w 58"/>
                <a:gd name="T35" fmla="*/ 70 h 72"/>
                <a:gd name="T36" fmla="*/ 29 w 58"/>
                <a:gd name="T37" fmla="*/ 71 h 72"/>
                <a:gd name="T38" fmla="*/ 34 w 58"/>
                <a:gd name="T39" fmla="*/ 69 h 72"/>
                <a:gd name="T40" fmla="*/ 38 w 58"/>
                <a:gd name="T41" fmla="*/ 64 h 72"/>
                <a:gd name="T42" fmla="*/ 41 w 58"/>
                <a:gd name="T43" fmla="*/ 56 h 72"/>
                <a:gd name="T44" fmla="*/ 43 w 58"/>
                <a:gd name="T45" fmla="*/ 51 h 72"/>
                <a:gd name="T46" fmla="*/ 48 w 58"/>
                <a:gd name="T47" fmla="*/ 44 h 72"/>
                <a:gd name="T48" fmla="*/ 56 w 58"/>
                <a:gd name="T49" fmla="*/ 34 h 72"/>
                <a:gd name="T50" fmla="*/ 58 w 58"/>
                <a:gd name="T51" fmla="*/ 31 h 72"/>
                <a:gd name="T52" fmla="*/ 56 w 58"/>
                <a:gd name="T53" fmla="*/ 30 h 72"/>
                <a:gd name="T54" fmla="*/ 54 w 58"/>
                <a:gd name="T55" fmla="*/ 25 h 72"/>
                <a:gd name="T56" fmla="*/ 51 w 58"/>
                <a:gd name="T57" fmla="*/ 27 h 72"/>
                <a:gd name="T58" fmla="*/ 48 w 58"/>
                <a:gd name="T59" fmla="*/ 19 h 72"/>
                <a:gd name="T60" fmla="*/ 43 w 58"/>
                <a:gd name="T61" fmla="*/ 17 h 72"/>
                <a:gd name="T62" fmla="*/ 41 w 58"/>
                <a:gd name="T63" fmla="*/ 13 h 72"/>
                <a:gd name="T64" fmla="*/ 32 w 58"/>
                <a:gd name="T65" fmla="*/ 7 h 72"/>
                <a:gd name="T66" fmla="*/ 21 w 58"/>
                <a:gd name="T67" fmla="*/ 2 h 72"/>
                <a:gd name="T68" fmla="*/ 12 w 58"/>
                <a:gd name="T6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8" h="72">
                  <a:moveTo>
                    <a:pt x="12" y="0"/>
                  </a:moveTo>
                  <a:cubicBezTo>
                    <a:pt x="11" y="2"/>
                    <a:pt x="10" y="4"/>
                    <a:pt x="9" y="6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8" y="8"/>
                    <a:pt x="8" y="9"/>
                    <a:pt x="7" y="10"/>
                  </a:cubicBezTo>
                  <a:cubicBezTo>
                    <a:pt x="5" y="13"/>
                    <a:pt x="3" y="16"/>
                    <a:pt x="3" y="20"/>
                  </a:cubicBezTo>
                  <a:cubicBezTo>
                    <a:pt x="3" y="24"/>
                    <a:pt x="4" y="26"/>
                    <a:pt x="5" y="32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7" y="36"/>
                    <a:pt x="8" y="40"/>
                    <a:pt x="8" y="43"/>
                  </a:cubicBezTo>
                  <a:cubicBezTo>
                    <a:pt x="9" y="46"/>
                    <a:pt x="9" y="50"/>
                    <a:pt x="9" y="53"/>
                  </a:cubicBezTo>
                  <a:cubicBezTo>
                    <a:pt x="9" y="56"/>
                    <a:pt x="8" y="59"/>
                    <a:pt x="6" y="62"/>
                  </a:cubicBezTo>
                  <a:cubicBezTo>
                    <a:pt x="4" y="65"/>
                    <a:pt x="2" y="68"/>
                    <a:pt x="0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2" y="71"/>
                    <a:pt x="4" y="71"/>
                    <a:pt x="6" y="72"/>
                  </a:cubicBezTo>
                  <a:cubicBezTo>
                    <a:pt x="8" y="72"/>
                    <a:pt x="10" y="72"/>
                    <a:pt x="11" y="72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4" y="71"/>
                    <a:pt x="20" y="68"/>
                    <a:pt x="22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5" y="71"/>
                    <a:pt x="26" y="71"/>
                    <a:pt x="29" y="71"/>
                  </a:cubicBezTo>
                  <a:cubicBezTo>
                    <a:pt x="31" y="71"/>
                    <a:pt x="33" y="70"/>
                    <a:pt x="34" y="69"/>
                  </a:cubicBezTo>
                  <a:cubicBezTo>
                    <a:pt x="36" y="67"/>
                    <a:pt x="37" y="65"/>
                    <a:pt x="38" y="64"/>
                  </a:cubicBezTo>
                  <a:cubicBezTo>
                    <a:pt x="38" y="61"/>
                    <a:pt x="39" y="59"/>
                    <a:pt x="41" y="56"/>
                  </a:cubicBezTo>
                  <a:cubicBezTo>
                    <a:pt x="41" y="55"/>
                    <a:pt x="42" y="53"/>
                    <a:pt x="43" y="51"/>
                  </a:cubicBezTo>
                  <a:cubicBezTo>
                    <a:pt x="44" y="49"/>
                    <a:pt x="46" y="47"/>
                    <a:pt x="48" y="44"/>
                  </a:cubicBezTo>
                  <a:cubicBezTo>
                    <a:pt x="51" y="40"/>
                    <a:pt x="55" y="36"/>
                    <a:pt x="56" y="34"/>
                  </a:cubicBezTo>
                  <a:cubicBezTo>
                    <a:pt x="57" y="33"/>
                    <a:pt x="57" y="32"/>
                    <a:pt x="58" y="31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4" y="27"/>
                    <a:pt x="56" y="27"/>
                    <a:pt x="54" y="25"/>
                  </a:cubicBezTo>
                  <a:cubicBezTo>
                    <a:pt x="53" y="23"/>
                    <a:pt x="53" y="27"/>
                    <a:pt x="51" y="27"/>
                  </a:cubicBezTo>
                  <a:cubicBezTo>
                    <a:pt x="49" y="26"/>
                    <a:pt x="51" y="22"/>
                    <a:pt x="48" y="19"/>
                  </a:cubicBezTo>
                  <a:cubicBezTo>
                    <a:pt x="45" y="17"/>
                    <a:pt x="46" y="19"/>
                    <a:pt x="43" y="17"/>
                  </a:cubicBezTo>
                  <a:cubicBezTo>
                    <a:pt x="40" y="15"/>
                    <a:pt x="42" y="15"/>
                    <a:pt x="41" y="13"/>
                  </a:cubicBezTo>
                  <a:cubicBezTo>
                    <a:pt x="40" y="12"/>
                    <a:pt x="36" y="9"/>
                    <a:pt x="32" y="7"/>
                  </a:cubicBezTo>
                  <a:cubicBezTo>
                    <a:pt x="28" y="4"/>
                    <a:pt x="25" y="3"/>
                    <a:pt x="21" y="2"/>
                  </a:cubicBezTo>
                  <a:cubicBezTo>
                    <a:pt x="18" y="2"/>
                    <a:pt x="15" y="1"/>
                    <a:pt x="1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44FDEB9-38CA-E995-1204-B3EDE0182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292" y="3037420"/>
              <a:ext cx="284898" cy="409012"/>
            </a:xfrm>
            <a:custGeom>
              <a:avLst/>
              <a:gdLst>
                <a:gd name="T0" fmla="*/ 235 w 259"/>
                <a:gd name="T1" fmla="*/ 368 h 381"/>
                <a:gd name="T2" fmla="*/ 240 w 259"/>
                <a:gd name="T3" fmla="*/ 358 h 381"/>
                <a:gd name="T4" fmla="*/ 255 w 259"/>
                <a:gd name="T5" fmla="*/ 340 h 381"/>
                <a:gd name="T6" fmla="*/ 254 w 259"/>
                <a:gd name="T7" fmla="*/ 339 h 381"/>
                <a:gd name="T8" fmla="*/ 247 w 259"/>
                <a:gd name="T9" fmla="*/ 319 h 381"/>
                <a:gd name="T10" fmla="*/ 251 w 259"/>
                <a:gd name="T11" fmla="*/ 300 h 381"/>
                <a:gd name="T12" fmla="*/ 256 w 259"/>
                <a:gd name="T13" fmla="*/ 268 h 381"/>
                <a:gd name="T14" fmla="*/ 238 w 259"/>
                <a:gd name="T15" fmla="*/ 227 h 381"/>
                <a:gd name="T16" fmla="*/ 223 w 259"/>
                <a:gd name="T17" fmla="*/ 228 h 381"/>
                <a:gd name="T18" fmla="*/ 219 w 259"/>
                <a:gd name="T19" fmla="*/ 198 h 381"/>
                <a:gd name="T20" fmla="*/ 196 w 259"/>
                <a:gd name="T21" fmla="*/ 208 h 381"/>
                <a:gd name="T22" fmla="*/ 174 w 259"/>
                <a:gd name="T23" fmla="*/ 196 h 381"/>
                <a:gd name="T24" fmla="*/ 166 w 259"/>
                <a:gd name="T25" fmla="*/ 181 h 381"/>
                <a:gd name="T26" fmla="*/ 156 w 259"/>
                <a:gd name="T27" fmla="*/ 165 h 381"/>
                <a:gd name="T28" fmla="*/ 152 w 259"/>
                <a:gd name="T29" fmla="*/ 153 h 381"/>
                <a:gd name="T30" fmla="*/ 155 w 259"/>
                <a:gd name="T31" fmla="*/ 148 h 381"/>
                <a:gd name="T32" fmla="*/ 157 w 259"/>
                <a:gd name="T33" fmla="*/ 139 h 381"/>
                <a:gd name="T34" fmla="*/ 167 w 259"/>
                <a:gd name="T35" fmla="*/ 126 h 381"/>
                <a:gd name="T36" fmla="*/ 172 w 259"/>
                <a:gd name="T37" fmla="*/ 106 h 381"/>
                <a:gd name="T38" fmla="*/ 197 w 259"/>
                <a:gd name="T39" fmla="*/ 91 h 381"/>
                <a:gd name="T40" fmla="*/ 214 w 259"/>
                <a:gd name="T41" fmla="*/ 87 h 381"/>
                <a:gd name="T42" fmla="*/ 228 w 259"/>
                <a:gd name="T43" fmla="*/ 86 h 381"/>
                <a:gd name="T44" fmla="*/ 231 w 259"/>
                <a:gd name="T45" fmla="*/ 87 h 381"/>
                <a:gd name="T46" fmla="*/ 223 w 259"/>
                <a:gd name="T47" fmla="*/ 67 h 381"/>
                <a:gd name="T48" fmla="*/ 220 w 259"/>
                <a:gd name="T49" fmla="*/ 50 h 381"/>
                <a:gd name="T50" fmla="*/ 201 w 259"/>
                <a:gd name="T51" fmla="*/ 48 h 381"/>
                <a:gd name="T52" fmla="*/ 185 w 259"/>
                <a:gd name="T53" fmla="*/ 51 h 381"/>
                <a:gd name="T54" fmla="*/ 164 w 259"/>
                <a:gd name="T55" fmla="*/ 40 h 381"/>
                <a:gd name="T56" fmla="*/ 152 w 259"/>
                <a:gd name="T57" fmla="*/ 25 h 381"/>
                <a:gd name="T58" fmla="*/ 140 w 259"/>
                <a:gd name="T59" fmla="*/ 9 h 381"/>
                <a:gd name="T60" fmla="*/ 120 w 259"/>
                <a:gd name="T61" fmla="*/ 0 h 381"/>
                <a:gd name="T62" fmla="*/ 124 w 259"/>
                <a:gd name="T63" fmla="*/ 22 h 381"/>
                <a:gd name="T64" fmla="*/ 86 w 259"/>
                <a:gd name="T65" fmla="*/ 56 h 381"/>
                <a:gd name="T66" fmla="*/ 60 w 259"/>
                <a:gd name="T67" fmla="*/ 77 h 381"/>
                <a:gd name="T68" fmla="*/ 54 w 259"/>
                <a:gd name="T69" fmla="*/ 94 h 381"/>
                <a:gd name="T70" fmla="*/ 35 w 259"/>
                <a:gd name="T71" fmla="*/ 94 h 381"/>
                <a:gd name="T72" fmla="*/ 24 w 259"/>
                <a:gd name="T73" fmla="*/ 91 h 381"/>
                <a:gd name="T74" fmla="*/ 20 w 259"/>
                <a:gd name="T75" fmla="*/ 78 h 381"/>
                <a:gd name="T76" fmla="*/ 8 w 259"/>
                <a:gd name="T77" fmla="*/ 79 h 381"/>
                <a:gd name="T78" fmla="*/ 2 w 259"/>
                <a:gd name="T79" fmla="*/ 102 h 381"/>
                <a:gd name="T80" fmla="*/ 23 w 259"/>
                <a:gd name="T81" fmla="*/ 136 h 381"/>
                <a:gd name="T82" fmla="*/ 58 w 259"/>
                <a:gd name="T83" fmla="*/ 190 h 381"/>
                <a:gd name="T84" fmla="*/ 77 w 259"/>
                <a:gd name="T85" fmla="*/ 233 h 381"/>
                <a:gd name="T86" fmla="*/ 105 w 259"/>
                <a:gd name="T87" fmla="*/ 279 h 381"/>
                <a:gd name="T88" fmla="*/ 116 w 259"/>
                <a:gd name="T89" fmla="*/ 307 h 381"/>
                <a:gd name="T90" fmla="*/ 157 w 259"/>
                <a:gd name="T91" fmla="*/ 335 h 381"/>
                <a:gd name="T92" fmla="*/ 202 w 259"/>
                <a:gd name="T93" fmla="*/ 358 h 381"/>
                <a:gd name="T94" fmla="*/ 224 w 259"/>
                <a:gd name="T95" fmla="*/ 38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59" h="381">
                  <a:moveTo>
                    <a:pt x="224" y="381"/>
                  </a:moveTo>
                  <a:cubicBezTo>
                    <a:pt x="227" y="380"/>
                    <a:pt x="232" y="378"/>
                    <a:pt x="233" y="377"/>
                  </a:cubicBezTo>
                  <a:cubicBezTo>
                    <a:pt x="234" y="376"/>
                    <a:pt x="234" y="375"/>
                    <a:pt x="234" y="373"/>
                  </a:cubicBezTo>
                  <a:cubicBezTo>
                    <a:pt x="234" y="371"/>
                    <a:pt x="234" y="369"/>
                    <a:pt x="235" y="368"/>
                  </a:cubicBezTo>
                  <a:cubicBezTo>
                    <a:pt x="236" y="366"/>
                    <a:pt x="237" y="365"/>
                    <a:pt x="239" y="365"/>
                  </a:cubicBezTo>
                  <a:cubicBezTo>
                    <a:pt x="240" y="364"/>
                    <a:pt x="240" y="364"/>
                    <a:pt x="240" y="363"/>
                  </a:cubicBezTo>
                  <a:cubicBezTo>
                    <a:pt x="241" y="363"/>
                    <a:pt x="240" y="362"/>
                    <a:pt x="240" y="362"/>
                  </a:cubicBezTo>
                  <a:cubicBezTo>
                    <a:pt x="239" y="361"/>
                    <a:pt x="239" y="360"/>
                    <a:pt x="240" y="358"/>
                  </a:cubicBezTo>
                  <a:cubicBezTo>
                    <a:pt x="241" y="356"/>
                    <a:pt x="246" y="350"/>
                    <a:pt x="250" y="345"/>
                  </a:cubicBezTo>
                  <a:cubicBezTo>
                    <a:pt x="253" y="343"/>
                    <a:pt x="254" y="341"/>
                    <a:pt x="255" y="340"/>
                  </a:cubicBezTo>
                  <a:cubicBezTo>
                    <a:pt x="255" y="340"/>
                    <a:pt x="255" y="340"/>
                    <a:pt x="255" y="340"/>
                  </a:cubicBezTo>
                  <a:cubicBezTo>
                    <a:pt x="255" y="340"/>
                    <a:pt x="255" y="340"/>
                    <a:pt x="255" y="340"/>
                  </a:cubicBezTo>
                  <a:cubicBezTo>
                    <a:pt x="255" y="340"/>
                    <a:pt x="255" y="339"/>
                    <a:pt x="255" y="339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54" y="339"/>
                    <a:pt x="254" y="339"/>
                    <a:pt x="254" y="339"/>
                  </a:cubicBezTo>
                  <a:cubicBezTo>
                    <a:pt x="254" y="339"/>
                    <a:pt x="254" y="339"/>
                    <a:pt x="254" y="339"/>
                  </a:cubicBezTo>
                  <a:cubicBezTo>
                    <a:pt x="252" y="339"/>
                    <a:pt x="251" y="339"/>
                    <a:pt x="249" y="333"/>
                  </a:cubicBezTo>
                  <a:cubicBezTo>
                    <a:pt x="248" y="331"/>
                    <a:pt x="248" y="329"/>
                    <a:pt x="247" y="327"/>
                  </a:cubicBezTo>
                  <a:cubicBezTo>
                    <a:pt x="247" y="326"/>
                    <a:pt x="246" y="324"/>
                    <a:pt x="246" y="323"/>
                  </a:cubicBezTo>
                  <a:cubicBezTo>
                    <a:pt x="246" y="320"/>
                    <a:pt x="247" y="320"/>
                    <a:pt x="247" y="319"/>
                  </a:cubicBezTo>
                  <a:cubicBezTo>
                    <a:pt x="248" y="318"/>
                    <a:pt x="248" y="318"/>
                    <a:pt x="248" y="316"/>
                  </a:cubicBezTo>
                  <a:cubicBezTo>
                    <a:pt x="248" y="315"/>
                    <a:pt x="248" y="314"/>
                    <a:pt x="247" y="313"/>
                  </a:cubicBezTo>
                  <a:cubicBezTo>
                    <a:pt x="246" y="311"/>
                    <a:pt x="245" y="309"/>
                    <a:pt x="245" y="307"/>
                  </a:cubicBezTo>
                  <a:cubicBezTo>
                    <a:pt x="246" y="305"/>
                    <a:pt x="249" y="302"/>
                    <a:pt x="251" y="300"/>
                  </a:cubicBezTo>
                  <a:cubicBezTo>
                    <a:pt x="253" y="298"/>
                    <a:pt x="255" y="296"/>
                    <a:pt x="255" y="295"/>
                  </a:cubicBezTo>
                  <a:cubicBezTo>
                    <a:pt x="255" y="294"/>
                    <a:pt x="255" y="293"/>
                    <a:pt x="254" y="292"/>
                  </a:cubicBezTo>
                  <a:cubicBezTo>
                    <a:pt x="252" y="289"/>
                    <a:pt x="251" y="286"/>
                    <a:pt x="251" y="282"/>
                  </a:cubicBezTo>
                  <a:cubicBezTo>
                    <a:pt x="252" y="278"/>
                    <a:pt x="254" y="273"/>
                    <a:pt x="256" y="268"/>
                  </a:cubicBezTo>
                  <a:cubicBezTo>
                    <a:pt x="257" y="264"/>
                    <a:pt x="259" y="261"/>
                    <a:pt x="259" y="259"/>
                  </a:cubicBezTo>
                  <a:cubicBezTo>
                    <a:pt x="259" y="257"/>
                    <a:pt x="257" y="252"/>
                    <a:pt x="254" y="246"/>
                  </a:cubicBezTo>
                  <a:cubicBezTo>
                    <a:pt x="249" y="238"/>
                    <a:pt x="243" y="229"/>
                    <a:pt x="241" y="228"/>
                  </a:cubicBezTo>
                  <a:cubicBezTo>
                    <a:pt x="240" y="227"/>
                    <a:pt x="239" y="227"/>
                    <a:pt x="238" y="227"/>
                  </a:cubicBezTo>
                  <a:cubicBezTo>
                    <a:pt x="236" y="227"/>
                    <a:pt x="234" y="227"/>
                    <a:pt x="233" y="228"/>
                  </a:cubicBezTo>
                  <a:cubicBezTo>
                    <a:pt x="232" y="229"/>
                    <a:pt x="230" y="229"/>
                    <a:pt x="228" y="230"/>
                  </a:cubicBezTo>
                  <a:cubicBezTo>
                    <a:pt x="227" y="230"/>
                    <a:pt x="225" y="230"/>
                    <a:pt x="224" y="229"/>
                  </a:cubicBezTo>
                  <a:cubicBezTo>
                    <a:pt x="224" y="229"/>
                    <a:pt x="223" y="228"/>
                    <a:pt x="223" y="228"/>
                  </a:cubicBezTo>
                  <a:cubicBezTo>
                    <a:pt x="221" y="228"/>
                    <a:pt x="219" y="227"/>
                    <a:pt x="219" y="223"/>
                  </a:cubicBezTo>
                  <a:cubicBezTo>
                    <a:pt x="219" y="221"/>
                    <a:pt x="219" y="213"/>
                    <a:pt x="219" y="206"/>
                  </a:cubicBezTo>
                  <a:cubicBezTo>
                    <a:pt x="219" y="202"/>
                    <a:pt x="220" y="199"/>
                    <a:pt x="220" y="197"/>
                  </a:cubicBezTo>
                  <a:cubicBezTo>
                    <a:pt x="219" y="197"/>
                    <a:pt x="219" y="198"/>
                    <a:pt x="219" y="198"/>
                  </a:cubicBezTo>
                  <a:cubicBezTo>
                    <a:pt x="218" y="198"/>
                    <a:pt x="216" y="199"/>
                    <a:pt x="215" y="201"/>
                  </a:cubicBezTo>
                  <a:cubicBezTo>
                    <a:pt x="214" y="201"/>
                    <a:pt x="214" y="202"/>
                    <a:pt x="213" y="202"/>
                  </a:cubicBezTo>
                  <a:cubicBezTo>
                    <a:pt x="212" y="204"/>
                    <a:pt x="211" y="205"/>
                    <a:pt x="207" y="207"/>
                  </a:cubicBezTo>
                  <a:cubicBezTo>
                    <a:pt x="204" y="207"/>
                    <a:pt x="200" y="208"/>
                    <a:pt x="196" y="208"/>
                  </a:cubicBezTo>
                  <a:cubicBezTo>
                    <a:pt x="193" y="208"/>
                    <a:pt x="189" y="208"/>
                    <a:pt x="188" y="207"/>
                  </a:cubicBezTo>
                  <a:cubicBezTo>
                    <a:pt x="186" y="206"/>
                    <a:pt x="186" y="204"/>
                    <a:pt x="186" y="203"/>
                  </a:cubicBezTo>
                  <a:cubicBezTo>
                    <a:pt x="187" y="201"/>
                    <a:pt x="187" y="199"/>
                    <a:pt x="184" y="198"/>
                  </a:cubicBezTo>
                  <a:cubicBezTo>
                    <a:pt x="182" y="197"/>
                    <a:pt x="177" y="197"/>
                    <a:pt x="174" y="196"/>
                  </a:cubicBezTo>
                  <a:cubicBezTo>
                    <a:pt x="170" y="196"/>
                    <a:pt x="168" y="196"/>
                    <a:pt x="167" y="194"/>
                  </a:cubicBezTo>
                  <a:cubicBezTo>
                    <a:pt x="165" y="193"/>
                    <a:pt x="166" y="192"/>
                    <a:pt x="168" y="191"/>
                  </a:cubicBezTo>
                  <a:cubicBezTo>
                    <a:pt x="169" y="190"/>
                    <a:pt x="170" y="190"/>
                    <a:pt x="170" y="188"/>
                  </a:cubicBezTo>
                  <a:cubicBezTo>
                    <a:pt x="171" y="185"/>
                    <a:pt x="169" y="183"/>
                    <a:pt x="166" y="181"/>
                  </a:cubicBezTo>
                  <a:cubicBezTo>
                    <a:pt x="165" y="180"/>
                    <a:pt x="164" y="179"/>
                    <a:pt x="162" y="177"/>
                  </a:cubicBezTo>
                  <a:cubicBezTo>
                    <a:pt x="158" y="172"/>
                    <a:pt x="157" y="169"/>
                    <a:pt x="157" y="166"/>
                  </a:cubicBezTo>
                  <a:cubicBezTo>
                    <a:pt x="157" y="166"/>
                    <a:pt x="157" y="166"/>
                    <a:pt x="157" y="166"/>
                  </a:cubicBezTo>
                  <a:cubicBezTo>
                    <a:pt x="156" y="165"/>
                    <a:pt x="156" y="165"/>
                    <a:pt x="156" y="165"/>
                  </a:cubicBezTo>
                  <a:cubicBezTo>
                    <a:pt x="156" y="165"/>
                    <a:pt x="156" y="165"/>
                    <a:pt x="156" y="165"/>
                  </a:cubicBezTo>
                  <a:cubicBezTo>
                    <a:pt x="156" y="164"/>
                    <a:pt x="155" y="163"/>
                    <a:pt x="154" y="162"/>
                  </a:cubicBezTo>
                  <a:cubicBezTo>
                    <a:pt x="153" y="161"/>
                    <a:pt x="152" y="160"/>
                    <a:pt x="151" y="158"/>
                  </a:cubicBezTo>
                  <a:cubicBezTo>
                    <a:pt x="149" y="155"/>
                    <a:pt x="150" y="154"/>
                    <a:pt x="152" y="153"/>
                  </a:cubicBezTo>
                  <a:cubicBezTo>
                    <a:pt x="152" y="153"/>
                    <a:pt x="152" y="153"/>
                    <a:pt x="153" y="152"/>
                  </a:cubicBezTo>
                  <a:cubicBezTo>
                    <a:pt x="153" y="152"/>
                    <a:pt x="154" y="151"/>
                    <a:pt x="154" y="151"/>
                  </a:cubicBezTo>
                  <a:cubicBezTo>
                    <a:pt x="154" y="151"/>
                    <a:pt x="154" y="151"/>
                    <a:pt x="154" y="151"/>
                  </a:cubicBezTo>
                  <a:cubicBezTo>
                    <a:pt x="155" y="150"/>
                    <a:pt x="155" y="150"/>
                    <a:pt x="155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6"/>
                    <a:pt x="155" y="144"/>
                    <a:pt x="155" y="143"/>
                  </a:cubicBezTo>
                  <a:cubicBezTo>
                    <a:pt x="155" y="141"/>
                    <a:pt x="156" y="140"/>
                    <a:pt x="157" y="139"/>
                  </a:cubicBezTo>
                  <a:cubicBezTo>
                    <a:pt x="157" y="138"/>
                    <a:pt x="159" y="137"/>
                    <a:pt x="160" y="136"/>
                  </a:cubicBezTo>
                  <a:cubicBezTo>
                    <a:pt x="162" y="135"/>
                    <a:pt x="164" y="134"/>
                    <a:pt x="166" y="133"/>
                  </a:cubicBezTo>
                  <a:cubicBezTo>
                    <a:pt x="167" y="131"/>
                    <a:pt x="167" y="131"/>
                    <a:pt x="167" y="129"/>
                  </a:cubicBezTo>
                  <a:cubicBezTo>
                    <a:pt x="167" y="128"/>
                    <a:pt x="167" y="127"/>
                    <a:pt x="167" y="126"/>
                  </a:cubicBezTo>
                  <a:cubicBezTo>
                    <a:pt x="166" y="123"/>
                    <a:pt x="167" y="121"/>
                    <a:pt x="167" y="119"/>
                  </a:cubicBezTo>
                  <a:cubicBezTo>
                    <a:pt x="168" y="117"/>
                    <a:pt x="169" y="116"/>
                    <a:pt x="170" y="114"/>
                  </a:cubicBezTo>
                  <a:cubicBezTo>
                    <a:pt x="171" y="112"/>
                    <a:pt x="171" y="111"/>
                    <a:pt x="171" y="109"/>
                  </a:cubicBezTo>
                  <a:cubicBezTo>
                    <a:pt x="171" y="108"/>
                    <a:pt x="172" y="107"/>
                    <a:pt x="172" y="106"/>
                  </a:cubicBezTo>
                  <a:cubicBezTo>
                    <a:pt x="173" y="105"/>
                    <a:pt x="174" y="103"/>
                    <a:pt x="176" y="102"/>
                  </a:cubicBezTo>
                  <a:cubicBezTo>
                    <a:pt x="178" y="100"/>
                    <a:pt x="181" y="99"/>
                    <a:pt x="184" y="97"/>
                  </a:cubicBezTo>
                  <a:cubicBezTo>
                    <a:pt x="186" y="96"/>
                    <a:pt x="187" y="95"/>
                    <a:pt x="189" y="94"/>
                  </a:cubicBezTo>
                  <a:cubicBezTo>
                    <a:pt x="192" y="93"/>
                    <a:pt x="194" y="91"/>
                    <a:pt x="197" y="91"/>
                  </a:cubicBezTo>
                  <a:cubicBezTo>
                    <a:pt x="199" y="90"/>
                    <a:pt x="200" y="90"/>
                    <a:pt x="202" y="90"/>
                  </a:cubicBezTo>
                  <a:cubicBezTo>
                    <a:pt x="203" y="90"/>
                    <a:pt x="205" y="90"/>
                    <a:pt x="206" y="90"/>
                  </a:cubicBezTo>
                  <a:cubicBezTo>
                    <a:pt x="208" y="90"/>
                    <a:pt x="209" y="89"/>
                    <a:pt x="211" y="89"/>
                  </a:cubicBezTo>
                  <a:cubicBezTo>
                    <a:pt x="212" y="88"/>
                    <a:pt x="213" y="88"/>
                    <a:pt x="214" y="87"/>
                  </a:cubicBezTo>
                  <a:cubicBezTo>
                    <a:pt x="215" y="86"/>
                    <a:pt x="216" y="85"/>
                    <a:pt x="217" y="84"/>
                  </a:cubicBezTo>
                  <a:cubicBezTo>
                    <a:pt x="219" y="84"/>
                    <a:pt x="220" y="83"/>
                    <a:pt x="221" y="83"/>
                  </a:cubicBezTo>
                  <a:cubicBezTo>
                    <a:pt x="223" y="83"/>
                    <a:pt x="224" y="84"/>
                    <a:pt x="226" y="85"/>
                  </a:cubicBezTo>
                  <a:cubicBezTo>
                    <a:pt x="226" y="85"/>
                    <a:pt x="227" y="86"/>
                    <a:pt x="228" y="86"/>
                  </a:cubicBezTo>
                  <a:cubicBezTo>
                    <a:pt x="228" y="86"/>
                    <a:pt x="228" y="86"/>
                    <a:pt x="228" y="86"/>
                  </a:cubicBezTo>
                  <a:cubicBezTo>
                    <a:pt x="228" y="86"/>
                    <a:pt x="229" y="86"/>
                    <a:pt x="229" y="87"/>
                  </a:cubicBezTo>
                  <a:cubicBezTo>
                    <a:pt x="229" y="87"/>
                    <a:pt x="230" y="87"/>
                    <a:pt x="230" y="87"/>
                  </a:cubicBezTo>
                  <a:cubicBezTo>
                    <a:pt x="230" y="87"/>
                    <a:pt x="230" y="87"/>
                    <a:pt x="231" y="87"/>
                  </a:cubicBezTo>
                  <a:cubicBezTo>
                    <a:pt x="230" y="85"/>
                    <a:pt x="227" y="80"/>
                    <a:pt x="224" y="79"/>
                  </a:cubicBezTo>
                  <a:cubicBezTo>
                    <a:pt x="218" y="77"/>
                    <a:pt x="219" y="76"/>
                    <a:pt x="219" y="74"/>
                  </a:cubicBezTo>
                  <a:cubicBezTo>
                    <a:pt x="219" y="74"/>
                    <a:pt x="219" y="74"/>
                    <a:pt x="219" y="74"/>
                  </a:cubicBezTo>
                  <a:cubicBezTo>
                    <a:pt x="219" y="73"/>
                    <a:pt x="221" y="70"/>
                    <a:pt x="223" y="67"/>
                  </a:cubicBezTo>
                  <a:cubicBezTo>
                    <a:pt x="224" y="65"/>
                    <a:pt x="225" y="64"/>
                    <a:pt x="225" y="63"/>
                  </a:cubicBezTo>
                  <a:cubicBezTo>
                    <a:pt x="225" y="63"/>
                    <a:pt x="225" y="62"/>
                    <a:pt x="226" y="61"/>
                  </a:cubicBezTo>
                  <a:cubicBezTo>
                    <a:pt x="227" y="59"/>
                    <a:pt x="229" y="56"/>
                    <a:pt x="228" y="55"/>
                  </a:cubicBezTo>
                  <a:cubicBezTo>
                    <a:pt x="227" y="54"/>
                    <a:pt x="223" y="52"/>
                    <a:pt x="220" y="50"/>
                  </a:cubicBezTo>
                  <a:cubicBezTo>
                    <a:pt x="217" y="48"/>
                    <a:pt x="215" y="47"/>
                    <a:pt x="213" y="47"/>
                  </a:cubicBezTo>
                  <a:cubicBezTo>
                    <a:pt x="212" y="47"/>
                    <a:pt x="211" y="48"/>
                    <a:pt x="210" y="48"/>
                  </a:cubicBezTo>
                  <a:cubicBezTo>
                    <a:pt x="209" y="49"/>
                    <a:pt x="208" y="49"/>
                    <a:pt x="206" y="49"/>
                  </a:cubicBezTo>
                  <a:cubicBezTo>
                    <a:pt x="205" y="49"/>
                    <a:pt x="203" y="49"/>
                    <a:pt x="201" y="48"/>
                  </a:cubicBezTo>
                  <a:cubicBezTo>
                    <a:pt x="200" y="48"/>
                    <a:pt x="198" y="47"/>
                    <a:pt x="197" y="47"/>
                  </a:cubicBezTo>
                  <a:cubicBezTo>
                    <a:pt x="195" y="47"/>
                    <a:pt x="194" y="48"/>
                    <a:pt x="193" y="49"/>
                  </a:cubicBezTo>
                  <a:cubicBezTo>
                    <a:pt x="191" y="50"/>
                    <a:pt x="190" y="51"/>
                    <a:pt x="189" y="51"/>
                  </a:cubicBezTo>
                  <a:cubicBezTo>
                    <a:pt x="188" y="51"/>
                    <a:pt x="187" y="51"/>
                    <a:pt x="185" y="51"/>
                  </a:cubicBezTo>
                  <a:cubicBezTo>
                    <a:pt x="183" y="52"/>
                    <a:pt x="179" y="52"/>
                    <a:pt x="176" y="52"/>
                  </a:cubicBezTo>
                  <a:cubicBezTo>
                    <a:pt x="171" y="51"/>
                    <a:pt x="170" y="48"/>
                    <a:pt x="169" y="45"/>
                  </a:cubicBezTo>
                  <a:cubicBezTo>
                    <a:pt x="168" y="44"/>
                    <a:pt x="168" y="43"/>
                    <a:pt x="168" y="43"/>
                  </a:cubicBezTo>
                  <a:cubicBezTo>
                    <a:pt x="167" y="41"/>
                    <a:pt x="165" y="40"/>
                    <a:pt x="164" y="40"/>
                  </a:cubicBezTo>
                  <a:cubicBezTo>
                    <a:pt x="164" y="40"/>
                    <a:pt x="163" y="40"/>
                    <a:pt x="162" y="39"/>
                  </a:cubicBezTo>
                  <a:cubicBezTo>
                    <a:pt x="162" y="39"/>
                    <a:pt x="162" y="38"/>
                    <a:pt x="161" y="37"/>
                  </a:cubicBezTo>
                  <a:cubicBezTo>
                    <a:pt x="161" y="35"/>
                    <a:pt x="160" y="32"/>
                    <a:pt x="158" y="29"/>
                  </a:cubicBezTo>
                  <a:cubicBezTo>
                    <a:pt x="156" y="26"/>
                    <a:pt x="154" y="26"/>
                    <a:pt x="152" y="25"/>
                  </a:cubicBezTo>
                  <a:cubicBezTo>
                    <a:pt x="150" y="25"/>
                    <a:pt x="149" y="25"/>
                    <a:pt x="146" y="23"/>
                  </a:cubicBezTo>
                  <a:cubicBezTo>
                    <a:pt x="142" y="19"/>
                    <a:pt x="143" y="18"/>
                    <a:pt x="143" y="16"/>
                  </a:cubicBezTo>
                  <a:cubicBezTo>
                    <a:pt x="144" y="16"/>
                    <a:pt x="144" y="15"/>
                    <a:pt x="143" y="14"/>
                  </a:cubicBezTo>
                  <a:cubicBezTo>
                    <a:pt x="143" y="13"/>
                    <a:pt x="142" y="11"/>
                    <a:pt x="140" y="9"/>
                  </a:cubicBezTo>
                  <a:cubicBezTo>
                    <a:pt x="139" y="8"/>
                    <a:pt x="137" y="6"/>
                    <a:pt x="134" y="5"/>
                  </a:cubicBezTo>
                  <a:cubicBezTo>
                    <a:pt x="132" y="3"/>
                    <a:pt x="130" y="3"/>
                    <a:pt x="128" y="3"/>
                  </a:cubicBezTo>
                  <a:cubicBezTo>
                    <a:pt x="126" y="3"/>
                    <a:pt x="124" y="2"/>
                    <a:pt x="121" y="1"/>
                  </a:cubicBezTo>
                  <a:cubicBezTo>
                    <a:pt x="121" y="1"/>
                    <a:pt x="120" y="1"/>
                    <a:pt x="120" y="0"/>
                  </a:cubicBezTo>
                  <a:cubicBezTo>
                    <a:pt x="119" y="2"/>
                    <a:pt x="119" y="3"/>
                    <a:pt x="120" y="5"/>
                  </a:cubicBezTo>
                  <a:cubicBezTo>
                    <a:pt x="120" y="7"/>
                    <a:pt x="121" y="9"/>
                    <a:pt x="122" y="10"/>
                  </a:cubicBezTo>
                  <a:cubicBezTo>
                    <a:pt x="123" y="13"/>
                    <a:pt x="124" y="15"/>
                    <a:pt x="124" y="17"/>
                  </a:cubicBezTo>
                  <a:cubicBezTo>
                    <a:pt x="125" y="19"/>
                    <a:pt x="124" y="20"/>
                    <a:pt x="124" y="22"/>
                  </a:cubicBezTo>
                  <a:cubicBezTo>
                    <a:pt x="123" y="24"/>
                    <a:pt x="118" y="31"/>
                    <a:pt x="113" y="37"/>
                  </a:cubicBezTo>
                  <a:cubicBezTo>
                    <a:pt x="110" y="41"/>
                    <a:pt x="106" y="45"/>
                    <a:pt x="104" y="47"/>
                  </a:cubicBezTo>
                  <a:cubicBezTo>
                    <a:pt x="98" y="52"/>
                    <a:pt x="95" y="53"/>
                    <a:pt x="88" y="55"/>
                  </a:cubicBezTo>
                  <a:cubicBezTo>
                    <a:pt x="88" y="56"/>
                    <a:pt x="87" y="56"/>
                    <a:pt x="86" y="56"/>
                  </a:cubicBezTo>
                  <a:cubicBezTo>
                    <a:pt x="83" y="57"/>
                    <a:pt x="81" y="58"/>
                    <a:pt x="79" y="59"/>
                  </a:cubicBezTo>
                  <a:cubicBezTo>
                    <a:pt x="76" y="60"/>
                    <a:pt x="74" y="60"/>
                    <a:pt x="70" y="63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64" y="67"/>
                    <a:pt x="61" y="74"/>
                    <a:pt x="60" y="77"/>
                  </a:cubicBezTo>
                  <a:cubicBezTo>
                    <a:pt x="60" y="78"/>
                    <a:pt x="60" y="78"/>
                    <a:pt x="60" y="78"/>
                  </a:cubicBezTo>
                  <a:cubicBezTo>
                    <a:pt x="60" y="78"/>
                    <a:pt x="60" y="78"/>
                    <a:pt x="60" y="78"/>
                  </a:cubicBezTo>
                  <a:cubicBezTo>
                    <a:pt x="59" y="80"/>
                    <a:pt x="58" y="83"/>
                    <a:pt x="57" y="86"/>
                  </a:cubicBezTo>
                  <a:cubicBezTo>
                    <a:pt x="56" y="89"/>
                    <a:pt x="55" y="92"/>
                    <a:pt x="54" y="94"/>
                  </a:cubicBezTo>
                  <a:cubicBezTo>
                    <a:pt x="53" y="96"/>
                    <a:pt x="51" y="98"/>
                    <a:pt x="49" y="99"/>
                  </a:cubicBezTo>
                  <a:cubicBezTo>
                    <a:pt x="46" y="101"/>
                    <a:pt x="44" y="101"/>
                    <a:pt x="42" y="101"/>
                  </a:cubicBezTo>
                  <a:cubicBezTo>
                    <a:pt x="39" y="100"/>
                    <a:pt x="38" y="98"/>
                    <a:pt x="36" y="96"/>
                  </a:cubicBezTo>
                  <a:cubicBezTo>
                    <a:pt x="36" y="95"/>
                    <a:pt x="35" y="94"/>
                    <a:pt x="35" y="94"/>
                  </a:cubicBezTo>
                  <a:cubicBezTo>
                    <a:pt x="34" y="92"/>
                    <a:pt x="33" y="91"/>
                    <a:pt x="32" y="91"/>
                  </a:cubicBezTo>
                  <a:cubicBezTo>
                    <a:pt x="30" y="90"/>
                    <a:pt x="29" y="90"/>
                    <a:pt x="26" y="91"/>
                  </a:cubicBezTo>
                  <a:cubicBezTo>
                    <a:pt x="26" y="91"/>
                    <a:pt x="26" y="91"/>
                    <a:pt x="26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0" y="92"/>
                    <a:pt x="19" y="92"/>
                    <a:pt x="17" y="90"/>
                  </a:cubicBezTo>
                  <a:cubicBezTo>
                    <a:pt x="15" y="89"/>
                    <a:pt x="15" y="87"/>
                    <a:pt x="15" y="86"/>
                  </a:cubicBezTo>
                  <a:cubicBezTo>
                    <a:pt x="15" y="85"/>
                    <a:pt x="16" y="83"/>
                    <a:pt x="16" y="81"/>
                  </a:cubicBezTo>
                  <a:cubicBezTo>
                    <a:pt x="17" y="79"/>
                    <a:pt x="19" y="78"/>
                    <a:pt x="20" y="78"/>
                  </a:cubicBezTo>
                  <a:cubicBezTo>
                    <a:pt x="21" y="77"/>
                    <a:pt x="22" y="77"/>
                    <a:pt x="22" y="77"/>
                  </a:cubicBezTo>
                  <a:cubicBezTo>
                    <a:pt x="21" y="75"/>
                    <a:pt x="21" y="72"/>
                    <a:pt x="20" y="69"/>
                  </a:cubicBezTo>
                  <a:cubicBezTo>
                    <a:pt x="17" y="70"/>
                    <a:pt x="15" y="72"/>
                    <a:pt x="13" y="75"/>
                  </a:cubicBezTo>
                  <a:cubicBezTo>
                    <a:pt x="10" y="78"/>
                    <a:pt x="10" y="78"/>
                    <a:pt x="8" y="79"/>
                  </a:cubicBezTo>
                  <a:cubicBezTo>
                    <a:pt x="6" y="81"/>
                    <a:pt x="5" y="83"/>
                    <a:pt x="4" y="84"/>
                  </a:cubicBezTo>
                  <a:cubicBezTo>
                    <a:pt x="2" y="86"/>
                    <a:pt x="1" y="87"/>
                    <a:pt x="1" y="89"/>
                  </a:cubicBezTo>
                  <a:cubicBezTo>
                    <a:pt x="0" y="91"/>
                    <a:pt x="0" y="94"/>
                    <a:pt x="0" y="96"/>
                  </a:cubicBezTo>
                  <a:cubicBezTo>
                    <a:pt x="0" y="98"/>
                    <a:pt x="1" y="99"/>
                    <a:pt x="2" y="102"/>
                  </a:cubicBezTo>
                  <a:cubicBezTo>
                    <a:pt x="3" y="106"/>
                    <a:pt x="6" y="112"/>
                    <a:pt x="7" y="114"/>
                  </a:cubicBezTo>
                  <a:cubicBezTo>
                    <a:pt x="8" y="116"/>
                    <a:pt x="8" y="118"/>
                    <a:pt x="7" y="120"/>
                  </a:cubicBezTo>
                  <a:cubicBezTo>
                    <a:pt x="6" y="122"/>
                    <a:pt x="0" y="124"/>
                    <a:pt x="7" y="127"/>
                  </a:cubicBezTo>
                  <a:cubicBezTo>
                    <a:pt x="15" y="130"/>
                    <a:pt x="21" y="134"/>
                    <a:pt x="23" y="136"/>
                  </a:cubicBezTo>
                  <a:cubicBezTo>
                    <a:pt x="25" y="137"/>
                    <a:pt x="30" y="142"/>
                    <a:pt x="33" y="146"/>
                  </a:cubicBezTo>
                  <a:cubicBezTo>
                    <a:pt x="36" y="151"/>
                    <a:pt x="35" y="152"/>
                    <a:pt x="40" y="161"/>
                  </a:cubicBezTo>
                  <a:cubicBezTo>
                    <a:pt x="46" y="170"/>
                    <a:pt x="50" y="173"/>
                    <a:pt x="51" y="176"/>
                  </a:cubicBezTo>
                  <a:cubicBezTo>
                    <a:pt x="53" y="180"/>
                    <a:pt x="53" y="183"/>
                    <a:pt x="58" y="190"/>
                  </a:cubicBezTo>
                  <a:cubicBezTo>
                    <a:pt x="62" y="197"/>
                    <a:pt x="61" y="197"/>
                    <a:pt x="64" y="203"/>
                  </a:cubicBezTo>
                  <a:cubicBezTo>
                    <a:pt x="67" y="209"/>
                    <a:pt x="68" y="214"/>
                    <a:pt x="69" y="217"/>
                  </a:cubicBezTo>
                  <a:cubicBezTo>
                    <a:pt x="70" y="220"/>
                    <a:pt x="72" y="221"/>
                    <a:pt x="75" y="224"/>
                  </a:cubicBezTo>
                  <a:cubicBezTo>
                    <a:pt x="77" y="228"/>
                    <a:pt x="75" y="230"/>
                    <a:pt x="77" y="233"/>
                  </a:cubicBezTo>
                  <a:cubicBezTo>
                    <a:pt x="78" y="235"/>
                    <a:pt x="84" y="241"/>
                    <a:pt x="85" y="243"/>
                  </a:cubicBezTo>
                  <a:cubicBezTo>
                    <a:pt x="86" y="245"/>
                    <a:pt x="86" y="245"/>
                    <a:pt x="89" y="252"/>
                  </a:cubicBezTo>
                  <a:cubicBezTo>
                    <a:pt x="91" y="259"/>
                    <a:pt x="93" y="260"/>
                    <a:pt x="97" y="265"/>
                  </a:cubicBezTo>
                  <a:cubicBezTo>
                    <a:pt x="101" y="270"/>
                    <a:pt x="104" y="276"/>
                    <a:pt x="105" y="279"/>
                  </a:cubicBezTo>
                  <a:cubicBezTo>
                    <a:pt x="105" y="282"/>
                    <a:pt x="102" y="284"/>
                    <a:pt x="102" y="287"/>
                  </a:cubicBezTo>
                  <a:cubicBezTo>
                    <a:pt x="102" y="290"/>
                    <a:pt x="102" y="289"/>
                    <a:pt x="105" y="293"/>
                  </a:cubicBezTo>
                  <a:cubicBezTo>
                    <a:pt x="108" y="296"/>
                    <a:pt x="108" y="296"/>
                    <a:pt x="110" y="302"/>
                  </a:cubicBezTo>
                  <a:cubicBezTo>
                    <a:pt x="113" y="307"/>
                    <a:pt x="112" y="305"/>
                    <a:pt x="116" y="307"/>
                  </a:cubicBezTo>
                  <a:cubicBezTo>
                    <a:pt x="120" y="309"/>
                    <a:pt x="122" y="312"/>
                    <a:pt x="123" y="315"/>
                  </a:cubicBezTo>
                  <a:cubicBezTo>
                    <a:pt x="125" y="318"/>
                    <a:pt x="127" y="320"/>
                    <a:pt x="129" y="321"/>
                  </a:cubicBezTo>
                  <a:cubicBezTo>
                    <a:pt x="132" y="322"/>
                    <a:pt x="137" y="325"/>
                    <a:pt x="142" y="327"/>
                  </a:cubicBezTo>
                  <a:cubicBezTo>
                    <a:pt x="146" y="329"/>
                    <a:pt x="153" y="333"/>
                    <a:pt x="157" y="335"/>
                  </a:cubicBezTo>
                  <a:cubicBezTo>
                    <a:pt x="161" y="337"/>
                    <a:pt x="164" y="340"/>
                    <a:pt x="165" y="341"/>
                  </a:cubicBezTo>
                  <a:cubicBezTo>
                    <a:pt x="166" y="343"/>
                    <a:pt x="175" y="344"/>
                    <a:pt x="180" y="346"/>
                  </a:cubicBezTo>
                  <a:cubicBezTo>
                    <a:pt x="184" y="348"/>
                    <a:pt x="186" y="350"/>
                    <a:pt x="190" y="351"/>
                  </a:cubicBezTo>
                  <a:cubicBezTo>
                    <a:pt x="193" y="353"/>
                    <a:pt x="200" y="357"/>
                    <a:pt x="202" y="358"/>
                  </a:cubicBezTo>
                  <a:cubicBezTo>
                    <a:pt x="203" y="360"/>
                    <a:pt x="203" y="363"/>
                    <a:pt x="205" y="367"/>
                  </a:cubicBezTo>
                  <a:cubicBezTo>
                    <a:pt x="206" y="370"/>
                    <a:pt x="207" y="368"/>
                    <a:pt x="210" y="371"/>
                  </a:cubicBezTo>
                  <a:cubicBezTo>
                    <a:pt x="214" y="374"/>
                    <a:pt x="221" y="378"/>
                    <a:pt x="223" y="381"/>
                  </a:cubicBezTo>
                  <a:cubicBezTo>
                    <a:pt x="223" y="381"/>
                    <a:pt x="223" y="381"/>
                    <a:pt x="224" y="38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1A00E151-0D9C-2F5A-0064-87400BB0D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391" y="1938729"/>
              <a:ext cx="35260" cy="12693"/>
            </a:xfrm>
            <a:custGeom>
              <a:avLst/>
              <a:gdLst>
                <a:gd name="T0" fmla="*/ 6 w 32"/>
                <a:gd name="T1" fmla="*/ 1 h 12"/>
                <a:gd name="T2" fmla="*/ 2 w 32"/>
                <a:gd name="T3" fmla="*/ 2 h 12"/>
                <a:gd name="T4" fmla="*/ 2 w 32"/>
                <a:gd name="T5" fmla="*/ 4 h 12"/>
                <a:gd name="T6" fmla="*/ 8 w 32"/>
                <a:gd name="T7" fmla="*/ 5 h 12"/>
                <a:gd name="T8" fmla="*/ 14 w 32"/>
                <a:gd name="T9" fmla="*/ 9 h 12"/>
                <a:gd name="T10" fmla="*/ 21 w 32"/>
                <a:gd name="T11" fmla="*/ 11 h 12"/>
                <a:gd name="T12" fmla="*/ 26 w 32"/>
                <a:gd name="T13" fmla="*/ 11 h 12"/>
                <a:gd name="T14" fmla="*/ 28 w 32"/>
                <a:gd name="T15" fmla="*/ 9 h 12"/>
                <a:gd name="T16" fmla="*/ 31 w 32"/>
                <a:gd name="T17" fmla="*/ 6 h 12"/>
                <a:gd name="T18" fmla="*/ 30 w 32"/>
                <a:gd name="T19" fmla="*/ 4 h 12"/>
                <a:gd name="T20" fmla="*/ 27 w 32"/>
                <a:gd name="T21" fmla="*/ 5 h 12"/>
                <a:gd name="T22" fmla="*/ 25 w 32"/>
                <a:gd name="T23" fmla="*/ 4 h 12"/>
                <a:gd name="T24" fmla="*/ 23 w 32"/>
                <a:gd name="T25" fmla="*/ 1 h 12"/>
                <a:gd name="T26" fmla="*/ 15 w 32"/>
                <a:gd name="T27" fmla="*/ 1 h 12"/>
                <a:gd name="T28" fmla="*/ 12 w 32"/>
                <a:gd name="T29" fmla="*/ 3 h 12"/>
                <a:gd name="T30" fmla="*/ 9 w 32"/>
                <a:gd name="T31" fmla="*/ 3 h 12"/>
                <a:gd name="T32" fmla="*/ 6 w 32"/>
                <a:gd name="T33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" h="12">
                  <a:moveTo>
                    <a:pt x="6" y="1"/>
                  </a:moveTo>
                  <a:cubicBezTo>
                    <a:pt x="4" y="1"/>
                    <a:pt x="2" y="0"/>
                    <a:pt x="2" y="2"/>
                  </a:cubicBezTo>
                  <a:cubicBezTo>
                    <a:pt x="2" y="3"/>
                    <a:pt x="0" y="3"/>
                    <a:pt x="2" y="4"/>
                  </a:cubicBezTo>
                  <a:cubicBezTo>
                    <a:pt x="5" y="5"/>
                    <a:pt x="6" y="4"/>
                    <a:pt x="8" y="5"/>
                  </a:cubicBezTo>
                  <a:cubicBezTo>
                    <a:pt x="9" y="6"/>
                    <a:pt x="12" y="7"/>
                    <a:pt x="14" y="9"/>
                  </a:cubicBezTo>
                  <a:cubicBezTo>
                    <a:pt x="17" y="10"/>
                    <a:pt x="18" y="11"/>
                    <a:pt x="21" y="11"/>
                  </a:cubicBezTo>
                  <a:cubicBezTo>
                    <a:pt x="23" y="11"/>
                    <a:pt x="25" y="12"/>
                    <a:pt x="26" y="11"/>
                  </a:cubicBezTo>
                  <a:cubicBezTo>
                    <a:pt x="27" y="10"/>
                    <a:pt x="26" y="10"/>
                    <a:pt x="28" y="9"/>
                  </a:cubicBezTo>
                  <a:cubicBezTo>
                    <a:pt x="30" y="7"/>
                    <a:pt x="31" y="8"/>
                    <a:pt x="31" y="6"/>
                  </a:cubicBezTo>
                  <a:cubicBezTo>
                    <a:pt x="31" y="5"/>
                    <a:pt x="32" y="4"/>
                    <a:pt x="30" y="4"/>
                  </a:cubicBezTo>
                  <a:cubicBezTo>
                    <a:pt x="28" y="4"/>
                    <a:pt x="28" y="5"/>
                    <a:pt x="27" y="5"/>
                  </a:cubicBezTo>
                  <a:cubicBezTo>
                    <a:pt x="26" y="5"/>
                    <a:pt x="25" y="5"/>
                    <a:pt x="25" y="4"/>
                  </a:cubicBezTo>
                  <a:cubicBezTo>
                    <a:pt x="24" y="3"/>
                    <a:pt x="26" y="2"/>
                    <a:pt x="23" y="1"/>
                  </a:cubicBezTo>
                  <a:cubicBezTo>
                    <a:pt x="20" y="1"/>
                    <a:pt x="16" y="0"/>
                    <a:pt x="15" y="1"/>
                  </a:cubicBezTo>
                  <a:cubicBezTo>
                    <a:pt x="14" y="2"/>
                    <a:pt x="14" y="4"/>
                    <a:pt x="12" y="3"/>
                  </a:cubicBezTo>
                  <a:cubicBezTo>
                    <a:pt x="10" y="3"/>
                    <a:pt x="9" y="3"/>
                    <a:pt x="9" y="3"/>
                  </a:cubicBezTo>
                  <a:cubicBezTo>
                    <a:pt x="8" y="2"/>
                    <a:pt x="7" y="1"/>
                    <a:pt x="6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56C00529-4E76-44DB-BEC7-DC65FCB1E0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7962" y="546677"/>
              <a:ext cx="1997108" cy="1502062"/>
            </a:xfrm>
            <a:custGeom>
              <a:avLst/>
              <a:gdLst>
                <a:gd name="T0" fmla="*/ 320 w 1820"/>
                <a:gd name="T1" fmla="*/ 1176 h 1398"/>
                <a:gd name="T2" fmla="*/ 264 w 1820"/>
                <a:gd name="T3" fmla="*/ 1099 h 1398"/>
                <a:gd name="T4" fmla="*/ 74 w 1820"/>
                <a:gd name="T5" fmla="*/ 933 h 1398"/>
                <a:gd name="T6" fmla="*/ 209 w 1820"/>
                <a:gd name="T7" fmla="*/ 592 h 1398"/>
                <a:gd name="T8" fmla="*/ 645 w 1820"/>
                <a:gd name="T9" fmla="*/ 650 h 1398"/>
                <a:gd name="T10" fmla="*/ 791 w 1820"/>
                <a:gd name="T11" fmla="*/ 648 h 1398"/>
                <a:gd name="T12" fmla="*/ 916 w 1820"/>
                <a:gd name="T13" fmla="*/ 561 h 1398"/>
                <a:gd name="T14" fmla="*/ 1038 w 1820"/>
                <a:gd name="T15" fmla="*/ 609 h 1398"/>
                <a:gd name="T16" fmla="*/ 1211 w 1820"/>
                <a:gd name="T17" fmla="*/ 595 h 1398"/>
                <a:gd name="T18" fmla="*/ 1035 w 1820"/>
                <a:gd name="T19" fmla="*/ 714 h 1398"/>
                <a:gd name="T20" fmla="*/ 951 w 1820"/>
                <a:gd name="T21" fmla="*/ 900 h 1398"/>
                <a:gd name="T22" fmla="*/ 1270 w 1820"/>
                <a:gd name="T23" fmla="*/ 1170 h 1398"/>
                <a:gd name="T24" fmla="*/ 1301 w 1820"/>
                <a:gd name="T25" fmla="*/ 829 h 1398"/>
                <a:gd name="T26" fmla="*/ 1494 w 1820"/>
                <a:gd name="T27" fmla="*/ 964 h 1398"/>
                <a:gd name="T28" fmla="*/ 1600 w 1820"/>
                <a:gd name="T29" fmla="*/ 940 h 1398"/>
                <a:gd name="T30" fmla="*/ 1659 w 1820"/>
                <a:gd name="T31" fmla="*/ 1036 h 1398"/>
                <a:gd name="T32" fmla="*/ 1735 w 1820"/>
                <a:gd name="T33" fmla="*/ 1088 h 1398"/>
                <a:gd name="T34" fmla="*/ 1458 w 1820"/>
                <a:gd name="T35" fmla="*/ 1263 h 1398"/>
                <a:gd name="T36" fmla="*/ 1547 w 1820"/>
                <a:gd name="T37" fmla="*/ 1353 h 1398"/>
                <a:gd name="T38" fmla="*/ 1192 w 1820"/>
                <a:gd name="T39" fmla="*/ 1394 h 1398"/>
                <a:gd name="T40" fmla="*/ 1794 w 1820"/>
                <a:gd name="T41" fmla="*/ 1258 h 1398"/>
                <a:gd name="T42" fmla="*/ 1745 w 1820"/>
                <a:gd name="T43" fmla="*/ 1268 h 1398"/>
                <a:gd name="T44" fmla="*/ 1148 w 1820"/>
                <a:gd name="T45" fmla="*/ 804 h 1398"/>
                <a:gd name="T46" fmla="*/ 1377 w 1820"/>
                <a:gd name="T47" fmla="*/ 822 h 1398"/>
                <a:gd name="T48" fmla="*/ 1352 w 1820"/>
                <a:gd name="T49" fmla="*/ 753 h 1398"/>
                <a:gd name="T50" fmla="*/ 1536 w 1820"/>
                <a:gd name="T51" fmla="*/ 808 h 1398"/>
                <a:gd name="T52" fmla="*/ 1573 w 1820"/>
                <a:gd name="T53" fmla="*/ 703 h 1398"/>
                <a:gd name="T54" fmla="*/ 1594 w 1820"/>
                <a:gd name="T55" fmla="*/ 679 h 1398"/>
                <a:gd name="T56" fmla="*/ 1493 w 1820"/>
                <a:gd name="T57" fmla="*/ 598 h 1398"/>
                <a:gd name="T58" fmla="*/ 1442 w 1820"/>
                <a:gd name="T59" fmla="*/ 548 h 1398"/>
                <a:gd name="T60" fmla="*/ 1352 w 1820"/>
                <a:gd name="T61" fmla="*/ 504 h 1398"/>
                <a:gd name="T62" fmla="*/ 1241 w 1820"/>
                <a:gd name="T63" fmla="*/ 481 h 1398"/>
                <a:gd name="T64" fmla="*/ 1127 w 1820"/>
                <a:gd name="T65" fmla="*/ 532 h 1398"/>
                <a:gd name="T66" fmla="*/ 1211 w 1820"/>
                <a:gd name="T67" fmla="*/ 566 h 1398"/>
                <a:gd name="T68" fmla="*/ 1404 w 1820"/>
                <a:gd name="T69" fmla="*/ 644 h 1398"/>
                <a:gd name="T70" fmla="*/ 1353 w 1820"/>
                <a:gd name="T71" fmla="*/ 621 h 1398"/>
                <a:gd name="T72" fmla="*/ 1251 w 1820"/>
                <a:gd name="T73" fmla="*/ 369 h 1398"/>
                <a:gd name="T74" fmla="*/ 961 w 1820"/>
                <a:gd name="T75" fmla="*/ 292 h 1398"/>
                <a:gd name="T76" fmla="*/ 1269 w 1820"/>
                <a:gd name="T77" fmla="*/ 330 h 1398"/>
                <a:gd name="T78" fmla="*/ 1298 w 1820"/>
                <a:gd name="T79" fmla="*/ 200 h 1398"/>
                <a:gd name="T80" fmla="*/ 1565 w 1820"/>
                <a:gd name="T81" fmla="*/ 81 h 1398"/>
                <a:gd name="T82" fmla="*/ 1320 w 1820"/>
                <a:gd name="T83" fmla="*/ 22 h 1398"/>
                <a:gd name="T84" fmla="*/ 1086 w 1820"/>
                <a:gd name="T85" fmla="*/ 52 h 1398"/>
                <a:gd name="T86" fmla="*/ 1202 w 1820"/>
                <a:gd name="T87" fmla="*/ 121 h 1398"/>
                <a:gd name="T88" fmla="*/ 1123 w 1820"/>
                <a:gd name="T89" fmla="*/ 162 h 1398"/>
                <a:gd name="T90" fmla="*/ 1164 w 1820"/>
                <a:gd name="T91" fmla="*/ 235 h 1398"/>
                <a:gd name="T92" fmla="*/ 1152 w 1820"/>
                <a:gd name="T93" fmla="*/ 310 h 1398"/>
                <a:gd name="T94" fmla="*/ 923 w 1820"/>
                <a:gd name="T95" fmla="*/ 164 h 1398"/>
                <a:gd name="T96" fmla="*/ 1119 w 1820"/>
                <a:gd name="T97" fmla="*/ 201 h 1398"/>
                <a:gd name="T98" fmla="*/ 925 w 1820"/>
                <a:gd name="T99" fmla="*/ 249 h 1398"/>
                <a:gd name="T100" fmla="*/ 800 w 1820"/>
                <a:gd name="T101" fmla="*/ 252 h 1398"/>
                <a:gd name="T102" fmla="*/ 840 w 1820"/>
                <a:gd name="T103" fmla="*/ 323 h 1398"/>
                <a:gd name="T104" fmla="*/ 945 w 1820"/>
                <a:gd name="T105" fmla="*/ 492 h 1398"/>
                <a:gd name="T106" fmla="*/ 829 w 1820"/>
                <a:gd name="T107" fmla="*/ 543 h 1398"/>
                <a:gd name="T108" fmla="*/ 907 w 1820"/>
                <a:gd name="T109" fmla="*/ 448 h 1398"/>
                <a:gd name="T110" fmla="*/ 548 w 1820"/>
                <a:gd name="T111" fmla="*/ 469 h 1398"/>
                <a:gd name="T112" fmla="*/ 783 w 1820"/>
                <a:gd name="T113" fmla="*/ 610 h 1398"/>
                <a:gd name="T114" fmla="*/ 512 w 1820"/>
                <a:gd name="T115" fmla="*/ 287 h 1398"/>
                <a:gd name="T116" fmla="*/ 570 w 1820"/>
                <a:gd name="T117" fmla="*/ 379 h 1398"/>
                <a:gd name="T118" fmla="*/ 539 w 1820"/>
                <a:gd name="T119" fmla="*/ 245 h 1398"/>
                <a:gd name="T120" fmla="*/ 327 w 1820"/>
                <a:gd name="T121" fmla="*/ 496 h 1398"/>
                <a:gd name="T122" fmla="*/ 216 w 1820"/>
                <a:gd name="T123" fmla="*/ 1064 h 1398"/>
                <a:gd name="T124" fmla="*/ 270 w 1820"/>
                <a:gd name="T125" fmla="*/ 1187 h 1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20" h="1398">
                  <a:moveTo>
                    <a:pt x="1159" y="1281"/>
                  </a:moveTo>
                  <a:cubicBezTo>
                    <a:pt x="1161" y="1281"/>
                    <a:pt x="1163" y="1281"/>
                    <a:pt x="1163" y="1280"/>
                  </a:cubicBezTo>
                  <a:cubicBezTo>
                    <a:pt x="1163" y="1278"/>
                    <a:pt x="1164" y="1278"/>
                    <a:pt x="1162" y="1275"/>
                  </a:cubicBezTo>
                  <a:cubicBezTo>
                    <a:pt x="1161" y="1272"/>
                    <a:pt x="1160" y="1272"/>
                    <a:pt x="1160" y="1269"/>
                  </a:cubicBezTo>
                  <a:cubicBezTo>
                    <a:pt x="1161" y="1267"/>
                    <a:pt x="1164" y="1265"/>
                    <a:pt x="1162" y="1263"/>
                  </a:cubicBezTo>
                  <a:cubicBezTo>
                    <a:pt x="1160" y="1261"/>
                    <a:pt x="1159" y="1262"/>
                    <a:pt x="1156" y="1258"/>
                  </a:cubicBezTo>
                  <a:cubicBezTo>
                    <a:pt x="1154" y="1254"/>
                    <a:pt x="1153" y="1253"/>
                    <a:pt x="1154" y="1251"/>
                  </a:cubicBezTo>
                  <a:cubicBezTo>
                    <a:pt x="1156" y="1248"/>
                    <a:pt x="1157" y="1246"/>
                    <a:pt x="1153" y="1247"/>
                  </a:cubicBezTo>
                  <a:cubicBezTo>
                    <a:pt x="1149" y="1247"/>
                    <a:pt x="1144" y="1248"/>
                    <a:pt x="1141" y="1246"/>
                  </a:cubicBezTo>
                  <a:cubicBezTo>
                    <a:pt x="1137" y="1245"/>
                    <a:pt x="1136" y="1245"/>
                    <a:pt x="1133" y="1240"/>
                  </a:cubicBezTo>
                  <a:cubicBezTo>
                    <a:pt x="1130" y="1235"/>
                    <a:pt x="1129" y="1232"/>
                    <a:pt x="1125" y="1228"/>
                  </a:cubicBezTo>
                  <a:cubicBezTo>
                    <a:pt x="1121" y="1224"/>
                    <a:pt x="1120" y="1223"/>
                    <a:pt x="1115" y="1223"/>
                  </a:cubicBezTo>
                  <a:cubicBezTo>
                    <a:pt x="1110" y="1223"/>
                    <a:pt x="1110" y="1224"/>
                    <a:pt x="1105" y="1223"/>
                  </a:cubicBezTo>
                  <a:cubicBezTo>
                    <a:pt x="1099" y="1221"/>
                    <a:pt x="1096" y="1219"/>
                    <a:pt x="1093" y="1219"/>
                  </a:cubicBezTo>
                  <a:cubicBezTo>
                    <a:pt x="1090" y="1219"/>
                    <a:pt x="1087" y="1218"/>
                    <a:pt x="1087" y="1220"/>
                  </a:cubicBezTo>
                  <a:cubicBezTo>
                    <a:pt x="1087" y="1223"/>
                    <a:pt x="1089" y="1224"/>
                    <a:pt x="1089" y="1226"/>
                  </a:cubicBezTo>
                  <a:cubicBezTo>
                    <a:pt x="1089" y="1227"/>
                    <a:pt x="1088" y="1229"/>
                    <a:pt x="1086" y="1228"/>
                  </a:cubicBezTo>
                  <a:cubicBezTo>
                    <a:pt x="1084" y="1227"/>
                    <a:pt x="1086" y="1224"/>
                    <a:pt x="1083" y="1224"/>
                  </a:cubicBezTo>
                  <a:cubicBezTo>
                    <a:pt x="1080" y="1223"/>
                    <a:pt x="1079" y="1222"/>
                    <a:pt x="1078" y="1226"/>
                  </a:cubicBezTo>
                  <a:cubicBezTo>
                    <a:pt x="1077" y="1230"/>
                    <a:pt x="1079" y="1232"/>
                    <a:pt x="1075" y="1232"/>
                  </a:cubicBezTo>
                  <a:cubicBezTo>
                    <a:pt x="1071" y="1231"/>
                    <a:pt x="1069" y="1229"/>
                    <a:pt x="1068" y="1232"/>
                  </a:cubicBezTo>
                  <a:cubicBezTo>
                    <a:pt x="1066" y="1235"/>
                    <a:pt x="1067" y="1236"/>
                    <a:pt x="1065" y="1238"/>
                  </a:cubicBezTo>
                  <a:cubicBezTo>
                    <a:pt x="1064" y="1239"/>
                    <a:pt x="1062" y="1241"/>
                    <a:pt x="1060" y="1243"/>
                  </a:cubicBezTo>
                  <a:cubicBezTo>
                    <a:pt x="1058" y="1243"/>
                    <a:pt x="1056" y="1243"/>
                    <a:pt x="1054" y="1243"/>
                  </a:cubicBezTo>
                  <a:cubicBezTo>
                    <a:pt x="1052" y="1242"/>
                    <a:pt x="1050" y="1242"/>
                    <a:pt x="1047" y="1242"/>
                  </a:cubicBezTo>
                  <a:cubicBezTo>
                    <a:pt x="1042" y="1242"/>
                    <a:pt x="1038" y="1241"/>
                    <a:pt x="1035" y="1240"/>
                  </a:cubicBezTo>
                  <a:cubicBezTo>
                    <a:pt x="1032" y="1239"/>
                    <a:pt x="1030" y="1238"/>
                    <a:pt x="1028" y="1238"/>
                  </a:cubicBezTo>
                  <a:cubicBezTo>
                    <a:pt x="1026" y="1239"/>
                    <a:pt x="1025" y="1239"/>
                    <a:pt x="1024" y="1239"/>
                  </a:cubicBezTo>
                  <a:cubicBezTo>
                    <a:pt x="1022" y="1240"/>
                    <a:pt x="1020" y="1240"/>
                    <a:pt x="1017" y="1241"/>
                  </a:cubicBezTo>
                  <a:cubicBezTo>
                    <a:pt x="1017" y="1241"/>
                    <a:pt x="1017" y="1241"/>
                    <a:pt x="1017" y="1241"/>
                  </a:cubicBezTo>
                  <a:cubicBezTo>
                    <a:pt x="1014" y="1241"/>
                    <a:pt x="1012" y="1239"/>
                    <a:pt x="1011" y="1238"/>
                  </a:cubicBezTo>
                  <a:cubicBezTo>
                    <a:pt x="1010" y="1237"/>
                    <a:pt x="1010" y="1236"/>
                    <a:pt x="1009" y="1235"/>
                  </a:cubicBezTo>
                  <a:cubicBezTo>
                    <a:pt x="1007" y="1234"/>
                    <a:pt x="1005" y="1234"/>
                    <a:pt x="1004" y="1235"/>
                  </a:cubicBezTo>
                  <a:cubicBezTo>
                    <a:pt x="1003" y="1235"/>
                    <a:pt x="1001" y="1235"/>
                    <a:pt x="1000" y="1235"/>
                  </a:cubicBezTo>
                  <a:cubicBezTo>
                    <a:pt x="998" y="1235"/>
                    <a:pt x="997" y="1234"/>
                    <a:pt x="996" y="1232"/>
                  </a:cubicBezTo>
                  <a:cubicBezTo>
                    <a:pt x="995" y="1231"/>
                    <a:pt x="994" y="1230"/>
                    <a:pt x="992" y="1229"/>
                  </a:cubicBezTo>
                  <a:cubicBezTo>
                    <a:pt x="990" y="1227"/>
                    <a:pt x="988" y="1227"/>
                    <a:pt x="986" y="1227"/>
                  </a:cubicBezTo>
                  <a:cubicBezTo>
                    <a:pt x="983" y="1227"/>
                    <a:pt x="980" y="1228"/>
                    <a:pt x="978" y="1228"/>
                  </a:cubicBezTo>
                  <a:cubicBezTo>
                    <a:pt x="976" y="1229"/>
                    <a:pt x="974" y="1229"/>
                    <a:pt x="972" y="1229"/>
                  </a:cubicBezTo>
                  <a:cubicBezTo>
                    <a:pt x="970" y="1228"/>
                    <a:pt x="967" y="1228"/>
                    <a:pt x="965" y="1227"/>
                  </a:cubicBezTo>
                  <a:cubicBezTo>
                    <a:pt x="963" y="1227"/>
                    <a:pt x="961" y="1226"/>
                    <a:pt x="960" y="1225"/>
                  </a:cubicBezTo>
                  <a:cubicBezTo>
                    <a:pt x="958" y="1224"/>
                    <a:pt x="957" y="1222"/>
                    <a:pt x="956" y="1221"/>
                  </a:cubicBezTo>
                  <a:cubicBezTo>
                    <a:pt x="954" y="1219"/>
                    <a:pt x="953" y="1216"/>
                    <a:pt x="953" y="1213"/>
                  </a:cubicBezTo>
                  <a:cubicBezTo>
                    <a:pt x="953" y="1213"/>
                    <a:pt x="953" y="1213"/>
                    <a:pt x="953" y="1213"/>
                  </a:cubicBezTo>
                  <a:cubicBezTo>
                    <a:pt x="952" y="1212"/>
                    <a:pt x="952" y="1211"/>
                    <a:pt x="952" y="1210"/>
                  </a:cubicBezTo>
                  <a:cubicBezTo>
                    <a:pt x="951" y="1209"/>
                    <a:pt x="951" y="1209"/>
                    <a:pt x="950" y="1208"/>
                  </a:cubicBezTo>
                  <a:cubicBezTo>
                    <a:pt x="950" y="1208"/>
                    <a:pt x="950" y="1208"/>
                    <a:pt x="950" y="1208"/>
                  </a:cubicBezTo>
                  <a:cubicBezTo>
                    <a:pt x="949" y="1208"/>
                    <a:pt x="948" y="1207"/>
                    <a:pt x="947" y="1207"/>
                  </a:cubicBezTo>
                  <a:cubicBezTo>
                    <a:pt x="946" y="1207"/>
                    <a:pt x="944" y="1207"/>
                    <a:pt x="943" y="1207"/>
                  </a:cubicBezTo>
                  <a:cubicBezTo>
                    <a:pt x="943" y="1207"/>
                    <a:pt x="942" y="1208"/>
                    <a:pt x="942" y="1208"/>
                  </a:cubicBezTo>
                  <a:cubicBezTo>
                    <a:pt x="941" y="1210"/>
                    <a:pt x="941" y="1214"/>
                    <a:pt x="941" y="1216"/>
                  </a:cubicBezTo>
                  <a:cubicBezTo>
                    <a:pt x="842" y="1217"/>
                    <a:pt x="842" y="1217"/>
                    <a:pt x="842" y="1217"/>
                  </a:cubicBezTo>
                  <a:cubicBezTo>
                    <a:pt x="841" y="1217"/>
                    <a:pt x="570" y="1217"/>
                    <a:pt x="544" y="1217"/>
                  </a:cubicBezTo>
                  <a:cubicBezTo>
                    <a:pt x="417" y="1216"/>
                    <a:pt x="417" y="1216"/>
                    <a:pt x="417" y="1216"/>
                  </a:cubicBezTo>
                  <a:cubicBezTo>
                    <a:pt x="371" y="1216"/>
                    <a:pt x="371" y="1216"/>
                    <a:pt x="371" y="1216"/>
                  </a:cubicBezTo>
                  <a:cubicBezTo>
                    <a:pt x="370" y="1215"/>
                    <a:pt x="370" y="1215"/>
                    <a:pt x="370" y="1215"/>
                  </a:cubicBezTo>
                  <a:cubicBezTo>
                    <a:pt x="370" y="1215"/>
                    <a:pt x="369" y="1216"/>
                    <a:pt x="369" y="1214"/>
                  </a:cubicBezTo>
                  <a:cubicBezTo>
                    <a:pt x="369" y="1212"/>
                    <a:pt x="370" y="1210"/>
                    <a:pt x="370" y="1209"/>
                  </a:cubicBezTo>
                  <a:cubicBezTo>
                    <a:pt x="371" y="1209"/>
                    <a:pt x="373" y="1208"/>
                    <a:pt x="372" y="1207"/>
                  </a:cubicBezTo>
                  <a:cubicBezTo>
                    <a:pt x="371" y="1206"/>
                    <a:pt x="370" y="1205"/>
                    <a:pt x="369" y="1206"/>
                  </a:cubicBezTo>
                  <a:cubicBezTo>
                    <a:pt x="367" y="1207"/>
                    <a:pt x="366" y="1208"/>
                    <a:pt x="365" y="1206"/>
                  </a:cubicBezTo>
                  <a:cubicBezTo>
                    <a:pt x="365" y="1204"/>
                    <a:pt x="366" y="1203"/>
                    <a:pt x="365" y="1202"/>
                  </a:cubicBezTo>
                  <a:cubicBezTo>
                    <a:pt x="364" y="1201"/>
                    <a:pt x="363" y="1199"/>
                    <a:pt x="362" y="1201"/>
                  </a:cubicBezTo>
                  <a:cubicBezTo>
                    <a:pt x="360" y="1203"/>
                    <a:pt x="361" y="1204"/>
                    <a:pt x="359" y="1205"/>
                  </a:cubicBezTo>
                  <a:cubicBezTo>
                    <a:pt x="358" y="1205"/>
                    <a:pt x="357" y="1206"/>
                    <a:pt x="356" y="1205"/>
                  </a:cubicBezTo>
                  <a:cubicBezTo>
                    <a:pt x="355" y="1205"/>
                    <a:pt x="353" y="1205"/>
                    <a:pt x="353" y="1204"/>
                  </a:cubicBezTo>
                  <a:cubicBezTo>
                    <a:pt x="352" y="1202"/>
                    <a:pt x="352" y="1202"/>
                    <a:pt x="353" y="1201"/>
                  </a:cubicBezTo>
                  <a:cubicBezTo>
                    <a:pt x="353" y="1201"/>
                    <a:pt x="354" y="1200"/>
                    <a:pt x="355" y="1200"/>
                  </a:cubicBezTo>
                  <a:cubicBezTo>
                    <a:pt x="356" y="1200"/>
                    <a:pt x="356" y="1200"/>
                    <a:pt x="356" y="1199"/>
                  </a:cubicBezTo>
                  <a:cubicBezTo>
                    <a:pt x="356" y="1198"/>
                    <a:pt x="357" y="1198"/>
                    <a:pt x="356" y="1197"/>
                  </a:cubicBezTo>
                  <a:cubicBezTo>
                    <a:pt x="355" y="1197"/>
                    <a:pt x="354" y="1198"/>
                    <a:pt x="353" y="1197"/>
                  </a:cubicBezTo>
                  <a:cubicBezTo>
                    <a:pt x="352" y="1196"/>
                    <a:pt x="351" y="1196"/>
                    <a:pt x="351" y="1195"/>
                  </a:cubicBezTo>
                  <a:cubicBezTo>
                    <a:pt x="351" y="1194"/>
                    <a:pt x="350" y="1194"/>
                    <a:pt x="350" y="1193"/>
                  </a:cubicBezTo>
                  <a:cubicBezTo>
                    <a:pt x="351" y="1192"/>
                    <a:pt x="351" y="1191"/>
                    <a:pt x="351" y="1190"/>
                  </a:cubicBezTo>
                  <a:cubicBezTo>
                    <a:pt x="352" y="1190"/>
                    <a:pt x="352" y="1189"/>
                    <a:pt x="352" y="1188"/>
                  </a:cubicBezTo>
                  <a:cubicBezTo>
                    <a:pt x="351" y="1188"/>
                    <a:pt x="350" y="1186"/>
                    <a:pt x="350" y="1186"/>
                  </a:cubicBezTo>
                  <a:cubicBezTo>
                    <a:pt x="349" y="1186"/>
                    <a:pt x="348" y="1186"/>
                    <a:pt x="349" y="1187"/>
                  </a:cubicBezTo>
                  <a:cubicBezTo>
                    <a:pt x="349" y="1188"/>
                    <a:pt x="349" y="1189"/>
                    <a:pt x="349" y="1190"/>
                  </a:cubicBezTo>
                  <a:cubicBezTo>
                    <a:pt x="349" y="1191"/>
                    <a:pt x="349" y="1193"/>
                    <a:pt x="348" y="1193"/>
                  </a:cubicBezTo>
                  <a:cubicBezTo>
                    <a:pt x="348" y="1194"/>
                    <a:pt x="347" y="1195"/>
                    <a:pt x="346" y="1195"/>
                  </a:cubicBezTo>
                  <a:cubicBezTo>
                    <a:pt x="345" y="1195"/>
                    <a:pt x="344" y="1196"/>
                    <a:pt x="343" y="1195"/>
                  </a:cubicBezTo>
                  <a:cubicBezTo>
                    <a:pt x="342" y="1194"/>
                    <a:pt x="339" y="1193"/>
                    <a:pt x="338" y="1192"/>
                  </a:cubicBezTo>
                  <a:cubicBezTo>
                    <a:pt x="337" y="1191"/>
                    <a:pt x="335" y="1191"/>
                    <a:pt x="335" y="1190"/>
                  </a:cubicBezTo>
                  <a:cubicBezTo>
                    <a:pt x="335" y="1189"/>
                    <a:pt x="335" y="1188"/>
                    <a:pt x="336" y="1186"/>
                  </a:cubicBezTo>
                  <a:cubicBezTo>
                    <a:pt x="336" y="1184"/>
                    <a:pt x="336" y="1183"/>
                    <a:pt x="336" y="1182"/>
                  </a:cubicBezTo>
                  <a:cubicBezTo>
                    <a:pt x="337" y="1181"/>
                    <a:pt x="339" y="1180"/>
                    <a:pt x="340" y="1179"/>
                  </a:cubicBezTo>
                  <a:cubicBezTo>
                    <a:pt x="341" y="1178"/>
                    <a:pt x="343" y="1177"/>
                    <a:pt x="342" y="1177"/>
                  </a:cubicBezTo>
                  <a:cubicBezTo>
                    <a:pt x="340" y="1177"/>
                    <a:pt x="340" y="1177"/>
                    <a:pt x="338" y="1178"/>
                  </a:cubicBezTo>
                  <a:cubicBezTo>
                    <a:pt x="337" y="1179"/>
                    <a:pt x="336" y="1180"/>
                    <a:pt x="334" y="1180"/>
                  </a:cubicBezTo>
                  <a:cubicBezTo>
                    <a:pt x="333" y="1180"/>
                    <a:pt x="332" y="1180"/>
                    <a:pt x="331" y="1180"/>
                  </a:cubicBezTo>
                  <a:cubicBezTo>
                    <a:pt x="330" y="1179"/>
                    <a:pt x="329" y="1179"/>
                    <a:pt x="329" y="1177"/>
                  </a:cubicBezTo>
                  <a:cubicBezTo>
                    <a:pt x="330" y="1176"/>
                    <a:pt x="330" y="1176"/>
                    <a:pt x="331" y="1175"/>
                  </a:cubicBezTo>
                  <a:cubicBezTo>
                    <a:pt x="331" y="1173"/>
                    <a:pt x="331" y="1173"/>
                    <a:pt x="331" y="1171"/>
                  </a:cubicBezTo>
                  <a:cubicBezTo>
                    <a:pt x="330" y="1170"/>
                    <a:pt x="329" y="1170"/>
                    <a:pt x="330" y="1169"/>
                  </a:cubicBezTo>
                  <a:cubicBezTo>
                    <a:pt x="331" y="1167"/>
                    <a:pt x="332" y="1167"/>
                    <a:pt x="331" y="1166"/>
                  </a:cubicBezTo>
                  <a:cubicBezTo>
                    <a:pt x="331" y="1166"/>
                    <a:pt x="331" y="1164"/>
                    <a:pt x="330" y="1166"/>
                  </a:cubicBezTo>
                  <a:cubicBezTo>
                    <a:pt x="329" y="1168"/>
                    <a:pt x="329" y="1167"/>
                    <a:pt x="329" y="1169"/>
                  </a:cubicBezTo>
                  <a:cubicBezTo>
                    <a:pt x="329" y="1171"/>
                    <a:pt x="329" y="1171"/>
                    <a:pt x="329" y="1172"/>
                  </a:cubicBezTo>
                  <a:cubicBezTo>
                    <a:pt x="329" y="1174"/>
                    <a:pt x="329" y="1175"/>
                    <a:pt x="327" y="1176"/>
                  </a:cubicBezTo>
                  <a:cubicBezTo>
                    <a:pt x="326" y="1177"/>
                    <a:pt x="327" y="1177"/>
                    <a:pt x="325" y="1177"/>
                  </a:cubicBezTo>
                  <a:cubicBezTo>
                    <a:pt x="323" y="1177"/>
                    <a:pt x="321" y="1177"/>
                    <a:pt x="320" y="1176"/>
                  </a:cubicBezTo>
                  <a:cubicBezTo>
                    <a:pt x="320" y="1175"/>
                    <a:pt x="321" y="1173"/>
                    <a:pt x="319" y="1173"/>
                  </a:cubicBezTo>
                  <a:cubicBezTo>
                    <a:pt x="318" y="1172"/>
                    <a:pt x="316" y="1172"/>
                    <a:pt x="316" y="1173"/>
                  </a:cubicBezTo>
                  <a:cubicBezTo>
                    <a:pt x="316" y="1174"/>
                    <a:pt x="316" y="1176"/>
                    <a:pt x="315" y="1176"/>
                  </a:cubicBezTo>
                  <a:cubicBezTo>
                    <a:pt x="315" y="1177"/>
                    <a:pt x="313" y="1177"/>
                    <a:pt x="312" y="1177"/>
                  </a:cubicBezTo>
                  <a:cubicBezTo>
                    <a:pt x="311" y="1177"/>
                    <a:pt x="310" y="1177"/>
                    <a:pt x="309" y="1177"/>
                  </a:cubicBezTo>
                  <a:cubicBezTo>
                    <a:pt x="308" y="1178"/>
                    <a:pt x="305" y="1179"/>
                    <a:pt x="305" y="1177"/>
                  </a:cubicBezTo>
                  <a:cubicBezTo>
                    <a:pt x="305" y="1176"/>
                    <a:pt x="306" y="1175"/>
                    <a:pt x="307" y="1175"/>
                  </a:cubicBezTo>
                  <a:cubicBezTo>
                    <a:pt x="308" y="1175"/>
                    <a:pt x="310" y="1175"/>
                    <a:pt x="311" y="1174"/>
                  </a:cubicBezTo>
                  <a:cubicBezTo>
                    <a:pt x="312" y="1174"/>
                    <a:pt x="312" y="1174"/>
                    <a:pt x="313" y="1173"/>
                  </a:cubicBezTo>
                  <a:cubicBezTo>
                    <a:pt x="314" y="1172"/>
                    <a:pt x="315" y="1172"/>
                    <a:pt x="315" y="1171"/>
                  </a:cubicBezTo>
                  <a:cubicBezTo>
                    <a:pt x="315" y="1170"/>
                    <a:pt x="315" y="1169"/>
                    <a:pt x="316" y="1169"/>
                  </a:cubicBezTo>
                  <a:cubicBezTo>
                    <a:pt x="316" y="1168"/>
                    <a:pt x="317" y="1168"/>
                    <a:pt x="317" y="1167"/>
                  </a:cubicBezTo>
                  <a:cubicBezTo>
                    <a:pt x="317" y="1166"/>
                    <a:pt x="317" y="1164"/>
                    <a:pt x="316" y="1163"/>
                  </a:cubicBezTo>
                  <a:cubicBezTo>
                    <a:pt x="315" y="1161"/>
                    <a:pt x="314" y="1161"/>
                    <a:pt x="314" y="1163"/>
                  </a:cubicBezTo>
                  <a:cubicBezTo>
                    <a:pt x="314" y="1165"/>
                    <a:pt x="315" y="1165"/>
                    <a:pt x="314" y="1166"/>
                  </a:cubicBezTo>
                  <a:cubicBezTo>
                    <a:pt x="314" y="1168"/>
                    <a:pt x="313" y="1167"/>
                    <a:pt x="313" y="1169"/>
                  </a:cubicBezTo>
                  <a:cubicBezTo>
                    <a:pt x="312" y="1170"/>
                    <a:pt x="311" y="1170"/>
                    <a:pt x="310" y="1171"/>
                  </a:cubicBezTo>
                  <a:cubicBezTo>
                    <a:pt x="309" y="1171"/>
                    <a:pt x="308" y="1172"/>
                    <a:pt x="307" y="1171"/>
                  </a:cubicBezTo>
                  <a:cubicBezTo>
                    <a:pt x="306" y="1170"/>
                    <a:pt x="305" y="1169"/>
                    <a:pt x="305" y="1167"/>
                  </a:cubicBezTo>
                  <a:cubicBezTo>
                    <a:pt x="304" y="1165"/>
                    <a:pt x="303" y="1164"/>
                    <a:pt x="302" y="1164"/>
                  </a:cubicBezTo>
                  <a:cubicBezTo>
                    <a:pt x="300" y="1163"/>
                    <a:pt x="298" y="1162"/>
                    <a:pt x="297" y="1162"/>
                  </a:cubicBezTo>
                  <a:cubicBezTo>
                    <a:pt x="296" y="1163"/>
                    <a:pt x="296" y="1164"/>
                    <a:pt x="295" y="1165"/>
                  </a:cubicBezTo>
                  <a:cubicBezTo>
                    <a:pt x="293" y="1166"/>
                    <a:pt x="292" y="1168"/>
                    <a:pt x="292" y="1166"/>
                  </a:cubicBezTo>
                  <a:cubicBezTo>
                    <a:pt x="291" y="1165"/>
                    <a:pt x="292" y="1164"/>
                    <a:pt x="293" y="1163"/>
                  </a:cubicBezTo>
                  <a:cubicBezTo>
                    <a:pt x="294" y="1162"/>
                    <a:pt x="294" y="1161"/>
                    <a:pt x="294" y="1160"/>
                  </a:cubicBezTo>
                  <a:cubicBezTo>
                    <a:pt x="293" y="1160"/>
                    <a:pt x="294" y="1158"/>
                    <a:pt x="292" y="1159"/>
                  </a:cubicBezTo>
                  <a:cubicBezTo>
                    <a:pt x="291" y="1160"/>
                    <a:pt x="290" y="1161"/>
                    <a:pt x="287" y="1161"/>
                  </a:cubicBezTo>
                  <a:cubicBezTo>
                    <a:pt x="284" y="1162"/>
                    <a:pt x="284" y="1162"/>
                    <a:pt x="282" y="1161"/>
                  </a:cubicBezTo>
                  <a:cubicBezTo>
                    <a:pt x="280" y="1161"/>
                    <a:pt x="279" y="1160"/>
                    <a:pt x="277" y="1161"/>
                  </a:cubicBezTo>
                  <a:cubicBezTo>
                    <a:pt x="275" y="1161"/>
                    <a:pt x="274" y="1161"/>
                    <a:pt x="272" y="1160"/>
                  </a:cubicBezTo>
                  <a:cubicBezTo>
                    <a:pt x="271" y="1159"/>
                    <a:pt x="272" y="1158"/>
                    <a:pt x="273" y="1158"/>
                  </a:cubicBezTo>
                  <a:cubicBezTo>
                    <a:pt x="275" y="1158"/>
                    <a:pt x="275" y="1158"/>
                    <a:pt x="278" y="1157"/>
                  </a:cubicBezTo>
                  <a:cubicBezTo>
                    <a:pt x="280" y="1157"/>
                    <a:pt x="280" y="1158"/>
                    <a:pt x="282" y="1156"/>
                  </a:cubicBezTo>
                  <a:cubicBezTo>
                    <a:pt x="284" y="1155"/>
                    <a:pt x="285" y="1154"/>
                    <a:pt x="284" y="1154"/>
                  </a:cubicBezTo>
                  <a:cubicBezTo>
                    <a:pt x="283" y="1153"/>
                    <a:pt x="283" y="1155"/>
                    <a:pt x="281" y="1155"/>
                  </a:cubicBezTo>
                  <a:cubicBezTo>
                    <a:pt x="280" y="1156"/>
                    <a:pt x="279" y="1156"/>
                    <a:pt x="277" y="1156"/>
                  </a:cubicBezTo>
                  <a:cubicBezTo>
                    <a:pt x="275" y="1155"/>
                    <a:pt x="273" y="1155"/>
                    <a:pt x="273" y="1154"/>
                  </a:cubicBezTo>
                  <a:cubicBezTo>
                    <a:pt x="274" y="1153"/>
                    <a:pt x="276" y="1152"/>
                    <a:pt x="276" y="1151"/>
                  </a:cubicBezTo>
                  <a:cubicBezTo>
                    <a:pt x="277" y="1151"/>
                    <a:pt x="276" y="1150"/>
                    <a:pt x="277" y="1149"/>
                  </a:cubicBezTo>
                  <a:cubicBezTo>
                    <a:pt x="278" y="1148"/>
                    <a:pt x="280" y="1147"/>
                    <a:pt x="282" y="1147"/>
                  </a:cubicBezTo>
                  <a:cubicBezTo>
                    <a:pt x="283" y="1147"/>
                    <a:pt x="284" y="1147"/>
                    <a:pt x="285" y="1147"/>
                  </a:cubicBezTo>
                  <a:cubicBezTo>
                    <a:pt x="287" y="1148"/>
                    <a:pt x="287" y="1148"/>
                    <a:pt x="289" y="1148"/>
                  </a:cubicBezTo>
                  <a:cubicBezTo>
                    <a:pt x="291" y="1148"/>
                    <a:pt x="292" y="1148"/>
                    <a:pt x="293" y="1147"/>
                  </a:cubicBezTo>
                  <a:cubicBezTo>
                    <a:pt x="294" y="1146"/>
                    <a:pt x="296" y="1144"/>
                    <a:pt x="295" y="1143"/>
                  </a:cubicBezTo>
                  <a:cubicBezTo>
                    <a:pt x="294" y="1142"/>
                    <a:pt x="292" y="1143"/>
                    <a:pt x="291" y="1145"/>
                  </a:cubicBezTo>
                  <a:cubicBezTo>
                    <a:pt x="290" y="1146"/>
                    <a:pt x="288" y="1146"/>
                    <a:pt x="287" y="1146"/>
                  </a:cubicBezTo>
                  <a:cubicBezTo>
                    <a:pt x="286" y="1146"/>
                    <a:pt x="284" y="1146"/>
                    <a:pt x="283" y="1146"/>
                  </a:cubicBezTo>
                  <a:cubicBezTo>
                    <a:pt x="283" y="1145"/>
                    <a:pt x="282" y="1145"/>
                    <a:pt x="281" y="1145"/>
                  </a:cubicBezTo>
                  <a:cubicBezTo>
                    <a:pt x="280" y="1145"/>
                    <a:pt x="279" y="1143"/>
                    <a:pt x="279" y="1142"/>
                  </a:cubicBezTo>
                  <a:cubicBezTo>
                    <a:pt x="280" y="1141"/>
                    <a:pt x="280" y="1140"/>
                    <a:pt x="279" y="1140"/>
                  </a:cubicBezTo>
                  <a:cubicBezTo>
                    <a:pt x="278" y="1140"/>
                    <a:pt x="277" y="1141"/>
                    <a:pt x="277" y="1143"/>
                  </a:cubicBezTo>
                  <a:cubicBezTo>
                    <a:pt x="277" y="1145"/>
                    <a:pt x="278" y="1145"/>
                    <a:pt x="276" y="1146"/>
                  </a:cubicBezTo>
                  <a:cubicBezTo>
                    <a:pt x="275" y="1147"/>
                    <a:pt x="275" y="1148"/>
                    <a:pt x="274" y="1148"/>
                  </a:cubicBezTo>
                  <a:cubicBezTo>
                    <a:pt x="273" y="1149"/>
                    <a:pt x="270" y="1149"/>
                    <a:pt x="270" y="1148"/>
                  </a:cubicBezTo>
                  <a:cubicBezTo>
                    <a:pt x="270" y="1146"/>
                    <a:pt x="271" y="1143"/>
                    <a:pt x="271" y="1141"/>
                  </a:cubicBezTo>
                  <a:cubicBezTo>
                    <a:pt x="270" y="1139"/>
                    <a:pt x="273" y="1138"/>
                    <a:pt x="275" y="1137"/>
                  </a:cubicBezTo>
                  <a:cubicBezTo>
                    <a:pt x="276" y="1136"/>
                    <a:pt x="276" y="1136"/>
                    <a:pt x="277" y="1135"/>
                  </a:cubicBezTo>
                  <a:cubicBezTo>
                    <a:pt x="279" y="1135"/>
                    <a:pt x="279" y="1135"/>
                    <a:pt x="280" y="1133"/>
                  </a:cubicBezTo>
                  <a:cubicBezTo>
                    <a:pt x="280" y="1130"/>
                    <a:pt x="281" y="1130"/>
                    <a:pt x="282" y="1130"/>
                  </a:cubicBezTo>
                  <a:cubicBezTo>
                    <a:pt x="283" y="1130"/>
                    <a:pt x="285" y="1130"/>
                    <a:pt x="285" y="1131"/>
                  </a:cubicBezTo>
                  <a:cubicBezTo>
                    <a:pt x="286" y="1132"/>
                    <a:pt x="285" y="1132"/>
                    <a:pt x="286" y="1133"/>
                  </a:cubicBezTo>
                  <a:cubicBezTo>
                    <a:pt x="288" y="1135"/>
                    <a:pt x="289" y="1135"/>
                    <a:pt x="290" y="1136"/>
                  </a:cubicBezTo>
                  <a:cubicBezTo>
                    <a:pt x="292" y="1136"/>
                    <a:pt x="293" y="1138"/>
                    <a:pt x="293" y="1136"/>
                  </a:cubicBezTo>
                  <a:cubicBezTo>
                    <a:pt x="293" y="1134"/>
                    <a:pt x="292" y="1133"/>
                    <a:pt x="291" y="1132"/>
                  </a:cubicBezTo>
                  <a:cubicBezTo>
                    <a:pt x="290" y="1131"/>
                    <a:pt x="290" y="1129"/>
                    <a:pt x="290" y="1129"/>
                  </a:cubicBezTo>
                  <a:cubicBezTo>
                    <a:pt x="290" y="1128"/>
                    <a:pt x="291" y="1129"/>
                    <a:pt x="292" y="1128"/>
                  </a:cubicBezTo>
                  <a:cubicBezTo>
                    <a:pt x="292" y="1127"/>
                    <a:pt x="293" y="1126"/>
                    <a:pt x="291" y="1126"/>
                  </a:cubicBezTo>
                  <a:cubicBezTo>
                    <a:pt x="289" y="1126"/>
                    <a:pt x="288" y="1126"/>
                    <a:pt x="287" y="1126"/>
                  </a:cubicBezTo>
                  <a:cubicBezTo>
                    <a:pt x="286" y="1126"/>
                    <a:pt x="285" y="1127"/>
                    <a:pt x="284" y="1126"/>
                  </a:cubicBezTo>
                  <a:cubicBezTo>
                    <a:pt x="284" y="1125"/>
                    <a:pt x="282" y="1124"/>
                    <a:pt x="283" y="1123"/>
                  </a:cubicBezTo>
                  <a:cubicBezTo>
                    <a:pt x="285" y="1122"/>
                    <a:pt x="285" y="1122"/>
                    <a:pt x="286" y="1121"/>
                  </a:cubicBezTo>
                  <a:cubicBezTo>
                    <a:pt x="287" y="1120"/>
                    <a:pt x="287" y="1120"/>
                    <a:pt x="287" y="1119"/>
                  </a:cubicBezTo>
                  <a:cubicBezTo>
                    <a:pt x="288" y="1118"/>
                    <a:pt x="288" y="1116"/>
                    <a:pt x="287" y="1115"/>
                  </a:cubicBezTo>
                  <a:cubicBezTo>
                    <a:pt x="287" y="1114"/>
                    <a:pt x="286" y="1111"/>
                    <a:pt x="285" y="1112"/>
                  </a:cubicBezTo>
                  <a:cubicBezTo>
                    <a:pt x="284" y="1112"/>
                    <a:pt x="284" y="1114"/>
                    <a:pt x="285" y="1116"/>
                  </a:cubicBezTo>
                  <a:cubicBezTo>
                    <a:pt x="285" y="1118"/>
                    <a:pt x="286" y="1118"/>
                    <a:pt x="284" y="1120"/>
                  </a:cubicBezTo>
                  <a:cubicBezTo>
                    <a:pt x="282" y="1121"/>
                    <a:pt x="281" y="1121"/>
                    <a:pt x="280" y="1122"/>
                  </a:cubicBezTo>
                  <a:cubicBezTo>
                    <a:pt x="279" y="1124"/>
                    <a:pt x="279" y="1124"/>
                    <a:pt x="278" y="1125"/>
                  </a:cubicBezTo>
                  <a:cubicBezTo>
                    <a:pt x="277" y="1126"/>
                    <a:pt x="277" y="1126"/>
                    <a:pt x="275" y="1126"/>
                  </a:cubicBezTo>
                  <a:cubicBezTo>
                    <a:pt x="274" y="1127"/>
                    <a:pt x="273" y="1127"/>
                    <a:pt x="272" y="1127"/>
                  </a:cubicBezTo>
                  <a:cubicBezTo>
                    <a:pt x="271" y="1127"/>
                    <a:pt x="269" y="1127"/>
                    <a:pt x="269" y="1125"/>
                  </a:cubicBezTo>
                  <a:cubicBezTo>
                    <a:pt x="269" y="1123"/>
                    <a:pt x="269" y="1123"/>
                    <a:pt x="269" y="1122"/>
                  </a:cubicBezTo>
                  <a:cubicBezTo>
                    <a:pt x="268" y="1121"/>
                    <a:pt x="268" y="1120"/>
                    <a:pt x="267" y="1121"/>
                  </a:cubicBezTo>
                  <a:cubicBezTo>
                    <a:pt x="266" y="1121"/>
                    <a:pt x="266" y="1123"/>
                    <a:pt x="265" y="1124"/>
                  </a:cubicBezTo>
                  <a:cubicBezTo>
                    <a:pt x="263" y="1125"/>
                    <a:pt x="263" y="1125"/>
                    <a:pt x="262" y="1125"/>
                  </a:cubicBezTo>
                  <a:cubicBezTo>
                    <a:pt x="261" y="1124"/>
                    <a:pt x="260" y="1124"/>
                    <a:pt x="261" y="1123"/>
                  </a:cubicBezTo>
                  <a:cubicBezTo>
                    <a:pt x="261" y="1121"/>
                    <a:pt x="261" y="1121"/>
                    <a:pt x="262" y="1120"/>
                  </a:cubicBezTo>
                  <a:cubicBezTo>
                    <a:pt x="263" y="1119"/>
                    <a:pt x="263" y="1118"/>
                    <a:pt x="263" y="1117"/>
                  </a:cubicBezTo>
                  <a:cubicBezTo>
                    <a:pt x="263" y="1116"/>
                    <a:pt x="265" y="1115"/>
                    <a:pt x="265" y="1114"/>
                  </a:cubicBezTo>
                  <a:cubicBezTo>
                    <a:pt x="265" y="1113"/>
                    <a:pt x="265" y="1112"/>
                    <a:pt x="264" y="1112"/>
                  </a:cubicBezTo>
                  <a:cubicBezTo>
                    <a:pt x="263" y="1112"/>
                    <a:pt x="264" y="1114"/>
                    <a:pt x="261" y="1114"/>
                  </a:cubicBezTo>
                  <a:cubicBezTo>
                    <a:pt x="258" y="1113"/>
                    <a:pt x="257" y="1113"/>
                    <a:pt x="257" y="1109"/>
                  </a:cubicBezTo>
                  <a:cubicBezTo>
                    <a:pt x="257" y="1105"/>
                    <a:pt x="256" y="1104"/>
                    <a:pt x="254" y="1103"/>
                  </a:cubicBezTo>
                  <a:cubicBezTo>
                    <a:pt x="253" y="1103"/>
                    <a:pt x="251" y="1103"/>
                    <a:pt x="250" y="1102"/>
                  </a:cubicBezTo>
                  <a:cubicBezTo>
                    <a:pt x="248" y="1100"/>
                    <a:pt x="247" y="1097"/>
                    <a:pt x="248" y="1097"/>
                  </a:cubicBezTo>
                  <a:cubicBezTo>
                    <a:pt x="249" y="1096"/>
                    <a:pt x="251" y="1096"/>
                    <a:pt x="251" y="1097"/>
                  </a:cubicBezTo>
                  <a:cubicBezTo>
                    <a:pt x="252" y="1099"/>
                    <a:pt x="251" y="1098"/>
                    <a:pt x="253" y="1099"/>
                  </a:cubicBezTo>
                  <a:cubicBezTo>
                    <a:pt x="254" y="1100"/>
                    <a:pt x="255" y="1101"/>
                    <a:pt x="256" y="1101"/>
                  </a:cubicBezTo>
                  <a:cubicBezTo>
                    <a:pt x="257" y="1100"/>
                    <a:pt x="258" y="1099"/>
                    <a:pt x="259" y="1099"/>
                  </a:cubicBezTo>
                  <a:cubicBezTo>
                    <a:pt x="259" y="1098"/>
                    <a:pt x="260" y="1098"/>
                    <a:pt x="261" y="1098"/>
                  </a:cubicBezTo>
                  <a:cubicBezTo>
                    <a:pt x="263" y="1099"/>
                    <a:pt x="263" y="1100"/>
                    <a:pt x="264" y="1099"/>
                  </a:cubicBezTo>
                  <a:cubicBezTo>
                    <a:pt x="265" y="1097"/>
                    <a:pt x="266" y="1096"/>
                    <a:pt x="265" y="1095"/>
                  </a:cubicBezTo>
                  <a:cubicBezTo>
                    <a:pt x="264" y="1095"/>
                    <a:pt x="262" y="1094"/>
                    <a:pt x="261" y="1095"/>
                  </a:cubicBezTo>
                  <a:cubicBezTo>
                    <a:pt x="259" y="1096"/>
                    <a:pt x="260" y="1096"/>
                    <a:pt x="258" y="1096"/>
                  </a:cubicBezTo>
                  <a:cubicBezTo>
                    <a:pt x="257" y="1096"/>
                    <a:pt x="255" y="1095"/>
                    <a:pt x="254" y="1094"/>
                  </a:cubicBezTo>
                  <a:cubicBezTo>
                    <a:pt x="254" y="1093"/>
                    <a:pt x="252" y="1093"/>
                    <a:pt x="251" y="1092"/>
                  </a:cubicBezTo>
                  <a:cubicBezTo>
                    <a:pt x="251" y="1090"/>
                    <a:pt x="250" y="1088"/>
                    <a:pt x="252" y="1087"/>
                  </a:cubicBezTo>
                  <a:cubicBezTo>
                    <a:pt x="253" y="1087"/>
                    <a:pt x="254" y="1087"/>
                    <a:pt x="254" y="1086"/>
                  </a:cubicBezTo>
                  <a:cubicBezTo>
                    <a:pt x="255" y="1086"/>
                    <a:pt x="255" y="1085"/>
                    <a:pt x="255" y="1084"/>
                  </a:cubicBezTo>
                  <a:cubicBezTo>
                    <a:pt x="255" y="1084"/>
                    <a:pt x="254" y="1084"/>
                    <a:pt x="254" y="1083"/>
                  </a:cubicBezTo>
                  <a:cubicBezTo>
                    <a:pt x="254" y="1082"/>
                    <a:pt x="254" y="1080"/>
                    <a:pt x="254" y="1080"/>
                  </a:cubicBezTo>
                  <a:cubicBezTo>
                    <a:pt x="254" y="1080"/>
                    <a:pt x="252" y="1078"/>
                    <a:pt x="251" y="1081"/>
                  </a:cubicBezTo>
                  <a:cubicBezTo>
                    <a:pt x="250" y="1084"/>
                    <a:pt x="248" y="1083"/>
                    <a:pt x="248" y="1083"/>
                  </a:cubicBezTo>
                  <a:cubicBezTo>
                    <a:pt x="247" y="1083"/>
                    <a:pt x="245" y="1082"/>
                    <a:pt x="245" y="1085"/>
                  </a:cubicBezTo>
                  <a:cubicBezTo>
                    <a:pt x="244" y="1087"/>
                    <a:pt x="244" y="1088"/>
                    <a:pt x="242" y="1089"/>
                  </a:cubicBezTo>
                  <a:cubicBezTo>
                    <a:pt x="241" y="1090"/>
                    <a:pt x="242" y="1090"/>
                    <a:pt x="240" y="1092"/>
                  </a:cubicBezTo>
                  <a:cubicBezTo>
                    <a:pt x="239" y="1094"/>
                    <a:pt x="237" y="1095"/>
                    <a:pt x="237" y="1093"/>
                  </a:cubicBezTo>
                  <a:cubicBezTo>
                    <a:pt x="236" y="1091"/>
                    <a:pt x="234" y="1089"/>
                    <a:pt x="232" y="1088"/>
                  </a:cubicBezTo>
                  <a:cubicBezTo>
                    <a:pt x="230" y="1088"/>
                    <a:pt x="229" y="1087"/>
                    <a:pt x="228" y="1086"/>
                  </a:cubicBezTo>
                  <a:cubicBezTo>
                    <a:pt x="226" y="1085"/>
                    <a:pt x="225" y="1084"/>
                    <a:pt x="225" y="1082"/>
                  </a:cubicBezTo>
                  <a:cubicBezTo>
                    <a:pt x="225" y="1081"/>
                    <a:pt x="224" y="1079"/>
                    <a:pt x="226" y="1080"/>
                  </a:cubicBezTo>
                  <a:cubicBezTo>
                    <a:pt x="227" y="1080"/>
                    <a:pt x="228" y="1081"/>
                    <a:pt x="228" y="1082"/>
                  </a:cubicBezTo>
                  <a:cubicBezTo>
                    <a:pt x="229" y="1083"/>
                    <a:pt x="231" y="1083"/>
                    <a:pt x="231" y="1082"/>
                  </a:cubicBezTo>
                  <a:cubicBezTo>
                    <a:pt x="231" y="1081"/>
                    <a:pt x="232" y="1081"/>
                    <a:pt x="231" y="1079"/>
                  </a:cubicBezTo>
                  <a:cubicBezTo>
                    <a:pt x="230" y="1078"/>
                    <a:pt x="230" y="1079"/>
                    <a:pt x="231" y="1077"/>
                  </a:cubicBezTo>
                  <a:cubicBezTo>
                    <a:pt x="232" y="1076"/>
                    <a:pt x="232" y="1076"/>
                    <a:pt x="233" y="1076"/>
                  </a:cubicBezTo>
                  <a:cubicBezTo>
                    <a:pt x="234" y="1075"/>
                    <a:pt x="235" y="1075"/>
                    <a:pt x="235" y="1074"/>
                  </a:cubicBezTo>
                  <a:cubicBezTo>
                    <a:pt x="235" y="1073"/>
                    <a:pt x="234" y="1073"/>
                    <a:pt x="232" y="1073"/>
                  </a:cubicBezTo>
                  <a:cubicBezTo>
                    <a:pt x="230" y="1074"/>
                    <a:pt x="230" y="1074"/>
                    <a:pt x="228" y="1075"/>
                  </a:cubicBezTo>
                  <a:cubicBezTo>
                    <a:pt x="227" y="1075"/>
                    <a:pt x="226" y="1075"/>
                    <a:pt x="224" y="1075"/>
                  </a:cubicBezTo>
                  <a:cubicBezTo>
                    <a:pt x="222" y="1075"/>
                    <a:pt x="221" y="1075"/>
                    <a:pt x="221" y="1074"/>
                  </a:cubicBezTo>
                  <a:cubicBezTo>
                    <a:pt x="220" y="1073"/>
                    <a:pt x="220" y="1071"/>
                    <a:pt x="220" y="1071"/>
                  </a:cubicBezTo>
                  <a:cubicBezTo>
                    <a:pt x="220" y="1070"/>
                    <a:pt x="221" y="1070"/>
                    <a:pt x="222" y="1071"/>
                  </a:cubicBezTo>
                  <a:cubicBezTo>
                    <a:pt x="222" y="1071"/>
                    <a:pt x="223" y="1072"/>
                    <a:pt x="224" y="1072"/>
                  </a:cubicBezTo>
                  <a:cubicBezTo>
                    <a:pt x="225" y="1071"/>
                    <a:pt x="225" y="1071"/>
                    <a:pt x="225" y="1070"/>
                  </a:cubicBezTo>
                  <a:cubicBezTo>
                    <a:pt x="225" y="1069"/>
                    <a:pt x="224" y="1069"/>
                    <a:pt x="225" y="1068"/>
                  </a:cubicBezTo>
                  <a:cubicBezTo>
                    <a:pt x="226" y="1067"/>
                    <a:pt x="226" y="1066"/>
                    <a:pt x="225" y="1066"/>
                  </a:cubicBezTo>
                  <a:cubicBezTo>
                    <a:pt x="225" y="1065"/>
                    <a:pt x="224" y="1066"/>
                    <a:pt x="223" y="1065"/>
                  </a:cubicBezTo>
                  <a:cubicBezTo>
                    <a:pt x="222" y="1063"/>
                    <a:pt x="221" y="1062"/>
                    <a:pt x="222" y="1062"/>
                  </a:cubicBezTo>
                  <a:cubicBezTo>
                    <a:pt x="223" y="1062"/>
                    <a:pt x="224" y="1062"/>
                    <a:pt x="224" y="1062"/>
                  </a:cubicBezTo>
                  <a:cubicBezTo>
                    <a:pt x="225" y="1063"/>
                    <a:pt x="226" y="1063"/>
                    <a:pt x="226" y="1063"/>
                  </a:cubicBezTo>
                  <a:cubicBezTo>
                    <a:pt x="227" y="1063"/>
                    <a:pt x="227" y="1062"/>
                    <a:pt x="227" y="1061"/>
                  </a:cubicBezTo>
                  <a:cubicBezTo>
                    <a:pt x="227" y="1061"/>
                    <a:pt x="226" y="1060"/>
                    <a:pt x="225" y="1060"/>
                  </a:cubicBezTo>
                  <a:cubicBezTo>
                    <a:pt x="225" y="1060"/>
                    <a:pt x="224" y="1059"/>
                    <a:pt x="224" y="1059"/>
                  </a:cubicBezTo>
                  <a:cubicBezTo>
                    <a:pt x="224" y="1058"/>
                    <a:pt x="224" y="1058"/>
                    <a:pt x="224" y="1057"/>
                  </a:cubicBezTo>
                  <a:cubicBezTo>
                    <a:pt x="224" y="1056"/>
                    <a:pt x="225" y="1056"/>
                    <a:pt x="225" y="1056"/>
                  </a:cubicBezTo>
                  <a:cubicBezTo>
                    <a:pt x="225" y="1055"/>
                    <a:pt x="227" y="1054"/>
                    <a:pt x="227" y="1054"/>
                  </a:cubicBezTo>
                  <a:cubicBezTo>
                    <a:pt x="228" y="1054"/>
                    <a:pt x="229" y="1054"/>
                    <a:pt x="231" y="1054"/>
                  </a:cubicBezTo>
                  <a:cubicBezTo>
                    <a:pt x="232" y="1053"/>
                    <a:pt x="233" y="1053"/>
                    <a:pt x="233" y="1053"/>
                  </a:cubicBezTo>
                  <a:cubicBezTo>
                    <a:pt x="233" y="1053"/>
                    <a:pt x="233" y="1052"/>
                    <a:pt x="232" y="1052"/>
                  </a:cubicBezTo>
                  <a:cubicBezTo>
                    <a:pt x="232" y="1051"/>
                    <a:pt x="230" y="1051"/>
                    <a:pt x="229" y="1051"/>
                  </a:cubicBezTo>
                  <a:cubicBezTo>
                    <a:pt x="228" y="1051"/>
                    <a:pt x="227" y="1051"/>
                    <a:pt x="227" y="1050"/>
                  </a:cubicBezTo>
                  <a:cubicBezTo>
                    <a:pt x="227" y="1050"/>
                    <a:pt x="227" y="1049"/>
                    <a:pt x="228" y="1048"/>
                  </a:cubicBezTo>
                  <a:cubicBezTo>
                    <a:pt x="228" y="1048"/>
                    <a:pt x="230" y="1046"/>
                    <a:pt x="230" y="1046"/>
                  </a:cubicBezTo>
                  <a:cubicBezTo>
                    <a:pt x="230" y="1046"/>
                    <a:pt x="231" y="1044"/>
                    <a:pt x="232" y="1042"/>
                  </a:cubicBezTo>
                  <a:cubicBezTo>
                    <a:pt x="233" y="1041"/>
                    <a:pt x="235" y="1041"/>
                    <a:pt x="235" y="1040"/>
                  </a:cubicBezTo>
                  <a:cubicBezTo>
                    <a:pt x="235" y="1038"/>
                    <a:pt x="234" y="1039"/>
                    <a:pt x="233" y="1038"/>
                  </a:cubicBezTo>
                  <a:cubicBezTo>
                    <a:pt x="231" y="1036"/>
                    <a:pt x="230" y="1035"/>
                    <a:pt x="229" y="1035"/>
                  </a:cubicBezTo>
                  <a:cubicBezTo>
                    <a:pt x="228" y="1035"/>
                    <a:pt x="228" y="1037"/>
                    <a:pt x="228" y="1038"/>
                  </a:cubicBezTo>
                  <a:cubicBezTo>
                    <a:pt x="227" y="1040"/>
                    <a:pt x="228" y="1041"/>
                    <a:pt x="227" y="1043"/>
                  </a:cubicBezTo>
                  <a:cubicBezTo>
                    <a:pt x="226" y="1044"/>
                    <a:pt x="226" y="1045"/>
                    <a:pt x="225" y="1045"/>
                  </a:cubicBezTo>
                  <a:cubicBezTo>
                    <a:pt x="226" y="1044"/>
                    <a:pt x="226" y="1043"/>
                    <a:pt x="226" y="1043"/>
                  </a:cubicBezTo>
                  <a:cubicBezTo>
                    <a:pt x="226" y="1042"/>
                    <a:pt x="225" y="1038"/>
                    <a:pt x="225" y="1034"/>
                  </a:cubicBezTo>
                  <a:cubicBezTo>
                    <a:pt x="224" y="1032"/>
                    <a:pt x="224" y="1030"/>
                    <a:pt x="224" y="1030"/>
                  </a:cubicBezTo>
                  <a:cubicBezTo>
                    <a:pt x="224" y="1029"/>
                    <a:pt x="224" y="1028"/>
                    <a:pt x="224" y="1028"/>
                  </a:cubicBezTo>
                  <a:cubicBezTo>
                    <a:pt x="224" y="1026"/>
                    <a:pt x="225" y="1025"/>
                    <a:pt x="225" y="1023"/>
                  </a:cubicBezTo>
                  <a:cubicBezTo>
                    <a:pt x="224" y="1019"/>
                    <a:pt x="223" y="1018"/>
                    <a:pt x="220" y="1017"/>
                  </a:cubicBezTo>
                  <a:cubicBezTo>
                    <a:pt x="219" y="1016"/>
                    <a:pt x="218" y="1016"/>
                    <a:pt x="218" y="1016"/>
                  </a:cubicBezTo>
                  <a:cubicBezTo>
                    <a:pt x="215" y="1014"/>
                    <a:pt x="208" y="1011"/>
                    <a:pt x="200" y="1009"/>
                  </a:cubicBezTo>
                  <a:cubicBezTo>
                    <a:pt x="194" y="1006"/>
                    <a:pt x="188" y="1004"/>
                    <a:pt x="187" y="1004"/>
                  </a:cubicBezTo>
                  <a:cubicBezTo>
                    <a:pt x="187" y="1003"/>
                    <a:pt x="186" y="1002"/>
                    <a:pt x="184" y="1000"/>
                  </a:cubicBezTo>
                  <a:cubicBezTo>
                    <a:pt x="182" y="997"/>
                    <a:pt x="180" y="994"/>
                    <a:pt x="180" y="993"/>
                  </a:cubicBezTo>
                  <a:cubicBezTo>
                    <a:pt x="179" y="991"/>
                    <a:pt x="179" y="990"/>
                    <a:pt x="179" y="989"/>
                  </a:cubicBezTo>
                  <a:cubicBezTo>
                    <a:pt x="179" y="989"/>
                    <a:pt x="179" y="989"/>
                    <a:pt x="179" y="989"/>
                  </a:cubicBezTo>
                  <a:cubicBezTo>
                    <a:pt x="179" y="988"/>
                    <a:pt x="179" y="986"/>
                    <a:pt x="178" y="985"/>
                  </a:cubicBezTo>
                  <a:cubicBezTo>
                    <a:pt x="178" y="983"/>
                    <a:pt x="177" y="982"/>
                    <a:pt x="176" y="980"/>
                  </a:cubicBezTo>
                  <a:cubicBezTo>
                    <a:pt x="175" y="978"/>
                    <a:pt x="171" y="973"/>
                    <a:pt x="168" y="968"/>
                  </a:cubicBezTo>
                  <a:cubicBezTo>
                    <a:pt x="165" y="965"/>
                    <a:pt x="163" y="961"/>
                    <a:pt x="163" y="960"/>
                  </a:cubicBezTo>
                  <a:cubicBezTo>
                    <a:pt x="162" y="959"/>
                    <a:pt x="158" y="954"/>
                    <a:pt x="155" y="950"/>
                  </a:cubicBezTo>
                  <a:cubicBezTo>
                    <a:pt x="152" y="948"/>
                    <a:pt x="150" y="946"/>
                    <a:pt x="147" y="944"/>
                  </a:cubicBezTo>
                  <a:cubicBezTo>
                    <a:pt x="145" y="942"/>
                    <a:pt x="143" y="941"/>
                    <a:pt x="141" y="940"/>
                  </a:cubicBezTo>
                  <a:cubicBezTo>
                    <a:pt x="139" y="939"/>
                    <a:pt x="138" y="938"/>
                    <a:pt x="137" y="937"/>
                  </a:cubicBezTo>
                  <a:cubicBezTo>
                    <a:pt x="137" y="937"/>
                    <a:pt x="137" y="937"/>
                    <a:pt x="137" y="937"/>
                  </a:cubicBezTo>
                  <a:cubicBezTo>
                    <a:pt x="136" y="936"/>
                    <a:pt x="135" y="934"/>
                    <a:pt x="134" y="933"/>
                  </a:cubicBezTo>
                  <a:cubicBezTo>
                    <a:pt x="133" y="931"/>
                    <a:pt x="132" y="929"/>
                    <a:pt x="131" y="929"/>
                  </a:cubicBezTo>
                  <a:cubicBezTo>
                    <a:pt x="131" y="928"/>
                    <a:pt x="127" y="926"/>
                    <a:pt x="124" y="924"/>
                  </a:cubicBezTo>
                  <a:cubicBezTo>
                    <a:pt x="122" y="922"/>
                    <a:pt x="120" y="920"/>
                    <a:pt x="119" y="919"/>
                  </a:cubicBezTo>
                  <a:cubicBezTo>
                    <a:pt x="118" y="917"/>
                    <a:pt x="116" y="915"/>
                    <a:pt x="114" y="913"/>
                  </a:cubicBezTo>
                  <a:cubicBezTo>
                    <a:pt x="111" y="911"/>
                    <a:pt x="109" y="910"/>
                    <a:pt x="108" y="910"/>
                  </a:cubicBezTo>
                  <a:cubicBezTo>
                    <a:pt x="107" y="911"/>
                    <a:pt x="104" y="911"/>
                    <a:pt x="102" y="912"/>
                  </a:cubicBezTo>
                  <a:cubicBezTo>
                    <a:pt x="100" y="912"/>
                    <a:pt x="99" y="913"/>
                    <a:pt x="98" y="913"/>
                  </a:cubicBezTo>
                  <a:cubicBezTo>
                    <a:pt x="97" y="914"/>
                    <a:pt x="96" y="914"/>
                    <a:pt x="95" y="915"/>
                  </a:cubicBezTo>
                  <a:cubicBezTo>
                    <a:pt x="93" y="916"/>
                    <a:pt x="92" y="918"/>
                    <a:pt x="92" y="919"/>
                  </a:cubicBezTo>
                  <a:cubicBezTo>
                    <a:pt x="92" y="920"/>
                    <a:pt x="92" y="921"/>
                    <a:pt x="91" y="921"/>
                  </a:cubicBezTo>
                  <a:cubicBezTo>
                    <a:pt x="91" y="922"/>
                    <a:pt x="90" y="922"/>
                    <a:pt x="90" y="923"/>
                  </a:cubicBezTo>
                  <a:cubicBezTo>
                    <a:pt x="90" y="923"/>
                    <a:pt x="90" y="923"/>
                    <a:pt x="90" y="923"/>
                  </a:cubicBezTo>
                  <a:cubicBezTo>
                    <a:pt x="90" y="923"/>
                    <a:pt x="90" y="923"/>
                    <a:pt x="90" y="923"/>
                  </a:cubicBezTo>
                  <a:cubicBezTo>
                    <a:pt x="89" y="924"/>
                    <a:pt x="88" y="927"/>
                    <a:pt x="87" y="928"/>
                  </a:cubicBezTo>
                  <a:cubicBezTo>
                    <a:pt x="86" y="929"/>
                    <a:pt x="85" y="929"/>
                    <a:pt x="83" y="929"/>
                  </a:cubicBezTo>
                  <a:cubicBezTo>
                    <a:pt x="82" y="928"/>
                    <a:pt x="81" y="928"/>
                    <a:pt x="80" y="928"/>
                  </a:cubicBezTo>
                  <a:cubicBezTo>
                    <a:pt x="78" y="929"/>
                    <a:pt x="77" y="930"/>
                    <a:pt x="75" y="932"/>
                  </a:cubicBezTo>
                  <a:cubicBezTo>
                    <a:pt x="75" y="932"/>
                    <a:pt x="74" y="933"/>
                    <a:pt x="74" y="933"/>
                  </a:cubicBezTo>
                  <a:cubicBezTo>
                    <a:pt x="73" y="934"/>
                    <a:pt x="72" y="935"/>
                    <a:pt x="71" y="935"/>
                  </a:cubicBezTo>
                  <a:cubicBezTo>
                    <a:pt x="71" y="935"/>
                    <a:pt x="71" y="935"/>
                    <a:pt x="70" y="935"/>
                  </a:cubicBezTo>
                  <a:cubicBezTo>
                    <a:pt x="70" y="935"/>
                    <a:pt x="70" y="935"/>
                    <a:pt x="70" y="935"/>
                  </a:cubicBezTo>
                  <a:cubicBezTo>
                    <a:pt x="70" y="935"/>
                    <a:pt x="70" y="935"/>
                    <a:pt x="70" y="935"/>
                  </a:cubicBezTo>
                  <a:cubicBezTo>
                    <a:pt x="69" y="934"/>
                    <a:pt x="69" y="932"/>
                    <a:pt x="69" y="931"/>
                  </a:cubicBezTo>
                  <a:cubicBezTo>
                    <a:pt x="69" y="928"/>
                    <a:pt x="69" y="926"/>
                    <a:pt x="68" y="925"/>
                  </a:cubicBezTo>
                  <a:cubicBezTo>
                    <a:pt x="67" y="924"/>
                    <a:pt x="63" y="920"/>
                    <a:pt x="59" y="917"/>
                  </a:cubicBezTo>
                  <a:cubicBezTo>
                    <a:pt x="56" y="914"/>
                    <a:pt x="53" y="912"/>
                    <a:pt x="51" y="910"/>
                  </a:cubicBezTo>
                  <a:cubicBezTo>
                    <a:pt x="48" y="908"/>
                    <a:pt x="45" y="906"/>
                    <a:pt x="42" y="903"/>
                  </a:cubicBezTo>
                  <a:cubicBezTo>
                    <a:pt x="40" y="902"/>
                    <a:pt x="38" y="900"/>
                    <a:pt x="38" y="900"/>
                  </a:cubicBezTo>
                  <a:cubicBezTo>
                    <a:pt x="38" y="899"/>
                    <a:pt x="38" y="899"/>
                    <a:pt x="38" y="898"/>
                  </a:cubicBezTo>
                  <a:cubicBezTo>
                    <a:pt x="38" y="895"/>
                    <a:pt x="38" y="892"/>
                    <a:pt x="35" y="892"/>
                  </a:cubicBezTo>
                  <a:cubicBezTo>
                    <a:pt x="34" y="892"/>
                    <a:pt x="31" y="892"/>
                    <a:pt x="29" y="892"/>
                  </a:cubicBezTo>
                  <a:cubicBezTo>
                    <a:pt x="27" y="892"/>
                    <a:pt x="25" y="892"/>
                    <a:pt x="24" y="893"/>
                  </a:cubicBezTo>
                  <a:cubicBezTo>
                    <a:pt x="22" y="893"/>
                    <a:pt x="18" y="896"/>
                    <a:pt x="17" y="896"/>
                  </a:cubicBezTo>
                  <a:cubicBezTo>
                    <a:pt x="0" y="893"/>
                    <a:pt x="0" y="893"/>
                    <a:pt x="0" y="893"/>
                  </a:cubicBezTo>
                  <a:cubicBezTo>
                    <a:pt x="0" y="581"/>
                    <a:pt x="0" y="581"/>
                    <a:pt x="0" y="581"/>
                  </a:cubicBezTo>
                  <a:cubicBezTo>
                    <a:pt x="1" y="582"/>
                    <a:pt x="4" y="582"/>
                    <a:pt x="8" y="583"/>
                  </a:cubicBezTo>
                  <a:cubicBezTo>
                    <a:pt x="15" y="584"/>
                    <a:pt x="22" y="584"/>
                    <a:pt x="25" y="584"/>
                  </a:cubicBezTo>
                  <a:cubicBezTo>
                    <a:pt x="28" y="584"/>
                    <a:pt x="30" y="585"/>
                    <a:pt x="34" y="584"/>
                  </a:cubicBezTo>
                  <a:cubicBezTo>
                    <a:pt x="37" y="583"/>
                    <a:pt x="39" y="582"/>
                    <a:pt x="40" y="582"/>
                  </a:cubicBezTo>
                  <a:cubicBezTo>
                    <a:pt x="42" y="583"/>
                    <a:pt x="40" y="585"/>
                    <a:pt x="40" y="587"/>
                  </a:cubicBezTo>
                  <a:cubicBezTo>
                    <a:pt x="40" y="588"/>
                    <a:pt x="43" y="589"/>
                    <a:pt x="46" y="591"/>
                  </a:cubicBezTo>
                  <a:cubicBezTo>
                    <a:pt x="50" y="592"/>
                    <a:pt x="56" y="595"/>
                    <a:pt x="58" y="596"/>
                  </a:cubicBezTo>
                  <a:cubicBezTo>
                    <a:pt x="61" y="596"/>
                    <a:pt x="86" y="606"/>
                    <a:pt x="90" y="608"/>
                  </a:cubicBezTo>
                  <a:cubicBezTo>
                    <a:pt x="94" y="609"/>
                    <a:pt x="102" y="611"/>
                    <a:pt x="107" y="613"/>
                  </a:cubicBezTo>
                  <a:cubicBezTo>
                    <a:pt x="112" y="615"/>
                    <a:pt x="115" y="616"/>
                    <a:pt x="116" y="616"/>
                  </a:cubicBezTo>
                  <a:cubicBezTo>
                    <a:pt x="116" y="616"/>
                    <a:pt x="116" y="616"/>
                    <a:pt x="116" y="616"/>
                  </a:cubicBezTo>
                  <a:cubicBezTo>
                    <a:pt x="116" y="615"/>
                    <a:pt x="114" y="614"/>
                    <a:pt x="114" y="612"/>
                  </a:cubicBezTo>
                  <a:cubicBezTo>
                    <a:pt x="114" y="610"/>
                    <a:pt x="115" y="611"/>
                    <a:pt x="117" y="610"/>
                  </a:cubicBezTo>
                  <a:cubicBezTo>
                    <a:pt x="119" y="609"/>
                    <a:pt x="119" y="608"/>
                    <a:pt x="123" y="608"/>
                  </a:cubicBezTo>
                  <a:cubicBezTo>
                    <a:pt x="127" y="608"/>
                    <a:pt x="127" y="609"/>
                    <a:pt x="130" y="612"/>
                  </a:cubicBezTo>
                  <a:cubicBezTo>
                    <a:pt x="134" y="616"/>
                    <a:pt x="135" y="617"/>
                    <a:pt x="136" y="616"/>
                  </a:cubicBezTo>
                  <a:cubicBezTo>
                    <a:pt x="137" y="616"/>
                    <a:pt x="137" y="616"/>
                    <a:pt x="135" y="613"/>
                  </a:cubicBezTo>
                  <a:cubicBezTo>
                    <a:pt x="134" y="610"/>
                    <a:pt x="133" y="609"/>
                    <a:pt x="132" y="607"/>
                  </a:cubicBezTo>
                  <a:cubicBezTo>
                    <a:pt x="132" y="605"/>
                    <a:pt x="130" y="606"/>
                    <a:pt x="132" y="603"/>
                  </a:cubicBezTo>
                  <a:cubicBezTo>
                    <a:pt x="134" y="601"/>
                    <a:pt x="132" y="601"/>
                    <a:pt x="137" y="599"/>
                  </a:cubicBezTo>
                  <a:cubicBezTo>
                    <a:pt x="142" y="597"/>
                    <a:pt x="143" y="596"/>
                    <a:pt x="145" y="594"/>
                  </a:cubicBezTo>
                  <a:cubicBezTo>
                    <a:pt x="146" y="592"/>
                    <a:pt x="144" y="592"/>
                    <a:pt x="148" y="590"/>
                  </a:cubicBezTo>
                  <a:cubicBezTo>
                    <a:pt x="152" y="588"/>
                    <a:pt x="154" y="587"/>
                    <a:pt x="156" y="586"/>
                  </a:cubicBezTo>
                  <a:cubicBezTo>
                    <a:pt x="159" y="584"/>
                    <a:pt x="160" y="584"/>
                    <a:pt x="162" y="583"/>
                  </a:cubicBezTo>
                  <a:cubicBezTo>
                    <a:pt x="164" y="582"/>
                    <a:pt x="163" y="581"/>
                    <a:pt x="166" y="581"/>
                  </a:cubicBezTo>
                  <a:cubicBezTo>
                    <a:pt x="169" y="581"/>
                    <a:pt x="172" y="582"/>
                    <a:pt x="173" y="581"/>
                  </a:cubicBezTo>
                  <a:cubicBezTo>
                    <a:pt x="174" y="581"/>
                    <a:pt x="173" y="580"/>
                    <a:pt x="176" y="580"/>
                  </a:cubicBezTo>
                  <a:cubicBezTo>
                    <a:pt x="179" y="579"/>
                    <a:pt x="178" y="580"/>
                    <a:pt x="180" y="579"/>
                  </a:cubicBezTo>
                  <a:cubicBezTo>
                    <a:pt x="182" y="579"/>
                    <a:pt x="185" y="578"/>
                    <a:pt x="187" y="576"/>
                  </a:cubicBezTo>
                  <a:cubicBezTo>
                    <a:pt x="190" y="573"/>
                    <a:pt x="192" y="572"/>
                    <a:pt x="194" y="571"/>
                  </a:cubicBezTo>
                  <a:cubicBezTo>
                    <a:pt x="196" y="571"/>
                    <a:pt x="197" y="570"/>
                    <a:pt x="198" y="571"/>
                  </a:cubicBezTo>
                  <a:cubicBezTo>
                    <a:pt x="199" y="572"/>
                    <a:pt x="197" y="573"/>
                    <a:pt x="199" y="574"/>
                  </a:cubicBezTo>
                  <a:cubicBezTo>
                    <a:pt x="201" y="574"/>
                    <a:pt x="203" y="573"/>
                    <a:pt x="203" y="571"/>
                  </a:cubicBezTo>
                  <a:cubicBezTo>
                    <a:pt x="203" y="569"/>
                    <a:pt x="205" y="567"/>
                    <a:pt x="205" y="566"/>
                  </a:cubicBezTo>
                  <a:cubicBezTo>
                    <a:pt x="206" y="565"/>
                    <a:pt x="208" y="565"/>
                    <a:pt x="210" y="565"/>
                  </a:cubicBezTo>
                  <a:cubicBezTo>
                    <a:pt x="213" y="566"/>
                    <a:pt x="213" y="566"/>
                    <a:pt x="215" y="566"/>
                  </a:cubicBezTo>
                  <a:cubicBezTo>
                    <a:pt x="218" y="566"/>
                    <a:pt x="218" y="566"/>
                    <a:pt x="221" y="566"/>
                  </a:cubicBezTo>
                  <a:cubicBezTo>
                    <a:pt x="224" y="566"/>
                    <a:pt x="225" y="567"/>
                    <a:pt x="226" y="565"/>
                  </a:cubicBezTo>
                  <a:cubicBezTo>
                    <a:pt x="228" y="564"/>
                    <a:pt x="228" y="564"/>
                    <a:pt x="229" y="562"/>
                  </a:cubicBezTo>
                  <a:cubicBezTo>
                    <a:pt x="229" y="560"/>
                    <a:pt x="229" y="559"/>
                    <a:pt x="230" y="559"/>
                  </a:cubicBezTo>
                  <a:cubicBezTo>
                    <a:pt x="232" y="559"/>
                    <a:pt x="234" y="561"/>
                    <a:pt x="235" y="562"/>
                  </a:cubicBezTo>
                  <a:cubicBezTo>
                    <a:pt x="235" y="563"/>
                    <a:pt x="236" y="563"/>
                    <a:pt x="236" y="565"/>
                  </a:cubicBezTo>
                  <a:cubicBezTo>
                    <a:pt x="236" y="566"/>
                    <a:pt x="234" y="568"/>
                    <a:pt x="232" y="569"/>
                  </a:cubicBezTo>
                  <a:cubicBezTo>
                    <a:pt x="231" y="569"/>
                    <a:pt x="226" y="570"/>
                    <a:pt x="225" y="571"/>
                  </a:cubicBezTo>
                  <a:cubicBezTo>
                    <a:pt x="223" y="571"/>
                    <a:pt x="219" y="573"/>
                    <a:pt x="218" y="574"/>
                  </a:cubicBezTo>
                  <a:cubicBezTo>
                    <a:pt x="216" y="576"/>
                    <a:pt x="214" y="576"/>
                    <a:pt x="212" y="577"/>
                  </a:cubicBezTo>
                  <a:cubicBezTo>
                    <a:pt x="210" y="579"/>
                    <a:pt x="206" y="582"/>
                    <a:pt x="205" y="582"/>
                  </a:cubicBezTo>
                  <a:cubicBezTo>
                    <a:pt x="204" y="582"/>
                    <a:pt x="205" y="580"/>
                    <a:pt x="202" y="580"/>
                  </a:cubicBezTo>
                  <a:cubicBezTo>
                    <a:pt x="200" y="581"/>
                    <a:pt x="199" y="579"/>
                    <a:pt x="197" y="581"/>
                  </a:cubicBezTo>
                  <a:cubicBezTo>
                    <a:pt x="194" y="583"/>
                    <a:pt x="192" y="583"/>
                    <a:pt x="190" y="583"/>
                  </a:cubicBezTo>
                  <a:cubicBezTo>
                    <a:pt x="188" y="583"/>
                    <a:pt x="185" y="583"/>
                    <a:pt x="184" y="584"/>
                  </a:cubicBezTo>
                  <a:cubicBezTo>
                    <a:pt x="183" y="585"/>
                    <a:pt x="181" y="586"/>
                    <a:pt x="181" y="589"/>
                  </a:cubicBezTo>
                  <a:cubicBezTo>
                    <a:pt x="181" y="592"/>
                    <a:pt x="180" y="592"/>
                    <a:pt x="178" y="593"/>
                  </a:cubicBezTo>
                  <a:cubicBezTo>
                    <a:pt x="175" y="595"/>
                    <a:pt x="175" y="595"/>
                    <a:pt x="173" y="595"/>
                  </a:cubicBezTo>
                  <a:cubicBezTo>
                    <a:pt x="171" y="594"/>
                    <a:pt x="171" y="593"/>
                    <a:pt x="170" y="594"/>
                  </a:cubicBezTo>
                  <a:cubicBezTo>
                    <a:pt x="168" y="596"/>
                    <a:pt x="167" y="595"/>
                    <a:pt x="167" y="598"/>
                  </a:cubicBezTo>
                  <a:cubicBezTo>
                    <a:pt x="166" y="601"/>
                    <a:pt x="167" y="601"/>
                    <a:pt x="165" y="602"/>
                  </a:cubicBezTo>
                  <a:cubicBezTo>
                    <a:pt x="163" y="602"/>
                    <a:pt x="161" y="600"/>
                    <a:pt x="160" y="602"/>
                  </a:cubicBezTo>
                  <a:cubicBezTo>
                    <a:pt x="159" y="603"/>
                    <a:pt x="159" y="604"/>
                    <a:pt x="158" y="606"/>
                  </a:cubicBezTo>
                  <a:cubicBezTo>
                    <a:pt x="156" y="607"/>
                    <a:pt x="156" y="607"/>
                    <a:pt x="155" y="608"/>
                  </a:cubicBezTo>
                  <a:cubicBezTo>
                    <a:pt x="154" y="610"/>
                    <a:pt x="153" y="610"/>
                    <a:pt x="154" y="612"/>
                  </a:cubicBezTo>
                  <a:cubicBezTo>
                    <a:pt x="155" y="614"/>
                    <a:pt x="155" y="614"/>
                    <a:pt x="157" y="615"/>
                  </a:cubicBezTo>
                  <a:cubicBezTo>
                    <a:pt x="158" y="616"/>
                    <a:pt x="163" y="616"/>
                    <a:pt x="163" y="616"/>
                  </a:cubicBezTo>
                  <a:cubicBezTo>
                    <a:pt x="164" y="616"/>
                    <a:pt x="163" y="614"/>
                    <a:pt x="162" y="614"/>
                  </a:cubicBezTo>
                  <a:cubicBezTo>
                    <a:pt x="161" y="613"/>
                    <a:pt x="162" y="612"/>
                    <a:pt x="163" y="612"/>
                  </a:cubicBezTo>
                  <a:cubicBezTo>
                    <a:pt x="163" y="612"/>
                    <a:pt x="166" y="611"/>
                    <a:pt x="167" y="612"/>
                  </a:cubicBezTo>
                  <a:cubicBezTo>
                    <a:pt x="169" y="612"/>
                    <a:pt x="173" y="613"/>
                    <a:pt x="174" y="612"/>
                  </a:cubicBezTo>
                  <a:cubicBezTo>
                    <a:pt x="174" y="611"/>
                    <a:pt x="174" y="608"/>
                    <a:pt x="173" y="608"/>
                  </a:cubicBezTo>
                  <a:cubicBezTo>
                    <a:pt x="171" y="608"/>
                    <a:pt x="169" y="609"/>
                    <a:pt x="168" y="608"/>
                  </a:cubicBezTo>
                  <a:cubicBezTo>
                    <a:pt x="167" y="607"/>
                    <a:pt x="166" y="604"/>
                    <a:pt x="167" y="604"/>
                  </a:cubicBezTo>
                  <a:cubicBezTo>
                    <a:pt x="167" y="603"/>
                    <a:pt x="168" y="602"/>
                    <a:pt x="170" y="602"/>
                  </a:cubicBezTo>
                  <a:cubicBezTo>
                    <a:pt x="173" y="603"/>
                    <a:pt x="174" y="603"/>
                    <a:pt x="176" y="602"/>
                  </a:cubicBezTo>
                  <a:cubicBezTo>
                    <a:pt x="177" y="601"/>
                    <a:pt x="180" y="601"/>
                    <a:pt x="181" y="599"/>
                  </a:cubicBezTo>
                  <a:cubicBezTo>
                    <a:pt x="181" y="598"/>
                    <a:pt x="183" y="596"/>
                    <a:pt x="184" y="595"/>
                  </a:cubicBezTo>
                  <a:cubicBezTo>
                    <a:pt x="185" y="593"/>
                    <a:pt x="185" y="591"/>
                    <a:pt x="187" y="591"/>
                  </a:cubicBezTo>
                  <a:cubicBezTo>
                    <a:pt x="188" y="590"/>
                    <a:pt x="191" y="589"/>
                    <a:pt x="192" y="589"/>
                  </a:cubicBezTo>
                  <a:cubicBezTo>
                    <a:pt x="194" y="589"/>
                    <a:pt x="193" y="591"/>
                    <a:pt x="195" y="592"/>
                  </a:cubicBezTo>
                  <a:cubicBezTo>
                    <a:pt x="197" y="594"/>
                    <a:pt x="198" y="591"/>
                    <a:pt x="199" y="591"/>
                  </a:cubicBezTo>
                  <a:cubicBezTo>
                    <a:pt x="200" y="590"/>
                    <a:pt x="202" y="591"/>
                    <a:pt x="202" y="592"/>
                  </a:cubicBezTo>
                  <a:cubicBezTo>
                    <a:pt x="202" y="592"/>
                    <a:pt x="202" y="593"/>
                    <a:pt x="203" y="593"/>
                  </a:cubicBezTo>
                  <a:cubicBezTo>
                    <a:pt x="204" y="593"/>
                    <a:pt x="206" y="593"/>
                    <a:pt x="206" y="594"/>
                  </a:cubicBezTo>
                  <a:cubicBezTo>
                    <a:pt x="206" y="594"/>
                    <a:pt x="204" y="597"/>
                    <a:pt x="205" y="598"/>
                  </a:cubicBezTo>
                  <a:cubicBezTo>
                    <a:pt x="205" y="600"/>
                    <a:pt x="206" y="599"/>
                    <a:pt x="206" y="598"/>
                  </a:cubicBezTo>
                  <a:cubicBezTo>
                    <a:pt x="207" y="597"/>
                    <a:pt x="208" y="593"/>
                    <a:pt x="209" y="592"/>
                  </a:cubicBezTo>
                  <a:cubicBezTo>
                    <a:pt x="209" y="591"/>
                    <a:pt x="210" y="589"/>
                    <a:pt x="211" y="587"/>
                  </a:cubicBezTo>
                  <a:cubicBezTo>
                    <a:pt x="213" y="586"/>
                    <a:pt x="214" y="585"/>
                    <a:pt x="217" y="583"/>
                  </a:cubicBezTo>
                  <a:cubicBezTo>
                    <a:pt x="219" y="581"/>
                    <a:pt x="222" y="580"/>
                    <a:pt x="223" y="579"/>
                  </a:cubicBezTo>
                  <a:cubicBezTo>
                    <a:pt x="224" y="578"/>
                    <a:pt x="226" y="578"/>
                    <a:pt x="229" y="577"/>
                  </a:cubicBezTo>
                  <a:cubicBezTo>
                    <a:pt x="232" y="576"/>
                    <a:pt x="232" y="577"/>
                    <a:pt x="234" y="576"/>
                  </a:cubicBezTo>
                  <a:cubicBezTo>
                    <a:pt x="237" y="575"/>
                    <a:pt x="237" y="575"/>
                    <a:pt x="240" y="574"/>
                  </a:cubicBezTo>
                  <a:cubicBezTo>
                    <a:pt x="243" y="572"/>
                    <a:pt x="245" y="572"/>
                    <a:pt x="246" y="572"/>
                  </a:cubicBezTo>
                  <a:cubicBezTo>
                    <a:pt x="248" y="572"/>
                    <a:pt x="246" y="574"/>
                    <a:pt x="244" y="575"/>
                  </a:cubicBezTo>
                  <a:cubicBezTo>
                    <a:pt x="243" y="576"/>
                    <a:pt x="240" y="577"/>
                    <a:pt x="242" y="578"/>
                  </a:cubicBezTo>
                  <a:cubicBezTo>
                    <a:pt x="243" y="580"/>
                    <a:pt x="244" y="580"/>
                    <a:pt x="245" y="580"/>
                  </a:cubicBezTo>
                  <a:cubicBezTo>
                    <a:pt x="247" y="579"/>
                    <a:pt x="248" y="579"/>
                    <a:pt x="251" y="577"/>
                  </a:cubicBezTo>
                  <a:cubicBezTo>
                    <a:pt x="253" y="576"/>
                    <a:pt x="255" y="574"/>
                    <a:pt x="256" y="573"/>
                  </a:cubicBezTo>
                  <a:cubicBezTo>
                    <a:pt x="258" y="572"/>
                    <a:pt x="259" y="572"/>
                    <a:pt x="259" y="570"/>
                  </a:cubicBezTo>
                  <a:cubicBezTo>
                    <a:pt x="259" y="568"/>
                    <a:pt x="259" y="568"/>
                    <a:pt x="260" y="565"/>
                  </a:cubicBezTo>
                  <a:cubicBezTo>
                    <a:pt x="261" y="563"/>
                    <a:pt x="265" y="563"/>
                    <a:pt x="267" y="563"/>
                  </a:cubicBezTo>
                  <a:cubicBezTo>
                    <a:pt x="269" y="562"/>
                    <a:pt x="272" y="562"/>
                    <a:pt x="274" y="561"/>
                  </a:cubicBezTo>
                  <a:cubicBezTo>
                    <a:pt x="276" y="560"/>
                    <a:pt x="277" y="560"/>
                    <a:pt x="277" y="559"/>
                  </a:cubicBezTo>
                  <a:cubicBezTo>
                    <a:pt x="276" y="558"/>
                    <a:pt x="274" y="558"/>
                    <a:pt x="272" y="558"/>
                  </a:cubicBezTo>
                  <a:cubicBezTo>
                    <a:pt x="270" y="558"/>
                    <a:pt x="268" y="558"/>
                    <a:pt x="268" y="557"/>
                  </a:cubicBezTo>
                  <a:cubicBezTo>
                    <a:pt x="267" y="556"/>
                    <a:pt x="268" y="555"/>
                    <a:pt x="267" y="554"/>
                  </a:cubicBezTo>
                  <a:cubicBezTo>
                    <a:pt x="266" y="554"/>
                    <a:pt x="265" y="555"/>
                    <a:pt x="265" y="554"/>
                  </a:cubicBezTo>
                  <a:cubicBezTo>
                    <a:pt x="264" y="553"/>
                    <a:pt x="264" y="552"/>
                    <a:pt x="264" y="551"/>
                  </a:cubicBezTo>
                  <a:cubicBezTo>
                    <a:pt x="264" y="549"/>
                    <a:pt x="265" y="548"/>
                    <a:pt x="267" y="547"/>
                  </a:cubicBezTo>
                  <a:cubicBezTo>
                    <a:pt x="268" y="547"/>
                    <a:pt x="268" y="549"/>
                    <a:pt x="270" y="549"/>
                  </a:cubicBezTo>
                  <a:cubicBezTo>
                    <a:pt x="273" y="550"/>
                    <a:pt x="274" y="550"/>
                    <a:pt x="277" y="553"/>
                  </a:cubicBezTo>
                  <a:cubicBezTo>
                    <a:pt x="280" y="555"/>
                    <a:pt x="282" y="559"/>
                    <a:pt x="284" y="561"/>
                  </a:cubicBezTo>
                  <a:cubicBezTo>
                    <a:pt x="286" y="563"/>
                    <a:pt x="288" y="566"/>
                    <a:pt x="289" y="567"/>
                  </a:cubicBezTo>
                  <a:cubicBezTo>
                    <a:pt x="290" y="569"/>
                    <a:pt x="290" y="570"/>
                    <a:pt x="291" y="573"/>
                  </a:cubicBezTo>
                  <a:cubicBezTo>
                    <a:pt x="292" y="575"/>
                    <a:pt x="291" y="577"/>
                    <a:pt x="293" y="579"/>
                  </a:cubicBezTo>
                  <a:cubicBezTo>
                    <a:pt x="296" y="582"/>
                    <a:pt x="299" y="583"/>
                    <a:pt x="301" y="585"/>
                  </a:cubicBezTo>
                  <a:cubicBezTo>
                    <a:pt x="304" y="587"/>
                    <a:pt x="306" y="589"/>
                    <a:pt x="309" y="590"/>
                  </a:cubicBezTo>
                  <a:cubicBezTo>
                    <a:pt x="312" y="591"/>
                    <a:pt x="312" y="592"/>
                    <a:pt x="315" y="592"/>
                  </a:cubicBezTo>
                  <a:cubicBezTo>
                    <a:pt x="318" y="592"/>
                    <a:pt x="319" y="593"/>
                    <a:pt x="321" y="592"/>
                  </a:cubicBezTo>
                  <a:cubicBezTo>
                    <a:pt x="323" y="591"/>
                    <a:pt x="324" y="589"/>
                    <a:pt x="323" y="589"/>
                  </a:cubicBezTo>
                  <a:cubicBezTo>
                    <a:pt x="322" y="589"/>
                    <a:pt x="321" y="589"/>
                    <a:pt x="320" y="588"/>
                  </a:cubicBezTo>
                  <a:cubicBezTo>
                    <a:pt x="320" y="588"/>
                    <a:pt x="321" y="587"/>
                    <a:pt x="323" y="587"/>
                  </a:cubicBezTo>
                  <a:cubicBezTo>
                    <a:pt x="324" y="587"/>
                    <a:pt x="325" y="587"/>
                    <a:pt x="325" y="586"/>
                  </a:cubicBezTo>
                  <a:cubicBezTo>
                    <a:pt x="325" y="585"/>
                    <a:pt x="325" y="584"/>
                    <a:pt x="324" y="584"/>
                  </a:cubicBezTo>
                  <a:cubicBezTo>
                    <a:pt x="322" y="583"/>
                    <a:pt x="321" y="583"/>
                    <a:pt x="321" y="583"/>
                  </a:cubicBezTo>
                  <a:cubicBezTo>
                    <a:pt x="321" y="582"/>
                    <a:pt x="319" y="581"/>
                    <a:pt x="321" y="580"/>
                  </a:cubicBezTo>
                  <a:cubicBezTo>
                    <a:pt x="322" y="580"/>
                    <a:pt x="322" y="579"/>
                    <a:pt x="325" y="579"/>
                  </a:cubicBezTo>
                  <a:cubicBezTo>
                    <a:pt x="327" y="580"/>
                    <a:pt x="328" y="582"/>
                    <a:pt x="329" y="581"/>
                  </a:cubicBezTo>
                  <a:cubicBezTo>
                    <a:pt x="331" y="581"/>
                    <a:pt x="330" y="578"/>
                    <a:pt x="329" y="578"/>
                  </a:cubicBezTo>
                  <a:cubicBezTo>
                    <a:pt x="328" y="577"/>
                    <a:pt x="327" y="577"/>
                    <a:pt x="326" y="576"/>
                  </a:cubicBezTo>
                  <a:cubicBezTo>
                    <a:pt x="325" y="574"/>
                    <a:pt x="323" y="575"/>
                    <a:pt x="326" y="573"/>
                  </a:cubicBezTo>
                  <a:cubicBezTo>
                    <a:pt x="328" y="572"/>
                    <a:pt x="329" y="573"/>
                    <a:pt x="329" y="571"/>
                  </a:cubicBezTo>
                  <a:cubicBezTo>
                    <a:pt x="329" y="569"/>
                    <a:pt x="328" y="569"/>
                    <a:pt x="330" y="568"/>
                  </a:cubicBezTo>
                  <a:cubicBezTo>
                    <a:pt x="331" y="567"/>
                    <a:pt x="332" y="568"/>
                    <a:pt x="333" y="567"/>
                  </a:cubicBezTo>
                  <a:cubicBezTo>
                    <a:pt x="334" y="565"/>
                    <a:pt x="335" y="565"/>
                    <a:pt x="336" y="565"/>
                  </a:cubicBezTo>
                  <a:cubicBezTo>
                    <a:pt x="337" y="565"/>
                    <a:pt x="338" y="564"/>
                    <a:pt x="339" y="564"/>
                  </a:cubicBezTo>
                  <a:cubicBezTo>
                    <a:pt x="340" y="564"/>
                    <a:pt x="340" y="566"/>
                    <a:pt x="339" y="567"/>
                  </a:cubicBezTo>
                  <a:cubicBezTo>
                    <a:pt x="338" y="568"/>
                    <a:pt x="337" y="570"/>
                    <a:pt x="338" y="571"/>
                  </a:cubicBezTo>
                  <a:cubicBezTo>
                    <a:pt x="338" y="573"/>
                    <a:pt x="337" y="574"/>
                    <a:pt x="337" y="575"/>
                  </a:cubicBezTo>
                  <a:cubicBezTo>
                    <a:pt x="337" y="576"/>
                    <a:pt x="337" y="577"/>
                    <a:pt x="338" y="578"/>
                  </a:cubicBezTo>
                  <a:cubicBezTo>
                    <a:pt x="340" y="579"/>
                    <a:pt x="342" y="579"/>
                    <a:pt x="342" y="579"/>
                  </a:cubicBezTo>
                  <a:cubicBezTo>
                    <a:pt x="343" y="579"/>
                    <a:pt x="344" y="580"/>
                    <a:pt x="344" y="581"/>
                  </a:cubicBezTo>
                  <a:cubicBezTo>
                    <a:pt x="344" y="582"/>
                    <a:pt x="344" y="583"/>
                    <a:pt x="343" y="584"/>
                  </a:cubicBezTo>
                  <a:cubicBezTo>
                    <a:pt x="342" y="585"/>
                    <a:pt x="341" y="584"/>
                    <a:pt x="338" y="587"/>
                  </a:cubicBezTo>
                  <a:cubicBezTo>
                    <a:pt x="336" y="590"/>
                    <a:pt x="337" y="591"/>
                    <a:pt x="339" y="592"/>
                  </a:cubicBezTo>
                  <a:cubicBezTo>
                    <a:pt x="341" y="592"/>
                    <a:pt x="346" y="592"/>
                    <a:pt x="349" y="591"/>
                  </a:cubicBezTo>
                  <a:cubicBezTo>
                    <a:pt x="351" y="590"/>
                    <a:pt x="355" y="588"/>
                    <a:pt x="359" y="587"/>
                  </a:cubicBezTo>
                  <a:cubicBezTo>
                    <a:pt x="362" y="586"/>
                    <a:pt x="364" y="587"/>
                    <a:pt x="365" y="585"/>
                  </a:cubicBezTo>
                  <a:cubicBezTo>
                    <a:pt x="366" y="584"/>
                    <a:pt x="366" y="580"/>
                    <a:pt x="367" y="578"/>
                  </a:cubicBezTo>
                  <a:cubicBezTo>
                    <a:pt x="368" y="576"/>
                    <a:pt x="368" y="575"/>
                    <a:pt x="372" y="575"/>
                  </a:cubicBezTo>
                  <a:cubicBezTo>
                    <a:pt x="376" y="575"/>
                    <a:pt x="374" y="576"/>
                    <a:pt x="382" y="576"/>
                  </a:cubicBezTo>
                  <a:cubicBezTo>
                    <a:pt x="390" y="576"/>
                    <a:pt x="392" y="576"/>
                    <a:pt x="394" y="576"/>
                  </a:cubicBezTo>
                  <a:cubicBezTo>
                    <a:pt x="397" y="576"/>
                    <a:pt x="400" y="576"/>
                    <a:pt x="405" y="578"/>
                  </a:cubicBezTo>
                  <a:cubicBezTo>
                    <a:pt x="410" y="581"/>
                    <a:pt x="413" y="582"/>
                    <a:pt x="417" y="584"/>
                  </a:cubicBezTo>
                  <a:cubicBezTo>
                    <a:pt x="420" y="586"/>
                    <a:pt x="424" y="588"/>
                    <a:pt x="428" y="590"/>
                  </a:cubicBezTo>
                  <a:cubicBezTo>
                    <a:pt x="431" y="591"/>
                    <a:pt x="435" y="592"/>
                    <a:pt x="439" y="592"/>
                  </a:cubicBezTo>
                  <a:cubicBezTo>
                    <a:pt x="442" y="593"/>
                    <a:pt x="450" y="594"/>
                    <a:pt x="456" y="595"/>
                  </a:cubicBezTo>
                  <a:cubicBezTo>
                    <a:pt x="461" y="596"/>
                    <a:pt x="464" y="600"/>
                    <a:pt x="468" y="602"/>
                  </a:cubicBezTo>
                  <a:cubicBezTo>
                    <a:pt x="473" y="604"/>
                    <a:pt x="474" y="604"/>
                    <a:pt x="479" y="606"/>
                  </a:cubicBezTo>
                  <a:cubicBezTo>
                    <a:pt x="484" y="608"/>
                    <a:pt x="486" y="607"/>
                    <a:pt x="492" y="609"/>
                  </a:cubicBezTo>
                  <a:cubicBezTo>
                    <a:pt x="498" y="611"/>
                    <a:pt x="504" y="611"/>
                    <a:pt x="508" y="611"/>
                  </a:cubicBezTo>
                  <a:cubicBezTo>
                    <a:pt x="511" y="611"/>
                    <a:pt x="512" y="611"/>
                    <a:pt x="512" y="611"/>
                  </a:cubicBezTo>
                  <a:cubicBezTo>
                    <a:pt x="512" y="610"/>
                    <a:pt x="509" y="610"/>
                    <a:pt x="509" y="608"/>
                  </a:cubicBezTo>
                  <a:cubicBezTo>
                    <a:pt x="508" y="606"/>
                    <a:pt x="510" y="607"/>
                    <a:pt x="512" y="606"/>
                  </a:cubicBezTo>
                  <a:cubicBezTo>
                    <a:pt x="515" y="606"/>
                    <a:pt x="516" y="605"/>
                    <a:pt x="519" y="606"/>
                  </a:cubicBezTo>
                  <a:cubicBezTo>
                    <a:pt x="522" y="607"/>
                    <a:pt x="525" y="609"/>
                    <a:pt x="529" y="609"/>
                  </a:cubicBezTo>
                  <a:cubicBezTo>
                    <a:pt x="532" y="610"/>
                    <a:pt x="541" y="613"/>
                    <a:pt x="543" y="615"/>
                  </a:cubicBezTo>
                  <a:cubicBezTo>
                    <a:pt x="546" y="616"/>
                    <a:pt x="546" y="617"/>
                    <a:pt x="549" y="619"/>
                  </a:cubicBezTo>
                  <a:cubicBezTo>
                    <a:pt x="551" y="621"/>
                    <a:pt x="552" y="621"/>
                    <a:pt x="552" y="623"/>
                  </a:cubicBezTo>
                  <a:cubicBezTo>
                    <a:pt x="553" y="625"/>
                    <a:pt x="554" y="626"/>
                    <a:pt x="555" y="628"/>
                  </a:cubicBezTo>
                  <a:cubicBezTo>
                    <a:pt x="556" y="629"/>
                    <a:pt x="555" y="631"/>
                    <a:pt x="554" y="631"/>
                  </a:cubicBezTo>
                  <a:cubicBezTo>
                    <a:pt x="553" y="631"/>
                    <a:pt x="547" y="631"/>
                    <a:pt x="545" y="631"/>
                  </a:cubicBezTo>
                  <a:cubicBezTo>
                    <a:pt x="543" y="631"/>
                    <a:pt x="541" y="630"/>
                    <a:pt x="539" y="632"/>
                  </a:cubicBezTo>
                  <a:cubicBezTo>
                    <a:pt x="538" y="634"/>
                    <a:pt x="537" y="635"/>
                    <a:pt x="535" y="635"/>
                  </a:cubicBezTo>
                  <a:cubicBezTo>
                    <a:pt x="533" y="635"/>
                    <a:pt x="531" y="635"/>
                    <a:pt x="530" y="636"/>
                  </a:cubicBezTo>
                  <a:cubicBezTo>
                    <a:pt x="530" y="637"/>
                    <a:pt x="531" y="639"/>
                    <a:pt x="530" y="640"/>
                  </a:cubicBezTo>
                  <a:cubicBezTo>
                    <a:pt x="530" y="641"/>
                    <a:pt x="528" y="641"/>
                    <a:pt x="527" y="642"/>
                  </a:cubicBezTo>
                  <a:cubicBezTo>
                    <a:pt x="525" y="642"/>
                    <a:pt x="526" y="645"/>
                    <a:pt x="528" y="646"/>
                  </a:cubicBezTo>
                  <a:cubicBezTo>
                    <a:pt x="530" y="647"/>
                    <a:pt x="532" y="648"/>
                    <a:pt x="537" y="649"/>
                  </a:cubicBezTo>
                  <a:cubicBezTo>
                    <a:pt x="542" y="649"/>
                    <a:pt x="546" y="648"/>
                    <a:pt x="549" y="649"/>
                  </a:cubicBezTo>
                  <a:cubicBezTo>
                    <a:pt x="552" y="649"/>
                    <a:pt x="554" y="649"/>
                    <a:pt x="559" y="650"/>
                  </a:cubicBezTo>
                  <a:cubicBezTo>
                    <a:pt x="563" y="651"/>
                    <a:pt x="567" y="652"/>
                    <a:pt x="573" y="652"/>
                  </a:cubicBezTo>
                  <a:cubicBezTo>
                    <a:pt x="578" y="652"/>
                    <a:pt x="587" y="652"/>
                    <a:pt x="592" y="650"/>
                  </a:cubicBezTo>
                  <a:cubicBezTo>
                    <a:pt x="596" y="649"/>
                    <a:pt x="598" y="650"/>
                    <a:pt x="608" y="649"/>
                  </a:cubicBezTo>
                  <a:cubicBezTo>
                    <a:pt x="617" y="648"/>
                    <a:pt x="625" y="648"/>
                    <a:pt x="628" y="647"/>
                  </a:cubicBezTo>
                  <a:cubicBezTo>
                    <a:pt x="630" y="647"/>
                    <a:pt x="636" y="647"/>
                    <a:pt x="639" y="646"/>
                  </a:cubicBezTo>
                  <a:cubicBezTo>
                    <a:pt x="643" y="646"/>
                    <a:pt x="642" y="649"/>
                    <a:pt x="645" y="650"/>
                  </a:cubicBezTo>
                  <a:cubicBezTo>
                    <a:pt x="648" y="652"/>
                    <a:pt x="649" y="651"/>
                    <a:pt x="651" y="651"/>
                  </a:cubicBezTo>
                  <a:cubicBezTo>
                    <a:pt x="652" y="651"/>
                    <a:pt x="654" y="650"/>
                    <a:pt x="655" y="651"/>
                  </a:cubicBezTo>
                  <a:cubicBezTo>
                    <a:pt x="656" y="652"/>
                    <a:pt x="658" y="653"/>
                    <a:pt x="658" y="655"/>
                  </a:cubicBezTo>
                  <a:cubicBezTo>
                    <a:pt x="659" y="656"/>
                    <a:pt x="658" y="657"/>
                    <a:pt x="657" y="659"/>
                  </a:cubicBezTo>
                  <a:cubicBezTo>
                    <a:pt x="657" y="660"/>
                    <a:pt x="659" y="662"/>
                    <a:pt x="660" y="662"/>
                  </a:cubicBezTo>
                  <a:cubicBezTo>
                    <a:pt x="661" y="663"/>
                    <a:pt x="662" y="661"/>
                    <a:pt x="662" y="661"/>
                  </a:cubicBezTo>
                  <a:cubicBezTo>
                    <a:pt x="662" y="660"/>
                    <a:pt x="662" y="657"/>
                    <a:pt x="663" y="657"/>
                  </a:cubicBezTo>
                  <a:cubicBezTo>
                    <a:pt x="663" y="656"/>
                    <a:pt x="663" y="654"/>
                    <a:pt x="664" y="655"/>
                  </a:cubicBezTo>
                  <a:cubicBezTo>
                    <a:pt x="666" y="656"/>
                    <a:pt x="667" y="658"/>
                    <a:pt x="667" y="659"/>
                  </a:cubicBezTo>
                  <a:cubicBezTo>
                    <a:pt x="667" y="660"/>
                    <a:pt x="667" y="662"/>
                    <a:pt x="668" y="663"/>
                  </a:cubicBezTo>
                  <a:cubicBezTo>
                    <a:pt x="670" y="664"/>
                    <a:pt x="672" y="664"/>
                    <a:pt x="674" y="664"/>
                  </a:cubicBezTo>
                  <a:cubicBezTo>
                    <a:pt x="676" y="665"/>
                    <a:pt x="679" y="667"/>
                    <a:pt x="679" y="668"/>
                  </a:cubicBezTo>
                  <a:cubicBezTo>
                    <a:pt x="679" y="670"/>
                    <a:pt x="680" y="671"/>
                    <a:pt x="680" y="672"/>
                  </a:cubicBezTo>
                  <a:cubicBezTo>
                    <a:pt x="679" y="673"/>
                    <a:pt x="678" y="673"/>
                    <a:pt x="676" y="673"/>
                  </a:cubicBezTo>
                  <a:cubicBezTo>
                    <a:pt x="675" y="673"/>
                    <a:pt x="672" y="672"/>
                    <a:pt x="671" y="671"/>
                  </a:cubicBezTo>
                  <a:cubicBezTo>
                    <a:pt x="670" y="670"/>
                    <a:pt x="666" y="669"/>
                    <a:pt x="666" y="670"/>
                  </a:cubicBezTo>
                  <a:cubicBezTo>
                    <a:pt x="665" y="670"/>
                    <a:pt x="665" y="670"/>
                    <a:pt x="666" y="672"/>
                  </a:cubicBezTo>
                  <a:cubicBezTo>
                    <a:pt x="668" y="674"/>
                    <a:pt x="669" y="675"/>
                    <a:pt x="671" y="676"/>
                  </a:cubicBezTo>
                  <a:cubicBezTo>
                    <a:pt x="673" y="677"/>
                    <a:pt x="675" y="677"/>
                    <a:pt x="675" y="678"/>
                  </a:cubicBezTo>
                  <a:cubicBezTo>
                    <a:pt x="675" y="679"/>
                    <a:pt x="675" y="680"/>
                    <a:pt x="675" y="681"/>
                  </a:cubicBezTo>
                  <a:cubicBezTo>
                    <a:pt x="675" y="681"/>
                    <a:pt x="676" y="682"/>
                    <a:pt x="676" y="682"/>
                  </a:cubicBezTo>
                  <a:cubicBezTo>
                    <a:pt x="677" y="682"/>
                    <a:pt x="678" y="682"/>
                    <a:pt x="679" y="683"/>
                  </a:cubicBezTo>
                  <a:cubicBezTo>
                    <a:pt x="680" y="685"/>
                    <a:pt x="680" y="684"/>
                    <a:pt x="681" y="686"/>
                  </a:cubicBezTo>
                  <a:cubicBezTo>
                    <a:pt x="681" y="687"/>
                    <a:pt x="684" y="687"/>
                    <a:pt x="685" y="689"/>
                  </a:cubicBezTo>
                  <a:cubicBezTo>
                    <a:pt x="686" y="691"/>
                    <a:pt x="690" y="695"/>
                    <a:pt x="692" y="696"/>
                  </a:cubicBezTo>
                  <a:cubicBezTo>
                    <a:pt x="693" y="697"/>
                    <a:pt x="691" y="693"/>
                    <a:pt x="690" y="692"/>
                  </a:cubicBezTo>
                  <a:cubicBezTo>
                    <a:pt x="689" y="691"/>
                    <a:pt x="688" y="689"/>
                    <a:pt x="687" y="687"/>
                  </a:cubicBezTo>
                  <a:cubicBezTo>
                    <a:pt x="687" y="686"/>
                    <a:pt x="684" y="686"/>
                    <a:pt x="684" y="684"/>
                  </a:cubicBezTo>
                  <a:cubicBezTo>
                    <a:pt x="684" y="682"/>
                    <a:pt x="684" y="682"/>
                    <a:pt x="684" y="680"/>
                  </a:cubicBezTo>
                  <a:cubicBezTo>
                    <a:pt x="685" y="678"/>
                    <a:pt x="684" y="677"/>
                    <a:pt x="684" y="676"/>
                  </a:cubicBezTo>
                  <a:cubicBezTo>
                    <a:pt x="684" y="674"/>
                    <a:pt x="685" y="673"/>
                    <a:pt x="686" y="674"/>
                  </a:cubicBezTo>
                  <a:cubicBezTo>
                    <a:pt x="688" y="675"/>
                    <a:pt x="688" y="676"/>
                    <a:pt x="687" y="677"/>
                  </a:cubicBezTo>
                  <a:cubicBezTo>
                    <a:pt x="687" y="679"/>
                    <a:pt x="686" y="680"/>
                    <a:pt x="688" y="681"/>
                  </a:cubicBezTo>
                  <a:cubicBezTo>
                    <a:pt x="689" y="682"/>
                    <a:pt x="690" y="683"/>
                    <a:pt x="691" y="682"/>
                  </a:cubicBezTo>
                  <a:cubicBezTo>
                    <a:pt x="692" y="681"/>
                    <a:pt x="691" y="680"/>
                    <a:pt x="692" y="680"/>
                  </a:cubicBezTo>
                  <a:cubicBezTo>
                    <a:pt x="694" y="681"/>
                    <a:pt x="696" y="682"/>
                    <a:pt x="697" y="682"/>
                  </a:cubicBezTo>
                  <a:cubicBezTo>
                    <a:pt x="698" y="681"/>
                    <a:pt x="699" y="680"/>
                    <a:pt x="697" y="679"/>
                  </a:cubicBezTo>
                  <a:cubicBezTo>
                    <a:pt x="696" y="679"/>
                    <a:pt x="694" y="678"/>
                    <a:pt x="694" y="676"/>
                  </a:cubicBezTo>
                  <a:cubicBezTo>
                    <a:pt x="693" y="674"/>
                    <a:pt x="692" y="674"/>
                    <a:pt x="693" y="673"/>
                  </a:cubicBezTo>
                  <a:cubicBezTo>
                    <a:pt x="694" y="672"/>
                    <a:pt x="695" y="671"/>
                    <a:pt x="695" y="670"/>
                  </a:cubicBezTo>
                  <a:cubicBezTo>
                    <a:pt x="695" y="669"/>
                    <a:pt x="693" y="669"/>
                    <a:pt x="692" y="668"/>
                  </a:cubicBezTo>
                  <a:cubicBezTo>
                    <a:pt x="690" y="668"/>
                    <a:pt x="688" y="666"/>
                    <a:pt x="687" y="664"/>
                  </a:cubicBezTo>
                  <a:cubicBezTo>
                    <a:pt x="686" y="662"/>
                    <a:pt x="685" y="662"/>
                    <a:pt x="686" y="660"/>
                  </a:cubicBezTo>
                  <a:cubicBezTo>
                    <a:pt x="687" y="659"/>
                    <a:pt x="688" y="660"/>
                    <a:pt x="687" y="658"/>
                  </a:cubicBezTo>
                  <a:cubicBezTo>
                    <a:pt x="687" y="656"/>
                    <a:pt x="684" y="654"/>
                    <a:pt x="682" y="653"/>
                  </a:cubicBezTo>
                  <a:cubicBezTo>
                    <a:pt x="681" y="652"/>
                    <a:pt x="679" y="652"/>
                    <a:pt x="680" y="649"/>
                  </a:cubicBezTo>
                  <a:cubicBezTo>
                    <a:pt x="680" y="647"/>
                    <a:pt x="682" y="646"/>
                    <a:pt x="684" y="645"/>
                  </a:cubicBezTo>
                  <a:cubicBezTo>
                    <a:pt x="685" y="644"/>
                    <a:pt x="685" y="645"/>
                    <a:pt x="686" y="642"/>
                  </a:cubicBezTo>
                  <a:cubicBezTo>
                    <a:pt x="687" y="640"/>
                    <a:pt x="686" y="640"/>
                    <a:pt x="689" y="639"/>
                  </a:cubicBezTo>
                  <a:cubicBezTo>
                    <a:pt x="691" y="638"/>
                    <a:pt x="692" y="637"/>
                    <a:pt x="694" y="637"/>
                  </a:cubicBezTo>
                  <a:cubicBezTo>
                    <a:pt x="696" y="637"/>
                    <a:pt x="696" y="637"/>
                    <a:pt x="698" y="635"/>
                  </a:cubicBezTo>
                  <a:cubicBezTo>
                    <a:pt x="700" y="634"/>
                    <a:pt x="702" y="633"/>
                    <a:pt x="704" y="633"/>
                  </a:cubicBezTo>
                  <a:cubicBezTo>
                    <a:pt x="706" y="633"/>
                    <a:pt x="707" y="635"/>
                    <a:pt x="709" y="635"/>
                  </a:cubicBezTo>
                  <a:cubicBezTo>
                    <a:pt x="710" y="635"/>
                    <a:pt x="711" y="635"/>
                    <a:pt x="711" y="634"/>
                  </a:cubicBezTo>
                  <a:cubicBezTo>
                    <a:pt x="711" y="632"/>
                    <a:pt x="711" y="632"/>
                    <a:pt x="712" y="630"/>
                  </a:cubicBezTo>
                  <a:cubicBezTo>
                    <a:pt x="713" y="629"/>
                    <a:pt x="712" y="630"/>
                    <a:pt x="714" y="629"/>
                  </a:cubicBezTo>
                  <a:cubicBezTo>
                    <a:pt x="717" y="628"/>
                    <a:pt x="717" y="627"/>
                    <a:pt x="720" y="626"/>
                  </a:cubicBezTo>
                  <a:cubicBezTo>
                    <a:pt x="723" y="626"/>
                    <a:pt x="723" y="626"/>
                    <a:pt x="724" y="625"/>
                  </a:cubicBezTo>
                  <a:cubicBezTo>
                    <a:pt x="725" y="624"/>
                    <a:pt x="725" y="626"/>
                    <a:pt x="725" y="623"/>
                  </a:cubicBezTo>
                  <a:cubicBezTo>
                    <a:pt x="725" y="621"/>
                    <a:pt x="726" y="620"/>
                    <a:pt x="726" y="619"/>
                  </a:cubicBezTo>
                  <a:cubicBezTo>
                    <a:pt x="727" y="618"/>
                    <a:pt x="727" y="617"/>
                    <a:pt x="725" y="617"/>
                  </a:cubicBezTo>
                  <a:cubicBezTo>
                    <a:pt x="724" y="617"/>
                    <a:pt x="722" y="617"/>
                    <a:pt x="720" y="618"/>
                  </a:cubicBezTo>
                  <a:cubicBezTo>
                    <a:pt x="718" y="620"/>
                    <a:pt x="713" y="620"/>
                    <a:pt x="711" y="620"/>
                  </a:cubicBezTo>
                  <a:cubicBezTo>
                    <a:pt x="709" y="621"/>
                    <a:pt x="708" y="620"/>
                    <a:pt x="708" y="623"/>
                  </a:cubicBezTo>
                  <a:cubicBezTo>
                    <a:pt x="708" y="625"/>
                    <a:pt x="708" y="627"/>
                    <a:pt x="707" y="627"/>
                  </a:cubicBezTo>
                  <a:cubicBezTo>
                    <a:pt x="706" y="627"/>
                    <a:pt x="705" y="624"/>
                    <a:pt x="703" y="625"/>
                  </a:cubicBezTo>
                  <a:cubicBezTo>
                    <a:pt x="701" y="625"/>
                    <a:pt x="700" y="625"/>
                    <a:pt x="699" y="627"/>
                  </a:cubicBezTo>
                  <a:cubicBezTo>
                    <a:pt x="698" y="629"/>
                    <a:pt x="695" y="631"/>
                    <a:pt x="694" y="630"/>
                  </a:cubicBezTo>
                  <a:cubicBezTo>
                    <a:pt x="692" y="630"/>
                    <a:pt x="691" y="630"/>
                    <a:pt x="689" y="629"/>
                  </a:cubicBezTo>
                  <a:cubicBezTo>
                    <a:pt x="687" y="628"/>
                    <a:pt x="687" y="628"/>
                    <a:pt x="684" y="628"/>
                  </a:cubicBezTo>
                  <a:cubicBezTo>
                    <a:pt x="682" y="628"/>
                    <a:pt x="681" y="629"/>
                    <a:pt x="681" y="631"/>
                  </a:cubicBezTo>
                  <a:cubicBezTo>
                    <a:pt x="681" y="633"/>
                    <a:pt x="681" y="633"/>
                    <a:pt x="679" y="633"/>
                  </a:cubicBezTo>
                  <a:cubicBezTo>
                    <a:pt x="676" y="633"/>
                    <a:pt x="674" y="632"/>
                    <a:pt x="673" y="632"/>
                  </a:cubicBezTo>
                  <a:cubicBezTo>
                    <a:pt x="671" y="632"/>
                    <a:pt x="670" y="630"/>
                    <a:pt x="670" y="629"/>
                  </a:cubicBezTo>
                  <a:cubicBezTo>
                    <a:pt x="669" y="629"/>
                    <a:pt x="667" y="629"/>
                    <a:pt x="666" y="630"/>
                  </a:cubicBezTo>
                  <a:cubicBezTo>
                    <a:pt x="665" y="630"/>
                    <a:pt x="663" y="629"/>
                    <a:pt x="663" y="628"/>
                  </a:cubicBezTo>
                  <a:cubicBezTo>
                    <a:pt x="663" y="627"/>
                    <a:pt x="665" y="626"/>
                    <a:pt x="667" y="624"/>
                  </a:cubicBezTo>
                  <a:cubicBezTo>
                    <a:pt x="669" y="623"/>
                    <a:pt x="670" y="622"/>
                    <a:pt x="670" y="620"/>
                  </a:cubicBezTo>
                  <a:cubicBezTo>
                    <a:pt x="671" y="619"/>
                    <a:pt x="674" y="618"/>
                    <a:pt x="676" y="617"/>
                  </a:cubicBezTo>
                  <a:cubicBezTo>
                    <a:pt x="678" y="617"/>
                    <a:pt x="680" y="617"/>
                    <a:pt x="683" y="617"/>
                  </a:cubicBezTo>
                  <a:cubicBezTo>
                    <a:pt x="685" y="616"/>
                    <a:pt x="690" y="615"/>
                    <a:pt x="692" y="614"/>
                  </a:cubicBezTo>
                  <a:cubicBezTo>
                    <a:pt x="694" y="613"/>
                    <a:pt x="695" y="613"/>
                    <a:pt x="698" y="612"/>
                  </a:cubicBezTo>
                  <a:cubicBezTo>
                    <a:pt x="700" y="611"/>
                    <a:pt x="702" y="610"/>
                    <a:pt x="706" y="610"/>
                  </a:cubicBezTo>
                  <a:cubicBezTo>
                    <a:pt x="709" y="609"/>
                    <a:pt x="713" y="609"/>
                    <a:pt x="715" y="608"/>
                  </a:cubicBezTo>
                  <a:cubicBezTo>
                    <a:pt x="716" y="608"/>
                    <a:pt x="720" y="607"/>
                    <a:pt x="722" y="609"/>
                  </a:cubicBezTo>
                  <a:cubicBezTo>
                    <a:pt x="723" y="611"/>
                    <a:pt x="723" y="611"/>
                    <a:pt x="726" y="613"/>
                  </a:cubicBezTo>
                  <a:cubicBezTo>
                    <a:pt x="728" y="614"/>
                    <a:pt x="729" y="614"/>
                    <a:pt x="729" y="615"/>
                  </a:cubicBezTo>
                  <a:cubicBezTo>
                    <a:pt x="730" y="616"/>
                    <a:pt x="728" y="617"/>
                    <a:pt x="729" y="618"/>
                  </a:cubicBezTo>
                  <a:cubicBezTo>
                    <a:pt x="729" y="619"/>
                    <a:pt x="731" y="620"/>
                    <a:pt x="732" y="621"/>
                  </a:cubicBezTo>
                  <a:cubicBezTo>
                    <a:pt x="732" y="623"/>
                    <a:pt x="732" y="623"/>
                    <a:pt x="731" y="624"/>
                  </a:cubicBezTo>
                  <a:cubicBezTo>
                    <a:pt x="731" y="624"/>
                    <a:pt x="729" y="625"/>
                    <a:pt x="730" y="626"/>
                  </a:cubicBezTo>
                  <a:cubicBezTo>
                    <a:pt x="732" y="627"/>
                    <a:pt x="735" y="628"/>
                    <a:pt x="736" y="628"/>
                  </a:cubicBezTo>
                  <a:cubicBezTo>
                    <a:pt x="737" y="629"/>
                    <a:pt x="738" y="630"/>
                    <a:pt x="739" y="631"/>
                  </a:cubicBezTo>
                  <a:cubicBezTo>
                    <a:pt x="740" y="632"/>
                    <a:pt x="741" y="632"/>
                    <a:pt x="743" y="632"/>
                  </a:cubicBezTo>
                  <a:cubicBezTo>
                    <a:pt x="744" y="632"/>
                    <a:pt x="747" y="632"/>
                    <a:pt x="748" y="633"/>
                  </a:cubicBezTo>
                  <a:cubicBezTo>
                    <a:pt x="748" y="634"/>
                    <a:pt x="748" y="636"/>
                    <a:pt x="748" y="637"/>
                  </a:cubicBezTo>
                  <a:cubicBezTo>
                    <a:pt x="749" y="638"/>
                    <a:pt x="750" y="639"/>
                    <a:pt x="753" y="639"/>
                  </a:cubicBezTo>
                  <a:cubicBezTo>
                    <a:pt x="755" y="639"/>
                    <a:pt x="761" y="641"/>
                    <a:pt x="765" y="640"/>
                  </a:cubicBezTo>
                  <a:cubicBezTo>
                    <a:pt x="769" y="640"/>
                    <a:pt x="773" y="640"/>
                    <a:pt x="774" y="640"/>
                  </a:cubicBezTo>
                  <a:cubicBezTo>
                    <a:pt x="776" y="640"/>
                    <a:pt x="781" y="643"/>
                    <a:pt x="784" y="645"/>
                  </a:cubicBezTo>
                  <a:cubicBezTo>
                    <a:pt x="786" y="646"/>
                    <a:pt x="789" y="646"/>
                    <a:pt x="791" y="648"/>
                  </a:cubicBezTo>
                  <a:cubicBezTo>
                    <a:pt x="793" y="650"/>
                    <a:pt x="794" y="653"/>
                    <a:pt x="799" y="652"/>
                  </a:cubicBezTo>
                  <a:cubicBezTo>
                    <a:pt x="804" y="652"/>
                    <a:pt x="809" y="653"/>
                    <a:pt x="812" y="652"/>
                  </a:cubicBezTo>
                  <a:cubicBezTo>
                    <a:pt x="814" y="651"/>
                    <a:pt x="817" y="652"/>
                    <a:pt x="820" y="651"/>
                  </a:cubicBezTo>
                  <a:cubicBezTo>
                    <a:pt x="823" y="649"/>
                    <a:pt x="833" y="648"/>
                    <a:pt x="837" y="647"/>
                  </a:cubicBezTo>
                  <a:cubicBezTo>
                    <a:pt x="841" y="647"/>
                    <a:pt x="843" y="647"/>
                    <a:pt x="846" y="647"/>
                  </a:cubicBezTo>
                  <a:cubicBezTo>
                    <a:pt x="849" y="648"/>
                    <a:pt x="850" y="649"/>
                    <a:pt x="855" y="650"/>
                  </a:cubicBezTo>
                  <a:cubicBezTo>
                    <a:pt x="859" y="650"/>
                    <a:pt x="860" y="651"/>
                    <a:pt x="863" y="651"/>
                  </a:cubicBezTo>
                  <a:cubicBezTo>
                    <a:pt x="866" y="651"/>
                    <a:pt x="868" y="650"/>
                    <a:pt x="869" y="649"/>
                  </a:cubicBezTo>
                  <a:cubicBezTo>
                    <a:pt x="870" y="647"/>
                    <a:pt x="872" y="645"/>
                    <a:pt x="872" y="645"/>
                  </a:cubicBezTo>
                  <a:cubicBezTo>
                    <a:pt x="872" y="644"/>
                    <a:pt x="871" y="644"/>
                    <a:pt x="870" y="643"/>
                  </a:cubicBezTo>
                  <a:cubicBezTo>
                    <a:pt x="870" y="641"/>
                    <a:pt x="870" y="640"/>
                    <a:pt x="872" y="640"/>
                  </a:cubicBezTo>
                  <a:cubicBezTo>
                    <a:pt x="874" y="640"/>
                    <a:pt x="876" y="642"/>
                    <a:pt x="877" y="645"/>
                  </a:cubicBezTo>
                  <a:cubicBezTo>
                    <a:pt x="879" y="647"/>
                    <a:pt x="881" y="649"/>
                    <a:pt x="884" y="651"/>
                  </a:cubicBezTo>
                  <a:cubicBezTo>
                    <a:pt x="886" y="653"/>
                    <a:pt x="891" y="655"/>
                    <a:pt x="895" y="655"/>
                  </a:cubicBezTo>
                  <a:cubicBezTo>
                    <a:pt x="899" y="655"/>
                    <a:pt x="903" y="653"/>
                    <a:pt x="903" y="651"/>
                  </a:cubicBezTo>
                  <a:cubicBezTo>
                    <a:pt x="903" y="650"/>
                    <a:pt x="903" y="649"/>
                    <a:pt x="903" y="647"/>
                  </a:cubicBezTo>
                  <a:cubicBezTo>
                    <a:pt x="902" y="645"/>
                    <a:pt x="902" y="644"/>
                    <a:pt x="901" y="644"/>
                  </a:cubicBezTo>
                  <a:cubicBezTo>
                    <a:pt x="900" y="644"/>
                    <a:pt x="898" y="644"/>
                    <a:pt x="897" y="643"/>
                  </a:cubicBezTo>
                  <a:cubicBezTo>
                    <a:pt x="896" y="642"/>
                    <a:pt x="895" y="641"/>
                    <a:pt x="894" y="640"/>
                  </a:cubicBezTo>
                  <a:cubicBezTo>
                    <a:pt x="894" y="640"/>
                    <a:pt x="891" y="639"/>
                    <a:pt x="890" y="640"/>
                  </a:cubicBezTo>
                  <a:cubicBezTo>
                    <a:pt x="889" y="641"/>
                    <a:pt x="889" y="642"/>
                    <a:pt x="886" y="642"/>
                  </a:cubicBezTo>
                  <a:cubicBezTo>
                    <a:pt x="883" y="642"/>
                    <a:pt x="882" y="642"/>
                    <a:pt x="881" y="641"/>
                  </a:cubicBezTo>
                  <a:cubicBezTo>
                    <a:pt x="880" y="641"/>
                    <a:pt x="879" y="641"/>
                    <a:pt x="879" y="639"/>
                  </a:cubicBezTo>
                  <a:cubicBezTo>
                    <a:pt x="879" y="637"/>
                    <a:pt x="879" y="634"/>
                    <a:pt x="877" y="633"/>
                  </a:cubicBezTo>
                  <a:cubicBezTo>
                    <a:pt x="876" y="632"/>
                    <a:pt x="874" y="633"/>
                    <a:pt x="873" y="631"/>
                  </a:cubicBezTo>
                  <a:cubicBezTo>
                    <a:pt x="873" y="629"/>
                    <a:pt x="876" y="630"/>
                    <a:pt x="878" y="630"/>
                  </a:cubicBezTo>
                  <a:cubicBezTo>
                    <a:pt x="881" y="630"/>
                    <a:pt x="883" y="630"/>
                    <a:pt x="886" y="629"/>
                  </a:cubicBezTo>
                  <a:cubicBezTo>
                    <a:pt x="888" y="629"/>
                    <a:pt x="889" y="629"/>
                    <a:pt x="889" y="627"/>
                  </a:cubicBezTo>
                  <a:cubicBezTo>
                    <a:pt x="889" y="626"/>
                    <a:pt x="887" y="624"/>
                    <a:pt x="888" y="623"/>
                  </a:cubicBezTo>
                  <a:cubicBezTo>
                    <a:pt x="889" y="623"/>
                    <a:pt x="891" y="625"/>
                    <a:pt x="894" y="626"/>
                  </a:cubicBezTo>
                  <a:cubicBezTo>
                    <a:pt x="896" y="626"/>
                    <a:pt x="897" y="626"/>
                    <a:pt x="900" y="626"/>
                  </a:cubicBezTo>
                  <a:cubicBezTo>
                    <a:pt x="903" y="626"/>
                    <a:pt x="905" y="627"/>
                    <a:pt x="905" y="628"/>
                  </a:cubicBezTo>
                  <a:cubicBezTo>
                    <a:pt x="905" y="629"/>
                    <a:pt x="903" y="630"/>
                    <a:pt x="903" y="631"/>
                  </a:cubicBezTo>
                  <a:cubicBezTo>
                    <a:pt x="904" y="632"/>
                    <a:pt x="905" y="632"/>
                    <a:pt x="907" y="632"/>
                  </a:cubicBezTo>
                  <a:cubicBezTo>
                    <a:pt x="908" y="632"/>
                    <a:pt x="910" y="631"/>
                    <a:pt x="911" y="633"/>
                  </a:cubicBezTo>
                  <a:cubicBezTo>
                    <a:pt x="913" y="634"/>
                    <a:pt x="913" y="635"/>
                    <a:pt x="912" y="636"/>
                  </a:cubicBezTo>
                  <a:cubicBezTo>
                    <a:pt x="912" y="637"/>
                    <a:pt x="910" y="638"/>
                    <a:pt x="910" y="639"/>
                  </a:cubicBezTo>
                  <a:cubicBezTo>
                    <a:pt x="911" y="640"/>
                    <a:pt x="912" y="640"/>
                    <a:pt x="914" y="640"/>
                  </a:cubicBezTo>
                  <a:cubicBezTo>
                    <a:pt x="915" y="640"/>
                    <a:pt x="917" y="641"/>
                    <a:pt x="918" y="639"/>
                  </a:cubicBezTo>
                  <a:cubicBezTo>
                    <a:pt x="918" y="637"/>
                    <a:pt x="922" y="634"/>
                    <a:pt x="923" y="634"/>
                  </a:cubicBezTo>
                  <a:cubicBezTo>
                    <a:pt x="924" y="633"/>
                    <a:pt x="927" y="633"/>
                    <a:pt x="926" y="635"/>
                  </a:cubicBezTo>
                  <a:cubicBezTo>
                    <a:pt x="926" y="636"/>
                    <a:pt x="924" y="638"/>
                    <a:pt x="923" y="640"/>
                  </a:cubicBezTo>
                  <a:cubicBezTo>
                    <a:pt x="923" y="642"/>
                    <a:pt x="921" y="645"/>
                    <a:pt x="921" y="647"/>
                  </a:cubicBezTo>
                  <a:cubicBezTo>
                    <a:pt x="921" y="648"/>
                    <a:pt x="922" y="650"/>
                    <a:pt x="920" y="650"/>
                  </a:cubicBezTo>
                  <a:cubicBezTo>
                    <a:pt x="919" y="651"/>
                    <a:pt x="917" y="651"/>
                    <a:pt x="917" y="653"/>
                  </a:cubicBezTo>
                  <a:cubicBezTo>
                    <a:pt x="917" y="655"/>
                    <a:pt x="916" y="657"/>
                    <a:pt x="916" y="658"/>
                  </a:cubicBezTo>
                  <a:cubicBezTo>
                    <a:pt x="915" y="659"/>
                    <a:pt x="916" y="660"/>
                    <a:pt x="917" y="660"/>
                  </a:cubicBezTo>
                  <a:cubicBezTo>
                    <a:pt x="919" y="660"/>
                    <a:pt x="921" y="660"/>
                    <a:pt x="922" y="661"/>
                  </a:cubicBezTo>
                  <a:cubicBezTo>
                    <a:pt x="922" y="662"/>
                    <a:pt x="920" y="664"/>
                    <a:pt x="920" y="665"/>
                  </a:cubicBezTo>
                  <a:cubicBezTo>
                    <a:pt x="920" y="666"/>
                    <a:pt x="920" y="667"/>
                    <a:pt x="921" y="668"/>
                  </a:cubicBezTo>
                  <a:cubicBezTo>
                    <a:pt x="922" y="668"/>
                    <a:pt x="924" y="669"/>
                    <a:pt x="924" y="668"/>
                  </a:cubicBezTo>
                  <a:cubicBezTo>
                    <a:pt x="925" y="667"/>
                    <a:pt x="927" y="665"/>
                    <a:pt x="928" y="664"/>
                  </a:cubicBezTo>
                  <a:cubicBezTo>
                    <a:pt x="929" y="664"/>
                    <a:pt x="932" y="663"/>
                    <a:pt x="932" y="664"/>
                  </a:cubicBezTo>
                  <a:cubicBezTo>
                    <a:pt x="932" y="664"/>
                    <a:pt x="928" y="668"/>
                    <a:pt x="929" y="669"/>
                  </a:cubicBezTo>
                  <a:cubicBezTo>
                    <a:pt x="929" y="670"/>
                    <a:pt x="931" y="669"/>
                    <a:pt x="932" y="669"/>
                  </a:cubicBezTo>
                  <a:cubicBezTo>
                    <a:pt x="933" y="669"/>
                    <a:pt x="935" y="669"/>
                    <a:pt x="935" y="670"/>
                  </a:cubicBezTo>
                  <a:cubicBezTo>
                    <a:pt x="936" y="671"/>
                    <a:pt x="936" y="671"/>
                    <a:pt x="937" y="673"/>
                  </a:cubicBezTo>
                  <a:cubicBezTo>
                    <a:pt x="937" y="674"/>
                    <a:pt x="939" y="674"/>
                    <a:pt x="940" y="674"/>
                  </a:cubicBezTo>
                  <a:cubicBezTo>
                    <a:pt x="940" y="673"/>
                    <a:pt x="941" y="670"/>
                    <a:pt x="941" y="668"/>
                  </a:cubicBezTo>
                  <a:cubicBezTo>
                    <a:pt x="941" y="667"/>
                    <a:pt x="941" y="661"/>
                    <a:pt x="941" y="660"/>
                  </a:cubicBezTo>
                  <a:cubicBezTo>
                    <a:pt x="941" y="658"/>
                    <a:pt x="939" y="654"/>
                    <a:pt x="938" y="654"/>
                  </a:cubicBezTo>
                  <a:cubicBezTo>
                    <a:pt x="937" y="653"/>
                    <a:pt x="935" y="652"/>
                    <a:pt x="935" y="651"/>
                  </a:cubicBezTo>
                  <a:cubicBezTo>
                    <a:pt x="934" y="649"/>
                    <a:pt x="934" y="648"/>
                    <a:pt x="934" y="646"/>
                  </a:cubicBezTo>
                  <a:cubicBezTo>
                    <a:pt x="935" y="644"/>
                    <a:pt x="937" y="642"/>
                    <a:pt x="938" y="641"/>
                  </a:cubicBezTo>
                  <a:cubicBezTo>
                    <a:pt x="939" y="639"/>
                    <a:pt x="942" y="639"/>
                    <a:pt x="944" y="639"/>
                  </a:cubicBezTo>
                  <a:cubicBezTo>
                    <a:pt x="946" y="639"/>
                    <a:pt x="950" y="640"/>
                    <a:pt x="953" y="638"/>
                  </a:cubicBezTo>
                  <a:cubicBezTo>
                    <a:pt x="956" y="637"/>
                    <a:pt x="959" y="634"/>
                    <a:pt x="961" y="632"/>
                  </a:cubicBezTo>
                  <a:cubicBezTo>
                    <a:pt x="963" y="630"/>
                    <a:pt x="965" y="628"/>
                    <a:pt x="967" y="627"/>
                  </a:cubicBezTo>
                  <a:cubicBezTo>
                    <a:pt x="970" y="626"/>
                    <a:pt x="971" y="625"/>
                    <a:pt x="974" y="623"/>
                  </a:cubicBezTo>
                  <a:cubicBezTo>
                    <a:pt x="976" y="622"/>
                    <a:pt x="980" y="620"/>
                    <a:pt x="980" y="619"/>
                  </a:cubicBezTo>
                  <a:cubicBezTo>
                    <a:pt x="981" y="618"/>
                    <a:pt x="977" y="619"/>
                    <a:pt x="976" y="618"/>
                  </a:cubicBezTo>
                  <a:cubicBezTo>
                    <a:pt x="975" y="616"/>
                    <a:pt x="974" y="614"/>
                    <a:pt x="974" y="613"/>
                  </a:cubicBezTo>
                  <a:cubicBezTo>
                    <a:pt x="974" y="612"/>
                    <a:pt x="974" y="606"/>
                    <a:pt x="973" y="606"/>
                  </a:cubicBezTo>
                  <a:cubicBezTo>
                    <a:pt x="972" y="605"/>
                    <a:pt x="971" y="605"/>
                    <a:pt x="970" y="604"/>
                  </a:cubicBezTo>
                  <a:cubicBezTo>
                    <a:pt x="969" y="603"/>
                    <a:pt x="966" y="604"/>
                    <a:pt x="966" y="605"/>
                  </a:cubicBezTo>
                  <a:cubicBezTo>
                    <a:pt x="965" y="606"/>
                    <a:pt x="965" y="607"/>
                    <a:pt x="965" y="609"/>
                  </a:cubicBezTo>
                  <a:cubicBezTo>
                    <a:pt x="966" y="610"/>
                    <a:pt x="968" y="610"/>
                    <a:pt x="967" y="611"/>
                  </a:cubicBezTo>
                  <a:cubicBezTo>
                    <a:pt x="966" y="612"/>
                    <a:pt x="965" y="612"/>
                    <a:pt x="964" y="612"/>
                  </a:cubicBezTo>
                  <a:cubicBezTo>
                    <a:pt x="962" y="613"/>
                    <a:pt x="956" y="614"/>
                    <a:pt x="955" y="612"/>
                  </a:cubicBezTo>
                  <a:cubicBezTo>
                    <a:pt x="955" y="611"/>
                    <a:pt x="955" y="609"/>
                    <a:pt x="955" y="607"/>
                  </a:cubicBezTo>
                  <a:cubicBezTo>
                    <a:pt x="956" y="606"/>
                    <a:pt x="956" y="605"/>
                    <a:pt x="958" y="603"/>
                  </a:cubicBezTo>
                  <a:cubicBezTo>
                    <a:pt x="960" y="601"/>
                    <a:pt x="961" y="600"/>
                    <a:pt x="961" y="598"/>
                  </a:cubicBezTo>
                  <a:cubicBezTo>
                    <a:pt x="961" y="597"/>
                    <a:pt x="960" y="595"/>
                    <a:pt x="962" y="595"/>
                  </a:cubicBezTo>
                  <a:cubicBezTo>
                    <a:pt x="963" y="594"/>
                    <a:pt x="966" y="595"/>
                    <a:pt x="967" y="596"/>
                  </a:cubicBezTo>
                  <a:cubicBezTo>
                    <a:pt x="968" y="597"/>
                    <a:pt x="967" y="598"/>
                    <a:pt x="969" y="598"/>
                  </a:cubicBezTo>
                  <a:cubicBezTo>
                    <a:pt x="971" y="599"/>
                    <a:pt x="973" y="597"/>
                    <a:pt x="975" y="595"/>
                  </a:cubicBezTo>
                  <a:cubicBezTo>
                    <a:pt x="978" y="594"/>
                    <a:pt x="981" y="593"/>
                    <a:pt x="980" y="592"/>
                  </a:cubicBezTo>
                  <a:cubicBezTo>
                    <a:pt x="980" y="590"/>
                    <a:pt x="979" y="592"/>
                    <a:pt x="978" y="590"/>
                  </a:cubicBezTo>
                  <a:cubicBezTo>
                    <a:pt x="977" y="589"/>
                    <a:pt x="978" y="588"/>
                    <a:pt x="978" y="587"/>
                  </a:cubicBezTo>
                  <a:cubicBezTo>
                    <a:pt x="977" y="586"/>
                    <a:pt x="976" y="585"/>
                    <a:pt x="974" y="585"/>
                  </a:cubicBezTo>
                  <a:cubicBezTo>
                    <a:pt x="973" y="585"/>
                    <a:pt x="971" y="586"/>
                    <a:pt x="968" y="587"/>
                  </a:cubicBezTo>
                  <a:cubicBezTo>
                    <a:pt x="965" y="587"/>
                    <a:pt x="963" y="588"/>
                    <a:pt x="962" y="587"/>
                  </a:cubicBezTo>
                  <a:cubicBezTo>
                    <a:pt x="960" y="587"/>
                    <a:pt x="957" y="580"/>
                    <a:pt x="955" y="579"/>
                  </a:cubicBezTo>
                  <a:cubicBezTo>
                    <a:pt x="954" y="578"/>
                    <a:pt x="953" y="579"/>
                    <a:pt x="951" y="580"/>
                  </a:cubicBezTo>
                  <a:cubicBezTo>
                    <a:pt x="949" y="580"/>
                    <a:pt x="944" y="581"/>
                    <a:pt x="942" y="580"/>
                  </a:cubicBezTo>
                  <a:cubicBezTo>
                    <a:pt x="941" y="579"/>
                    <a:pt x="937" y="576"/>
                    <a:pt x="935" y="576"/>
                  </a:cubicBezTo>
                  <a:cubicBezTo>
                    <a:pt x="934" y="575"/>
                    <a:pt x="929" y="575"/>
                    <a:pt x="927" y="575"/>
                  </a:cubicBezTo>
                  <a:cubicBezTo>
                    <a:pt x="925" y="575"/>
                    <a:pt x="923" y="574"/>
                    <a:pt x="923" y="573"/>
                  </a:cubicBezTo>
                  <a:cubicBezTo>
                    <a:pt x="923" y="572"/>
                    <a:pt x="924" y="570"/>
                    <a:pt x="923" y="569"/>
                  </a:cubicBezTo>
                  <a:cubicBezTo>
                    <a:pt x="923" y="569"/>
                    <a:pt x="919" y="567"/>
                    <a:pt x="919" y="566"/>
                  </a:cubicBezTo>
                  <a:cubicBezTo>
                    <a:pt x="918" y="565"/>
                    <a:pt x="916" y="563"/>
                    <a:pt x="916" y="561"/>
                  </a:cubicBezTo>
                  <a:cubicBezTo>
                    <a:pt x="916" y="559"/>
                    <a:pt x="916" y="557"/>
                    <a:pt x="917" y="556"/>
                  </a:cubicBezTo>
                  <a:cubicBezTo>
                    <a:pt x="917" y="554"/>
                    <a:pt x="919" y="552"/>
                    <a:pt x="920" y="551"/>
                  </a:cubicBezTo>
                  <a:cubicBezTo>
                    <a:pt x="921" y="550"/>
                    <a:pt x="922" y="549"/>
                    <a:pt x="924" y="547"/>
                  </a:cubicBezTo>
                  <a:cubicBezTo>
                    <a:pt x="926" y="546"/>
                    <a:pt x="927" y="544"/>
                    <a:pt x="928" y="543"/>
                  </a:cubicBezTo>
                  <a:cubicBezTo>
                    <a:pt x="929" y="542"/>
                    <a:pt x="929" y="541"/>
                    <a:pt x="928" y="541"/>
                  </a:cubicBezTo>
                  <a:cubicBezTo>
                    <a:pt x="928" y="541"/>
                    <a:pt x="924" y="544"/>
                    <a:pt x="923" y="544"/>
                  </a:cubicBezTo>
                  <a:cubicBezTo>
                    <a:pt x="921" y="544"/>
                    <a:pt x="918" y="542"/>
                    <a:pt x="918" y="541"/>
                  </a:cubicBezTo>
                  <a:cubicBezTo>
                    <a:pt x="917" y="541"/>
                    <a:pt x="916" y="539"/>
                    <a:pt x="915" y="537"/>
                  </a:cubicBezTo>
                  <a:cubicBezTo>
                    <a:pt x="915" y="536"/>
                    <a:pt x="916" y="534"/>
                    <a:pt x="917" y="533"/>
                  </a:cubicBezTo>
                  <a:cubicBezTo>
                    <a:pt x="918" y="532"/>
                    <a:pt x="919" y="530"/>
                    <a:pt x="919" y="529"/>
                  </a:cubicBezTo>
                  <a:cubicBezTo>
                    <a:pt x="919" y="528"/>
                    <a:pt x="919" y="528"/>
                    <a:pt x="918" y="527"/>
                  </a:cubicBezTo>
                  <a:cubicBezTo>
                    <a:pt x="918" y="526"/>
                    <a:pt x="917" y="526"/>
                    <a:pt x="917" y="525"/>
                  </a:cubicBezTo>
                  <a:cubicBezTo>
                    <a:pt x="917" y="524"/>
                    <a:pt x="918" y="523"/>
                    <a:pt x="917" y="522"/>
                  </a:cubicBezTo>
                  <a:cubicBezTo>
                    <a:pt x="917" y="521"/>
                    <a:pt x="917" y="520"/>
                    <a:pt x="918" y="519"/>
                  </a:cubicBezTo>
                  <a:cubicBezTo>
                    <a:pt x="919" y="519"/>
                    <a:pt x="920" y="518"/>
                    <a:pt x="921" y="518"/>
                  </a:cubicBezTo>
                  <a:cubicBezTo>
                    <a:pt x="922" y="517"/>
                    <a:pt x="921" y="516"/>
                    <a:pt x="923" y="517"/>
                  </a:cubicBezTo>
                  <a:cubicBezTo>
                    <a:pt x="925" y="517"/>
                    <a:pt x="927" y="518"/>
                    <a:pt x="928" y="519"/>
                  </a:cubicBezTo>
                  <a:cubicBezTo>
                    <a:pt x="929" y="520"/>
                    <a:pt x="930" y="521"/>
                    <a:pt x="932" y="521"/>
                  </a:cubicBezTo>
                  <a:cubicBezTo>
                    <a:pt x="934" y="521"/>
                    <a:pt x="937" y="519"/>
                    <a:pt x="937" y="519"/>
                  </a:cubicBezTo>
                  <a:cubicBezTo>
                    <a:pt x="938" y="518"/>
                    <a:pt x="937" y="516"/>
                    <a:pt x="937" y="515"/>
                  </a:cubicBezTo>
                  <a:cubicBezTo>
                    <a:pt x="938" y="513"/>
                    <a:pt x="939" y="513"/>
                    <a:pt x="939" y="512"/>
                  </a:cubicBezTo>
                  <a:cubicBezTo>
                    <a:pt x="939" y="511"/>
                    <a:pt x="937" y="510"/>
                    <a:pt x="937" y="511"/>
                  </a:cubicBezTo>
                  <a:cubicBezTo>
                    <a:pt x="936" y="511"/>
                    <a:pt x="934" y="511"/>
                    <a:pt x="933" y="511"/>
                  </a:cubicBezTo>
                  <a:cubicBezTo>
                    <a:pt x="931" y="511"/>
                    <a:pt x="929" y="511"/>
                    <a:pt x="929" y="510"/>
                  </a:cubicBezTo>
                  <a:cubicBezTo>
                    <a:pt x="929" y="509"/>
                    <a:pt x="929" y="508"/>
                    <a:pt x="930" y="508"/>
                  </a:cubicBezTo>
                  <a:cubicBezTo>
                    <a:pt x="932" y="507"/>
                    <a:pt x="933" y="507"/>
                    <a:pt x="935" y="506"/>
                  </a:cubicBezTo>
                  <a:cubicBezTo>
                    <a:pt x="938" y="505"/>
                    <a:pt x="939" y="505"/>
                    <a:pt x="940" y="504"/>
                  </a:cubicBezTo>
                  <a:cubicBezTo>
                    <a:pt x="941" y="503"/>
                    <a:pt x="942" y="502"/>
                    <a:pt x="943" y="502"/>
                  </a:cubicBezTo>
                  <a:cubicBezTo>
                    <a:pt x="943" y="501"/>
                    <a:pt x="944" y="500"/>
                    <a:pt x="946" y="500"/>
                  </a:cubicBezTo>
                  <a:cubicBezTo>
                    <a:pt x="948" y="500"/>
                    <a:pt x="949" y="500"/>
                    <a:pt x="951" y="500"/>
                  </a:cubicBezTo>
                  <a:cubicBezTo>
                    <a:pt x="953" y="500"/>
                    <a:pt x="953" y="500"/>
                    <a:pt x="954" y="501"/>
                  </a:cubicBezTo>
                  <a:cubicBezTo>
                    <a:pt x="955" y="502"/>
                    <a:pt x="956" y="502"/>
                    <a:pt x="956" y="502"/>
                  </a:cubicBezTo>
                  <a:cubicBezTo>
                    <a:pt x="957" y="503"/>
                    <a:pt x="957" y="503"/>
                    <a:pt x="958" y="504"/>
                  </a:cubicBezTo>
                  <a:cubicBezTo>
                    <a:pt x="959" y="505"/>
                    <a:pt x="959" y="505"/>
                    <a:pt x="961" y="505"/>
                  </a:cubicBezTo>
                  <a:cubicBezTo>
                    <a:pt x="962" y="505"/>
                    <a:pt x="963" y="503"/>
                    <a:pt x="964" y="502"/>
                  </a:cubicBezTo>
                  <a:cubicBezTo>
                    <a:pt x="965" y="502"/>
                    <a:pt x="967" y="502"/>
                    <a:pt x="969" y="502"/>
                  </a:cubicBezTo>
                  <a:cubicBezTo>
                    <a:pt x="970" y="502"/>
                    <a:pt x="971" y="501"/>
                    <a:pt x="971" y="503"/>
                  </a:cubicBezTo>
                  <a:cubicBezTo>
                    <a:pt x="972" y="504"/>
                    <a:pt x="972" y="505"/>
                    <a:pt x="972" y="506"/>
                  </a:cubicBezTo>
                  <a:cubicBezTo>
                    <a:pt x="973" y="507"/>
                    <a:pt x="973" y="506"/>
                    <a:pt x="975" y="508"/>
                  </a:cubicBezTo>
                  <a:cubicBezTo>
                    <a:pt x="976" y="510"/>
                    <a:pt x="977" y="510"/>
                    <a:pt x="978" y="511"/>
                  </a:cubicBezTo>
                  <a:cubicBezTo>
                    <a:pt x="980" y="513"/>
                    <a:pt x="981" y="514"/>
                    <a:pt x="983" y="516"/>
                  </a:cubicBezTo>
                  <a:cubicBezTo>
                    <a:pt x="985" y="517"/>
                    <a:pt x="985" y="516"/>
                    <a:pt x="986" y="518"/>
                  </a:cubicBezTo>
                  <a:cubicBezTo>
                    <a:pt x="988" y="520"/>
                    <a:pt x="987" y="520"/>
                    <a:pt x="988" y="522"/>
                  </a:cubicBezTo>
                  <a:cubicBezTo>
                    <a:pt x="988" y="524"/>
                    <a:pt x="988" y="525"/>
                    <a:pt x="988" y="527"/>
                  </a:cubicBezTo>
                  <a:cubicBezTo>
                    <a:pt x="988" y="529"/>
                    <a:pt x="988" y="531"/>
                    <a:pt x="988" y="532"/>
                  </a:cubicBezTo>
                  <a:cubicBezTo>
                    <a:pt x="987" y="533"/>
                    <a:pt x="987" y="534"/>
                    <a:pt x="987" y="535"/>
                  </a:cubicBezTo>
                  <a:cubicBezTo>
                    <a:pt x="987" y="536"/>
                    <a:pt x="986" y="536"/>
                    <a:pt x="988" y="537"/>
                  </a:cubicBezTo>
                  <a:cubicBezTo>
                    <a:pt x="990" y="539"/>
                    <a:pt x="991" y="538"/>
                    <a:pt x="993" y="539"/>
                  </a:cubicBezTo>
                  <a:cubicBezTo>
                    <a:pt x="995" y="541"/>
                    <a:pt x="994" y="542"/>
                    <a:pt x="996" y="543"/>
                  </a:cubicBezTo>
                  <a:cubicBezTo>
                    <a:pt x="997" y="544"/>
                    <a:pt x="997" y="543"/>
                    <a:pt x="998" y="544"/>
                  </a:cubicBezTo>
                  <a:cubicBezTo>
                    <a:pt x="1000" y="545"/>
                    <a:pt x="1001" y="545"/>
                    <a:pt x="1002" y="546"/>
                  </a:cubicBezTo>
                  <a:cubicBezTo>
                    <a:pt x="1004" y="547"/>
                    <a:pt x="1004" y="547"/>
                    <a:pt x="1005" y="549"/>
                  </a:cubicBezTo>
                  <a:cubicBezTo>
                    <a:pt x="1006" y="551"/>
                    <a:pt x="1006" y="552"/>
                    <a:pt x="1006" y="553"/>
                  </a:cubicBezTo>
                  <a:cubicBezTo>
                    <a:pt x="1007" y="555"/>
                    <a:pt x="1008" y="557"/>
                    <a:pt x="1009" y="557"/>
                  </a:cubicBezTo>
                  <a:cubicBezTo>
                    <a:pt x="1010" y="558"/>
                    <a:pt x="1011" y="556"/>
                    <a:pt x="1011" y="556"/>
                  </a:cubicBezTo>
                  <a:cubicBezTo>
                    <a:pt x="1012" y="555"/>
                    <a:pt x="1013" y="555"/>
                    <a:pt x="1014" y="556"/>
                  </a:cubicBezTo>
                  <a:cubicBezTo>
                    <a:pt x="1014" y="557"/>
                    <a:pt x="1015" y="561"/>
                    <a:pt x="1014" y="562"/>
                  </a:cubicBezTo>
                  <a:cubicBezTo>
                    <a:pt x="1013" y="563"/>
                    <a:pt x="1010" y="563"/>
                    <a:pt x="1009" y="563"/>
                  </a:cubicBezTo>
                  <a:cubicBezTo>
                    <a:pt x="1007" y="562"/>
                    <a:pt x="1006" y="562"/>
                    <a:pt x="1005" y="561"/>
                  </a:cubicBezTo>
                  <a:cubicBezTo>
                    <a:pt x="1004" y="560"/>
                    <a:pt x="1002" y="558"/>
                    <a:pt x="1001" y="558"/>
                  </a:cubicBezTo>
                  <a:cubicBezTo>
                    <a:pt x="1000" y="559"/>
                    <a:pt x="998" y="559"/>
                    <a:pt x="997" y="561"/>
                  </a:cubicBezTo>
                  <a:cubicBezTo>
                    <a:pt x="996" y="562"/>
                    <a:pt x="995" y="564"/>
                    <a:pt x="995" y="565"/>
                  </a:cubicBezTo>
                  <a:cubicBezTo>
                    <a:pt x="996" y="566"/>
                    <a:pt x="995" y="567"/>
                    <a:pt x="997" y="567"/>
                  </a:cubicBezTo>
                  <a:cubicBezTo>
                    <a:pt x="999" y="566"/>
                    <a:pt x="1000" y="566"/>
                    <a:pt x="1002" y="566"/>
                  </a:cubicBezTo>
                  <a:cubicBezTo>
                    <a:pt x="1004" y="566"/>
                    <a:pt x="1004" y="565"/>
                    <a:pt x="1005" y="566"/>
                  </a:cubicBezTo>
                  <a:cubicBezTo>
                    <a:pt x="1007" y="567"/>
                    <a:pt x="1006" y="568"/>
                    <a:pt x="1005" y="569"/>
                  </a:cubicBezTo>
                  <a:cubicBezTo>
                    <a:pt x="1005" y="569"/>
                    <a:pt x="1001" y="570"/>
                    <a:pt x="1001" y="571"/>
                  </a:cubicBezTo>
                  <a:cubicBezTo>
                    <a:pt x="1000" y="571"/>
                    <a:pt x="996" y="573"/>
                    <a:pt x="996" y="574"/>
                  </a:cubicBezTo>
                  <a:cubicBezTo>
                    <a:pt x="995" y="574"/>
                    <a:pt x="994" y="575"/>
                    <a:pt x="992" y="576"/>
                  </a:cubicBezTo>
                  <a:cubicBezTo>
                    <a:pt x="991" y="577"/>
                    <a:pt x="988" y="579"/>
                    <a:pt x="988" y="579"/>
                  </a:cubicBezTo>
                  <a:cubicBezTo>
                    <a:pt x="988" y="580"/>
                    <a:pt x="989" y="581"/>
                    <a:pt x="990" y="581"/>
                  </a:cubicBezTo>
                  <a:cubicBezTo>
                    <a:pt x="991" y="581"/>
                    <a:pt x="995" y="581"/>
                    <a:pt x="996" y="580"/>
                  </a:cubicBezTo>
                  <a:cubicBezTo>
                    <a:pt x="998" y="580"/>
                    <a:pt x="1000" y="580"/>
                    <a:pt x="1001" y="580"/>
                  </a:cubicBezTo>
                  <a:cubicBezTo>
                    <a:pt x="1002" y="581"/>
                    <a:pt x="1004" y="581"/>
                    <a:pt x="1005" y="582"/>
                  </a:cubicBezTo>
                  <a:cubicBezTo>
                    <a:pt x="1007" y="584"/>
                    <a:pt x="1008" y="585"/>
                    <a:pt x="1010" y="585"/>
                  </a:cubicBezTo>
                  <a:cubicBezTo>
                    <a:pt x="1011" y="586"/>
                    <a:pt x="1012" y="586"/>
                    <a:pt x="1013" y="586"/>
                  </a:cubicBezTo>
                  <a:cubicBezTo>
                    <a:pt x="1013" y="586"/>
                    <a:pt x="1014" y="586"/>
                    <a:pt x="1015" y="585"/>
                  </a:cubicBezTo>
                  <a:cubicBezTo>
                    <a:pt x="1016" y="584"/>
                    <a:pt x="1016" y="584"/>
                    <a:pt x="1017" y="583"/>
                  </a:cubicBezTo>
                  <a:cubicBezTo>
                    <a:pt x="1018" y="582"/>
                    <a:pt x="1019" y="581"/>
                    <a:pt x="1020" y="581"/>
                  </a:cubicBezTo>
                  <a:cubicBezTo>
                    <a:pt x="1021" y="581"/>
                    <a:pt x="1022" y="581"/>
                    <a:pt x="1022" y="581"/>
                  </a:cubicBezTo>
                  <a:cubicBezTo>
                    <a:pt x="1022" y="582"/>
                    <a:pt x="1022" y="583"/>
                    <a:pt x="1021" y="583"/>
                  </a:cubicBezTo>
                  <a:cubicBezTo>
                    <a:pt x="1019" y="584"/>
                    <a:pt x="1017" y="585"/>
                    <a:pt x="1018" y="585"/>
                  </a:cubicBezTo>
                  <a:cubicBezTo>
                    <a:pt x="1018" y="586"/>
                    <a:pt x="1018" y="587"/>
                    <a:pt x="1019" y="586"/>
                  </a:cubicBezTo>
                  <a:cubicBezTo>
                    <a:pt x="1020" y="586"/>
                    <a:pt x="1021" y="585"/>
                    <a:pt x="1022" y="585"/>
                  </a:cubicBezTo>
                  <a:cubicBezTo>
                    <a:pt x="1023" y="585"/>
                    <a:pt x="1025" y="585"/>
                    <a:pt x="1026" y="585"/>
                  </a:cubicBezTo>
                  <a:cubicBezTo>
                    <a:pt x="1027" y="586"/>
                    <a:pt x="1027" y="586"/>
                    <a:pt x="1029" y="586"/>
                  </a:cubicBezTo>
                  <a:cubicBezTo>
                    <a:pt x="1030" y="587"/>
                    <a:pt x="1031" y="587"/>
                    <a:pt x="1032" y="587"/>
                  </a:cubicBezTo>
                  <a:cubicBezTo>
                    <a:pt x="1033" y="587"/>
                    <a:pt x="1034" y="589"/>
                    <a:pt x="1034" y="590"/>
                  </a:cubicBezTo>
                  <a:cubicBezTo>
                    <a:pt x="1034" y="591"/>
                    <a:pt x="1033" y="593"/>
                    <a:pt x="1032" y="594"/>
                  </a:cubicBezTo>
                  <a:cubicBezTo>
                    <a:pt x="1031" y="594"/>
                    <a:pt x="1030" y="595"/>
                    <a:pt x="1030" y="594"/>
                  </a:cubicBezTo>
                  <a:cubicBezTo>
                    <a:pt x="1029" y="593"/>
                    <a:pt x="1030" y="591"/>
                    <a:pt x="1030" y="591"/>
                  </a:cubicBezTo>
                  <a:cubicBezTo>
                    <a:pt x="1029" y="591"/>
                    <a:pt x="1028" y="591"/>
                    <a:pt x="1027" y="591"/>
                  </a:cubicBezTo>
                  <a:cubicBezTo>
                    <a:pt x="1027" y="592"/>
                    <a:pt x="1026" y="593"/>
                    <a:pt x="1025" y="593"/>
                  </a:cubicBezTo>
                  <a:cubicBezTo>
                    <a:pt x="1024" y="593"/>
                    <a:pt x="1024" y="593"/>
                    <a:pt x="1023" y="592"/>
                  </a:cubicBezTo>
                  <a:cubicBezTo>
                    <a:pt x="1023" y="592"/>
                    <a:pt x="1022" y="591"/>
                    <a:pt x="1021" y="591"/>
                  </a:cubicBezTo>
                  <a:cubicBezTo>
                    <a:pt x="1021" y="591"/>
                    <a:pt x="1020" y="591"/>
                    <a:pt x="1020" y="592"/>
                  </a:cubicBezTo>
                  <a:cubicBezTo>
                    <a:pt x="1019" y="593"/>
                    <a:pt x="1020" y="594"/>
                    <a:pt x="1021" y="595"/>
                  </a:cubicBezTo>
                  <a:cubicBezTo>
                    <a:pt x="1023" y="596"/>
                    <a:pt x="1024" y="596"/>
                    <a:pt x="1026" y="597"/>
                  </a:cubicBezTo>
                  <a:cubicBezTo>
                    <a:pt x="1027" y="598"/>
                    <a:pt x="1030" y="599"/>
                    <a:pt x="1031" y="600"/>
                  </a:cubicBezTo>
                  <a:cubicBezTo>
                    <a:pt x="1032" y="600"/>
                    <a:pt x="1034" y="600"/>
                    <a:pt x="1037" y="603"/>
                  </a:cubicBezTo>
                  <a:cubicBezTo>
                    <a:pt x="1040" y="607"/>
                    <a:pt x="1039" y="609"/>
                    <a:pt x="1038" y="609"/>
                  </a:cubicBezTo>
                  <a:cubicBezTo>
                    <a:pt x="1038" y="610"/>
                    <a:pt x="1036" y="610"/>
                    <a:pt x="1037" y="612"/>
                  </a:cubicBezTo>
                  <a:cubicBezTo>
                    <a:pt x="1037" y="613"/>
                    <a:pt x="1038" y="612"/>
                    <a:pt x="1038" y="614"/>
                  </a:cubicBezTo>
                  <a:cubicBezTo>
                    <a:pt x="1039" y="616"/>
                    <a:pt x="1039" y="618"/>
                    <a:pt x="1039" y="619"/>
                  </a:cubicBezTo>
                  <a:cubicBezTo>
                    <a:pt x="1038" y="620"/>
                    <a:pt x="1038" y="621"/>
                    <a:pt x="1038" y="622"/>
                  </a:cubicBezTo>
                  <a:cubicBezTo>
                    <a:pt x="1038" y="623"/>
                    <a:pt x="1037" y="623"/>
                    <a:pt x="1037" y="624"/>
                  </a:cubicBezTo>
                  <a:cubicBezTo>
                    <a:pt x="1037" y="625"/>
                    <a:pt x="1039" y="627"/>
                    <a:pt x="1040" y="628"/>
                  </a:cubicBezTo>
                  <a:cubicBezTo>
                    <a:pt x="1041" y="629"/>
                    <a:pt x="1042" y="631"/>
                    <a:pt x="1044" y="632"/>
                  </a:cubicBezTo>
                  <a:cubicBezTo>
                    <a:pt x="1045" y="632"/>
                    <a:pt x="1047" y="631"/>
                    <a:pt x="1048" y="630"/>
                  </a:cubicBezTo>
                  <a:cubicBezTo>
                    <a:pt x="1048" y="629"/>
                    <a:pt x="1049" y="626"/>
                    <a:pt x="1050" y="626"/>
                  </a:cubicBezTo>
                  <a:cubicBezTo>
                    <a:pt x="1051" y="625"/>
                    <a:pt x="1052" y="623"/>
                    <a:pt x="1052" y="622"/>
                  </a:cubicBezTo>
                  <a:cubicBezTo>
                    <a:pt x="1052" y="621"/>
                    <a:pt x="1052" y="620"/>
                    <a:pt x="1053" y="619"/>
                  </a:cubicBezTo>
                  <a:cubicBezTo>
                    <a:pt x="1053" y="618"/>
                    <a:pt x="1055" y="618"/>
                    <a:pt x="1056" y="617"/>
                  </a:cubicBezTo>
                  <a:cubicBezTo>
                    <a:pt x="1057" y="617"/>
                    <a:pt x="1057" y="615"/>
                    <a:pt x="1057" y="614"/>
                  </a:cubicBezTo>
                  <a:cubicBezTo>
                    <a:pt x="1056" y="613"/>
                    <a:pt x="1056" y="610"/>
                    <a:pt x="1056" y="608"/>
                  </a:cubicBezTo>
                  <a:cubicBezTo>
                    <a:pt x="1056" y="607"/>
                    <a:pt x="1056" y="605"/>
                    <a:pt x="1058" y="604"/>
                  </a:cubicBezTo>
                  <a:cubicBezTo>
                    <a:pt x="1059" y="602"/>
                    <a:pt x="1059" y="601"/>
                    <a:pt x="1061" y="599"/>
                  </a:cubicBezTo>
                  <a:cubicBezTo>
                    <a:pt x="1063" y="597"/>
                    <a:pt x="1063" y="597"/>
                    <a:pt x="1066" y="597"/>
                  </a:cubicBezTo>
                  <a:cubicBezTo>
                    <a:pt x="1068" y="597"/>
                    <a:pt x="1068" y="595"/>
                    <a:pt x="1071" y="596"/>
                  </a:cubicBezTo>
                  <a:cubicBezTo>
                    <a:pt x="1073" y="598"/>
                    <a:pt x="1075" y="601"/>
                    <a:pt x="1078" y="604"/>
                  </a:cubicBezTo>
                  <a:cubicBezTo>
                    <a:pt x="1082" y="606"/>
                    <a:pt x="1082" y="605"/>
                    <a:pt x="1085" y="608"/>
                  </a:cubicBezTo>
                  <a:cubicBezTo>
                    <a:pt x="1088" y="611"/>
                    <a:pt x="1088" y="610"/>
                    <a:pt x="1090" y="613"/>
                  </a:cubicBezTo>
                  <a:cubicBezTo>
                    <a:pt x="1092" y="617"/>
                    <a:pt x="1092" y="617"/>
                    <a:pt x="1092" y="620"/>
                  </a:cubicBezTo>
                  <a:cubicBezTo>
                    <a:pt x="1093" y="622"/>
                    <a:pt x="1093" y="624"/>
                    <a:pt x="1094" y="626"/>
                  </a:cubicBezTo>
                  <a:cubicBezTo>
                    <a:pt x="1095" y="628"/>
                    <a:pt x="1093" y="630"/>
                    <a:pt x="1092" y="630"/>
                  </a:cubicBezTo>
                  <a:cubicBezTo>
                    <a:pt x="1091" y="630"/>
                    <a:pt x="1089" y="631"/>
                    <a:pt x="1089" y="630"/>
                  </a:cubicBezTo>
                  <a:cubicBezTo>
                    <a:pt x="1088" y="629"/>
                    <a:pt x="1089" y="628"/>
                    <a:pt x="1088" y="627"/>
                  </a:cubicBezTo>
                  <a:cubicBezTo>
                    <a:pt x="1087" y="626"/>
                    <a:pt x="1086" y="626"/>
                    <a:pt x="1085" y="627"/>
                  </a:cubicBezTo>
                  <a:cubicBezTo>
                    <a:pt x="1084" y="628"/>
                    <a:pt x="1082" y="628"/>
                    <a:pt x="1082" y="630"/>
                  </a:cubicBezTo>
                  <a:cubicBezTo>
                    <a:pt x="1082" y="631"/>
                    <a:pt x="1082" y="632"/>
                    <a:pt x="1083" y="633"/>
                  </a:cubicBezTo>
                  <a:cubicBezTo>
                    <a:pt x="1084" y="634"/>
                    <a:pt x="1084" y="635"/>
                    <a:pt x="1084" y="636"/>
                  </a:cubicBezTo>
                  <a:cubicBezTo>
                    <a:pt x="1083" y="638"/>
                    <a:pt x="1083" y="638"/>
                    <a:pt x="1083" y="639"/>
                  </a:cubicBezTo>
                  <a:cubicBezTo>
                    <a:pt x="1082" y="640"/>
                    <a:pt x="1082" y="642"/>
                    <a:pt x="1083" y="643"/>
                  </a:cubicBezTo>
                  <a:cubicBezTo>
                    <a:pt x="1083" y="644"/>
                    <a:pt x="1084" y="645"/>
                    <a:pt x="1084" y="647"/>
                  </a:cubicBezTo>
                  <a:cubicBezTo>
                    <a:pt x="1085" y="648"/>
                    <a:pt x="1085" y="649"/>
                    <a:pt x="1087" y="651"/>
                  </a:cubicBezTo>
                  <a:cubicBezTo>
                    <a:pt x="1088" y="654"/>
                    <a:pt x="1089" y="654"/>
                    <a:pt x="1092" y="656"/>
                  </a:cubicBezTo>
                  <a:cubicBezTo>
                    <a:pt x="1095" y="658"/>
                    <a:pt x="1096" y="658"/>
                    <a:pt x="1098" y="660"/>
                  </a:cubicBezTo>
                  <a:cubicBezTo>
                    <a:pt x="1099" y="661"/>
                    <a:pt x="1102" y="663"/>
                    <a:pt x="1102" y="665"/>
                  </a:cubicBezTo>
                  <a:cubicBezTo>
                    <a:pt x="1103" y="667"/>
                    <a:pt x="1102" y="670"/>
                    <a:pt x="1104" y="671"/>
                  </a:cubicBezTo>
                  <a:cubicBezTo>
                    <a:pt x="1105" y="673"/>
                    <a:pt x="1106" y="671"/>
                    <a:pt x="1107" y="670"/>
                  </a:cubicBezTo>
                  <a:cubicBezTo>
                    <a:pt x="1107" y="669"/>
                    <a:pt x="1107" y="669"/>
                    <a:pt x="1110" y="669"/>
                  </a:cubicBezTo>
                  <a:cubicBezTo>
                    <a:pt x="1112" y="668"/>
                    <a:pt x="1112" y="668"/>
                    <a:pt x="1112" y="666"/>
                  </a:cubicBezTo>
                  <a:cubicBezTo>
                    <a:pt x="1112" y="664"/>
                    <a:pt x="1111" y="663"/>
                    <a:pt x="1113" y="663"/>
                  </a:cubicBezTo>
                  <a:cubicBezTo>
                    <a:pt x="1114" y="662"/>
                    <a:pt x="1115" y="661"/>
                    <a:pt x="1117" y="662"/>
                  </a:cubicBezTo>
                  <a:cubicBezTo>
                    <a:pt x="1118" y="663"/>
                    <a:pt x="1120" y="664"/>
                    <a:pt x="1121" y="663"/>
                  </a:cubicBezTo>
                  <a:cubicBezTo>
                    <a:pt x="1122" y="662"/>
                    <a:pt x="1123" y="662"/>
                    <a:pt x="1123" y="660"/>
                  </a:cubicBezTo>
                  <a:cubicBezTo>
                    <a:pt x="1122" y="659"/>
                    <a:pt x="1121" y="656"/>
                    <a:pt x="1122" y="654"/>
                  </a:cubicBezTo>
                  <a:cubicBezTo>
                    <a:pt x="1122" y="651"/>
                    <a:pt x="1122" y="651"/>
                    <a:pt x="1124" y="649"/>
                  </a:cubicBezTo>
                  <a:cubicBezTo>
                    <a:pt x="1126" y="648"/>
                    <a:pt x="1126" y="647"/>
                    <a:pt x="1127" y="645"/>
                  </a:cubicBezTo>
                  <a:cubicBezTo>
                    <a:pt x="1128" y="643"/>
                    <a:pt x="1127" y="645"/>
                    <a:pt x="1130" y="643"/>
                  </a:cubicBezTo>
                  <a:cubicBezTo>
                    <a:pt x="1132" y="641"/>
                    <a:pt x="1134" y="640"/>
                    <a:pt x="1135" y="639"/>
                  </a:cubicBezTo>
                  <a:cubicBezTo>
                    <a:pt x="1135" y="639"/>
                    <a:pt x="1135" y="638"/>
                    <a:pt x="1136" y="635"/>
                  </a:cubicBezTo>
                  <a:cubicBezTo>
                    <a:pt x="1136" y="633"/>
                    <a:pt x="1136" y="632"/>
                    <a:pt x="1137" y="630"/>
                  </a:cubicBezTo>
                  <a:cubicBezTo>
                    <a:pt x="1137" y="628"/>
                    <a:pt x="1138" y="630"/>
                    <a:pt x="1139" y="627"/>
                  </a:cubicBezTo>
                  <a:cubicBezTo>
                    <a:pt x="1140" y="623"/>
                    <a:pt x="1139" y="622"/>
                    <a:pt x="1138" y="619"/>
                  </a:cubicBezTo>
                  <a:cubicBezTo>
                    <a:pt x="1138" y="617"/>
                    <a:pt x="1138" y="616"/>
                    <a:pt x="1140" y="615"/>
                  </a:cubicBezTo>
                  <a:cubicBezTo>
                    <a:pt x="1142" y="614"/>
                    <a:pt x="1143" y="614"/>
                    <a:pt x="1146" y="615"/>
                  </a:cubicBezTo>
                  <a:cubicBezTo>
                    <a:pt x="1148" y="616"/>
                    <a:pt x="1149" y="614"/>
                    <a:pt x="1151" y="614"/>
                  </a:cubicBezTo>
                  <a:cubicBezTo>
                    <a:pt x="1152" y="614"/>
                    <a:pt x="1152" y="614"/>
                    <a:pt x="1154" y="614"/>
                  </a:cubicBezTo>
                  <a:cubicBezTo>
                    <a:pt x="1157" y="614"/>
                    <a:pt x="1158" y="615"/>
                    <a:pt x="1158" y="613"/>
                  </a:cubicBezTo>
                  <a:cubicBezTo>
                    <a:pt x="1158" y="612"/>
                    <a:pt x="1157" y="611"/>
                    <a:pt x="1156" y="610"/>
                  </a:cubicBezTo>
                  <a:cubicBezTo>
                    <a:pt x="1155" y="610"/>
                    <a:pt x="1154" y="611"/>
                    <a:pt x="1153" y="610"/>
                  </a:cubicBezTo>
                  <a:cubicBezTo>
                    <a:pt x="1152" y="609"/>
                    <a:pt x="1151" y="608"/>
                    <a:pt x="1151" y="608"/>
                  </a:cubicBezTo>
                  <a:cubicBezTo>
                    <a:pt x="1152" y="608"/>
                    <a:pt x="1152" y="607"/>
                    <a:pt x="1154" y="608"/>
                  </a:cubicBezTo>
                  <a:cubicBezTo>
                    <a:pt x="1155" y="608"/>
                    <a:pt x="1156" y="608"/>
                    <a:pt x="1157" y="607"/>
                  </a:cubicBezTo>
                  <a:cubicBezTo>
                    <a:pt x="1157" y="607"/>
                    <a:pt x="1157" y="606"/>
                    <a:pt x="1158" y="605"/>
                  </a:cubicBezTo>
                  <a:cubicBezTo>
                    <a:pt x="1160" y="605"/>
                    <a:pt x="1161" y="605"/>
                    <a:pt x="1162" y="605"/>
                  </a:cubicBezTo>
                  <a:cubicBezTo>
                    <a:pt x="1163" y="604"/>
                    <a:pt x="1163" y="604"/>
                    <a:pt x="1162" y="603"/>
                  </a:cubicBezTo>
                  <a:cubicBezTo>
                    <a:pt x="1162" y="603"/>
                    <a:pt x="1159" y="602"/>
                    <a:pt x="1158" y="602"/>
                  </a:cubicBezTo>
                  <a:cubicBezTo>
                    <a:pt x="1158" y="602"/>
                    <a:pt x="1156" y="602"/>
                    <a:pt x="1155" y="601"/>
                  </a:cubicBezTo>
                  <a:cubicBezTo>
                    <a:pt x="1154" y="599"/>
                    <a:pt x="1154" y="599"/>
                    <a:pt x="1153" y="598"/>
                  </a:cubicBezTo>
                  <a:cubicBezTo>
                    <a:pt x="1152" y="598"/>
                    <a:pt x="1151" y="598"/>
                    <a:pt x="1150" y="597"/>
                  </a:cubicBezTo>
                  <a:cubicBezTo>
                    <a:pt x="1149" y="597"/>
                    <a:pt x="1148" y="597"/>
                    <a:pt x="1147" y="596"/>
                  </a:cubicBezTo>
                  <a:cubicBezTo>
                    <a:pt x="1146" y="595"/>
                    <a:pt x="1145" y="595"/>
                    <a:pt x="1145" y="594"/>
                  </a:cubicBezTo>
                  <a:cubicBezTo>
                    <a:pt x="1144" y="593"/>
                    <a:pt x="1144" y="592"/>
                    <a:pt x="1144" y="590"/>
                  </a:cubicBezTo>
                  <a:cubicBezTo>
                    <a:pt x="1144" y="588"/>
                    <a:pt x="1145" y="588"/>
                    <a:pt x="1144" y="587"/>
                  </a:cubicBezTo>
                  <a:cubicBezTo>
                    <a:pt x="1144" y="586"/>
                    <a:pt x="1143" y="585"/>
                    <a:pt x="1144" y="584"/>
                  </a:cubicBezTo>
                  <a:cubicBezTo>
                    <a:pt x="1144" y="583"/>
                    <a:pt x="1143" y="582"/>
                    <a:pt x="1143" y="581"/>
                  </a:cubicBezTo>
                  <a:cubicBezTo>
                    <a:pt x="1143" y="581"/>
                    <a:pt x="1143" y="580"/>
                    <a:pt x="1144" y="579"/>
                  </a:cubicBezTo>
                  <a:cubicBezTo>
                    <a:pt x="1145" y="578"/>
                    <a:pt x="1146" y="577"/>
                    <a:pt x="1147" y="577"/>
                  </a:cubicBezTo>
                  <a:cubicBezTo>
                    <a:pt x="1148" y="577"/>
                    <a:pt x="1148" y="577"/>
                    <a:pt x="1150" y="577"/>
                  </a:cubicBezTo>
                  <a:cubicBezTo>
                    <a:pt x="1152" y="577"/>
                    <a:pt x="1153" y="578"/>
                    <a:pt x="1155" y="577"/>
                  </a:cubicBezTo>
                  <a:cubicBezTo>
                    <a:pt x="1156" y="577"/>
                    <a:pt x="1157" y="575"/>
                    <a:pt x="1159" y="575"/>
                  </a:cubicBezTo>
                  <a:cubicBezTo>
                    <a:pt x="1161" y="575"/>
                    <a:pt x="1161" y="574"/>
                    <a:pt x="1164" y="574"/>
                  </a:cubicBezTo>
                  <a:cubicBezTo>
                    <a:pt x="1166" y="574"/>
                    <a:pt x="1167" y="574"/>
                    <a:pt x="1169" y="575"/>
                  </a:cubicBezTo>
                  <a:cubicBezTo>
                    <a:pt x="1171" y="577"/>
                    <a:pt x="1172" y="577"/>
                    <a:pt x="1173" y="578"/>
                  </a:cubicBezTo>
                  <a:cubicBezTo>
                    <a:pt x="1174" y="579"/>
                    <a:pt x="1178" y="579"/>
                    <a:pt x="1179" y="579"/>
                  </a:cubicBezTo>
                  <a:cubicBezTo>
                    <a:pt x="1181" y="580"/>
                    <a:pt x="1184" y="580"/>
                    <a:pt x="1188" y="580"/>
                  </a:cubicBezTo>
                  <a:cubicBezTo>
                    <a:pt x="1192" y="580"/>
                    <a:pt x="1194" y="580"/>
                    <a:pt x="1198" y="580"/>
                  </a:cubicBezTo>
                  <a:cubicBezTo>
                    <a:pt x="1201" y="580"/>
                    <a:pt x="1202" y="579"/>
                    <a:pt x="1204" y="580"/>
                  </a:cubicBezTo>
                  <a:cubicBezTo>
                    <a:pt x="1205" y="581"/>
                    <a:pt x="1207" y="581"/>
                    <a:pt x="1205" y="581"/>
                  </a:cubicBezTo>
                  <a:cubicBezTo>
                    <a:pt x="1204" y="581"/>
                    <a:pt x="1202" y="581"/>
                    <a:pt x="1202" y="582"/>
                  </a:cubicBezTo>
                  <a:cubicBezTo>
                    <a:pt x="1202" y="584"/>
                    <a:pt x="1203" y="584"/>
                    <a:pt x="1202" y="585"/>
                  </a:cubicBezTo>
                  <a:cubicBezTo>
                    <a:pt x="1201" y="585"/>
                    <a:pt x="1198" y="585"/>
                    <a:pt x="1197" y="585"/>
                  </a:cubicBezTo>
                  <a:cubicBezTo>
                    <a:pt x="1195" y="585"/>
                    <a:pt x="1193" y="584"/>
                    <a:pt x="1192" y="584"/>
                  </a:cubicBezTo>
                  <a:cubicBezTo>
                    <a:pt x="1191" y="584"/>
                    <a:pt x="1189" y="583"/>
                    <a:pt x="1189" y="584"/>
                  </a:cubicBezTo>
                  <a:cubicBezTo>
                    <a:pt x="1188" y="585"/>
                    <a:pt x="1188" y="585"/>
                    <a:pt x="1190" y="586"/>
                  </a:cubicBezTo>
                  <a:cubicBezTo>
                    <a:pt x="1192" y="587"/>
                    <a:pt x="1192" y="586"/>
                    <a:pt x="1194" y="587"/>
                  </a:cubicBezTo>
                  <a:cubicBezTo>
                    <a:pt x="1196" y="587"/>
                    <a:pt x="1198" y="588"/>
                    <a:pt x="1199" y="588"/>
                  </a:cubicBezTo>
                  <a:cubicBezTo>
                    <a:pt x="1201" y="589"/>
                    <a:pt x="1202" y="589"/>
                    <a:pt x="1204" y="589"/>
                  </a:cubicBezTo>
                  <a:cubicBezTo>
                    <a:pt x="1206" y="589"/>
                    <a:pt x="1208" y="590"/>
                    <a:pt x="1209" y="590"/>
                  </a:cubicBezTo>
                  <a:cubicBezTo>
                    <a:pt x="1210" y="591"/>
                    <a:pt x="1210" y="593"/>
                    <a:pt x="1211" y="595"/>
                  </a:cubicBezTo>
                  <a:cubicBezTo>
                    <a:pt x="1212" y="596"/>
                    <a:pt x="1212" y="596"/>
                    <a:pt x="1214" y="596"/>
                  </a:cubicBezTo>
                  <a:cubicBezTo>
                    <a:pt x="1216" y="596"/>
                    <a:pt x="1218" y="596"/>
                    <a:pt x="1220" y="596"/>
                  </a:cubicBezTo>
                  <a:cubicBezTo>
                    <a:pt x="1221" y="596"/>
                    <a:pt x="1223" y="596"/>
                    <a:pt x="1224" y="597"/>
                  </a:cubicBezTo>
                  <a:cubicBezTo>
                    <a:pt x="1225" y="598"/>
                    <a:pt x="1227" y="598"/>
                    <a:pt x="1228" y="599"/>
                  </a:cubicBezTo>
                  <a:cubicBezTo>
                    <a:pt x="1229" y="600"/>
                    <a:pt x="1227" y="603"/>
                    <a:pt x="1226" y="603"/>
                  </a:cubicBezTo>
                  <a:cubicBezTo>
                    <a:pt x="1225" y="604"/>
                    <a:pt x="1223" y="606"/>
                    <a:pt x="1223" y="607"/>
                  </a:cubicBezTo>
                  <a:cubicBezTo>
                    <a:pt x="1223" y="608"/>
                    <a:pt x="1222" y="610"/>
                    <a:pt x="1223" y="610"/>
                  </a:cubicBezTo>
                  <a:cubicBezTo>
                    <a:pt x="1225" y="611"/>
                    <a:pt x="1228" y="609"/>
                    <a:pt x="1228" y="611"/>
                  </a:cubicBezTo>
                  <a:cubicBezTo>
                    <a:pt x="1229" y="613"/>
                    <a:pt x="1229" y="615"/>
                    <a:pt x="1229" y="616"/>
                  </a:cubicBezTo>
                  <a:cubicBezTo>
                    <a:pt x="1229" y="617"/>
                    <a:pt x="1226" y="618"/>
                    <a:pt x="1224" y="619"/>
                  </a:cubicBezTo>
                  <a:cubicBezTo>
                    <a:pt x="1222" y="619"/>
                    <a:pt x="1219" y="620"/>
                    <a:pt x="1218" y="621"/>
                  </a:cubicBezTo>
                  <a:cubicBezTo>
                    <a:pt x="1216" y="622"/>
                    <a:pt x="1215" y="622"/>
                    <a:pt x="1213" y="622"/>
                  </a:cubicBezTo>
                  <a:cubicBezTo>
                    <a:pt x="1211" y="622"/>
                    <a:pt x="1208" y="621"/>
                    <a:pt x="1207" y="621"/>
                  </a:cubicBezTo>
                  <a:cubicBezTo>
                    <a:pt x="1206" y="621"/>
                    <a:pt x="1203" y="619"/>
                    <a:pt x="1202" y="621"/>
                  </a:cubicBezTo>
                  <a:cubicBezTo>
                    <a:pt x="1201" y="622"/>
                    <a:pt x="1201" y="624"/>
                    <a:pt x="1202" y="625"/>
                  </a:cubicBezTo>
                  <a:cubicBezTo>
                    <a:pt x="1202" y="626"/>
                    <a:pt x="1205" y="625"/>
                    <a:pt x="1205" y="627"/>
                  </a:cubicBezTo>
                  <a:cubicBezTo>
                    <a:pt x="1206" y="629"/>
                    <a:pt x="1205" y="630"/>
                    <a:pt x="1205" y="631"/>
                  </a:cubicBezTo>
                  <a:cubicBezTo>
                    <a:pt x="1205" y="632"/>
                    <a:pt x="1207" y="631"/>
                    <a:pt x="1207" y="632"/>
                  </a:cubicBezTo>
                  <a:cubicBezTo>
                    <a:pt x="1207" y="633"/>
                    <a:pt x="1207" y="634"/>
                    <a:pt x="1207" y="635"/>
                  </a:cubicBezTo>
                  <a:cubicBezTo>
                    <a:pt x="1208" y="635"/>
                    <a:pt x="1208" y="636"/>
                    <a:pt x="1209" y="636"/>
                  </a:cubicBezTo>
                  <a:cubicBezTo>
                    <a:pt x="1211" y="637"/>
                    <a:pt x="1212" y="636"/>
                    <a:pt x="1212" y="637"/>
                  </a:cubicBezTo>
                  <a:cubicBezTo>
                    <a:pt x="1212" y="638"/>
                    <a:pt x="1210" y="639"/>
                    <a:pt x="1211" y="641"/>
                  </a:cubicBezTo>
                  <a:cubicBezTo>
                    <a:pt x="1211" y="642"/>
                    <a:pt x="1212" y="644"/>
                    <a:pt x="1213" y="646"/>
                  </a:cubicBezTo>
                  <a:cubicBezTo>
                    <a:pt x="1215" y="647"/>
                    <a:pt x="1216" y="648"/>
                    <a:pt x="1219" y="650"/>
                  </a:cubicBezTo>
                  <a:cubicBezTo>
                    <a:pt x="1221" y="652"/>
                    <a:pt x="1225" y="656"/>
                    <a:pt x="1226" y="657"/>
                  </a:cubicBezTo>
                  <a:cubicBezTo>
                    <a:pt x="1228" y="658"/>
                    <a:pt x="1229" y="659"/>
                    <a:pt x="1229" y="661"/>
                  </a:cubicBezTo>
                  <a:cubicBezTo>
                    <a:pt x="1229" y="663"/>
                    <a:pt x="1225" y="667"/>
                    <a:pt x="1225" y="669"/>
                  </a:cubicBezTo>
                  <a:cubicBezTo>
                    <a:pt x="1225" y="671"/>
                    <a:pt x="1225" y="672"/>
                    <a:pt x="1224" y="673"/>
                  </a:cubicBezTo>
                  <a:cubicBezTo>
                    <a:pt x="1223" y="674"/>
                    <a:pt x="1220" y="676"/>
                    <a:pt x="1217" y="677"/>
                  </a:cubicBezTo>
                  <a:cubicBezTo>
                    <a:pt x="1215" y="677"/>
                    <a:pt x="1213" y="680"/>
                    <a:pt x="1212" y="681"/>
                  </a:cubicBezTo>
                  <a:cubicBezTo>
                    <a:pt x="1211" y="682"/>
                    <a:pt x="1211" y="683"/>
                    <a:pt x="1209" y="684"/>
                  </a:cubicBezTo>
                  <a:cubicBezTo>
                    <a:pt x="1207" y="686"/>
                    <a:pt x="1205" y="686"/>
                    <a:pt x="1203" y="687"/>
                  </a:cubicBezTo>
                  <a:cubicBezTo>
                    <a:pt x="1201" y="688"/>
                    <a:pt x="1199" y="690"/>
                    <a:pt x="1198" y="691"/>
                  </a:cubicBezTo>
                  <a:cubicBezTo>
                    <a:pt x="1196" y="692"/>
                    <a:pt x="1192" y="696"/>
                    <a:pt x="1189" y="696"/>
                  </a:cubicBezTo>
                  <a:cubicBezTo>
                    <a:pt x="1186" y="696"/>
                    <a:pt x="1185" y="696"/>
                    <a:pt x="1183" y="694"/>
                  </a:cubicBezTo>
                  <a:cubicBezTo>
                    <a:pt x="1180" y="693"/>
                    <a:pt x="1176" y="690"/>
                    <a:pt x="1176" y="689"/>
                  </a:cubicBezTo>
                  <a:cubicBezTo>
                    <a:pt x="1175" y="688"/>
                    <a:pt x="1174" y="687"/>
                    <a:pt x="1175" y="685"/>
                  </a:cubicBezTo>
                  <a:cubicBezTo>
                    <a:pt x="1176" y="682"/>
                    <a:pt x="1178" y="679"/>
                    <a:pt x="1176" y="678"/>
                  </a:cubicBezTo>
                  <a:cubicBezTo>
                    <a:pt x="1174" y="678"/>
                    <a:pt x="1174" y="681"/>
                    <a:pt x="1173" y="682"/>
                  </a:cubicBezTo>
                  <a:cubicBezTo>
                    <a:pt x="1171" y="684"/>
                    <a:pt x="1169" y="684"/>
                    <a:pt x="1168" y="683"/>
                  </a:cubicBezTo>
                  <a:cubicBezTo>
                    <a:pt x="1168" y="682"/>
                    <a:pt x="1166" y="681"/>
                    <a:pt x="1165" y="679"/>
                  </a:cubicBezTo>
                  <a:cubicBezTo>
                    <a:pt x="1164" y="677"/>
                    <a:pt x="1165" y="676"/>
                    <a:pt x="1163" y="675"/>
                  </a:cubicBezTo>
                  <a:cubicBezTo>
                    <a:pt x="1162" y="674"/>
                    <a:pt x="1161" y="674"/>
                    <a:pt x="1160" y="674"/>
                  </a:cubicBezTo>
                  <a:cubicBezTo>
                    <a:pt x="1158" y="673"/>
                    <a:pt x="1157" y="673"/>
                    <a:pt x="1156" y="672"/>
                  </a:cubicBezTo>
                  <a:cubicBezTo>
                    <a:pt x="1155" y="672"/>
                    <a:pt x="1153" y="671"/>
                    <a:pt x="1152" y="672"/>
                  </a:cubicBezTo>
                  <a:cubicBezTo>
                    <a:pt x="1152" y="672"/>
                    <a:pt x="1152" y="673"/>
                    <a:pt x="1153" y="674"/>
                  </a:cubicBezTo>
                  <a:cubicBezTo>
                    <a:pt x="1154" y="674"/>
                    <a:pt x="1155" y="673"/>
                    <a:pt x="1155" y="675"/>
                  </a:cubicBezTo>
                  <a:cubicBezTo>
                    <a:pt x="1155" y="677"/>
                    <a:pt x="1155" y="677"/>
                    <a:pt x="1154" y="677"/>
                  </a:cubicBezTo>
                  <a:cubicBezTo>
                    <a:pt x="1153" y="678"/>
                    <a:pt x="1152" y="677"/>
                    <a:pt x="1151" y="678"/>
                  </a:cubicBezTo>
                  <a:cubicBezTo>
                    <a:pt x="1150" y="679"/>
                    <a:pt x="1148" y="681"/>
                    <a:pt x="1149" y="681"/>
                  </a:cubicBezTo>
                  <a:cubicBezTo>
                    <a:pt x="1151" y="681"/>
                    <a:pt x="1152" y="682"/>
                    <a:pt x="1153" y="681"/>
                  </a:cubicBezTo>
                  <a:cubicBezTo>
                    <a:pt x="1155" y="679"/>
                    <a:pt x="1157" y="679"/>
                    <a:pt x="1159" y="679"/>
                  </a:cubicBezTo>
                  <a:cubicBezTo>
                    <a:pt x="1160" y="680"/>
                    <a:pt x="1161" y="680"/>
                    <a:pt x="1161" y="681"/>
                  </a:cubicBezTo>
                  <a:cubicBezTo>
                    <a:pt x="1162" y="682"/>
                    <a:pt x="1161" y="683"/>
                    <a:pt x="1162" y="684"/>
                  </a:cubicBezTo>
                  <a:cubicBezTo>
                    <a:pt x="1163" y="685"/>
                    <a:pt x="1164" y="686"/>
                    <a:pt x="1165" y="687"/>
                  </a:cubicBezTo>
                  <a:cubicBezTo>
                    <a:pt x="1167" y="687"/>
                    <a:pt x="1168" y="686"/>
                    <a:pt x="1169" y="687"/>
                  </a:cubicBezTo>
                  <a:cubicBezTo>
                    <a:pt x="1169" y="688"/>
                    <a:pt x="1169" y="690"/>
                    <a:pt x="1169" y="691"/>
                  </a:cubicBezTo>
                  <a:cubicBezTo>
                    <a:pt x="1170" y="691"/>
                    <a:pt x="1174" y="693"/>
                    <a:pt x="1174" y="694"/>
                  </a:cubicBezTo>
                  <a:cubicBezTo>
                    <a:pt x="1175" y="694"/>
                    <a:pt x="1176" y="695"/>
                    <a:pt x="1177" y="697"/>
                  </a:cubicBezTo>
                  <a:cubicBezTo>
                    <a:pt x="1178" y="698"/>
                    <a:pt x="1179" y="700"/>
                    <a:pt x="1179" y="702"/>
                  </a:cubicBezTo>
                  <a:cubicBezTo>
                    <a:pt x="1179" y="703"/>
                    <a:pt x="1178" y="704"/>
                    <a:pt x="1178" y="704"/>
                  </a:cubicBezTo>
                  <a:cubicBezTo>
                    <a:pt x="1177" y="704"/>
                    <a:pt x="1173" y="702"/>
                    <a:pt x="1172" y="701"/>
                  </a:cubicBezTo>
                  <a:cubicBezTo>
                    <a:pt x="1172" y="701"/>
                    <a:pt x="1169" y="700"/>
                    <a:pt x="1168" y="699"/>
                  </a:cubicBezTo>
                  <a:cubicBezTo>
                    <a:pt x="1168" y="698"/>
                    <a:pt x="1166" y="698"/>
                    <a:pt x="1165" y="697"/>
                  </a:cubicBezTo>
                  <a:cubicBezTo>
                    <a:pt x="1165" y="696"/>
                    <a:pt x="1163" y="695"/>
                    <a:pt x="1162" y="695"/>
                  </a:cubicBezTo>
                  <a:cubicBezTo>
                    <a:pt x="1162" y="696"/>
                    <a:pt x="1162" y="698"/>
                    <a:pt x="1162" y="699"/>
                  </a:cubicBezTo>
                  <a:cubicBezTo>
                    <a:pt x="1162" y="701"/>
                    <a:pt x="1161" y="701"/>
                    <a:pt x="1160" y="701"/>
                  </a:cubicBezTo>
                  <a:cubicBezTo>
                    <a:pt x="1160" y="701"/>
                    <a:pt x="1158" y="700"/>
                    <a:pt x="1156" y="700"/>
                  </a:cubicBezTo>
                  <a:cubicBezTo>
                    <a:pt x="1154" y="700"/>
                    <a:pt x="1153" y="699"/>
                    <a:pt x="1152" y="699"/>
                  </a:cubicBezTo>
                  <a:cubicBezTo>
                    <a:pt x="1151" y="699"/>
                    <a:pt x="1149" y="699"/>
                    <a:pt x="1148" y="698"/>
                  </a:cubicBezTo>
                  <a:cubicBezTo>
                    <a:pt x="1148" y="698"/>
                    <a:pt x="1147" y="696"/>
                    <a:pt x="1146" y="695"/>
                  </a:cubicBezTo>
                  <a:cubicBezTo>
                    <a:pt x="1145" y="693"/>
                    <a:pt x="1145" y="691"/>
                    <a:pt x="1144" y="691"/>
                  </a:cubicBezTo>
                  <a:cubicBezTo>
                    <a:pt x="1142" y="690"/>
                    <a:pt x="1141" y="690"/>
                    <a:pt x="1139" y="690"/>
                  </a:cubicBezTo>
                  <a:cubicBezTo>
                    <a:pt x="1137" y="690"/>
                    <a:pt x="1134" y="690"/>
                    <a:pt x="1133" y="690"/>
                  </a:cubicBezTo>
                  <a:cubicBezTo>
                    <a:pt x="1132" y="690"/>
                    <a:pt x="1130" y="691"/>
                    <a:pt x="1127" y="690"/>
                  </a:cubicBezTo>
                  <a:cubicBezTo>
                    <a:pt x="1124" y="690"/>
                    <a:pt x="1122" y="689"/>
                    <a:pt x="1120" y="690"/>
                  </a:cubicBezTo>
                  <a:cubicBezTo>
                    <a:pt x="1119" y="691"/>
                    <a:pt x="1116" y="694"/>
                    <a:pt x="1117" y="696"/>
                  </a:cubicBezTo>
                  <a:cubicBezTo>
                    <a:pt x="1117" y="698"/>
                    <a:pt x="1118" y="698"/>
                    <a:pt x="1120" y="699"/>
                  </a:cubicBezTo>
                  <a:cubicBezTo>
                    <a:pt x="1123" y="701"/>
                    <a:pt x="1122" y="701"/>
                    <a:pt x="1126" y="701"/>
                  </a:cubicBezTo>
                  <a:cubicBezTo>
                    <a:pt x="1129" y="702"/>
                    <a:pt x="1131" y="702"/>
                    <a:pt x="1132" y="703"/>
                  </a:cubicBezTo>
                  <a:cubicBezTo>
                    <a:pt x="1133" y="705"/>
                    <a:pt x="1134" y="707"/>
                    <a:pt x="1133" y="707"/>
                  </a:cubicBezTo>
                  <a:cubicBezTo>
                    <a:pt x="1131" y="708"/>
                    <a:pt x="1131" y="708"/>
                    <a:pt x="1128" y="710"/>
                  </a:cubicBezTo>
                  <a:cubicBezTo>
                    <a:pt x="1125" y="713"/>
                    <a:pt x="1123" y="713"/>
                    <a:pt x="1123" y="715"/>
                  </a:cubicBezTo>
                  <a:cubicBezTo>
                    <a:pt x="1122" y="718"/>
                    <a:pt x="1122" y="720"/>
                    <a:pt x="1121" y="721"/>
                  </a:cubicBezTo>
                  <a:cubicBezTo>
                    <a:pt x="1119" y="722"/>
                    <a:pt x="1114" y="724"/>
                    <a:pt x="1113" y="726"/>
                  </a:cubicBezTo>
                  <a:cubicBezTo>
                    <a:pt x="1112" y="727"/>
                    <a:pt x="1107" y="731"/>
                    <a:pt x="1106" y="731"/>
                  </a:cubicBezTo>
                  <a:cubicBezTo>
                    <a:pt x="1105" y="732"/>
                    <a:pt x="1102" y="732"/>
                    <a:pt x="1101" y="732"/>
                  </a:cubicBezTo>
                  <a:cubicBezTo>
                    <a:pt x="1101" y="732"/>
                    <a:pt x="1094" y="732"/>
                    <a:pt x="1093" y="732"/>
                  </a:cubicBezTo>
                  <a:cubicBezTo>
                    <a:pt x="1092" y="731"/>
                    <a:pt x="1089" y="729"/>
                    <a:pt x="1087" y="728"/>
                  </a:cubicBezTo>
                  <a:cubicBezTo>
                    <a:pt x="1085" y="726"/>
                    <a:pt x="1082" y="726"/>
                    <a:pt x="1081" y="724"/>
                  </a:cubicBezTo>
                  <a:cubicBezTo>
                    <a:pt x="1081" y="723"/>
                    <a:pt x="1082" y="723"/>
                    <a:pt x="1080" y="721"/>
                  </a:cubicBezTo>
                  <a:cubicBezTo>
                    <a:pt x="1078" y="719"/>
                    <a:pt x="1072" y="718"/>
                    <a:pt x="1070" y="717"/>
                  </a:cubicBezTo>
                  <a:cubicBezTo>
                    <a:pt x="1068" y="716"/>
                    <a:pt x="1064" y="715"/>
                    <a:pt x="1063" y="714"/>
                  </a:cubicBezTo>
                  <a:cubicBezTo>
                    <a:pt x="1061" y="714"/>
                    <a:pt x="1056" y="712"/>
                    <a:pt x="1055" y="712"/>
                  </a:cubicBezTo>
                  <a:cubicBezTo>
                    <a:pt x="1054" y="712"/>
                    <a:pt x="1053" y="711"/>
                    <a:pt x="1050" y="713"/>
                  </a:cubicBezTo>
                  <a:cubicBezTo>
                    <a:pt x="1048" y="714"/>
                    <a:pt x="1040" y="713"/>
                    <a:pt x="1038" y="712"/>
                  </a:cubicBezTo>
                  <a:cubicBezTo>
                    <a:pt x="1037" y="712"/>
                    <a:pt x="1030" y="712"/>
                    <a:pt x="1028" y="711"/>
                  </a:cubicBezTo>
                  <a:cubicBezTo>
                    <a:pt x="1026" y="711"/>
                    <a:pt x="1020" y="711"/>
                    <a:pt x="1020" y="711"/>
                  </a:cubicBezTo>
                  <a:cubicBezTo>
                    <a:pt x="1019" y="711"/>
                    <a:pt x="1019" y="712"/>
                    <a:pt x="1020" y="712"/>
                  </a:cubicBezTo>
                  <a:cubicBezTo>
                    <a:pt x="1022" y="713"/>
                    <a:pt x="1023" y="713"/>
                    <a:pt x="1026" y="713"/>
                  </a:cubicBezTo>
                  <a:cubicBezTo>
                    <a:pt x="1029" y="714"/>
                    <a:pt x="1034" y="714"/>
                    <a:pt x="1035" y="714"/>
                  </a:cubicBezTo>
                  <a:cubicBezTo>
                    <a:pt x="1037" y="715"/>
                    <a:pt x="1042" y="715"/>
                    <a:pt x="1045" y="716"/>
                  </a:cubicBezTo>
                  <a:cubicBezTo>
                    <a:pt x="1048" y="716"/>
                    <a:pt x="1052" y="717"/>
                    <a:pt x="1053" y="718"/>
                  </a:cubicBezTo>
                  <a:cubicBezTo>
                    <a:pt x="1055" y="719"/>
                    <a:pt x="1058" y="720"/>
                    <a:pt x="1060" y="723"/>
                  </a:cubicBezTo>
                  <a:cubicBezTo>
                    <a:pt x="1063" y="725"/>
                    <a:pt x="1065" y="729"/>
                    <a:pt x="1067" y="730"/>
                  </a:cubicBezTo>
                  <a:cubicBezTo>
                    <a:pt x="1068" y="731"/>
                    <a:pt x="1070" y="732"/>
                    <a:pt x="1071" y="732"/>
                  </a:cubicBezTo>
                  <a:cubicBezTo>
                    <a:pt x="1073" y="732"/>
                    <a:pt x="1079" y="732"/>
                    <a:pt x="1081" y="733"/>
                  </a:cubicBezTo>
                  <a:cubicBezTo>
                    <a:pt x="1082" y="733"/>
                    <a:pt x="1088" y="733"/>
                    <a:pt x="1090" y="734"/>
                  </a:cubicBezTo>
                  <a:cubicBezTo>
                    <a:pt x="1093" y="735"/>
                    <a:pt x="1096" y="735"/>
                    <a:pt x="1098" y="735"/>
                  </a:cubicBezTo>
                  <a:cubicBezTo>
                    <a:pt x="1100" y="735"/>
                    <a:pt x="1102" y="735"/>
                    <a:pt x="1104" y="735"/>
                  </a:cubicBezTo>
                  <a:cubicBezTo>
                    <a:pt x="1106" y="735"/>
                    <a:pt x="1109" y="735"/>
                    <a:pt x="1110" y="736"/>
                  </a:cubicBezTo>
                  <a:cubicBezTo>
                    <a:pt x="1111" y="736"/>
                    <a:pt x="1112" y="737"/>
                    <a:pt x="1112" y="739"/>
                  </a:cubicBezTo>
                  <a:cubicBezTo>
                    <a:pt x="1111" y="741"/>
                    <a:pt x="1104" y="751"/>
                    <a:pt x="1103" y="752"/>
                  </a:cubicBezTo>
                  <a:cubicBezTo>
                    <a:pt x="1102" y="754"/>
                    <a:pt x="1094" y="766"/>
                    <a:pt x="1092" y="768"/>
                  </a:cubicBezTo>
                  <a:cubicBezTo>
                    <a:pt x="1091" y="770"/>
                    <a:pt x="1089" y="771"/>
                    <a:pt x="1087" y="772"/>
                  </a:cubicBezTo>
                  <a:cubicBezTo>
                    <a:pt x="1085" y="774"/>
                    <a:pt x="1082" y="775"/>
                    <a:pt x="1081" y="776"/>
                  </a:cubicBezTo>
                  <a:cubicBezTo>
                    <a:pt x="1080" y="777"/>
                    <a:pt x="1077" y="777"/>
                    <a:pt x="1074" y="777"/>
                  </a:cubicBezTo>
                  <a:cubicBezTo>
                    <a:pt x="1071" y="777"/>
                    <a:pt x="1064" y="777"/>
                    <a:pt x="1063" y="777"/>
                  </a:cubicBezTo>
                  <a:cubicBezTo>
                    <a:pt x="1061" y="777"/>
                    <a:pt x="1060" y="777"/>
                    <a:pt x="1059" y="775"/>
                  </a:cubicBezTo>
                  <a:cubicBezTo>
                    <a:pt x="1057" y="774"/>
                    <a:pt x="1058" y="772"/>
                    <a:pt x="1057" y="770"/>
                  </a:cubicBezTo>
                  <a:cubicBezTo>
                    <a:pt x="1056" y="769"/>
                    <a:pt x="1055" y="768"/>
                    <a:pt x="1053" y="769"/>
                  </a:cubicBezTo>
                  <a:cubicBezTo>
                    <a:pt x="1052" y="770"/>
                    <a:pt x="1050" y="770"/>
                    <a:pt x="1051" y="772"/>
                  </a:cubicBezTo>
                  <a:cubicBezTo>
                    <a:pt x="1052" y="773"/>
                    <a:pt x="1053" y="775"/>
                    <a:pt x="1053" y="777"/>
                  </a:cubicBezTo>
                  <a:cubicBezTo>
                    <a:pt x="1053" y="778"/>
                    <a:pt x="1053" y="778"/>
                    <a:pt x="1052" y="779"/>
                  </a:cubicBezTo>
                  <a:cubicBezTo>
                    <a:pt x="1052" y="779"/>
                    <a:pt x="1051" y="779"/>
                    <a:pt x="1050" y="778"/>
                  </a:cubicBezTo>
                  <a:cubicBezTo>
                    <a:pt x="1050" y="778"/>
                    <a:pt x="1047" y="777"/>
                    <a:pt x="1045" y="777"/>
                  </a:cubicBezTo>
                  <a:cubicBezTo>
                    <a:pt x="1044" y="777"/>
                    <a:pt x="1043" y="778"/>
                    <a:pt x="1044" y="779"/>
                  </a:cubicBezTo>
                  <a:cubicBezTo>
                    <a:pt x="1045" y="780"/>
                    <a:pt x="1046" y="780"/>
                    <a:pt x="1047" y="781"/>
                  </a:cubicBezTo>
                  <a:cubicBezTo>
                    <a:pt x="1047" y="781"/>
                    <a:pt x="1048" y="782"/>
                    <a:pt x="1048" y="783"/>
                  </a:cubicBezTo>
                  <a:cubicBezTo>
                    <a:pt x="1048" y="784"/>
                    <a:pt x="1049" y="785"/>
                    <a:pt x="1048" y="785"/>
                  </a:cubicBezTo>
                  <a:cubicBezTo>
                    <a:pt x="1047" y="786"/>
                    <a:pt x="1044" y="786"/>
                    <a:pt x="1044" y="787"/>
                  </a:cubicBezTo>
                  <a:cubicBezTo>
                    <a:pt x="1043" y="788"/>
                    <a:pt x="1043" y="789"/>
                    <a:pt x="1042" y="789"/>
                  </a:cubicBezTo>
                  <a:cubicBezTo>
                    <a:pt x="1041" y="789"/>
                    <a:pt x="1040" y="788"/>
                    <a:pt x="1039" y="788"/>
                  </a:cubicBezTo>
                  <a:cubicBezTo>
                    <a:pt x="1038" y="787"/>
                    <a:pt x="1036" y="788"/>
                    <a:pt x="1036" y="789"/>
                  </a:cubicBezTo>
                  <a:cubicBezTo>
                    <a:pt x="1036" y="789"/>
                    <a:pt x="1036" y="790"/>
                    <a:pt x="1035" y="790"/>
                  </a:cubicBezTo>
                  <a:cubicBezTo>
                    <a:pt x="1034" y="790"/>
                    <a:pt x="1032" y="791"/>
                    <a:pt x="1031" y="790"/>
                  </a:cubicBezTo>
                  <a:cubicBezTo>
                    <a:pt x="1030" y="790"/>
                    <a:pt x="1027" y="789"/>
                    <a:pt x="1025" y="788"/>
                  </a:cubicBezTo>
                  <a:cubicBezTo>
                    <a:pt x="1023" y="787"/>
                    <a:pt x="1023" y="788"/>
                    <a:pt x="1021" y="787"/>
                  </a:cubicBezTo>
                  <a:cubicBezTo>
                    <a:pt x="1019" y="786"/>
                    <a:pt x="1018" y="785"/>
                    <a:pt x="1016" y="785"/>
                  </a:cubicBezTo>
                  <a:cubicBezTo>
                    <a:pt x="1014" y="784"/>
                    <a:pt x="1014" y="785"/>
                    <a:pt x="1012" y="784"/>
                  </a:cubicBezTo>
                  <a:cubicBezTo>
                    <a:pt x="1010" y="783"/>
                    <a:pt x="1012" y="783"/>
                    <a:pt x="1010" y="783"/>
                  </a:cubicBezTo>
                  <a:cubicBezTo>
                    <a:pt x="1008" y="784"/>
                    <a:pt x="1005" y="784"/>
                    <a:pt x="1004" y="784"/>
                  </a:cubicBezTo>
                  <a:cubicBezTo>
                    <a:pt x="1003" y="784"/>
                    <a:pt x="1000" y="783"/>
                    <a:pt x="998" y="782"/>
                  </a:cubicBezTo>
                  <a:cubicBezTo>
                    <a:pt x="997" y="782"/>
                    <a:pt x="991" y="781"/>
                    <a:pt x="988" y="780"/>
                  </a:cubicBezTo>
                  <a:cubicBezTo>
                    <a:pt x="985" y="779"/>
                    <a:pt x="980" y="777"/>
                    <a:pt x="978" y="776"/>
                  </a:cubicBezTo>
                  <a:cubicBezTo>
                    <a:pt x="977" y="774"/>
                    <a:pt x="974" y="771"/>
                    <a:pt x="973" y="771"/>
                  </a:cubicBezTo>
                  <a:cubicBezTo>
                    <a:pt x="971" y="771"/>
                    <a:pt x="972" y="773"/>
                    <a:pt x="974" y="774"/>
                  </a:cubicBezTo>
                  <a:cubicBezTo>
                    <a:pt x="975" y="776"/>
                    <a:pt x="975" y="776"/>
                    <a:pt x="975" y="777"/>
                  </a:cubicBezTo>
                  <a:cubicBezTo>
                    <a:pt x="974" y="779"/>
                    <a:pt x="973" y="781"/>
                    <a:pt x="975" y="781"/>
                  </a:cubicBezTo>
                  <a:cubicBezTo>
                    <a:pt x="976" y="782"/>
                    <a:pt x="975" y="782"/>
                    <a:pt x="977" y="782"/>
                  </a:cubicBezTo>
                  <a:cubicBezTo>
                    <a:pt x="979" y="782"/>
                    <a:pt x="980" y="781"/>
                    <a:pt x="981" y="781"/>
                  </a:cubicBezTo>
                  <a:cubicBezTo>
                    <a:pt x="983" y="781"/>
                    <a:pt x="984" y="781"/>
                    <a:pt x="985" y="782"/>
                  </a:cubicBezTo>
                  <a:cubicBezTo>
                    <a:pt x="987" y="782"/>
                    <a:pt x="988" y="781"/>
                    <a:pt x="991" y="783"/>
                  </a:cubicBezTo>
                  <a:cubicBezTo>
                    <a:pt x="993" y="785"/>
                    <a:pt x="992" y="786"/>
                    <a:pt x="996" y="785"/>
                  </a:cubicBezTo>
                  <a:cubicBezTo>
                    <a:pt x="1000" y="785"/>
                    <a:pt x="1002" y="785"/>
                    <a:pt x="1002" y="786"/>
                  </a:cubicBezTo>
                  <a:cubicBezTo>
                    <a:pt x="1003" y="788"/>
                    <a:pt x="1004" y="787"/>
                    <a:pt x="1002" y="788"/>
                  </a:cubicBezTo>
                  <a:cubicBezTo>
                    <a:pt x="1000" y="789"/>
                    <a:pt x="997" y="790"/>
                    <a:pt x="998" y="791"/>
                  </a:cubicBezTo>
                  <a:cubicBezTo>
                    <a:pt x="999" y="792"/>
                    <a:pt x="1002" y="792"/>
                    <a:pt x="1003" y="791"/>
                  </a:cubicBezTo>
                  <a:cubicBezTo>
                    <a:pt x="1005" y="791"/>
                    <a:pt x="1006" y="789"/>
                    <a:pt x="1008" y="789"/>
                  </a:cubicBezTo>
                  <a:cubicBezTo>
                    <a:pt x="1009" y="788"/>
                    <a:pt x="1010" y="787"/>
                    <a:pt x="1013" y="788"/>
                  </a:cubicBezTo>
                  <a:cubicBezTo>
                    <a:pt x="1015" y="788"/>
                    <a:pt x="1017" y="789"/>
                    <a:pt x="1018" y="790"/>
                  </a:cubicBezTo>
                  <a:cubicBezTo>
                    <a:pt x="1018" y="792"/>
                    <a:pt x="1017" y="792"/>
                    <a:pt x="1020" y="793"/>
                  </a:cubicBezTo>
                  <a:cubicBezTo>
                    <a:pt x="1023" y="793"/>
                    <a:pt x="1024" y="793"/>
                    <a:pt x="1026" y="794"/>
                  </a:cubicBezTo>
                  <a:cubicBezTo>
                    <a:pt x="1028" y="795"/>
                    <a:pt x="1029" y="794"/>
                    <a:pt x="1031" y="796"/>
                  </a:cubicBezTo>
                  <a:cubicBezTo>
                    <a:pt x="1033" y="798"/>
                    <a:pt x="1036" y="799"/>
                    <a:pt x="1036" y="801"/>
                  </a:cubicBezTo>
                  <a:cubicBezTo>
                    <a:pt x="1036" y="803"/>
                    <a:pt x="1035" y="806"/>
                    <a:pt x="1035" y="807"/>
                  </a:cubicBezTo>
                  <a:cubicBezTo>
                    <a:pt x="1034" y="807"/>
                    <a:pt x="1033" y="809"/>
                    <a:pt x="1031" y="809"/>
                  </a:cubicBezTo>
                  <a:cubicBezTo>
                    <a:pt x="1029" y="810"/>
                    <a:pt x="1023" y="812"/>
                    <a:pt x="1021" y="814"/>
                  </a:cubicBezTo>
                  <a:cubicBezTo>
                    <a:pt x="1020" y="816"/>
                    <a:pt x="1020" y="816"/>
                    <a:pt x="1018" y="816"/>
                  </a:cubicBezTo>
                  <a:cubicBezTo>
                    <a:pt x="1016" y="816"/>
                    <a:pt x="1013" y="815"/>
                    <a:pt x="1012" y="814"/>
                  </a:cubicBezTo>
                  <a:cubicBezTo>
                    <a:pt x="1011" y="814"/>
                    <a:pt x="1007" y="814"/>
                    <a:pt x="1005" y="814"/>
                  </a:cubicBezTo>
                  <a:cubicBezTo>
                    <a:pt x="1004" y="814"/>
                    <a:pt x="1001" y="812"/>
                    <a:pt x="1001" y="814"/>
                  </a:cubicBezTo>
                  <a:cubicBezTo>
                    <a:pt x="1000" y="816"/>
                    <a:pt x="1000" y="817"/>
                    <a:pt x="1002" y="818"/>
                  </a:cubicBezTo>
                  <a:cubicBezTo>
                    <a:pt x="1004" y="819"/>
                    <a:pt x="1005" y="819"/>
                    <a:pt x="1006" y="820"/>
                  </a:cubicBezTo>
                  <a:cubicBezTo>
                    <a:pt x="1008" y="821"/>
                    <a:pt x="1008" y="823"/>
                    <a:pt x="1008" y="823"/>
                  </a:cubicBezTo>
                  <a:cubicBezTo>
                    <a:pt x="1007" y="823"/>
                    <a:pt x="1006" y="823"/>
                    <a:pt x="1005" y="823"/>
                  </a:cubicBezTo>
                  <a:cubicBezTo>
                    <a:pt x="1004" y="823"/>
                    <a:pt x="1000" y="823"/>
                    <a:pt x="1000" y="823"/>
                  </a:cubicBezTo>
                  <a:cubicBezTo>
                    <a:pt x="999" y="823"/>
                    <a:pt x="998" y="823"/>
                    <a:pt x="998" y="823"/>
                  </a:cubicBezTo>
                  <a:cubicBezTo>
                    <a:pt x="997" y="823"/>
                    <a:pt x="995" y="823"/>
                    <a:pt x="995" y="824"/>
                  </a:cubicBezTo>
                  <a:cubicBezTo>
                    <a:pt x="995" y="825"/>
                    <a:pt x="995" y="827"/>
                    <a:pt x="994" y="828"/>
                  </a:cubicBezTo>
                  <a:cubicBezTo>
                    <a:pt x="993" y="829"/>
                    <a:pt x="994" y="830"/>
                    <a:pt x="992" y="831"/>
                  </a:cubicBezTo>
                  <a:cubicBezTo>
                    <a:pt x="991" y="831"/>
                    <a:pt x="990" y="831"/>
                    <a:pt x="989" y="831"/>
                  </a:cubicBezTo>
                  <a:cubicBezTo>
                    <a:pt x="987" y="830"/>
                    <a:pt x="986" y="829"/>
                    <a:pt x="984" y="830"/>
                  </a:cubicBezTo>
                  <a:cubicBezTo>
                    <a:pt x="983" y="831"/>
                    <a:pt x="984" y="832"/>
                    <a:pt x="984" y="833"/>
                  </a:cubicBezTo>
                  <a:cubicBezTo>
                    <a:pt x="985" y="833"/>
                    <a:pt x="986" y="832"/>
                    <a:pt x="987" y="833"/>
                  </a:cubicBezTo>
                  <a:cubicBezTo>
                    <a:pt x="988" y="835"/>
                    <a:pt x="988" y="835"/>
                    <a:pt x="987" y="837"/>
                  </a:cubicBezTo>
                  <a:cubicBezTo>
                    <a:pt x="985" y="839"/>
                    <a:pt x="985" y="841"/>
                    <a:pt x="984" y="842"/>
                  </a:cubicBezTo>
                  <a:cubicBezTo>
                    <a:pt x="984" y="842"/>
                    <a:pt x="982" y="841"/>
                    <a:pt x="981" y="842"/>
                  </a:cubicBezTo>
                  <a:cubicBezTo>
                    <a:pt x="980" y="842"/>
                    <a:pt x="981" y="844"/>
                    <a:pt x="980" y="844"/>
                  </a:cubicBezTo>
                  <a:cubicBezTo>
                    <a:pt x="978" y="844"/>
                    <a:pt x="976" y="843"/>
                    <a:pt x="976" y="845"/>
                  </a:cubicBezTo>
                  <a:cubicBezTo>
                    <a:pt x="976" y="846"/>
                    <a:pt x="978" y="848"/>
                    <a:pt x="978" y="849"/>
                  </a:cubicBezTo>
                  <a:cubicBezTo>
                    <a:pt x="978" y="851"/>
                    <a:pt x="976" y="853"/>
                    <a:pt x="975" y="853"/>
                  </a:cubicBezTo>
                  <a:cubicBezTo>
                    <a:pt x="974" y="853"/>
                    <a:pt x="969" y="856"/>
                    <a:pt x="969" y="857"/>
                  </a:cubicBezTo>
                  <a:cubicBezTo>
                    <a:pt x="969" y="859"/>
                    <a:pt x="969" y="861"/>
                    <a:pt x="969" y="861"/>
                  </a:cubicBezTo>
                  <a:cubicBezTo>
                    <a:pt x="969" y="862"/>
                    <a:pt x="967" y="862"/>
                    <a:pt x="966" y="863"/>
                  </a:cubicBezTo>
                  <a:cubicBezTo>
                    <a:pt x="966" y="864"/>
                    <a:pt x="966" y="868"/>
                    <a:pt x="966" y="869"/>
                  </a:cubicBezTo>
                  <a:cubicBezTo>
                    <a:pt x="966" y="870"/>
                    <a:pt x="963" y="873"/>
                    <a:pt x="962" y="874"/>
                  </a:cubicBezTo>
                  <a:cubicBezTo>
                    <a:pt x="960" y="876"/>
                    <a:pt x="959" y="879"/>
                    <a:pt x="958" y="881"/>
                  </a:cubicBezTo>
                  <a:cubicBezTo>
                    <a:pt x="957" y="883"/>
                    <a:pt x="955" y="886"/>
                    <a:pt x="954" y="886"/>
                  </a:cubicBezTo>
                  <a:cubicBezTo>
                    <a:pt x="953" y="887"/>
                    <a:pt x="952" y="887"/>
                    <a:pt x="952" y="889"/>
                  </a:cubicBezTo>
                  <a:cubicBezTo>
                    <a:pt x="952" y="890"/>
                    <a:pt x="953" y="891"/>
                    <a:pt x="953" y="893"/>
                  </a:cubicBezTo>
                  <a:cubicBezTo>
                    <a:pt x="953" y="895"/>
                    <a:pt x="952" y="898"/>
                    <a:pt x="951" y="900"/>
                  </a:cubicBezTo>
                  <a:cubicBezTo>
                    <a:pt x="951" y="903"/>
                    <a:pt x="950" y="908"/>
                    <a:pt x="950" y="910"/>
                  </a:cubicBezTo>
                  <a:cubicBezTo>
                    <a:pt x="950" y="911"/>
                    <a:pt x="950" y="915"/>
                    <a:pt x="951" y="918"/>
                  </a:cubicBezTo>
                  <a:cubicBezTo>
                    <a:pt x="952" y="921"/>
                    <a:pt x="952" y="924"/>
                    <a:pt x="952" y="926"/>
                  </a:cubicBezTo>
                  <a:cubicBezTo>
                    <a:pt x="951" y="928"/>
                    <a:pt x="950" y="929"/>
                    <a:pt x="950" y="931"/>
                  </a:cubicBezTo>
                  <a:cubicBezTo>
                    <a:pt x="950" y="932"/>
                    <a:pt x="948" y="931"/>
                    <a:pt x="948" y="933"/>
                  </a:cubicBezTo>
                  <a:cubicBezTo>
                    <a:pt x="948" y="935"/>
                    <a:pt x="947" y="938"/>
                    <a:pt x="950" y="938"/>
                  </a:cubicBezTo>
                  <a:cubicBezTo>
                    <a:pt x="952" y="939"/>
                    <a:pt x="953" y="939"/>
                    <a:pt x="955" y="940"/>
                  </a:cubicBezTo>
                  <a:cubicBezTo>
                    <a:pt x="957" y="940"/>
                    <a:pt x="957" y="938"/>
                    <a:pt x="960" y="941"/>
                  </a:cubicBezTo>
                  <a:cubicBezTo>
                    <a:pt x="962" y="943"/>
                    <a:pt x="962" y="945"/>
                    <a:pt x="962" y="946"/>
                  </a:cubicBezTo>
                  <a:cubicBezTo>
                    <a:pt x="961" y="947"/>
                    <a:pt x="961" y="948"/>
                    <a:pt x="961" y="950"/>
                  </a:cubicBezTo>
                  <a:cubicBezTo>
                    <a:pt x="961" y="952"/>
                    <a:pt x="960" y="956"/>
                    <a:pt x="961" y="956"/>
                  </a:cubicBezTo>
                  <a:cubicBezTo>
                    <a:pt x="962" y="955"/>
                    <a:pt x="963" y="951"/>
                    <a:pt x="963" y="949"/>
                  </a:cubicBezTo>
                  <a:cubicBezTo>
                    <a:pt x="964" y="948"/>
                    <a:pt x="964" y="945"/>
                    <a:pt x="965" y="944"/>
                  </a:cubicBezTo>
                  <a:cubicBezTo>
                    <a:pt x="966" y="944"/>
                    <a:pt x="965" y="943"/>
                    <a:pt x="968" y="943"/>
                  </a:cubicBezTo>
                  <a:cubicBezTo>
                    <a:pt x="970" y="942"/>
                    <a:pt x="972" y="942"/>
                    <a:pt x="974" y="942"/>
                  </a:cubicBezTo>
                  <a:cubicBezTo>
                    <a:pt x="976" y="943"/>
                    <a:pt x="977" y="943"/>
                    <a:pt x="980" y="943"/>
                  </a:cubicBezTo>
                  <a:cubicBezTo>
                    <a:pt x="983" y="943"/>
                    <a:pt x="983" y="944"/>
                    <a:pt x="985" y="947"/>
                  </a:cubicBezTo>
                  <a:cubicBezTo>
                    <a:pt x="987" y="951"/>
                    <a:pt x="987" y="953"/>
                    <a:pt x="988" y="955"/>
                  </a:cubicBezTo>
                  <a:cubicBezTo>
                    <a:pt x="990" y="957"/>
                    <a:pt x="992" y="961"/>
                    <a:pt x="992" y="963"/>
                  </a:cubicBezTo>
                  <a:cubicBezTo>
                    <a:pt x="992" y="966"/>
                    <a:pt x="992" y="967"/>
                    <a:pt x="992" y="968"/>
                  </a:cubicBezTo>
                  <a:cubicBezTo>
                    <a:pt x="993" y="970"/>
                    <a:pt x="992" y="970"/>
                    <a:pt x="994" y="974"/>
                  </a:cubicBezTo>
                  <a:cubicBezTo>
                    <a:pt x="996" y="977"/>
                    <a:pt x="996" y="977"/>
                    <a:pt x="998" y="980"/>
                  </a:cubicBezTo>
                  <a:cubicBezTo>
                    <a:pt x="999" y="982"/>
                    <a:pt x="999" y="983"/>
                    <a:pt x="999" y="985"/>
                  </a:cubicBezTo>
                  <a:cubicBezTo>
                    <a:pt x="998" y="987"/>
                    <a:pt x="997" y="989"/>
                    <a:pt x="996" y="991"/>
                  </a:cubicBezTo>
                  <a:cubicBezTo>
                    <a:pt x="995" y="992"/>
                    <a:pt x="993" y="993"/>
                    <a:pt x="992" y="995"/>
                  </a:cubicBezTo>
                  <a:cubicBezTo>
                    <a:pt x="991" y="996"/>
                    <a:pt x="989" y="997"/>
                    <a:pt x="990" y="997"/>
                  </a:cubicBezTo>
                  <a:cubicBezTo>
                    <a:pt x="992" y="997"/>
                    <a:pt x="993" y="997"/>
                    <a:pt x="994" y="996"/>
                  </a:cubicBezTo>
                  <a:cubicBezTo>
                    <a:pt x="995" y="995"/>
                    <a:pt x="995" y="994"/>
                    <a:pt x="997" y="994"/>
                  </a:cubicBezTo>
                  <a:cubicBezTo>
                    <a:pt x="999" y="994"/>
                    <a:pt x="999" y="995"/>
                    <a:pt x="1000" y="995"/>
                  </a:cubicBezTo>
                  <a:cubicBezTo>
                    <a:pt x="1001" y="995"/>
                    <a:pt x="1003" y="996"/>
                    <a:pt x="1004" y="995"/>
                  </a:cubicBezTo>
                  <a:cubicBezTo>
                    <a:pt x="1006" y="995"/>
                    <a:pt x="1006" y="993"/>
                    <a:pt x="1009" y="993"/>
                  </a:cubicBezTo>
                  <a:cubicBezTo>
                    <a:pt x="1011" y="992"/>
                    <a:pt x="1012" y="992"/>
                    <a:pt x="1015" y="992"/>
                  </a:cubicBezTo>
                  <a:cubicBezTo>
                    <a:pt x="1017" y="991"/>
                    <a:pt x="1017" y="990"/>
                    <a:pt x="1020" y="989"/>
                  </a:cubicBezTo>
                  <a:cubicBezTo>
                    <a:pt x="1023" y="988"/>
                    <a:pt x="1027" y="987"/>
                    <a:pt x="1028" y="987"/>
                  </a:cubicBezTo>
                  <a:cubicBezTo>
                    <a:pt x="1029" y="987"/>
                    <a:pt x="1031" y="987"/>
                    <a:pt x="1033" y="988"/>
                  </a:cubicBezTo>
                  <a:cubicBezTo>
                    <a:pt x="1036" y="990"/>
                    <a:pt x="1036" y="990"/>
                    <a:pt x="1039" y="991"/>
                  </a:cubicBezTo>
                  <a:cubicBezTo>
                    <a:pt x="1042" y="992"/>
                    <a:pt x="1046" y="993"/>
                    <a:pt x="1049" y="994"/>
                  </a:cubicBezTo>
                  <a:cubicBezTo>
                    <a:pt x="1052" y="995"/>
                    <a:pt x="1057" y="995"/>
                    <a:pt x="1059" y="996"/>
                  </a:cubicBezTo>
                  <a:cubicBezTo>
                    <a:pt x="1061" y="997"/>
                    <a:pt x="1066" y="998"/>
                    <a:pt x="1071" y="1000"/>
                  </a:cubicBezTo>
                  <a:cubicBezTo>
                    <a:pt x="1076" y="1001"/>
                    <a:pt x="1082" y="1004"/>
                    <a:pt x="1086" y="1007"/>
                  </a:cubicBezTo>
                  <a:cubicBezTo>
                    <a:pt x="1089" y="1011"/>
                    <a:pt x="1092" y="1012"/>
                    <a:pt x="1093" y="1014"/>
                  </a:cubicBezTo>
                  <a:cubicBezTo>
                    <a:pt x="1095" y="1015"/>
                    <a:pt x="1096" y="1019"/>
                    <a:pt x="1099" y="1022"/>
                  </a:cubicBezTo>
                  <a:cubicBezTo>
                    <a:pt x="1101" y="1024"/>
                    <a:pt x="1101" y="1023"/>
                    <a:pt x="1105" y="1025"/>
                  </a:cubicBezTo>
                  <a:cubicBezTo>
                    <a:pt x="1109" y="1026"/>
                    <a:pt x="1116" y="1028"/>
                    <a:pt x="1119" y="1029"/>
                  </a:cubicBezTo>
                  <a:cubicBezTo>
                    <a:pt x="1121" y="1030"/>
                    <a:pt x="1128" y="1033"/>
                    <a:pt x="1132" y="1034"/>
                  </a:cubicBezTo>
                  <a:cubicBezTo>
                    <a:pt x="1135" y="1036"/>
                    <a:pt x="1143" y="1039"/>
                    <a:pt x="1146" y="1040"/>
                  </a:cubicBezTo>
                  <a:cubicBezTo>
                    <a:pt x="1148" y="1042"/>
                    <a:pt x="1149" y="1042"/>
                    <a:pt x="1149" y="1043"/>
                  </a:cubicBezTo>
                  <a:cubicBezTo>
                    <a:pt x="1149" y="1044"/>
                    <a:pt x="1149" y="1045"/>
                    <a:pt x="1148" y="1045"/>
                  </a:cubicBezTo>
                  <a:cubicBezTo>
                    <a:pt x="1147" y="1046"/>
                    <a:pt x="1146" y="1048"/>
                    <a:pt x="1146" y="1049"/>
                  </a:cubicBezTo>
                  <a:cubicBezTo>
                    <a:pt x="1145" y="1050"/>
                    <a:pt x="1144" y="1052"/>
                    <a:pt x="1145" y="1052"/>
                  </a:cubicBezTo>
                  <a:cubicBezTo>
                    <a:pt x="1146" y="1052"/>
                    <a:pt x="1147" y="1051"/>
                    <a:pt x="1147" y="1050"/>
                  </a:cubicBezTo>
                  <a:cubicBezTo>
                    <a:pt x="1147" y="1048"/>
                    <a:pt x="1148" y="1047"/>
                    <a:pt x="1149" y="1047"/>
                  </a:cubicBezTo>
                  <a:cubicBezTo>
                    <a:pt x="1150" y="1046"/>
                    <a:pt x="1152" y="1045"/>
                    <a:pt x="1153" y="1045"/>
                  </a:cubicBezTo>
                  <a:cubicBezTo>
                    <a:pt x="1154" y="1045"/>
                    <a:pt x="1157" y="1045"/>
                    <a:pt x="1158" y="1045"/>
                  </a:cubicBezTo>
                  <a:cubicBezTo>
                    <a:pt x="1159" y="1046"/>
                    <a:pt x="1160" y="1046"/>
                    <a:pt x="1162" y="1046"/>
                  </a:cubicBezTo>
                  <a:cubicBezTo>
                    <a:pt x="1163" y="1045"/>
                    <a:pt x="1165" y="1045"/>
                    <a:pt x="1166" y="1044"/>
                  </a:cubicBezTo>
                  <a:cubicBezTo>
                    <a:pt x="1167" y="1044"/>
                    <a:pt x="1170" y="1044"/>
                    <a:pt x="1171" y="1045"/>
                  </a:cubicBezTo>
                  <a:cubicBezTo>
                    <a:pt x="1172" y="1045"/>
                    <a:pt x="1176" y="1047"/>
                    <a:pt x="1177" y="1047"/>
                  </a:cubicBezTo>
                  <a:cubicBezTo>
                    <a:pt x="1178" y="1048"/>
                    <a:pt x="1180" y="1049"/>
                    <a:pt x="1181" y="1048"/>
                  </a:cubicBezTo>
                  <a:cubicBezTo>
                    <a:pt x="1182" y="1048"/>
                    <a:pt x="1183" y="1046"/>
                    <a:pt x="1184" y="1045"/>
                  </a:cubicBezTo>
                  <a:cubicBezTo>
                    <a:pt x="1185" y="1045"/>
                    <a:pt x="1189" y="1045"/>
                    <a:pt x="1190" y="1045"/>
                  </a:cubicBezTo>
                  <a:cubicBezTo>
                    <a:pt x="1191" y="1045"/>
                    <a:pt x="1194" y="1046"/>
                    <a:pt x="1195" y="1047"/>
                  </a:cubicBezTo>
                  <a:cubicBezTo>
                    <a:pt x="1195" y="1048"/>
                    <a:pt x="1195" y="1049"/>
                    <a:pt x="1197" y="1049"/>
                  </a:cubicBezTo>
                  <a:cubicBezTo>
                    <a:pt x="1199" y="1050"/>
                    <a:pt x="1202" y="1049"/>
                    <a:pt x="1203" y="1049"/>
                  </a:cubicBezTo>
                  <a:cubicBezTo>
                    <a:pt x="1204" y="1049"/>
                    <a:pt x="1207" y="1048"/>
                    <a:pt x="1208" y="1050"/>
                  </a:cubicBezTo>
                  <a:cubicBezTo>
                    <a:pt x="1209" y="1051"/>
                    <a:pt x="1210" y="1051"/>
                    <a:pt x="1210" y="1053"/>
                  </a:cubicBezTo>
                  <a:cubicBezTo>
                    <a:pt x="1210" y="1055"/>
                    <a:pt x="1209" y="1057"/>
                    <a:pt x="1209" y="1058"/>
                  </a:cubicBezTo>
                  <a:cubicBezTo>
                    <a:pt x="1209" y="1060"/>
                    <a:pt x="1209" y="1063"/>
                    <a:pt x="1209" y="1064"/>
                  </a:cubicBezTo>
                  <a:cubicBezTo>
                    <a:pt x="1208" y="1066"/>
                    <a:pt x="1207" y="1067"/>
                    <a:pt x="1207" y="1069"/>
                  </a:cubicBezTo>
                  <a:cubicBezTo>
                    <a:pt x="1207" y="1071"/>
                    <a:pt x="1206" y="1072"/>
                    <a:pt x="1206" y="1074"/>
                  </a:cubicBezTo>
                  <a:cubicBezTo>
                    <a:pt x="1207" y="1077"/>
                    <a:pt x="1209" y="1078"/>
                    <a:pt x="1209" y="1080"/>
                  </a:cubicBezTo>
                  <a:cubicBezTo>
                    <a:pt x="1209" y="1083"/>
                    <a:pt x="1209" y="1085"/>
                    <a:pt x="1209" y="1087"/>
                  </a:cubicBezTo>
                  <a:cubicBezTo>
                    <a:pt x="1210" y="1090"/>
                    <a:pt x="1211" y="1092"/>
                    <a:pt x="1211" y="1095"/>
                  </a:cubicBezTo>
                  <a:cubicBezTo>
                    <a:pt x="1212" y="1098"/>
                    <a:pt x="1212" y="1100"/>
                    <a:pt x="1212" y="1101"/>
                  </a:cubicBezTo>
                  <a:cubicBezTo>
                    <a:pt x="1212" y="1102"/>
                    <a:pt x="1209" y="1105"/>
                    <a:pt x="1209" y="1107"/>
                  </a:cubicBezTo>
                  <a:cubicBezTo>
                    <a:pt x="1208" y="1108"/>
                    <a:pt x="1209" y="1110"/>
                    <a:pt x="1210" y="1112"/>
                  </a:cubicBezTo>
                  <a:cubicBezTo>
                    <a:pt x="1212" y="1114"/>
                    <a:pt x="1213" y="1114"/>
                    <a:pt x="1215" y="1116"/>
                  </a:cubicBezTo>
                  <a:cubicBezTo>
                    <a:pt x="1217" y="1118"/>
                    <a:pt x="1218" y="1121"/>
                    <a:pt x="1220" y="1122"/>
                  </a:cubicBezTo>
                  <a:cubicBezTo>
                    <a:pt x="1221" y="1124"/>
                    <a:pt x="1223" y="1126"/>
                    <a:pt x="1223" y="1127"/>
                  </a:cubicBezTo>
                  <a:cubicBezTo>
                    <a:pt x="1224" y="1128"/>
                    <a:pt x="1222" y="1130"/>
                    <a:pt x="1221" y="1130"/>
                  </a:cubicBezTo>
                  <a:cubicBezTo>
                    <a:pt x="1220" y="1130"/>
                    <a:pt x="1218" y="1131"/>
                    <a:pt x="1218" y="1132"/>
                  </a:cubicBezTo>
                  <a:cubicBezTo>
                    <a:pt x="1218" y="1132"/>
                    <a:pt x="1221" y="1132"/>
                    <a:pt x="1222" y="1132"/>
                  </a:cubicBezTo>
                  <a:cubicBezTo>
                    <a:pt x="1222" y="1132"/>
                    <a:pt x="1223" y="1131"/>
                    <a:pt x="1224" y="1131"/>
                  </a:cubicBezTo>
                  <a:cubicBezTo>
                    <a:pt x="1226" y="1132"/>
                    <a:pt x="1227" y="1133"/>
                    <a:pt x="1228" y="1134"/>
                  </a:cubicBezTo>
                  <a:cubicBezTo>
                    <a:pt x="1229" y="1135"/>
                    <a:pt x="1231" y="1134"/>
                    <a:pt x="1232" y="1135"/>
                  </a:cubicBezTo>
                  <a:cubicBezTo>
                    <a:pt x="1234" y="1136"/>
                    <a:pt x="1235" y="1137"/>
                    <a:pt x="1237" y="1139"/>
                  </a:cubicBezTo>
                  <a:cubicBezTo>
                    <a:pt x="1238" y="1141"/>
                    <a:pt x="1239" y="1141"/>
                    <a:pt x="1240" y="1143"/>
                  </a:cubicBezTo>
                  <a:cubicBezTo>
                    <a:pt x="1242" y="1145"/>
                    <a:pt x="1245" y="1149"/>
                    <a:pt x="1246" y="1150"/>
                  </a:cubicBezTo>
                  <a:cubicBezTo>
                    <a:pt x="1247" y="1152"/>
                    <a:pt x="1247" y="1153"/>
                    <a:pt x="1246" y="1154"/>
                  </a:cubicBezTo>
                  <a:cubicBezTo>
                    <a:pt x="1246" y="1154"/>
                    <a:pt x="1246" y="1155"/>
                    <a:pt x="1244" y="1156"/>
                  </a:cubicBezTo>
                  <a:cubicBezTo>
                    <a:pt x="1243" y="1157"/>
                    <a:pt x="1242" y="1158"/>
                    <a:pt x="1241" y="1159"/>
                  </a:cubicBezTo>
                  <a:cubicBezTo>
                    <a:pt x="1240" y="1159"/>
                    <a:pt x="1237" y="1161"/>
                    <a:pt x="1238" y="1162"/>
                  </a:cubicBezTo>
                  <a:cubicBezTo>
                    <a:pt x="1238" y="1163"/>
                    <a:pt x="1239" y="1163"/>
                    <a:pt x="1240" y="1162"/>
                  </a:cubicBezTo>
                  <a:cubicBezTo>
                    <a:pt x="1241" y="1160"/>
                    <a:pt x="1242" y="1159"/>
                    <a:pt x="1244" y="1159"/>
                  </a:cubicBezTo>
                  <a:cubicBezTo>
                    <a:pt x="1246" y="1158"/>
                    <a:pt x="1247" y="1157"/>
                    <a:pt x="1248" y="1157"/>
                  </a:cubicBezTo>
                  <a:cubicBezTo>
                    <a:pt x="1249" y="1156"/>
                    <a:pt x="1250" y="1156"/>
                    <a:pt x="1251" y="1156"/>
                  </a:cubicBezTo>
                  <a:cubicBezTo>
                    <a:pt x="1253" y="1157"/>
                    <a:pt x="1254" y="1157"/>
                    <a:pt x="1256" y="1159"/>
                  </a:cubicBezTo>
                  <a:cubicBezTo>
                    <a:pt x="1257" y="1160"/>
                    <a:pt x="1258" y="1160"/>
                    <a:pt x="1260" y="1162"/>
                  </a:cubicBezTo>
                  <a:cubicBezTo>
                    <a:pt x="1261" y="1164"/>
                    <a:pt x="1263" y="1166"/>
                    <a:pt x="1264" y="1167"/>
                  </a:cubicBezTo>
                  <a:cubicBezTo>
                    <a:pt x="1265" y="1168"/>
                    <a:pt x="1266" y="1169"/>
                    <a:pt x="1267" y="1170"/>
                  </a:cubicBezTo>
                  <a:cubicBezTo>
                    <a:pt x="1269" y="1171"/>
                    <a:pt x="1270" y="1172"/>
                    <a:pt x="1270" y="1170"/>
                  </a:cubicBezTo>
                  <a:cubicBezTo>
                    <a:pt x="1270" y="1169"/>
                    <a:pt x="1268" y="1167"/>
                    <a:pt x="1267" y="1166"/>
                  </a:cubicBezTo>
                  <a:cubicBezTo>
                    <a:pt x="1267" y="1166"/>
                    <a:pt x="1265" y="1164"/>
                    <a:pt x="1264" y="1163"/>
                  </a:cubicBezTo>
                  <a:cubicBezTo>
                    <a:pt x="1263" y="1162"/>
                    <a:pt x="1261" y="1160"/>
                    <a:pt x="1261" y="1159"/>
                  </a:cubicBezTo>
                  <a:cubicBezTo>
                    <a:pt x="1261" y="1157"/>
                    <a:pt x="1261" y="1157"/>
                    <a:pt x="1262" y="1156"/>
                  </a:cubicBezTo>
                  <a:cubicBezTo>
                    <a:pt x="1262" y="1154"/>
                    <a:pt x="1264" y="1153"/>
                    <a:pt x="1266" y="1151"/>
                  </a:cubicBezTo>
                  <a:cubicBezTo>
                    <a:pt x="1268" y="1150"/>
                    <a:pt x="1269" y="1148"/>
                    <a:pt x="1271" y="1148"/>
                  </a:cubicBezTo>
                  <a:cubicBezTo>
                    <a:pt x="1273" y="1148"/>
                    <a:pt x="1274" y="1149"/>
                    <a:pt x="1275" y="1151"/>
                  </a:cubicBezTo>
                  <a:cubicBezTo>
                    <a:pt x="1276" y="1152"/>
                    <a:pt x="1276" y="1152"/>
                    <a:pt x="1277" y="1155"/>
                  </a:cubicBezTo>
                  <a:cubicBezTo>
                    <a:pt x="1278" y="1158"/>
                    <a:pt x="1277" y="1160"/>
                    <a:pt x="1279" y="1160"/>
                  </a:cubicBezTo>
                  <a:cubicBezTo>
                    <a:pt x="1280" y="1159"/>
                    <a:pt x="1280" y="1157"/>
                    <a:pt x="1280" y="1156"/>
                  </a:cubicBezTo>
                  <a:cubicBezTo>
                    <a:pt x="1280" y="1155"/>
                    <a:pt x="1280" y="1154"/>
                    <a:pt x="1280" y="1153"/>
                  </a:cubicBezTo>
                  <a:cubicBezTo>
                    <a:pt x="1281" y="1153"/>
                    <a:pt x="1283" y="1152"/>
                    <a:pt x="1283" y="1151"/>
                  </a:cubicBezTo>
                  <a:cubicBezTo>
                    <a:pt x="1283" y="1151"/>
                    <a:pt x="1281" y="1149"/>
                    <a:pt x="1281" y="1148"/>
                  </a:cubicBezTo>
                  <a:cubicBezTo>
                    <a:pt x="1280" y="1148"/>
                    <a:pt x="1279" y="1145"/>
                    <a:pt x="1279" y="1145"/>
                  </a:cubicBezTo>
                  <a:cubicBezTo>
                    <a:pt x="1279" y="1145"/>
                    <a:pt x="1278" y="1143"/>
                    <a:pt x="1279" y="1142"/>
                  </a:cubicBezTo>
                  <a:cubicBezTo>
                    <a:pt x="1280" y="1141"/>
                    <a:pt x="1281" y="1139"/>
                    <a:pt x="1282" y="1137"/>
                  </a:cubicBezTo>
                  <a:cubicBezTo>
                    <a:pt x="1284" y="1136"/>
                    <a:pt x="1286" y="1134"/>
                    <a:pt x="1287" y="1133"/>
                  </a:cubicBezTo>
                  <a:cubicBezTo>
                    <a:pt x="1288" y="1131"/>
                    <a:pt x="1288" y="1130"/>
                    <a:pt x="1288" y="1128"/>
                  </a:cubicBezTo>
                  <a:cubicBezTo>
                    <a:pt x="1288" y="1126"/>
                    <a:pt x="1288" y="1124"/>
                    <a:pt x="1286" y="1123"/>
                  </a:cubicBezTo>
                  <a:cubicBezTo>
                    <a:pt x="1284" y="1122"/>
                    <a:pt x="1281" y="1123"/>
                    <a:pt x="1281" y="1121"/>
                  </a:cubicBezTo>
                  <a:cubicBezTo>
                    <a:pt x="1281" y="1119"/>
                    <a:pt x="1282" y="1117"/>
                    <a:pt x="1282" y="1116"/>
                  </a:cubicBezTo>
                  <a:cubicBezTo>
                    <a:pt x="1282" y="1114"/>
                    <a:pt x="1282" y="1112"/>
                    <a:pt x="1281" y="1112"/>
                  </a:cubicBezTo>
                  <a:cubicBezTo>
                    <a:pt x="1280" y="1111"/>
                    <a:pt x="1278" y="1109"/>
                    <a:pt x="1278" y="1108"/>
                  </a:cubicBezTo>
                  <a:cubicBezTo>
                    <a:pt x="1278" y="1108"/>
                    <a:pt x="1278" y="1105"/>
                    <a:pt x="1278" y="1103"/>
                  </a:cubicBezTo>
                  <a:cubicBezTo>
                    <a:pt x="1278" y="1101"/>
                    <a:pt x="1278" y="1099"/>
                    <a:pt x="1277" y="1098"/>
                  </a:cubicBezTo>
                  <a:cubicBezTo>
                    <a:pt x="1275" y="1097"/>
                    <a:pt x="1274" y="1096"/>
                    <a:pt x="1275" y="1095"/>
                  </a:cubicBezTo>
                  <a:cubicBezTo>
                    <a:pt x="1275" y="1094"/>
                    <a:pt x="1277" y="1095"/>
                    <a:pt x="1278" y="1093"/>
                  </a:cubicBezTo>
                  <a:cubicBezTo>
                    <a:pt x="1278" y="1091"/>
                    <a:pt x="1275" y="1089"/>
                    <a:pt x="1275" y="1088"/>
                  </a:cubicBezTo>
                  <a:cubicBezTo>
                    <a:pt x="1275" y="1087"/>
                    <a:pt x="1277" y="1087"/>
                    <a:pt x="1277" y="1086"/>
                  </a:cubicBezTo>
                  <a:cubicBezTo>
                    <a:pt x="1277" y="1085"/>
                    <a:pt x="1275" y="1084"/>
                    <a:pt x="1274" y="1083"/>
                  </a:cubicBezTo>
                  <a:cubicBezTo>
                    <a:pt x="1274" y="1082"/>
                    <a:pt x="1276" y="1081"/>
                    <a:pt x="1276" y="1080"/>
                  </a:cubicBezTo>
                  <a:cubicBezTo>
                    <a:pt x="1275" y="1079"/>
                    <a:pt x="1273" y="1080"/>
                    <a:pt x="1273" y="1078"/>
                  </a:cubicBezTo>
                  <a:cubicBezTo>
                    <a:pt x="1273" y="1077"/>
                    <a:pt x="1273" y="1077"/>
                    <a:pt x="1274" y="1077"/>
                  </a:cubicBezTo>
                  <a:cubicBezTo>
                    <a:pt x="1275" y="1076"/>
                    <a:pt x="1275" y="1076"/>
                    <a:pt x="1275" y="1075"/>
                  </a:cubicBezTo>
                  <a:cubicBezTo>
                    <a:pt x="1274" y="1075"/>
                    <a:pt x="1273" y="1075"/>
                    <a:pt x="1272" y="1075"/>
                  </a:cubicBezTo>
                  <a:cubicBezTo>
                    <a:pt x="1271" y="1074"/>
                    <a:pt x="1269" y="1074"/>
                    <a:pt x="1269" y="1073"/>
                  </a:cubicBezTo>
                  <a:cubicBezTo>
                    <a:pt x="1268" y="1071"/>
                    <a:pt x="1268" y="1070"/>
                    <a:pt x="1267" y="1069"/>
                  </a:cubicBezTo>
                  <a:cubicBezTo>
                    <a:pt x="1267" y="1067"/>
                    <a:pt x="1267" y="1067"/>
                    <a:pt x="1266" y="1065"/>
                  </a:cubicBezTo>
                  <a:cubicBezTo>
                    <a:pt x="1265" y="1064"/>
                    <a:pt x="1264" y="1065"/>
                    <a:pt x="1263" y="1064"/>
                  </a:cubicBezTo>
                  <a:cubicBezTo>
                    <a:pt x="1263" y="1062"/>
                    <a:pt x="1262" y="1062"/>
                    <a:pt x="1263" y="1061"/>
                  </a:cubicBezTo>
                  <a:cubicBezTo>
                    <a:pt x="1264" y="1061"/>
                    <a:pt x="1266" y="1060"/>
                    <a:pt x="1269" y="1059"/>
                  </a:cubicBezTo>
                  <a:cubicBezTo>
                    <a:pt x="1272" y="1058"/>
                    <a:pt x="1279" y="1055"/>
                    <a:pt x="1280" y="1054"/>
                  </a:cubicBezTo>
                  <a:cubicBezTo>
                    <a:pt x="1282" y="1053"/>
                    <a:pt x="1292" y="1049"/>
                    <a:pt x="1297" y="1047"/>
                  </a:cubicBezTo>
                  <a:cubicBezTo>
                    <a:pt x="1301" y="1045"/>
                    <a:pt x="1309" y="1039"/>
                    <a:pt x="1312" y="1036"/>
                  </a:cubicBezTo>
                  <a:cubicBezTo>
                    <a:pt x="1314" y="1033"/>
                    <a:pt x="1318" y="1031"/>
                    <a:pt x="1320" y="1028"/>
                  </a:cubicBezTo>
                  <a:cubicBezTo>
                    <a:pt x="1322" y="1025"/>
                    <a:pt x="1326" y="1021"/>
                    <a:pt x="1327" y="1019"/>
                  </a:cubicBezTo>
                  <a:cubicBezTo>
                    <a:pt x="1328" y="1017"/>
                    <a:pt x="1328" y="999"/>
                    <a:pt x="1328" y="994"/>
                  </a:cubicBezTo>
                  <a:cubicBezTo>
                    <a:pt x="1327" y="989"/>
                    <a:pt x="1326" y="983"/>
                    <a:pt x="1324" y="978"/>
                  </a:cubicBezTo>
                  <a:cubicBezTo>
                    <a:pt x="1322" y="974"/>
                    <a:pt x="1318" y="969"/>
                    <a:pt x="1317" y="966"/>
                  </a:cubicBezTo>
                  <a:cubicBezTo>
                    <a:pt x="1315" y="963"/>
                    <a:pt x="1308" y="959"/>
                    <a:pt x="1307" y="958"/>
                  </a:cubicBezTo>
                  <a:cubicBezTo>
                    <a:pt x="1306" y="957"/>
                    <a:pt x="1295" y="952"/>
                    <a:pt x="1293" y="951"/>
                  </a:cubicBezTo>
                  <a:cubicBezTo>
                    <a:pt x="1291" y="949"/>
                    <a:pt x="1290" y="950"/>
                    <a:pt x="1288" y="946"/>
                  </a:cubicBezTo>
                  <a:cubicBezTo>
                    <a:pt x="1287" y="943"/>
                    <a:pt x="1287" y="942"/>
                    <a:pt x="1286" y="940"/>
                  </a:cubicBezTo>
                  <a:cubicBezTo>
                    <a:pt x="1286" y="939"/>
                    <a:pt x="1285" y="937"/>
                    <a:pt x="1286" y="936"/>
                  </a:cubicBezTo>
                  <a:cubicBezTo>
                    <a:pt x="1287" y="936"/>
                    <a:pt x="1288" y="937"/>
                    <a:pt x="1290" y="936"/>
                  </a:cubicBezTo>
                  <a:cubicBezTo>
                    <a:pt x="1291" y="936"/>
                    <a:pt x="1291" y="934"/>
                    <a:pt x="1293" y="932"/>
                  </a:cubicBezTo>
                  <a:cubicBezTo>
                    <a:pt x="1294" y="930"/>
                    <a:pt x="1294" y="929"/>
                    <a:pt x="1295" y="928"/>
                  </a:cubicBezTo>
                  <a:cubicBezTo>
                    <a:pt x="1297" y="927"/>
                    <a:pt x="1300" y="925"/>
                    <a:pt x="1301" y="925"/>
                  </a:cubicBezTo>
                  <a:cubicBezTo>
                    <a:pt x="1302" y="924"/>
                    <a:pt x="1304" y="924"/>
                    <a:pt x="1303" y="923"/>
                  </a:cubicBezTo>
                  <a:cubicBezTo>
                    <a:pt x="1303" y="922"/>
                    <a:pt x="1302" y="922"/>
                    <a:pt x="1301" y="921"/>
                  </a:cubicBezTo>
                  <a:cubicBezTo>
                    <a:pt x="1301" y="921"/>
                    <a:pt x="1302" y="919"/>
                    <a:pt x="1303" y="919"/>
                  </a:cubicBezTo>
                  <a:cubicBezTo>
                    <a:pt x="1303" y="919"/>
                    <a:pt x="1304" y="917"/>
                    <a:pt x="1304" y="916"/>
                  </a:cubicBezTo>
                  <a:cubicBezTo>
                    <a:pt x="1304" y="915"/>
                    <a:pt x="1304" y="914"/>
                    <a:pt x="1305" y="914"/>
                  </a:cubicBezTo>
                  <a:cubicBezTo>
                    <a:pt x="1306" y="914"/>
                    <a:pt x="1307" y="917"/>
                    <a:pt x="1307" y="917"/>
                  </a:cubicBezTo>
                  <a:cubicBezTo>
                    <a:pt x="1308" y="918"/>
                    <a:pt x="1311" y="918"/>
                    <a:pt x="1311" y="917"/>
                  </a:cubicBezTo>
                  <a:cubicBezTo>
                    <a:pt x="1311" y="917"/>
                    <a:pt x="1310" y="916"/>
                    <a:pt x="1309" y="915"/>
                  </a:cubicBezTo>
                  <a:cubicBezTo>
                    <a:pt x="1309" y="915"/>
                    <a:pt x="1307" y="913"/>
                    <a:pt x="1309" y="912"/>
                  </a:cubicBezTo>
                  <a:cubicBezTo>
                    <a:pt x="1310" y="911"/>
                    <a:pt x="1312" y="912"/>
                    <a:pt x="1312" y="911"/>
                  </a:cubicBezTo>
                  <a:cubicBezTo>
                    <a:pt x="1313" y="911"/>
                    <a:pt x="1313" y="910"/>
                    <a:pt x="1313" y="910"/>
                  </a:cubicBezTo>
                  <a:cubicBezTo>
                    <a:pt x="1313" y="909"/>
                    <a:pt x="1311" y="909"/>
                    <a:pt x="1311" y="908"/>
                  </a:cubicBezTo>
                  <a:cubicBezTo>
                    <a:pt x="1311" y="908"/>
                    <a:pt x="1311" y="907"/>
                    <a:pt x="1311" y="907"/>
                  </a:cubicBezTo>
                  <a:cubicBezTo>
                    <a:pt x="1312" y="906"/>
                    <a:pt x="1312" y="906"/>
                    <a:pt x="1312" y="905"/>
                  </a:cubicBezTo>
                  <a:cubicBezTo>
                    <a:pt x="1312" y="905"/>
                    <a:pt x="1312" y="904"/>
                    <a:pt x="1312" y="903"/>
                  </a:cubicBezTo>
                  <a:cubicBezTo>
                    <a:pt x="1312" y="903"/>
                    <a:pt x="1311" y="903"/>
                    <a:pt x="1310" y="903"/>
                  </a:cubicBezTo>
                  <a:cubicBezTo>
                    <a:pt x="1309" y="902"/>
                    <a:pt x="1309" y="902"/>
                    <a:pt x="1308" y="902"/>
                  </a:cubicBezTo>
                  <a:cubicBezTo>
                    <a:pt x="1308" y="901"/>
                    <a:pt x="1307" y="901"/>
                    <a:pt x="1307" y="900"/>
                  </a:cubicBezTo>
                  <a:cubicBezTo>
                    <a:pt x="1306" y="900"/>
                    <a:pt x="1305" y="897"/>
                    <a:pt x="1305" y="897"/>
                  </a:cubicBezTo>
                  <a:cubicBezTo>
                    <a:pt x="1305" y="897"/>
                    <a:pt x="1304" y="895"/>
                    <a:pt x="1304" y="893"/>
                  </a:cubicBezTo>
                  <a:cubicBezTo>
                    <a:pt x="1304" y="892"/>
                    <a:pt x="1304" y="891"/>
                    <a:pt x="1305" y="891"/>
                  </a:cubicBezTo>
                  <a:cubicBezTo>
                    <a:pt x="1306" y="890"/>
                    <a:pt x="1308" y="889"/>
                    <a:pt x="1309" y="888"/>
                  </a:cubicBezTo>
                  <a:cubicBezTo>
                    <a:pt x="1309" y="888"/>
                    <a:pt x="1310" y="887"/>
                    <a:pt x="1310" y="887"/>
                  </a:cubicBezTo>
                  <a:cubicBezTo>
                    <a:pt x="1309" y="886"/>
                    <a:pt x="1308" y="886"/>
                    <a:pt x="1307" y="885"/>
                  </a:cubicBezTo>
                  <a:cubicBezTo>
                    <a:pt x="1307" y="885"/>
                    <a:pt x="1305" y="885"/>
                    <a:pt x="1304" y="884"/>
                  </a:cubicBezTo>
                  <a:cubicBezTo>
                    <a:pt x="1304" y="883"/>
                    <a:pt x="1303" y="882"/>
                    <a:pt x="1304" y="882"/>
                  </a:cubicBezTo>
                  <a:cubicBezTo>
                    <a:pt x="1305" y="881"/>
                    <a:pt x="1305" y="880"/>
                    <a:pt x="1306" y="880"/>
                  </a:cubicBezTo>
                  <a:cubicBezTo>
                    <a:pt x="1307" y="879"/>
                    <a:pt x="1308" y="878"/>
                    <a:pt x="1308" y="878"/>
                  </a:cubicBezTo>
                  <a:cubicBezTo>
                    <a:pt x="1307" y="877"/>
                    <a:pt x="1307" y="877"/>
                    <a:pt x="1306" y="877"/>
                  </a:cubicBezTo>
                  <a:cubicBezTo>
                    <a:pt x="1305" y="877"/>
                    <a:pt x="1304" y="877"/>
                    <a:pt x="1302" y="877"/>
                  </a:cubicBezTo>
                  <a:cubicBezTo>
                    <a:pt x="1301" y="877"/>
                    <a:pt x="1299" y="878"/>
                    <a:pt x="1298" y="878"/>
                  </a:cubicBezTo>
                  <a:cubicBezTo>
                    <a:pt x="1297" y="878"/>
                    <a:pt x="1296" y="878"/>
                    <a:pt x="1296" y="877"/>
                  </a:cubicBezTo>
                  <a:cubicBezTo>
                    <a:pt x="1296" y="877"/>
                    <a:pt x="1298" y="875"/>
                    <a:pt x="1300" y="874"/>
                  </a:cubicBezTo>
                  <a:cubicBezTo>
                    <a:pt x="1301" y="872"/>
                    <a:pt x="1303" y="871"/>
                    <a:pt x="1303" y="869"/>
                  </a:cubicBezTo>
                  <a:cubicBezTo>
                    <a:pt x="1302" y="866"/>
                    <a:pt x="1301" y="864"/>
                    <a:pt x="1302" y="862"/>
                  </a:cubicBezTo>
                  <a:cubicBezTo>
                    <a:pt x="1303" y="860"/>
                    <a:pt x="1304" y="862"/>
                    <a:pt x="1305" y="860"/>
                  </a:cubicBezTo>
                  <a:cubicBezTo>
                    <a:pt x="1307" y="858"/>
                    <a:pt x="1308" y="856"/>
                    <a:pt x="1308" y="856"/>
                  </a:cubicBezTo>
                  <a:cubicBezTo>
                    <a:pt x="1308" y="855"/>
                    <a:pt x="1308" y="855"/>
                    <a:pt x="1306" y="853"/>
                  </a:cubicBezTo>
                  <a:cubicBezTo>
                    <a:pt x="1304" y="851"/>
                    <a:pt x="1301" y="851"/>
                    <a:pt x="1301" y="849"/>
                  </a:cubicBezTo>
                  <a:cubicBezTo>
                    <a:pt x="1300" y="846"/>
                    <a:pt x="1301" y="844"/>
                    <a:pt x="1300" y="842"/>
                  </a:cubicBezTo>
                  <a:cubicBezTo>
                    <a:pt x="1299" y="840"/>
                    <a:pt x="1298" y="840"/>
                    <a:pt x="1297" y="837"/>
                  </a:cubicBezTo>
                  <a:cubicBezTo>
                    <a:pt x="1296" y="834"/>
                    <a:pt x="1295" y="832"/>
                    <a:pt x="1296" y="832"/>
                  </a:cubicBezTo>
                  <a:cubicBezTo>
                    <a:pt x="1297" y="831"/>
                    <a:pt x="1299" y="831"/>
                    <a:pt x="1301" y="829"/>
                  </a:cubicBezTo>
                  <a:cubicBezTo>
                    <a:pt x="1304" y="828"/>
                    <a:pt x="1304" y="827"/>
                    <a:pt x="1306" y="826"/>
                  </a:cubicBezTo>
                  <a:cubicBezTo>
                    <a:pt x="1308" y="825"/>
                    <a:pt x="1308" y="824"/>
                    <a:pt x="1310" y="824"/>
                  </a:cubicBezTo>
                  <a:cubicBezTo>
                    <a:pt x="1311" y="824"/>
                    <a:pt x="1312" y="824"/>
                    <a:pt x="1315" y="825"/>
                  </a:cubicBezTo>
                  <a:cubicBezTo>
                    <a:pt x="1317" y="826"/>
                    <a:pt x="1319" y="826"/>
                    <a:pt x="1322" y="827"/>
                  </a:cubicBezTo>
                  <a:cubicBezTo>
                    <a:pt x="1325" y="828"/>
                    <a:pt x="1327" y="828"/>
                    <a:pt x="1330" y="829"/>
                  </a:cubicBezTo>
                  <a:cubicBezTo>
                    <a:pt x="1333" y="830"/>
                    <a:pt x="1338" y="831"/>
                    <a:pt x="1339" y="832"/>
                  </a:cubicBezTo>
                  <a:cubicBezTo>
                    <a:pt x="1340" y="832"/>
                    <a:pt x="1343" y="832"/>
                    <a:pt x="1344" y="833"/>
                  </a:cubicBezTo>
                  <a:cubicBezTo>
                    <a:pt x="1344" y="834"/>
                    <a:pt x="1342" y="835"/>
                    <a:pt x="1342" y="836"/>
                  </a:cubicBezTo>
                  <a:cubicBezTo>
                    <a:pt x="1342" y="837"/>
                    <a:pt x="1343" y="837"/>
                    <a:pt x="1344" y="836"/>
                  </a:cubicBezTo>
                  <a:cubicBezTo>
                    <a:pt x="1345" y="836"/>
                    <a:pt x="1347" y="834"/>
                    <a:pt x="1348" y="834"/>
                  </a:cubicBezTo>
                  <a:cubicBezTo>
                    <a:pt x="1349" y="834"/>
                    <a:pt x="1351" y="833"/>
                    <a:pt x="1353" y="833"/>
                  </a:cubicBezTo>
                  <a:cubicBezTo>
                    <a:pt x="1354" y="833"/>
                    <a:pt x="1356" y="834"/>
                    <a:pt x="1358" y="835"/>
                  </a:cubicBezTo>
                  <a:cubicBezTo>
                    <a:pt x="1359" y="836"/>
                    <a:pt x="1361" y="837"/>
                    <a:pt x="1362" y="838"/>
                  </a:cubicBezTo>
                  <a:cubicBezTo>
                    <a:pt x="1364" y="839"/>
                    <a:pt x="1368" y="840"/>
                    <a:pt x="1368" y="840"/>
                  </a:cubicBezTo>
                  <a:cubicBezTo>
                    <a:pt x="1369" y="839"/>
                    <a:pt x="1369" y="838"/>
                    <a:pt x="1368" y="837"/>
                  </a:cubicBezTo>
                  <a:cubicBezTo>
                    <a:pt x="1368" y="836"/>
                    <a:pt x="1368" y="835"/>
                    <a:pt x="1368" y="834"/>
                  </a:cubicBezTo>
                  <a:cubicBezTo>
                    <a:pt x="1369" y="834"/>
                    <a:pt x="1372" y="834"/>
                    <a:pt x="1374" y="833"/>
                  </a:cubicBezTo>
                  <a:cubicBezTo>
                    <a:pt x="1375" y="833"/>
                    <a:pt x="1380" y="830"/>
                    <a:pt x="1381" y="830"/>
                  </a:cubicBezTo>
                  <a:cubicBezTo>
                    <a:pt x="1382" y="830"/>
                    <a:pt x="1383" y="828"/>
                    <a:pt x="1387" y="828"/>
                  </a:cubicBezTo>
                  <a:cubicBezTo>
                    <a:pt x="1391" y="829"/>
                    <a:pt x="1392" y="831"/>
                    <a:pt x="1394" y="833"/>
                  </a:cubicBezTo>
                  <a:cubicBezTo>
                    <a:pt x="1396" y="834"/>
                    <a:pt x="1397" y="835"/>
                    <a:pt x="1400" y="836"/>
                  </a:cubicBezTo>
                  <a:cubicBezTo>
                    <a:pt x="1402" y="836"/>
                    <a:pt x="1404" y="836"/>
                    <a:pt x="1405" y="838"/>
                  </a:cubicBezTo>
                  <a:cubicBezTo>
                    <a:pt x="1406" y="839"/>
                    <a:pt x="1407" y="839"/>
                    <a:pt x="1406" y="840"/>
                  </a:cubicBezTo>
                  <a:cubicBezTo>
                    <a:pt x="1406" y="842"/>
                    <a:pt x="1405" y="842"/>
                    <a:pt x="1405" y="844"/>
                  </a:cubicBezTo>
                  <a:cubicBezTo>
                    <a:pt x="1406" y="845"/>
                    <a:pt x="1406" y="847"/>
                    <a:pt x="1407" y="848"/>
                  </a:cubicBezTo>
                  <a:cubicBezTo>
                    <a:pt x="1408" y="849"/>
                    <a:pt x="1410" y="847"/>
                    <a:pt x="1410" y="846"/>
                  </a:cubicBezTo>
                  <a:cubicBezTo>
                    <a:pt x="1410" y="845"/>
                    <a:pt x="1413" y="845"/>
                    <a:pt x="1414" y="846"/>
                  </a:cubicBezTo>
                  <a:cubicBezTo>
                    <a:pt x="1415" y="847"/>
                    <a:pt x="1417" y="849"/>
                    <a:pt x="1417" y="850"/>
                  </a:cubicBezTo>
                  <a:cubicBezTo>
                    <a:pt x="1418" y="851"/>
                    <a:pt x="1418" y="852"/>
                    <a:pt x="1417" y="853"/>
                  </a:cubicBezTo>
                  <a:cubicBezTo>
                    <a:pt x="1416" y="853"/>
                    <a:pt x="1414" y="854"/>
                    <a:pt x="1414" y="855"/>
                  </a:cubicBezTo>
                  <a:cubicBezTo>
                    <a:pt x="1414" y="856"/>
                    <a:pt x="1414" y="857"/>
                    <a:pt x="1415" y="857"/>
                  </a:cubicBezTo>
                  <a:cubicBezTo>
                    <a:pt x="1416" y="857"/>
                    <a:pt x="1418" y="856"/>
                    <a:pt x="1419" y="855"/>
                  </a:cubicBezTo>
                  <a:cubicBezTo>
                    <a:pt x="1420" y="855"/>
                    <a:pt x="1420" y="853"/>
                    <a:pt x="1422" y="853"/>
                  </a:cubicBezTo>
                  <a:cubicBezTo>
                    <a:pt x="1424" y="853"/>
                    <a:pt x="1427" y="852"/>
                    <a:pt x="1427" y="853"/>
                  </a:cubicBezTo>
                  <a:cubicBezTo>
                    <a:pt x="1428" y="854"/>
                    <a:pt x="1427" y="856"/>
                    <a:pt x="1427" y="856"/>
                  </a:cubicBezTo>
                  <a:cubicBezTo>
                    <a:pt x="1426" y="857"/>
                    <a:pt x="1424" y="858"/>
                    <a:pt x="1424" y="859"/>
                  </a:cubicBezTo>
                  <a:cubicBezTo>
                    <a:pt x="1424" y="860"/>
                    <a:pt x="1424" y="861"/>
                    <a:pt x="1424" y="862"/>
                  </a:cubicBezTo>
                  <a:cubicBezTo>
                    <a:pt x="1425" y="864"/>
                    <a:pt x="1426" y="864"/>
                    <a:pt x="1428" y="865"/>
                  </a:cubicBezTo>
                  <a:cubicBezTo>
                    <a:pt x="1430" y="866"/>
                    <a:pt x="1430" y="867"/>
                    <a:pt x="1432" y="868"/>
                  </a:cubicBezTo>
                  <a:cubicBezTo>
                    <a:pt x="1434" y="869"/>
                    <a:pt x="1437" y="870"/>
                    <a:pt x="1439" y="871"/>
                  </a:cubicBezTo>
                  <a:cubicBezTo>
                    <a:pt x="1440" y="872"/>
                    <a:pt x="1445" y="872"/>
                    <a:pt x="1447" y="873"/>
                  </a:cubicBezTo>
                  <a:cubicBezTo>
                    <a:pt x="1448" y="873"/>
                    <a:pt x="1451" y="873"/>
                    <a:pt x="1453" y="873"/>
                  </a:cubicBezTo>
                  <a:cubicBezTo>
                    <a:pt x="1455" y="872"/>
                    <a:pt x="1456" y="872"/>
                    <a:pt x="1458" y="872"/>
                  </a:cubicBezTo>
                  <a:cubicBezTo>
                    <a:pt x="1461" y="872"/>
                    <a:pt x="1460" y="875"/>
                    <a:pt x="1461" y="876"/>
                  </a:cubicBezTo>
                  <a:cubicBezTo>
                    <a:pt x="1462" y="878"/>
                    <a:pt x="1462" y="879"/>
                    <a:pt x="1463" y="879"/>
                  </a:cubicBezTo>
                  <a:cubicBezTo>
                    <a:pt x="1464" y="879"/>
                    <a:pt x="1464" y="879"/>
                    <a:pt x="1465" y="879"/>
                  </a:cubicBezTo>
                  <a:cubicBezTo>
                    <a:pt x="1466" y="878"/>
                    <a:pt x="1466" y="878"/>
                    <a:pt x="1467" y="877"/>
                  </a:cubicBezTo>
                  <a:cubicBezTo>
                    <a:pt x="1468" y="876"/>
                    <a:pt x="1470" y="876"/>
                    <a:pt x="1470" y="875"/>
                  </a:cubicBezTo>
                  <a:cubicBezTo>
                    <a:pt x="1470" y="874"/>
                    <a:pt x="1470" y="873"/>
                    <a:pt x="1471" y="873"/>
                  </a:cubicBezTo>
                  <a:cubicBezTo>
                    <a:pt x="1472" y="874"/>
                    <a:pt x="1473" y="875"/>
                    <a:pt x="1473" y="877"/>
                  </a:cubicBezTo>
                  <a:cubicBezTo>
                    <a:pt x="1473" y="878"/>
                    <a:pt x="1474" y="878"/>
                    <a:pt x="1473" y="879"/>
                  </a:cubicBezTo>
                  <a:cubicBezTo>
                    <a:pt x="1472" y="880"/>
                    <a:pt x="1470" y="881"/>
                    <a:pt x="1469" y="882"/>
                  </a:cubicBezTo>
                  <a:cubicBezTo>
                    <a:pt x="1468" y="883"/>
                    <a:pt x="1468" y="883"/>
                    <a:pt x="1468" y="884"/>
                  </a:cubicBezTo>
                  <a:cubicBezTo>
                    <a:pt x="1468" y="886"/>
                    <a:pt x="1469" y="885"/>
                    <a:pt x="1467" y="886"/>
                  </a:cubicBezTo>
                  <a:cubicBezTo>
                    <a:pt x="1466" y="887"/>
                    <a:pt x="1466" y="887"/>
                    <a:pt x="1466" y="888"/>
                  </a:cubicBezTo>
                  <a:cubicBezTo>
                    <a:pt x="1465" y="889"/>
                    <a:pt x="1465" y="890"/>
                    <a:pt x="1465" y="891"/>
                  </a:cubicBezTo>
                  <a:cubicBezTo>
                    <a:pt x="1466" y="892"/>
                    <a:pt x="1465" y="893"/>
                    <a:pt x="1466" y="894"/>
                  </a:cubicBezTo>
                  <a:cubicBezTo>
                    <a:pt x="1467" y="895"/>
                    <a:pt x="1468" y="896"/>
                    <a:pt x="1469" y="897"/>
                  </a:cubicBezTo>
                  <a:cubicBezTo>
                    <a:pt x="1469" y="899"/>
                    <a:pt x="1469" y="900"/>
                    <a:pt x="1468" y="901"/>
                  </a:cubicBezTo>
                  <a:cubicBezTo>
                    <a:pt x="1468" y="901"/>
                    <a:pt x="1466" y="901"/>
                    <a:pt x="1466" y="902"/>
                  </a:cubicBezTo>
                  <a:cubicBezTo>
                    <a:pt x="1466" y="903"/>
                    <a:pt x="1465" y="903"/>
                    <a:pt x="1465" y="904"/>
                  </a:cubicBezTo>
                  <a:cubicBezTo>
                    <a:pt x="1465" y="905"/>
                    <a:pt x="1466" y="905"/>
                    <a:pt x="1467" y="906"/>
                  </a:cubicBezTo>
                  <a:cubicBezTo>
                    <a:pt x="1467" y="907"/>
                    <a:pt x="1468" y="907"/>
                    <a:pt x="1469" y="908"/>
                  </a:cubicBezTo>
                  <a:cubicBezTo>
                    <a:pt x="1470" y="910"/>
                    <a:pt x="1470" y="911"/>
                    <a:pt x="1470" y="912"/>
                  </a:cubicBezTo>
                  <a:cubicBezTo>
                    <a:pt x="1470" y="914"/>
                    <a:pt x="1469" y="916"/>
                    <a:pt x="1469" y="916"/>
                  </a:cubicBezTo>
                  <a:cubicBezTo>
                    <a:pt x="1468" y="917"/>
                    <a:pt x="1467" y="918"/>
                    <a:pt x="1467" y="918"/>
                  </a:cubicBezTo>
                  <a:cubicBezTo>
                    <a:pt x="1467" y="919"/>
                    <a:pt x="1467" y="920"/>
                    <a:pt x="1467" y="920"/>
                  </a:cubicBezTo>
                  <a:cubicBezTo>
                    <a:pt x="1468" y="921"/>
                    <a:pt x="1468" y="922"/>
                    <a:pt x="1468" y="923"/>
                  </a:cubicBezTo>
                  <a:cubicBezTo>
                    <a:pt x="1468" y="923"/>
                    <a:pt x="1467" y="924"/>
                    <a:pt x="1467" y="925"/>
                  </a:cubicBezTo>
                  <a:cubicBezTo>
                    <a:pt x="1467" y="926"/>
                    <a:pt x="1466" y="927"/>
                    <a:pt x="1468" y="927"/>
                  </a:cubicBezTo>
                  <a:cubicBezTo>
                    <a:pt x="1469" y="926"/>
                    <a:pt x="1471" y="926"/>
                    <a:pt x="1472" y="926"/>
                  </a:cubicBezTo>
                  <a:cubicBezTo>
                    <a:pt x="1473" y="927"/>
                    <a:pt x="1474" y="927"/>
                    <a:pt x="1474" y="928"/>
                  </a:cubicBezTo>
                  <a:cubicBezTo>
                    <a:pt x="1474" y="929"/>
                    <a:pt x="1474" y="931"/>
                    <a:pt x="1474" y="932"/>
                  </a:cubicBezTo>
                  <a:cubicBezTo>
                    <a:pt x="1474" y="932"/>
                    <a:pt x="1472" y="931"/>
                    <a:pt x="1472" y="933"/>
                  </a:cubicBezTo>
                  <a:cubicBezTo>
                    <a:pt x="1471" y="934"/>
                    <a:pt x="1471" y="936"/>
                    <a:pt x="1471" y="937"/>
                  </a:cubicBezTo>
                  <a:cubicBezTo>
                    <a:pt x="1471" y="938"/>
                    <a:pt x="1471" y="938"/>
                    <a:pt x="1470" y="938"/>
                  </a:cubicBezTo>
                  <a:cubicBezTo>
                    <a:pt x="1470" y="938"/>
                    <a:pt x="1468" y="937"/>
                    <a:pt x="1468" y="936"/>
                  </a:cubicBezTo>
                  <a:cubicBezTo>
                    <a:pt x="1468" y="936"/>
                    <a:pt x="1467" y="933"/>
                    <a:pt x="1466" y="933"/>
                  </a:cubicBezTo>
                  <a:cubicBezTo>
                    <a:pt x="1466" y="933"/>
                    <a:pt x="1465" y="933"/>
                    <a:pt x="1465" y="934"/>
                  </a:cubicBezTo>
                  <a:cubicBezTo>
                    <a:pt x="1465" y="935"/>
                    <a:pt x="1465" y="936"/>
                    <a:pt x="1465" y="937"/>
                  </a:cubicBezTo>
                  <a:cubicBezTo>
                    <a:pt x="1464" y="938"/>
                    <a:pt x="1463" y="938"/>
                    <a:pt x="1461" y="939"/>
                  </a:cubicBezTo>
                  <a:cubicBezTo>
                    <a:pt x="1460" y="939"/>
                    <a:pt x="1459" y="940"/>
                    <a:pt x="1458" y="940"/>
                  </a:cubicBezTo>
                  <a:cubicBezTo>
                    <a:pt x="1457" y="941"/>
                    <a:pt x="1456" y="941"/>
                    <a:pt x="1456" y="942"/>
                  </a:cubicBezTo>
                  <a:cubicBezTo>
                    <a:pt x="1456" y="943"/>
                    <a:pt x="1457" y="943"/>
                    <a:pt x="1459" y="943"/>
                  </a:cubicBezTo>
                  <a:cubicBezTo>
                    <a:pt x="1461" y="944"/>
                    <a:pt x="1462" y="944"/>
                    <a:pt x="1463" y="945"/>
                  </a:cubicBezTo>
                  <a:cubicBezTo>
                    <a:pt x="1464" y="947"/>
                    <a:pt x="1463" y="948"/>
                    <a:pt x="1466" y="947"/>
                  </a:cubicBezTo>
                  <a:cubicBezTo>
                    <a:pt x="1468" y="947"/>
                    <a:pt x="1469" y="946"/>
                    <a:pt x="1470" y="944"/>
                  </a:cubicBezTo>
                  <a:cubicBezTo>
                    <a:pt x="1472" y="942"/>
                    <a:pt x="1473" y="940"/>
                    <a:pt x="1475" y="940"/>
                  </a:cubicBezTo>
                  <a:cubicBezTo>
                    <a:pt x="1478" y="939"/>
                    <a:pt x="1480" y="938"/>
                    <a:pt x="1483" y="938"/>
                  </a:cubicBezTo>
                  <a:cubicBezTo>
                    <a:pt x="1486" y="938"/>
                    <a:pt x="1488" y="938"/>
                    <a:pt x="1490" y="939"/>
                  </a:cubicBezTo>
                  <a:cubicBezTo>
                    <a:pt x="1491" y="940"/>
                    <a:pt x="1494" y="941"/>
                    <a:pt x="1495" y="942"/>
                  </a:cubicBezTo>
                  <a:cubicBezTo>
                    <a:pt x="1495" y="943"/>
                    <a:pt x="1497" y="945"/>
                    <a:pt x="1497" y="947"/>
                  </a:cubicBezTo>
                  <a:cubicBezTo>
                    <a:pt x="1498" y="950"/>
                    <a:pt x="1496" y="952"/>
                    <a:pt x="1496" y="954"/>
                  </a:cubicBezTo>
                  <a:cubicBezTo>
                    <a:pt x="1496" y="956"/>
                    <a:pt x="1496" y="958"/>
                    <a:pt x="1495" y="959"/>
                  </a:cubicBezTo>
                  <a:cubicBezTo>
                    <a:pt x="1494" y="960"/>
                    <a:pt x="1491" y="963"/>
                    <a:pt x="1488" y="963"/>
                  </a:cubicBezTo>
                  <a:cubicBezTo>
                    <a:pt x="1486" y="963"/>
                    <a:pt x="1484" y="965"/>
                    <a:pt x="1482" y="966"/>
                  </a:cubicBezTo>
                  <a:cubicBezTo>
                    <a:pt x="1479" y="967"/>
                    <a:pt x="1476" y="969"/>
                    <a:pt x="1475" y="971"/>
                  </a:cubicBezTo>
                  <a:cubicBezTo>
                    <a:pt x="1475" y="972"/>
                    <a:pt x="1475" y="974"/>
                    <a:pt x="1476" y="973"/>
                  </a:cubicBezTo>
                  <a:cubicBezTo>
                    <a:pt x="1478" y="971"/>
                    <a:pt x="1479" y="970"/>
                    <a:pt x="1481" y="969"/>
                  </a:cubicBezTo>
                  <a:cubicBezTo>
                    <a:pt x="1483" y="967"/>
                    <a:pt x="1487" y="966"/>
                    <a:pt x="1489" y="966"/>
                  </a:cubicBezTo>
                  <a:cubicBezTo>
                    <a:pt x="1491" y="965"/>
                    <a:pt x="1491" y="964"/>
                    <a:pt x="1494" y="964"/>
                  </a:cubicBezTo>
                  <a:cubicBezTo>
                    <a:pt x="1496" y="963"/>
                    <a:pt x="1498" y="961"/>
                    <a:pt x="1497" y="959"/>
                  </a:cubicBezTo>
                  <a:cubicBezTo>
                    <a:pt x="1497" y="958"/>
                    <a:pt x="1499" y="954"/>
                    <a:pt x="1499" y="953"/>
                  </a:cubicBezTo>
                  <a:cubicBezTo>
                    <a:pt x="1500" y="952"/>
                    <a:pt x="1500" y="949"/>
                    <a:pt x="1502" y="949"/>
                  </a:cubicBezTo>
                  <a:cubicBezTo>
                    <a:pt x="1504" y="950"/>
                    <a:pt x="1504" y="952"/>
                    <a:pt x="1505" y="954"/>
                  </a:cubicBezTo>
                  <a:cubicBezTo>
                    <a:pt x="1505" y="955"/>
                    <a:pt x="1504" y="957"/>
                    <a:pt x="1503" y="958"/>
                  </a:cubicBezTo>
                  <a:cubicBezTo>
                    <a:pt x="1501" y="959"/>
                    <a:pt x="1499" y="962"/>
                    <a:pt x="1500" y="963"/>
                  </a:cubicBezTo>
                  <a:cubicBezTo>
                    <a:pt x="1500" y="964"/>
                    <a:pt x="1501" y="963"/>
                    <a:pt x="1502" y="962"/>
                  </a:cubicBezTo>
                  <a:cubicBezTo>
                    <a:pt x="1504" y="960"/>
                    <a:pt x="1507" y="959"/>
                    <a:pt x="1507" y="957"/>
                  </a:cubicBezTo>
                  <a:cubicBezTo>
                    <a:pt x="1507" y="955"/>
                    <a:pt x="1508" y="953"/>
                    <a:pt x="1509" y="954"/>
                  </a:cubicBezTo>
                  <a:cubicBezTo>
                    <a:pt x="1510" y="955"/>
                    <a:pt x="1509" y="957"/>
                    <a:pt x="1509" y="959"/>
                  </a:cubicBezTo>
                  <a:cubicBezTo>
                    <a:pt x="1509" y="961"/>
                    <a:pt x="1509" y="963"/>
                    <a:pt x="1508" y="965"/>
                  </a:cubicBezTo>
                  <a:cubicBezTo>
                    <a:pt x="1508" y="967"/>
                    <a:pt x="1509" y="969"/>
                    <a:pt x="1509" y="967"/>
                  </a:cubicBezTo>
                  <a:cubicBezTo>
                    <a:pt x="1510" y="966"/>
                    <a:pt x="1511" y="962"/>
                    <a:pt x="1512" y="961"/>
                  </a:cubicBezTo>
                  <a:cubicBezTo>
                    <a:pt x="1513" y="959"/>
                    <a:pt x="1515" y="957"/>
                    <a:pt x="1517" y="956"/>
                  </a:cubicBezTo>
                  <a:cubicBezTo>
                    <a:pt x="1518" y="956"/>
                    <a:pt x="1521" y="954"/>
                    <a:pt x="1523" y="954"/>
                  </a:cubicBezTo>
                  <a:cubicBezTo>
                    <a:pt x="1524" y="954"/>
                    <a:pt x="1528" y="952"/>
                    <a:pt x="1529" y="952"/>
                  </a:cubicBezTo>
                  <a:cubicBezTo>
                    <a:pt x="1531" y="952"/>
                    <a:pt x="1533" y="950"/>
                    <a:pt x="1533" y="949"/>
                  </a:cubicBezTo>
                  <a:cubicBezTo>
                    <a:pt x="1533" y="947"/>
                    <a:pt x="1533" y="946"/>
                    <a:pt x="1535" y="944"/>
                  </a:cubicBezTo>
                  <a:cubicBezTo>
                    <a:pt x="1536" y="942"/>
                    <a:pt x="1536" y="941"/>
                    <a:pt x="1538" y="941"/>
                  </a:cubicBezTo>
                  <a:cubicBezTo>
                    <a:pt x="1539" y="942"/>
                    <a:pt x="1541" y="944"/>
                    <a:pt x="1541" y="945"/>
                  </a:cubicBezTo>
                  <a:cubicBezTo>
                    <a:pt x="1542" y="946"/>
                    <a:pt x="1543" y="945"/>
                    <a:pt x="1543" y="946"/>
                  </a:cubicBezTo>
                  <a:cubicBezTo>
                    <a:pt x="1544" y="947"/>
                    <a:pt x="1544" y="948"/>
                    <a:pt x="1544" y="949"/>
                  </a:cubicBezTo>
                  <a:cubicBezTo>
                    <a:pt x="1544" y="950"/>
                    <a:pt x="1543" y="951"/>
                    <a:pt x="1543" y="953"/>
                  </a:cubicBezTo>
                  <a:cubicBezTo>
                    <a:pt x="1543" y="954"/>
                    <a:pt x="1542" y="955"/>
                    <a:pt x="1543" y="956"/>
                  </a:cubicBezTo>
                  <a:cubicBezTo>
                    <a:pt x="1544" y="956"/>
                    <a:pt x="1545" y="955"/>
                    <a:pt x="1545" y="953"/>
                  </a:cubicBezTo>
                  <a:cubicBezTo>
                    <a:pt x="1546" y="952"/>
                    <a:pt x="1547" y="950"/>
                    <a:pt x="1547" y="949"/>
                  </a:cubicBezTo>
                  <a:cubicBezTo>
                    <a:pt x="1548" y="948"/>
                    <a:pt x="1549" y="949"/>
                    <a:pt x="1548" y="947"/>
                  </a:cubicBezTo>
                  <a:cubicBezTo>
                    <a:pt x="1548" y="946"/>
                    <a:pt x="1546" y="945"/>
                    <a:pt x="1546" y="944"/>
                  </a:cubicBezTo>
                  <a:cubicBezTo>
                    <a:pt x="1546" y="943"/>
                    <a:pt x="1547" y="942"/>
                    <a:pt x="1548" y="941"/>
                  </a:cubicBezTo>
                  <a:cubicBezTo>
                    <a:pt x="1549" y="941"/>
                    <a:pt x="1549" y="941"/>
                    <a:pt x="1549" y="940"/>
                  </a:cubicBezTo>
                  <a:cubicBezTo>
                    <a:pt x="1549" y="939"/>
                    <a:pt x="1548" y="938"/>
                    <a:pt x="1548" y="938"/>
                  </a:cubicBezTo>
                  <a:cubicBezTo>
                    <a:pt x="1548" y="937"/>
                    <a:pt x="1548" y="936"/>
                    <a:pt x="1549" y="937"/>
                  </a:cubicBezTo>
                  <a:cubicBezTo>
                    <a:pt x="1550" y="937"/>
                    <a:pt x="1551" y="937"/>
                    <a:pt x="1552" y="937"/>
                  </a:cubicBezTo>
                  <a:cubicBezTo>
                    <a:pt x="1552" y="936"/>
                    <a:pt x="1552" y="935"/>
                    <a:pt x="1553" y="935"/>
                  </a:cubicBezTo>
                  <a:cubicBezTo>
                    <a:pt x="1553" y="935"/>
                    <a:pt x="1554" y="935"/>
                    <a:pt x="1554" y="935"/>
                  </a:cubicBezTo>
                  <a:cubicBezTo>
                    <a:pt x="1555" y="935"/>
                    <a:pt x="1556" y="935"/>
                    <a:pt x="1556" y="934"/>
                  </a:cubicBezTo>
                  <a:cubicBezTo>
                    <a:pt x="1557" y="934"/>
                    <a:pt x="1558" y="935"/>
                    <a:pt x="1558" y="934"/>
                  </a:cubicBezTo>
                  <a:cubicBezTo>
                    <a:pt x="1558" y="933"/>
                    <a:pt x="1557" y="933"/>
                    <a:pt x="1556" y="933"/>
                  </a:cubicBezTo>
                  <a:cubicBezTo>
                    <a:pt x="1555" y="933"/>
                    <a:pt x="1553" y="932"/>
                    <a:pt x="1553" y="931"/>
                  </a:cubicBezTo>
                  <a:cubicBezTo>
                    <a:pt x="1552" y="931"/>
                    <a:pt x="1552" y="930"/>
                    <a:pt x="1553" y="930"/>
                  </a:cubicBezTo>
                  <a:cubicBezTo>
                    <a:pt x="1554" y="929"/>
                    <a:pt x="1555" y="929"/>
                    <a:pt x="1556" y="929"/>
                  </a:cubicBezTo>
                  <a:cubicBezTo>
                    <a:pt x="1557" y="928"/>
                    <a:pt x="1558" y="927"/>
                    <a:pt x="1558" y="927"/>
                  </a:cubicBezTo>
                  <a:cubicBezTo>
                    <a:pt x="1558" y="926"/>
                    <a:pt x="1558" y="924"/>
                    <a:pt x="1558" y="924"/>
                  </a:cubicBezTo>
                  <a:cubicBezTo>
                    <a:pt x="1558" y="924"/>
                    <a:pt x="1561" y="923"/>
                    <a:pt x="1562" y="923"/>
                  </a:cubicBezTo>
                  <a:cubicBezTo>
                    <a:pt x="1563" y="924"/>
                    <a:pt x="1565" y="924"/>
                    <a:pt x="1565" y="924"/>
                  </a:cubicBezTo>
                  <a:cubicBezTo>
                    <a:pt x="1566" y="923"/>
                    <a:pt x="1561" y="921"/>
                    <a:pt x="1561" y="921"/>
                  </a:cubicBezTo>
                  <a:cubicBezTo>
                    <a:pt x="1560" y="920"/>
                    <a:pt x="1558" y="919"/>
                    <a:pt x="1558" y="918"/>
                  </a:cubicBezTo>
                  <a:cubicBezTo>
                    <a:pt x="1558" y="918"/>
                    <a:pt x="1556" y="916"/>
                    <a:pt x="1556" y="914"/>
                  </a:cubicBezTo>
                  <a:cubicBezTo>
                    <a:pt x="1556" y="913"/>
                    <a:pt x="1556" y="912"/>
                    <a:pt x="1556" y="911"/>
                  </a:cubicBezTo>
                  <a:cubicBezTo>
                    <a:pt x="1557" y="910"/>
                    <a:pt x="1557" y="909"/>
                    <a:pt x="1559" y="910"/>
                  </a:cubicBezTo>
                  <a:cubicBezTo>
                    <a:pt x="1561" y="910"/>
                    <a:pt x="1562" y="911"/>
                    <a:pt x="1563" y="911"/>
                  </a:cubicBezTo>
                  <a:cubicBezTo>
                    <a:pt x="1565" y="912"/>
                    <a:pt x="1566" y="911"/>
                    <a:pt x="1565" y="911"/>
                  </a:cubicBezTo>
                  <a:cubicBezTo>
                    <a:pt x="1565" y="910"/>
                    <a:pt x="1563" y="909"/>
                    <a:pt x="1563" y="909"/>
                  </a:cubicBezTo>
                  <a:cubicBezTo>
                    <a:pt x="1563" y="908"/>
                    <a:pt x="1562" y="908"/>
                    <a:pt x="1563" y="907"/>
                  </a:cubicBezTo>
                  <a:cubicBezTo>
                    <a:pt x="1564" y="906"/>
                    <a:pt x="1564" y="906"/>
                    <a:pt x="1565" y="906"/>
                  </a:cubicBezTo>
                  <a:cubicBezTo>
                    <a:pt x="1566" y="906"/>
                    <a:pt x="1567" y="906"/>
                    <a:pt x="1568" y="906"/>
                  </a:cubicBezTo>
                  <a:cubicBezTo>
                    <a:pt x="1568" y="906"/>
                    <a:pt x="1568" y="906"/>
                    <a:pt x="1569" y="905"/>
                  </a:cubicBezTo>
                  <a:cubicBezTo>
                    <a:pt x="1569" y="905"/>
                    <a:pt x="1568" y="904"/>
                    <a:pt x="1568" y="904"/>
                  </a:cubicBezTo>
                  <a:cubicBezTo>
                    <a:pt x="1567" y="903"/>
                    <a:pt x="1567" y="903"/>
                    <a:pt x="1567" y="902"/>
                  </a:cubicBezTo>
                  <a:cubicBezTo>
                    <a:pt x="1567" y="902"/>
                    <a:pt x="1566" y="901"/>
                    <a:pt x="1567" y="900"/>
                  </a:cubicBezTo>
                  <a:cubicBezTo>
                    <a:pt x="1568" y="899"/>
                    <a:pt x="1568" y="899"/>
                    <a:pt x="1568" y="898"/>
                  </a:cubicBezTo>
                  <a:cubicBezTo>
                    <a:pt x="1568" y="898"/>
                    <a:pt x="1569" y="896"/>
                    <a:pt x="1569" y="896"/>
                  </a:cubicBezTo>
                  <a:cubicBezTo>
                    <a:pt x="1570" y="896"/>
                    <a:pt x="1570" y="895"/>
                    <a:pt x="1571" y="896"/>
                  </a:cubicBezTo>
                  <a:cubicBezTo>
                    <a:pt x="1571" y="897"/>
                    <a:pt x="1571" y="898"/>
                    <a:pt x="1571" y="899"/>
                  </a:cubicBezTo>
                  <a:cubicBezTo>
                    <a:pt x="1571" y="899"/>
                    <a:pt x="1570" y="901"/>
                    <a:pt x="1571" y="901"/>
                  </a:cubicBezTo>
                  <a:cubicBezTo>
                    <a:pt x="1571" y="902"/>
                    <a:pt x="1571" y="902"/>
                    <a:pt x="1571" y="903"/>
                  </a:cubicBezTo>
                  <a:cubicBezTo>
                    <a:pt x="1571" y="904"/>
                    <a:pt x="1572" y="904"/>
                    <a:pt x="1572" y="905"/>
                  </a:cubicBezTo>
                  <a:cubicBezTo>
                    <a:pt x="1573" y="905"/>
                    <a:pt x="1574" y="906"/>
                    <a:pt x="1574" y="907"/>
                  </a:cubicBezTo>
                  <a:cubicBezTo>
                    <a:pt x="1574" y="908"/>
                    <a:pt x="1574" y="909"/>
                    <a:pt x="1575" y="908"/>
                  </a:cubicBezTo>
                  <a:cubicBezTo>
                    <a:pt x="1576" y="908"/>
                    <a:pt x="1577" y="909"/>
                    <a:pt x="1577" y="908"/>
                  </a:cubicBezTo>
                  <a:cubicBezTo>
                    <a:pt x="1578" y="907"/>
                    <a:pt x="1578" y="906"/>
                    <a:pt x="1578" y="906"/>
                  </a:cubicBezTo>
                  <a:cubicBezTo>
                    <a:pt x="1579" y="905"/>
                    <a:pt x="1580" y="904"/>
                    <a:pt x="1580" y="905"/>
                  </a:cubicBezTo>
                  <a:cubicBezTo>
                    <a:pt x="1580" y="906"/>
                    <a:pt x="1581" y="907"/>
                    <a:pt x="1580" y="907"/>
                  </a:cubicBezTo>
                  <a:cubicBezTo>
                    <a:pt x="1580" y="908"/>
                    <a:pt x="1580" y="908"/>
                    <a:pt x="1580" y="909"/>
                  </a:cubicBezTo>
                  <a:cubicBezTo>
                    <a:pt x="1581" y="910"/>
                    <a:pt x="1581" y="910"/>
                    <a:pt x="1581" y="911"/>
                  </a:cubicBezTo>
                  <a:cubicBezTo>
                    <a:pt x="1581" y="912"/>
                    <a:pt x="1581" y="913"/>
                    <a:pt x="1581" y="913"/>
                  </a:cubicBezTo>
                  <a:cubicBezTo>
                    <a:pt x="1582" y="914"/>
                    <a:pt x="1583" y="913"/>
                    <a:pt x="1583" y="914"/>
                  </a:cubicBezTo>
                  <a:cubicBezTo>
                    <a:pt x="1583" y="915"/>
                    <a:pt x="1583" y="916"/>
                    <a:pt x="1583" y="917"/>
                  </a:cubicBezTo>
                  <a:cubicBezTo>
                    <a:pt x="1583" y="918"/>
                    <a:pt x="1582" y="919"/>
                    <a:pt x="1583" y="919"/>
                  </a:cubicBezTo>
                  <a:cubicBezTo>
                    <a:pt x="1584" y="919"/>
                    <a:pt x="1585" y="919"/>
                    <a:pt x="1586" y="919"/>
                  </a:cubicBezTo>
                  <a:cubicBezTo>
                    <a:pt x="1587" y="919"/>
                    <a:pt x="1589" y="919"/>
                    <a:pt x="1590" y="920"/>
                  </a:cubicBezTo>
                  <a:cubicBezTo>
                    <a:pt x="1590" y="920"/>
                    <a:pt x="1590" y="921"/>
                    <a:pt x="1590" y="922"/>
                  </a:cubicBezTo>
                  <a:cubicBezTo>
                    <a:pt x="1590" y="922"/>
                    <a:pt x="1587" y="922"/>
                    <a:pt x="1587" y="923"/>
                  </a:cubicBezTo>
                  <a:cubicBezTo>
                    <a:pt x="1586" y="923"/>
                    <a:pt x="1586" y="924"/>
                    <a:pt x="1587" y="924"/>
                  </a:cubicBezTo>
                  <a:cubicBezTo>
                    <a:pt x="1587" y="925"/>
                    <a:pt x="1588" y="924"/>
                    <a:pt x="1589" y="925"/>
                  </a:cubicBezTo>
                  <a:cubicBezTo>
                    <a:pt x="1589" y="925"/>
                    <a:pt x="1590" y="926"/>
                    <a:pt x="1590" y="926"/>
                  </a:cubicBezTo>
                  <a:cubicBezTo>
                    <a:pt x="1590" y="927"/>
                    <a:pt x="1590" y="927"/>
                    <a:pt x="1592" y="928"/>
                  </a:cubicBezTo>
                  <a:cubicBezTo>
                    <a:pt x="1593" y="928"/>
                    <a:pt x="1593" y="927"/>
                    <a:pt x="1594" y="928"/>
                  </a:cubicBezTo>
                  <a:cubicBezTo>
                    <a:pt x="1595" y="929"/>
                    <a:pt x="1593" y="928"/>
                    <a:pt x="1595" y="930"/>
                  </a:cubicBezTo>
                  <a:cubicBezTo>
                    <a:pt x="1597" y="931"/>
                    <a:pt x="1596" y="932"/>
                    <a:pt x="1595" y="932"/>
                  </a:cubicBezTo>
                  <a:cubicBezTo>
                    <a:pt x="1595" y="932"/>
                    <a:pt x="1593" y="932"/>
                    <a:pt x="1592" y="932"/>
                  </a:cubicBezTo>
                  <a:cubicBezTo>
                    <a:pt x="1591" y="932"/>
                    <a:pt x="1589" y="932"/>
                    <a:pt x="1588" y="932"/>
                  </a:cubicBezTo>
                  <a:cubicBezTo>
                    <a:pt x="1586" y="933"/>
                    <a:pt x="1586" y="933"/>
                    <a:pt x="1586" y="934"/>
                  </a:cubicBezTo>
                  <a:cubicBezTo>
                    <a:pt x="1586" y="935"/>
                    <a:pt x="1585" y="937"/>
                    <a:pt x="1587" y="937"/>
                  </a:cubicBezTo>
                  <a:cubicBezTo>
                    <a:pt x="1589" y="937"/>
                    <a:pt x="1589" y="935"/>
                    <a:pt x="1590" y="935"/>
                  </a:cubicBezTo>
                  <a:cubicBezTo>
                    <a:pt x="1590" y="934"/>
                    <a:pt x="1591" y="934"/>
                    <a:pt x="1593" y="934"/>
                  </a:cubicBezTo>
                  <a:cubicBezTo>
                    <a:pt x="1595" y="934"/>
                    <a:pt x="1596" y="935"/>
                    <a:pt x="1597" y="934"/>
                  </a:cubicBezTo>
                  <a:cubicBezTo>
                    <a:pt x="1599" y="933"/>
                    <a:pt x="1599" y="932"/>
                    <a:pt x="1601" y="933"/>
                  </a:cubicBezTo>
                  <a:cubicBezTo>
                    <a:pt x="1603" y="934"/>
                    <a:pt x="1603" y="934"/>
                    <a:pt x="1602" y="935"/>
                  </a:cubicBezTo>
                  <a:cubicBezTo>
                    <a:pt x="1601" y="935"/>
                    <a:pt x="1601" y="935"/>
                    <a:pt x="1601" y="937"/>
                  </a:cubicBezTo>
                  <a:cubicBezTo>
                    <a:pt x="1600" y="938"/>
                    <a:pt x="1600" y="939"/>
                    <a:pt x="1600" y="940"/>
                  </a:cubicBezTo>
                  <a:cubicBezTo>
                    <a:pt x="1601" y="941"/>
                    <a:pt x="1602" y="941"/>
                    <a:pt x="1604" y="941"/>
                  </a:cubicBezTo>
                  <a:cubicBezTo>
                    <a:pt x="1605" y="940"/>
                    <a:pt x="1606" y="940"/>
                    <a:pt x="1607" y="940"/>
                  </a:cubicBezTo>
                  <a:cubicBezTo>
                    <a:pt x="1608" y="941"/>
                    <a:pt x="1607" y="942"/>
                    <a:pt x="1607" y="943"/>
                  </a:cubicBezTo>
                  <a:cubicBezTo>
                    <a:pt x="1606" y="944"/>
                    <a:pt x="1606" y="944"/>
                    <a:pt x="1607" y="945"/>
                  </a:cubicBezTo>
                  <a:cubicBezTo>
                    <a:pt x="1608" y="946"/>
                    <a:pt x="1608" y="947"/>
                    <a:pt x="1608" y="947"/>
                  </a:cubicBezTo>
                  <a:cubicBezTo>
                    <a:pt x="1607" y="948"/>
                    <a:pt x="1606" y="948"/>
                    <a:pt x="1605" y="949"/>
                  </a:cubicBezTo>
                  <a:cubicBezTo>
                    <a:pt x="1604" y="949"/>
                    <a:pt x="1603" y="949"/>
                    <a:pt x="1601" y="949"/>
                  </a:cubicBezTo>
                  <a:cubicBezTo>
                    <a:pt x="1599" y="949"/>
                    <a:pt x="1597" y="949"/>
                    <a:pt x="1596" y="950"/>
                  </a:cubicBezTo>
                  <a:cubicBezTo>
                    <a:pt x="1596" y="950"/>
                    <a:pt x="1596" y="951"/>
                    <a:pt x="1597" y="952"/>
                  </a:cubicBezTo>
                  <a:cubicBezTo>
                    <a:pt x="1597" y="952"/>
                    <a:pt x="1597" y="953"/>
                    <a:pt x="1596" y="953"/>
                  </a:cubicBezTo>
                  <a:cubicBezTo>
                    <a:pt x="1595" y="954"/>
                    <a:pt x="1594" y="955"/>
                    <a:pt x="1594" y="955"/>
                  </a:cubicBezTo>
                  <a:cubicBezTo>
                    <a:pt x="1594" y="956"/>
                    <a:pt x="1595" y="956"/>
                    <a:pt x="1596" y="956"/>
                  </a:cubicBezTo>
                  <a:cubicBezTo>
                    <a:pt x="1597" y="956"/>
                    <a:pt x="1599" y="954"/>
                    <a:pt x="1600" y="953"/>
                  </a:cubicBezTo>
                  <a:cubicBezTo>
                    <a:pt x="1601" y="952"/>
                    <a:pt x="1602" y="951"/>
                    <a:pt x="1603" y="952"/>
                  </a:cubicBezTo>
                  <a:cubicBezTo>
                    <a:pt x="1603" y="953"/>
                    <a:pt x="1602" y="954"/>
                    <a:pt x="1603" y="954"/>
                  </a:cubicBezTo>
                  <a:cubicBezTo>
                    <a:pt x="1605" y="954"/>
                    <a:pt x="1606" y="953"/>
                    <a:pt x="1607" y="953"/>
                  </a:cubicBezTo>
                  <a:cubicBezTo>
                    <a:pt x="1607" y="952"/>
                    <a:pt x="1607" y="952"/>
                    <a:pt x="1609" y="951"/>
                  </a:cubicBezTo>
                  <a:cubicBezTo>
                    <a:pt x="1611" y="951"/>
                    <a:pt x="1611" y="951"/>
                    <a:pt x="1612" y="951"/>
                  </a:cubicBezTo>
                  <a:cubicBezTo>
                    <a:pt x="1614" y="951"/>
                    <a:pt x="1616" y="951"/>
                    <a:pt x="1616" y="952"/>
                  </a:cubicBezTo>
                  <a:cubicBezTo>
                    <a:pt x="1616" y="953"/>
                    <a:pt x="1616" y="954"/>
                    <a:pt x="1614" y="955"/>
                  </a:cubicBezTo>
                  <a:cubicBezTo>
                    <a:pt x="1613" y="956"/>
                    <a:pt x="1610" y="956"/>
                    <a:pt x="1609" y="957"/>
                  </a:cubicBezTo>
                  <a:cubicBezTo>
                    <a:pt x="1608" y="958"/>
                    <a:pt x="1608" y="958"/>
                    <a:pt x="1607" y="959"/>
                  </a:cubicBezTo>
                  <a:cubicBezTo>
                    <a:pt x="1606" y="960"/>
                    <a:pt x="1605" y="961"/>
                    <a:pt x="1603" y="961"/>
                  </a:cubicBezTo>
                  <a:cubicBezTo>
                    <a:pt x="1602" y="961"/>
                    <a:pt x="1600" y="962"/>
                    <a:pt x="1600" y="963"/>
                  </a:cubicBezTo>
                  <a:cubicBezTo>
                    <a:pt x="1599" y="964"/>
                    <a:pt x="1599" y="965"/>
                    <a:pt x="1600" y="965"/>
                  </a:cubicBezTo>
                  <a:cubicBezTo>
                    <a:pt x="1601" y="966"/>
                    <a:pt x="1602" y="967"/>
                    <a:pt x="1603" y="966"/>
                  </a:cubicBezTo>
                  <a:cubicBezTo>
                    <a:pt x="1603" y="965"/>
                    <a:pt x="1604" y="964"/>
                    <a:pt x="1605" y="963"/>
                  </a:cubicBezTo>
                  <a:cubicBezTo>
                    <a:pt x="1606" y="963"/>
                    <a:pt x="1607" y="962"/>
                    <a:pt x="1608" y="962"/>
                  </a:cubicBezTo>
                  <a:cubicBezTo>
                    <a:pt x="1608" y="962"/>
                    <a:pt x="1609" y="961"/>
                    <a:pt x="1610" y="960"/>
                  </a:cubicBezTo>
                  <a:cubicBezTo>
                    <a:pt x="1611" y="960"/>
                    <a:pt x="1614" y="960"/>
                    <a:pt x="1614" y="961"/>
                  </a:cubicBezTo>
                  <a:cubicBezTo>
                    <a:pt x="1615" y="961"/>
                    <a:pt x="1616" y="961"/>
                    <a:pt x="1617" y="962"/>
                  </a:cubicBezTo>
                  <a:cubicBezTo>
                    <a:pt x="1617" y="963"/>
                    <a:pt x="1617" y="964"/>
                    <a:pt x="1616" y="964"/>
                  </a:cubicBezTo>
                  <a:cubicBezTo>
                    <a:pt x="1616" y="964"/>
                    <a:pt x="1614" y="965"/>
                    <a:pt x="1614" y="965"/>
                  </a:cubicBezTo>
                  <a:cubicBezTo>
                    <a:pt x="1613" y="966"/>
                    <a:pt x="1613" y="967"/>
                    <a:pt x="1613" y="967"/>
                  </a:cubicBezTo>
                  <a:cubicBezTo>
                    <a:pt x="1614" y="967"/>
                    <a:pt x="1614" y="967"/>
                    <a:pt x="1615" y="967"/>
                  </a:cubicBezTo>
                  <a:cubicBezTo>
                    <a:pt x="1616" y="967"/>
                    <a:pt x="1617" y="967"/>
                    <a:pt x="1618" y="968"/>
                  </a:cubicBezTo>
                  <a:cubicBezTo>
                    <a:pt x="1618" y="969"/>
                    <a:pt x="1618" y="969"/>
                    <a:pt x="1619" y="969"/>
                  </a:cubicBezTo>
                  <a:cubicBezTo>
                    <a:pt x="1620" y="969"/>
                    <a:pt x="1622" y="969"/>
                    <a:pt x="1623" y="970"/>
                  </a:cubicBezTo>
                  <a:cubicBezTo>
                    <a:pt x="1623" y="970"/>
                    <a:pt x="1624" y="972"/>
                    <a:pt x="1624" y="972"/>
                  </a:cubicBezTo>
                  <a:cubicBezTo>
                    <a:pt x="1625" y="972"/>
                    <a:pt x="1626" y="973"/>
                    <a:pt x="1626" y="974"/>
                  </a:cubicBezTo>
                  <a:cubicBezTo>
                    <a:pt x="1627" y="974"/>
                    <a:pt x="1627" y="975"/>
                    <a:pt x="1627" y="975"/>
                  </a:cubicBezTo>
                  <a:cubicBezTo>
                    <a:pt x="1627" y="976"/>
                    <a:pt x="1627" y="977"/>
                    <a:pt x="1625" y="977"/>
                  </a:cubicBezTo>
                  <a:cubicBezTo>
                    <a:pt x="1623" y="978"/>
                    <a:pt x="1622" y="978"/>
                    <a:pt x="1621" y="979"/>
                  </a:cubicBezTo>
                  <a:cubicBezTo>
                    <a:pt x="1621" y="980"/>
                    <a:pt x="1620" y="980"/>
                    <a:pt x="1619" y="980"/>
                  </a:cubicBezTo>
                  <a:cubicBezTo>
                    <a:pt x="1618" y="979"/>
                    <a:pt x="1618" y="978"/>
                    <a:pt x="1616" y="979"/>
                  </a:cubicBezTo>
                  <a:cubicBezTo>
                    <a:pt x="1615" y="979"/>
                    <a:pt x="1615" y="980"/>
                    <a:pt x="1615" y="980"/>
                  </a:cubicBezTo>
                  <a:cubicBezTo>
                    <a:pt x="1616" y="981"/>
                    <a:pt x="1617" y="981"/>
                    <a:pt x="1618" y="982"/>
                  </a:cubicBezTo>
                  <a:cubicBezTo>
                    <a:pt x="1619" y="983"/>
                    <a:pt x="1620" y="983"/>
                    <a:pt x="1621" y="982"/>
                  </a:cubicBezTo>
                  <a:cubicBezTo>
                    <a:pt x="1623" y="982"/>
                    <a:pt x="1624" y="981"/>
                    <a:pt x="1624" y="981"/>
                  </a:cubicBezTo>
                  <a:cubicBezTo>
                    <a:pt x="1625" y="981"/>
                    <a:pt x="1625" y="981"/>
                    <a:pt x="1626" y="982"/>
                  </a:cubicBezTo>
                  <a:cubicBezTo>
                    <a:pt x="1627" y="983"/>
                    <a:pt x="1628" y="982"/>
                    <a:pt x="1629" y="983"/>
                  </a:cubicBezTo>
                  <a:cubicBezTo>
                    <a:pt x="1629" y="984"/>
                    <a:pt x="1629" y="985"/>
                    <a:pt x="1629" y="985"/>
                  </a:cubicBezTo>
                  <a:cubicBezTo>
                    <a:pt x="1628" y="986"/>
                    <a:pt x="1627" y="986"/>
                    <a:pt x="1627" y="987"/>
                  </a:cubicBezTo>
                  <a:cubicBezTo>
                    <a:pt x="1627" y="988"/>
                    <a:pt x="1627" y="988"/>
                    <a:pt x="1628" y="989"/>
                  </a:cubicBezTo>
                  <a:cubicBezTo>
                    <a:pt x="1629" y="989"/>
                    <a:pt x="1630" y="990"/>
                    <a:pt x="1631" y="991"/>
                  </a:cubicBezTo>
                  <a:cubicBezTo>
                    <a:pt x="1632" y="991"/>
                    <a:pt x="1633" y="991"/>
                    <a:pt x="1634" y="991"/>
                  </a:cubicBezTo>
                  <a:cubicBezTo>
                    <a:pt x="1635" y="991"/>
                    <a:pt x="1635" y="991"/>
                    <a:pt x="1636" y="991"/>
                  </a:cubicBezTo>
                  <a:cubicBezTo>
                    <a:pt x="1637" y="992"/>
                    <a:pt x="1638" y="992"/>
                    <a:pt x="1639" y="993"/>
                  </a:cubicBezTo>
                  <a:cubicBezTo>
                    <a:pt x="1640" y="994"/>
                    <a:pt x="1639" y="995"/>
                    <a:pt x="1639" y="995"/>
                  </a:cubicBezTo>
                  <a:cubicBezTo>
                    <a:pt x="1638" y="995"/>
                    <a:pt x="1636" y="994"/>
                    <a:pt x="1636" y="995"/>
                  </a:cubicBezTo>
                  <a:cubicBezTo>
                    <a:pt x="1635" y="996"/>
                    <a:pt x="1635" y="997"/>
                    <a:pt x="1634" y="998"/>
                  </a:cubicBezTo>
                  <a:cubicBezTo>
                    <a:pt x="1633" y="998"/>
                    <a:pt x="1631" y="1000"/>
                    <a:pt x="1630" y="1001"/>
                  </a:cubicBezTo>
                  <a:cubicBezTo>
                    <a:pt x="1630" y="1002"/>
                    <a:pt x="1629" y="1002"/>
                    <a:pt x="1628" y="1002"/>
                  </a:cubicBezTo>
                  <a:cubicBezTo>
                    <a:pt x="1627" y="1002"/>
                    <a:pt x="1624" y="1003"/>
                    <a:pt x="1624" y="1002"/>
                  </a:cubicBezTo>
                  <a:cubicBezTo>
                    <a:pt x="1624" y="1001"/>
                    <a:pt x="1624" y="1001"/>
                    <a:pt x="1625" y="1001"/>
                  </a:cubicBezTo>
                  <a:cubicBezTo>
                    <a:pt x="1626" y="1001"/>
                    <a:pt x="1627" y="1000"/>
                    <a:pt x="1627" y="999"/>
                  </a:cubicBezTo>
                  <a:cubicBezTo>
                    <a:pt x="1627" y="999"/>
                    <a:pt x="1624" y="998"/>
                    <a:pt x="1622" y="998"/>
                  </a:cubicBezTo>
                  <a:cubicBezTo>
                    <a:pt x="1621" y="999"/>
                    <a:pt x="1621" y="999"/>
                    <a:pt x="1619" y="999"/>
                  </a:cubicBezTo>
                  <a:cubicBezTo>
                    <a:pt x="1617" y="998"/>
                    <a:pt x="1616" y="999"/>
                    <a:pt x="1615" y="1000"/>
                  </a:cubicBezTo>
                  <a:cubicBezTo>
                    <a:pt x="1615" y="1001"/>
                    <a:pt x="1614" y="1002"/>
                    <a:pt x="1616" y="1002"/>
                  </a:cubicBezTo>
                  <a:cubicBezTo>
                    <a:pt x="1617" y="1002"/>
                    <a:pt x="1618" y="1002"/>
                    <a:pt x="1619" y="1003"/>
                  </a:cubicBezTo>
                  <a:cubicBezTo>
                    <a:pt x="1620" y="1004"/>
                    <a:pt x="1621" y="1003"/>
                    <a:pt x="1621" y="1005"/>
                  </a:cubicBezTo>
                  <a:cubicBezTo>
                    <a:pt x="1622" y="1006"/>
                    <a:pt x="1622" y="1007"/>
                    <a:pt x="1623" y="1007"/>
                  </a:cubicBezTo>
                  <a:cubicBezTo>
                    <a:pt x="1624" y="1008"/>
                    <a:pt x="1625" y="1008"/>
                    <a:pt x="1626" y="1008"/>
                  </a:cubicBezTo>
                  <a:cubicBezTo>
                    <a:pt x="1627" y="1008"/>
                    <a:pt x="1629" y="1007"/>
                    <a:pt x="1629" y="1008"/>
                  </a:cubicBezTo>
                  <a:cubicBezTo>
                    <a:pt x="1629" y="1009"/>
                    <a:pt x="1629" y="1009"/>
                    <a:pt x="1628" y="1009"/>
                  </a:cubicBezTo>
                  <a:cubicBezTo>
                    <a:pt x="1627" y="1010"/>
                    <a:pt x="1626" y="1010"/>
                    <a:pt x="1626" y="1010"/>
                  </a:cubicBezTo>
                  <a:cubicBezTo>
                    <a:pt x="1626" y="1011"/>
                    <a:pt x="1626" y="1011"/>
                    <a:pt x="1627" y="1012"/>
                  </a:cubicBezTo>
                  <a:cubicBezTo>
                    <a:pt x="1628" y="1012"/>
                    <a:pt x="1628" y="1012"/>
                    <a:pt x="1629" y="1012"/>
                  </a:cubicBezTo>
                  <a:cubicBezTo>
                    <a:pt x="1631" y="1013"/>
                    <a:pt x="1631" y="1014"/>
                    <a:pt x="1631" y="1014"/>
                  </a:cubicBezTo>
                  <a:cubicBezTo>
                    <a:pt x="1631" y="1015"/>
                    <a:pt x="1630" y="1015"/>
                    <a:pt x="1629" y="1015"/>
                  </a:cubicBezTo>
                  <a:cubicBezTo>
                    <a:pt x="1628" y="1015"/>
                    <a:pt x="1627" y="1014"/>
                    <a:pt x="1627" y="1016"/>
                  </a:cubicBezTo>
                  <a:cubicBezTo>
                    <a:pt x="1627" y="1017"/>
                    <a:pt x="1627" y="1018"/>
                    <a:pt x="1628" y="1018"/>
                  </a:cubicBezTo>
                  <a:cubicBezTo>
                    <a:pt x="1628" y="1018"/>
                    <a:pt x="1630" y="1018"/>
                    <a:pt x="1631" y="1018"/>
                  </a:cubicBezTo>
                  <a:cubicBezTo>
                    <a:pt x="1632" y="1018"/>
                    <a:pt x="1634" y="1018"/>
                    <a:pt x="1635" y="1018"/>
                  </a:cubicBezTo>
                  <a:cubicBezTo>
                    <a:pt x="1637" y="1018"/>
                    <a:pt x="1638" y="1018"/>
                    <a:pt x="1638" y="1019"/>
                  </a:cubicBezTo>
                  <a:cubicBezTo>
                    <a:pt x="1638" y="1020"/>
                    <a:pt x="1639" y="1020"/>
                    <a:pt x="1638" y="1021"/>
                  </a:cubicBezTo>
                  <a:cubicBezTo>
                    <a:pt x="1638" y="1023"/>
                    <a:pt x="1637" y="1023"/>
                    <a:pt x="1637" y="1024"/>
                  </a:cubicBezTo>
                  <a:cubicBezTo>
                    <a:pt x="1638" y="1024"/>
                    <a:pt x="1638" y="1025"/>
                    <a:pt x="1640" y="1025"/>
                  </a:cubicBezTo>
                  <a:cubicBezTo>
                    <a:pt x="1641" y="1025"/>
                    <a:pt x="1642" y="1025"/>
                    <a:pt x="1643" y="1026"/>
                  </a:cubicBezTo>
                  <a:cubicBezTo>
                    <a:pt x="1643" y="1027"/>
                    <a:pt x="1643" y="1028"/>
                    <a:pt x="1644" y="1028"/>
                  </a:cubicBezTo>
                  <a:cubicBezTo>
                    <a:pt x="1645" y="1029"/>
                    <a:pt x="1645" y="1029"/>
                    <a:pt x="1646" y="1029"/>
                  </a:cubicBezTo>
                  <a:cubicBezTo>
                    <a:pt x="1647" y="1029"/>
                    <a:pt x="1648" y="1029"/>
                    <a:pt x="1648" y="1030"/>
                  </a:cubicBezTo>
                  <a:cubicBezTo>
                    <a:pt x="1649" y="1031"/>
                    <a:pt x="1648" y="1031"/>
                    <a:pt x="1649" y="1032"/>
                  </a:cubicBezTo>
                  <a:cubicBezTo>
                    <a:pt x="1650" y="1032"/>
                    <a:pt x="1651" y="1032"/>
                    <a:pt x="1652" y="1032"/>
                  </a:cubicBezTo>
                  <a:cubicBezTo>
                    <a:pt x="1652" y="1031"/>
                    <a:pt x="1653" y="1030"/>
                    <a:pt x="1654" y="1031"/>
                  </a:cubicBezTo>
                  <a:cubicBezTo>
                    <a:pt x="1654" y="1032"/>
                    <a:pt x="1654" y="1033"/>
                    <a:pt x="1654" y="1033"/>
                  </a:cubicBezTo>
                  <a:cubicBezTo>
                    <a:pt x="1654" y="1034"/>
                    <a:pt x="1653" y="1035"/>
                    <a:pt x="1654" y="1036"/>
                  </a:cubicBezTo>
                  <a:cubicBezTo>
                    <a:pt x="1655" y="1036"/>
                    <a:pt x="1655" y="1036"/>
                    <a:pt x="1656" y="1036"/>
                  </a:cubicBezTo>
                  <a:cubicBezTo>
                    <a:pt x="1656" y="1036"/>
                    <a:pt x="1657" y="1035"/>
                    <a:pt x="1657" y="1035"/>
                  </a:cubicBezTo>
                  <a:cubicBezTo>
                    <a:pt x="1658" y="1035"/>
                    <a:pt x="1659" y="1035"/>
                    <a:pt x="1659" y="1036"/>
                  </a:cubicBezTo>
                  <a:cubicBezTo>
                    <a:pt x="1659" y="1036"/>
                    <a:pt x="1659" y="1038"/>
                    <a:pt x="1659" y="1038"/>
                  </a:cubicBezTo>
                  <a:cubicBezTo>
                    <a:pt x="1659" y="1039"/>
                    <a:pt x="1659" y="1040"/>
                    <a:pt x="1659" y="1041"/>
                  </a:cubicBezTo>
                  <a:cubicBezTo>
                    <a:pt x="1659" y="1042"/>
                    <a:pt x="1659" y="1043"/>
                    <a:pt x="1658" y="1044"/>
                  </a:cubicBezTo>
                  <a:cubicBezTo>
                    <a:pt x="1657" y="1045"/>
                    <a:pt x="1656" y="1046"/>
                    <a:pt x="1656" y="1047"/>
                  </a:cubicBezTo>
                  <a:cubicBezTo>
                    <a:pt x="1655" y="1048"/>
                    <a:pt x="1655" y="1048"/>
                    <a:pt x="1655" y="1049"/>
                  </a:cubicBezTo>
                  <a:cubicBezTo>
                    <a:pt x="1655" y="1050"/>
                    <a:pt x="1654" y="1051"/>
                    <a:pt x="1654" y="1052"/>
                  </a:cubicBezTo>
                  <a:cubicBezTo>
                    <a:pt x="1653" y="1052"/>
                    <a:pt x="1653" y="1054"/>
                    <a:pt x="1654" y="1053"/>
                  </a:cubicBezTo>
                  <a:cubicBezTo>
                    <a:pt x="1655" y="1053"/>
                    <a:pt x="1657" y="1054"/>
                    <a:pt x="1657" y="1052"/>
                  </a:cubicBezTo>
                  <a:cubicBezTo>
                    <a:pt x="1657" y="1050"/>
                    <a:pt x="1658" y="1049"/>
                    <a:pt x="1658" y="1049"/>
                  </a:cubicBezTo>
                  <a:cubicBezTo>
                    <a:pt x="1659" y="1049"/>
                    <a:pt x="1660" y="1049"/>
                    <a:pt x="1661" y="1048"/>
                  </a:cubicBezTo>
                  <a:cubicBezTo>
                    <a:pt x="1661" y="1047"/>
                    <a:pt x="1662" y="1047"/>
                    <a:pt x="1663" y="1047"/>
                  </a:cubicBezTo>
                  <a:cubicBezTo>
                    <a:pt x="1663" y="1047"/>
                    <a:pt x="1664" y="1048"/>
                    <a:pt x="1664" y="1048"/>
                  </a:cubicBezTo>
                  <a:cubicBezTo>
                    <a:pt x="1663" y="1049"/>
                    <a:pt x="1663" y="1049"/>
                    <a:pt x="1662" y="1050"/>
                  </a:cubicBezTo>
                  <a:cubicBezTo>
                    <a:pt x="1662" y="1051"/>
                    <a:pt x="1661" y="1052"/>
                    <a:pt x="1662" y="1052"/>
                  </a:cubicBezTo>
                  <a:cubicBezTo>
                    <a:pt x="1663" y="1053"/>
                    <a:pt x="1663" y="1053"/>
                    <a:pt x="1664" y="1052"/>
                  </a:cubicBezTo>
                  <a:cubicBezTo>
                    <a:pt x="1665" y="1051"/>
                    <a:pt x="1665" y="1050"/>
                    <a:pt x="1665" y="1049"/>
                  </a:cubicBezTo>
                  <a:cubicBezTo>
                    <a:pt x="1666" y="1049"/>
                    <a:pt x="1666" y="1049"/>
                    <a:pt x="1667" y="1048"/>
                  </a:cubicBezTo>
                  <a:cubicBezTo>
                    <a:pt x="1668" y="1048"/>
                    <a:pt x="1669" y="1047"/>
                    <a:pt x="1669" y="1047"/>
                  </a:cubicBezTo>
                  <a:cubicBezTo>
                    <a:pt x="1669" y="1047"/>
                    <a:pt x="1670" y="1046"/>
                    <a:pt x="1671" y="1046"/>
                  </a:cubicBezTo>
                  <a:cubicBezTo>
                    <a:pt x="1672" y="1047"/>
                    <a:pt x="1672" y="1048"/>
                    <a:pt x="1672" y="1048"/>
                  </a:cubicBezTo>
                  <a:cubicBezTo>
                    <a:pt x="1671" y="1048"/>
                    <a:pt x="1670" y="1048"/>
                    <a:pt x="1670" y="1049"/>
                  </a:cubicBezTo>
                  <a:cubicBezTo>
                    <a:pt x="1670" y="1049"/>
                    <a:pt x="1669" y="1050"/>
                    <a:pt x="1669" y="1050"/>
                  </a:cubicBezTo>
                  <a:cubicBezTo>
                    <a:pt x="1670" y="1051"/>
                    <a:pt x="1670" y="1051"/>
                    <a:pt x="1671" y="1051"/>
                  </a:cubicBezTo>
                  <a:cubicBezTo>
                    <a:pt x="1671" y="1050"/>
                    <a:pt x="1671" y="1049"/>
                    <a:pt x="1672" y="1049"/>
                  </a:cubicBezTo>
                  <a:cubicBezTo>
                    <a:pt x="1673" y="1049"/>
                    <a:pt x="1674" y="1049"/>
                    <a:pt x="1675" y="1050"/>
                  </a:cubicBezTo>
                  <a:cubicBezTo>
                    <a:pt x="1675" y="1050"/>
                    <a:pt x="1676" y="1051"/>
                    <a:pt x="1675" y="1051"/>
                  </a:cubicBezTo>
                  <a:cubicBezTo>
                    <a:pt x="1674" y="1052"/>
                    <a:pt x="1673" y="1052"/>
                    <a:pt x="1672" y="1053"/>
                  </a:cubicBezTo>
                  <a:cubicBezTo>
                    <a:pt x="1672" y="1054"/>
                    <a:pt x="1671" y="1055"/>
                    <a:pt x="1671" y="1056"/>
                  </a:cubicBezTo>
                  <a:cubicBezTo>
                    <a:pt x="1671" y="1057"/>
                    <a:pt x="1670" y="1057"/>
                    <a:pt x="1670" y="1058"/>
                  </a:cubicBezTo>
                  <a:cubicBezTo>
                    <a:pt x="1669" y="1058"/>
                    <a:pt x="1669" y="1060"/>
                    <a:pt x="1669" y="1060"/>
                  </a:cubicBezTo>
                  <a:cubicBezTo>
                    <a:pt x="1670" y="1060"/>
                    <a:pt x="1671" y="1061"/>
                    <a:pt x="1672" y="1060"/>
                  </a:cubicBezTo>
                  <a:cubicBezTo>
                    <a:pt x="1672" y="1059"/>
                    <a:pt x="1672" y="1057"/>
                    <a:pt x="1673" y="1057"/>
                  </a:cubicBezTo>
                  <a:cubicBezTo>
                    <a:pt x="1673" y="1056"/>
                    <a:pt x="1675" y="1055"/>
                    <a:pt x="1676" y="1055"/>
                  </a:cubicBezTo>
                  <a:cubicBezTo>
                    <a:pt x="1676" y="1055"/>
                    <a:pt x="1678" y="1053"/>
                    <a:pt x="1679" y="1053"/>
                  </a:cubicBezTo>
                  <a:cubicBezTo>
                    <a:pt x="1679" y="1053"/>
                    <a:pt x="1681" y="1053"/>
                    <a:pt x="1682" y="1053"/>
                  </a:cubicBezTo>
                  <a:cubicBezTo>
                    <a:pt x="1683" y="1053"/>
                    <a:pt x="1684" y="1053"/>
                    <a:pt x="1685" y="1052"/>
                  </a:cubicBezTo>
                  <a:cubicBezTo>
                    <a:pt x="1686" y="1051"/>
                    <a:pt x="1688" y="1051"/>
                    <a:pt x="1689" y="1051"/>
                  </a:cubicBezTo>
                  <a:cubicBezTo>
                    <a:pt x="1690" y="1051"/>
                    <a:pt x="1690" y="1054"/>
                    <a:pt x="1690" y="1054"/>
                  </a:cubicBezTo>
                  <a:cubicBezTo>
                    <a:pt x="1690" y="1055"/>
                    <a:pt x="1688" y="1054"/>
                    <a:pt x="1689" y="1056"/>
                  </a:cubicBezTo>
                  <a:cubicBezTo>
                    <a:pt x="1689" y="1057"/>
                    <a:pt x="1689" y="1058"/>
                    <a:pt x="1692" y="1058"/>
                  </a:cubicBezTo>
                  <a:cubicBezTo>
                    <a:pt x="1694" y="1058"/>
                    <a:pt x="1696" y="1058"/>
                    <a:pt x="1697" y="1059"/>
                  </a:cubicBezTo>
                  <a:cubicBezTo>
                    <a:pt x="1698" y="1060"/>
                    <a:pt x="1700" y="1060"/>
                    <a:pt x="1701" y="1060"/>
                  </a:cubicBezTo>
                  <a:cubicBezTo>
                    <a:pt x="1702" y="1060"/>
                    <a:pt x="1702" y="1059"/>
                    <a:pt x="1704" y="1059"/>
                  </a:cubicBezTo>
                  <a:cubicBezTo>
                    <a:pt x="1706" y="1059"/>
                    <a:pt x="1707" y="1059"/>
                    <a:pt x="1708" y="1060"/>
                  </a:cubicBezTo>
                  <a:cubicBezTo>
                    <a:pt x="1709" y="1061"/>
                    <a:pt x="1711" y="1061"/>
                    <a:pt x="1712" y="1061"/>
                  </a:cubicBezTo>
                  <a:cubicBezTo>
                    <a:pt x="1714" y="1062"/>
                    <a:pt x="1714" y="1063"/>
                    <a:pt x="1715" y="1063"/>
                  </a:cubicBezTo>
                  <a:cubicBezTo>
                    <a:pt x="1716" y="1063"/>
                    <a:pt x="1718" y="1064"/>
                    <a:pt x="1719" y="1064"/>
                  </a:cubicBezTo>
                  <a:cubicBezTo>
                    <a:pt x="1720" y="1065"/>
                    <a:pt x="1721" y="1064"/>
                    <a:pt x="1721" y="1065"/>
                  </a:cubicBezTo>
                  <a:cubicBezTo>
                    <a:pt x="1721" y="1067"/>
                    <a:pt x="1719" y="1067"/>
                    <a:pt x="1717" y="1067"/>
                  </a:cubicBezTo>
                  <a:cubicBezTo>
                    <a:pt x="1716" y="1067"/>
                    <a:pt x="1715" y="1067"/>
                    <a:pt x="1715" y="1068"/>
                  </a:cubicBezTo>
                  <a:cubicBezTo>
                    <a:pt x="1715" y="1069"/>
                    <a:pt x="1713" y="1070"/>
                    <a:pt x="1712" y="1070"/>
                  </a:cubicBezTo>
                  <a:cubicBezTo>
                    <a:pt x="1710" y="1070"/>
                    <a:pt x="1708" y="1070"/>
                    <a:pt x="1707" y="1070"/>
                  </a:cubicBezTo>
                  <a:cubicBezTo>
                    <a:pt x="1706" y="1071"/>
                    <a:pt x="1706" y="1072"/>
                    <a:pt x="1705" y="1072"/>
                  </a:cubicBezTo>
                  <a:cubicBezTo>
                    <a:pt x="1705" y="1073"/>
                    <a:pt x="1702" y="1074"/>
                    <a:pt x="1701" y="1074"/>
                  </a:cubicBezTo>
                  <a:cubicBezTo>
                    <a:pt x="1701" y="1074"/>
                    <a:pt x="1701" y="1075"/>
                    <a:pt x="1697" y="1076"/>
                  </a:cubicBezTo>
                  <a:cubicBezTo>
                    <a:pt x="1694" y="1076"/>
                    <a:pt x="1689" y="1077"/>
                    <a:pt x="1687" y="1077"/>
                  </a:cubicBezTo>
                  <a:cubicBezTo>
                    <a:pt x="1684" y="1078"/>
                    <a:pt x="1678" y="1078"/>
                    <a:pt x="1677" y="1078"/>
                  </a:cubicBezTo>
                  <a:cubicBezTo>
                    <a:pt x="1677" y="1079"/>
                    <a:pt x="1677" y="1080"/>
                    <a:pt x="1679" y="1081"/>
                  </a:cubicBezTo>
                  <a:cubicBezTo>
                    <a:pt x="1680" y="1081"/>
                    <a:pt x="1682" y="1080"/>
                    <a:pt x="1684" y="1080"/>
                  </a:cubicBezTo>
                  <a:cubicBezTo>
                    <a:pt x="1686" y="1080"/>
                    <a:pt x="1687" y="1080"/>
                    <a:pt x="1687" y="1081"/>
                  </a:cubicBezTo>
                  <a:cubicBezTo>
                    <a:pt x="1687" y="1081"/>
                    <a:pt x="1685" y="1082"/>
                    <a:pt x="1684" y="1083"/>
                  </a:cubicBezTo>
                  <a:cubicBezTo>
                    <a:pt x="1682" y="1084"/>
                    <a:pt x="1680" y="1085"/>
                    <a:pt x="1679" y="1086"/>
                  </a:cubicBezTo>
                  <a:cubicBezTo>
                    <a:pt x="1678" y="1086"/>
                    <a:pt x="1675" y="1086"/>
                    <a:pt x="1674" y="1086"/>
                  </a:cubicBezTo>
                  <a:cubicBezTo>
                    <a:pt x="1673" y="1086"/>
                    <a:pt x="1669" y="1087"/>
                    <a:pt x="1668" y="1088"/>
                  </a:cubicBezTo>
                  <a:cubicBezTo>
                    <a:pt x="1667" y="1089"/>
                    <a:pt x="1667" y="1091"/>
                    <a:pt x="1666" y="1092"/>
                  </a:cubicBezTo>
                  <a:cubicBezTo>
                    <a:pt x="1665" y="1092"/>
                    <a:pt x="1663" y="1093"/>
                    <a:pt x="1662" y="1092"/>
                  </a:cubicBezTo>
                  <a:cubicBezTo>
                    <a:pt x="1661" y="1091"/>
                    <a:pt x="1658" y="1089"/>
                    <a:pt x="1657" y="1089"/>
                  </a:cubicBezTo>
                  <a:cubicBezTo>
                    <a:pt x="1655" y="1089"/>
                    <a:pt x="1653" y="1087"/>
                    <a:pt x="1652" y="1086"/>
                  </a:cubicBezTo>
                  <a:cubicBezTo>
                    <a:pt x="1651" y="1085"/>
                    <a:pt x="1649" y="1087"/>
                    <a:pt x="1649" y="1088"/>
                  </a:cubicBezTo>
                  <a:cubicBezTo>
                    <a:pt x="1649" y="1090"/>
                    <a:pt x="1649" y="1091"/>
                    <a:pt x="1651" y="1091"/>
                  </a:cubicBezTo>
                  <a:cubicBezTo>
                    <a:pt x="1652" y="1091"/>
                    <a:pt x="1654" y="1090"/>
                    <a:pt x="1656" y="1091"/>
                  </a:cubicBezTo>
                  <a:cubicBezTo>
                    <a:pt x="1657" y="1092"/>
                    <a:pt x="1657" y="1092"/>
                    <a:pt x="1658" y="1093"/>
                  </a:cubicBezTo>
                  <a:cubicBezTo>
                    <a:pt x="1660" y="1094"/>
                    <a:pt x="1663" y="1095"/>
                    <a:pt x="1664" y="1095"/>
                  </a:cubicBezTo>
                  <a:cubicBezTo>
                    <a:pt x="1665" y="1096"/>
                    <a:pt x="1666" y="1096"/>
                    <a:pt x="1665" y="1096"/>
                  </a:cubicBezTo>
                  <a:cubicBezTo>
                    <a:pt x="1665" y="1097"/>
                    <a:pt x="1662" y="1097"/>
                    <a:pt x="1661" y="1097"/>
                  </a:cubicBezTo>
                  <a:cubicBezTo>
                    <a:pt x="1660" y="1098"/>
                    <a:pt x="1659" y="1100"/>
                    <a:pt x="1659" y="1101"/>
                  </a:cubicBezTo>
                  <a:cubicBezTo>
                    <a:pt x="1659" y="1101"/>
                    <a:pt x="1662" y="1103"/>
                    <a:pt x="1663" y="1102"/>
                  </a:cubicBezTo>
                  <a:cubicBezTo>
                    <a:pt x="1665" y="1102"/>
                    <a:pt x="1668" y="1101"/>
                    <a:pt x="1668" y="1100"/>
                  </a:cubicBezTo>
                  <a:cubicBezTo>
                    <a:pt x="1668" y="1099"/>
                    <a:pt x="1670" y="1097"/>
                    <a:pt x="1671" y="1096"/>
                  </a:cubicBezTo>
                  <a:cubicBezTo>
                    <a:pt x="1672" y="1096"/>
                    <a:pt x="1674" y="1096"/>
                    <a:pt x="1675" y="1095"/>
                  </a:cubicBezTo>
                  <a:cubicBezTo>
                    <a:pt x="1677" y="1095"/>
                    <a:pt x="1678" y="1094"/>
                    <a:pt x="1679" y="1093"/>
                  </a:cubicBezTo>
                  <a:cubicBezTo>
                    <a:pt x="1679" y="1092"/>
                    <a:pt x="1681" y="1091"/>
                    <a:pt x="1682" y="1091"/>
                  </a:cubicBezTo>
                  <a:cubicBezTo>
                    <a:pt x="1682" y="1091"/>
                    <a:pt x="1684" y="1091"/>
                    <a:pt x="1686" y="1090"/>
                  </a:cubicBezTo>
                  <a:cubicBezTo>
                    <a:pt x="1687" y="1090"/>
                    <a:pt x="1689" y="1088"/>
                    <a:pt x="1689" y="1087"/>
                  </a:cubicBezTo>
                  <a:cubicBezTo>
                    <a:pt x="1689" y="1085"/>
                    <a:pt x="1691" y="1084"/>
                    <a:pt x="1692" y="1083"/>
                  </a:cubicBezTo>
                  <a:cubicBezTo>
                    <a:pt x="1692" y="1083"/>
                    <a:pt x="1694" y="1082"/>
                    <a:pt x="1695" y="1081"/>
                  </a:cubicBezTo>
                  <a:cubicBezTo>
                    <a:pt x="1696" y="1081"/>
                    <a:pt x="1696" y="1080"/>
                    <a:pt x="1699" y="1080"/>
                  </a:cubicBezTo>
                  <a:cubicBezTo>
                    <a:pt x="1701" y="1080"/>
                    <a:pt x="1702" y="1081"/>
                    <a:pt x="1704" y="1080"/>
                  </a:cubicBezTo>
                  <a:cubicBezTo>
                    <a:pt x="1705" y="1078"/>
                    <a:pt x="1710" y="1080"/>
                    <a:pt x="1711" y="1079"/>
                  </a:cubicBezTo>
                  <a:cubicBezTo>
                    <a:pt x="1711" y="1078"/>
                    <a:pt x="1710" y="1077"/>
                    <a:pt x="1709" y="1077"/>
                  </a:cubicBezTo>
                  <a:cubicBezTo>
                    <a:pt x="1708" y="1077"/>
                    <a:pt x="1708" y="1076"/>
                    <a:pt x="1708" y="1076"/>
                  </a:cubicBezTo>
                  <a:cubicBezTo>
                    <a:pt x="1709" y="1075"/>
                    <a:pt x="1711" y="1075"/>
                    <a:pt x="1713" y="1075"/>
                  </a:cubicBezTo>
                  <a:cubicBezTo>
                    <a:pt x="1716" y="1076"/>
                    <a:pt x="1718" y="1076"/>
                    <a:pt x="1720" y="1078"/>
                  </a:cubicBezTo>
                  <a:cubicBezTo>
                    <a:pt x="1722" y="1079"/>
                    <a:pt x="1722" y="1079"/>
                    <a:pt x="1724" y="1081"/>
                  </a:cubicBezTo>
                  <a:cubicBezTo>
                    <a:pt x="1726" y="1082"/>
                    <a:pt x="1727" y="1083"/>
                    <a:pt x="1726" y="1084"/>
                  </a:cubicBezTo>
                  <a:cubicBezTo>
                    <a:pt x="1726" y="1085"/>
                    <a:pt x="1724" y="1086"/>
                    <a:pt x="1723" y="1087"/>
                  </a:cubicBezTo>
                  <a:cubicBezTo>
                    <a:pt x="1722" y="1089"/>
                    <a:pt x="1721" y="1089"/>
                    <a:pt x="1720" y="1090"/>
                  </a:cubicBezTo>
                  <a:cubicBezTo>
                    <a:pt x="1720" y="1092"/>
                    <a:pt x="1719" y="1093"/>
                    <a:pt x="1721" y="1094"/>
                  </a:cubicBezTo>
                  <a:cubicBezTo>
                    <a:pt x="1723" y="1094"/>
                    <a:pt x="1725" y="1092"/>
                    <a:pt x="1726" y="1091"/>
                  </a:cubicBezTo>
                  <a:cubicBezTo>
                    <a:pt x="1727" y="1090"/>
                    <a:pt x="1728" y="1089"/>
                    <a:pt x="1729" y="1089"/>
                  </a:cubicBezTo>
                  <a:cubicBezTo>
                    <a:pt x="1731" y="1088"/>
                    <a:pt x="1733" y="1087"/>
                    <a:pt x="1735" y="1088"/>
                  </a:cubicBezTo>
                  <a:cubicBezTo>
                    <a:pt x="1737" y="1090"/>
                    <a:pt x="1736" y="1088"/>
                    <a:pt x="1738" y="1089"/>
                  </a:cubicBezTo>
                  <a:cubicBezTo>
                    <a:pt x="1740" y="1091"/>
                    <a:pt x="1738" y="1091"/>
                    <a:pt x="1741" y="1092"/>
                  </a:cubicBezTo>
                  <a:cubicBezTo>
                    <a:pt x="1744" y="1092"/>
                    <a:pt x="1745" y="1092"/>
                    <a:pt x="1746" y="1093"/>
                  </a:cubicBezTo>
                  <a:cubicBezTo>
                    <a:pt x="1747" y="1094"/>
                    <a:pt x="1747" y="1094"/>
                    <a:pt x="1747" y="1095"/>
                  </a:cubicBezTo>
                  <a:cubicBezTo>
                    <a:pt x="1748" y="1096"/>
                    <a:pt x="1748" y="1098"/>
                    <a:pt x="1749" y="1098"/>
                  </a:cubicBezTo>
                  <a:cubicBezTo>
                    <a:pt x="1751" y="1099"/>
                    <a:pt x="1752" y="1098"/>
                    <a:pt x="1754" y="1099"/>
                  </a:cubicBezTo>
                  <a:cubicBezTo>
                    <a:pt x="1755" y="1100"/>
                    <a:pt x="1755" y="1101"/>
                    <a:pt x="1755" y="1102"/>
                  </a:cubicBezTo>
                  <a:cubicBezTo>
                    <a:pt x="1755" y="1103"/>
                    <a:pt x="1755" y="1105"/>
                    <a:pt x="1754" y="1106"/>
                  </a:cubicBezTo>
                  <a:cubicBezTo>
                    <a:pt x="1753" y="1106"/>
                    <a:pt x="1751" y="1107"/>
                    <a:pt x="1750" y="1108"/>
                  </a:cubicBezTo>
                  <a:cubicBezTo>
                    <a:pt x="1750" y="1109"/>
                    <a:pt x="1750" y="1110"/>
                    <a:pt x="1751" y="1111"/>
                  </a:cubicBezTo>
                  <a:cubicBezTo>
                    <a:pt x="1752" y="1111"/>
                    <a:pt x="1753" y="1111"/>
                    <a:pt x="1754" y="1112"/>
                  </a:cubicBezTo>
                  <a:cubicBezTo>
                    <a:pt x="1754" y="1113"/>
                    <a:pt x="1754" y="1113"/>
                    <a:pt x="1753" y="1114"/>
                  </a:cubicBezTo>
                  <a:cubicBezTo>
                    <a:pt x="1753" y="1114"/>
                    <a:pt x="1749" y="1114"/>
                    <a:pt x="1749" y="1115"/>
                  </a:cubicBezTo>
                  <a:cubicBezTo>
                    <a:pt x="1749" y="1116"/>
                    <a:pt x="1750" y="1116"/>
                    <a:pt x="1751" y="1117"/>
                  </a:cubicBezTo>
                  <a:cubicBezTo>
                    <a:pt x="1752" y="1118"/>
                    <a:pt x="1753" y="1117"/>
                    <a:pt x="1753" y="1118"/>
                  </a:cubicBezTo>
                  <a:cubicBezTo>
                    <a:pt x="1753" y="1119"/>
                    <a:pt x="1751" y="1120"/>
                    <a:pt x="1750" y="1121"/>
                  </a:cubicBezTo>
                  <a:cubicBezTo>
                    <a:pt x="1750" y="1121"/>
                    <a:pt x="1748" y="1121"/>
                    <a:pt x="1747" y="1121"/>
                  </a:cubicBezTo>
                  <a:cubicBezTo>
                    <a:pt x="1746" y="1121"/>
                    <a:pt x="1743" y="1120"/>
                    <a:pt x="1744" y="1121"/>
                  </a:cubicBezTo>
                  <a:cubicBezTo>
                    <a:pt x="1745" y="1123"/>
                    <a:pt x="1747" y="1123"/>
                    <a:pt x="1748" y="1123"/>
                  </a:cubicBezTo>
                  <a:cubicBezTo>
                    <a:pt x="1749" y="1123"/>
                    <a:pt x="1751" y="1123"/>
                    <a:pt x="1752" y="1123"/>
                  </a:cubicBezTo>
                  <a:cubicBezTo>
                    <a:pt x="1753" y="1124"/>
                    <a:pt x="1755" y="1124"/>
                    <a:pt x="1756" y="1125"/>
                  </a:cubicBezTo>
                  <a:cubicBezTo>
                    <a:pt x="1756" y="1125"/>
                    <a:pt x="1757" y="1126"/>
                    <a:pt x="1756" y="1126"/>
                  </a:cubicBezTo>
                  <a:cubicBezTo>
                    <a:pt x="1754" y="1126"/>
                    <a:pt x="1752" y="1126"/>
                    <a:pt x="1752" y="1126"/>
                  </a:cubicBezTo>
                  <a:cubicBezTo>
                    <a:pt x="1751" y="1126"/>
                    <a:pt x="1749" y="1125"/>
                    <a:pt x="1749" y="1125"/>
                  </a:cubicBezTo>
                  <a:cubicBezTo>
                    <a:pt x="1748" y="1126"/>
                    <a:pt x="1747" y="1127"/>
                    <a:pt x="1749" y="1127"/>
                  </a:cubicBezTo>
                  <a:cubicBezTo>
                    <a:pt x="1750" y="1128"/>
                    <a:pt x="1753" y="1128"/>
                    <a:pt x="1754" y="1129"/>
                  </a:cubicBezTo>
                  <a:cubicBezTo>
                    <a:pt x="1755" y="1129"/>
                    <a:pt x="1756" y="1129"/>
                    <a:pt x="1756" y="1131"/>
                  </a:cubicBezTo>
                  <a:cubicBezTo>
                    <a:pt x="1756" y="1133"/>
                    <a:pt x="1754" y="1134"/>
                    <a:pt x="1754" y="1135"/>
                  </a:cubicBezTo>
                  <a:cubicBezTo>
                    <a:pt x="1754" y="1136"/>
                    <a:pt x="1752" y="1137"/>
                    <a:pt x="1751" y="1139"/>
                  </a:cubicBezTo>
                  <a:cubicBezTo>
                    <a:pt x="1749" y="1141"/>
                    <a:pt x="1746" y="1143"/>
                    <a:pt x="1745" y="1143"/>
                  </a:cubicBezTo>
                  <a:cubicBezTo>
                    <a:pt x="1743" y="1144"/>
                    <a:pt x="1740" y="1146"/>
                    <a:pt x="1739" y="1147"/>
                  </a:cubicBezTo>
                  <a:cubicBezTo>
                    <a:pt x="1737" y="1148"/>
                    <a:pt x="1734" y="1149"/>
                    <a:pt x="1733" y="1150"/>
                  </a:cubicBezTo>
                  <a:cubicBezTo>
                    <a:pt x="1732" y="1151"/>
                    <a:pt x="1729" y="1152"/>
                    <a:pt x="1728" y="1152"/>
                  </a:cubicBezTo>
                  <a:cubicBezTo>
                    <a:pt x="1726" y="1152"/>
                    <a:pt x="1724" y="1152"/>
                    <a:pt x="1722" y="1152"/>
                  </a:cubicBezTo>
                  <a:cubicBezTo>
                    <a:pt x="1719" y="1151"/>
                    <a:pt x="1714" y="1150"/>
                    <a:pt x="1712" y="1151"/>
                  </a:cubicBezTo>
                  <a:cubicBezTo>
                    <a:pt x="1711" y="1152"/>
                    <a:pt x="1708" y="1153"/>
                    <a:pt x="1706" y="1153"/>
                  </a:cubicBezTo>
                  <a:cubicBezTo>
                    <a:pt x="1704" y="1154"/>
                    <a:pt x="1700" y="1156"/>
                    <a:pt x="1699" y="1157"/>
                  </a:cubicBezTo>
                  <a:cubicBezTo>
                    <a:pt x="1698" y="1158"/>
                    <a:pt x="1696" y="1158"/>
                    <a:pt x="1695" y="1160"/>
                  </a:cubicBezTo>
                  <a:cubicBezTo>
                    <a:pt x="1694" y="1161"/>
                    <a:pt x="1691" y="1162"/>
                    <a:pt x="1690" y="1164"/>
                  </a:cubicBezTo>
                  <a:cubicBezTo>
                    <a:pt x="1690" y="1165"/>
                    <a:pt x="1690" y="1168"/>
                    <a:pt x="1689" y="1170"/>
                  </a:cubicBezTo>
                  <a:cubicBezTo>
                    <a:pt x="1688" y="1171"/>
                    <a:pt x="1688" y="1171"/>
                    <a:pt x="1687" y="1171"/>
                  </a:cubicBezTo>
                  <a:cubicBezTo>
                    <a:pt x="1686" y="1170"/>
                    <a:pt x="1686" y="1170"/>
                    <a:pt x="1685" y="1170"/>
                  </a:cubicBezTo>
                  <a:cubicBezTo>
                    <a:pt x="1684" y="1171"/>
                    <a:pt x="1681" y="1171"/>
                    <a:pt x="1680" y="1172"/>
                  </a:cubicBezTo>
                  <a:cubicBezTo>
                    <a:pt x="1680" y="1173"/>
                    <a:pt x="1679" y="1175"/>
                    <a:pt x="1678" y="1176"/>
                  </a:cubicBezTo>
                  <a:cubicBezTo>
                    <a:pt x="1677" y="1177"/>
                    <a:pt x="1676" y="1178"/>
                    <a:pt x="1674" y="1179"/>
                  </a:cubicBezTo>
                  <a:cubicBezTo>
                    <a:pt x="1673" y="1180"/>
                    <a:pt x="1671" y="1181"/>
                    <a:pt x="1670" y="1182"/>
                  </a:cubicBezTo>
                  <a:cubicBezTo>
                    <a:pt x="1670" y="1183"/>
                    <a:pt x="1669" y="1185"/>
                    <a:pt x="1667" y="1185"/>
                  </a:cubicBezTo>
                  <a:cubicBezTo>
                    <a:pt x="1665" y="1185"/>
                    <a:pt x="1660" y="1185"/>
                    <a:pt x="1659" y="1185"/>
                  </a:cubicBezTo>
                  <a:cubicBezTo>
                    <a:pt x="1658" y="1185"/>
                    <a:pt x="1652" y="1185"/>
                    <a:pt x="1650" y="1185"/>
                  </a:cubicBezTo>
                  <a:cubicBezTo>
                    <a:pt x="1648" y="1186"/>
                    <a:pt x="1646" y="1186"/>
                    <a:pt x="1644" y="1187"/>
                  </a:cubicBezTo>
                  <a:cubicBezTo>
                    <a:pt x="1642" y="1188"/>
                    <a:pt x="1640" y="1188"/>
                    <a:pt x="1639" y="1188"/>
                  </a:cubicBezTo>
                  <a:cubicBezTo>
                    <a:pt x="1638" y="1188"/>
                    <a:pt x="1637" y="1189"/>
                    <a:pt x="1635" y="1189"/>
                  </a:cubicBezTo>
                  <a:cubicBezTo>
                    <a:pt x="1633" y="1188"/>
                    <a:pt x="1632" y="1187"/>
                    <a:pt x="1630" y="1186"/>
                  </a:cubicBezTo>
                  <a:cubicBezTo>
                    <a:pt x="1627" y="1185"/>
                    <a:pt x="1624" y="1185"/>
                    <a:pt x="1621" y="1185"/>
                  </a:cubicBezTo>
                  <a:cubicBezTo>
                    <a:pt x="1619" y="1185"/>
                    <a:pt x="1617" y="1185"/>
                    <a:pt x="1615" y="1184"/>
                  </a:cubicBezTo>
                  <a:cubicBezTo>
                    <a:pt x="1613" y="1183"/>
                    <a:pt x="1610" y="1184"/>
                    <a:pt x="1608" y="1184"/>
                  </a:cubicBezTo>
                  <a:cubicBezTo>
                    <a:pt x="1606" y="1185"/>
                    <a:pt x="1603" y="1186"/>
                    <a:pt x="1601" y="1186"/>
                  </a:cubicBezTo>
                  <a:cubicBezTo>
                    <a:pt x="1599" y="1186"/>
                    <a:pt x="1598" y="1186"/>
                    <a:pt x="1596" y="1185"/>
                  </a:cubicBezTo>
                  <a:cubicBezTo>
                    <a:pt x="1595" y="1184"/>
                    <a:pt x="1593" y="1184"/>
                    <a:pt x="1590" y="1184"/>
                  </a:cubicBezTo>
                  <a:cubicBezTo>
                    <a:pt x="1587" y="1184"/>
                    <a:pt x="1574" y="1183"/>
                    <a:pt x="1572" y="1183"/>
                  </a:cubicBezTo>
                  <a:cubicBezTo>
                    <a:pt x="1569" y="1184"/>
                    <a:pt x="1565" y="1184"/>
                    <a:pt x="1562" y="1184"/>
                  </a:cubicBezTo>
                  <a:cubicBezTo>
                    <a:pt x="1559" y="1184"/>
                    <a:pt x="1555" y="1184"/>
                    <a:pt x="1553" y="1185"/>
                  </a:cubicBezTo>
                  <a:cubicBezTo>
                    <a:pt x="1552" y="1186"/>
                    <a:pt x="1549" y="1186"/>
                    <a:pt x="1548" y="1186"/>
                  </a:cubicBezTo>
                  <a:cubicBezTo>
                    <a:pt x="1546" y="1186"/>
                    <a:pt x="1544" y="1187"/>
                    <a:pt x="1541" y="1186"/>
                  </a:cubicBezTo>
                  <a:cubicBezTo>
                    <a:pt x="1539" y="1186"/>
                    <a:pt x="1537" y="1184"/>
                    <a:pt x="1536" y="1184"/>
                  </a:cubicBezTo>
                  <a:cubicBezTo>
                    <a:pt x="1534" y="1184"/>
                    <a:pt x="1531" y="1187"/>
                    <a:pt x="1530" y="1188"/>
                  </a:cubicBezTo>
                  <a:cubicBezTo>
                    <a:pt x="1528" y="1190"/>
                    <a:pt x="1525" y="1192"/>
                    <a:pt x="1524" y="1193"/>
                  </a:cubicBezTo>
                  <a:cubicBezTo>
                    <a:pt x="1523" y="1195"/>
                    <a:pt x="1520" y="1196"/>
                    <a:pt x="1520" y="1199"/>
                  </a:cubicBezTo>
                  <a:cubicBezTo>
                    <a:pt x="1520" y="1201"/>
                    <a:pt x="1521" y="1204"/>
                    <a:pt x="1519" y="1205"/>
                  </a:cubicBezTo>
                  <a:cubicBezTo>
                    <a:pt x="1518" y="1206"/>
                    <a:pt x="1515" y="1206"/>
                    <a:pt x="1514" y="1206"/>
                  </a:cubicBezTo>
                  <a:cubicBezTo>
                    <a:pt x="1512" y="1207"/>
                    <a:pt x="1511" y="1209"/>
                    <a:pt x="1510" y="1209"/>
                  </a:cubicBezTo>
                  <a:cubicBezTo>
                    <a:pt x="1509" y="1209"/>
                    <a:pt x="1505" y="1209"/>
                    <a:pt x="1504" y="1209"/>
                  </a:cubicBezTo>
                  <a:cubicBezTo>
                    <a:pt x="1503" y="1210"/>
                    <a:pt x="1502" y="1210"/>
                    <a:pt x="1501" y="1212"/>
                  </a:cubicBezTo>
                  <a:cubicBezTo>
                    <a:pt x="1500" y="1213"/>
                    <a:pt x="1498" y="1214"/>
                    <a:pt x="1497" y="1215"/>
                  </a:cubicBezTo>
                  <a:cubicBezTo>
                    <a:pt x="1496" y="1215"/>
                    <a:pt x="1494" y="1215"/>
                    <a:pt x="1493" y="1216"/>
                  </a:cubicBezTo>
                  <a:cubicBezTo>
                    <a:pt x="1493" y="1216"/>
                    <a:pt x="1491" y="1218"/>
                    <a:pt x="1487" y="1220"/>
                  </a:cubicBezTo>
                  <a:cubicBezTo>
                    <a:pt x="1484" y="1223"/>
                    <a:pt x="1479" y="1227"/>
                    <a:pt x="1479" y="1227"/>
                  </a:cubicBezTo>
                  <a:cubicBezTo>
                    <a:pt x="1479" y="1228"/>
                    <a:pt x="1477" y="1232"/>
                    <a:pt x="1476" y="1233"/>
                  </a:cubicBezTo>
                  <a:cubicBezTo>
                    <a:pt x="1476" y="1233"/>
                    <a:pt x="1473" y="1237"/>
                    <a:pt x="1472" y="1237"/>
                  </a:cubicBezTo>
                  <a:cubicBezTo>
                    <a:pt x="1471" y="1238"/>
                    <a:pt x="1469" y="1240"/>
                    <a:pt x="1468" y="1240"/>
                  </a:cubicBezTo>
                  <a:cubicBezTo>
                    <a:pt x="1468" y="1240"/>
                    <a:pt x="1466" y="1240"/>
                    <a:pt x="1465" y="1240"/>
                  </a:cubicBezTo>
                  <a:cubicBezTo>
                    <a:pt x="1464" y="1239"/>
                    <a:pt x="1458" y="1235"/>
                    <a:pt x="1457" y="1235"/>
                  </a:cubicBezTo>
                  <a:cubicBezTo>
                    <a:pt x="1456" y="1235"/>
                    <a:pt x="1451" y="1234"/>
                    <a:pt x="1450" y="1234"/>
                  </a:cubicBezTo>
                  <a:cubicBezTo>
                    <a:pt x="1449" y="1234"/>
                    <a:pt x="1447" y="1234"/>
                    <a:pt x="1446" y="1234"/>
                  </a:cubicBezTo>
                  <a:cubicBezTo>
                    <a:pt x="1445" y="1234"/>
                    <a:pt x="1442" y="1233"/>
                    <a:pt x="1442" y="1233"/>
                  </a:cubicBezTo>
                  <a:cubicBezTo>
                    <a:pt x="1441" y="1234"/>
                    <a:pt x="1442" y="1235"/>
                    <a:pt x="1443" y="1235"/>
                  </a:cubicBezTo>
                  <a:cubicBezTo>
                    <a:pt x="1444" y="1236"/>
                    <a:pt x="1444" y="1236"/>
                    <a:pt x="1446" y="1236"/>
                  </a:cubicBezTo>
                  <a:cubicBezTo>
                    <a:pt x="1447" y="1236"/>
                    <a:pt x="1449" y="1236"/>
                    <a:pt x="1450" y="1236"/>
                  </a:cubicBezTo>
                  <a:cubicBezTo>
                    <a:pt x="1451" y="1236"/>
                    <a:pt x="1454" y="1237"/>
                    <a:pt x="1455" y="1237"/>
                  </a:cubicBezTo>
                  <a:cubicBezTo>
                    <a:pt x="1457" y="1238"/>
                    <a:pt x="1459" y="1238"/>
                    <a:pt x="1461" y="1239"/>
                  </a:cubicBezTo>
                  <a:cubicBezTo>
                    <a:pt x="1462" y="1240"/>
                    <a:pt x="1464" y="1241"/>
                    <a:pt x="1465" y="1242"/>
                  </a:cubicBezTo>
                  <a:cubicBezTo>
                    <a:pt x="1465" y="1243"/>
                    <a:pt x="1466" y="1244"/>
                    <a:pt x="1466" y="1245"/>
                  </a:cubicBezTo>
                  <a:cubicBezTo>
                    <a:pt x="1466" y="1246"/>
                    <a:pt x="1465" y="1248"/>
                    <a:pt x="1464" y="1249"/>
                  </a:cubicBezTo>
                  <a:cubicBezTo>
                    <a:pt x="1463" y="1250"/>
                    <a:pt x="1461" y="1252"/>
                    <a:pt x="1460" y="1253"/>
                  </a:cubicBezTo>
                  <a:cubicBezTo>
                    <a:pt x="1459" y="1254"/>
                    <a:pt x="1454" y="1256"/>
                    <a:pt x="1453" y="1258"/>
                  </a:cubicBezTo>
                  <a:cubicBezTo>
                    <a:pt x="1451" y="1261"/>
                    <a:pt x="1450" y="1260"/>
                    <a:pt x="1449" y="1264"/>
                  </a:cubicBezTo>
                  <a:cubicBezTo>
                    <a:pt x="1448" y="1267"/>
                    <a:pt x="1448" y="1267"/>
                    <a:pt x="1446" y="1268"/>
                  </a:cubicBezTo>
                  <a:cubicBezTo>
                    <a:pt x="1444" y="1270"/>
                    <a:pt x="1442" y="1271"/>
                    <a:pt x="1442" y="1272"/>
                  </a:cubicBezTo>
                  <a:cubicBezTo>
                    <a:pt x="1443" y="1273"/>
                    <a:pt x="1444" y="1275"/>
                    <a:pt x="1446" y="1273"/>
                  </a:cubicBezTo>
                  <a:cubicBezTo>
                    <a:pt x="1447" y="1272"/>
                    <a:pt x="1449" y="1271"/>
                    <a:pt x="1452" y="1269"/>
                  </a:cubicBezTo>
                  <a:cubicBezTo>
                    <a:pt x="1454" y="1267"/>
                    <a:pt x="1457" y="1264"/>
                    <a:pt x="1458" y="1263"/>
                  </a:cubicBezTo>
                  <a:cubicBezTo>
                    <a:pt x="1460" y="1261"/>
                    <a:pt x="1463" y="1259"/>
                    <a:pt x="1465" y="1257"/>
                  </a:cubicBezTo>
                  <a:cubicBezTo>
                    <a:pt x="1467" y="1255"/>
                    <a:pt x="1468" y="1253"/>
                    <a:pt x="1470" y="1251"/>
                  </a:cubicBezTo>
                  <a:cubicBezTo>
                    <a:pt x="1472" y="1250"/>
                    <a:pt x="1476" y="1244"/>
                    <a:pt x="1477" y="1243"/>
                  </a:cubicBezTo>
                  <a:cubicBezTo>
                    <a:pt x="1479" y="1242"/>
                    <a:pt x="1485" y="1236"/>
                    <a:pt x="1487" y="1235"/>
                  </a:cubicBezTo>
                  <a:cubicBezTo>
                    <a:pt x="1488" y="1234"/>
                    <a:pt x="1492" y="1231"/>
                    <a:pt x="1494" y="1230"/>
                  </a:cubicBezTo>
                  <a:cubicBezTo>
                    <a:pt x="1497" y="1229"/>
                    <a:pt x="1503" y="1226"/>
                    <a:pt x="1507" y="1225"/>
                  </a:cubicBezTo>
                  <a:cubicBezTo>
                    <a:pt x="1511" y="1223"/>
                    <a:pt x="1514" y="1221"/>
                    <a:pt x="1516" y="1221"/>
                  </a:cubicBezTo>
                  <a:cubicBezTo>
                    <a:pt x="1519" y="1220"/>
                    <a:pt x="1523" y="1218"/>
                    <a:pt x="1526" y="1217"/>
                  </a:cubicBezTo>
                  <a:cubicBezTo>
                    <a:pt x="1530" y="1216"/>
                    <a:pt x="1537" y="1213"/>
                    <a:pt x="1537" y="1213"/>
                  </a:cubicBezTo>
                  <a:cubicBezTo>
                    <a:pt x="1538" y="1213"/>
                    <a:pt x="1548" y="1212"/>
                    <a:pt x="1551" y="1212"/>
                  </a:cubicBezTo>
                  <a:cubicBezTo>
                    <a:pt x="1554" y="1212"/>
                    <a:pt x="1558" y="1211"/>
                    <a:pt x="1560" y="1212"/>
                  </a:cubicBezTo>
                  <a:cubicBezTo>
                    <a:pt x="1563" y="1212"/>
                    <a:pt x="1567" y="1213"/>
                    <a:pt x="1569" y="1214"/>
                  </a:cubicBezTo>
                  <a:cubicBezTo>
                    <a:pt x="1570" y="1214"/>
                    <a:pt x="1573" y="1215"/>
                    <a:pt x="1574" y="1216"/>
                  </a:cubicBezTo>
                  <a:cubicBezTo>
                    <a:pt x="1575" y="1217"/>
                    <a:pt x="1578" y="1218"/>
                    <a:pt x="1579" y="1219"/>
                  </a:cubicBezTo>
                  <a:cubicBezTo>
                    <a:pt x="1580" y="1221"/>
                    <a:pt x="1581" y="1222"/>
                    <a:pt x="1581" y="1223"/>
                  </a:cubicBezTo>
                  <a:cubicBezTo>
                    <a:pt x="1581" y="1224"/>
                    <a:pt x="1581" y="1225"/>
                    <a:pt x="1580" y="1225"/>
                  </a:cubicBezTo>
                  <a:cubicBezTo>
                    <a:pt x="1579" y="1224"/>
                    <a:pt x="1577" y="1223"/>
                    <a:pt x="1577" y="1223"/>
                  </a:cubicBezTo>
                  <a:cubicBezTo>
                    <a:pt x="1576" y="1223"/>
                    <a:pt x="1576" y="1223"/>
                    <a:pt x="1576" y="1224"/>
                  </a:cubicBezTo>
                  <a:cubicBezTo>
                    <a:pt x="1576" y="1225"/>
                    <a:pt x="1578" y="1226"/>
                    <a:pt x="1579" y="1226"/>
                  </a:cubicBezTo>
                  <a:cubicBezTo>
                    <a:pt x="1579" y="1227"/>
                    <a:pt x="1580" y="1227"/>
                    <a:pt x="1580" y="1228"/>
                  </a:cubicBezTo>
                  <a:cubicBezTo>
                    <a:pt x="1580" y="1229"/>
                    <a:pt x="1580" y="1230"/>
                    <a:pt x="1580" y="1231"/>
                  </a:cubicBezTo>
                  <a:cubicBezTo>
                    <a:pt x="1580" y="1231"/>
                    <a:pt x="1574" y="1234"/>
                    <a:pt x="1572" y="1235"/>
                  </a:cubicBezTo>
                  <a:cubicBezTo>
                    <a:pt x="1571" y="1235"/>
                    <a:pt x="1569" y="1235"/>
                    <a:pt x="1567" y="1238"/>
                  </a:cubicBezTo>
                  <a:cubicBezTo>
                    <a:pt x="1565" y="1241"/>
                    <a:pt x="1564" y="1243"/>
                    <a:pt x="1563" y="1243"/>
                  </a:cubicBezTo>
                  <a:cubicBezTo>
                    <a:pt x="1562" y="1244"/>
                    <a:pt x="1562" y="1244"/>
                    <a:pt x="1560" y="1243"/>
                  </a:cubicBezTo>
                  <a:cubicBezTo>
                    <a:pt x="1559" y="1243"/>
                    <a:pt x="1556" y="1242"/>
                    <a:pt x="1555" y="1241"/>
                  </a:cubicBezTo>
                  <a:cubicBezTo>
                    <a:pt x="1554" y="1241"/>
                    <a:pt x="1546" y="1239"/>
                    <a:pt x="1545" y="1240"/>
                  </a:cubicBezTo>
                  <a:cubicBezTo>
                    <a:pt x="1544" y="1240"/>
                    <a:pt x="1544" y="1240"/>
                    <a:pt x="1542" y="1241"/>
                  </a:cubicBezTo>
                  <a:cubicBezTo>
                    <a:pt x="1540" y="1242"/>
                    <a:pt x="1536" y="1241"/>
                    <a:pt x="1535" y="1242"/>
                  </a:cubicBezTo>
                  <a:cubicBezTo>
                    <a:pt x="1534" y="1243"/>
                    <a:pt x="1534" y="1244"/>
                    <a:pt x="1536" y="1244"/>
                  </a:cubicBezTo>
                  <a:cubicBezTo>
                    <a:pt x="1538" y="1244"/>
                    <a:pt x="1539" y="1244"/>
                    <a:pt x="1541" y="1244"/>
                  </a:cubicBezTo>
                  <a:cubicBezTo>
                    <a:pt x="1543" y="1244"/>
                    <a:pt x="1544" y="1243"/>
                    <a:pt x="1545" y="1245"/>
                  </a:cubicBezTo>
                  <a:cubicBezTo>
                    <a:pt x="1547" y="1247"/>
                    <a:pt x="1548" y="1248"/>
                    <a:pt x="1548" y="1249"/>
                  </a:cubicBezTo>
                  <a:cubicBezTo>
                    <a:pt x="1549" y="1250"/>
                    <a:pt x="1550" y="1252"/>
                    <a:pt x="1551" y="1253"/>
                  </a:cubicBezTo>
                  <a:cubicBezTo>
                    <a:pt x="1552" y="1254"/>
                    <a:pt x="1551" y="1255"/>
                    <a:pt x="1553" y="1255"/>
                  </a:cubicBezTo>
                  <a:cubicBezTo>
                    <a:pt x="1555" y="1254"/>
                    <a:pt x="1556" y="1254"/>
                    <a:pt x="1557" y="1253"/>
                  </a:cubicBezTo>
                  <a:cubicBezTo>
                    <a:pt x="1558" y="1252"/>
                    <a:pt x="1559" y="1252"/>
                    <a:pt x="1561" y="1252"/>
                  </a:cubicBezTo>
                  <a:cubicBezTo>
                    <a:pt x="1562" y="1252"/>
                    <a:pt x="1564" y="1252"/>
                    <a:pt x="1565" y="1252"/>
                  </a:cubicBezTo>
                  <a:cubicBezTo>
                    <a:pt x="1566" y="1252"/>
                    <a:pt x="1568" y="1252"/>
                    <a:pt x="1568" y="1251"/>
                  </a:cubicBezTo>
                  <a:cubicBezTo>
                    <a:pt x="1569" y="1251"/>
                    <a:pt x="1569" y="1250"/>
                    <a:pt x="1570" y="1249"/>
                  </a:cubicBezTo>
                  <a:cubicBezTo>
                    <a:pt x="1571" y="1249"/>
                    <a:pt x="1573" y="1246"/>
                    <a:pt x="1574" y="1247"/>
                  </a:cubicBezTo>
                  <a:cubicBezTo>
                    <a:pt x="1575" y="1248"/>
                    <a:pt x="1575" y="1249"/>
                    <a:pt x="1573" y="1250"/>
                  </a:cubicBezTo>
                  <a:cubicBezTo>
                    <a:pt x="1572" y="1251"/>
                    <a:pt x="1571" y="1253"/>
                    <a:pt x="1570" y="1254"/>
                  </a:cubicBezTo>
                  <a:cubicBezTo>
                    <a:pt x="1569" y="1256"/>
                    <a:pt x="1567" y="1256"/>
                    <a:pt x="1567" y="1258"/>
                  </a:cubicBezTo>
                  <a:cubicBezTo>
                    <a:pt x="1567" y="1259"/>
                    <a:pt x="1567" y="1261"/>
                    <a:pt x="1566" y="1262"/>
                  </a:cubicBezTo>
                  <a:cubicBezTo>
                    <a:pt x="1566" y="1263"/>
                    <a:pt x="1564" y="1264"/>
                    <a:pt x="1563" y="1264"/>
                  </a:cubicBezTo>
                  <a:cubicBezTo>
                    <a:pt x="1562" y="1265"/>
                    <a:pt x="1559" y="1267"/>
                    <a:pt x="1559" y="1268"/>
                  </a:cubicBezTo>
                  <a:cubicBezTo>
                    <a:pt x="1559" y="1269"/>
                    <a:pt x="1560" y="1269"/>
                    <a:pt x="1561" y="1269"/>
                  </a:cubicBezTo>
                  <a:cubicBezTo>
                    <a:pt x="1563" y="1269"/>
                    <a:pt x="1566" y="1268"/>
                    <a:pt x="1567" y="1268"/>
                  </a:cubicBezTo>
                  <a:cubicBezTo>
                    <a:pt x="1568" y="1269"/>
                    <a:pt x="1568" y="1271"/>
                    <a:pt x="1568" y="1271"/>
                  </a:cubicBezTo>
                  <a:cubicBezTo>
                    <a:pt x="1568" y="1272"/>
                    <a:pt x="1567" y="1273"/>
                    <a:pt x="1568" y="1274"/>
                  </a:cubicBezTo>
                  <a:cubicBezTo>
                    <a:pt x="1568" y="1276"/>
                    <a:pt x="1569" y="1277"/>
                    <a:pt x="1570" y="1278"/>
                  </a:cubicBezTo>
                  <a:cubicBezTo>
                    <a:pt x="1570" y="1279"/>
                    <a:pt x="1571" y="1279"/>
                    <a:pt x="1572" y="1281"/>
                  </a:cubicBezTo>
                  <a:cubicBezTo>
                    <a:pt x="1572" y="1283"/>
                    <a:pt x="1572" y="1283"/>
                    <a:pt x="1572" y="1285"/>
                  </a:cubicBezTo>
                  <a:cubicBezTo>
                    <a:pt x="1572" y="1287"/>
                    <a:pt x="1570" y="1288"/>
                    <a:pt x="1572" y="1289"/>
                  </a:cubicBezTo>
                  <a:cubicBezTo>
                    <a:pt x="1574" y="1289"/>
                    <a:pt x="1575" y="1289"/>
                    <a:pt x="1577" y="1291"/>
                  </a:cubicBezTo>
                  <a:cubicBezTo>
                    <a:pt x="1579" y="1292"/>
                    <a:pt x="1579" y="1292"/>
                    <a:pt x="1581" y="1292"/>
                  </a:cubicBezTo>
                  <a:cubicBezTo>
                    <a:pt x="1583" y="1292"/>
                    <a:pt x="1587" y="1292"/>
                    <a:pt x="1588" y="1293"/>
                  </a:cubicBezTo>
                  <a:cubicBezTo>
                    <a:pt x="1588" y="1294"/>
                    <a:pt x="1589" y="1294"/>
                    <a:pt x="1588" y="1295"/>
                  </a:cubicBezTo>
                  <a:cubicBezTo>
                    <a:pt x="1587" y="1296"/>
                    <a:pt x="1586" y="1297"/>
                    <a:pt x="1587" y="1298"/>
                  </a:cubicBezTo>
                  <a:cubicBezTo>
                    <a:pt x="1588" y="1299"/>
                    <a:pt x="1588" y="1299"/>
                    <a:pt x="1590" y="1299"/>
                  </a:cubicBezTo>
                  <a:cubicBezTo>
                    <a:pt x="1592" y="1299"/>
                    <a:pt x="1595" y="1299"/>
                    <a:pt x="1596" y="1300"/>
                  </a:cubicBezTo>
                  <a:cubicBezTo>
                    <a:pt x="1598" y="1302"/>
                    <a:pt x="1598" y="1304"/>
                    <a:pt x="1601" y="1303"/>
                  </a:cubicBezTo>
                  <a:cubicBezTo>
                    <a:pt x="1603" y="1303"/>
                    <a:pt x="1610" y="1302"/>
                    <a:pt x="1611" y="1303"/>
                  </a:cubicBezTo>
                  <a:cubicBezTo>
                    <a:pt x="1612" y="1304"/>
                    <a:pt x="1611" y="1306"/>
                    <a:pt x="1613" y="1307"/>
                  </a:cubicBezTo>
                  <a:cubicBezTo>
                    <a:pt x="1614" y="1307"/>
                    <a:pt x="1617" y="1305"/>
                    <a:pt x="1619" y="1305"/>
                  </a:cubicBezTo>
                  <a:cubicBezTo>
                    <a:pt x="1620" y="1304"/>
                    <a:pt x="1622" y="1303"/>
                    <a:pt x="1624" y="1302"/>
                  </a:cubicBezTo>
                  <a:cubicBezTo>
                    <a:pt x="1625" y="1301"/>
                    <a:pt x="1626" y="1299"/>
                    <a:pt x="1628" y="1299"/>
                  </a:cubicBezTo>
                  <a:cubicBezTo>
                    <a:pt x="1630" y="1300"/>
                    <a:pt x="1628" y="1304"/>
                    <a:pt x="1628" y="1305"/>
                  </a:cubicBezTo>
                  <a:cubicBezTo>
                    <a:pt x="1629" y="1306"/>
                    <a:pt x="1629" y="1306"/>
                    <a:pt x="1631" y="1306"/>
                  </a:cubicBezTo>
                  <a:cubicBezTo>
                    <a:pt x="1633" y="1306"/>
                    <a:pt x="1636" y="1305"/>
                    <a:pt x="1637" y="1305"/>
                  </a:cubicBezTo>
                  <a:cubicBezTo>
                    <a:pt x="1639" y="1306"/>
                    <a:pt x="1639" y="1306"/>
                    <a:pt x="1640" y="1308"/>
                  </a:cubicBezTo>
                  <a:cubicBezTo>
                    <a:pt x="1642" y="1310"/>
                    <a:pt x="1644" y="1310"/>
                    <a:pt x="1645" y="1311"/>
                  </a:cubicBezTo>
                  <a:cubicBezTo>
                    <a:pt x="1646" y="1313"/>
                    <a:pt x="1646" y="1314"/>
                    <a:pt x="1645" y="1314"/>
                  </a:cubicBezTo>
                  <a:cubicBezTo>
                    <a:pt x="1644" y="1315"/>
                    <a:pt x="1641" y="1316"/>
                    <a:pt x="1637" y="1318"/>
                  </a:cubicBezTo>
                  <a:cubicBezTo>
                    <a:pt x="1634" y="1320"/>
                    <a:pt x="1631" y="1321"/>
                    <a:pt x="1629" y="1322"/>
                  </a:cubicBezTo>
                  <a:cubicBezTo>
                    <a:pt x="1627" y="1323"/>
                    <a:pt x="1625" y="1322"/>
                    <a:pt x="1622" y="1324"/>
                  </a:cubicBezTo>
                  <a:cubicBezTo>
                    <a:pt x="1618" y="1326"/>
                    <a:pt x="1614" y="1328"/>
                    <a:pt x="1612" y="1329"/>
                  </a:cubicBezTo>
                  <a:cubicBezTo>
                    <a:pt x="1611" y="1329"/>
                    <a:pt x="1606" y="1331"/>
                    <a:pt x="1603" y="1332"/>
                  </a:cubicBezTo>
                  <a:cubicBezTo>
                    <a:pt x="1600" y="1332"/>
                    <a:pt x="1597" y="1332"/>
                    <a:pt x="1597" y="1332"/>
                  </a:cubicBezTo>
                  <a:cubicBezTo>
                    <a:pt x="1596" y="1331"/>
                    <a:pt x="1594" y="1328"/>
                    <a:pt x="1593" y="1329"/>
                  </a:cubicBezTo>
                  <a:cubicBezTo>
                    <a:pt x="1592" y="1330"/>
                    <a:pt x="1592" y="1331"/>
                    <a:pt x="1593" y="1332"/>
                  </a:cubicBezTo>
                  <a:cubicBezTo>
                    <a:pt x="1594" y="1333"/>
                    <a:pt x="1594" y="1334"/>
                    <a:pt x="1594" y="1335"/>
                  </a:cubicBezTo>
                  <a:cubicBezTo>
                    <a:pt x="1594" y="1336"/>
                    <a:pt x="1593" y="1336"/>
                    <a:pt x="1592" y="1336"/>
                  </a:cubicBezTo>
                  <a:cubicBezTo>
                    <a:pt x="1591" y="1337"/>
                    <a:pt x="1589" y="1336"/>
                    <a:pt x="1588" y="1335"/>
                  </a:cubicBezTo>
                  <a:cubicBezTo>
                    <a:pt x="1588" y="1335"/>
                    <a:pt x="1587" y="1334"/>
                    <a:pt x="1587" y="1333"/>
                  </a:cubicBezTo>
                  <a:cubicBezTo>
                    <a:pt x="1587" y="1332"/>
                    <a:pt x="1586" y="1330"/>
                    <a:pt x="1585" y="1331"/>
                  </a:cubicBezTo>
                  <a:cubicBezTo>
                    <a:pt x="1584" y="1331"/>
                    <a:pt x="1584" y="1333"/>
                    <a:pt x="1583" y="1334"/>
                  </a:cubicBezTo>
                  <a:cubicBezTo>
                    <a:pt x="1583" y="1335"/>
                    <a:pt x="1582" y="1336"/>
                    <a:pt x="1581" y="1335"/>
                  </a:cubicBezTo>
                  <a:cubicBezTo>
                    <a:pt x="1580" y="1335"/>
                    <a:pt x="1580" y="1334"/>
                    <a:pt x="1579" y="1335"/>
                  </a:cubicBezTo>
                  <a:cubicBezTo>
                    <a:pt x="1578" y="1336"/>
                    <a:pt x="1578" y="1337"/>
                    <a:pt x="1578" y="1338"/>
                  </a:cubicBezTo>
                  <a:cubicBezTo>
                    <a:pt x="1578" y="1339"/>
                    <a:pt x="1577" y="1338"/>
                    <a:pt x="1576" y="1341"/>
                  </a:cubicBezTo>
                  <a:cubicBezTo>
                    <a:pt x="1575" y="1343"/>
                    <a:pt x="1574" y="1345"/>
                    <a:pt x="1573" y="1346"/>
                  </a:cubicBezTo>
                  <a:cubicBezTo>
                    <a:pt x="1571" y="1347"/>
                    <a:pt x="1568" y="1349"/>
                    <a:pt x="1567" y="1350"/>
                  </a:cubicBezTo>
                  <a:cubicBezTo>
                    <a:pt x="1566" y="1351"/>
                    <a:pt x="1565" y="1354"/>
                    <a:pt x="1563" y="1354"/>
                  </a:cubicBezTo>
                  <a:cubicBezTo>
                    <a:pt x="1562" y="1354"/>
                    <a:pt x="1561" y="1352"/>
                    <a:pt x="1560" y="1353"/>
                  </a:cubicBezTo>
                  <a:cubicBezTo>
                    <a:pt x="1558" y="1354"/>
                    <a:pt x="1557" y="1354"/>
                    <a:pt x="1556" y="1356"/>
                  </a:cubicBezTo>
                  <a:cubicBezTo>
                    <a:pt x="1556" y="1357"/>
                    <a:pt x="1556" y="1359"/>
                    <a:pt x="1555" y="1360"/>
                  </a:cubicBezTo>
                  <a:cubicBezTo>
                    <a:pt x="1554" y="1360"/>
                    <a:pt x="1553" y="1360"/>
                    <a:pt x="1552" y="1360"/>
                  </a:cubicBezTo>
                  <a:cubicBezTo>
                    <a:pt x="1551" y="1359"/>
                    <a:pt x="1549" y="1358"/>
                    <a:pt x="1549" y="1357"/>
                  </a:cubicBezTo>
                  <a:cubicBezTo>
                    <a:pt x="1548" y="1356"/>
                    <a:pt x="1547" y="1354"/>
                    <a:pt x="1547" y="1353"/>
                  </a:cubicBezTo>
                  <a:cubicBezTo>
                    <a:pt x="1546" y="1352"/>
                    <a:pt x="1545" y="1350"/>
                    <a:pt x="1544" y="1351"/>
                  </a:cubicBezTo>
                  <a:cubicBezTo>
                    <a:pt x="1543" y="1351"/>
                    <a:pt x="1540" y="1350"/>
                    <a:pt x="1540" y="1350"/>
                  </a:cubicBezTo>
                  <a:cubicBezTo>
                    <a:pt x="1540" y="1350"/>
                    <a:pt x="1540" y="1346"/>
                    <a:pt x="1540" y="1345"/>
                  </a:cubicBezTo>
                  <a:cubicBezTo>
                    <a:pt x="1540" y="1344"/>
                    <a:pt x="1541" y="1343"/>
                    <a:pt x="1541" y="1342"/>
                  </a:cubicBezTo>
                  <a:cubicBezTo>
                    <a:pt x="1542" y="1341"/>
                    <a:pt x="1541" y="1341"/>
                    <a:pt x="1542" y="1340"/>
                  </a:cubicBezTo>
                  <a:cubicBezTo>
                    <a:pt x="1542" y="1339"/>
                    <a:pt x="1542" y="1339"/>
                    <a:pt x="1542" y="1338"/>
                  </a:cubicBezTo>
                  <a:cubicBezTo>
                    <a:pt x="1542" y="1336"/>
                    <a:pt x="1543" y="1335"/>
                    <a:pt x="1545" y="1334"/>
                  </a:cubicBezTo>
                  <a:cubicBezTo>
                    <a:pt x="1546" y="1333"/>
                    <a:pt x="1549" y="1330"/>
                    <a:pt x="1551" y="1330"/>
                  </a:cubicBezTo>
                  <a:cubicBezTo>
                    <a:pt x="1552" y="1329"/>
                    <a:pt x="1556" y="1328"/>
                    <a:pt x="1557" y="1327"/>
                  </a:cubicBezTo>
                  <a:cubicBezTo>
                    <a:pt x="1558" y="1326"/>
                    <a:pt x="1561" y="1324"/>
                    <a:pt x="1562" y="1323"/>
                  </a:cubicBezTo>
                  <a:cubicBezTo>
                    <a:pt x="1563" y="1323"/>
                    <a:pt x="1565" y="1321"/>
                    <a:pt x="1567" y="1320"/>
                  </a:cubicBezTo>
                  <a:cubicBezTo>
                    <a:pt x="1568" y="1319"/>
                    <a:pt x="1570" y="1317"/>
                    <a:pt x="1572" y="1316"/>
                  </a:cubicBezTo>
                  <a:cubicBezTo>
                    <a:pt x="1574" y="1316"/>
                    <a:pt x="1577" y="1316"/>
                    <a:pt x="1577" y="1316"/>
                  </a:cubicBezTo>
                  <a:cubicBezTo>
                    <a:pt x="1578" y="1317"/>
                    <a:pt x="1577" y="1318"/>
                    <a:pt x="1578" y="1320"/>
                  </a:cubicBezTo>
                  <a:cubicBezTo>
                    <a:pt x="1579" y="1321"/>
                    <a:pt x="1581" y="1321"/>
                    <a:pt x="1583" y="1321"/>
                  </a:cubicBezTo>
                  <a:cubicBezTo>
                    <a:pt x="1584" y="1321"/>
                    <a:pt x="1586" y="1320"/>
                    <a:pt x="1587" y="1320"/>
                  </a:cubicBezTo>
                  <a:cubicBezTo>
                    <a:pt x="1588" y="1319"/>
                    <a:pt x="1589" y="1317"/>
                    <a:pt x="1591" y="1317"/>
                  </a:cubicBezTo>
                  <a:cubicBezTo>
                    <a:pt x="1593" y="1316"/>
                    <a:pt x="1596" y="1315"/>
                    <a:pt x="1596" y="1314"/>
                  </a:cubicBezTo>
                  <a:cubicBezTo>
                    <a:pt x="1597" y="1313"/>
                    <a:pt x="1596" y="1311"/>
                    <a:pt x="1595" y="1312"/>
                  </a:cubicBezTo>
                  <a:cubicBezTo>
                    <a:pt x="1594" y="1312"/>
                    <a:pt x="1593" y="1313"/>
                    <a:pt x="1591" y="1313"/>
                  </a:cubicBezTo>
                  <a:cubicBezTo>
                    <a:pt x="1589" y="1313"/>
                    <a:pt x="1586" y="1313"/>
                    <a:pt x="1585" y="1313"/>
                  </a:cubicBezTo>
                  <a:cubicBezTo>
                    <a:pt x="1583" y="1313"/>
                    <a:pt x="1582" y="1313"/>
                    <a:pt x="1581" y="1313"/>
                  </a:cubicBezTo>
                  <a:cubicBezTo>
                    <a:pt x="1579" y="1313"/>
                    <a:pt x="1573" y="1312"/>
                    <a:pt x="1573" y="1312"/>
                  </a:cubicBezTo>
                  <a:cubicBezTo>
                    <a:pt x="1573" y="1311"/>
                    <a:pt x="1575" y="1309"/>
                    <a:pt x="1576" y="1308"/>
                  </a:cubicBezTo>
                  <a:cubicBezTo>
                    <a:pt x="1576" y="1308"/>
                    <a:pt x="1577" y="1305"/>
                    <a:pt x="1578" y="1305"/>
                  </a:cubicBezTo>
                  <a:cubicBezTo>
                    <a:pt x="1579" y="1304"/>
                    <a:pt x="1580" y="1301"/>
                    <a:pt x="1580" y="1301"/>
                  </a:cubicBezTo>
                  <a:cubicBezTo>
                    <a:pt x="1579" y="1301"/>
                    <a:pt x="1578" y="1301"/>
                    <a:pt x="1577" y="1301"/>
                  </a:cubicBezTo>
                  <a:cubicBezTo>
                    <a:pt x="1576" y="1301"/>
                    <a:pt x="1574" y="1299"/>
                    <a:pt x="1573" y="1298"/>
                  </a:cubicBezTo>
                  <a:cubicBezTo>
                    <a:pt x="1573" y="1297"/>
                    <a:pt x="1571" y="1294"/>
                    <a:pt x="1571" y="1294"/>
                  </a:cubicBezTo>
                  <a:cubicBezTo>
                    <a:pt x="1571" y="1294"/>
                    <a:pt x="1569" y="1293"/>
                    <a:pt x="1569" y="1295"/>
                  </a:cubicBezTo>
                  <a:cubicBezTo>
                    <a:pt x="1569" y="1296"/>
                    <a:pt x="1570" y="1297"/>
                    <a:pt x="1570" y="1299"/>
                  </a:cubicBezTo>
                  <a:cubicBezTo>
                    <a:pt x="1570" y="1302"/>
                    <a:pt x="1569" y="1304"/>
                    <a:pt x="1567" y="1305"/>
                  </a:cubicBezTo>
                  <a:cubicBezTo>
                    <a:pt x="1566" y="1306"/>
                    <a:pt x="1565" y="1306"/>
                    <a:pt x="1563" y="1307"/>
                  </a:cubicBezTo>
                  <a:cubicBezTo>
                    <a:pt x="1561" y="1307"/>
                    <a:pt x="1558" y="1309"/>
                    <a:pt x="1557" y="1310"/>
                  </a:cubicBezTo>
                  <a:cubicBezTo>
                    <a:pt x="1556" y="1311"/>
                    <a:pt x="1553" y="1313"/>
                    <a:pt x="1552" y="1313"/>
                  </a:cubicBezTo>
                  <a:cubicBezTo>
                    <a:pt x="1551" y="1314"/>
                    <a:pt x="1549" y="1316"/>
                    <a:pt x="1548" y="1316"/>
                  </a:cubicBezTo>
                  <a:cubicBezTo>
                    <a:pt x="1547" y="1316"/>
                    <a:pt x="1544" y="1315"/>
                    <a:pt x="1544" y="1314"/>
                  </a:cubicBezTo>
                  <a:cubicBezTo>
                    <a:pt x="1544" y="1313"/>
                    <a:pt x="1544" y="1311"/>
                    <a:pt x="1544" y="1311"/>
                  </a:cubicBezTo>
                  <a:cubicBezTo>
                    <a:pt x="1544" y="1311"/>
                    <a:pt x="1542" y="1310"/>
                    <a:pt x="1541" y="1312"/>
                  </a:cubicBezTo>
                  <a:cubicBezTo>
                    <a:pt x="1540" y="1313"/>
                    <a:pt x="1539" y="1315"/>
                    <a:pt x="1538" y="1316"/>
                  </a:cubicBezTo>
                  <a:cubicBezTo>
                    <a:pt x="1537" y="1318"/>
                    <a:pt x="1535" y="1319"/>
                    <a:pt x="1534" y="1320"/>
                  </a:cubicBezTo>
                  <a:cubicBezTo>
                    <a:pt x="1534" y="1320"/>
                    <a:pt x="1531" y="1320"/>
                    <a:pt x="1530" y="1320"/>
                  </a:cubicBezTo>
                  <a:cubicBezTo>
                    <a:pt x="1529" y="1320"/>
                    <a:pt x="1527" y="1319"/>
                    <a:pt x="1525" y="1319"/>
                  </a:cubicBezTo>
                  <a:cubicBezTo>
                    <a:pt x="1523" y="1318"/>
                    <a:pt x="1522" y="1318"/>
                    <a:pt x="1522" y="1317"/>
                  </a:cubicBezTo>
                  <a:cubicBezTo>
                    <a:pt x="1521" y="1317"/>
                    <a:pt x="1520" y="1317"/>
                    <a:pt x="1519" y="1316"/>
                  </a:cubicBezTo>
                  <a:cubicBezTo>
                    <a:pt x="1518" y="1316"/>
                    <a:pt x="1517" y="1316"/>
                    <a:pt x="1517" y="1316"/>
                  </a:cubicBezTo>
                  <a:cubicBezTo>
                    <a:pt x="1517" y="1315"/>
                    <a:pt x="1517" y="1314"/>
                    <a:pt x="1517" y="1314"/>
                  </a:cubicBezTo>
                  <a:cubicBezTo>
                    <a:pt x="1517" y="1314"/>
                    <a:pt x="1517" y="1314"/>
                    <a:pt x="1517" y="1314"/>
                  </a:cubicBezTo>
                  <a:cubicBezTo>
                    <a:pt x="1517" y="1312"/>
                    <a:pt x="1517" y="1309"/>
                    <a:pt x="1515" y="1306"/>
                  </a:cubicBezTo>
                  <a:cubicBezTo>
                    <a:pt x="1514" y="1304"/>
                    <a:pt x="1512" y="1303"/>
                    <a:pt x="1511" y="1303"/>
                  </a:cubicBezTo>
                  <a:cubicBezTo>
                    <a:pt x="1510" y="1303"/>
                    <a:pt x="1510" y="1303"/>
                    <a:pt x="1509" y="1302"/>
                  </a:cubicBezTo>
                  <a:cubicBezTo>
                    <a:pt x="1509" y="1302"/>
                    <a:pt x="1509" y="1297"/>
                    <a:pt x="1509" y="1291"/>
                  </a:cubicBezTo>
                  <a:cubicBezTo>
                    <a:pt x="1509" y="1282"/>
                    <a:pt x="1510" y="1270"/>
                    <a:pt x="1507" y="1268"/>
                  </a:cubicBezTo>
                  <a:cubicBezTo>
                    <a:pt x="1505" y="1266"/>
                    <a:pt x="1504" y="1264"/>
                    <a:pt x="1502" y="1263"/>
                  </a:cubicBezTo>
                  <a:cubicBezTo>
                    <a:pt x="1500" y="1262"/>
                    <a:pt x="1498" y="1261"/>
                    <a:pt x="1496" y="1261"/>
                  </a:cubicBezTo>
                  <a:cubicBezTo>
                    <a:pt x="1494" y="1261"/>
                    <a:pt x="1492" y="1262"/>
                    <a:pt x="1491" y="1262"/>
                  </a:cubicBezTo>
                  <a:cubicBezTo>
                    <a:pt x="1488" y="1263"/>
                    <a:pt x="1486" y="1264"/>
                    <a:pt x="1485" y="1263"/>
                  </a:cubicBezTo>
                  <a:cubicBezTo>
                    <a:pt x="1484" y="1263"/>
                    <a:pt x="1483" y="1262"/>
                    <a:pt x="1482" y="1261"/>
                  </a:cubicBezTo>
                  <a:cubicBezTo>
                    <a:pt x="1480" y="1259"/>
                    <a:pt x="1479" y="1258"/>
                    <a:pt x="1476" y="1259"/>
                  </a:cubicBezTo>
                  <a:cubicBezTo>
                    <a:pt x="1473" y="1261"/>
                    <a:pt x="1470" y="1267"/>
                    <a:pt x="1467" y="1271"/>
                  </a:cubicBezTo>
                  <a:cubicBezTo>
                    <a:pt x="1467" y="1272"/>
                    <a:pt x="1466" y="1273"/>
                    <a:pt x="1466" y="1274"/>
                  </a:cubicBezTo>
                  <a:cubicBezTo>
                    <a:pt x="1464" y="1276"/>
                    <a:pt x="1463" y="1279"/>
                    <a:pt x="1462" y="1281"/>
                  </a:cubicBezTo>
                  <a:cubicBezTo>
                    <a:pt x="1460" y="1285"/>
                    <a:pt x="1458" y="1288"/>
                    <a:pt x="1457" y="1290"/>
                  </a:cubicBezTo>
                  <a:cubicBezTo>
                    <a:pt x="1455" y="1292"/>
                    <a:pt x="1455" y="1293"/>
                    <a:pt x="1455" y="1294"/>
                  </a:cubicBezTo>
                  <a:cubicBezTo>
                    <a:pt x="1455" y="1295"/>
                    <a:pt x="1455" y="1296"/>
                    <a:pt x="1454" y="1298"/>
                  </a:cubicBezTo>
                  <a:cubicBezTo>
                    <a:pt x="1454" y="1299"/>
                    <a:pt x="1453" y="1299"/>
                    <a:pt x="1453" y="1300"/>
                  </a:cubicBezTo>
                  <a:cubicBezTo>
                    <a:pt x="1450" y="1304"/>
                    <a:pt x="1444" y="1314"/>
                    <a:pt x="1441" y="1314"/>
                  </a:cubicBezTo>
                  <a:cubicBezTo>
                    <a:pt x="1440" y="1314"/>
                    <a:pt x="1439" y="1313"/>
                    <a:pt x="1438" y="1313"/>
                  </a:cubicBezTo>
                  <a:cubicBezTo>
                    <a:pt x="1436" y="1313"/>
                    <a:pt x="1435" y="1313"/>
                    <a:pt x="1433" y="1314"/>
                  </a:cubicBezTo>
                  <a:cubicBezTo>
                    <a:pt x="1432" y="1314"/>
                    <a:pt x="1431" y="1316"/>
                    <a:pt x="1430" y="1317"/>
                  </a:cubicBezTo>
                  <a:cubicBezTo>
                    <a:pt x="1429" y="1319"/>
                    <a:pt x="1429" y="1320"/>
                    <a:pt x="1428" y="1320"/>
                  </a:cubicBezTo>
                  <a:cubicBezTo>
                    <a:pt x="1426" y="1320"/>
                    <a:pt x="1409" y="1321"/>
                    <a:pt x="1395" y="1321"/>
                  </a:cubicBezTo>
                  <a:cubicBezTo>
                    <a:pt x="1388" y="1321"/>
                    <a:pt x="1381" y="1321"/>
                    <a:pt x="1380" y="1321"/>
                  </a:cubicBezTo>
                  <a:cubicBezTo>
                    <a:pt x="1377" y="1320"/>
                    <a:pt x="1373" y="1321"/>
                    <a:pt x="1370" y="1321"/>
                  </a:cubicBezTo>
                  <a:cubicBezTo>
                    <a:pt x="1365" y="1321"/>
                    <a:pt x="1361" y="1322"/>
                    <a:pt x="1359" y="1322"/>
                  </a:cubicBezTo>
                  <a:cubicBezTo>
                    <a:pt x="1358" y="1323"/>
                    <a:pt x="1349" y="1329"/>
                    <a:pt x="1341" y="1335"/>
                  </a:cubicBezTo>
                  <a:cubicBezTo>
                    <a:pt x="1339" y="1336"/>
                    <a:pt x="1337" y="1338"/>
                    <a:pt x="1335" y="1339"/>
                  </a:cubicBezTo>
                  <a:cubicBezTo>
                    <a:pt x="1334" y="1339"/>
                    <a:pt x="1334" y="1339"/>
                    <a:pt x="1333" y="1340"/>
                  </a:cubicBezTo>
                  <a:cubicBezTo>
                    <a:pt x="1328" y="1340"/>
                    <a:pt x="1327" y="1340"/>
                    <a:pt x="1322" y="1343"/>
                  </a:cubicBezTo>
                  <a:cubicBezTo>
                    <a:pt x="1318" y="1346"/>
                    <a:pt x="1320" y="1348"/>
                    <a:pt x="1315" y="1348"/>
                  </a:cubicBezTo>
                  <a:cubicBezTo>
                    <a:pt x="1310" y="1347"/>
                    <a:pt x="1310" y="1346"/>
                    <a:pt x="1304" y="1347"/>
                  </a:cubicBezTo>
                  <a:cubicBezTo>
                    <a:pt x="1299" y="1348"/>
                    <a:pt x="1298" y="1347"/>
                    <a:pt x="1292" y="1350"/>
                  </a:cubicBezTo>
                  <a:cubicBezTo>
                    <a:pt x="1287" y="1352"/>
                    <a:pt x="1284" y="1351"/>
                    <a:pt x="1279" y="1352"/>
                  </a:cubicBezTo>
                  <a:cubicBezTo>
                    <a:pt x="1274" y="1353"/>
                    <a:pt x="1271" y="1352"/>
                    <a:pt x="1268" y="1354"/>
                  </a:cubicBezTo>
                  <a:cubicBezTo>
                    <a:pt x="1263" y="1358"/>
                    <a:pt x="1258" y="1366"/>
                    <a:pt x="1267" y="1366"/>
                  </a:cubicBezTo>
                  <a:cubicBezTo>
                    <a:pt x="1269" y="1365"/>
                    <a:pt x="1271" y="1366"/>
                    <a:pt x="1273" y="1365"/>
                  </a:cubicBezTo>
                  <a:cubicBezTo>
                    <a:pt x="1274" y="1368"/>
                    <a:pt x="1275" y="1371"/>
                    <a:pt x="1275" y="1374"/>
                  </a:cubicBezTo>
                  <a:cubicBezTo>
                    <a:pt x="1273" y="1374"/>
                    <a:pt x="1273" y="1375"/>
                    <a:pt x="1270" y="1376"/>
                  </a:cubicBezTo>
                  <a:cubicBezTo>
                    <a:pt x="1266" y="1377"/>
                    <a:pt x="1267" y="1376"/>
                    <a:pt x="1263" y="1376"/>
                  </a:cubicBezTo>
                  <a:cubicBezTo>
                    <a:pt x="1260" y="1376"/>
                    <a:pt x="1259" y="1376"/>
                    <a:pt x="1254" y="1378"/>
                  </a:cubicBezTo>
                  <a:cubicBezTo>
                    <a:pt x="1249" y="1379"/>
                    <a:pt x="1252" y="1379"/>
                    <a:pt x="1249" y="1380"/>
                  </a:cubicBezTo>
                  <a:cubicBezTo>
                    <a:pt x="1247" y="1382"/>
                    <a:pt x="1247" y="1381"/>
                    <a:pt x="1244" y="1382"/>
                  </a:cubicBezTo>
                  <a:cubicBezTo>
                    <a:pt x="1240" y="1383"/>
                    <a:pt x="1241" y="1382"/>
                    <a:pt x="1238" y="1382"/>
                  </a:cubicBezTo>
                  <a:cubicBezTo>
                    <a:pt x="1235" y="1382"/>
                    <a:pt x="1234" y="1381"/>
                    <a:pt x="1230" y="1381"/>
                  </a:cubicBezTo>
                  <a:cubicBezTo>
                    <a:pt x="1226" y="1381"/>
                    <a:pt x="1224" y="1383"/>
                    <a:pt x="1221" y="1385"/>
                  </a:cubicBezTo>
                  <a:cubicBezTo>
                    <a:pt x="1218" y="1387"/>
                    <a:pt x="1219" y="1388"/>
                    <a:pt x="1214" y="1391"/>
                  </a:cubicBezTo>
                  <a:cubicBezTo>
                    <a:pt x="1209" y="1395"/>
                    <a:pt x="1207" y="1395"/>
                    <a:pt x="1204" y="1397"/>
                  </a:cubicBezTo>
                  <a:cubicBezTo>
                    <a:pt x="1201" y="1398"/>
                    <a:pt x="1200" y="1398"/>
                    <a:pt x="1196" y="1398"/>
                  </a:cubicBezTo>
                  <a:cubicBezTo>
                    <a:pt x="1195" y="1398"/>
                    <a:pt x="1194" y="1398"/>
                    <a:pt x="1193" y="1398"/>
                  </a:cubicBezTo>
                  <a:cubicBezTo>
                    <a:pt x="1193" y="1398"/>
                    <a:pt x="1193" y="1398"/>
                    <a:pt x="1193" y="1398"/>
                  </a:cubicBezTo>
                  <a:cubicBezTo>
                    <a:pt x="1192" y="1397"/>
                    <a:pt x="1191" y="1396"/>
                    <a:pt x="1192" y="1394"/>
                  </a:cubicBezTo>
                  <a:cubicBezTo>
                    <a:pt x="1192" y="1392"/>
                    <a:pt x="1193" y="1390"/>
                    <a:pt x="1194" y="1389"/>
                  </a:cubicBezTo>
                  <a:cubicBezTo>
                    <a:pt x="1194" y="1389"/>
                    <a:pt x="1196" y="1388"/>
                    <a:pt x="1197" y="1386"/>
                  </a:cubicBezTo>
                  <a:cubicBezTo>
                    <a:pt x="1200" y="1384"/>
                    <a:pt x="1202" y="1382"/>
                    <a:pt x="1203" y="1380"/>
                  </a:cubicBezTo>
                  <a:cubicBezTo>
                    <a:pt x="1204" y="1379"/>
                    <a:pt x="1206" y="1375"/>
                    <a:pt x="1208" y="1370"/>
                  </a:cubicBezTo>
                  <a:cubicBezTo>
                    <a:pt x="1211" y="1370"/>
                    <a:pt x="1211" y="1370"/>
                    <a:pt x="1215" y="1365"/>
                  </a:cubicBezTo>
                  <a:cubicBezTo>
                    <a:pt x="1219" y="1359"/>
                    <a:pt x="1219" y="1360"/>
                    <a:pt x="1220" y="1356"/>
                  </a:cubicBezTo>
                  <a:cubicBezTo>
                    <a:pt x="1221" y="1351"/>
                    <a:pt x="1220" y="1351"/>
                    <a:pt x="1221" y="1346"/>
                  </a:cubicBezTo>
                  <a:cubicBezTo>
                    <a:pt x="1222" y="1341"/>
                    <a:pt x="1225" y="1336"/>
                    <a:pt x="1227" y="1335"/>
                  </a:cubicBezTo>
                  <a:cubicBezTo>
                    <a:pt x="1229" y="1334"/>
                    <a:pt x="1229" y="1331"/>
                    <a:pt x="1229" y="1330"/>
                  </a:cubicBezTo>
                  <a:cubicBezTo>
                    <a:pt x="1229" y="1328"/>
                    <a:pt x="1230" y="1327"/>
                    <a:pt x="1228" y="1325"/>
                  </a:cubicBezTo>
                  <a:cubicBezTo>
                    <a:pt x="1226" y="1323"/>
                    <a:pt x="1227" y="1322"/>
                    <a:pt x="1225" y="1320"/>
                  </a:cubicBezTo>
                  <a:cubicBezTo>
                    <a:pt x="1222" y="1319"/>
                    <a:pt x="1220" y="1318"/>
                    <a:pt x="1222" y="1317"/>
                  </a:cubicBezTo>
                  <a:cubicBezTo>
                    <a:pt x="1223" y="1315"/>
                    <a:pt x="1224" y="1316"/>
                    <a:pt x="1226" y="1317"/>
                  </a:cubicBezTo>
                  <a:cubicBezTo>
                    <a:pt x="1229" y="1317"/>
                    <a:pt x="1230" y="1318"/>
                    <a:pt x="1230" y="1319"/>
                  </a:cubicBezTo>
                  <a:cubicBezTo>
                    <a:pt x="1230" y="1321"/>
                    <a:pt x="1228" y="1320"/>
                    <a:pt x="1230" y="1322"/>
                  </a:cubicBezTo>
                  <a:cubicBezTo>
                    <a:pt x="1231" y="1324"/>
                    <a:pt x="1235" y="1322"/>
                    <a:pt x="1235" y="1324"/>
                  </a:cubicBezTo>
                  <a:cubicBezTo>
                    <a:pt x="1235" y="1326"/>
                    <a:pt x="1233" y="1326"/>
                    <a:pt x="1233" y="1328"/>
                  </a:cubicBezTo>
                  <a:cubicBezTo>
                    <a:pt x="1234" y="1330"/>
                    <a:pt x="1234" y="1333"/>
                    <a:pt x="1236" y="1332"/>
                  </a:cubicBezTo>
                  <a:cubicBezTo>
                    <a:pt x="1239" y="1331"/>
                    <a:pt x="1239" y="1329"/>
                    <a:pt x="1241" y="1330"/>
                  </a:cubicBezTo>
                  <a:cubicBezTo>
                    <a:pt x="1243" y="1330"/>
                    <a:pt x="1244" y="1330"/>
                    <a:pt x="1246" y="1332"/>
                  </a:cubicBezTo>
                  <a:cubicBezTo>
                    <a:pt x="1247" y="1334"/>
                    <a:pt x="1247" y="1334"/>
                    <a:pt x="1250" y="1335"/>
                  </a:cubicBezTo>
                  <a:cubicBezTo>
                    <a:pt x="1252" y="1335"/>
                    <a:pt x="1254" y="1336"/>
                    <a:pt x="1254" y="1334"/>
                  </a:cubicBezTo>
                  <a:cubicBezTo>
                    <a:pt x="1255" y="1331"/>
                    <a:pt x="1253" y="1330"/>
                    <a:pt x="1254" y="1328"/>
                  </a:cubicBezTo>
                  <a:cubicBezTo>
                    <a:pt x="1255" y="1327"/>
                    <a:pt x="1255" y="1324"/>
                    <a:pt x="1257" y="1326"/>
                  </a:cubicBezTo>
                  <a:cubicBezTo>
                    <a:pt x="1260" y="1328"/>
                    <a:pt x="1262" y="1330"/>
                    <a:pt x="1262" y="1328"/>
                  </a:cubicBezTo>
                  <a:cubicBezTo>
                    <a:pt x="1262" y="1327"/>
                    <a:pt x="1260" y="1324"/>
                    <a:pt x="1259" y="1323"/>
                  </a:cubicBezTo>
                  <a:cubicBezTo>
                    <a:pt x="1258" y="1322"/>
                    <a:pt x="1256" y="1322"/>
                    <a:pt x="1255" y="1319"/>
                  </a:cubicBezTo>
                  <a:cubicBezTo>
                    <a:pt x="1255" y="1315"/>
                    <a:pt x="1257" y="1314"/>
                    <a:pt x="1255" y="1312"/>
                  </a:cubicBezTo>
                  <a:cubicBezTo>
                    <a:pt x="1253" y="1310"/>
                    <a:pt x="1249" y="1307"/>
                    <a:pt x="1247" y="1306"/>
                  </a:cubicBezTo>
                  <a:cubicBezTo>
                    <a:pt x="1245" y="1305"/>
                    <a:pt x="1243" y="1302"/>
                    <a:pt x="1241" y="1300"/>
                  </a:cubicBezTo>
                  <a:cubicBezTo>
                    <a:pt x="1239" y="1297"/>
                    <a:pt x="1238" y="1297"/>
                    <a:pt x="1234" y="1297"/>
                  </a:cubicBezTo>
                  <a:cubicBezTo>
                    <a:pt x="1231" y="1297"/>
                    <a:pt x="1227" y="1298"/>
                    <a:pt x="1224" y="1296"/>
                  </a:cubicBezTo>
                  <a:cubicBezTo>
                    <a:pt x="1221" y="1295"/>
                    <a:pt x="1217" y="1292"/>
                    <a:pt x="1211" y="1292"/>
                  </a:cubicBezTo>
                  <a:cubicBezTo>
                    <a:pt x="1205" y="1292"/>
                    <a:pt x="1203" y="1292"/>
                    <a:pt x="1199" y="1292"/>
                  </a:cubicBezTo>
                  <a:cubicBezTo>
                    <a:pt x="1196" y="1291"/>
                    <a:pt x="1194" y="1291"/>
                    <a:pt x="1192" y="1290"/>
                  </a:cubicBezTo>
                  <a:cubicBezTo>
                    <a:pt x="1189" y="1289"/>
                    <a:pt x="1186" y="1291"/>
                    <a:pt x="1183" y="1290"/>
                  </a:cubicBezTo>
                  <a:cubicBezTo>
                    <a:pt x="1181" y="1290"/>
                    <a:pt x="1177" y="1290"/>
                    <a:pt x="1174" y="1291"/>
                  </a:cubicBezTo>
                  <a:cubicBezTo>
                    <a:pt x="1174" y="1290"/>
                    <a:pt x="1173" y="1290"/>
                    <a:pt x="1173" y="1289"/>
                  </a:cubicBezTo>
                  <a:cubicBezTo>
                    <a:pt x="1172" y="1288"/>
                    <a:pt x="1172" y="1287"/>
                    <a:pt x="1172" y="1286"/>
                  </a:cubicBezTo>
                  <a:cubicBezTo>
                    <a:pt x="1171" y="1284"/>
                    <a:pt x="1171" y="1283"/>
                    <a:pt x="1169" y="1282"/>
                  </a:cubicBezTo>
                  <a:cubicBezTo>
                    <a:pt x="1168" y="1282"/>
                    <a:pt x="1167" y="1282"/>
                    <a:pt x="1165" y="1282"/>
                  </a:cubicBezTo>
                  <a:cubicBezTo>
                    <a:pt x="1164" y="1282"/>
                    <a:pt x="1163" y="1283"/>
                    <a:pt x="1162" y="1283"/>
                  </a:cubicBezTo>
                  <a:cubicBezTo>
                    <a:pt x="1160" y="1283"/>
                    <a:pt x="1160" y="1282"/>
                    <a:pt x="1159" y="1281"/>
                  </a:cubicBezTo>
                  <a:close/>
                  <a:moveTo>
                    <a:pt x="1718" y="1182"/>
                  </a:moveTo>
                  <a:cubicBezTo>
                    <a:pt x="1715" y="1186"/>
                    <a:pt x="1715" y="1189"/>
                    <a:pt x="1714" y="1191"/>
                  </a:cubicBezTo>
                  <a:cubicBezTo>
                    <a:pt x="1714" y="1193"/>
                    <a:pt x="1714" y="1195"/>
                    <a:pt x="1712" y="1198"/>
                  </a:cubicBezTo>
                  <a:cubicBezTo>
                    <a:pt x="1709" y="1201"/>
                    <a:pt x="1707" y="1204"/>
                    <a:pt x="1706" y="1205"/>
                  </a:cubicBezTo>
                  <a:cubicBezTo>
                    <a:pt x="1705" y="1207"/>
                    <a:pt x="1704" y="1209"/>
                    <a:pt x="1705" y="1210"/>
                  </a:cubicBezTo>
                  <a:cubicBezTo>
                    <a:pt x="1707" y="1211"/>
                    <a:pt x="1707" y="1210"/>
                    <a:pt x="1709" y="1211"/>
                  </a:cubicBezTo>
                  <a:cubicBezTo>
                    <a:pt x="1711" y="1212"/>
                    <a:pt x="1713" y="1214"/>
                    <a:pt x="1711" y="1214"/>
                  </a:cubicBezTo>
                  <a:cubicBezTo>
                    <a:pt x="1710" y="1214"/>
                    <a:pt x="1706" y="1212"/>
                    <a:pt x="1707" y="1214"/>
                  </a:cubicBezTo>
                  <a:cubicBezTo>
                    <a:pt x="1708" y="1217"/>
                    <a:pt x="1710" y="1219"/>
                    <a:pt x="1709" y="1219"/>
                  </a:cubicBezTo>
                  <a:cubicBezTo>
                    <a:pt x="1709" y="1220"/>
                    <a:pt x="1706" y="1220"/>
                    <a:pt x="1705" y="1218"/>
                  </a:cubicBezTo>
                  <a:cubicBezTo>
                    <a:pt x="1704" y="1217"/>
                    <a:pt x="1701" y="1215"/>
                    <a:pt x="1700" y="1217"/>
                  </a:cubicBezTo>
                  <a:cubicBezTo>
                    <a:pt x="1698" y="1218"/>
                    <a:pt x="1697" y="1222"/>
                    <a:pt x="1697" y="1224"/>
                  </a:cubicBezTo>
                  <a:cubicBezTo>
                    <a:pt x="1697" y="1226"/>
                    <a:pt x="1697" y="1228"/>
                    <a:pt x="1696" y="1228"/>
                  </a:cubicBezTo>
                  <a:cubicBezTo>
                    <a:pt x="1694" y="1228"/>
                    <a:pt x="1691" y="1229"/>
                    <a:pt x="1691" y="1228"/>
                  </a:cubicBezTo>
                  <a:cubicBezTo>
                    <a:pt x="1691" y="1227"/>
                    <a:pt x="1693" y="1225"/>
                    <a:pt x="1693" y="1225"/>
                  </a:cubicBezTo>
                  <a:cubicBezTo>
                    <a:pt x="1692" y="1225"/>
                    <a:pt x="1691" y="1225"/>
                    <a:pt x="1689" y="1226"/>
                  </a:cubicBezTo>
                  <a:cubicBezTo>
                    <a:pt x="1687" y="1227"/>
                    <a:pt x="1688" y="1228"/>
                    <a:pt x="1686" y="1229"/>
                  </a:cubicBezTo>
                  <a:cubicBezTo>
                    <a:pt x="1684" y="1230"/>
                    <a:pt x="1682" y="1232"/>
                    <a:pt x="1684" y="1232"/>
                  </a:cubicBezTo>
                  <a:cubicBezTo>
                    <a:pt x="1686" y="1233"/>
                    <a:pt x="1688" y="1232"/>
                    <a:pt x="1690" y="1231"/>
                  </a:cubicBezTo>
                  <a:cubicBezTo>
                    <a:pt x="1691" y="1231"/>
                    <a:pt x="1692" y="1231"/>
                    <a:pt x="1694" y="1231"/>
                  </a:cubicBezTo>
                  <a:cubicBezTo>
                    <a:pt x="1697" y="1231"/>
                    <a:pt x="1700" y="1230"/>
                    <a:pt x="1701" y="1231"/>
                  </a:cubicBezTo>
                  <a:cubicBezTo>
                    <a:pt x="1703" y="1232"/>
                    <a:pt x="1700" y="1234"/>
                    <a:pt x="1698" y="1235"/>
                  </a:cubicBezTo>
                  <a:cubicBezTo>
                    <a:pt x="1696" y="1235"/>
                    <a:pt x="1689" y="1239"/>
                    <a:pt x="1688" y="1241"/>
                  </a:cubicBezTo>
                  <a:cubicBezTo>
                    <a:pt x="1687" y="1243"/>
                    <a:pt x="1686" y="1244"/>
                    <a:pt x="1684" y="1245"/>
                  </a:cubicBezTo>
                  <a:cubicBezTo>
                    <a:pt x="1683" y="1247"/>
                    <a:pt x="1681" y="1248"/>
                    <a:pt x="1682" y="1249"/>
                  </a:cubicBezTo>
                  <a:cubicBezTo>
                    <a:pt x="1682" y="1250"/>
                    <a:pt x="1683" y="1250"/>
                    <a:pt x="1684" y="1252"/>
                  </a:cubicBezTo>
                  <a:cubicBezTo>
                    <a:pt x="1686" y="1254"/>
                    <a:pt x="1688" y="1255"/>
                    <a:pt x="1693" y="1255"/>
                  </a:cubicBezTo>
                  <a:cubicBezTo>
                    <a:pt x="1697" y="1255"/>
                    <a:pt x="1702" y="1253"/>
                    <a:pt x="1703" y="1253"/>
                  </a:cubicBezTo>
                  <a:cubicBezTo>
                    <a:pt x="1704" y="1253"/>
                    <a:pt x="1708" y="1253"/>
                    <a:pt x="1710" y="1253"/>
                  </a:cubicBezTo>
                  <a:cubicBezTo>
                    <a:pt x="1713" y="1253"/>
                    <a:pt x="1716" y="1252"/>
                    <a:pt x="1720" y="1254"/>
                  </a:cubicBezTo>
                  <a:cubicBezTo>
                    <a:pt x="1723" y="1255"/>
                    <a:pt x="1727" y="1255"/>
                    <a:pt x="1730" y="1256"/>
                  </a:cubicBezTo>
                  <a:cubicBezTo>
                    <a:pt x="1733" y="1256"/>
                    <a:pt x="1734" y="1255"/>
                    <a:pt x="1736" y="1255"/>
                  </a:cubicBezTo>
                  <a:cubicBezTo>
                    <a:pt x="1737" y="1254"/>
                    <a:pt x="1741" y="1254"/>
                    <a:pt x="1742" y="1254"/>
                  </a:cubicBezTo>
                  <a:cubicBezTo>
                    <a:pt x="1742" y="1254"/>
                    <a:pt x="1744" y="1251"/>
                    <a:pt x="1745" y="1250"/>
                  </a:cubicBezTo>
                  <a:cubicBezTo>
                    <a:pt x="1745" y="1249"/>
                    <a:pt x="1748" y="1249"/>
                    <a:pt x="1750" y="1250"/>
                  </a:cubicBezTo>
                  <a:cubicBezTo>
                    <a:pt x="1752" y="1250"/>
                    <a:pt x="1753" y="1247"/>
                    <a:pt x="1754" y="1248"/>
                  </a:cubicBezTo>
                  <a:cubicBezTo>
                    <a:pt x="1755" y="1248"/>
                    <a:pt x="1754" y="1249"/>
                    <a:pt x="1754" y="1251"/>
                  </a:cubicBezTo>
                  <a:cubicBezTo>
                    <a:pt x="1755" y="1253"/>
                    <a:pt x="1758" y="1252"/>
                    <a:pt x="1758" y="1253"/>
                  </a:cubicBezTo>
                  <a:cubicBezTo>
                    <a:pt x="1758" y="1255"/>
                    <a:pt x="1755" y="1256"/>
                    <a:pt x="1756" y="1257"/>
                  </a:cubicBezTo>
                  <a:cubicBezTo>
                    <a:pt x="1758" y="1257"/>
                    <a:pt x="1760" y="1260"/>
                    <a:pt x="1762" y="1259"/>
                  </a:cubicBezTo>
                  <a:cubicBezTo>
                    <a:pt x="1764" y="1257"/>
                    <a:pt x="1761" y="1253"/>
                    <a:pt x="1764" y="1253"/>
                  </a:cubicBezTo>
                  <a:cubicBezTo>
                    <a:pt x="1767" y="1253"/>
                    <a:pt x="1766" y="1257"/>
                    <a:pt x="1769" y="1254"/>
                  </a:cubicBezTo>
                  <a:cubicBezTo>
                    <a:pt x="1771" y="1251"/>
                    <a:pt x="1772" y="1249"/>
                    <a:pt x="1773" y="1251"/>
                  </a:cubicBezTo>
                  <a:cubicBezTo>
                    <a:pt x="1774" y="1252"/>
                    <a:pt x="1772" y="1253"/>
                    <a:pt x="1773" y="1254"/>
                  </a:cubicBezTo>
                  <a:cubicBezTo>
                    <a:pt x="1775" y="1255"/>
                    <a:pt x="1776" y="1254"/>
                    <a:pt x="1776" y="1255"/>
                  </a:cubicBezTo>
                  <a:cubicBezTo>
                    <a:pt x="1776" y="1256"/>
                    <a:pt x="1775" y="1258"/>
                    <a:pt x="1772" y="1258"/>
                  </a:cubicBezTo>
                  <a:cubicBezTo>
                    <a:pt x="1769" y="1259"/>
                    <a:pt x="1766" y="1259"/>
                    <a:pt x="1764" y="1262"/>
                  </a:cubicBezTo>
                  <a:cubicBezTo>
                    <a:pt x="1763" y="1265"/>
                    <a:pt x="1761" y="1266"/>
                    <a:pt x="1759" y="1267"/>
                  </a:cubicBezTo>
                  <a:cubicBezTo>
                    <a:pt x="1756" y="1268"/>
                    <a:pt x="1753" y="1268"/>
                    <a:pt x="1753" y="1271"/>
                  </a:cubicBezTo>
                  <a:cubicBezTo>
                    <a:pt x="1752" y="1273"/>
                    <a:pt x="1754" y="1274"/>
                    <a:pt x="1757" y="1274"/>
                  </a:cubicBezTo>
                  <a:cubicBezTo>
                    <a:pt x="1760" y="1273"/>
                    <a:pt x="1761" y="1272"/>
                    <a:pt x="1764" y="1273"/>
                  </a:cubicBezTo>
                  <a:cubicBezTo>
                    <a:pt x="1766" y="1274"/>
                    <a:pt x="1770" y="1273"/>
                    <a:pt x="1771" y="1270"/>
                  </a:cubicBezTo>
                  <a:cubicBezTo>
                    <a:pt x="1772" y="1266"/>
                    <a:pt x="1773" y="1262"/>
                    <a:pt x="1775" y="1261"/>
                  </a:cubicBezTo>
                  <a:cubicBezTo>
                    <a:pt x="1777" y="1260"/>
                    <a:pt x="1779" y="1261"/>
                    <a:pt x="1780" y="1260"/>
                  </a:cubicBezTo>
                  <a:cubicBezTo>
                    <a:pt x="1782" y="1259"/>
                    <a:pt x="1783" y="1257"/>
                    <a:pt x="1784" y="1254"/>
                  </a:cubicBezTo>
                  <a:cubicBezTo>
                    <a:pt x="1785" y="1252"/>
                    <a:pt x="1786" y="1249"/>
                    <a:pt x="1788" y="1250"/>
                  </a:cubicBezTo>
                  <a:cubicBezTo>
                    <a:pt x="1791" y="1250"/>
                    <a:pt x="1792" y="1253"/>
                    <a:pt x="1792" y="1254"/>
                  </a:cubicBezTo>
                  <a:cubicBezTo>
                    <a:pt x="1792" y="1256"/>
                    <a:pt x="1793" y="1257"/>
                    <a:pt x="1794" y="1258"/>
                  </a:cubicBezTo>
                  <a:cubicBezTo>
                    <a:pt x="1794" y="1259"/>
                    <a:pt x="1792" y="1261"/>
                    <a:pt x="1791" y="1262"/>
                  </a:cubicBezTo>
                  <a:cubicBezTo>
                    <a:pt x="1790" y="1262"/>
                    <a:pt x="1789" y="1264"/>
                    <a:pt x="1789" y="1267"/>
                  </a:cubicBezTo>
                  <a:cubicBezTo>
                    <a:pt x="1790" y="1270"/>
                    <a:pt x="1788" y="1270"/>
                    <a:pt x="1789" y="1272"/>
                  </a:cubicBezTo>
                  <a:cubicBezTo>
                    <a:pt x="1789" y="1275"/>
                    <a:pt x="1789" y="1276"/>
                    <a:pt x="1791" y="1275"/>
                  </a:cubicBezTo>
                  <a:cubicBezTo>
                    <a:pt x="1793" y="1274"/>
                    <a:pt x="1794" y="1273"/>
                    <a:pt x="1795" y="1271"/>
                  </a:cubicBezTo>
                  <a:cubicBezTo>
                    <a:pt x="1795" y="1270"/>
                    <a:pt x="1796" y="1267"/>
                    <a:pt x="1798" y="1268"/>
                  </a:cubicBezTo>
                  <a:cubicBezTo>
                    <a:pt x="1799" y="1270"/>
                    <a:pt x="1799" y="1271"/>
                    <a:pt x="1800" y="1273"/>
                  </a:cubicBezTo>
                  <a:cubicBezTo>
                    <a:pt x="1800" y="1275"/>
                    <a:pt x="1800" y="1275"/>
                    <a:pt x="1800" y="1277"/>
                  </a:cubicBezTo>
                  <a:cubicBezTo>
                    <a:pt x="1800" y="1279"/>
                    <a:pt x="1800" y="1280"/>
                    <a:pt x="1801" y="1280"/>
                  </a:cubicBezTo>
                  <a:cubicBezTo>
                    <a:pt x="1802" y="1280"/>
                    <a:pt x="1805" y="1279"/>
                    <a:pt x="1805" y="1279"/>
                  </a:cubicBezTo>
                  <a:cubicBezTo>
                    <a:pt x="1806" y="1278"/>
                    <a:pt x="1808" y="1279"/>
                    <a:pt x="1809" y="1279"/>
                  </a:cubicBezTo>
                  <a:cubicBezTo>
                    <a:pt x="1811" y="1280"/>
                    <a:pt x="1812" y="1279"/>
                    <a:pt x="1813" y="1277"/>
                  </a:cubicBezTo>
                  <a:cubicBezTo>
                    <a:pt x="1814" y="1276"/>
                    <a:pt x="1813" y="1274"/>
                    <a:pt x="1814" y="1270"/>
                  </a:cubicBezTo>
                  <a:cubicBezTo>
                    <a:pt x="1815" y="1267"/>
                    <a:pt x="1816" y="1266"/>
                    <a:pt x="1817" y="1264"/>
                  </a:cubicBezTo>
                  <a:cubicBezTo>
                    <a:pt x="1818" y="1261"/>
                    <a:pt x="1818" y="1261"/>
                    <a:pt x="1819" y="1260"/>
                  </a:cubicBezTo>
                  <a:cubicBezTo>
                    <a:pt x="1819" y="1258"/>
                    <a:pt x="1820" y="1257"/>
                    <a:pt x="1819" y="1256"/>
                  </a:cubicBezTo>
                  <a:cubicBezTo>
                    <a:pt x="1817" y="1255"/>
                    <a:pt x="1815" y="1254"/>
                    <a:pt x="1814" y="1254"/>
                  </a:cubicBezTo>
                  <a:cubicBezTo>
                    <a:pt x="1813" y="1255"/>
                    <a:pt x="1811" y="1258"/>
                    <a:pt x="1810" y="1258"/>
                  </a:cubicBezTo>
                  <a:cubicBezTo>
                    <a:pt x="1809" y="1258"/>
                    <a:pt x="1807" y="1256"/>
                    <a:pt x="1808" y="1255"/>
                  </a:cubicBezTo>
                  <a:cubicBezTo>
                    <a:pt x="1809" y="1253"/>
                    <a:pt x="1810" y="1252"/>
                    <a:pt x="1811" y="1251"/>
                  </a:cubicBezTo>
                  <a:cubicBezTo>
                    <a:pt x="1812" y="1249"/>
                    <a:pt x="1811" y="1248"/>
                    <a:pt x="1813" y="1246"/>
                  </a:cubicBezTo>
                  <a:cubicBezTo>
                    <a:pt x="1815" y="1244"/>
                    <a:pt x="1817" y="1242"/>
                    <a:pt x="1816" y="1242"/>
                  </a:cubicBezTo>
                  <a:cubicBezTo>
                    <a:pt x="1815" y="1242"/>
                    <a:pt x="1811" y="1243"/>
                    <a:pt x="1809" y="1244"/>
                  </a:cubicBezTo>
                  <a:cubicBezTo>
                    <a:pt x="1808" y="1244"/>
                    <a:pt x="1806" y="1244"/>
                    <a:pt x="1806" y="1246"/>
                  </a:cubicBezTo>
                  <a:cubicBezTo>
                    <a:pt x="1805" y="1248"/>
                    <a:pt x="1804" y="1251"/>
                    <a:pt x="1804" y="1252"/>
                  </a:cubicBezTo>
                  <a:cubicBezTo>
                    <a:pt x="1803" y="1254"/>
                    <a:pt x="1802" y="1256"/>
                    <a:pt x="1800" y="1256"/>
                  </a:cubicBezTo>
                  <a:cubicBezTo>
                    <a:pt x="1799" y="1256"/>
                    <a:pt x="1796" y="1255"/>
                    <a:pt x="1796" y="1253"/>
                  </a:cubicBezTo>
                  <a:cubicBezTo>
                    <a:pt x="1796" y="1251"/>
                    <a:pt x="1797" y="1251"/>
                    <a:pt x="1798" y="1248"/>
                  </a:cubicBezTo>
                  <a:cubicBezTo>
                    <a:pt x="1799" y="1245"/>
                    <a:pt x="1799" y="1244"/>
                    <a:pt x="1800" y="1242"/>
                  </a:cubicBezTo>
                  <a:cubicBezTo>
                    <a:pt x="1801" y="1240"/>
                    <a:pt x="1802" y="1239"/>
                    <a:pt x="1804" y="1238"/>
                  </a:cubicBezTo>
                  <a:cubicBezTo>
                    <a:pt x="1806" y="1237"/>
                    <a:pt x="1808" y="1235"/>
                    <a:pt x="1809" y="1234"/>
                  </a:cubicBezTo>
                  <a:cubicBezTo>
                    <a:pt x="1811" y="1233"/>
                    <a:pt x="1812" y="1232"/>
                    <a:pt x="1812" y="1231"/>
                  </a:cubicBezTo>
                  <a:cubicBezTo>
                    <a:pt x="1812" y="1229"/>
                    <a:pt x="1812" y="1228"/>
                    <a:pt x="1809" y="1228"/>
                  </a:cubicBezTo>
                  <a:cubicBezTo>
                    <a:pt x="1807" y="1229"/>
                    <a:pt x="1805" y="1229"/>
                    <a:pt x="1804" y="1229"/>
                  </a:cubicBezTo>
                  <a:cubicBezTo>
                    <a:pt x="1803" y="1229"/>
                    <a:pt x="1801" y="1230"/>
                    <a:pt x="1800" y="1231"/>
                  </a:cubicBezTo>
                  <a:cubicBezTo>
                    <a:pt x="1799" y="1233"/>
                    <a:pt x="1797" y="1234"/>
                    <a:pt x="1795" y="1234"/>
                  </a:cubicBezTo>
                  <a:cubicBezTo>
                    <a:pt x="1794" y="1234"/>
                    <a:pt x="1791" y="1235"/>
                    <a:pt x="1791" y="1234"/>
                  </a:cubicBezTo>
                  <a:cubicBezTo>
                    <a:pt x="1792" y="1232"/>
                    <a:pt x="1793" y="1232"/>
                    <a:pt x="1794" y="1230"/>
                  </a:cubicBezTo>
                  <a:cubicBezTo>
                    <a:pt x="1795" y="1229"/>
                    <a:pt x="1794" y="1227"/>
                    <a:pt x="1793" y="1227"/>
                  </a:cubicBezTo>
                  <a:cubicBezTo>
                    <a:pt x="1793" y="1226"/>
                    <a:pt x="1791" y="1225"/>
                    <a:pt x="1790" y="1224"/>
                  </a:cubicBezTo>
                  <a:cubicBezTo>
                    <a:pt x="1789" y="1224"/>
                    <a:pt x="1789" y="1223"/>
                    <a:pt x="1791" y="1222"/>
                  </a:cubicBezTo>
                  <a:cubicBezTo>
                    <a:pt x="1792" y="1222"/>
                    <a:pt x="1792" y="1222"/>
                    <a:pt x="1794" y="1221"/>
                  </a:cubicBezTo>
                  <a:cubicBezTo>
                    <a:pt x="1796" y="1220"/>
                    <a:pt x="1796" y="1220"/>
                    <a:pt x="1798" y="1218"/>
                  </a:cubicBezTo>
                  <a:cubicBezTo>
                    <a:pt x="1801" y="1217"/>
                    <a:pt x="1802" y="1215"/>
                    <a:pt x="1802" y="1214"/>
                  </a:cubicBezTo>
                  <a:cubicBezTo>
                    <a:pt x="1802" y="1212"/>
                    <a:pt x="1804" y="1212"/>
                    <a:pt x="1801" y="1211"/>
                  </a:cubicBezTo>
                  <a:cubicBezTo>
                    <a:pt x="1799" y="1210"/>
                    <a:pt x="1796" y="1208"/>
                    <a:pt x="1795" y="1207"/>
                  </a:cubicBezTo>
                  <a:cubicBezTo>
                    <a:pt x="1793" y="1206"/>
                    <a:pt x="1791" y="1206"/>
                    <a:pt x="1789" y="1207"/>
                  </a:cubicBezTo>
                  <a:cubicBezTo>
                    <a:pt x="1788" y="1207"/>
                    <a:pt x="1789" y="1207"/>
                    <a:pt x="1786" y="1208"/>
                  </a:cubicBezTo>
                  <a:cubicBezTo>
                    <a:pt x="1783" y="1209"/>
                    <a:pt x="1784" y="1206"/>
                    <a:pt x="1782" y="1206"/>
                  </a:cubicBezTo>
                  <a:cubicBezTo>
                    <a:pt x="1781" y="1206"/>
                    <a:pt x="1779" y="1206"/>
                    <a:pt x="1778" y="1208"/>
                  </a:cubicBezTo>
                  <a:cubicBezTo>
                    <a:pt x="1777" y="1210"/>
                    <a:pt x="1777" y="1211"/>
                    <a:pt x="1775" y="1211"/>
                  </a:cubicBezTo>
                  <a:cubicBezTo>
                    <a:pt x="1772" y="1211"/>
                    <a:pt x="1770" y="1211"/>
                    <a:pt x="1769" y="1212"/>
                  </a:cubicBezTo>
                  <a:cubicBezTo>
                    <a:pt x="1768" y="1213"/>
                    <a:pt x="1767" y="1214"/>
                    <a:pt x="1766" y="1215"/>
                  </a:cubicBezTo>
                  <a:cubicBezTo>
                    <a:pt x="1765" y="1216"/>
                    <a:pt x="1764" y="1216"/>
                    <a:pt x="1764" y="1215"/>
                  </a:cubicBezTo>
                  <a:cubicBezTo>
                    <a:pt x="1764" y="1214"/>
                    <a:pt x="1765" y="1212"/>
                    <a:pt x="1765" y="1211"/>
                  </a:cubicBezTo>
                  <a:cubicBezTo>
                    <a:pt x="1765" y="1210"/>
                    <a:pt x="1766" y="1209"/>
                    <a:pt x="1764" y="1209"/>
                  </a:cubicBezTo>
                  <a:cubicBezTo>
                    <a:pt x="1762" y="1208"/>
                    <a:pt x="1760" y="1209"/>
                    <a:pt x="1758" y="1208"/>
                  </a:cubicBezTo>
                  <a:cubicBezTo>
                    <a:pt x="1757" y="1207"/>
                    <a:pt x="1757" y="1206"/>
                    <a:pt x="1755" y="1206"/>
                  </a:cubicBezTo>
                  <a:cubicBezTo>
                    <a:pt x="1753" y="1206"/>
                    <a:pt x="1751" y="1206"/>
                    <a:pt x="1750" y="1206"/>
                  </a:cubicBezTo>
                  <a:cubicBezTo>
                    <a:pt x="1749" y="1206"/>
                    <a:pt x="1749" y="1204"/>
                    <a:pt x="1750" y="1202"/>
                  </a:cubicBezTo>
                  <a:cubicBezTo>
                    <a:pt x="1751" y="1200"/>
                    <a:pt x="1752" y="1199"/>
                    <a:pt x="1753" y="1198"/>
                  </a:cubicBezTo>
                  <a:cubicBezTo>
                    <a:pt x="1755" y="1197"/>
                    <a:pt x="1757" y="1196"/>
                    <a:pt x="1758" y="1195"/>
                  </a:cubicBezTo>
                  <a:cubicBezTo>
                    <a:pt x="1758" y="1194"/>
                    <a:pt x="1759" y="1193"/>
                    <a:pt x="1757" y="1193"/>
                  </a:cubicBezTo>
                  <a:cubicBezTo>
                    <a:pt x="1755" y="1193"/>
                    <a:pt x="1753" y="1192"/>
                    <a:pt x="1752" y="1191"/>
                  </a:cubicBezTo>
                  <a:cubicBezTo>
                    <a:pt x="1751" y="1191"/>
                    <a:pt x="1752" y="1190"/>
                    <a:pt x="1750" y="1190"/>
                  </a:cubicBezTo>
                  <a:cubicBezTo>
                    <a:pt x="1748" y="1190"/>
                    <a:pt x="1747" y="1189"/>
                    <a:pt x="1746" y="1189"/>
                  </a:cubicBezTo>
                  <a:cubicBezTo>
                    <a:pt x="1744" y="1188"/>
                    <a:pt x="1743" y="1191"/>
                    <a:pt x="1742" y="1192"/>
                  </a:cubicBezTo>
                  <a:cubicBezTo>
                    <a:pt x="1742" y="1193"/>
                    <a:pt x="1742" y="1192"/>
                    <a:pt x="1740" y="1196"/>
                  </a:cubicBezTo>
                  <a:cubicBezTo>
                    <a:pt x="1737" y="1199"/>
                    <a:pt x="1735" y="1203"/>
                    <a:pt x="1734" y="1202"/>
                  </a:cubicBezTo>
                  <a:cubicBezTo>
                    <a:pt x="1733" y="1201"/>
                    <a:pt x="1733" y="1197"/>
                    <a:pt x="1734" y="1195"/>
                  </a:cubicBezTo>
                  <a:cubicBezTo>
                    <a:pt x="1734" y="1193"/>
                    <a:pt x="1735" y="1192"/>
                    <a:pt x="1737" y="1189"/>
                  </a:cubicBezTo>
                  <a:cubicBezTo>
                    <a:pt x="1739" y="1186"/>
                    <a:pt x="1740" y="1185"/>
                    <a:pt x="1742" y="1182"/>
                  </a:cubicBezTo>
                  <a:cubicBezTo>
                    <a:pt x="1745" y="1179"/>
                    <a:pt x="1748" y="1176"/>
                    <a:pt x="1748" y="1175"/>
                  </a:cubicBezTo>
                  <a:cubicBezTo>
                    <a:pt x="1749" y="1173"/>
                    <a:pt x="1748" y="1171"/>
                    <a:pt x="1748" y="1170"/>
                  </a:cubicBezTo>
                  <a:cubicBezTo>
                    <a:pt x="1749" y="1170"/>
                    <a:pt x="1750" y="1170"/>
                    <a:pt x="1751" y="1170"/>
                  </a:cubicBezTo>
                  <a:cubicBezTo>
                    <a:pt x="1752" y="1169"/>
                    <a:pt x="1753" y="1168"/>
                    <a:pt x="1754" y="1167"/>
                  </a:cubicBezTo>
                  <a:cubicBezTo>
                    <a:pt x="1754" y="1165"/>
                    <a:pt x="1754" y="1165"/>
                    <a:pt x="1754" y="1163"/>
                  </a:cubicBezTo>
                  <a:cubicBezTo>
                    <a:pt x="1754" y="1161"/>
                    <a:pt x="1755" y="1161"/>
                    <a:pt x="1753" y="1160"/>
                  </a:cubicBezTo>
                  <a:cubicBezTo>
                    <a:pt x="1751" y="1159"/>
                    <a:pt x="1749" y="1158"/>
                    <a:pt x="1750" y="1157"/>
                  </a:cubicBezTo>
                  <a:cubicBezTo>
                    <a:pt x="1751" y="1155"/>
                    <a:pt x="1751" y="1155"/>
                    <a:pt x="1753" y="1156"/>
                  </a:cubicBezTo>
                  <a:cubicBezTo>
                    <a:pt x="1755" y="1157"/>
                    <a:pt x="1756" y="1158"/>
                    <a:pt x="1757" y="1157"/>
                  </a:cubicBezTo>
                  <a:cubicBezTo>
                    <a:pt x="1758" y="1156"/>
                    <a:pt x="1760" y="1155"/>
                    <a:pt x="1761" y="1153"/>
                  </a:cubicBezTo>
                  <a:cubicBezTo>
                    <a:pt x="1762" y="1151"/>
                    <a:pt x="1764" y="1149"/>
                    <a:pt x="1763" y="1149"/>
                  </a:cubicBezTo>
                  <a:cubicBezTo>
                    <a:pt x="1763" y="1148"/>
                    <a:pt x="1759" y="1147"/>
                    <a:pt x="1757" y="1148"/>
                  </a:cubicBezTo>
                  <a:cubicBezTo>
                    <a:pt x="1756" y="1149"/>
                    <a:pt x="1756" y="1151"/>
                    <a:pt x="1756" y="1152"/>
                  </a:cubicBezTo>
                  <a:cubicBezTo>
                    <a:pt x="1755" y="1152"/>
                    <a:pt x="1754" y="1153"/>
                    <a:pt x="1753" y="1151"/>
                  </a:cubicBezTo>
                  <a:cubicBezTo>
                    <a:pt x="1753" y="1149"/>
                    <a:pt x="1753" y="1147"/>
                    <a:pt x="1750" y="1148"/>
                  </a:cubicBezTo>
                  <a:cubicBezTo>
                    <a:pt x="1748" y="1148"/>
                    <a:pt x="1749" y="1150"/>
                    <a:pt x="1746" y="1151"/>
                  </a:cubicBezTo>
                  <a:cubicBezTo>
                    <a:pt x="1743" y="1152"/>
                    <a:pt x="1742" y="1152"/>
                    <a:pt x="1739" y="1153"/>
                  </a:cubicBezTo>
                  <a:cubicBezTo>
                    <a:pt x="1736" y="1155"/>
                    <a:pt x="1736" y="1155"/>
                    <a:pt x="1735" y="1158"/>
                  </a:cubicBezTo>
                  <a:cubicBezTo>
                    <a:pt x="1734" y="1160"/>
                    <a:pt x="1733" y="1162"/>
                    <a:pt x="1731" y="1162"/>
                  </a:cubicBezTo>
                  <a:cubicBezTo>
                    <a:pt x="1729" y="1162"/>
                    <a:pt x="1727" y="1162"/>
                    <a:pt x="1728" y="1164"/>
                  </a:cubicBezTo>
                  <a:cubicBezTo>
                    <a:pt x="1729" y="1166"/>
                    <a:pt x="1731" y="1167"/>
                    <a:pt x="1729" y="1169"/>
                  </a:cubicBezTo>
                  <a:cubicBezTo>
                    <a:pt x="1727" y="1170"/>
                    <a:pt x="1725" y="1169"/>
                    <a:pt x="1724" y="1171"/>
                  </a:cubicBezTo>
                  <a:cubicBezTo>
                    <a:pt x="1722" y="1173"/>
                    <a:pt x="1724" y="1172"/>
                    <a:pt x="1722" y="1175"/>
                  </a:cubicBezTo>
                  <a:cubicBezTo>
                    <a:pt x="1720" y="1178"/>
                    <a:pt x="1719" y="1180"/>
                    <a:pt x="1718" y="1182"/>
                  </a:cubicBezTo>
                  <a:close/>
                  <a:moveTo>
                    <a:pt x="1741" y="1270"/>
                  </a:moveTo>
                  <a:cubicBezTo>
                    <a:pt x="1741" y="1273"/>
                    <a:pt x="1742" y="1272"/>
                    <a:pt x="1742" y="1274"/>
                  </a:cubicBezTo>
                  <a:cubicBezTo>
                    <a:pt x="1742" y="1276"/>
                    <a:pt x="1742" y="1278"/>
                    <a:pt x="1743" y="1276"/>
                  </a:cubicBezTo>
                  <a:cubicBezTo>
                    <a:pt x="1744" y="1275"/>
                    <a:pt x="1744" y="1274"/>
                    <a:pt x="1745" y="1272"/>
                  </a:cubicBezTo>
                  <a:cubicBezTo>
                    <a:pt x="1745" y="1269"/>
                    <a:pt x="1747" y="1268"/>
                    <a:pt x="1745" y="1268"/>
                  </a:cubicBezTo>
                  <a:cubicBezTo>
                    <a:pt x="1744" y="1267"/>
                    <a:pt x="1741" y="1267"/>
                    <a:pt x="1741" y="1270"/>
                  </a:cubicBezTo>
                  <a:close/>
                  <a:moveTo>
                    <a:pt x="1604" y="1284"/>
                  </a:moveTo>
                  <a:cubicBezTo>
                    <a:pt x="1600" y="1282"/>
                    <a:pt x="1597" y="1285"/>
                    <a:pt x="1594" y="1285"/>
                  </a:cubicBezTo>
                  <a:cubicBezTo>
                    <a:pt x="1591" y="1285"/>
                    <a:pt x="1590" y="1286"/>
                    <a:pt x="1591" y="1287"/>
                  </a:cubicBezTo>
                  <a:cubicBezTo>
                    <a:pt x="1591" y="1288"/>
                    <a:pt x="1595" y="1290"/>
                    <a:pt x="1596" y="1291"/>
                  </a:cubicBezTo>
                  <a:cubicBezTo>
                    <a:pt x="1597" y="1292"/>
                    <a:pt x="1600" y="1293"/>
                    <a:pt x="1601" y="1291"/>
                  </a:cubicBezTo>
                  <a:cubicBezTo>
                    <a:pt x="1602" y="1289"/>
                    <a:pt x="1603" y="1290"/>
                    <a:pt x="1604" y="1290"/>
                  </a:cubicBezTo>
                  <a:cubicBezTo>
                    <a:pt x="1605" y="1290"/>
                    <a:pt x="1605" y="1291"/>
                    <a:pt x="1605" y="1294"/>
                  </a:cubicBezTo>
                  <a:cubicBezTo>
                    <a:pt x="1604" y="1297"/>
                    <a:pt x="1608" y="1297"/>
                    <a:pt x="1610" y="1297"/>
                  </a:cubicBezTo>
                  <a:cubicBezTo>
                    <a:pt x="1612" y="1298"/>
                    <a:pt x="1615" y="1296"/>
                    <a:pt x="1615" y="1295"/>
                  </a:cubicBezTo>
                  <a:cubicBezTo>
                    <a:pt x="1616" y="1294"/>
                    <a:pt x="1614" y="1293"/>
                    <a:pt x="1613" y="1292"/>
                  </a:cubicBezTo>
                  <a:cubicBezTo>
                    <a:pt x="1613" y="1290"/>
                    <a:pt x="1619" y="1290"/>
                    <a:pt x="1623" y="1288"/>
                  </a:cubicBezTo>
                  <a:cubicBezTo>
                    <a:pt x="1626" y="1287"/>
                    <a:pt x="1625" y="1285"/>
                    <a:pt x="1622" y="1284"/>
                  </a:cubicBezTo>
                  <a:cubicBezTo>
                    <a:pt x="1619" y="1284"/>
                    <a:pt x="1617" y="1285"/>
                    <a:pt x="1613" y="1285"/>
                  </a:cubicBezTo>
                  <a:cubicBezTo>
                    <a:pt x="1609" y="1286"/>
                    <a:pt x="1608" y="1285"/>
                    <a:pt x="1604" y="1284"/>
                  </a:cubicBezTo>
                  <a:close/>
                  <a:moveTo>
                    <a:pt x="1582" y="1272"/>
                  </a:moveTo>
                  <a:cubicBezTo>
                    <a:pt x="1581" y="1275"/>
                    <a:pt x="1580" y="1276"/>
                    <a:pt x="1579" y="1277"/>
                  </a:cubicBezTo>
                  <a:cubicBezTo>
                    <a:pt x="1578" y="1277"/>
                    <a:pt x="1577" y="1278"/>
                    <a:pt x="1578" y="1279"/>
                  </a:cubicBezTo>
                  <a:cubicBezTo>
                    <a:pt x="1579" y="1280"/>
                    <a:pt x="1582" y="1279"/>
                    <a:pt x="1583" y="1280"/>
                  </a:cubicBezTo>
                  <a:cubicBezTo>
                    <a:pt x="1583" y="1282"/>
                    <a:pt x="1581" y="1283"/>
                    <a:pt x="1583" y="1283"/>
                  </a:cubicBezTo>
                  <a:cubicBezTo>
                    <a:pt x="1585" y="1284"/>
                    <a:pt x="1587" y="1285"/>
                    <a:pt x="1587" y="1283"/>
                  </a:cubicBezTo>
                  <a:cubicBezTo>
                    <a:pt x="1588" y="1281"/>
                    <a:pt x="1588" y="1281"/>
                    <a:pt x="1587" y="1279"/>
                  </a:cubicBezTo>
                  <a:cubicBezTo>
                    <a:pt x="1586" y="1277"/>
                    <a:pt x="1585" y="1277"/>
                    <a:pt x="1586" y="1275"/>
                  </a:cubicBezTo>
                  <a:cubicBezTo>
                    <a:pt x="1586" y="1273"/>
                    <a:pt x="1587" y="1271"/>
                    <a:pt x="1586" y="1271"/>
                  </a:cubicBezTo>
                  <a:cubicBezTo>
                    <a:pt x="1585" y="1270"/>
                    <a:pt x="1584" y="1270"/>
                    <a:pt x="1582" y="1272"/>
                  </a:cubicBezTo>
                  <a:close/>
                  <a:moveTo>
                    <a:pt x="1648" y="1281"/>
                  </a:moveTo>
                  <a:cubicBezTo>
                    <a:pt x="1647" y="1284"/>
                    <a:pt x="1644" y="1286"/>
                    <a:pt x="1643" y="1287"/>
                  </a:cubicBezTo>
                  <a:cubicBezTo>
                    <a:pt x="1642" y="1288"/>
                    <a:pt x="1640" y="1291"/>
                    <a:pt x="1639" y="1292"/>
                  </a:cubicBezTo>
                  <a:cubicBezTo>
                    <a:pt x="1638" y="1294"/>
                    <a:pt x="1637" y="1295"/>
                    <a:pt x="1637" y="1297"/>
                  </a:cubicBezTo>
                  <a:cubicBezTo>
                    <a:pt x="1637" y="1300"/>
                    <a:pt x="1637" y="1301"/>
                    <a:pt x="1638" y="1302"/>
                  </a:cubicBezTo>
                  <a:cubicBezTo>
                    <a:pt x="1639" y="1303"/>
                    <a:pt x="1640" y="1303"/>
                    <a:pt x="1642" y="1304"/>
                  </a:cubicBezTo>
                  <a:cubicBezTo>
                    <a:pt x="1643" y="1306"/>
                    <a:pt x="1645" y="1307"/>
                    <a:pt x="1646" y="1306"/>
                  </a:cubicBezTo>
                  <a:cubicBezTo>
                    <a:pt x="1647" y="1305"/>
                    <a:pt x="1647" y="1304"/>
                    <a:pt x="1647" y="1303"/>
                  </a:cubicBezTo>
                  <a:cubicBezTo>
                    <a:pt x="1646" y="1302"/>
                    <a:pt x="1646" y="1302"/>
                    <a:pt x="1646" y="1300"/>
                  </a:cubicBezTo>
                  <a:cubicBezTo>
                    <a:pt x="1646" y="1298"/>
                    <a:pt x="1645" y="1298"/>
                    <a:pt x="1645" y="1297"/>
                  </a:cubicBezTo>
                  <a:cubicBezTo>
                    <a:pt x="1646" y="1296"/>
                    <a:pt x="1648" y="1296"/>
                    <a:pt x="1649" y="1296"/>
                  </a:cubicBezTo>
                  <a:cubicBezTo>
                    <a:pt x="1651" y="1296"/>
                    <a:pt x="1653" y="1296"/>
                    <a:pt x="1653" y="1294"/>
                  </a:cubicBezTo>
                  <a:cubicBezTo>
                    <a:pt x="1653" y="1291"/>
                    <a:pt x="1654" y="1288"/>
                    <a:pt x="1655" y="1287"/>
                  </a:cubicBezTo>
                  <a:cubicBezTo>
                    <a:pt x="1655" y="1286"/>
                    <a:pt x="1657" y="1285"/>
                    <a:pt x="1658" y="1284"/>
                  </a:cubicBezTo>
                  <a:cubicBezTo>
                    <a:pt x="1659" y="1282"/>
                    <a:pt x="1659" y="1280"/>
                    <a:pt x="1660" y="1278"/>
                  </a:cubicBezTo>
                  <a:cubicBezTo>
                    <a:pt x="1660" y="1277"/>
                    <a:pt x="1662" y="1276"/>
                    <a:pt x="1661" y="1275"/>
                  </a:cubicBezTo>
                  <a:cubicBezTo>
                    <a:pt x="1660" y="1274"/>
                    <a:pt x="1659" y="1275"/>
                    <a:pt x="1659" y="1274"/>
                  </a:cubicBezTo>
                  <a:cubicBezTo>
                    <a:pt x="1659" y="1273"/>
                    <a:pt x="1660" y="1271"/>
                    <a:pt x="1659" y="1271"/>
                  </a:cubicBezTo>
                  <a:cubicBezTo>
                    <a:pt x="1657" y="1270"/>
                    <a:pt x="1656" y="1269"/>
                    <a:pt x="1655" y="1270"/>
                  </a:cubicBezTo>
                  <a:cubicBezTo>
                    <a:pt x="1655" y="1272"/>
                    <a:pt x="1655" y="1272"/>
                    <a:pt x="1654" y="1274"/>
                  </a:cubicBezTo>
                  <a:cubicBezTo>
                    <a:pt x="1653" y="1276"/>
                    <a:pt x="1649" y="1278"/>
                    <a:pt x="1648" y="1281"/>
                  </a:cubicBezTo>
                  <a:close/>
                  <a:moveTo>
                    <a:pt x="1665" y="1291"/>
                  </a:moveTo>
                  <a:cubicBezTo>
                    <a:pt x="1663" y="1291"/>
                    <a:pt x="1662" y="1292"/>
                    <a:pt x="1662" y="1292"/>
                  </a:cubicBezTo>
                  <a:cubicBezTo>
                    <a:pt x="1662" y="1293"/>
                    <a:pt x="1661" y="1294"/>
                    <a:pt x="1658" y="1295"/>
                  </a:cubicBezTo>
                  <a:cubicBezTo>
                    <a:pt x="1656" y="1295"/>
                    <a:pt x="1656" y="1296"/>
                    <a:pt x="1655" y="1298"/>
                  </a:cubicBezTo>
                  <a:cubicBezTo>
                    <a:pt x="1655" y="1299"/>
                    <a:pt x="1658" y="1298"/>
                    <a:pt x="1658" y="1299"/>
                  </a:cubicBezTo>
                  <a:cubicBezTo>
                    <a:pt x="1659" y="1300"/>
                    <a:pt x="1658" y="1301"/>
                    <a:pt x="1654" y="1301"/>
                  </a:cubicBezTo>
                  <a:cubicBezTo>
                    <a:pt x="1651" y="1302"/>
                    <a:pt x="1652" y="1305"/>
                    <a:pt x="1652" y="1306"/>
                  </a:cubicBezTo>
                  <a:cubicBezTo>
                    <a:pt x="1652" y="1307"/>
                    <a:pt x="1655" y="1307"/>
                    <a:pt x="1656" y="1306"/>
                  </a:cubicBezTo>
                  <a:cubicBezTo>
                    <a:pt x="1657" y="1305"/>
                    <a:pt x="1661" y="1305"/>
                    <a:pt x="1663" y="1304"/>
                  </a:cubicBezTo>
                  <a:cubicBezTo>
                    <a:pt x="1664" y="1302"/>
                    <a:pt x="1665" y="1300"/>
                    <a:pt x="1667" y="1300"/>
                  </a:cubicBezTo>
                  <a:cubicBezTo>
                    <a:pt x="1668" y="1299"/>
                    <a:pt x="1671" y="1299"/>
                    <a:pt x="1672" y="1298"/>
                  </a:cubicBezTo>
                  <a:cubicBezTo>
                    <a:pt x="1673" y="1297"/>
                    <a:pt x="1672" y="1295"/>
                    <a:pt x="1671" y="1293"/>
                  </a:cubicBezTo>
                  <a:cubicBezTo>
                    <a:pt x="1670" y="1292"/>
                    <a:pt x="1670" y="1293"/>
                    <a:pt x="1668" y="1291"/>
                  </a:cubicBezTo>
                  <a:cubicBezTo>
                    <a:pt x="1666" y="1290"/>
                    <a:pt x="1666" y="1290"/>
                    <a:pt x="1665" y="1291"/>
                  </a:cubicBezTo>
                  <a:close/>
                  <a:moveTo>
                    <a:pt x="1188" y="740"/>
                  </a:moveTo>
                  <a:cubicBezTo>
                    <a:pt x="1192" y="742"/>
                    <a:pt x="1191" y="742"/>
                    <a:pt x="1194" y="744"/>
                  </a:cubicBezTo>
                  <a:cubicBezTo>
                    <a:pt x="1197" y="747"/>
                    <a:pt x="1198" y="748"/>
                    <a:pt x="1202" y="749"/>
                  </a:cubicBezTo>
                  <a:cubicBezTo>
                    <a:pt x="1205" y="750"/>
                    <a:pt x="1207" y="751"/>
                    <a:pt x="1209" y="752"/>
                  </a:cubicBezTo>
                  <a:cubicBezTo>
                    <a:pt x="1211" y="753"/>
                    <a:pt x="1213" y="753"/>
                    <a:pt x="1213" y="755"/>
                  </a:cubicBezTo>
                  <a:cubicBezTo>
                    <a:pt x="1214" y="757"/>
                    <a:pt x="1212" y="757"/>
                    <a:pt x="1215" y="760"/>
                  </a:cubicBezTo>
                  <a:cubicBezTo>
                    <a:pt x="1218" y="763"/>
                    <a:pt x="1218" y="763"/>
                    <a:pt x="1219" y="764"/>
                  </a:cubicBezTo>
                  <a:cubicBezTo>
                    <a:pt x="1221" y="766"/>
                    <a:pt x="1222" y="768"/>
                    <a:pt x="1222" y="769"/>
                  </a:cubicBezTo>
                  <a:cubicBezTo>
                    <a:pt x="1222" y="770"/>
                    <a:pt x="1220" y="771"/>
                    <a:pt x="1219" y="772"/>
                  </a:cubicBezTo>
                  <a:cubicBezTo>
                    <a:pt x="1218" y="773"/>
                    <a:pt x="1215" y="776"/>
                    <a:pt x="1218" y="776"/>
                  </a:cubicBezTo>
                  <a:cubicBezTo>
                    <a:pt x="1220" y="776"/>
                    <a:pt x="1224" y="776"/>
                    <a:pt x="1225" y="775"/>
                  </a:cubicBezTo>
                  <a:cubicBezTo>
                    <a:pt x="1227" y="774"/>
                    <a:pt x="1226" y="774"/>
                    <a:pt x="1229" y="774"/>
                  </a:cubicBezTo>
                  <a:cubicBezTo>
                    <a:pt x="1232" y="774"/>
                    <a:pt x="1234" y="774"/>
                    <a:pt x="1235" y="774"/>
                  </a:cubicBezTo>
                  <a:cubicBezTo>
                    <a:pt x="1236" y="774"/>
                    <a:pt x="1237" y="773"/>
                    <a:pt x="1238" y="774"/>
                  </a:cubicBezTo>
                  <a:cubicBezTo>
                    <a:pt x="1239" y="775"/>
                    <a:pt x="1238" y="777"/>
                    <a:pt x="1240" y="779"/>
                  </a:cubicBezTo>
                  <a:cubicBezTo>
                    <a:pt x="1242" y="781"/>
                    <a:pt x="1243" y="781"/>
                    <a:pt x="1246" y="782"/>
                  </a:cubicBezTo>
                  <a:cubicBezTo>
                    <a:pt x="1248" y="783"/>
                    <a:pt x="1250" y="782"/>
                    <a:pt x="1250" y="783"/>
                  </a:cubicBezTo>
                  <a:cubicBezTo>
                    <a:pt x="1251" y="785"/>
                    <a:pt x="1249" y="785"/>
                    <a:pt x="1247" y="786"/>
                  </a:cubicBezTo>
                  <a:cubicBezTo>
                    <a:pt x="1245" y="787"/>
                    <a:pt x="1242" y="789"/>
                    <a:pt x="1241" y="791"/>
                  </a:cubicBezTo>
                  <a:cubicBezTo>
                    <a:pt x="1241" y="792"/>
                    <a:pt x="1236" y="793"/>
                    <a:pt x="1236" y="794"/>
                  </a:cubicBezTo>
                  <a:cubicBezTo>
                    <a:pt x="1236" y="795"/>
                    <a:pt x="1232" y="794"/>
                    <a:pt x="1230" y="793"/>
                  </a:cubicBezTo>
                  <a:cubicBezTo>
                    <a:pt x="1228" y="792"/>
                    <a:pt x="1227" y="792"/>
                    <a:pt x="1224" y="790"/>
                  </a:cubicBezTo>
                  <a:cubicBezTo>
                    <a:pt x="1221" y="788"/>
                    <a:pt x="1218" y="787"/>
                    <a:pt x="1216" y="787"/>
                  </a:cubicBezTo>
                  <a:cubicBezTo>
                    <a:pt x="1215" y="787"/>
                    <a:pt x="1211" y="787"/>
                    <a:pt x="1210" y="787"/>
                  </a:cubicBezTo>
                  <a:cubicBezTo>
                    <a:pt x="1209" y="787"/>
                    <a:pt x="1205" y="786"/>
                    <a:pt x="1205" y="785"/>
                  </a:cubicBezTo>
                  <a:cubicBezTo>
                    <a:pt x="1205" y="784"/>
                    <a:pt x="1206" y="784"/>
                    <a:pt x="1207" y="782"/>
                  </a:cubicBezTo>
                  <a:cubicBezTo>
                    <a:pt x="1208" y="781"/>
                    <a:pt x="1208" y="779"/>
                    <a:pt x="1206" y="779"/>
                  </a:cubicBezTo>
                  <a:cubicBezTo>
                    <a:pt x="1204" y="779"/>
                    <a:pt x="1203" y="778"/>
                    <a:pt x="1200" y="778"/>
                  </a:cubicBezTo>
                  <a:cubicBezTo>
                    <a:pt x="1197" y="778"/>
                    <a:pt x="1194" y="777"/>
                    <a:pt x="1194" y="777"/>
                  </a:cubicBezTo>
                  <a:cubicBezTo>
                    <a:pt x="1193" y="776"/>
                    <a:pt x="1192" y="775"/>
                    <a:pt x="1194" y="774"/>
                  </a:cubicBezTo>
                  <a:cubicBezTo>
                    <a:pt x="1196" y="773"/>
                    <a:pt x="1195" y="771"/>
                    <a:pt x="1194" y="770"/>
                  </a:cubicBezTo>
                  <a:cubicBezTo>
                    <a:pt x="1194" y="770"/>
                    <a:pt x="1193" y="770"/>
                    <a:pt x="1190" y="771"/>
                  </a:cubicBezTo>
                  <a:cubicBezTo>
                    <a:pt x="1187" y="772"/>
                    <a:pt x="1184" y="774"/>
                    <a:pt x="1183" y="775"/>
                  </a:cubicBezTo>
                  <a:cubicBezTo>
                    <a:pt x="1181" y="776"/>
                    <a:pt x="1180" y="774"/>
                    <a:pt x="1180" y="776"/>
                  </a:cubicBezTo>
                  <a:cubicBezTo>
                    <a:pt x="1179" y="779"/>
                    <a:pt x="1180" y="781"/>
                    <a:pt x="1180" y="782"/>
                  </a:cubicBezTo>
                  <a:cubicBezTo>
                    <a:pt x="1180" y="783"/>
                    <a:pt x="1178" y="784"/>
                    <a:pt x="1175" y="786"/>
                  </a:cubicBezTo>
                  <a:cubicBezTo>
                    <a:pt x="1172" y="787"/>
                    <a:pt x="1168" y="788"/>
                    <a:pt x="1166" y="789"/>
                  </a:cubicBezTo>
                  <a:cubicBezTo>
                    <a:pt x="1164" y="790"/>
                    <a:pt x="1163" y="793"/>
                    <a:pt x="1162" y="795"/>
                  </a:cubicBezTo>
                  <a:cubicBezTo>
                    <a:pt x="1162" y="797"/>
                    <a:pt x="1162" y="798"/>
                    <a:pt x="1159" y="799"/>
                  </a:cubicBezTo>
                  <a:cubicBezTo>
                    <a:pt x="1156" y="800"/>
                    <a:pt x="1152" y="800"/>
                    <a:pt x="1151" y="802"/>
                  </a:cubicBezTo>
                  <a:cubicBezTo>
                    <a:pt x="1150" y="803"/>
                    <a:pt x="1149" y="804"/>
                    <a:pt x="1148" y="804"/>
                  </a:cubicBezTo>
                  <a:cubicBezTo>
                    <a:pt x="1147" y="804"/>
                    <a:pt x="1146" y="803"/>
                    <a:pt x="1144" y="802"/>
                  </a:cubicBezTo>
                  <a:cubicBezTo>
                    <a:pt x="1142" y="800"/>
                    <a:pt x="1142" y="800"/>
                    <a:pt x="1141" y="797"/>
                  </a:cubicBezTo>
                  <a:cubicBezTo>
                    <a:pt x="1140" y="794"/>
                    <a:pt x="1141" y="794"/>
                    <a:pt x="1141" y="791"/>
                  </a:cubicBezTo>
                  <a:cubicBezTo>
                    <a:pt x="1141" y="788"/>
                    <a:pt x="1141" y="786"/>
                    <a:pt x="1139" y="785"/>
                  </a:cubicBezTo>
                  <a:cubicBezTo>
                    <a:pt x="1137" y="784"/>
                    <a:pt x="1135" y="784"/>
                    <a:pt x="1133" y="784"/>
                  </a:cubicBezTo>
                  <a:cubicBezTo>
                    <a:pt x="1131" y="785"/>
                    <a:pt x="1131" y="785"/>
                    <a:pt x="1126" y="786"/>
                  </a:cubicBezTo>
                  <a:cubicBezTo>
                    <a:pt x="1121" y="786"/>
                    <a:pt x="1120" y="787"/>
                    <a:pt x="1118" y="787"/>
                  </a:cubicBezTo>
                  <a:cubicBezTo>
                    <a:pt x="1115" y="787"/>
                    <a:pt x="1111" y="788"/>
                    <a:pt x="1111" y="787"/>
                  </a:cubicBezTo>
                  <a:cubicBezTo>
                    <a:pt x="1110" y="786"/>
                    <a:pt x="1111" y="785"/>
                    <a:pt x="1112" y="783"/>
                  </a:cubicBezTo>
                  <a:cubicBezTo>
                    <a:pt x="1114" y="782"/>
                    <a:pt x="1115" y="780"/>
                    <a:pt x="1116" y="780"/>
                  </a:cubicBezTo>
                  <a:cubicBezTo>
                    <a:pt x="1118" y="779"/>
                    <a:pt x="1118" y="778"/>
                    <a:pt x="1121" y="778"/>
                  </a:cubicBezTo>
                  <a:cubicBezTo>
                    <a:pt x="1124" y="777"/>
                    <a:pt x="1125" y="776"/>
                    <a:pt x="1128" y="775"/>
                  </a:cubicBezTo>
                  <a:cubicBezTo>
                    <a:pt x="1130" y="773"/>
                    <a:pt x="1128" y="770"/>
                    <a:pt x="1127" y="769"/>
                  </a:cubicBezTo>
                  <a:cubicBezTo>
                    <a:pt x="1126" y="768"/>
                    <a:pt x="1125" y="766"/>
                    <a:pt x="1125" y="765"/>
                  </a:cubicBezTo>
                  <a:cubicBezTo>
                    <a:pt x="1125" y="763"/>
                    <a:pt x="1125" y="761"/>
                    <a:pt x="1125" y="759"/>
                  </a:cubicBezTo>
                  <a:cubicBezTo>
                    <a:pt x="1125" y="756"/>
                    <a:pt x="1126" y="756"/>
                    <a:pt x="1127" y="754"/>
                  </a:cubicBezTo>
                  <a:cubicBezTo>
                    <a:pt x="1128" y="752"/>
                    <a:pt x="1130" y="753"/>
                    <a:pt x="1130" y="750"/>
                  </a:cubicBezTo>
                  <a:cubicBezTo>
                    <a:pt x="1130" y="748"/>
                    <a:pt x="1130" y="745"/>
                    <a:pt x="1130" y="743"/>
                  </a:cubicBezTo>
                  <a:cubicBezTo>
                    <a:pt x="1130" y="740"/>
                    <a:pt x="1130" y="738"/>
                    <a:pt x="1130" y="735"/>
                  </a:cubicBezTo>
                  <a:cubicBezTo>
                    <a:pt x="1130" y="731"/>
                    <a:pt x="1130" y="729"/>
                    <a:pt x="1131" y="727"/>
                  </a:cubicBezTo>
                  <a:cubicBezTo>
                    <a:pt x="1131" y="725"/>
                    <a:pt x="1131" y="724"/>
                    <a:pt x="1133" y="721"/>
                  </a:cubicBezTo>
                  <a:cubicBezTo>
                    <a:pt x="1134" y="719"/>
                    <a:pt x="1135" y="718"/>
                    <a:pt x="1137" y="717"/>
                  </a:cubicBezTo>
                  <a:cubicBezTo>
                    <a:pt x="1139" y="715"/>
                    <a:pt x="1140" y="714"/>
                    <a:pt x="1140" y="714"/>
                  </a:cubicBezTo>
                  <a:cubicBezTo>
                    <a:pt x="1141" y="715"/>
                    <a:pt x="1140" y="717"/>
                    <a:pt x="1142" y="717"/>
                  </a:cubicBezTo>
                  <a:cubicBezTo>
                    <a:pt x="1143" y="718"/>
                    <a:pt x="1143" y="717"/>
                    <a:pt x="1145" y="718"/>
                  </a:cubicBezTo>
                  <a:cubicBezTo>
                    <a:pt x="1147" y="718"/>
                    <a:pt x="1148" y="718"/>
                    <a:pt x="1149" y="720"/>
                  </a:cubicBezTo>
                  <a:cubicBezTo>
                    <a:pt x="1149" y="721"/>
                    <a:pt x="1149" y="721"/>
                    <a:pt x="1150" y="722"/>
                  </a:cubicBezTo>
                  <a:cubicBezTo>
                    <a:pt x="1150" y="723"/>
                    <a:pt x="1150" y="724"/>
                    <a:pt x="1148" y="724"/>
                  </a:cubicBezTo>
                  <a:cubicBezTo>
                    <a:pt x="1146" y="725"/>
                    <a:pt x="1144" y="725"/>
                    <a:pt x="1145" y="727"/>
                  </a:cubicBezTo>
                  <a:cubicBezTo>
                    <a:pt x="1146" y="728"/>
                    <a:pt x="1146" y="729"/>
                    <a:pt x="1148" y="729"/>
                  </a:cubicBezTo>
                  <a:cubicBezTo>
                    <a:pt x="1150" y="730"/>
                    <a:pt x="1152" y="730"/>
                    <a:pt x="1152" y="733"/>
                  </a:cubicBezTo>
                  <a:cubicBezTo>
                    <a:pt x="1153" y="735"/>
                    <a:pt x="1152" y="737"/>
                    <a:pt x="1153" y="737"/>
                  </a:cubicBezTo>
                  <a:cubicBezTo>
                    <a:pt x="1155" y="738"/>
                    <a:pt x="1156" y="737"/>
                    <a:pt x="1157" y="736"/>
                  </a:cubicBezTo>
                  <a:cubicBezTo>
                    <a:pt x="1157" y="734"/>
                    <a:pt x="1158" y="731"/>
                    <a:pt x="1160" y="731"/>
                  </a:cubicBezTo>
                  <a:cubicBezTo>
                    <a:pt x="1162" y="730"/>
                    <a:pt x="1163" y="729"/>
                    <a:pt x="1164" y="731"/>
                  </a:cubicBezTo>
                  <a:cubicBezTo>
                    <a:pt x="1165" y="733"/>
                    <a:pt x="1165" y="734"/>
                    <a:pt x="1167" y="736"/>
                  </a:cubicBezTo>
                  <a:cubicBezTo>
                    <a:pt x="1170" y="737"/>
                    <a:pt x="1170" y="738"/>
                    <a:pt x="1173" y="739"/>
                  </a:cubicBezTo>
                  <a:cubicBezTo>
                    <a:pt x="1176" y="740"/>
                    <a:pt x="1176" y="740"/>
                    <a:pt x="1179" y="740"/>
                  </a:cubicBezTo>
                  <a:cubicBezTo>
                    <a:pt x="1182" y="740"/>
                    <a:pt x="1185" y="739"/>
                    <a:pt x="1188" y="740"/>
                  </a:cubicBezTo>
                  <a:close/>
                  <a:moveTo>
                    <a:pt x="1198" y="814"/>
                  </a:moveTo>
                  <a:cubicBezTo>
                    <a:pt x="1202" y="812"/>
                    <a:pt x="1204" y="812"/>
                    <a:pt x="1207" y="811"/>
                  </a:cubicBezTo>
                  <a:cubicBezTo>
                    <a:pt x="1210" y="810"/>
                    <a:pt x="1211" y="810"/>
                    <a:pt x="1213" y="811"/>
                  </a:cubicBezTo>
                  <a:cubicBezTo>
                    <a:pt x="1216" y="812"/>
                    <a:pt x="1217" y="813"/>
                    <a:pt x="1216" y="816"/>
                  </a:cubicBezTo>
                  <a:cubicBezTo>
                    <a:pt x="1215" y="818"/>
                    <a:pt x="1216" y="818"/>
                    <a:pt x="1213" y="820"/>
                  </a:cubicBezTo>
                  <a:cubicBezTo>
                    <a:pt x="1209" y="822"/>
                    <a:pt x="1208" y="821"/>
                    <a:pt x="1205" y="823"/>
                  </a:cubicBezTo>
                  <a:cubicBezTo>
                    <a:pt x="1203" y="825"/>
                    <a:pt x="1199" y="827"/>
                    <a:pt x="1198" y="830"/>
                  </a:cubicBezTo>
                  <a:cubicBezTo>
                    <a:pt x="1197" y="832"/>
                    <a:pt x="1195" y="834"/>
                    <a:pt x="1194" y="835"/>
                  </a:cubicBezTo>
                  <a:cubicBezTo>
                    <a:pt x="1192" y="835"/>
                    <a:pt x="1190" y="835"/>
                    <a:pt x="1188" y="835"/>
                  </a:cubicBezTo>
                  <a:cubicBezTo>
                    <a:pt x="1187" y="835"/>
                    <a:pt x="1184" y="833"/>
                    <a:pt x="1182" y="835"/>
                  </a:cubicBezTo>
                  <a:cubicBezTo>
                    <a:pt x="1180" y="836"/>
                    <a:pt x="1179" y="835"/>
                    <a:pt x="1178" y="832"/>
                  </a:cubicBezTo>
                  <a:cubicBezTo>
                    <a:pt x="1177" y="830"/>
                    <a:pt x="1176" y="828"/>
                    <a:pt x="1176" y="826"/>
                  </a:cubicBezTo>
                  <a:cubicBezTo>
                    <a:pt x="1176" y="825"/>
                    <a:pt x="1178" y="824"/>
                    <a:pt x="1179" y="822"/>
                  </a:cubicBezTo>
                  <a:cubicBezTo>
                    <a:pt x="1181" y="820"/>
                    <a:pt x="1182" y="818"/>
                    <a:pt x="1184" y="816"/>
                  </a:cubicBezTo>
                  <a:cubicBezTo>
                    <a:pt x="1186" y="814"/>
                    <a:pt x="1187" y="812"/>
                    <a:pt x="1189" y="813"/>
                  </a:cubicBezTo>
                  <a:cubicBezTo>
                    <a:pt x="1192" y="814"/>
                    <a:pt x="1195" y="815"/>
                    <a:pt x="1198" y="814"/>
                  </a:cubicBezTo>
                  <a:close/>
                  <a:moveTo>
                    <a:pt x="1252" y="834"/>
                  </a:moveTo>
                  <a:cubicBezTo>
                    <a:pt x="1256" y="829"/>
                    <a:pt x="1259" y="830"/>
                    <a:pt x="1262" y="829"/>
                  </a:cubicBezTo>
                  <a:cubicBezTo>
                    <a:pt x="1264" y="829"/>
                    <a:pt x="1265" y="829"/>
                    <a:pt x="1267" y="830"/>
                  </a:cubicBezTo>
                  <a:cubicBezTo>
                    <a:pt x="1268" y="830"/>
                    <a:pt x="1270" y="834"/>
                    <a:pt x="1271" y="836"/>
                  </a:cubicBezTo>
                  <a:cubicBezTo>
                    <a:pt x="1272" y="838"/>
                    <a:pt x="1270" y="839"/>
                    <a:pt x="1269" y="841"/>
                  </a:cubicBezTo>
                  <a:cubicBezTo>
                    <a:pt x="1267" y="844"/>
                    <a:pt x="1266" y="844"/>
                    <a:pt x="1265" y="847"/>
                  </a:cubicBezTo>
                  <a:cubicBezTo>
                    <a:pt x="1264" y="849"/>
                    <a:pt x="1262" y="851"/>
                    <a:pt x="1261" y="852"/>
                  </a:cubicBezTo>
                  <a:cubicBezTo>
                    <a:pt x="1260" y="854"/>
                    <a:pt x="1258" y="854"/>
                    <a:pt x="1255" y="851"/>
                  </a:cubicBezTo>
                  <a:cubicBezTo>
                    <a:pt x="1253" y="849"/>
                    <a:pt x="1252" y="850"/>
                    <a:pt x="1251" y="847"/>
                  </a:cubicBezTo>
                  <a:cubicBezTo>
                    <a:pt x="1250" y="844"/>
                    <a:pt x="1251" y="844"/>
                    <a:pt x="1250" y="841"/>
                  </a:cubicBezTo>
                  <a:cubicBezTo>
                    <a:pt x="1249" y="839"/>
                    <a:pt x="1250" y="837"/>
                    <a:pt x="1252" y="834"/>
                  </a:cubicBezTo>
                  <a:close/>
                  <a:moveTo>
                    <a:pt x="1290" y="800"/>
                  </a:moveTo>
                  <a:cubicBezTo>
                    <a:pt x="1288" y="799"/>
                    <a:pt x="1287" y="797"/>
                    <a:pt x="1287" y="795"/>
                  </a:cubicBezTo>
                  <a:cubicBezTo>
                    <a:pt x="1287" y="794"/>
                    <a:pt x="1291" y="793"/>
                    <a:pt x="1294" y="794"/>
                  </a:cubicBezTo>
                  <a:cubicBezTo>
                    <a:pt x="1296" y="795"/>
                    <a:pt x="1299" y="795"/>
                    <a:pt x="1302" y="795"/>
                  </a:cubicBezTo>
                  <a:cubicBezTo>
                    <a:pt x="1305" y="795"/>
                    <a:pt x="1307" y="799"/>
                    <a:pt x="1307" y="801"/>
                  </a:cubicBezTo>
                  <a:cubicBezTo>
                    <a:pt x="1306" y="803"/>
                    <a:pt x="1302" y="803"/>
                    <a:pt x="1302" y="804"/>
                  </a:cubicBezTo>
                  <a:cubicBezTo>
                    <a:pt x="1301" y="805"/>
                    <a:pt x="1299" y="806"/>
                    <a:pt x="1297" y="806"/>
                  </a:cubicBezTo>
                  <a:cubicBezTo>
                    <a:pt x="1294" y="806"/>
                    <a:pt x="1295" y="804"/>
                    <a:pt x="1290" y="800"/>
                  </a:cubicBezTo>
                  <a:close/>
                  <a:moveTo>
                    <a:pt x="1312" y="791"/>
                  </a:moveTo>
                  <a:cubicBezTo>
                    <a:pt x="1310" y="790"/>
                    <a:pt x="1312" y="788"/>
                    <a:pt x="1314" y="788"/>
                  </a:cubicBezTo>
                  <a:cubicBezTo>
                    <a:pt x="1316" y="788"/>
                    <a:pt x="1317" y="789"/>
                    <a:pt x="1318" y="790"/>
                  </a:cubicBezTo>
                  <a:cubicBezTo>
                    <a:pt x="1319" y="791"/>
                    <a:pt x="1321" y="792"/>
                    <a:pt x="1323" y="793"/>
                  </a:cubicBezTo>
                  <a:cubicBezTo>
                    <a:pt x="1325" y="793"/>
                    <a:pt x="1325" y="794"/>
                    <a:pt x="1325" y="796"/>
                  </a:cubicBezTo>
                  <a:cubicBezTo>
                    <a:pt x="1325" y="797"/>
                    <a:pt x="1323" y="797"/>
                    <a:pt x="1321" y="797"/>
                  </a:cubicBezTo>
                  <a:cubicBezTo>
                    <a:pt x="1319" y="797"/>
                    <a:pt x="1318" y="796"/>
                    <a:pt x="1317" y="795"/>
                  </a:cubicBezTo>
                  <a:cubicBezTo>
                    <a:pt x="1316" y="794"/>
                    <a:pt x="1315" y="793"/>
                    <a:pt x="1312" y="791"/>
                  </a:cubicBezTo>
                  <a:close/>
                  <a:moveTo>
                    <a:pt x="1224" y="1104"/>
                  </a:moveTo>
                  <a:cubicBezTo>
                    <a:pt x="1218" y="1104"/>
                    <a:pt x="1218" y="1105"/>
                    <a:pt x="1216" y="1106"/>
                  </a:cubicBezTo>
                  <a:cubicBezTo>
                    <a:pt x="1214" y="1107"/>
                    <a:pt x="1216" y="1108"/>
                    <a:pt x="1217" y="1109"/>
                  </a:cubicBezTo>
                  <a:cubicBezTo>
                    <a:pt x="1219" y="1110"/>
                    <a:pt x="1221" y="1111"/>
                    <a:pt x="1225" y="1111"/>
                  </a:cubicBezTo>
                  <a:cubicBezTo>
                    <a:pt x="1228" y="1112"/>
                    <a:pt x="1231" y="1113"/>
                    <a:pt x="1234" y="1114"/>
                  </a:cubicBezTo>
                  <a:cubicBezTo>
                    <a:pt x="1237" y="1116"/>
                    <a:pt x="1237" y="1116"/>
                    <a:pt x="1239" y="1116"/>
                  </a:cubicBezTo>
                  <a:cubicBezTo>
                    <a:pt x="1240" y="1116"/>
                    <a:pt x="1241" y="1114"/>
                    <a:pt x="1240" y="1111"/>
                  </a:cubicBezTo>
                  <a:cubicBezTo>
                    <a:pt x="1239" y="1109"/>
                    <a:pt x="1239" y="1110"/>
                    <a:pt x="1236" y="1108"/>
                  </a:cubicBezTo>
                  <a:cubicBezTo>
                    <a:pt x="1233" y="1106"/>
                    <a:pt x="1235" y="1106"/>
                    <a:pt x="1234" y="1104"/>
                  </a:cubicBezTo>
                  <a:cubicBezTo>
                    <a:pt x="1232" y="1102"/>
                    <a:pt x="1231" y="1104"/>
                    <a:pt x="1229" y="1104"/>
                  </a:cubicBezTo>
                  <a:cubicBezTo>
                    <a:pt x="1228" y="1105"/>
                    <a:pt x="1227" y="1105"/>
                    <a:pt x="1224" y="1104"/>
                  </a:cubicBezTo>
                  <a:close/>
                  <a:moveTo>
                    <a:pt x="1298" y="776"/>
                  </a:moveTo>
                  <a:cubicBezTo>
                    <a:pt x="1299" y="776"/>
                    <a:pt x="1300" y="776"/>
                    <a:pt x="1301" y="777"/>
                  </a:cubicBezTo>
                  <a:cubicBezTo>
                    <a:pt x="1302" y="777"/>
                    <a:pt x="1303" y="778"/>
                    <a:pt x="1302" y="778"/>
                  </a:cubicBezTo>
                  <a:cubicBezTo>
                    <a:pt x="1300" y="779"/>
                    <a:pt x="1300" y="778"/>
                    <a:pt x="1298" y="778"/>
                  </a:cubicBezTo>
                  <a:cubicBezTo>
                    <a:pt x="1296" y="778"/>
                    <a:pt x="1295" y="776"/>
                    <a:pt x="1298" y="776"/>
                  </a:cubicBezTo>
                  <a:close/>
                  <a:moveTo>
                    <a:pt x="1368" y="817"/>
                  </a:moveTo>
                  <a:cubicBezTo>
                    <a:pt x="1369" y="815"/>
                    <a:pt x="1373" y="817"/>
                    <a:pt x="1374" y="819"/>
                  </a:cubicBezTo>
                  <a:cubicBezTo>
                    <a:pt x="1375" y="820"/>
                    <a:pt x="1377" y="821"/>
                    <a:pt x="1377" y="822"/>
                  </a:cubicBezTo>
                  <a:cubicBezTo>
                    <a:pt x="1376" y="823"/>
                    <a:pt x="1374" y="822"/>
                    <a:pt x="1373" y="821"/>
                  </a:cubicBezTo>
                  <a:cubicBezTo>
                    <a:pt x="1372" y="820"/>
                    <a:pt x="1371" y="820"/>
                    <a:pt x="1368" y="820"/>
                  </a:cubicBezTo>
                  <a:cubicBezTo>
                    <a:pt x="1366" y="820"/>
                    <a:pt x="1367" y="818"/>
                    <a:pt x="1368" y="817"/>
                  </a:cubicBezTo>
                  <a:close/>
                  <a:moveTo>
                    <a:pt x="1443" y="815"/>
                  </a:moveTo>
                  <a:cubicBezTo>
                    <a:pt x="1446" y="816"/>
                    <a:pt x="1445" y="816"/>
                    <a:pt x="1448" y="817"/>
                  </a:cubicBezTo>
                  <a:cubicBezTo>
                    <a:pt x="1451" y="819"/>
                    <a:pt x="1451" y="818"/>
                    <a:pt x="1453" y="820"/>
                  </a:cubicBezTo>
                  <a:cubicBezTo>
                    <a:pt x="1456" y="822"/>
                    <a:pt x="1458" y="823"/>
                    <a:pt x="1457" y="823"/>
                  </a:cubicBezTo>
                  <a:cubicBezTo>
                    <a:pt x="1456" y="824"/>
                    <a:pt x="1454" y="823"/>
                    <a:pt x="1451" y="823"/>
                  </a:cubicBezTo>
                  <a:cubicBezTo>
                    <a:pt x="1448" y="823"/>
                    <a:pt x="1447" y="825"/>
                    <a:pt x="1445" y="823"/>
                  </a:cubicBezTo>
                  <a:cubicBezTo>
                    <a:pt x="1444" y="822"/>
                    <a:pt x="1445" y="821"/>
                    <a:pt x="1444" y="820"/>
                  </a:cubicBezTo>
                  <a:cubicBezTo>
                    <a:pt x="1444" y="819"/>
                    <a:pt x="1442" y="818"/>
                    <a:pt x="1441" y="817"/>
                  </a:cubicBezTo>
                  <a:cubicBezTo>
                    <a:pt x="1439" y="816"/>
                    <a:pt x="1439" y="814"/>
                    <a:pt x="1443" y="815"/>
                  </a:cubicBezTo>
                  <a:close/>
                  <a:moveTo>
                    <a:pt x="1564" y="853"/>
                  </a:moveTo>
                  <a:cubicBezTo>
                    <a:pt x="1562" y="853"/>
                    <a:pt x="1561" y="853"/>
                    <a:pt x="1560" y="854"/>
                  </a:cubicBezTo>
                  <a:cubicBezTo>
                    <a:pt x="1558" y="854"/>
                    <a:pt x="1558" y="853"/>
                    <a:pt x="1556" y="854"/>
                  </a:cubicBezTo>
                  <a:cubicBezTo>
                    <a:pt x="1555" y="854"/>
                    <a:pt x="1556" y="855"/>
                    <a:pt x="1558" y="857"/>
                  </a:cubicBezTo>
                  <a:cubicBezTo>
                    <a:pt x="1561" y="859"/>
                    <a:pt x="1562" y="858"/>
                    <a:pt x="1563" y="860"/>
                  </a:cubicBezTo>
                  <a:cubicBezTo>
                    <a:pt x="1565" y="861"/>
                    <a:pt x="1565" y="863"/>
                    <a:pt x="1567" y="863"/>
                  </a:cubicBezTo>
                  <a:cubicBezTo>
                    <a:pt x="1569" y="863"/>
                    <a:pt x="1568" y="861"/>
                    <a:pt x="1569" y="859"/>
                  </a:cubicBezTo>
                  <a:cubicBezTo>
                    <a:pt x="1569" y="857"/>
                    <a:pt x="1572" y="857"/>
                    <a:pt x="1572" y="856"/>
                  </a:cubicBezTo>
                  <a:cubicBezTo>
                    <a:pt x="1572" y="854"/>
                    <a:pt x="1571" y="854"/>
                    <a:pt x="1568" y="854"/>
                  </a:cubicBezTo>
                  <a:cubicBezTo>
                    <a:pt x="1565" y="854"/>
                    <a:pt x="1567" y="853"/>
                    <a:pt x="1564" y="853"/>
                  </a:cubicBezTo>
                  <a:close/>
                  <a:moveTo>
                    <a:pt x="1561" y="845"/>
                  </a:moveTo>
                  <a:cubicBezTo>
                    <a:pt x="1560" y="841"/>
                    <a:pt x="1566" y="845"/>
                    <a:pt x="1567" y="847"/>
                  </a:cubicBezTo>
                  <a:cubicBezTo>
                    <a:pt x="1568" y="848"/>
                    <a:pt x="1568" y="849"/>
                    <a:pt x="1567" y="849"/>
                  </a:cubicBezTo>
                  <a:cubicBezTo>
                    <a:pt x="1566" y="850"/>
                    <a:pt x="1564" y="849"/>
                    <a:pt x="1563" y="848"/>
                  </a:cubicBezTo>
                  <a:cubicBezTo>
                    <a:pt x="1561" y="848"/>
                    <a:pt x="1561" y="846"/>
                    <a:pt x="1561" y="845"/>
                  </a:cubicBezTo>
                  <a:close/>
                  <a:moveTo>
                    <a:pt x="1568" y="827"/>
                  </a:moveTo>
                  <a:cubicBezTo>
                    <a:pt x="1565" y="826"/>
                    <a:pt x="1570" y="824"/>
                    <a:pt x="1571" y="824"/>
                  </a:cubicBezTo>
                  <a:cubicBezTo>
                    <a:pt x="1573" y="824"/>
                    <a:pt x="1574" y="824"/>
                    <a:pt x="1575" y="825"/>
                  </a:cubicBezTo>
                  <a:cubicBezTo>
                    <a:pt x="1576" y="825"/>
                    <a:pt x="1576" y="826"/>
                    <a:pt x="1575" y="827"/>
                  </a:cubicBezTo>
                  <a:cubicBezTo>
                    <a:pt x="1575" y="828"/>
                    <a:pt x="1573" y="829"/>
                    <a:pt x="1572" y="829"/>
                  </a:cubicBezTo>
                  <a:cubicBezTo>
                    <a:pt x="1570" y="830"/>
                    <a:pt x="1570" y="828"/>
                    <a:pt x="1568" y="827"/>
                  </a:cubicBezTo>
                  <a:close/>
                  <a:moveTo>
                    <a:pt x="1561" y="817"/>
                  </a:moveTo>
                  <a:cubicBezTo>
                    <a:pt x="1562" y="816"/>
                    <a:pt x="1563" y="816"/>
                    <a:pt x="1564" y="818"/>
                  </a:cubicBezTo>
                  <a:cubicBezTo>
                    <a:pt x="1564" y="819"/>
                    <a:pt x="1565" y="820"/>
                    <a:pt x="1564" y="821"/>
                  </a:cubicBezTo>
                  <a:cubicBezTo>
                    <a:pt x="1564" y="823"/>
                    <a:pt x="1563" y="823"/>
                    <a:pt x="1561" y="823"/>
                  </a:cubicBezTo>
                  <a:cubicBezTo>
                    <a:pt x="1560" y="823"/>
                    <a:pt x="1561" y="822"/>
                    <a:pt x="1560" y="820"/>
                  </a:cubicBezTo>
                  <a:cubicBezTo>
                    <a:pt x="1559" y="818"/>
                    <a:pt x="1560" y="818"/>
                    <a:pt x="1561" y="817"/>
                  </a:cubicBezTo>
                  <a:close/>
                  <a:moveTo>
                    <a:pt x="1499" y="889"/>
                  </a:moveTo>
                  <a:cubicBezTo>
                    <a:pt x="1498" y="891"/>
                    <a:pt x="1497" y="891"/>
                    <a:pt x="1495" y="893"/>
                  </a:cubicBezTo>
                  <a:cubicBezTo>
                    <a:pt x="1494" y="894"/>
                    <a:pt x="1492" y="897"/>
                    <a:pt x="1495" y="897"/>
                  </a:cubicBezTo>
                  <a:cubicBezTo>
                    <a:pt x="1498" y="897"/>
                    <a:pt x="1498" y="896"/>
                    <a:pt x="1501" y="895"/>
                  </a:cubicBezTo>
                  <a:cubicBezTo>
                    <a:pt x="1504" y="894"/>
                    <a:pt x="1506" y="893"/>
                    <a:pt x="1506" y="891"/>
                  </a:cubicBezTo>
                  <a:cubicBezTo>
                    <a:pt x="1506" y="889"/>
                    <a:pt x="1505" y="887"/>
                    <a:pt x="1503" y="886"/>
                  </a:cubicBezTo>
                  <a:cubicBezTo>
                    <a:pt x="1502" y="886"/>
                    <a:pt x="1499" y="886"/>
                    <a:pt x="1499" y="889"/>
                  </a:cubicBezTo>
                  <a:close/>
                  <a:moveTo>
                    <a:pt x="1271" y="1007"/>
                  </a:moveTo>
                  <a:cubicBezTo>
                    <a:pt x="1270" y="1009"/>
                    <a:pt x="1269" y="1010"/>
                    <a:pt x="1269" y="1012"/>
                  </a:cubicBezTo>
                  <a:cubicBezTo>
                    <a:pt x="1269" y="1014"/>
                    <a:pt x="1269" y="1016"/>
                    <a:pt x="1268" y="1018"/>
                  </a:cubicBezTo>
                  <a:cubicBezTo>
                    <a:pt x="1267" y="1020"/>
                    <a:pt x="1266" y="1021"/>
                    <a:pt x="1265" y="1023"/>
                  </a:cubicBezTo>
                  <a:cubicBezTo>
                    <a:pt x="1264" y="1024"/>
                    <a:pt x="1262" y="1026"/>
                    <a:pt x="1263" y="1027"/>
                  </a:cubicBezTo>
                  <a:cubicBezTo>
                    <a:pt x="1264" y="1027"/>
                    <a:pt x="1265" y="1028"/>
                    <a:pt x="1266" y="1027"/>
                  </a:cubicBezTo>
                  <a:cubicBezTo>
                    <a:pt x="1267" y="1026"/>
                    <a:pt x="1267" y="1026"/>
                    <a:pt x="1268" y="1024"/>
                  </a:cubicBezTo>
                  <a:cubicBezTo>
                    <a:pt x="1270" y="1021"/>
                    <a:pt x="1270" y="1020"/>
                    <a:pt x="1271" y="1019"/>
                  </a:cubicBezTo>
                  <a:cubicBezTo>
                    <a:pt x="1272" y="1018"/>
                    <a:pt x="1273" y="1017"/>
                    <a:pt x="1274" y="1016"/>
                  </a:cubicBezTo>
                  <a:cubicBezTo>
                    <a:pt x="1275" y="1015"/>
                    <a:pt x="1277" y="1015"/>
                    <a:pt x="1276" y="1013"/>
                  </a:cubicBezTo>
                  <a:cubicBezTo>
                    <a:pt x="1276" y="1011"/>
                    <a:pt x="1276" y="1013"/>
                    <a:pt x="1275" y="1011"/>
                  </a:cubicBezTo>
                  <a:cubicBezTo>
                    <a:pt x="1274" y="1009"/>
                    <a:pt x="1274" y="1009"/>
                    <a:pt x="1273" y="1008"/>
                  </a:cubicBezTo>
                  <a:cubicBezTo>
                    <a:pt x="1273" y="1007"/>
                    <a:pt x="1271" y="1006"/>
                    <a:pt x="1271" y="1007"/>
                  </a:cubicBezTo>
                  <a:close/>
                  <a:moveTo>
                    <a:pt x="1281" y="1012"/>
                  </a:moveTo>
                  <a:cubicBezTo>
                    <a:pt x="1280" y="1013"/>
                    <a:pt x="1280" y="1014"/>
                    <a:pt x="1281" y="1015"/>
                  </a:cubicBezTo>
                  <a:cubicBezTo>
                    <a:pt x="1281" y="1016"/>
                    <a:pt x="1280" y="1016"/>
                    <a:pt x="1280" y="1017"/>
                  </a:cubicBezTo>
                  <a:cubicBezTo>
                    <a:pt x="1279" y="1018"/>
                    <a:pt x="1278" y="1018"/>
                    <a:pt x="1279" y="1019"/>
                  </a:cubicBezTo>
                  <a:cubicBezTo>
                    <a:pt x="1281" y="1019"/>
                    <a:pt x="1282" y="1019"/>
                    <a:pt x="1283" y="1019"/>
                  </a:cubicBezTo>
                  <a:cubicBezTo>
                    <a:pt x="1283" y="1018"/>
                    <a:pt x="1283" y="1018"/>
                    <a:pt x="1282" y="1016"/>
                  </a:cubicBezTo>
                  <a:cubicBezTo>
                    <a:pt x="1282" y="1015"/>
                    <a:pt x="1282" y="1015"/>
                    <a:pt x="1282" y="1014"/>
                  </a:cubicBezTo>
                  <a:cubicBezTo>
                    <a:pt x="1282" y="1013"/>
                    <a:pt x="1282" y="1012"/>
                    <a:pt x="1281" y="1012"/>
                  </a:cubicBezTo>
                  <a:close/>
                  <a:moveTo>
                    <a:pt x="1262" y="1018"/>
                  </a:moveTo>
                  <a:cubicBezTo>
                    <a:pt x="1261" y="1020"/>
                    <a:pt x="1262" y="1020"/>
                    <a:pt x="1261" y="1021"/>
                  </a:cubicBezTo>
                  <a:cubicBezTo>
                    <a:pt x="1259" y="1022"/>
                    <a:pt x="1258" y="1023"/>
                    <a:pt x="1257" y="1024"/>
                  </a:cubicBezTo>
                  <a:cubicBezTo>
                    <a:pt x="1257" y="1025"/>
                    <a:pt x="1256" y="1026"/>
                    <a:pt x="1257" y="1026"/>
                  </a:cubicBezTo>
                  <a:cubicBezTo>
                    <a:pt x="1258" y="1027"/>
                    <a:pt x="1259" y="1027"/>
                    <a:pt x="1259" y="1026"/>
                  </a:cubicBezTo>
                  <a:cubicBezTo>
                    <a:pt x="1260" y="1025"/>
                    <a:pt x="1260" y="1024"/>
                    <a:pt x="1261" y="1023"/>
                  </a:cubicBezTo>
                  <a:cubicBezTo>
                    <a:pt x="1262" y="1022"/>
                    <a:pt x="1263" y="1022"/>
                    <a:pt x="1263" y="1021"/>
                  </a:cubicBezTo>
                  <a:cubicBezTo>
                    <a:pt x="1263" y="1020"/>
                    <a:pt x="1263" y="1020"/>
                    <a:pt x="1263" y="1019"/>
                  </a:cubicBezTo>
                  <a:cubicBezTo>
                    <a:pt x="1263" y="1018"/>
                    <a:pt x="1263" y="1018"/>
                    <a:pt x="1262" y="1018"/>
                  </a:cubicBezTo>
                  <a:close/>
                  <a:moveTo>
                    <a:pt x="1406" y="677"/>
                  </a:moveTo>
                  <a:cubicBezTo>
                    <a:pt x="1406" y="680"/>
                    <a:pt x="1406" y="680"/>
                    <a:pt x="1403" y="682"/>
                  </a:cubicBezTo>
                  <a:cubicBezTo>
                    <a:pt x="1401" y="683"/>
                    <a:pt x="1399" y="683"/>
                    <a:pt x="1398" y="686"/>
                  </a:cubicBezTo>
                  <a:cubicBezTo>
                    <a:pt x="1396" y="688"/>
                    <a:pt x="1398" y="686"/>
                    <a:pt x="1394" y="689"/>
                  </a:cubicBezTo>
                  <a:cubicBezTo>
                    <a:pt x="1389" y="692"/>
                    <a:pt x="1384" y="693"/>
                    <a:pt x="1383" y="696"/>
                  </a:cubicBezTo>
                  <a:cubicBezTo>
                    <a:pt x="1381" y="699"/>
                    <a:pt x="1383" y="699"/>
                    <a:pt x="1378" y="701"/>
                  </a:cubicBezTo>
                  <a:cubicBezTo>
                    <a:pt x="1374" y="703"/>
                    <a:pt x="1372" y="705"/>
                    <a:pt x="1373" y="707"/>
                  </a:cubicBezTo>
                  <a:cubicBezTo>
                    <a:pt x="1374" y="708"/>
                    <a:pt x="1375" y="711"/>
                    <a:pt x="1379" y="714"/>
                  </a:cubicBezTo>
                  <a:cubicBezTo>
                    <a:pt x="1384" y="717"/>
                    <a:pt x="1383" y="716"/>
                    <a:pt x="1385" y="719"/>
                  </a:cubicBezTo>
                  <a:cubicBezTo>
                    <a:pt x="1388" y="722"/>
                    <a:pt x="1389" y="723"/>
                    <a:pt x="1389" y="725"/>
                  </a:cubicBezTo>
                  <a:cubicBezTo>
                    <a:pt x="1389" y="728"/>
                    <a:pt x="1388" y="730"/>
                    <a:pt x="1385" y="728"/>
                  </a:cubicBezTo>
                  <a:cubicBezTo>
                    <a:pt x="1382" y="727"/>
                    <a:pt x="1381" y="726"/>
                    <a:pt x="1378" y="726"/>
                  </a:cubicBezTo>
                  <a:cubicBezTo>
                    <a:pt x="1376" y="727"/>
                    <a:pt x="1374" y="728"/>
                    <a:pt x="1373" y="730"/>
                  </a:cubicBezTo>
                  <a:cubicBezTo>
                    <a:pt x="1372" y="731"/>
                    <a:pt x="1373" y="733"/>
                    <a:pt x="1370" y="732"/>
                  </a:cubicBezTo>
                  <a:cubicBezTo>
                    <a:pt x="1368" y="731"/>
                    <a:pt x="1370" y="729"/>
                    <a:pt x="1366" y="729"/>
                  </a:cubicBezTo>
                  <a:cubicBezTo>
                    <a:pt x="1361" y="729"/>
                    <a:pt x="1359" y="730"/>
                    <a:pt x="1358" y="732"/>
                  </a:cubicBezTo>
                  <a:cubicBezTo>
                    <a:pt x="1358" y="733"/>
                    <a:pt x="1358" y="734"/>
                    <a:pt x="1356" y="734"/>
                  </a:cubicBezTo>
                  <a:cubicBezTo>
                    <a:pt x="1354" y="734"/>
                    <a:pt x="1352" y="733"/>
                    <a:pt x="1350" y="733"/>
                  </a:cubicBezTo>
                  <a:cubicBezTo>
                    <a:pt x="1348" y="733"/>
                    <a:pt x="1350" y="731"/>
                    <a:pt x="1346" y="732"/>
                  </a:cubicBezTo>
                  <a:cubicBezTo>
                    <a:pt x="1342" y="732"/>
                    <a:pt x="1340" y="731"/>
                    <a:pt x="1342" y="734"/>
                  </a:cubicBezTo>
                  <a:cubicBezTo>
                    <a:pt x="1343" y="736"/>
                    <a:pt x="1345" y="737"/>
                    <a:pt x="1347" y="738"/>
                  </a:cubicBezTo>
                  <a:cubicBezTo>
                    <a:pt x="1349" y="738"/>
                    <a:pt x="1349" y="738"/>
                    <a:pt x="1351" y="740"/>
                  </a:cubicBezTo>
                  <a:cubicBezTo>
                    <a:pt x="1353" y="743"/>
                    <a:pt x="1354" y="741"/>
                    <a:pt x="1354" y="743"/>
                  </a:cubicBezTo>
                  <a:cubicBezTo>
                    <a:pt x="1354" y="746"/>
                    <a:pt x="1352" y="744"/>
                    <a:pt x="1351" y="747"/>
                  </a:cubicBezTo>
                  <a:cubicBezTo>
                    <a:pt x="1351" y="749"/>
                    <a:pt x="1353" y="753"/>
                    <a:pt x="1352" y="753"/>
                  </a:cubicBezTo>
                  <a:cubicBezTo>
                    <a:pt x="1350" y="752"/>
                    <a:pt x="1348" y="750"/>
                    <a:pt x="1347" y="747"/>
                  </a:cubicBezTo>
                  <a:cubicBezTo>
                    <a:pt x="1345" y="745"/>
                    <a:pt x="1347" y="745"/>
                    <a:pt x="1347" y="743"/>
                  </a:cubicBezTo>
                  <a:cubicBezTo>
                    <a:pt x="1347" y="741"/>
                    <a:pt x="1349" y="741"/>
                    <a:pt x="1343" y="740"/>
                  </a:cubicBezTo>
                  <a:cubicBezTo>
                    <a:pt x="1337" y="739"/>
                    <a:pt x="1337" y="739"/>
                    <a:pt x="1335" y="737"/>
                  </a:cubicBezTo>
                  <a:cubicBezTo>
                    <a:pt x="1333" y="734"/>
                    <a:pt x="1333" y="733"/>
                    <a:pt x="1330" y="732"/>
                  </a:cubicBezTo>
                  <a:cubicBezTo>
                    <a:pt x="1327" y="732"/>
                    <a:pt x="1325" y="733"/>
                    <a:pt x="1321" y="732"/>
                  </a:cubicBezTo>
                  <a:cubicBezTo>
                    <a:pt x="1317" y="731"/>
                    <a:pt x="1317" y="729"/>
                    <a:pt x="1315" y="730"/>
                  </a:cubicBezTo>
                  <a:cubicBezTo>
                    <a:pt x="1312" y="731"/>
                    <a:pt x="1310" y="732"/>
                    <a:pt x="1311" y="735"/>
                  </a:cubicBezTo>
                  <a:cubicBezTo>
                    <a:pt x="1312" y="739"/>
                    <a:pt x="1309" y="739"/>
                    <a:pt x="1305" y="740"/>
                  </a:cubicBezTo>
                  <a:cubicBezTo>
                    <a:pt x="1302" y="740"/>
                    <a:pt x="1299" y="739"/>
                    <a:pt x="1297" y="743"/>
                  </a:cubicBezTo>
                  <a:cubicBezTo>
                    <a:pt x="1294" y="747"/>
                    <a:pt x="1293" y="747"/>
                    <a:pt x="1292" y="750"/>
                  </a:cubicBezTo>
                  <a:cubicBezTo>
                    <a:pt x="1292" y="753"/>
                    <a:pt x="1290" y="754"/>
                    <a:pt x="1293" y="757"/>
                  </a:cubicBezTo>
                  <a:cubicBezTo>
                    <a:pt x="1297" y="760"/>
                    <a:pt x="1298" y="759"/>
                    <a:pt x="1301" y="762"/>
                  </a:cubicBezTo>
                  <a:cubicBezTo>
                    <a:pt x="1304" y="766"/>
                    <a:pt x="1305" y="766"/>
                    <a:pt x="1309" y="767"/>
                  </a:cubicBezTo>
                  <a:cubicBezTo>
                    <a:pt x="1313" y="769"/>
                    <a:pt x="1316" y="769"/>
                    <a:pt x="1319" y="769"/>
                  </a:cubicBezTo>
                  <a:cubicBezTo>
                    <a:pt x="1321" y="769"/>
                    <a:pt x="1322" y="770"/>
                    <a:pt x="1323" y="768"/>
                  </a:cubicBezTo>
                  <a:cubicBezTo>
                    <a:pt x="1325" y="766"/>
                    <a:pt x="1325" y="765"/>
                    <a:pt x="1328" y="765"/>
                  </a:cubicBezTo>
                  <a:cubicBezTo>
                    <a:pt x="1331" y="766"/>
                    <a:pt x="1332" y="766"/>
                    <a:pt x="1333" y="765"/>
                  </a:cubicBezTo>
                  <a:cubicBezTo>
                    <a:pt x="1335" y="763"/>
                    <a:pt x="1335" y="762"/>
                    <a:pt x="1337" y="762"/>
                  </a:cubicBezTo>
                  <a:cubicBezTo>
                    <a:pt x="1340" y="763"/>
                    <a:pt x="1341" y="762"/>
                    <a:pt x="1341" y="760"/>
                  </a:cubicBezTo>
                  <a:cubicBezTo>
                    <a:pt x="1341" y="759"/>
                    <a:pt x="1339" y="757"/>
                    <a:pt x="1342" y="757"/>
                  </a:cubicBezTo>
                  <a:cubicBezTo>
                    <a:pt x="1345" y="757"/>
                    <a:pt x="1347" y="756"/>
                    <a:pt x="1351" y="759"/>
                  </a:cubicBezTo>
                  <a:cubicBezTo>
                    <a:pt x="1354" y="761"/>
                    <a:pt x="1355" y="761"/>
                    <a:pt x="1358" y="761"/>
                  </a:cubicBezTo>
                  <a:cubicBezTo>
                    <a:pt x="1361" y="761"/>
                    <a:pt x="1361" y="763"/>
                    <a:pt x="1364" y="761"/>
                  </a:cubicBezTo>
                  <a:cubicBezTo>
                    <a:pt x="1366" y="759"/>
                    <a:pt x="1368" y="759"/>
                    <a:pt x="1367" y="758"/>
                  </a:cubicBezTo>
                  <a:cubicBezTo>
                    <a:pt x="1365" y="756"/>
                    <a:pt x="1363" y="755"/>
                    <a:pt x="1362" y="754"/>
                  </a:cubicBezTo>
                  <a:cubicBezTo>
                    <a:pt x="1361" y="753"/>
                    <a:pt x="1358" y="752"/>
                    <a:pt x="1361" y="751"/>
                  </a:cubicBezTo>
                  <a:cubicBezTo>
                    <a:pt x="1364" y="750"/>
                    <a:pt x="1364" y="749"/>
                    <a:pt x="1366" y="748"/>
                  </a:cubicBezTo>
                  <a:cubicBezTo>
                    <a:pt x="1368" y="746"/>
                    <a:pt x="1370" y="747"/>
                    <a:pt x="1369" y="749"/>
                  </a:cubicBezTo>
                  <a:cubicBezTo>
                    <a:pt x="1368" y="752"/>
                    <a:pt x="1366" y="754"/>
                    <a:pt x="1369" y="754"/>
                  </a:cubicBezTo>
                  <a:cubicBezTo>
                    <a:pt x="1371" y="755"/>
                    <a:pt x="1373" y="757"/>
                    <a:pt x="1375" y="754"/>
                  </a:cubicBezTo>
                  <a:cubicBezTo>
                    <a:pt x="1377" y="752"/>
                    <a:pt x="1379" y="751"/>
                    <a:pt x="1380" y="753"/>
                  </a:cubicBezTo>
                  <a:cubicBezTo>
                    <a:pt x="1382" y="755"/>
                    <a:pt x="1380" y="756"/>
                    <a:pt x="1383" y="757"/>
                  </a:cubicBezTo>
                  <a:cubicBezTo>
                    <a:pt x="1386" y="757"/>
                    <a:pt x="1386" y="757"/>
                    <a:pt x="1388" y="755"/>
                  </a:cubicBezTo>
                  <a:cubicBezTo>
                    <a:pt x="1390" y="754"/>
                    <a:pt x="1390" y="755"/>
                    <a:pt x="1392" y="756"/>
                  </a:cubicBezTo>
                  <a:cubicBezTo>
                    <a:pt x="1394" y="757"/>
                    <a:pt x="1395" y="755"/>
                    <a:pt x="1395" y="757"/>
                  </a:cubicBezTo>
                  <a:cubicBezTo>
                    <a:pt x="1395" y="760"/>
                    <a:pt x="1393" y="761"/>
                    <a:pt x="1392" y="763"/>
                  </a:cubicBezTo>
                  <a:cubicBezTo>
                    <a:pt x="1392" y="765"/>
                    <a:pt x="1391" y="766"/>
                    <a:pt x="1394" y="767"/>
                  </a:cubicBezTo>
                  <a:cubicBezTo>
                    <a:pt x="1396" y="768"/>
                    <a:pt x="1397" y="765"/>
                    <a:pt x="1399" y="768"/>
                  </a:cubicBezTo>
                  <a:cubicBezTo>
                    <a:pt x="1401" y="770"/>
                    <a:pt x="1400" y="770"/>
                    <a:pt x="1402" y="773"/>
                  </a:cubicBezTo>
                  <a:cubicBezTo>
                    <a:pt x="1404" y="775"/>
                    <a:pt x="1405" y="775"/>
                    <a:pt x="1407" y="775"/>
                  </a:cubicBezTo>
                  <a:cubicBezTo>
                    <a:pt x="1408" y="776"/>
                    <a:pt x="1407" y="776"/>
                    <a:pt x="1408" y="778"/>
                  </a:cubicBezTo>
                  <a:cubicBezTo>
                    <a:pt x="1408" y="780"/>
                    <a:pt x="1408" y="782"/>
                    <a:pt x="1410" y="782"/>
                  </a:cubicBezTo>
                  <a:cubicBezTo>
                    <a:pt x="1412" y="782"/>
                    <a:pt x="1413" y="780"/>
                    <a:pt x="1414" y="779"/>
                  </a:cubicBezTo>
                  <a:cubicBezTo>
                    <a:pt x="1416" y="779"/>
                    <a:pt x="1416" y="781"/>
                    <a:pt x="1416" y="782"/>
                  </a:cubicBezTo>
                  <a:cubicBezTo>
                    <a:pt x="1417" y="784"/>
                    <a:pt x="1417" y="784"/>
                    <a:pt x="1419" y="784"/>
                  </a:cubicBezTo>
                  <a:cubicBezTo>
                    <a:pt x="1422" y="784"/>
                    <a:pt x="1422" y="785"/>
                    <a:pt x="1423" y="784"/>
                  </a:cubicBezTo>
                  <a:cubicBezTo>
                    <a:pt x="1424" y="783"/>
                    <a:pt x="1426" y="783"/>
                    <a:pt x="1427" y="784"/>
                  </a:cubicBezTo>
                  <a:cubicBezTo>
                    <a:pt x="1428" y="785"/>
                    <a:pt x="1429" y="784"/>
                    <a:pt x="1430" y="786"/>
                  </a:cubicBezTo>
                  <a:cubicBezTo>
                    <a:pt x="1431" y="787"/>
                    <a:pt x="1429" y="788"/>
                    <a:pt x="1431" y="789"/>
                  </a:cubicBezTo>
                  <a:cubicBezTo>
                    <a:pt x="1432" y="789"/>
                    <a:pt x="1433" y="789"/>
                    <a:pt x="1434" y="790"/>
                  </a:cubicBezTo>
                  <a:cubicBezTo>
                    <a:pt x="1434" y="791"/>
                    <a:pt x="1434" y="792"/>
                    <a:pt x="1433" y="793"/>
                  </a:cubicBezTo>
                  <a:cubicBezTo>
                    <a:pt x="1431" y="794"/>
                    <a:pt x="1430" y="794"/>
                    <a:pt x="1429" y="795"/>
                  </a:cubicBezTo>
                  <a:cubicBezTo>
                    <a:pt x="1429" y="797"/>
                    <a:pt x="1428" y="798"/>
                    <a:pt x="1425" y="797"/>
                  </a:cubicBezTo>
                  <a:cubicBezTo>
                    <a:pt x="1422" y="795"/>
                    <a:pt x="1421" y="795"/>
                    <a:pt x="1421" y="796"/>
                  </a:cubicBezTo>
                  <a:cubicBezTo>
                    <a:pt x="1421" y="797"/>
                    <a:pt x="1421" y="798"/>
                    <a:pt x="1424" y="800"/>
                  </a:cubicBezTo>
                  <a:cubicBezTo>
                    <a:pt x="1427" y="802"/>
                    <a:pt x="1425" y="803"/>
                    <a:pt x="1428" y="803"/>
                  </a:cubicBezTo>
                  <a:cubicBezTo>
                    <a:pt x="1430" y="804"/>
                    <a:pt x="1431" y="805"/>
                    <a:pt x="1434" y="804"/>
                  </a:cubicBezTo>
                  <a:cubicBezTo>
                    <a:pt x="1437" y="804"/>
                    <a:pt x="1438" y="804"/>
                    <a:pt x="1440" y="804"/>
                  </a:cubicBezTo>
                  <a:cubicBezTo>
                    <a:pt x="1443" y="804"/>
                    <a:pt x="1442" y="805"/>
                    <a:pt x="1442" y="807"/>
                  </a:cubicBezTo>
                  <a:cubicBezTo>
                    <a:pt x="1442" y="809"/>
                    <a:pt x="1439" y="810"/>
                    <a:pt x="1444" y="810"/>
                  </a:cubicBezTo>
                  <a:cubicBezTo>
                    <a:pt x="1448" y="811"/>
                    <a:pt x="1451" y="810"/>
                    <a:pt x="1453" y="811"/>
                  </a:cubicBezTo>
                  <a:cubicBezTo>
                    <a:pt x="1455" y="811"/>
                    <a:pt x="1456" y="810"/>
                    <a:pt x="1458" y="813"/>
                  </a:cubicBezTo>
                  <a:cubicBezTo>
                    <a:pt x="1461" y="816"/>
                    <a:pt x="1461" y="817"/>
                    <a:pt x="1464" y="816"/>
                  </a:cubicBezTo>
                  <a:cubicBezTo>
                    <a:pt x="1468" y="815"/>
                    <a:pt x="1470" y="814"/>
                    <a:pt x="1472" y="815"/>
                  </a:cubicBezTo>
                  <a:cubicBezTo>
                    <a:pt x="1474" y="816"/>
                    <a:pt x="1472" y="818"/>
                    <a:pt x="1472" y="820"/>
                  </a:cubicBezTo>
                  <a:cubicBezTo>
                    <a:pt x="1473" y="823"/>
                    <a:pt x="1474" y="820"/>
                    <a:pt x="1476" y="823"/>
                  </a:cubicBezTo>
                  <a:cubicBezTo>
                    <a:pt x="1479" y="826"/>
                    <a:pt x="1476" y="828"/>
                    <a:pt x="1481" y="829"/>
                  </a:cubicBezTo>
                  <a:cubicBezTo>
                    <a:pt x="1486" y="830"/>
                    <a:pt x="1486" y="827"/>
                    <a:pt x="1491" y="830"/>
                  </a:cubicBezTo>
                  <a:cubicBezTo>
                    <a:pt x="1496" y="834"/>
                    <a:pt x="1497" y="834"/>
                    <a:pt x="1502" y="834"/>
                  </a:cubicBezTo>
                  <a:cubicBezTo>
                    <a:pt x="1506" y="835"/>
                    <a:pt x="1505" y="834"/>
                    <a:pt x="1510" y="836"/>
                  </a:cubicBezTo>
                  <a:cubicBezTo>
                    <a:pt x="1515" y="838"/>
                    <a:pt x="1517" y="836"/>
                    <a:pt x="1522" y="839"/>
                  </a:cubicBezTo>
                  <a:cubicBezTo>
                    <a:pt x="1528" y="843"/>
                    <a:pt x="1528" y="842"/>
                    <a:pt x="1532" y="844"/>
                  </a:cubicBezTo>
                  <a:cubicBezTo>
                    <a:pt x="1537" y="845"/>
                    <a:pt x="1540" y="847"/>
                    <a:pt x="1542" y="845"/>
                  </a:cubicBezTo>
                  <a:cubicBezTo>
                    <a:pt x="1545" y="844"/>
                    <a:pt x="1547" y="845"/>
                    <a:pt x="1545" y="843"/>
                  </a:cubicBezTo>
                  <a:cubicBezTo>
                    <a:pt x="1542" y="840"/>
                    <a:pt x="1540" y="839"/>
                    <a:pt x="1542" y="837"/>
                  </a:cubicBezTo>
                  <a:cubicBezTo>
                    <a:pt x="1544" y="836"/>
                    <a:pt x="1548" y="837"/>
                    <a:pt x="1543" y="834"/>
                  </a:cubicBezTo>
                  <a:cubicBezTo>
                    <a:pt x="1539" y="832"/>
                    <a:pt x="1539" y="833"/>
                    <a:pt x="1536" y="830"/>
                  </a:cubicBezTo>
                  <a:cubicBezTo>
                    <a:pt x="1534" y="826"/>
                    <a:pt x="1537" y="827"/>
                    <a:pt x="1533" y="824"/>
                  </a:cubicBezTo>
                  <a:cubicBezTo>
                    <a:pt x="1530" y="822"/>
                    <a:pt x="1530" y="822"/>
                    <a:pt x="1526" y="821"/>
                  </a:cubicBezTo>
                  <a:cubicBezTo>
                    <a:pt x="1522" y="819"/>
                    <a:pt x="1521" y="819"/>
                    <a:pt x="1519" y="816"/>
                  </a:cubicBezTo>
                  <a:cubicBezTo>
                    <a:pt x="1518" y="813"/>
                    <a:pt x="1517" y="811"/>
                    <a:pt x="1514" y="812"/>
                  </a:cubicBezTo>
                  <a:cubicBezTo>
                    <a:pt x="1510" y="812"/>
                    <a:pt x="1508" y="813"/>
                    <a:pt x="1509" y="810"/>
                  </a:cubicBezTo>
                  <a:cubicBezTo>
                    <a:pt x="1509" y="807"/>
                    <a:pt x="1510" y="805"/>
                    <a:pt x="1505" y="805"/>
                  </a:cubicBezTo>
                  <a:cubicBezTo>
                    <a:pt x="1501" y="805"/>
                    <a:pt x="1501" y="806"/>
                    <a:pt x="1498" y="803"/>
                  </a:cubicBezTo>
                  <a:cubicBezTo>
                    <a:pt x="1496" y="800"/>
                    <a:pt x="1495" y="798"/>
                    <a:pt x="1493" y="797"/>
                  </a:cubicBezTo>
                  <a:cubicBezTo>
                    <a:pt x="1490" y="796"/>
                    <a:pt x="1490" y="795"/>
                    <a:pt x="1488" y="792"/>
                  </a:cubicBezTo>
                  <a:cubicBezTo>
                    <a:pt x="1486" y="790"/>
                    <a:pt x="1480" y="786"/>
                    <a:pt x="1484" y="785"/>
                  </a:cubicBezTo>
                  <a:cubicBezTo>
                    <a:pt x="1488" y="784"/>
                    <a:pt x="1492" y="784"/>
                    <a:pt x="1494" y="786"/>
                  </a:cubicBezTo>
                  <a:cubicBezTo>
                    <a:pt x="1496" y="789"/>
                    <a:pt x="1501" y="792"/>
                    <a:pt x="1504" y="794"/>
                  </a:cubicBezTo>
                  <a:cubicBezTo>
                    <a:pt x="1506" y="796"/>
                    <a:pt x="1507" y="798"/>
                    <a:pt x="1508" y="797"/>
                  </a:cubicBezTo>
                  <a:cubicBezTo>
                    <a:pt x="1509" y="796"/>
                    <a:pt x="1509" y="794"/>
                    <a:pt x="1508" y="792"/>
                  </a:cubicBezTo>
                  <a:cubicBezTo>
                    <a:pt x="1507" y="790"/>
                    <a:pt x="1506" y="787"/>
                    <a:pt x="1507" y="787"/>
                  </a:cubicBezTo>
                  <a:cubicBezTo>
                    <a:pt x="1509" y="788"/>
                    <a:pt x="1511" y="788"/>
                    <a:pt x="1513" y="792"/>
                  </a:cubicBezTo>
                  <a:cubicBezTo>
                    <a:pt x="1514" y="795"/>
                    <a:pt x="1514" y="796"/>
                    <a:pt x="1517" y="798"/>
                  </a:cubicBezTo>
                  <a:cubicBezTo>
                    <a:pt x="1520" y="800"/>
                    <a:pt x="1521" y="800"/>
                    <a:pt x="1523" y="800"/>
                  </a:cubicBezTo>
                  <a:cubicBezTo>
                    <a:pt x="1525" y="801"/>
                    <a:pt x="1524" y="801"/>
                    <a:pt x="1526" y="803"/>
                  </a:cubicBezTo>
                  <a:cubicBezTo>
                    <a:pt x="1528" y="805"/>
                    <a:pt x="1529" y="807"/>
                    <a:pt x="1530" y="806"/>
                  </a:cubicBezTo>
                  <a:cubicBezTo>
                    <a:pt x="1530" y="804"/>
                    <a:pt x="1528" y="802"/>
                    <a:pt x="1530" y="802"/>
                  </a:cubicBezTo>
                  <a:cubicBezTo>
                    <a:pt x="1532" y="802"/>
                    <a:pt x="1534" y="803"/>
                    <a:pt x="1535" y="804"/>
                  </a:cubicBezTo>
                  <a:cubicBezTo>
                    <a:pt x="1535" y="806"/>
                    <a:pt x="1534" y="807"/>
                    <a:pt x="1536" y="808"/>
                  </a:cubicBezTo>
                  <a:cubicBezTo>
                    <a:pt x="1538" y="810"/>
                    <a:pt x="1540" y="811"/>
                    <a:pt x="1540" y="809"/>
                  </a:cubicBezTo>
                  <a:cubicBezTo>
                    <a:pt x="1540" y="807"/>
                    <a:pt x="1539" y="806"/>
                    <a:pt x="1541" y="807"/>
                  </a:cubicBezTo>
                  <a:cubicBezTo>
                    <a:pt x="1543" y="807"/>
                    <a:pt x="1541" y="808"/>
                    <a:pt x="1543" y="809"/>
                  </a:cubicBezTo>
                  <a:cubicBezTo>
                    <a:pt x="1546" y="810"/>
                    <a:pt x="1546" y="808"/>
                    <a:pt x="1547" y="809"/>
                  </a:cubicBezTo>
                  <a:cubicBezTo>
                    <a:pt x="1548" y="811"/>
                    <a:pt x="1546" y="812"/>
                    <a:pt x="1547" y="812"/>
                  </a:cubicBezTo>
                  <a:cubicBezTo>
                    <a:pt x="1549" y="812"/>
                    <a:pt x="1549" y="811"/>
                    <a:pt x="1550" y="812"/>
                  </a:cubicBezTo>
                  <a:cubicBezTo>
                    <a:pt x="1552" y="813"/>
                    <a:pt x="1551" y="815"/>
                    <a:pt x="1553" y="815"/>
                  </a:cubicBezTo>
                  <a:cubicBezTo>
                    <a:pt x="1555" y="815"/>
                    <a:pt x="1557" y="814"/>
                    <a:pt x="1557" y="814"/>
                  </a:cubicBezTo>
                  <a:cubicBezTo>
                    <a:pt x="1558" y="814"/>
                    <a:pt x="1559" y="816"/>
                    <a:pt x="1559" y="813"/>
                  </a:cubicBezTo>
                  <a:cubicBezTo>
                    <a:pt x="1559" y="810"/>
                    <a:pt x="1559" y="809"/>
                    <a:pt x="1561" y="810"/>
                  </a:cubicBezTo>
                  <a:cubicBezTo>
                    <a:pt x="1564" y="810"/>
                    <a:pt x="1564" y="810"/>
                    <a:pt x="1566" y="812"/>
                  </a:cubicBezTo>
                  <a:cubicBezTo>
                    <a:pt x="1568" y="813"/>
                    <a:pt x="1571" y="815"/>
                    <a:pt x="1570" y="812"/>
                  </a:cubicBezTo>
                  <a:cubicBezTo>
                    <a:pt x="1570" y="810"/>
                    <a:pt x="1568" y="808"/>
                    <a:pt x="1569" y="807"/>
                  </a:cubicBezTo>
                  <a:cubicBezTo>
                    <a:pt x="1570" y="806"/>
                    <a:pt x="1569" y="805"/>
                    <a:pt x="1566" y="803"/>
                  </a:cubicBezTo>
                  <a:cubicBezTo>
                    <a:pt x="1563" y="801"/>
                    <a:pt x="1564" y="801"/>
                    <a:pt x="1564" y="799"/>
                  </a:cubicBezTo>
                  <a:cubicBezTo>
                    <a:pt x="1565" y="797"/>
                    <a:pt x="1563" y="797"/>
                    <a:pt x="1563" y="794"/>
                  </a:cubicBezTo>
                  <a:cubicBezTo>
                    <a:pt x="1564" y="791"/>
                    <a:pt x="1565" y="790"/>
                    <a:pt x="1563" y="788"/>
                  </a:cubicBezTo>
                  <a:cubicBezTo>
                    <a:pt x="1561" y="786"/>
                    <a:pt x="1557" y="782"/>
                    <a:pt x="1560" y="783"/>
                  </a:cubicBezTo>
                  <a:cubicBezTo>
                    <a:pt x="1562" y="784"/>
                    <a:pt x="1565" y="786"/>
                    <a:pt x="1566" y="788"/>
                  </a:cubicBezTo>
                  <a:cubicBezTo>
                    <a:pt x="1567" y="790"/>
                    <a:pt x="1568" y="791"/>
                    <a:pt x="1569" y="793"/>
                  </a:cubicBezTo>
                  <a:cubicBezTo>
                    <a:pt x="1570" y="796"/>
                    <a:pt x="1570" y="798"/>
                    <a:pt x="1571" y="800"/>
                  </a:cubicBezTo>
                  <a:cubicBezTo>
                    <a:pt x="1573" y="801"/>
                    <a:pt x="1574" y="801"/>
                    <a:pt x="1574" y="799"/>
                  </a:cubicBezTo>
                  <a:cubicBezTo>
                    <a:pt x="1574" y="796"/>
                    <a:pt x="1573" y="795"/>
                    <a:pt x="1574" y="792"/>
                  </a:cubicBezTo>
                  <a:cubicBezTo>
                    <a:pt x="1574" y="788"/>
                    <a:pt x="1574" y="787"/>
                    <a:pt x="1571" y="786"/>
                  </a:cubicBezTo>
                  <a:cubicBezTo>
                    <a:pt x="1568" y="784"/>
                    <a:pt x="1565" y="784"/>
                    <a:pt x="1567" y="782"/>
                  </a:cubicBezTo>
                  <a:cubicBezTo>
                    <a:pt x="1568" y="780"/>
                    <a:pt x="1571" y="781"/>
                    <a:pt x="1571" y="779"/>
                  </a:cubicBezTo>
                  <a:cubicBezTo>
                    <a:pt x="1570" y="777"/>
                    <a:pt x="1570" y="777"/>
                    <a:pt x="1567" y="776"/>
                  </a:cubicBezTo>
                  <a:cubicBezTo>
                    <a:pt x="1564" y="776"/>
                    <a:pt x="1562" y="775"/>
                    <a:pt x="1562" y="773"/>
                  </a:cubicBezTo>
                  <a:cubicBezTo>
                    <a:pt x="1561" y="771"/>
                    <a:pt x="1560" y="771"/>
                    <a:pt x="1557" y="770"/>
                  </a:cubicBezTo>
                  <a:cubicBezTo>
                    <a:pt x="1554" y="768"/>
                    <a:pt x="1550" y="768"/>
                    <a:pt x="1552" y="766"/>
                  </a:cubicBezTo>
                  <a:cubicBezTo>
                    <a:pt x="1555" y="765"/>
                    <a:pt x="1557" y="766"/>
                    <a:pt x="1560" y="765"/>
                  </a:cubicBezTo>
                  <a:cubicBezTo>
                    <a:pt x="1562" y="765"/>
                    <a:pt x="1564" y="764"/>
                    <a:pt x="1564" y="762"/>
                  </a:cubicBezTo>
                  <a:cubicBezTo>
                    <a:pt x="1563" y="761"/>
                    <a:pt x="1561" y="761"/>
                    <a:pt x="1558" y="760"/>
                  </a:cubicBezTo>
                  <a:cubicBezTo>
                    <a:pt x="1554" y="760"/>
                    <a:pt x="1550" y="760"/>
                    <a:pt x="1551" y="759"/>
                  </a:cubicBezTo>
                  <a:cubicBezTo>
                    <a:pt x="1552" y="757"/>
                    <a:pt x="1554" y="757"/>
                    <a:pt x="1553" y="754"/>
                  </a:cubicBezTo>
                  <a:cubicBezTo>
                    <a:pt x="1552" y="751"/>
                    <a:pt x="1548" y="749"/>
                    <a:pt x="1547" y="750"/>
                  </a:cubicBezTo>
                  <a:cubicBezTo>
                    <a:pt x="1547" y="751"/>
                    <a:pt x="1548" y="751"/>
                    <a:pt x="1547" y="753"/>
                  </a:cubicBezTo>
                  <a:cubicBezTo>
                    <a:pt x="1547" y="756"/>
                    <a:pt x="1546" y="753"/>
                    <a:pt x="1544" y="753"/>
                  </a:cubicBezTo>
                  <a:cubicBezTo>
                    <a:pt x="1542" y="752"/>
                    <a:pt x="1542" y="754"/>
                    <a:pt x="1540" y="754"/>
                  </a:cubicBezTo>
                  <a:cubicBezTo>
                    <a:pt x="1538" y="753"/>
                    <a:pt x="1537" y="752"/>
                    <a:pt x="1538" y="751"/>
                  </a:cubicBezTo>
                  <a:cubicBezTo>
                    <a:pt x="1539" y="750"/>
                    <a:pt x="1541" y="750"/>
                    <a:pt x="1540" y="749"/>
                  </a:cubicBezTo>
                  <a:cubicBezTo>
                    <a:pt x="1538" y="747"/>
                    <a:pt x="1537" y="747"/>
                    <a:pt x="1535" y="746"/>
                  </a:cubicBezTo>
                  <a:cubicBezTo>
                    <a:pt x="1533" y="744"/>
                    <a:pt x="1533" y="741"/>
                    <a:pt x="1532" y="742"/>
                  </a:cubicBezTo>
                  <a:cubicBezTo>
                    <a:pt x="1530" y="743"/>
                    <a:pt x="1530" y="745"/>
                    <a:pt x="1531" y="747"/>
                  </a:cubicBezTo>
                  <a:cubicBezTo>
                    <a:pt x="1531" y="749"/>
                    <a:pt x="1532" y="753"/>
                    <a:pt x="1530" y="751"/>
                  </a:cubicBezTo>
                  <a:cubicBezTo>
                    <a:pt x="1528" y="749"/>
                    <a:pt x="1528" y="748"/>
                    <a:pt x="1528" y="746"/>
                  </a:cubicBezTo>
                  <a:cubicBezTo>
                    <a:pt x="1527" y="744"/>
                    <a:pt x="1525" y="745"/>
                    <a:pt x="1525" y="743"/>
                  </a:cubicBezTo>
                  <a:cubicBezTo>
                    <a:pt x="1525" y="742"/>
                    <a:pt x="1528" y="739"/>
                    <a:pt x="1526" y="738"/>
                  </a:cubicBezTo>
                  <a:cubicBezTo>
                    <a:pt x="1525" y="738"/>
                    <a:pt x="1524" y="739"/>
                    <a:pt x="1523" y="738"/>
                  </a:cubicBezTo>
                  <a:cubicBezTo>
                    <a:pt x="1522" y="737"/>
                    <a:pt x="1520" y="737"/>
                    <a:pt x="1520" y="735"/>
                  </a:cubicBezTo>
                  <a:cubicBezTo>
                    <a:pt x="1520" y="733"/>
                    <a:pt x="1518" y="733"/>
                    <a:pt x="1517" y="732"/>
                  </a:cubicBezTo>
                  <a:cubicBezTo>
                    <a:pt x="1517" y="731"/>
                    <a:pt x="1519" y="731"/>
                    <a:pt x="1520" y="729"/>
                  </a:cubicBezTo>
                  <a:cubicBezTo>
                    <a:pt x="1521" y="727"/>
                    <a:pt x="1520" y="727"/>
                    <a:pt x="1517" y="726"/>
                  </a:cubicBezTo>
                  <a:cubicBezTo>
                    <a:pt x="1514" y="725"/>
                    <a:pt x="1515" y="725"/>
                    <a:pt x="1515" y="723"/>
                  </a:cubicBezTo>
                  <a:cubicBezTo>
                    <a:pt x="1515" y="721"/>
                    <a:pt x="1513" y="720"/>
                    <a:pt x="1511" y="721"/>
                  </a:cubicBezTo>
                  <a:cubicBezTo>
                    <a:pt x="1509" y="722"/>
                    <a:pt x="1509" y="723"/>
                    <a:pt x="1507" y="724"/>
                  </a:cubicBezTo>
                  <a:cubicBezTo>
                    <a:pt x="1505" y="726"/>
                    <a:pt x="1503" y="728"/>
                    <a:pt x="1503" y="726"/>
                  </a:cubicBezTo>
                  <a:cubicBezTo>
                    <a:pt x="1503" y="723"/>
                    <a:pt x="1503" y="724"/>
                    <a:pt x="1504" y="721"/>
                  </a:cubicBezTo>
                  <a:cubicBezTo>
                    <a:pt x="1505" y="718"/>
                    <a:pt x="1506" y="717"/>
                    <a:pt x="1504" y="717"/>
                  </a:cubicBezTo>
                  <a:cubicBezTo>
                    <a:pt x="1501" y="717"/>
                    <a:pt x="1500" y="718"/>
                    <a:pt x="1500" y="716"/>
                  </a:cubicBezTo>
                  <a:cubicBezTo>
                    <a:pt x="1499" y="714"/>
                    <a:pt x="1501" y="714"/>
                    <a:pt x="1498" y="712"/>
                  </a:cubicBezTo>
                  <a:cubicBezTo>
                    <a:pt x="1496" y="711"/>
                    <a:pt x="1494" y="710"/>
                    <a:pt x="1496" y="709"/>
                  </a:cubicBezTo>
                  <a:cubicBezTo>
                    <a:pt x="1497" y="709"/>
                    <a:pt x="1498" y="710"/>
                    <a:pt x="1499" y="709"/>
                  </a:cubicBezTo>
                  <a:cubicBezTo>
                    <a:pt x="1499" y="708"/>
                    <a:pt x="1499" y="707"/>
                    <a:pt x="1498" y="707"/>
                  </a:cubicBezTo>
                  <a:cubicBezTo>
                    <a:pt x="1497" y="706"/>
                    <a:pt x="1495" y="706"/>
                    <a:pt x="1492" y="705"/>
                  </a:cubicBezTo>
                  <a:cubicBezTo>
                    <a:pt x="1489" y="705"/>
                    <a:pt x="1486" y="705"/>
                    <a:pt x="1488" y="704"/>
                  </a:cubicBezTo>
                  <a:cubicBezTo>
                    <a:pt x="1489" y="703"/>
                    <a:pt x="1490" y="702"/>
                    <a:pt x="1493" y="703"/>
                  </a:cubicBezTo>
                  <a:cubicBezTo>
                    <a:pt x="1496" y="703"/>
                    <a:pt x="1499" y="703"/>
                    <a:pt x="1500" y="704"/>
                  </a:cubicBezTo>
                  <a:cubicBezTo>
                    <a:pt x="1502" y="705"/>
                    <a:pt x="1503" y="707"/>
                    <a:pt x="1504" y="708"/>
                  </a:cubicBezTo>
                  <a:cubicBezTo>
                    <a:pt x="1504" y="710"/>
                    <a:pt x="1502" y="712"/>
                    <a:pt x="1506" y="713"/>
                  </a:cubicBezTo>
                  <a:cubicBezTo>
                    <a:pt x="1510" y="714"/>
                    <a:pt x="1511" y="715"/>
                    <a:pt x="1514" y="714"/>
                  </a:cubicBezTo>
                  <a:cubicBezTo>
                    <a:pt x="1517" y="713"/>
                    <a:pt x="1521" y="713"/>
                    <a:pt x="1520" y="711"/>
                  </a:cubicBezTo>
                  <a:cubicBezTo>
                    <a:pt x="1519" y="708"/>
                    <a:pt x="1519" y="706"/>
                    <a:pt x="1516" y="706"/>
                  </a:cubicBezTo>
                  <a:cubicBezTo>
                    <a:pt x="1513" y="705"/>
                    <a:pt x="1509" y="704"/>
                    <a:pt x="1509" y="702"/>
                  </a:cubicBezTo>
                  <a:cubicBezTo>
                    <a:pt x="1508" y="700"/>
                    <a:pt x="1510" y="699"/>
                    <a:pt x="1508" y="698"/>
                  </a:cubicBezTo>
                  <a:cubicBezTo>
                    <a:pt x="1506" y="696"/>
                    <a:pt x="1502" y="694"/>
                    <a:pt x="1504" y="693"/>
                  </a:cubicBezTo>
                  <a:cubicBezTo>
                    <a:pt x="1505" y="692"/>
                    <a:pt x="1507" y="692"/>
                    <a:pt x="1508" y="694"/>
                  </a:cubicBezTo>
                  <a:cubicBezTo>
                    <a:pt x="1509" y="696"/>
                    <a:pt x="1510" y="698"/>
                    <a:pt x="1512" y="698"/>
                  </a:cubicBezTo>
                  <a:cubicBezTo>
                    <a:pt x="1515" y="699"/>
                    <a:pt x="1516" y="699"/>
                    <a:pt x="1516" y="698"/>
                  </a:cubicBezTo>
                  <a:cubicBezTo>
                    <a:pt x="1516" y="697"/>
                    <a:pt x="1514" y="695"/>
                    <a:pt x="1516" y="695"/>
                  </a:cubicBezTo>
                  <a:cubicBezTo>
                    <a:pt x="1519" y="695"/>
                    <a:pt x="1520" y="694"/>
                    <a:pt x="1519" y="693"/>
                  </a:cubicBezTo>
                  <a:cubicBezTo>
                    <a:pt x="1518" y="692"/>
                    <a:pt x="1517" y="692"/>
                    <a:pt x="1515" y="692"/>
                  </a:cubicBezTo>
                  <a:cubicBezTo>
                    <a:pt x="1513" y="691"/>
                    <a:pt x="1511" y="690"/>
                    <a:pt x="1512" y="689"/>
                  </a:cubicBezTo>
                  <a:cubicBezTo>
                    <a:pt x="1514" y="689"/>
                    <a:pt x="1516" y="689"/>
                    <a:pt x="1519" y="689"/>
                  </a:cubicBezTo>
                  <a:cubicBezTo>
                    <a:pt x="1521" y="689"/>
                    <a:pt x="1521" y="688"/>
                    <a:pt x="1524" y="688"/>
                  </a:cubicBezTo>
                  <a:cubicBezTo>
                    <a:pt x="1527" y="688"/>
                    <a:pt x="1528" y="687"/>
                    <a:pt x="1528" y="690"/>
                  </a:cubicBezTo>
                  <a:cubicBezTo>
                    <a:pt x="1528" y="692"/>
                    <a:pt x="1526" y="694"/>
                    <a:pt x="1527" y="695"/>
                  </a:cubicBezTo>
                  <a:cubicBezTo>
                    <a:pt x="1529" y="696"/>
                    <a:pt x="1531" y="696"/>
                    <a:pt x="1533" y="696"/>
                  </a:cubicBezTo>
                  <a:cubicBezTo>
                    <a:pt x="1535" y="697"/>
                    <a:pt x="1534" y="698"/>
                    <a:pt x="1536" y="699"/>
                  </a:cubicBezTo>
                  <a:cubicBezTo>
                    <a:pt x="1537" y="700"/>
                    <a:pt x="1539" y="699"/>
                    <a:pt x="1541" y="701"/>
                  </a:cubicBezTo>
                  <a:cubicBezTo>
                    <a:pt x="1542" y="702"/>
                    <a:pt x="1541" y="704"/>
                    <a:pt x="1543" y="705"/>
                  </a:cubicBezTo>
                  <a:cubicBezTo>
                    <a:pt x="1546" y="706"/>
                    <a:pt x="1547" y="705"/>
                    <a:pt x="1548" y="703"/>
                  </a:cubicBezTo>
                  <a:cubicBezTo>
                    <a:pt x="1549" y="701"/>
                    <a:pt x="1554" y="694"/>
                    <a:pt x="1554" y="697"/>
                  </a:cubicBezTo>
                  <a:cubicBezTo>
                    <a:pt x="1555" y="699"/>
                    <a:pt x="1555" y="700"/>
                    <a:pt x="1552" y="702"/>
                  </a:cubicBezTo>
                  <a:cubicBezTo>
                    <a:pt x="1550" y="705"/>
                    <a:pt x="1547" y="708"/>
                    <a:pt x="1547" y="709"/>
                  </a:cubicBezTo>
                  <a:cubicBezTo>
                    <a:pt x="1547" y="711"/>
                    <a:pt x="1551" y="710"/>
                    <a:pt x="1553" y="708"/>
                  </a:cubicBezTo>
                  <a:cubicBezTo>
                    <a:pt x="1556" y="707"/>
                    <a:pt x="1557" y="707"/>
                    <a:pt x="1560" y="705"/>
                  </a:cubicBezTo>
                  <a:cubicBezTo>
                    <a:pt x="1563" y="704"/>
                    <a:pt x="1564" y="704"/>
                    <a:pt x="1567" y="703"/>
                  </a:cubicBezTo>
                  <a:cubicBezTo>
                    <a:pt x="1570" y="702"/>
                    <a:pt x="1571" y="703"/>
                    <a:pt x="1573" y="701"/>
                  </a:cubicBezTo>
                  <a:cubicBezTo>
                    <a:pt x="1575" y="698"/>
                    <a:pt x="1577" y="699"/>
                    <a:pt x="1577" y="700"/>
                  </a:cubicBezTo>
                  <a:cubicBezTo>
                    <a:pt x="1576" y="701"/>
                    <a:pt x="1576" y="702"/>
                    <a:pt x="1573" y="703"/>
                  </a:cubicBezTo>
                  <a:cubicBezTo>
                    <a:pt x="1571" y="705"/>
                    <a:pt x="1570" y="705"/>
                    <a:pt x="1570" y="707"/>
                  </a:cubicBezTo>
                  <a:cubicBezTo>
                    <a:pt x="1570" y="708"/>
                    <a:pt x="1570" y="709"/>
                    <a:pt x="1570" y="710"/>
                  </a:cubicBezTo>
                  <a:cubicBezTo>
                    <a:pt x="1569" y="711"/>
                    <a:pt x="1568" y="711"/>
                    <a:pt x="1565" y="712"/>
                  </a:cubicBezTo>
                  <a:cubicBezTo>
                    <a:pt x="1563" y="712"/>
                    <a:pt x="1561" y="711"/>
                    <a:pt x="1559" y="713"/>
                  </a:cubicBezTo>
                  <a:cubicBezTo>
                    <a:pt x="1556" y="714"/>
                    <a:pt x="1555" y="717"/>
                    <a:pt x="1556" y="718"/>
                  </a:cubicBezTo>
                  <a:cubicBezTo>
                    <a:pt x="1556" y="719"/>
                    <a:pt x="1554" y="721"/>
                    <a:pt x="1558" y="721"/>
                  </a:cubicBezTo>
                  <a:cubicBezTo>
                    <a:pt x="1561" y="721"/>
                    <a:pt x="1562" y="719"/>
                    <a:pt x="1562" y="721"/>
                  </a:cubicBezTo>
                  <a:cubicBezTo>
                    <a:pt x="1563" y="723"/>
                    <a:pt x="1560" y="723"/>
                    <a:pt x="1560" y="724"/>
                  </a:cubicBezTo>
                  <a:cubicBezTo>
                    <a:pt x="1560" y="726"/>
                    <a:pt x="1559" y="725"/>
                    <a:pt x="1562" y="725"/>
                  </a:cubicBezTo>
                  <a:cubicBezTo>
                    <a:pt x="1565" y="725"/>
                    <a:pt x="1568" y="724"/>
                    <a:pt x="1567" y="726"/>
                  </a:cubicBezTo>
                  <a:cubicBezTo>
                    <a:pt x="1567" y="727"/>
                    <a:pt x="1565" y="726"/>
                    <a:pt x="1564" y="728"/>
                  </a:cubicBezTo>
                  <a:cubicBezTo>
                    <a:pt x="1564" y="730"/>
                    <a:pt x="1562" y="731"/>
                    <a:pt x="1565" y="731"/>
                  </a:cubicBezTo>
                  <a:cubicBezTo>
                    <a:pt x="1567" y="731"/>
                    <a:pt x="1567" y="731"/>
                    <a:pt x="1569" y="730"/>
                  </a:cubicBezTo>
                  <a:cubicBezTo>
                    <a:pt x="1571" y="729"/>
                    <a:pt x="1573" y="727"/>
                    <a:pt x="1573" y="729"/>
                  </a:cubicBezTo>
                  <a:cubicBezTo>
                    <a:pt x="1574" y="731"/>
                    <a:pt x="1571" y="731"/>
                    <a:pt x="1571" y="732"/>
                  </a:cubicBezTo>
                  <a:cubicBezTo>
                    <a:pt x="1570" y="733"/>
                    <a:pt x="1569" y="734"/>
                    <a:pt x="1570" y="735"/>
                  </a:cubicBezTo>
                  <a:cubicBezTo>
                    <a:pt x="1571" y="736"/>
                    <a:pt x="1571" y="735"/>
                    <a:pt x="1573" y="737"/>
                  </a:cubicBezTo>
                  <a:cubicBezTo>
                    <a:pt x="1574" y="739"/>
                    <a:pt x="1575" y="739"/>
                    <a:pt x="1576" y="738"/>
                  </a:cubicBezTo>
                  <a:cubicBezTo>
                    <a:pt x="1577" y="736"/>
                    <a:pt x="1577" y="733"/>
                    <a:pt x="1578" y="733"/>
                  </a:cubicBezTo>
                  <a:cubicBezTo>
                    <a:pt x="1579" y="733"/>
                    <a:pt x="1578" y="736"/>
                    <a:pt x="1580" y="737"/>
                  </a:cubicBezTo>
                  <a:cubicBezTo>
                    <a:pt x="1582" y="737"/>
                    <a:pt x="1583" y="736"/>
                    <a:pt x="1584" y="737"/>
                  </a:cubicBezTo>
                  <a:cubicBezTo>
                    <a:pt x="1584" y="738"/>
                    <a:pt x="1583" y="738"/>
                    <a:pt x="1584" y="739"/>
                  </a:cubicBezTo>
                  <a:cubicBezTo>
                    <a:pt x="1586" y="741"/>
                    <a:pt x="1586" y="740"/>
                    <a:pt x="1588" y="741"/>
                  </a:cubicBezTo>
                  <a:cubicBezTo>
                    <a:pt x="1590" y="742"/>
                    <a:pt x="1590" y="742"/>
                    <a:pt x="1591" y="743"/>
                  </a:cubicBezTo>
                  <a:cubicBezTo>
                    <a:pt x="1592" y="744"/>
                    <a:pt x="1591" y="746"/>
                    <a:pt x="1593" y="745"/>
                  </a:cubicBezTo>
                  <a:cubicBezTo>
                    <a:pt x="1595" y="745"/>
                    <a:pt x="1595" y="744"/>
                    <a:pt x="1595" y="742"/>
                  </a:cubicBezTo>
                  <a:cubicBezTo>
                    <a:pt x="1595" y="740"/>
                    <a:pt x="1593" y="740"/>
                    <a:pt x="1595" y="738"/>
                  </a:cubicBezTo>
                  <a:cubicBezTo>
                    <a:pt x="1598" y="736"/>
                    <a:pt x="1599" y="736"/>
                    <a:pt x="1598" y="735"/>
                  </a:cubicBezTo>
                  <a:cubicBezTo>
                    <a:pt x="1597" y="733"/>
                    <a:pt x="1596" y="733"/>
                    <a:pt x="1595" y="732"/>
                  </a:cubicBezTo>
                  <a:cubicBezTo>
                    <a:pt x="1594" y="731"/>
                    <a:pt x="1592" y="731"/>
                    <a:pt x="1593" y="729"/>
                  </a:cubicBezTo>
                  <a:cubicBezTo>
                    <a:pt x="1594" y="727"/>
                    <a:pt x="1595" y="727"/>
                    <a:pt x="1594" y="725"/>
                  </a:cubicBezTo>
                  <a:cubicBezTo>
                    <a:pt x="1592" y="722"/>
                    <a:pt x="1590" y="722"/>
                    <a:pt x="1591" y="721"/>
                  </a:cubicBezTo>
                  <a:cubicBezTo>
                    <a:pt x="1592" y="720"/>
                    <a:pt x="1592" y="720"/>
                    <a:pt x="1595" y="720"/>
                  </a:cubicBezTo>
                  <a:cubicBezTo>
                    <a:pt x="1597" y="721"/>
                    <a:pt x="1598" y="721"/>
                    <a:pt x="1598" y="720"/>
                  </a:cubicBezTo>
                  <a:cubicBezTo>
                    <a:pt x="1597" y="718"/>
                    <a:pt x="1596" y="717"/>
                    <a:pt x="1595" y="715"/>
                  </a:cubicBezTo>
                  <a:cubicBezTo>
                    <a:pt x="1594" y="713"/>
                    <a:pt x="1594" y="712"/>
                    <a:pt x="1596" y="712"/>
                  </a:cubicBezTo>
                  <a:cubicBezTo>
                    <a:pt x="1597" y="713"/>
                    <a:pt x="1598" y="714"/>
                    <a:pt x="1599" y="716"/>
                  </a:cubicBezTo>
                  <a:cubicBezTo>
                    <a:pt x="1599" y="718"/>
                    <a:pt x="1600" y="719"/>
                    <a:pt x="1602" y="720"/>
                  </a:cubicBezTo>
                  <a:cubicBezTo>
                    <a:pt x="1603" y="722"/>
                    <a:pt x="1605" y="725"/>
                    <a:pt x="1606" y="724"/>
                  </a:cubicBezTo>
                  <a:cubicBezTo>
                    <a:pt x="1607" y="723"/>
                    <a:pt x="1607" y="723"/>
                    <a:pt x="1607" y="721"/>
                  </a:cubicBezTo>
                  <a:cubicBezTo>
                    <a:pt x="1607" y="719"/>
                    <a:pt x="1607" y="718"/>
                    <a:pt x="1608" y="718"/>
                  </a:cubicBezTo>
                  <a:cubicBezTo>
                    <a:pt x="1610" y="718"/>
                    <a:pt x="1611" y="719"/>
                    <a:pt x="1611" y="718"/>
                  </a:cubicBezTo>
                  <a:cubicBezTo>
                    <a:pt x="1611" y="716"/>
                    <a:pt x="1611" y="716"/>
                    <a:pt x="1610" y="715"/>
                  </a:cubicBezTo>
                  <a:cubicBezTo>
                    <a:pt x="1608" y="713"/>
                    <a:pt x="1607" y="712"/>
                    <a:pt x="1609" y="712"/>
                  </a:cubicBezTo>
                  <a:cubicBezTo>
                    <a:pt x="1611" y="712"/>
                    <a:pt x="1613" y="714"/>
                    <a:pt x="1615" y="716"/>
                  </a:cubicBezTo>
                  <a:cubicBezTo>
                    <a:pt x="1617" y="717"/>
                    <a:pt x="1618" y="718"/>
                    <a:pt x="1619" y="717"/>
                  </a:cubicBezTo>
                  <a:cubicBezTo>
                    <a:pt x="1620" y="716"/>
                    <a:pt x="1622" y="715"/>
                    <a:pt x="1620" y="713"/>
                  </a:cubicBezTo>
                  <a:cubicBezTo>
                    <a:pt x="1617" y="712"/>
                    <a:pt x="1616" y="710"/>
                    <a:pt x="1614" y="710"/>
                  </a:cubicBezTo>
                  <a:cubicBezTo>
                    <a:pt x="1611" y="709"/>
                    <a:pt x="1609" y="709"/>
                    <a:pt x="1607" y="707"/>
                  </a:cubicBezTo>
                  <a:cubicBezTo>
                    <a:pt x="1605" y="705"/>
                    <a:pt x="1605" y="704"/>
                    <a:pt x="1608" y="705"/>
                  </a:cubicBezTo>
                  <a:cubicBezTo>
                    <a:pt x="1610" y="706"/>
                    <a:pt x="1612" y="707"/>
                    <a:pt x="1614" y="708"/>
                  </a:cubicBezTo>
                  <a:cubicBezTo>
                    <a:pt x="1617" y="709"/>
                    <a:pt x="1617" y="710"/>
                    <a:pt x="1621" y="710"/>
                  </a:cubicBezTo>
                  <a:cubicBezTo>
                    <a:pt x="1625" y="710"/>
                    <a:pt x="1625" y="707"/>
                    <a:pt x="1623" y="706"/>
                  </a:cubicBezTo>
                  <a:cubicBezTo>
                    <a:pt x="1621" y="705"/>
                    <a:pt x="1618" y="705"/>
                    <a:pt x="1617" y="704"/>
                  </a:cubicBezTo>
                  <a:cubicBezTo>
                    <a:pt x="1615" y="703"/>
                    <a:pt x="1615" y="704"/>
                    <a:pt x="1613" y="703"/>
                  </a:cubicBezTo>
                  <a:cubicBezTo>
                    <a:pt x="1612" y="702"/>
                    <a:pt x="1609" y="700"/>
                    <a:pt x="1609" y="699"/>
                  </a:cubicBezTo>
                  <a:cubicBezTo>
                    <a:pt x="1609" y="698"/>
                    <a:pt x="1610" y="699"/>
                    <a:pt x="1611" y="700"/>
                  </a:cubicBezTo>
                  <a:cubicBezTo>
                    <a:pt x="1612" y="700"/>
                    <a:pt x="1612" y="701"/>
                    <a:pt x="1614" y="700"/>
                  </a:cubicBezTo>
                  <a:cubicBezTo>
                    <a:pt x="1615" y="700"/>
                    <a:pt x="1616" y="700"/>
                    <a:pt x="1616" y="699"/>
                  </a:cubicBezTo>
                  <a:cubicBezTo>
                    <a:pt x="1615" y="698"/>
                    <a:pt x="1615" y="698"/>
                    <a:pt x="1614" y="697"/>
                  </a:cubicBezTo>
                  <a:cubicBezTo>
                    <a:pt x="1613" y="696"/>
                    <a:pt x="1612" y="695"/>
                    <a:pt x="1614" y="695"/>
                  </a:cubicBezTo>
                  <a:cubicBezTo>
                    <a:pt x="1615" y="695"/>
                    <a:pt x="1616" y="696"/>
                    <a:pt x="1618" y="696"/>
                  </a:cubicBezTo>
                  <a:cubicBezTo>
                    <a:pt x="1620" y="697"/>
                    <a:pt x="1621" y="697"/>
                    <a:pt x="1623" y="698"/>
                  </a:cubicBezTo>
                  <a:cubicBezTo>
                    <a:pt x="1625" y="699"/>
                    <a:pt x="1625" y="699"/>
                    <a:pt x="1626" y="699"/>
                  </a:cubicBezTo>
                  <a:cubicBezTo>
                    <a:pt x="1627" y="700"/>
                    <a:pt x="1631" y="701"/>
                    <a:pt x="1632" y="700"/>
                  </a:cubicBezTo>
                  <a:cubicBezTo>
                    <a:pt x="1634" y="700"/>
                    <a:pt x="1637" y="698"/>
                    <a:pt x="1636" y="697"/>
                  </a:cubicBezTo>
                  <a:cubicBezTo>
                    <a:pt x="1636" y="697"/>
                    <a:pt x="1634" y="697"/>
                    <a:pt x="1632" y="697"/>
                  </a:cubicBezTo>
                  <a:cubicBezTo>
                    <a:pt x="1631" y="698"/>
                    <a:pt x="1628" y="697"/>
                    <a:pt x="1628" y="696"/>
                  </a:cubicBezTo>
                  <a:cubicBezTo>
                    <a:pt x="1628" y="695"/>
                    <a:pt x="1628" y="695"/>
                    <a:pt x="1630" y="695"/>
                  </a:cubicBezTo>
                  <a:cubicBezTo>
                    <a:pt x="1632" y="695"/>
                    <a:pt x="1632" y="695"/>
                    <a:pt x="1633" y="694"/>
                  </a:cubicBezTo>
                  <a:cubicBezTo>
                    <a:pt x="1633" y="693"/>
                    <a:pt x="1634" y="693"/>
                    <a:pt x="1632" y="691"/>
                  </a:cubicBezTo>
                  <a:cubicBezTo>
                    <a:pt x="1631" y="690"/>
                    <a:pt x="1628" y="689"/>
                    <a:pt x="1627" y="689"/>
                  </a:cubicBezTo>
                  <a:cubicBezTo>
                    <a:pt x="1626" y="689"/>
                    <a:pt x="1625" y="690"/>
                    <a:pt x="1624" y="690"/>
                  </a:cubicBezTo>
                  <a:cubicBezTo>
                    <a:pt x="1623" y="690"/>
                    <a:pt x="1622" y="688"/>
                    <a:pt x="1623" y="688"/>
                  </a:cubicBezTo>
                  <a:cubicBezTo>
                    <a:pt x="1624" y="687"/>
                    <a:pt x="1624" y="686"/>
                    <a:pt x="1626" y="686"/>
                  </a:cubicBezTo>
                  <a:cubicBezTo>
                    <a:pt x="1628" y="686"/>
                    <a:pt x="1630" y="686"/>
                    <a:pt x="1632" y="687"/>
                  </a:cubicBezTo>
                  <a:cubicBezTo>
                    <a:pt x="1634" y="688"/>
                    <a:pt x="1634" y="690"/>
                    <a:pt x="1636" y="690"/>
                  </a:cubicBezTo>
                  <a:cubicBezTo>
                    <a:pt x="1638" y="690"/>
                    <a:pt x="1640" y="690"/>
                    <a:pt x="1640" y="689"/>
                  </a:cubicBezTo>
                  <a:cubicBezTo>
                    <a:pt x="1641" y="687"/>
                    <a:pt x="1640" y="687"/>
                    <a:pt x="1638" y="685"/>
                  </a:cubicBezTo>
                  <a:cubicBezTo>
                    <a:pt x="1636" y="683"/>
                    <a:pt x="1635" y="682"/>
                    <a:pt x="1634" y="680"/>
                  </a:cubicBezTo>
                  <a:cubicBezTo>
                    <a:pt x="1633" y="678"/>
                    <a:pt x="1633" y="677"/>
                    <a:pt x="1631" y="677"/>
                  </a:cubicBezTo>
                  <a:cubicBezTo>
                    <a:pt x="1629" y="678"/>
                    <a:pt x="1628" y="679"/>
                    <a:pt x="1627" y="678"/>
                  </a:cubicBezTo>
                  <a:cubicBezTo>
                    <a:pt x="1625" y="677"/>
                    <a:pt x="1625" y="676"/>
                    <a:pt x="1624" y="676"/>
                  </a:cubicBezTo>
                  <a:cubicBezTo>
                    <a:pt x="1623" y="676"/>
                    <a:pt x="1621" y="676"/>
                    <a:pt x="1620" y="677"/>
                  </a:cubicBezTo>
                  <a:cubicBezTo>
                    <a:pt x="1619" y="679"/>
                    <a:pt x="1618" y="679"/>
                    <a:pt x="1620" y="681"/>
                  </a:cubicBezTo>
                  <a:cubicBezTo>
                    <a:pt x="1621" y="683"/>
                    <a:pt x="1622" y="685"/>
                    <a:pt x="1621" y="685"/>
                  </a:cubicBezTo>
                  <a:cubicBezTo>
                    <a:pt x="1621" y="685"/>
                    <a:pt x="1619" y="686"/>
                    <a:pt x="1619" y="684"/>
                  </a:cubicBezTo>
                  <a:cubicBezTo>
                    <a:pt x="1619" y="682"/>
                    <a:pt x="1618" y="681"/>
                    <a:pt x="1617" y="680"/>
                  </a:cubicBezTo>
                  <a:cubicBezTo>
                    <a:pt x="1616" y="679"/>
                    <a:pt x="1615" y="678"/>
                    <a:pt x="1614" y="678"/>
                  </a:cubicBezTo>
                  <a:cubicBezTo>
                    <a:pt x="1613" y="679"/>
                    <a:pt x="1612" y="679"/>
                    <a:pt x="1612" y="681"/>
                  </a:cubicBezTo>
                  <a:cubicBezTo>
                    <a:pt x="1612" y="684"/>
                    <a:pt x="1610" y="685"/>
                    <a:pt x="1610" y="686"/>
                  </a:cubicBezTo>
                  <a:cubicBezTo>
                    <a:pt x="1609" y="687"/>
                    <a:pt x="1608" y="687"/>
                    <a:pt x="1608" y="685"/>
                  </a:cubicBezTo>
                  <a:cubicBezTo>
                    <a:pt x="1609" y="683"/>
                    <a:pt x="1609" y="682"/>
                    <a:pt x="1609" y="680"/>
                  </a:cubicBezTo>
                  <a:cubicBezTo>
                    <a:pt x="1608" y="678"/>
                    <a:pt x="1608" y="676"/>
                    <a:pt x="1606" y="677"/>
                  </a:cubicBezTo>
                  <a:cubicBezTo>
                    <a:pt x="1604" y="677"/>
                    <a:pt x="1603" y="677"/>
                    <a:pt x="1602" y="678"/>
                  </a:cubicBezTo>
                  <a:cubicBezTo>
                    <a:pt x="1601" y="679"/>
                    <a:pt x="1600" y="679"/>
                    <a:pt x="1600" y="681"/>
                  </a:cubicBezTo>
                  <a:cubicBezTo>
                    <a:pt x="1599" y="683"/>
                    <a:pt x="1599" y="685"/>
                    <a:pt x="1598" y="685"/>
                  </a:cubicBezTo>
                  <a:cubicBezTo>
                    <a:pt x="1597" y="684"/>
                    <a:pt x="1598" y="683"/>
                    <a:pt x="1596" y="682"/>
                  </a:cubicBezTo>
                  <a:cubicBezTo>
                    <a:pt x="1594" y="682"/>
                    <a:pt x="1594" y="682"/>
                    <a:pt x="1592" y="682"/>
                  </a:cubicBezTo>
                  <a:cubicBezTo>
                    <a:pt x="1591" y="682"/>
                    <a:pt x="1590" y="682"/>
                    <a:pt x="1590" y="681"/>
                  </a:cubicBezTo>
                  <a:cubicBezTo>
                    <a:pt x="1591" y="680"/>
                    <a:pt x="1592" y="680"/>
                    <a:pt x="1594" y="679"/>
                  </a:cubicBezTo>
                  <a:cubicBezTo>
                    <a:pt x="1596" y="678"/>
                    <a:pt x="1597" y="678"/>
                    <a:pt x="1599" y="676"/>
                  </a:cubicBezTo>
                  <a:cubicBezTo>
                    <a:pt x="1600" y="675"/>
                    <a:pt x="1601" y="675"/>
                    <a:pt x="1601" y="674"/>
                  </a:cubicBezTo>
                  <a:cubicBezTo>
                    <a:pt x="1601" y="673"/>
                    <a:pt x="1601" y="672"/>
                    <a:pt x="1601" y="672"/>
                  </a:cubicBezTo>
                  <a:cubicBezTo>
                    <a:pt x="1602" y="671"/>
                    <a:pt x="1601" y="671"/>
                    <a:pt x="1603" y="670"/>
                  </a:cubicBezTo>
                  <a:cubicBezTo>
                    <a:pt x="1605" y="669"/>
                    <a:pt x="1607" y="669"/>
                    <a:pt x="1607" y="668"/>
                  </a:cubicBezTo>
                  <a:cubicBezTo>
                    <a:pt x="1606" y="667"/>
                    <a:pt x="1606" y="666"/>
                    <a:pt x="1604" y="666"/>
                  </a:cubicBezTo>
                  <a:cubicBezTo>
                    <a:pt x="1602" y="666"/>
                    <a:pt x="1600" y="666"/>
                    <a:pt x="1600" y="668"/>
                  </a:cubicBezTo>
                  <a:cubicBezTo>
                    <a:pt x="1599" y="670"/>
                    <a:pt x="1598" y="671"/>
                    <a:pt x="1598" y="672"/>
                  </a:cubicBezTo>
                  <a:cubicBezTo>
                    <a:pt x="1597" y="673"/>
                    <a:pt x="1596" y="673"/>
                    <a:pt x="1594" y="674"/>
                  </a:cubicBezTo>
                  <a:cubicBezTo>
                    <a:pt x="1592" y="675"/>
                    <a:pt x="1591" y="677"/>
                    <a:pt x="1590" y="676"/>
                  </a:cubicBezTo>
                  <a:cubicBezTo>
                    <a:pt x="1590" y="675"/>
                    <a:pt x="1590" y="675"/>
                    <a:pt x="1591" y="674"/>
                  </a:cubicBezTo>
                  <a:cubicBezTo>
                    <a:pt x="1593" y="673"/>
                    <a:pt x="1594" y="671"/>
                    <a:pt x="1594" y="670"/>
                  </a:cubicBezTo>
                  <a:cubicBezTo>
                    <a:pt x="1594" y="668"/>
                    <a:pt x="1594" y="668"/>
                    <a:pt x="1593" y="667"/>
                  </a:cubicBezTo>
                  <a:cubicBezTo>
                    <a:pt x="1592" y="667"/>
                    <a:pt x="1590" y="667"/>
                    <a:pt x="1588" y="668"/>
                  </a:cubicBezTo>
                  <a:cubicBezTo>
                    <a:pt x="1587" y="669"/>
                    <a:pt x="1588" y="669"/>
                    <a:pt x="1585" y="670"/>
                  </a:cubicBezTo>
                  <a:cubicBezTo>
                    <a:pt x="1582" y="670"/>
                    <a:pt x="1581" y="670"/>
                    <a:pt x="1580" y="670"/>
                  </a:cubicBezTo>
                  <a:cubicBezTo>
                    <a:pt x="1578" y="670"/>
                    <a:pt x="1578" y="670"/>
                    <a:pt x="1576" y="672"/>
                  </a:cubicBezTo>
                  <a:cubicBezTo>
                    <a:pt x="1574" y="674"/>
                    <a:pt x="1574" y="675"/>
                    <a:pt x="1573" y="675"/>
                  </a:cubicBezTo>
                  <a:cubicBezTo>
                    <a:pt x="1571" y="676"/>
                    <a:pt x="1570" y="677"/>
                    <a:pt x="1571" y="675"/>
                  </a:cubicBezTo>
                  <a:cubicBezTo>
                    <a:pt x="1571" y="673"/>
                    <a:pt x="1572" y="673"/>
                    <a:pt x="1572" y="672"/>
                  </a:cubicBezTo>
                  <a:cubicBezTo>
                    <a:pt x="1572" y="670"/>
                    <a:pt x="1572" y="670"/>
                    <a:pt x="1571" y="670"/>
                  </a:cubicBezTo>
                  <a:cubicBezTo>
                    <a:pt x="1569" y="669"/>
                    <a:pt x="1568" y="669"/>
                    <a:pt x="1569" y="669"/>
                  </a:cubicBezTo>
                  <a:cubicBezTo>
                    <a:pt x="1569" y="668"/>
                    <a:pt x="1570" y="667"/>
                    <a:pt x="1571" y="667"/>
                  </a:cubicBezTo>
                  <a:cubicBezTo>
                    <a:pt x="1573" y="667"/>
                    <a:pt x="1574" y="667"/>
                    <a:pt x="1573" y="666"/>
                  </a:cubicBezTo>
                  <a:cubicBezTo>
                    <a:pt x="1573" y="665"/>
                    <a:pt x="1572" y="665"/>
                    <a:pt x="1571" y="665"/>
                  </a:cubicBezTo>
                  <a:cubicBezTo>
                    <a:pt x="1570" y="665"/>
                    <a:pt x="1570" y="664"/>
                    <a:pt x="1570" y="664"/>
                  </a:cubicBezTo>
                  <a:cubicBezTo>
                    <a:pt x="1570" y="663"/>
                    <a:pt x="1572" y="663"/>
                    <a:pt x="1574" y="663"/>
                  </a:cubicBezTo>
                  <a:cubicBezTo>
                    <a:pt x="1576" y="664"/>
                    <a:pt x="1578" y="664"/>
                    <a:pt x="1581" y="664"/>
                  </a:cubicBezTo>
                  <a:cubicBezTo>
                    <a:pt x="1583" y="664"/>
                    <a:pt x="1585" y="665"/>
                    <a:pt x="1585" y="664"/>
                  </a:cubicBezTo>
                  <a:cubicBezTo>
                    <a:pt x="1586" y="663"/>
                    <a:pt x="1586" y="662"/>
                    <a:pt x="1585" y="661"/>
                  </a:cubicBezTo>
                  <a:cubicBezTo>
                    <a:pt x="1585" y="659"/>
                    <a:pt x="1585" y="655"/>
                    <a:pt x="1583" y="654"/>
                  </a:cubicBezTo>
                  <a:cubicBezTo>
                    <a:pt x="1581" y="652"/>
                    <a:pt x="1580" y="650"/>
                    <a:pt x="1577" y="649"/>
                  </a:cubicBezTo>
                  <a:cubicBezTo>
                    <a:pt x="1573" y="648"/>
                    <a:pt x="1571" y="648"/>
                    <a:pt x="1571" y="650"/>
                  </a:cubicBezTo>
                  <a:cubicBezTo>
                    <a:pt x="1570" y="652"/>
                    <a:pt x="1570" y="652"/>
                    <a:pt x="1568" y="651"/>
                  </a:cubicBezTo>
                  <a:cubicBezTo>
                    <a:pt x="1566" y="650"/>
                    <a:pt x="1564" y="650"/>
                    <a:pt x="1563" y="651"/>
                  </a:cubicBezTo>
                  <a:cubicBezTo>
                    <a:pt x="1563" y="653"/>
                    <a:pt x="1563" y="654"/>
                    <a:pt x="1562" y="654"/>
                  </a:cubicBezTo>
                  <a:cubicBezTo>
                    <a:pt x="1561" y="653"/>
                    <a:pt x="1559" y="653"/>
                    <a:pt x="1560" y="652"/>
                  </a:cubicBezTo>
                  <a:cubicBezTo>
                    <a:pt x="1561" y="650"/>
                    <a:pt x="1563" y="650"/>
                    <a:pt x="1563" y="648"/>
                  </a:cubicBezTo>
                  <a:cubicBezTo>
                    <a:pt x="1563" y="647"/>
                    <a:pt x="1563" y="645"/>
                    <a:pt x="1561" y="644"/>
                  </a:cubicBezTo>
                  <a:cubicBezTo>
                    <a:pt x="1559" y="643"/>
                    <a:pt x="1558" y="642"/>
                    <a:pt x="1557" y="644"/>
                  </a:cubicBezTo>
                  <a:cubicBezTo>
                    <a:pt x="1556" y="646"/>
                    <a:pt x="1555" y="647"/>
                    <a:pt x="1556" y="648"/>
                  </a:cubicBezTo>
                  <a:cubicBezTo>
                    <a:pt x="1558" y="649"/>
                    <a:pt x="1558" y="649"/>
                    <a:pt x="1558" y="651"/>
                  </a:cubicBezTo>
                  <a:cubicBezTo>
                    <a:pt x="1558" y="653"/>
                    <a:pt x="1560" y="654"/>
                    <a:pt x="1558" y="654"/>
                  </a:cubicBezTo>
                  <a:cubicBezTo>
                    <a:pt x="1556" y="654"/>
                    <a:pt x="1555" y="653"/>
                    <a:pt x="1554" y="651"/>
                  </a:cubicBezTo>
                  <a:cubicBezTo>
                    <a:pt x="1554" y="649"/>
                    <a:pt x="1553" y="649"/>
                    <a:pt x="1553" y="648"/>
                  </a:cubicBezTo>
                  <a:cubicBezTo>
                    <a:pt x="1553" y="646"/>
                    <a:pt x="1554" y="645"/>
                    <a:pt x="1554" y="643"/>
                  </a:cubicBezTo>
                  <a:cubicBezTo>
                    <a:pt x="1554" y="641"/>
                    <a:pt x="1553" y="639"/>
                    <a:pt x="1551" y="641"/>
                  </a:cubicBezTo>
                  <a:cubicBezTo>
                    <a:pt x="1548" y="643"/>
                    <a:pt x="1548" y="642"/>
                    <a:pt x="1547" y="645"/>
                  </a:cubicBezTo>
                  <a:cubicBezTo>
                    <a:pt x="1546" y="648"/>
                    <a:pt x="1547" y="648"/>
                    <a:pt x="1546" y="651"/>
                  </a:cubicBezTo>
                  <a:cubicBezTo>
                    <a:pt x="1544" y="654"/>
                    <a:pt x="1543" y="656"/>
                    <a:pt x="1543" y="654"/>
                  </a:cubicBezTo>
                  <a:cubicBezTo>
                    <a:pt x="1543" y="652"/>
                    <a:pt x="1542" y="652"/>
                    <a:pt x="1543" y="649"/>
                  </a:cubicBezTo>
                  <a:cubicBezTo>
                    <a:pt x="1544" y="646"/>
                    <a:pt x="1545" y="645"/>
                    <a:pt x="1545" y="643"/>
                  </a:cubicBezTo>
                  <a:cubicBezTo>
                    <a:pt x="1545" y="641"/>
                    <a:pt x="1547" y="639"/>
                    <a:pt x="1545" y="639"/>
                  </a:cubicBezTo>
                  <a:cubicBezTo>
                    <a:pt x="1543" y="639"/>
                    <a:pt x="1540" y="640"/>
                    <a:pt x="1540" y="642"/>
                  </a:cubicBezTo>
                  <a:cubicBezTo>
                    <a:pt x="1539" y="644"/>
                    <a:pt x="1539" y="645"/>
                    <a:pt x="1539" y="646"/>
                  </a:cubicBezTo>
                  <a:cubicBezTo>
                    <a:pt x="1538" y="648"/>
                    <a:pt x="1538" y="649"/>
                    <a:pt x="1536" y="648"/>
                  </a:cubicBezTo>
                  <a:cubicBezTo>
                    <a:pt x="1534" y="647"/>
                    <a:pt x="1533" y="646"/>
                    <a:pt x="1531" y="646"/>
                  </a:cubicBezTo>
                  <a:cubicBezTo>
                    <a:pt x="1530" y="646"/>
                    <a:pt x="1528" y="645"/>
                    <a:pt x="1529" y="644"/>
                  </a:cubicBezTo>
                  <a:cubicBezTo>
                    <a:pt x="1530" y="643"/>
                    <a:pt x="1531" y="643"/>
                    <a:pt x="1532" y="643"/>
                  </a:cubicBezTo>
                  <a:cubicBezTo>
                    <a:pt x="1534" y="643"/>
                    <a:pt x="1533" y="643"/>
                    <a:pt x="1535" y="642"/>
                  </a:cubicBezTo>
                  <a:cubicBezTo>
                    <a:pt x="1537" y="640"/>
                    <a:pt x="1538" y="640"/>
                    <a:pt x="1536" y="639"/>
                  </a:cubicBezTo>
                  <a:cubicBezTo>
                    <a:pt x="1534" y="639"/>
                    <a:pt x="1532" y="640"/>
                    <a:pt x="1531" y="640"/>
                  </a:cubicBezTo>
                  <a:cubicBezTo>
                    <a:pt x="1529" y="640"/>
                    <a:pt x="1529" y="639"/>
                    <a:pt x="1528" y="639"/>
                  </a:cubicBezTo>
                  <a:cubicBezTo>
                    <a:pt x="1527" y="639"/>
                    <a:pt x="1526" y="641"/>
                    <a:pt x="1525" y="640"/>
                  </a:cubicBezTo>
                  <a:cubicBezTo>
                    <a:pt x="1524" y="639"/>
                    <a:pt x="1523" y="639"/>
                    <a:pt x="1525" y="637"/>
                  </a:cubicBezTo>
                  <a:cubicBezTo>
                    <a:pt x="1526" y="634"/>
                    <a:pt x="1527" y="633"/>
                    <a:pt x="1523" y="633"/>
                  </a:cubicBezTo>
                  <a:cubicBezTo>
                    <a:pt x="1519" y="632"/>
                    <a:pt x="1518" y="635"/>
                    <a:pt x="1517" y="636"/>
                  </a:cubicBezTo>
                  <a:cubicBezTo>
                    <a:pt x="1516" y="637"/>
                    <a:pt x="1516" y="637"/>
                    <a:pt x="1514" y="637"/>
                  </a:cubicBezTo>
                  <a:cubicBezTo>
                    <a:pt x="1513" y="636"/>
                    <a:pt x="1511" y="636"/>
                    <a:pt x="1512" y="635"/>
                  </a:cubicBezTo>
                  <a:cubicBezTo>
                    <a:pt x="1514" y="634"/>
                    <a:pt x="1513" y="634"/>
                    <a:pt x="1514" y="634"/>
                  </a:cubicBezTo>
                  <a:cubicBezTo>
                    <a:pt x="1515" y="633"/>
                    <a:pt x="1516" y="633"/>
                    <a:pt x="1516" y="632"/>
                  </a:cubicBezTo>
                  <a:cubicBezTo>
                    <a:pt x="1516" y="631"/>
                    <a:pt x="1517" y="630"/>
                    <a:pt x="1514" y="631"/>
                  </a:cubicBezTo>
                  <a:cubicBezTo>
                    <a:pt x="1512" y="631"/>
                    <a:pt x="1512" y="632"/>
                    <a:pt x="1511" y="632"/>
                  </a:cubicBezTo>
                  <a:cubicBezTo>
                    <a:pt x="1509" y="632"/>
                    <a:pt x="1507" y="632"/>
                    <a:pt x="1506" y="631"/>
                  </a:cubicBezTo>
                  <a:cubicBezTo>
                    <a:pt x="1506" y="630"/>
                    <a:pt x="1504" y="630"/>
                    <a:pt x="1506" y="629"/>
                  </a:cubicBezTo>
                  <a:cubicBezTo>
                    <a:pt x="1508" y="628"/>
                    <a:pt x="1509" y="628"/>
                    <a:pt x="1510" y="627"/>
                  </a:cubicBezTo>
                  <a:cubicBezTo>
                    <a:pt x="1511" y="626"/>
                    <a:pt x="1512" y="625"/>
                    <a:pt x="1510" y="624"/>
                  </a:cubicBezTo>
                  <a:cubicBezTo>
                    <a:pt x="1507" y="624"/>
                    <a:pt x="1508" y="625"/>
                    <a:pt x="1506" y="626"/>
                  </a:cubicBezTo>
                  <a:cubicBezTo>
                    <a:pt x="1504" y="626"/>
                    <a:pt x="1503" y="627"/>
                    <a:pt x="1503" y="625"/>
                  </a:cubicBezTo>
                  <a:cubicBezTo>
                    <a:pt x="1503" y="623"/>
                    <a:pt x="1503" y="621"/>
                    <a:pt x="1501" y="621"/>
                  </a:cubicBezTo>
                  <a:cubicBezTo>
                    <a:pt x="1499" y="620"/>
                    <a:pt x="1498" y="620"/>
                    <a:pt x="1496" y="620"/>
                  </a:cubicBezTo>
                  <a:cubicBezTo>
                    <a:pt x="1494" y="621"/>
                    <a:pt x="1491" y="621"/>
                    <a:pt x="1489" y="621"/>
                  </a:cubicBezTo>
                  <a:cubicBezTo>
                    <a:pt x="1486" y="620"/>
                    <a:pt x="1484" y="620"/>
                    <a:pt x="1485" y="619"/>
                  </a:cubicBezTo>
                  <a:cubicBezTo>
                    <a:pt x="1485" y="618"/>
                    <a:pt x="1485" y="617"/>
                    <a:pt x="1488" y="617"/>
                  </a:cubicBezTo>
                  <a:cubicBezTo>
                    <a:pt x="1490" y="618"/>
                    <a:pt x="1492" y="618"/>
                    <a:pt x="1494" y="618"/>
                  </a:cubicBezTo>
                  <a:cubicBezTo>
                    <a:pt x="1497" y="618"/>
                    <a:pt x="1498" y="618"/>
                    <a:pt x="1499" y="617"/>
                  </a:cubicBezTo>
                  <a:cubicBezTo>
                    <a:pt x="1499" y="616"/>
                    <a:pt x="1500" y="615"/>
                    <a:pt x="1496" y="615"/>
                  </a:cubicBezTo>
                  <a:cubicBezTo>
                    <a:pt x="1493" y="615"/>
                    <a:pt x="1493" y="616"/>
                    <a:pt x="1490" y="615"/>
                  </a:cubicBezTo>
                  <a:cubicBezTo>
                    <a:pt x="1487" y="613"/>
                    <a:pt x="1487" y="614"/>
                    <a:pt x="1485" y="613"/>
                  </a:cubicBezTo>
                  <a:cubicBezTo>
                    <a:pt x="1483" y="613"/>
                    <a:pt x="1484" y="612"/>
                    <a:pt x="1481" y="612"/>
                  </a:cubicBezTo>
                  <a:cubicBezTo>
                    <a:pt x="1478" y="612"/>
                    <a:pt x="1476" y="611"/>
                    <a:pt x="1476" y="610"/>
                  </a:cubicBezTo>
                  <a:cubicBezTo>
                    <a:pt x="1476" y="610"/>
                    <a:pt x="1475" y="608"/>
                    <a:pt x="1479" y="609"/>
                  </a:cubicBezTo>
                  <a:cubicBezTo>
                    <a:pt x="1483" y="610"/>
                    <a:pt x="1484" y="610"/>
                    <a:pt x="1486" y="610"/>
                  </a:cubicBezTo>
                  <a:cubicBezTo>
                    <a:pt x="1489" y="610"/>
                    <a:pt x="1491" y="611"/>
                    <a:pt x="1492" y="610"/>
                  </a:cubicBezTo>
                  <a:cubicBezTo>
                    <a:pt x="1494" y="609"/>
                    <a:pt x="1494" y="609"/>
                    <a:pt x="1494" y="608"/>
                  </a:cubicBezTo>
                  <a:cubicBezTo>
                    <a:pt x="1493" y="607"/>
                    <a:pt x="1492" y="606"/>
                    <a:pt x="1494" y="605"/>
                  </a:cubicBezTo>
                  <a:cubicBezTo>
                    <a:pt x="1495" y="605"/>
                    <a:pt x="1499" y="605"/>
                    <a:pt x="1502" y="605"/>
                  </a:cubicBezTo>
                  <a:cubicBezTo>
                    <a:pt x="1504" y="604"/>
                    <a:pt x="1504" y="604"/>
                    <a:pt x="1504" y="603"/>
                  </a:cubicBezTo>
                  <a:cubicBezTo>
                    <a:pt x="1504" y="602"/>
                    <a:pt x="1503" y="602"/>
                    <a:pt x="1502" y="602"/>
                  </a:cubicBezTo>
                  <a:cubicBezTo>
                    <a:pt x="1500" y="601"/>
                    <a:pt x="1499" y="601"/>
                    <a:pt x="1498" y="600"/>
                  </a:cubicBezTo>
                  <a:cubicBezTo>
                    <a:pt x="1497" y="598"/>
                    <a:pt x="1496" y="597"/>
                    <a:pt x="1493" y="598"/>
                  </a:cubicBezTo>
                  <a:cubicBezTo>
                    <a:pt x="1491" y="599"/>
                    <a:pt x="1491" y="600"/>
                    <a:pt x="1489" y="601"/>
                  </a:cubicBezTo>
                  <a:cubicBezTo>
                    <a:pt x="1487" y="601"/>
                    <a:pt x="1486" y="602"/>
                    <a:pt x="1484" y="602"/>
                  </a:cubicBezTo>
                  <a:cubicBezTo>
                    <a:pt x="1481" y="601"/>
                    <a:pt x="1480" y="601"/>
                    <a:pt x="1482" y="600"/>
                  </a:cubicBezTo>
                  <a:cubicBezTo>
                    <a:pt x="1485" y="599"/>
                    <a:pt x="1486" y="599"/>
                    <a:pt x="1486" y="598"/>
                  </a:cubicBezTo>
                  <a:cubicBezTo>
                    <a:pt x="1486" y="597"/>
                    <a:pt x="1486" y="596"/>
                    <a:pt x="1488" y="596"/>
                  </a:cubicBezTo>
                  <a:cubicBezTo>
                    <a:pt x="1490" y="596"/>
                    <a:pt x="1491" y="596"/>
                    <a:pt x="1493" y="596"/>
                  </a:cubicBezTo>
                  <a:cubicBezTo>
                    <a:pt x="1494" y="596"/>
                    <a:pt x="1495" y="596"/>
                    <a:pt x="1495" y="595"/>
                  </a:cubicBezTo>
                  <a:cubicBezTo>
                    <a:pt x="1495" y="594"/>
                    <a:pt x="1494" y="594"/>
                    <a:pt x="1492" y="594"/>
                  </a:cubicBezTo>
                  <a:cubicBezTo>
                    <a:pt x="1489" y="594"/>
                    <a:pt x="1488" y="593"/>
                    <a:pt x="1487" y="593"/>
                  </a:cubicBezTo>
                  <a:cubicBezTo>
                    <a:pt x="1486" y="593"/>
                    <a:pt x="1484" y="593"/>
                    <a:pt x="1483" y="594"/>
                  </a:cubicBezTo>
                  <a:cubicBezTo>
                    <a:pt x="1482" y="595"/>
                    <a:pt x="1479" y="595"/>
                    <a:pt x="1479" y="595"/>
                  </a:cubicBezTo>
                  <a:cubicBezTo>
                    <a:pt x="1478" y="594"/>
                    <a:pt x="1478" y="593"/>
                    <a:pt x="1480" y="592"/>
                  </a:cubicBezTo>
                  <a:cubicBezTo>
                    <a:pt x="1483" y="591"/>
                    <a:pt x="1483" y="590"/>
                    <a:pt x="1487" y="590"/>
                  </a:cubicBezTo>
                  <a:cubicBezTo>
                    <a:pt x="1490" y="590"/>
                    <a:pt x="1491" y="590"/>
                    <a:pt x="1494" y="591"/>
                  </a:cubicBezTo>
                  <a:cubicBezTo>
                    <a:pt x="1496" y="593"/>
                    <a:pt x="1497" y="592"/>
                    <a:pt x="1499" y="593"/>
                  </a:cubicBezTo>
                  <a:cubicBezTo>
                    <a:pt x="1501" y="593"/>
                    <a:pt x="1501" y="593"/>
                    <a:pt x="1503" y="594"/>
                  </a:cubicBezTo>
                  <a:cubicBezTo>
                    <a:pt x="1505" y="596"/>
                    <a:pt x="1505" y="597"/>
                    <a:pt x="1507" y="597"/>
                  </a:cubicBezTo>
                  <a:cubicBezTo>
                    <a:pt x="1509" y="598"/>
                    <a:pt x="1510" y="599"/>
                    <a:pt x="1513" y="599"/>
                  </a:cubicBezTo>
                  <a:cubicBezTo>
                    <a:pt x="1515" y="598"/>
                    <a:pt x="1515" y="598"/>
                    <a:pt x="1518" y="598"/>
                  </a:cubicBezTo>
                  <a:cubicBezTo>
                    <a:pt x="1520" y="599"/>
                    <a:pt x="1521" y="600"/>
                    <a:pt x="1523" y="600"/>
                  </a:cubicBezTo>
                  <a:cubicBezTo>
                    <a:pt x="1525" y="600"/>
                    <a:pt x="1528" y="599"/>
                    <a:pt x="1528" y="598"/>
                  </a:cubicBezTo>
                  <a:cubicBezTo>
                    <a:pt x="1529" y="597"/>
                    <a:pt x="1530" y="595"/>
                    <a:pt x="1529" y="594"/>
                  </a:cubicBezTo>
                  <a:cubicBezTo>
                    <a:pt x="1528" y="593"/>
                    <a:pt x="1528" y="593"/>
                    <a:pt x="1525" y="592"/>
                  </a:cubicBezTo>
                  <a:cubicBezTo>
                    <a:pt x="1522" y="591"/>
                    <a:pt x="1523" y="590"/>
                    <a:pt x="1521" y="590"/>
                  </a:cubicBezTo>
                  <a:cubicBezTo>
                    <a:pt x="1520" y="589"/>
                    <a:pt x="1517" y="588"/>
                    <a:pt x="1515" y="588"/>
                  </a:cubicBezTo>
                  <a:cubicBezTo>
                    <a:pt x="1513" y="588"/>
                    <a:pt x="1511" y="588"/>
                    <a:pt x="1509" y="589"/>
                  </a:cubicBezTo>
                  <a:cubicBezTo>
                    <a:pt x="1507" y="589"/>
                    <a:pt x="1505" y="590"/>
                    <a:pt x="1504" y="589"/>
                  </a:cubicBezTo>
                  <a:cubicBezTo>
                    <a:pt x="1502" y="589"/>
                    <a:pt x="1501" y="588"/>
                    <a:pt x="1499" y="587"/>
                  </a:cubicBezTo>
                  <a:cubicBezTo>
                    <a:pt x="1498" y="586"/>
                    <a:pt x="1496" y="587"/>
                    <a:pt x="1494" y="586"/>
                  </a:cubicBezTo>
                  <a:cubicBezTo>
                    <a:pt x="1492" y="584"/>
                    <a:pt x="1491" y="583"/>
                    <a:pt x="1489" y="583"/>
                  </a:cubicBezTo>
                  <a:cubicBezTo>
                    <a:pt x="1486" y="584"/>
                    <a:pt x="1488" y="584"/>
                    <a:pt x="1485" y="585"/>
                  </a:cubicBezTo>
                  <a:cubicBezTo>
                    <a:pt x="1481" y="586"/>
                    <a:pt x="1481" y="586"/>
                    <a:pt x="1478" y="587"/>
                  </a:cubicBezTo>
                  <a:cubicBezTo>
                    <a:pt x="1475" y="588"/>
                    <a:pt x="1471" y="587"/>
                    <a:pt x="1469" y="587"/>
                  </a:cubicBezTo>
                  <a:cubicBezTo>
                    <a:pt x="1467" y="586"/>
                    <a:pt x="1463" y="586"/>
                    <a:pt x="1463" y="585"/>
                  </a:cubicBezTo>
                  <a:cubicBezTo>
                    <a:pt x="1462" y="584"/>
                    <a:pt x="1463" y="584"/>
                    <a:pt x="1465" y="584"/>
                  </a:cubicBezTo>
                  <a:cubicBezTo>
                    <a:pt x="1467" y="585"/>
                    <a:pt x="1467" y="585"/>
                    <a:pt x="1470" y="585"/>
                  </a:cubicBezTo>
                  <a:cubicBezTo>
                    <a:pt x="1472" y="585"/>
                    <a:pt x="1475" y="585"/>
                    <a:pt x="1478" y="584"/>
                  </a:cubicBezTo>
                  <a:cubicBezTo>
                    <a:pt x="1480" y="583"/>
                    <a:pt x="1482" y="582"/>
                    <a:pt x="1483" y="582"/>
                  </a:cubicBezTo>
                  <a:cubicBezTo>
                    <a:pt x="1484" y="581"/>
                    <a:pt x="1486" y="581"/>
                    <a:pt x="1488" y="580"/>
                  </a:cubicBezTo>
                  <a:cubicBezTo>
                    <a:pt x="1490" y="580"/>
                    <a:pt x="1494" y="580"/>
                    <a:pt x="1495" y="580"/>
                  </a:cubicBezTo>
                  <a:cubicBezTo>
                    <a:pt x="1497" y="580"/>
                    <a:pt x="1499" y="580"/>
                    <a:pt x="1500" y="578"/>
                  </a:cubicBezTo>
                  <a:cubicBezTo>
                    <a:pt x="1501" y="577"/>
                    <a:pt x="1501" y="577"/>
                    <a:pt x="1503" y="576"/>
                  </a:cubicBezTo>
                  <a:cubicBezTo>
                    <a:pt x="1505" y="576"/>
                    <a:pt x="1508" y="575"/>
                    <a:pt x="1509" y="576"/>
                  </a:cubicBezTo>
                  <a:cubicBezTo>
                    <a:pt x="1511" y="577"/>
                    <a:pt x="1513" y="575"/>
                    <a:pt x="1515" y="576"/>
                  </a:cubicBezTo>
                  <a:cubicBezTo>
                    <a:pt x="1517" y="577"/>
                    <a:pt x="1518" y="578"/>
                    <a:pt x="1519" y="577"/>
                  </a:cubicBezTo>
                  <a:cubicBezTo>
                    <a:pt x="1520" y="577"/>
                    <a:pt x="1521" y="576"/>
                    <a:pt x="1520" y="573"/>
                  </a:cubicBezTo>
                  <a:cubicBezTo>
                    <a:pt x="1518" y="570"/>
                    <a:pt x="1517" y="568"/>
                    <a:pt x="1515" y="567"/>
                  </a:cubicBezTo>
                  <a:cubicBezTo>
                    <a:pt x="1513" y="565"/>
                    <a:pt x="1512" y="564"/>
                    <a:pt x="1510" y="563"/>
                  </a:cubicBezTo>
                  <a:cubicBezTo>
                    <a:pt x="1508" y="561"/>
                    <a:pt x="1506" y="560"/>
                    <a:pt x="1505" y="558"/>
                  </a:cubicBezTo>
                  <a:cubicBezTo>
                    <a:pt x="1503" y="557"/>
                    <a:pt x="1503" y="557"/>
                    <a:pt x="1503" y="557"/>
                  </a:cubicBezTo>
                  <a:cubicBezTo>
                    <a:pt x="1502" y="557"/>
                    <a:pt x="1501" y="559"/>
                    <a:pt x="1501" y="560"/>
                  </a:cubicBezTo>
                  <a:cubicBezTo>
                    <a:pt x="1501" y="561"/>
                    <a:pt x="1500" y="562"/>
                    <a:pt x="1499" y="563"/>
                  </a:cubicBezTo>
                  <a:cubicBezTo>
                    <a:pt x="1498" y="564"/>
                    <a:pt x="1497" y="565"/>
                    <a:pt x="1495" y="565"/>
                  </a:cubicBezTo>
                  <a:cubicBezTo>
                    <a:pt x="1493" y="566"/>
                    <a:pt x="1489" y="567"/>
                    <a:pt x="1488" y="568"/>
                  </a:cubicBezTo>
                  <a:cubicBezTo>
                    <a:pt x="1486" y="570"/>
                    <a:pt x="1485" y="570"/>
                    <a:pt x="1482" y="572"/>
                  </a:cubicBezTo>
                  <a:cubicBezTo>
                    <a:pt x="1479" y="573"/>
                    <a:pt x="1479" y="574"/>
                    <a:pt x="1477" y="575"/>
                  </a:cubicBezTo>
                  <a:cubicBezTo>
                    <a:pt x="1475" y="576"/>
                    <a:pt x="1475" y="576"/>
                    <a:pt x="1473" y="577"/>
                  </a:cubicBezTo>
                  <a:cubicBezTo>
                    <a:pt x="1470" y="577"/>
                    <a:pt x="1469" y="577"/>
                    <a:pt x="1467" y="577"/>
                  </a:cubicBezTo>
                  <a:cubicBezTo>
                    <a:pt x="1465" y="576"/>
                    <a:pt x="1464" y="577"/>
                    <a:pt x="1465" y="576"/>
                  </a:cubicBezTo>
                  <a:cubicBezTo>
                    <a:pt x="1466" y="575"/>
                    <a:pt x="1466" y="574"/>
                    <a:pt x="1468" y="574"/>
                  </a:cubicBezTo>
                  <a:cubicBezTo>
                    <a:pt x="1471" y="574"/>
                    <a:pt x="1471" y="575"/>
                    <a:pt x="1473" y="573"/>
                  </a:cubicBezTo>
                  <a:cubicBezTo>
                    <a:pt x="1476" y="572"/>
                    <a:pt x="1476" y="572"/>
                    <a:pt x="1478" y="570"/>
                  </a:cubicBezTo>
                  <a:cubicBezTo>
                    <a:pt x="1480" y="569"/>
                    <a:pt x="1482" y="569"/>
                    <a:pt x="1483" y="567"/>
                  </a:cubicBezTo>
                  <a:cubicBezTo>
                    <a:pt x="1485" y="566"/>
                    <a:pt x="1487" y="564"/>
                    <a:pt x="1487" y="563"/>
                  </a:cubicBezTo>
                  <a:cubicBezTo>
                    <a:pt x="1486" y="562"/>
                    <a:pt x="1485" y="562"/>
                    <a:pt x="1483" y="562"/>
                  </a:cubicBezTo>
                  <a:cubicBezTo>
                    <a:pt x="1481" y="562"/>
                    <a:pt x="1479" y="562"/>
                    <a:pt x="1477" y="563"/>
                  </a:cubicBezTo>
                  <a:cubicBezTo>
                    <a:pt x="1475" y="564"/>
                    <a:pt x="1471" y="563"/>
                    <a:pt x="1470" y="564"/>
                  </a:cubicBezTo>
                  <a:cubicBezTo>
                    <a:pt x="1469" y="565"/>
                    <a:pt x="1469" y="565"/>
                    <a:pt x="1468" y="567"/>
                  </a:cubicBezTo>
                  <a:cubicBezTo>
                    <a:pt x="1468" y="569"/>
                    <a:pt x="1469" y="569"/>
                    <a:pt x="1467" y="570"/>
                  </a:cubicBezTo>
                  <a:cubicBezTo>
                    <a:pt x="1465" y="571"/>
                    <a:pt x="1465" y="571"/>
                    <a:pt x="1462" y="572"/>
                  </a:cubicBezTo>
                  <a:cubicBezTo>
                    <a:pt x="1460" y="573"/>
                    <a:pt x="1458" y="573"/>
                    <a:pt x="1456" y="574"/>
                  </a:cubicBezTo>
                  <a:cubicBezTo>
                    <a:pt x="1453" y="575"/>
                    <a:pt x="1452" y="576"/>
                    <a:pt x="1452" y="574"/>
                  </a:cubicBezTo>
                  <a:cubicBezTo>
                    <a:pt x="1453" y="572"/>
                    <a:pt x="1453" y="572"/>
                    <a:pt x="1455" y="571"/>
                  </a:cubicBezTo>
                  <a:cubicBezTo>
                    <a:pt x="1457" y="569"/>
                    <a:pt x="1458" y="568"/>
                    <a:pt x="1458" y="567"/>
                  </a:cubicBezTo>
                  <a:cubicBezTo>
                    <a:pt x="1458" y="565"/>
                    <a:pt x="1459" y="564"/>
                    <a:pt x="1461" y="564"/>
                  </a:cubicBezTo>
                  <a:cubicBezTo>
                    <a:pt x="1462" y="563"/>
                    <a:pt x="1463" y="563"/>
                    <a:pt x="1464" y="562"/>
                  </a:cubicBezTo>
                  <a:cubicBezTo>
                    <a:pt x="1466" y="561"/>
                    <a:pt x="1467" y="560"/>
                    <a:pt x="1469" y="559"/>
                  </a:cubicBezTo>
                  <a:cubicBezTo>
                    <a:pt x="1472" y="559"/>
                    <a:pt x="1473" y="557"/>
                    <a:pt x="1476" y="557"/>
                  </a:cubicBezTo>
                  <a:cubicBezTo>
                    <a:pt x="1479" y="557"/>
                    <a:pt x="1480" y="557"/>
                    <a:pt x="1482" y="556"/>
                  </a:cubicBezTo>
                  <a:cubicBezTo>
                    <a:pt x="1484" y="556"/>
                    <a:pt x="1488" y="555"/>
                    <a:pt x="1491" y="554"/>
                  </a:cubicBezTo>
                  <a:cubicBezTo>
                    <a:pt x="1493" y="553"/>
                    <a:pt x="1495" y="551"/>
                    <a:pt x="1495" y="550"/>
                  </a:cubicBezTo>
                  <a:cubicBezTo>
                    <a:pt x="1495" y="549"/>
                    <a:pt x="1497" y="548"/>
                    <a:pt x="1495" y="547"/>
                  </a:cubicBezTo>
                  <a:cubicBezTo>
                    <a:pt x="1492" y="547"/>
                    <a:pt x="1490" y="546"/>
                    <a:pt x="1488" y="545"/>
                  </a:cubicBezTo>
                  <a:cubicBezTo>
                    <a:pt x="1486" y="544"/>
                    <a:pt x="1484" y="543"/>
                    <a:pt x="1482" y="542"/>
                  </a:cubicBezTo>
                  <a:cubicBezTo>
                    <a:pt x="1480" y="541"/>
                    <a:pt x="1477" y="539"/>
                    <a:pt x="1474" y="540"/>
                  </a:cubicBezTo>
                  <a:cubicBezTo>
                    <a:pt x="1472" y="540"/>
                    <a:pt x="1471" y="540"/>
                    <a:pt x="1469" y="542"/>
                  </a:cubicBezTo>
                  <a:cubicBezTo>
                    <a:pt x="1467" y="543"/>
                    <a:pt x="1466" y="543"/>
                    <a:pt x="1464" y="544"/>
                  </a:cubicBezTo>
                  <a:cubicBezTo>
                    <a:pt x="1462" y="545"/>
                    <a:pt x="1463" y="546"/>
                    <a:pt x="1460" y="546"/>
                  </a:cubicBezTo>
                  <a:cubicBezTo>
                    <a:pt x="1458" y="546"/>
                    <a:pt x="1457" y="546"/>
                    <a:pt x="1457" y="547"/>
                  </a:cubicBezTo>
                  <a:cubicBezTo>
                    <a:pt x="1456" y="548"/>
                    <a:pt x="1457" y="550"/>
                    <a:pt x="1456" y="550"/>
                  </a:cubicBezTo>
                  <a:cubicBezTo>
                    <a:pt x="1454" y="550"/>
                    <a:pt x="1453" y="548"/>
                    <a:pt x="1452" y="547"/>
                  </a:cubicBezTo>
                  <a:cubicBezTo>
                    <a:pt x="1452" y="546"/>
                    <a:pt x="1450" y="545"/>
                    <a:pt x="1453" y="544"/>
                  </a:cubicBezTo>
                  <a:cubicBezTo>
                    <a:pt x="1455" y="544"/>
                    <a:pt x="1456" y="544"/>
                    <a:pt x="1458" y="543"/>
                  </a:cubicBezTo>
                  <a:cubicBezTo>
                    <a:pt x="1459" y="541"/>
                    <a:pt x="1458" y="541"/>
                    <a:pt x="1460" y="540"/>
                  </a:cubicBezTo>
                  <a:cubicBezTo>
                    <a:pt x="1463" y="539"/>
                    <a:pt x="1466" y="539"/>
                    <a:pt x="1466" y="538"/>
                  </a:cubicBezTo>
                  <a:cubicBezTo>
                    <a:pt x="1466" y="537"/>
                    <a:pt x="1465" y="535"/>
                    <a:pt x="1464" y="536"/>
                  </a:cubicBezTo>
                  <a:cubicBezTo>
                    <a:pt x="1462" y="537"/>
                    <a:pt x="1460" y="538"/>
                    <a:pt x="1458" y="539"/>
                  </a:cubicBezTo>
                  <a:cubicBezTo>
                    <a:pt x="1456" y="540"/>
                    <a:pt x="1455" y="540"/>
                    <a:pt x="1453" y="540"/>
                  </a:cubicBezTo>
                  <a:cubicBezTo>
                    <a:pt x="1452" y="541"/>
                    <a:pt x="1451" y="543"/>
                    <a:pt x="1448" y="543"/>
                  </a:cubicBezTo>
                  <a:cubicBezTo>
                    <a:pt x="1446" y="543"/>
                    <a:pt x="1446" y="543"/>
                    <a:pt x="1444" y="545"/>
                  </a:cubicBezTo>
                  <a:cubicBezTo>
                    <a:pt x="1443" y="546"/>
                    <a:pt x="1442" y="546"/>
                    <a:pt x="1442" y="548"/>
                  </a:cubicBezTo>
                  <a:cubicBezTo>
                    <a:pt x="1441" y="550"/>
                    <a:pt x="1441" y="551"/>
                    <a:pt x="1440" y="554"/>
                  </a:cubicBezTo>
                  <a:cubicBezTo>
                    <a:pt x="1439" y="556"/>
                    <a:pt x="1439" y="557"/>
                    <a:pt x="1438" y="559"/>
                  </a:cubicBezTo>
                  <a:cubicBezTo>
                    <a:pt x="1437" y="560"/>
                    <a:pt x="1436" y="564"/>
                    <a:pt x="1435" y="563"/>
                  </a:cubicBezTo>
                  <a:cubicBezTo>
                    <a:pt x="1434" y="562"/>
                    <a:pt x="1434" y="562"/>
                    <a:pt x="1434" y="560"/>
                  </a:cubicBezTo>
                  <a:cubicBezTo>
                    <a:pt x="1434" y="558"/>
                    <a:pt x="1435" y="556"/>
                    <a:pt x="1436" y="554"/>
                  </a:cubicBezTo>
                  <a:cubicBezTo>
                    <a:pt x="1436" y="552"/>
                    <a:pt x="1437" y="550"/>
                    <a:pt x="1436" y="550"/>
                  </a:cubicBezTo>
                  <a:cubicBezTo>
                    <a:pt x="1436" y="549"/>
                    <a:pt x="1436" y="547"/>
                    <a:pt x="1432" y="548"/>
                  </a:cubicBezTo>
                  <a:cubicBezTo>
                    <a:pt x="1428" y="550"/>
                    <a:pt x="1426" y="553"/>
                    <a:pt x="1424" y="554"/>
                  </a:cubicBezTo>
                  <a:cubicBezTo>
                    <a:pt x="1422" y="554"/>
                    <a:pt x="1420" y="554"/>
                    <a:pt x="1421" y="553"/>
                  </a:cubicBezTo>
                  <a:cubicBezTo>
                    <a:pt x="1422" y="552"/>
                    <a:pt x="1422" y="551"/>
                    <a:pt x="1424" y="549"/>
                  </a:cubicBezTo>
                  <a:cubicBezTo>
                    <a:pt x="1426" y="548"/>
                    <a:pt x="1426" y="547"/>
                    <a:pt x="1428" y="546"/>
                  </a:cubicBezTo>
                  <a:cubicBezTo>
                    <a:pt x="1429" y="544"/>
                    <a:pt x="1431" y="544"/>
                    <a:pt x="1433" y="544"/>
                  </a:cubicBezTo>
                  <a:cubicBezTo>
                    <a:pt x="1434" y="545"/>
                    <a:pt x="1435" y="546"/>
                    <a:pt x="1437" y="545"/>
                  </a:cubicBezTo>
                  <a:cubicBezTo>
                    <a:pt x="1440" y="543"/>
                    <a:pt x="1441" y="542"/>
                    <a:pt x="1443" y="541"/>
                  </a:cubicBezTo>
                  <a:cubicBezTo>
                    <a:pt x="1444" y="539"/>
                    <a:pt x="1445" y="539"/>
                    <a:pt x="1447" y="537"/>
                  </a:cubicBezTo>
                  <a:cubicBezTo>
                    <a:pt x="1449" y="536"/>
                    <a:pt x="1449" y="535"/>
                    <a:pt x="1449" y="534"/>
                  </a:cubicBezTo>
                  <a:cubicBezTo>
                    <a:pt x="1450" y="533"/>
                    <a:pt x="1449" y="530"/>
                    <a:pt x="1448" y="529"/>
                  </a:cubicBezTo>
                  <a:cubicBezTo>
                    <a:pt x="1446" y="528"/>
                    <a:pt x="1443" y="528"/>
                    <a:pt x="1442" y="529"/>
                  </a:cubicBezTo>
                  <a:cubicBezTo>
                    <a:pt x="1441" y="530"/>
                    <a:pt x="1439" y="530"/>
                    <a:pt x="1439" y="532"/>
                  </a:cubicBezTo>
                  <a:cubicBezTo>
                    <a:pt x="1438" y="534"/>
                    <a:pt x="1438" y="535"/>
                    <a:pt x="1437" y="536"/>
                  </a:cubicBezTo>
                  <a:cubicBezTo>
                    <a:pt x="1437" y="537"/>
                    <a:pt x="1437" y="537"/>
                    <a:pt x="1436" y="537"/>
                  </a:cubicBezTo>
                  <a:cubicBezTo>
                    <a:pt x="1436" y="537"/>
                    <a:pt x="1433" y="536"/>
                    <a:pt x="1431" y="537"/>
                  </a:cubicBezTo>
                  <a:cubicBezTo>
                    <a:pt x="1429" y="537"/>
                    <a:pt x="1426" y="538"/>
                    <a:pt x="1425" y="538"/>
                  </a:cubicBezTo>
                  <a:cubicBezTo>
                    <a:pt x="1424" y="538"/>
                    <a:pt x="1423" y="538"/>
                    <a:pt x="1420" y="540"/>
                  </a:cubicBezTo>
                  <a:cubicBezTo>
                    <a:pt x="1417" y="541"/>
                    <a:pt x="1416" y="541"/>
                    <a:pt x="1414" y="543"/>
                  </a:cubicBezTo>
                  <a:cubicBezTo>
                    <a:pt x="1413" y="545"/>
                    <a:pt x="1410" y="546"/>
                    <a:pt x="1409" y="546"/>
                  </a:cubicBezTo>
                  <a:cubicBezTo>
                    <a:pt x="1408" y="546"/>
                    <a:pt x="1407" y="545"/>
                    <a:pt x="1407" y="544"/>
                  </a:cubicBezTo>
                  <a:cubicBezTo>
                    <a:pt x="1408" y="544"/>
                    <a:pt x="1408" y="543"/>
                    <a:pt x="1410" y="542"/>
                  </a:cubicBezTo>
                  <a:cubicBezTo>
                    <a:pt x="1412" y="542"/>
                    <a:pt x="1413" y="541"/>
                    <a:pt x="1414" y="540"/>
                  </a:cubicBezTo>
                  <a:cubicBezTo>
                    <a:pt x="1415" y="538"/>
                    <a:pt x="1414" y="537"/>
                    <a:pt x="1413" y="538"/>
                  </a:cubicBezTo>
                  <a:cubicBezTo>
                    <a:pt x="1412" y="538"/>
                    <a:pt x="1410" y="539"/>
                    <a:pt x="1408" y="539"/>
                  </a:cubicBezTo>
                  <a:cubicBezTo>
                    <a:pt x="1406" y="539"/>
                    <a:pt x="1404" y="540"/>
                    <a:pt x="1404" y="539"/>
                  </a:cubicBezTo>
                  <a:cubicBezTo>
                    <a:pt x="1404" y="537"/>
                    <a:pt x="1403" y="536"/>
                    <a:pt x="1405" y="536"/>
                  </a:cubicBezTo>
                  <a:cubicBezTo>
                    <a:pt x="1408" y="536"/>
                    <a:pt x="1408" y="536"/>
                    <a:pt x="1411" y="535"/>
                  </a:cubicBezTo>
                  <a:cubicBezTo>
                    <a:pt x="1414" y="533"/>
                    <a:pt x="1416" y="533"/>
                    <a:pt x="1418" y="531"/>
                  </a:cubicBezTo>
                  <a:cubicBezTo>
                    <a:pt x="1420" y="528"/>
                    <a:pt x="1420" y="527"/>
                    <a:pt x="1422" y="526"/>
                  </a:cubicBezTo>
                  <a:cubicBezTo>
                    <a:pt x="1425" y="526"/>
                    <a:pt x="1425" y="525"/>
                    <a:pt x="1427" y="526"/>
                  </a:cubicBezTo>
                  <a:cubicBezTo>
                    <a:pt x="1429" y="527"/>
                    <a:pt x="1431" y="528"/>
                    <a:pt x="1432" y="527"/>
                  </a:cubicBezTo>
                  <a:cubicBezTo>
                    <a:pt x="1434" y="525"/>
                    <a:pt x="1435" y="523"/>
                    <a:pt x="1436" y="522"/>
                  </a:cubicBezTo>
                  <a:cubicBezTo>
                    <a:pt x="1437" y="521"/>
                    <a:pt x="1435" y="517"/>
                    <a:pt x="1434" y="516"/>
                  </a:cubicBezTo>
                  <a:cubicBezTo>
                    <a:pt x="1432" y="515"/>
                    <a:pt x="1431" y="515"/>
                    <a:pt x="1429" y="513"/>
                  </a:cubicBezTo>
                  <a:cubicBezTo>
                    <a:pt x="1426" y="512"/>
                    <a:pt x="1424" y="512"/>
                    <a:pt x="1421" y="511"/>
                  </a:cubicBezTo>
                  <a:cubicBezTo>
                    <a:pt x="1418" y="510"/>
                    <a:pt x="1415" y="509"/>
                    <a:pt x="1414" y="508"/>
                  </a:cubicBezTo>
                  <a:cubicBezTo>
                    <a:pt x="1412" y="507"/>
                    <a:pt x="1410" y="506"/>
                    <a:pt x="1409" y="507"/>
                  </a:cubicBezTo>
                  <a:cubicBezTo>
                    <a:pt x="1409" y="508"/>
                    <a:pt x="1406" y="510"/>
                    <a:pt x="1406" y="512"/>
                  </a:cubicBezTo>
                  <a:cubicBezTo>
                    <a:pt x="1406" y="514"/>
                    <a:pt x="1406" y="516"/>
                    <a:pt x="1405" y="517"/>
                  </a:cubicBezTo>
                  <a:cubicBezTo>
                    <a:pt x="1403" y="517"/>
                    <a:pt x="1401" y="516"/>
                    <a:pt x="1401" y="517"/>
                  </a:cubicBezTo>
                  <a:cubicBezTo>
                    <a:pt x="1400" y="519"/>
                    <a:pt x="1399" y="522"/>
                    <a:pt x="1399" y="523"/>
                  </a:cubicBezTo>
                  <a:cubicBezTo>
                    <a:pt x="1399" y="524"/>
                    <a:pt x="1397" y="525"/>
                    <a:pt x="1396" y="526"/>
                  </a:cubicBezTo>
                  <a:cubicBezTo>
                    <a:pt x="1395" y="527"/>
                    <a:pt x="1394" y="530"/>
                    <a:pt x="1393" y="530"/>
                  </a:cubicBezTo>
                  <a:cubicBezTo>
                    <a:pt x="1391" y="531"/>
                    <a:pt x="1390" y="532"/>
                    <a:pt x="1390" y="530"/>
                  </a:cubicBezTo>
                  <a:cubicBezTo>
                    <a:pt x="1391" y="528"/>
                    <a:pt x="1391" y="527"/>
                    <a:pt x="1393" y="526"/>
                  </a:cubicBezTo>
                  <a:cubicBezTo>
                    <a:pt x="1395" y="524"/>
                    <a:pt x="1397" y="523"/>
                    <a:pt x="1397" y="522"/>
                  </a:cubicBezTo>
                  <a:cubicBezTo>
                    <a:pt x="1397" y="521"/>
                    <a:pt x="1396" y="519"/>
                    <a:pt x="1394" y="520"/>
                  </a:cubicBezTo>
                  <a:cubicBezTo>
                    <a:pt x="1392" y="520"/>
                    <a:pt x="1389" y="521"/>
                    <a:pt x="1388" y="523"/>
                  </a:cubicBezTo>
                  <a:cubicBezTo>
                    <a:pt x="1388" y="525"/>
                    <a:pt x="1386" y="527"/>
                    <a:pt x="1384" y="528"/>
                  </a:cubicBezTo>
                  <a:cubicBezTo>
                    <a:pt x="1383" y="529"/>
                    <a:pt x="1382" y="531"/>
                    <a:pt x="1381" y="529"/>
                  </a:cubicBezTo>
                  <a:cubicBezTo>
                    <a:pt x="1381" y="527"/>
                    <a:pt x="1381" y="527"/>
                    <a:pt x="1383" y="525"/>
                  </a:cubicBezTo>
                  <a:cubicBezTo>
                    <a:pt x="1385" y="523"/>
                    <a:pt x="1386" y="522"/>
                    <a:pt x="1386" y="520"/>
                  </a:cubicBezTo>
                  <a:cubicBezTo>
                    <a:pt x="1387" y="518"/>
                    <a:pt x="1388" y="518"/>
                    <a:pt x="1389" y="516"/>
                  </a:cubicBezTo>
                  <a:cubicBezTo>
                    <a:pt x="1390" y="515"/>
                    <a:pt x="1387" y="515"/>
                    <a:pt x="1387" y="515"/>
                  </a:cubicBezTo>
                  <a:cubicBezTo>
                    <a:pt x="1386" y="514"/>
                    <a:pt x="1387" y="511"/>
                    <a:pt x="1387" y="511"/>
                  </a:cubicBezTo>
                  <a:cubicBezTo>
                    <a:pt x="1386" y="510"/>
                    <a:pt x="1384" y="510"/>
                    <a:pt x="1384" y="512"/>
                  </a:cubicBezTo>
                  <a:cubicBezTo>
                    <a:pt x="1383" y="514"/>
                    <a:pt x="1381" y="515"/>
                    <a:pt x="1380" y="517"/>
                  </a:cubicBezTo>
                  <a:cubicBezTo>
                    <a:pt x="1379" y="519"/>
                    <a:pt x="1379" y="519"/>
                    <a:pt x="1378" y="521"/>
                  </a:cubicBezTo>
                  <a:cubicBezTo>
                    <a:pt x="1378" y="522"/>
                    <a:pt x="1376" y="524"/>
                    <a:pt x="1374" y="524"/>
                  </a:cubicBezTo>
                  <a:cubicBezTo>
                    <a:pt x="1373" y="523"/>
                    <a:pt x="1373" y="521"/>
                    <a:pt x="1374" y="520"/>
                  </a:cubicBezTo>
                  <a:cubicBezTo>
                    <a:pt x="1375" y="519"/>
                    <a:pt x="1376" y="517"/>
                    <a:pt x="1375" y="516"/>
                  </a:cubicBezTo>
                  <a:cubicBezTo>
                    <a:pt x="1374" y="515"/>
                    <a:pt x="1372" y="516"/>
                    <a:pt x="1373" y="514"/>
                  </a:cubicBezTo>
                  <a:cubicBezTo>
                    <a:pt x="1374" y="513"/>
                    <a:pt x="1374" y="514"/>
                    <a:pt x="1377" y="513"/>
                  </a:cubicBezTo>
                  <a:cubicBezTo>
                    <a:pt x="1379" y="511"/>
                    <a:pt x="1379" y="512"/>
                    <a:pt x="1380" y="509"/>
                  </a:cubicBezTo>
                  <a:cubicBezTo>
                    <a:pt x="1381" y="507"/>
                    <a:pt x="1382" y="506"/>
                    <a:pt x="1383" y="505"/>
                  </a:cubicBezTo>
                  <a:cubicBezTo>
                    <a:pt x="1384" y="504"/>
                    <a:pt x="1387" y="503"/>
                    <a:pt x="1386" y="502"/>
                  </a:cubicBezTo>
                  <a:cubicBezTo>
                    <a:pt x="1385" y="502"/>
                    <a:pt x="1383" y="501"/>
                    <a:pt x="1381" y="503"/>
                  </a:cubicBezTo>
                  <a:cubicBezTo>
                    <a:pt x="1379" y="504"/>
                    <a:pt x="1378" y="505"/>
                    <a:pt x="1378" y="506"/>
                  </a:cubicBezTo>
                  <a:cubicBezTo>
                    <a:pt x="1378" y="507"/>
                    <a:pt x="1377" y="508"/>
                    <a:pt x="1376" y="509"/>
                  </a:cubicBezTo>
                  <a:cubicBezTo>
                    <a:pt x="1375" y="509"/>
                    <a:pt x="1374" y="510"/>
                    <a:pt x="1374" y="509"/>
                  </a:cubicBezTo>
                  <a:cubicBezTo>
                    <a:pt x="1374" y="508"/>
                    <a:pt x="1376" y="507"/>
                    <a:pt x="1375" y="506"/>
                  </a:cubicBezTo>
                  <a:cubicBezTo>
                    <a:pt x="1375" y="506"/>
                    <a:pt x="1375" y="504"/>
                    <a:pt x="1373" y="505"/>
                  </a:cubicBezTo>
                  <a:cubicBezTo>
                    <a:pt x="1372" y="507"/>
                    <a:pt x="1371" y="507"/>
                    <a:pt x="1369" y="507"/>
                  </a:cubicBezTo>
                  <a:cubicBezTo>
                    <a:pt x="1367" y="507"/>
                    <a:pt x="1366" y="507"/>
                    <a:pt x="1366" y="509"/>
                  </a:cubicBezTo>
                  <a:cubicBezTo>
                    <a:pt x="1365" y="511"/>
                    <a:pt x="1365" y="512"/>
                    <a:pt x="1365" y="512"/>
                  </a:cubicBezTo>
                  <a:cubicBezTo>
                    <a:pt x="1366" y="513"/>
                    <a:pt x="1367" y="513"/>
                    <a:pt x="1367" y="514"/>
                  </a:cubicBezTo>
                  <a:cubicBezTo>
                    <a:pt x="1367" y="515"/>
                    <a:pt x="1368" y="515"/>
                    <a:pt x="1367" y="517"/>
                  </a:cubicBezTo>
                  <a:cubicBezTo>
                    <a:pt x="1365" y="518"/>
                    <a:pt x="1365" y="518"/>
                    <a:pt x="1364" y="519"/>
                  </a:cubicBezTo>
                  <a:cubicBezTo>
                    <a:pt x="1363" y="519"/>
                    <a:pt x="1363" y="520"/>
                    <a:pt x="1362" y="521"/>
                  </a:cubicBezTo>
                  <a:cubicBezTo>
                    <a:pt x="1361" y="523"/>
                    <a:pt x="1359" y="524"/>
                    <a:pt x="1358" y="524"/>
                  </a:cubicBezTo>
                  <a:cubicBezTo>
                    <a:pt x="1357" y="524"/>
                    <a:pt x="1356" y="524"/>
                    <a:pt x="1357" y="522"/>
                  </a:cubicBezTo>
                  <a:cubicBezTo>
                    <a:pt x="1358" y="521"/>
                    <a:pt x="1358" y="521"/>
                    <a:pt x="1360" y="520"/>
                  </a:cubicBezTo>
                  <a:cubicBezTo>
                    <a:pt x="1361" y="518"/>
                    <a:pt x="1363" y="518"/>
                    <a:pt x="1362" y="517"/>
                  </a:cubicBezTo>
                  <a:cubicBezTo>
                    <a:pt x="1362" y="515"/>
                    <a:pt x="1362" y="514"/>
                    <a:pt x="1360" y="514"/>
                  </a:cubicBezTo>
                  <a:cubicBezTo>
                    <a:pt x="1359" y="513"/>
                    <a:pt x="1357" y="513"/>
                    <a:pt x="1358" y="512"/>
                  </a:cubicBezTo>
                  <a:cubicBezTo>
                    <a:pt x="1359" y="511"/>
                    <a:pt x="1359" y="511"/>
                    <a:pt x="1360" y="511"/>
                  </a:cubicBezTo>
                  <a:cubicBezTo>
                    <a:pt x="1362" y="510"/>
                    <a:pt x="1363" y="509"/>
                    <a:pt x="1363" y="508"/>
                  </a:cubicBezTo>
                  <a:cubicBezTo>
                    <a:pt x="1362" y="508"/>
                    <a:pt x="1360" y="507"/>
                    <a:pt x="1359" y="509"/>
                  </a:cubicBezTo>
                  <a:cubicBezTo>
                    <a:pt x="1358" y="510"/>
                    <a:pt x="1356" y="509"/>
                    <a:pt x="1354" y="511"/>
                  </a:cubicBezTo>
                  <a:cubicBezTo>
                    <a:pt x="1353" y="512"/>
                    <a:pt x="1351" y="512"/>
                    <a:pt x="1351" y="511"/>
                  </a:cubicBezTo>
                  <a:cubicBezTo>
                    <a:pt x="1351" y="511"/>
                    <a:pt x="1350" y="510"/>
                    <a:pt x="1352" y="509"/>
                  </a:cubicBezTo>
                  <a:cubicBezTo>
                    <a:pt x="1354" y="509"/>
                    <a:pt x="1355" y="509"/>
                    <a:pt x="1355" y="508"/>
                  </a:cubicBezTo>
                  <a:cubicBezTo>
                    <a:pt x="1356" y="506"/>
                    <a:pt x="1356" y="506"/>
                    <a:pt x="1355" y="506"/>
                  </a:cubicBezTo>
                  <a:cubicBezTo>
                    <a:pt x="1353" y="505"/>
                    <a:pt x="1352" y="505"/>
                    <a:pt x="1352" y="504"/>
                  </a:cubicBezTo>
                  <a:cubicBezTo>
                    <a:pt x="1353" y="503"/>
                    <a:pt x="1353" y="503"/>
                    <a:pt x="1355" y="502"/>
                  </a:cubicBezTo>
                  <a:cubicBezTo>
                    <a:pt x="1357" y="502"/>
                    <a:pt x="1358" y="503"/>
                    <a:pt x="1360" y="502"/>
                  </a:cubicBezTo>
                  <a:cubicBezTo>
                    <a:pt x="1362" y="501"/>
                    <a:pt x="1360" y="500"/>
                    <a:pt x="1363" y="500"/>
                  </a:cubicBezTo>
                  <a:cubicBezTo>
                    <a:pt x="1366" y="500"/>
                    <a:pt x="1368" y="501"/>
                    <a:pt x="1369" y="500"/>
                  </a:cubicBezTo>
                  <a:cubicBezTo>
                    <a:pt x="1371" y="499"/>
                    <a:pt x="1371" y="499"/>
                    <a:pt x="1373" y="499"/>
                  </a:cubicBezTo>
                  <a:cubicBezTo>
                    <a:pt x="1375" y="498"/>
                    <a:pt x="1377" y="498"/>
                    <a:pt x="1376" y="495"/>
                  </a:cubicBezTo>
                  <a:cubicBezTo>
                    <a:pt x="1376" y="493"/>
                    <a:pt x="1375" y="491"/>
                    <a:pt x="1372" y="490"/>
                  </a:cubicBezTo>
                  <a:cubicBezTo>
                    <a:pt x="1370" y="489"/>
                    <a:pt x="1366" y="489"/>
                    <a:pt x="1363" y="489"/>
                  </a:cubicBezTo>
                  <a:cubicBezTo>
                    <a:pt x="1360" y="489"/>
                    <a:pt x="1358" y="488"/>
                    <a:pt x="1356" y="490"/>
                  </a:cubicBezTo>
                  <a:cubicBezTo>
                    <a:pt x="1354" y="491"/>
                    <a:pt x="1354" y="493"/>
                    <a:pt x="1352" y="493"/>
                  </a:cubicBezTo>
                  <a:cubicBezTo>
                    <a:pt x="1350" y="493"/>
                    <a:pt x="1350" y="492"/>
                    <a:pt x="1348" y="494"/>
                  </a:cubicBezTo>
                  <a:cubicBezTo>
                    <a:pt x="1347" y="496"/>
                    <a:pt x="1346" y="499"/>
                    <a:pt x="1345" y="500"/>
                  </a:cubicBezTo>
                  <a:cubicBezTo>
                    <a:pt x="1345" y="502"/>
                    <a:pt x="1345" y="503"/>
                    <a:pt x="1343" y="504"/>
                  </a:cubicBezTo>
                  <a:cubicBezTo>
                    <a:pt x="1341" y="504"/>
                    <a:pt x="1340" y="505"/>
                    <a:pt x="1338" y="505"/>
                  </a:cubicBezTo>
                  <a:cubicBezTo>
                    <a:pt x="1336" y="505"/>
                    <a:pt x="1334" y="504"/>
                    <a:pt x="1336" y="503"/>
                  </a:cubicBezTo>
                  <a:cubicBezTo>
                    <a:pt x="1338" y="503"/>
                    <a:pt x="1339" y="503"/>
                    <a:pt x="1340" y="502"/>
                  </a:cubicBezTo>
                  <a:cubicBezTo>
                    <a:pt x="1342" y="501"/>
                    <a:pt x="1342" y="499"/>
                    <a:pt x="1343" y="497"/>
                  </a:cubicBezTo>
                  <a:cubicBezTo>
                    <a:pt x="1343" y="495"/>
                    <a:pt x="1343" y="494"/>
                    <a:pt x="1345" y="493"/>
                  </a:cubicBezTo>
                  <a:cubicBezTo>
                    <a:pt x="1347" y="491"/>
                    <a:pt x="1347" y="491"/>
                    <a:pt x="1349" y="491"/>
                  </a:cubicBezTo>
                  <a:cubicBezTo>
                    <a:pt x="1350" y="490"/>
                    <a:pt x="1352" y="490"/>
                    <a:pt x="1351" y="489"/>
                  </a:cubicBezTo>
                  <a:cubicBezTo>
                    <a:pt x="1349" y="489"/>
                    <a:pt x="1348" y="488"/>
                    <a:pt x="1345" y="489"/>
                  </a:cubicBezTo>
                  <a:cubicBezTo>
                    <a:pt x="1342" y="490"/>
                    <a:pt x="1342" y="490"/>
                    <a:pt x="1340" y="491"/>
                  </a:cubicBezTo>
                  <a:cubicBezTo>
                    <a:pt x="1338" y="493"/>
                    <a:pt x="1337" y="495"/>
                    <a:pt x="1335" y="496"/>
                  </a:cubicBezTo>
                  <a:cubicBezTo>
                    <a:pt x="1334" y="498"/>
                    <a:pt x="1333" y="499"/>
                    <a:pt x="1331" y="499"/>
                  </a:cubicBezTo>
                  <a:cubicBezTo>
                    <a:pt x="1329" y="499"/>
                    <a:pt x="1328" y="499"/>
                    <a:pt x="1330" y="497"/>
                  </a:cubicBezTo>
                  <a:cubicBezTo>
                    <a:pt x="1332" y="495"/>
                    <a:pt x="1333" y="492"/>
                    <a:pt x="1335" y="490"/>
                  </a:cubicBezTo>
                  <a:cubicBezTo>
                    <a:pt x="1337" y="489"/>
                    <a:pt x="1336" y="489"/>
                    <a:pt x="1340" y="487"/>
                  </a:cubicBezTo>
                  <a:cubicBezTo>
                    <a:pt x="1344" y="486"/>
                    <a:pt x="1349" y="487"/>
                    <a:pt x="1352" y="486"/>
                  </a:cubicBezTo>
                  <a:cubicBezTo>
                    <a:pt x="1354" y="486"/>
                    <a:pt x="1356" y="486"/>
                    <a:pt x="1356" y="483"/>
                  </a:cubicBezTo>
                  <a:cubicBezTo>
                    <a:pt x="1357" y="481"/>
                    <a:pt x="1357" y="480"/>
                    <a:pt x="1356" y="478"/>
                  </a:cubicBezTo>
                  <a:cubicBezTo>
                    <a:pt x="1355" y="476"/>
                    <a:pt x="1351" y="474"/>
                    <a:pt x="1349" y="473"/>
                  </a:cubicBezTo>
                  <a:cubicBezTo>
                    <a:pt x="1346" y="472"/>
                    <a:pt x="1343" y="471"/>
                    <a:pt x="1342" y="471"/>
                  </a:cubicBezTo>
                  <a:cubicBezTo>
                    <a:pt x="1341" y="471"/>
                    <a:pt x="1337" y="472"/>
                    <a:pt x="1336" y="473"/>
                  </a:cubicBezTo>
                  <a:cubicBezTo>
                    <a:pt x="1335" y="473"/>
                    <a:pt x="1333" y="470"/>
                    <a:pt x="1332" y="470"/>
                  </a:cubicBezTo>
                  <a:cubicBezTo>
                    <a:pt x="1330" y="469"/>
                    <a:pt x="1326" y="469"/>
                    <a:pt x="1326" y="469"/>
                  </a:cubicBezTo>
                  <a:cubicBezTo>
                    <a:pt x="1325" y="469"/>
                    <a:pt x="1324" y="467"/>
                    <a:pt x="1321" y="466"/>
                  </a:cubicBezTo>
                  <a:cubicBezTo>
                    <a:pt x="1319" y="465"/>
                    <a:pt x="1318" y="464"/>
                    <a:pt x="1315" y="464"/>
                  </a:cubicBezTo>
                  <a:cubicBezTo>
                    <a:pt x="1312" y="464"/>
                    <a:pt x="1310" y="464"/>
                    <a:pt x="1306" y="465"/>
                  </a:cubicBezTo>
                  <a:cubicBezTo>
                    <a:pt x="1303" y="465"/>
                    <a:pt x="1302" y="465"/>
                    <a:pt x="1299" y="466"/>
                  </a:cubicBezTo>
                  <a:cubicBezTo>
                    <a:pt x="1295" y="467"/>
                    <a:pt x="1295" y="467"/>
                    <a:pt x="1292" y="469"/>
                  </a:cubicBezTo>
                  <a:cubicBezTo>
                    <a:pt x="1288" y="471"/>
                    <a:pt x="1287" y="472"/>
                    <a:pt x="1287" y="473"/>
                  </a:cubicBezTo>
                  <a:cubicBezTo>
                    <a:pt x="1287" y="474"/>
                    <a:pt x="1286" y="475"/>
                    <a:pt x="1288" y="477"/>
                  </a:cubicBezTo>
                  <a:cubicBezTo>
                    <a:pt x="1290" y="478"/>
                    <a:pt x="1294" y="480"/>
                    <a:pt x="1296" y="480"/>
                  </a:cubicBezTo>
                  <a:cubicBezTo>
                    <a:pt x="1298" y="481"/>
                    <a:pt x="1298" y="480"/>
                    <a:pt x="1301" y="482"/>
                  </a:cubicBezTo>
                  <a:cubicBezTo>
                    <a:pt x="1303" y="483"/>
                    <a:pt x="1307" y="483"/>
                    <a:pt x="1309" y="484"/>
                  </a:cubicBezTo>
                  <a:cubicBezTo>
                    <a:pt x="1311" y="484"/>
                    <a:pt x="1312" y="485"/>
                    <a:pt x="1314" y="486"/>
                  </a:cubicBezTo>
                  <a:cubicBezTo>
                    <a:pt x="1316" y="487"/>
                    <a:pt x="1318" y="488"/>
                    <a:pt x="1316" y="488"/>
                  </a:cubicBezTo>
                  <a:cubicBezTo>
                    <a:pt x="1314" y="488"/>
                    <a:pt x="1311" y="486"/>
                    <a:pt x="1309" y="486"/>
                  </a:cubicBezTo>
                  <a:cubicBezTo>
                    <a:pt x="1307" y="486"/>
                    <a:pt x="1307" y="487"/>
                    <a:pt x="1306" y="489"/>
                  </a:cubicBezTo>
                  <a:cubicBezTo>
                    <a:pt x="1306" y="490"/>
                    <a:pt x="1305" y="491"/>
                    <a:pt x="1305" y="490"/>
                  </a:cubicBezTo>
                  <a:cubicBezTo>
                    <a:pt x="1304" y="490"/>
                    <a:pt x="1304" y="489"/>
                    <a:pt x="1303" y="487"/>
                  </a:cubicBezTo>
                  <a:cubicBezTo>
                    <a:pt x="1302" y="485"/>
                    <a:pt x="1301" y="484"/>
                    <a:pt x="1298" y="484"/>
                  </a:cubicBezTo>
                  <a:cubicBezTo>
                    <a:pt x="1295" y="483"/>
                    <a:pt x="1293" y="483"/>
                    <a:pt x="1291" y="482"/>
                  </a:cubicBezTo>
                  <a:cubicBezTo>
                    <a:pt x="1290" y="482"/>
                    <a:pt x="1289" y="481"/>
                    <a:pt x="1288" y="483"/>
                  </a:cubicBezTo>
                  <a:cubicBezTo>
                    <a:pt x="1288" y="484"/>
                    <a:pt x="1286" y="485"/>
                    <a:pt x="1286" y="484"/>
                  </a:cubicBezTo>
                  <a:cubicBezTo>
                    <a:pt x="1286" y="484"/>
                    <a:pt x="1286" y="482"/>
                    <a:pt x="1285" y="481"/>
                  </a:cubicBezTo>
                  <a:cubicBezTo>
                    <a:pt x="1285" y="481"/>
                    <a:pt x="1284" y="480"/>
                    <a:pt x="1283" y="480"/>
                  </a:cubicBezTo>
                  <a:cubicBezTo>
                    <a:pt x="1281" y="481"/>
                    <a:pt x="1281" y="481"/>
                    <a:pt x="1281" y="482"/>
                  </a:cubicBezTo>
                  <a:cubicBezTo>
                    <a:pt x="1281" y="484"/>
                    <a:pt x="1282" y="485"/>
                    <a:pt x="1283" y="485"/>
                  </a:cubicBezTo>
                  <a:cubicBezTo>
                    <a:pt x="1284" y="486"/>
                    <a:pt x="1285" y="485"/>
                    <a:pt x="1286" y="486"/>
                  </a:cubicBezTo>
                  <a:cubicBezTo>
                    <a:pt x="1288" y="487"/>
                    <a:pt x="1289" y="489"/>
                    <a:pt x="1290" y="490"/>
                  </a:cubicBezTo>
                  <a:cubicBezTo>
                    <a:pt x="1290" y="490"/>
                    <a:pt x="1292" y="492"/>
                    <a:pt x="1293" y="492"/>
                  </a:cubicBezTo>
                  <a:cubicBezTo>
                    <a:pt x="1293" y="493"/>
                    <a:pt x="1295" y="493"/>
                    <a:pt x="1296" y="493"/>
                  </a:cubicBezTo>
                  <a:cubicBezTo>
                    <a:pt x="1297" y="494"/>
                    <a:pt x="1299" y="495"/>
                    <a:pt x="1299" y="496"/>
                  </a:cubicBezTo>
                  <a:cubicBezTo>
                    <a:pt x="1300" y="497"/>
                    <a:pt x="1301" y="497"/>
                    <a:pt x="1301" y="498"/>
                  </a:cubicBezTo>
                  <a:cubicBezTo>
                    <a:pt x="1301" y="499"/>
                    <a:pt x="1301" y="501"/>
                    <a:pt x="1299" y="501"/>
                  </a:cubicBezTo>
                  <a:cubicBezTo>
                    <a:pt x="1298" y="501"/>
                    <a:pt x="1296" y="501"/>
                    <a:pt x="1294" y="500"/>
                  </a:cubicBezTo>
                  <a:cubicBezTo>
                    <a:pt x="1292" y="499"/>
                    <a:pt x="1290" y="499"/>
                    <a:pt x="1290" y="497"/>
                  </a:cubicBezTo>
                  <a:cubicBezTo>
                    <a:pt x="1290" y="496"/>
                    <a:pt x="1288" y="492"/>
                    <a:pt x="1287" y="491"/>
                  </a:cubicBezTo>
                  <a:cubicBezTo>
                    <a:pt x="1285" y="490"/>
                    <a:pt x="1283" y="488"/>
                    <a:pt x="1281" y="488"/>
                  </a:cubicBezTo>
                  <a:cubicBezTo>
                    <a:pt x="1280" y="488"/>
                    <a:pt x="1279" y="488"/>
                    <a:pt x="1279" y="490"/>
                  </a:cubicBezTo>
                  <a:cubicBezTo>
                    <a:pt x="1280" y="492"/>
                    <a:pt x="1280" y="492"/>
                    <a:pt x="1281" y="493"/>
                  </a:cubicBezTo>
                  <a:cubicBezTo>
                    <a:pt x="1283" y="494"/>
                    <a:pt x="1284" y="494"/>
                    <a:pt x="1285" y="496"/>
                  </a:cubicBezTo>
                  <a:cubicBezTo>
                    <a:pt x="1286" y="497"/>
                    <a:pt x="1287" y="497"/>
                    <a:pt x="1286" y="498"/>
                  </a:cubicBezTo>
                  <a:cubicBezTo>
                    <a:pt x="1286" y="498"/>
                    <a:pt x="1285" y="499"/>
                    <a:pt x="1283" y="498"/>
                  </a:cubicBezTo>
                  <a:cubicBezTo>
                    <a:pt x="1281" y="497"/>
                    <a:pt x="1280" y="496"/>
                    <a:pt x="1278" y="496"/>
                  </a:cubicBezTo>
                  <a:cubicBezTo>
                    <a:pt x="1276" y="496"/>
                    <a:pt x="1275" y="496"/>
                    <a:pt x="1273" y="495"/>
                  </a:cubicBezTo>
                  <a:cubicBezTo>
                    <a:pt x="1272" y="494"/>
                    <a:pt x="1271" y="494"/>
                    <a:pt x="1272" y="493"/>
                  </a:cubicBezTo>
                  <a:cubicBezTo>
                    <a:pt x="1273" y="491"/>
                    <a:pt x="1274" y="492"/>
                    <a:pt x="1275" y="490"/>
                  </a:cubicBezTo>
                  <a:cubicBezTo>
                    <a:pt x="1275" y="488"/>
                    <a:pt x="1274" y="487"/>
                    <a:pt x="1275" y="485"/>
                  </a:cubicBezTo>
                  <a:cubicBezTo>
                    <a:pt x="1275" y="484"/>
                    <a:pt x="1275" y="483"/>
                    <a:pt x="1274" y="482"/>
                  </a:cubicBezTo>
                  <a:cubicBezTo>
                    <a:pt x="1273" y="481"/>
                    <a:pt x="1271" y="479"/>
                    <a:pt x="1270" y="479"/>
                  </a:cubicBezTo>
                  <a:cubicBezTo>
                    <a:pt x="1269" y="479"/>
                    <a:pt x="1267" y="478"/>
                    <a:pt x="1267" y="480"/>
                  </a:cubicBezTo>
                  <a:cubicBezTo>
                    <a:pt x="1266" y="482"/>
                    <a:pt x="1266" y="483"/>
                    <a:pt x="1265" y="484"/>
                  </a:cubicBezTo>
                  <a:cubicBezTo>
                    <a:pt x="1264" y="484"/>
                    <a:pt x="1262" y="484"/>
                    <a:pt x="1263" y="486"/>
                  </a:cubicBezTo>
                  <a:cubicBezTo>
                    <a:pt x="1263" y="487"/>
                    <a:pt x="1263" y="489"/>
                    <a:pt x="1262" y="489"/>
                  </a:cubicBezTo>
                  <a:cubicBezTo>
                    <a:pt x="1260" y="488"/>
                    <a:pt x="1261" y="490"/>
                    <a:pt x="1258" y="488"/>
                  </a:cubicBezTo>
                  <a:cubicBezTo>
                    <a:pt x="1256" y="486"/>
                    <a:pt x="1255" y="487"/>
                    <a:pt x="1253" y="485"/>
                  </a:cubicBezTo>
                  <a:cubicBezTo>
                    <a:pt x="1252" y="483"/>
                    <a:pt x="1251" y="483"/>
                    <a:pt x="1250" y="484"/>
                  </a:cubicBezTo>
                  <a:cubicBezTo>
                    <a:pt x="1248" y="485"/>
                    <a:pt x="1247" y="486"/>
                    <a:pt x="1247" y="487"/>
                  </a:cubicBezTo>
                  <a:cubicBezTo>
                    <a:pt x="1248" y="488"/>
                    <a:pt x="1249" y="488"/>
                    <a:pt x="1247" y="490"/>
                  </a:cubicBezTo>
                  <a:cubicBezTo>
                    <a:pt x="1246" y="492"/>
                    <a:pt x="1245" y="492"/>
                    <a:pt x="1244" y="493"/>
                  </a:cubicBezTo>
                  <a:cubicBezTo>
                    <a:pt x="1244" y="494"/>
                    <a:pt x="1242" y="495"/>
                    <a:pt x="1240" y="497"/>
                  </a:cubicBezTo>
                  <a:cubicBezTo>
                    <a:pt x="1238" y="498"/>
                    <a:pt x="1237" y="499"/>
                    <a:pt x="1236" y="498"/>
                  </a:cubicBezTo>
                  <a:cubicBezTo>
                    <a:pt x="1236" y="497"/>
                    <a:pt x="1236" y="496"/>
                    <a:pt x="1237" y="494"/>
                  </a:cubicBezTo>
                  <a:cubicBezTo>
                    <a:pt x="1237" y="493"/>
                    <a:pt x="1235" y="492"/>
                    <a:pt x="1234" y="492"/>
                  </a:cubicBezTo>
                  <a:cubicBezTo>
                    <a:pt x="1233" y="492"/>
                    <a:pt x="1232" y="492"/>
                    <a:pt x="1233" y="491"/>
                  </a:cubicBezTo>
                  <a:cubicBezTo>
                    <a:pt x="1233" y="490"/>
                    <a:pt x="1235" y="490"/>
                    <a:pt x="1236" y="489"/>
                  </a:cubicBezTo>
                  <a:cubicBezTo>
                    <a:pt x="1237" y="488"/>
                    <a:pt x="1236" y="487"/>
                    <a:pt x="1236" y="486"/>
                  </a:cubicBezTo>
                  <a:cubicBezTo>
                    <a:pt x="1236" y="485"/>
                    <a:pt x="1237" y="483"/>
                    <a:pt x="1238" y="483"/>
                  </a:cubicBezTo>
                  <a:cubicBezTo>
                    <a:pt x="1240" y="482"/>
                    <a:pt x="1240" y="482"/>
                    <a:pt x="1241" y="481"/>
                  </a:cubicBezTo>
                  <a:cubicBezTo>
                    <a:pt x="1242" y="479"/>
                    <a:pt x="1243" y="479"/>
                    <a:pt x="1244" y="477"/>
                  </a:cubicBezTo>
                  <a:cubicBezTo>
                    <a:pt x="1244" y="476"/>
                    <a:pt x="1245" y="475"/>
                    <a:pt x="1244" y="475"/>
                  </a:cubicBezTo>
                  <a:cubicBezTo>
                    <a:pt x="1242" y="475"/>
                    <a:pt x="1240" y="475"/>
                    <a:pt x="1239" y="476"/>
                  </a:cubicBezTo>
                  <a:cubicBezTo>
                    <a:pt x="1237" y="478"/>
                    <a:pt x="1235" y="479"/>
                    <a:pt x="1233" y="481"/>
                  </a:cubicBezTo>
                  <a:cubicBezTo>
                    <a:pt x="1232" y="483"/>
                    <a:pt x="1231" y="484"/>
                    <a:pt x="1230" y="484"/>
                  </a:cubicBezTo>
                  <a:cubicBezTo>
                    <a:pt x="1228" y="484"/>
                    <a:pt x="1227" y="485"/>
                    <a:pt x="1228" y="484"/>
                  </a:cubicBezTo>
                  <a:cubicBezTo>
                    <a:pt x="1228" y="482"/>
                    <a:pt x="1229" y="480"/>
                    <a:pt x="1231" y="479"/>
                  </a:cubicBezTo>
                  <a:cubicBezTo>
                    <a:pt x="1233" y="478"/>
                    <a:pt x="1234" y="477"/>
                    <a:pt x="1235" y="476"/>
                  </a:cubicBezTo>
                  <a:cubicBezTo>
                    <a:pt x="1237" y="474"/>
                    <a:pt x="1239" y="473"/>
                    <a:pt x="1240" y="471"/>
                  </a:cubicBezTo>
                  <a:cubicBezTo>
                    <a:pt x="1242" y="470"/>
                    <a:pt x="1245" y="469"/>
                    <a:pt x="1247" y="467"/>
                  </a:cubicBezTo>
                  <a:cubicBezTo>
                    <a:pt x="1249" y="465"/>
                    <a:pt x="1249" y="465"/>
                    <a:pt x="1249" y="463"/>
                  </a:cubicBezTo>
                  <a:cubicBezTo>
                    <a:pt x="1248" y="462"/>
                    <a:pt x="1248" y="462"/>
                    <a:pt x="1246" y="460"/>
                  </a:cubicBezTo>
                  <a:cubicBezTo>
                    <a:pt x="1245" y="459"/>
                    <a:pt x="1242" y="458"/>
                    <a:pt x="1242" y="456"/>
                  </a:cubicBezTo>
                  <a:cubicBezTo>
                    <a:pt x="1242" y="454"/>
                    <a:pt x="1243" y="453"/>
                    <a:pt x="1242" y="451"/>
                  </a:cubicBezTo>
                  <a:cubicBezTo>
                    <a:pt x="1242" y="448"/>
                    <a:pt x="1242" y="448"/>
                    <a:pt x="1240" y="447"/>
                  </a:cubicBezTo>
                  <a:cubicBezTo>
                    <a:pt x="1238" y="446"/>
                    <a:pt x="1238" y="446"/>
                    <a:pt x="1234" y="445"/>
                  </a:cubicBezTo>
                  <a:cubicBezTo>
                    <a:pt x="1231" y="443"/>
                    <a:pt x="1230" y="444"/>
                    <a:pt x="1230" y="442"/>
                  </a:cubicBezTo>
                  <a:cubicBezTo>
                    <a:pt x="1230" y="441"/>
                    <a:pt x="1231" y="437"/>
                    <a:pt x="1230" y="435"/>
                  </a:cubicBezTo>
                  <a:cubicBezTo>
                    <a:pt x="1230" y="433"/>
                    <a:pt x="1231" y="434"/>
                    <a:pt x="1229" y="432"/>
                  </a:cubicBezTo>
                  <a:cubicBezTo>
                    <a:pt x="1227" y="429"/>
                    <a:pt x="1227" y="431"/>
                    <a:pt x="1225" y="428"/>
                  </a:cubicBezTo>
                  <a:cubicBezTo>
                    <a:pt x="1224" y="426"/>
                    <a:pt x="1225" y="426"/>
                    <a:pt x="1222" y="425"/>
                  </a:cubicBezTo>
                  <a:cubicBezTo>
                    <a:pt x="1220" y="424"/>
                    <a:pt x="1214" y="425"/>
                    <a:pt x="1211" y="425"/>
                  </a:cubicBezTo>
                  <a:cubicBezTo>
                    <a:pt x="1208" y="426"/>
                    <a:pt x="1206" y="426"/>
                    <a:pt x="1203" y="425"/>
                  </a:cubicBezTo>
                  <a:cubicBezTo>
                    <a:pt x="1199" y="425"/>
                    <a:pt x="1197" y="425"/>
                    <a:pt x="1195" y="426"/>
                  </a:cubicBezTo>
                  <a:cubicBezTo>
                    <a:pt x="1194" y="427"/>
                    <a:pt x="1193" y="429"/>
                    <a:pt x="1191" y="429"/>
                  </a:cubicBezTo>
                  <a:cubicBezTo>
                    <a:pt x="1190" y="430"/>
                    <a:pt x="1189" y="430"/>
                    <a:pt x="1186" y="430"/>
                  </a:cubicBezTo>
                  <a:cubicBezTo>
                    <a:pt x="1183" y="430"/>
                    <a:pt x="1182" y="431"/>
                    <a:pt x="1180" y="432"/>
                  </a:cubicBezTo>
                  <a:cubicBezTo>
                    <a:pt x="1178" y="432"/>
                    <a:pt x="1177" y="432"/>
                    <a:pt x="1177" y="434"/>
                  </a:cubicBezTo>
                  <a:cubicBezTo>
                    <a:pt x="1177" y="435"/>
                    <a:pt x="1180" y="436"/>
                    <a:pt x="1180" y="437"/>
                  </a:cubicBezTo>
                  <a:cubicBezTo>
                    <a:pt x="1181" y="438"/>
                    <a:pt x="1181" y="439"/>
                    <a:pt x="1180" y="440"/>
                  </a:cubicBezTo>
                  <a:cubicBezTo>
                    <a:pt x="1180" y="440"/>
                    <a:pt x="1178" y="441"/>
                    <a:pt x="1177" y="440"/>
                  </a:cubicBezTo>
                  <a:cubicBezTo>
                    <a:pt x="1176" y="438"/>
                    <a:pt x="1175" y="436"/>
                    <a:pt x="1174" y="436"/>
                  </a:cubicBezTo>
                  <a:cubicBezTo>
                    <a:pt x="1172" y="435"/>
                    <a:pt x="1170" y="435"/>
                    <a:pt x="1168" y="436"/>
                  </a:cubicBezTo>
                  <a:cubicBezTo>
                    <a:pt x="1166" y="437"/>
                    <a:pt x="1165" y="436"/>
                    <a:pt x="1164" y="437"/>
                  </a:cubicBezTo>
                  <a:cubicBezTo>
                    <a:pt x="1163" y="438"/>
                    <a:pt x="1162" y="440"/>
                    <a:pt x="1163" y="440"/>
                  </a:cubicBezTo>
                  <a:cubicBezTo>
                    <a:pt x="1164" y="441"/>
                    <a:pt x="1165" y="441"/>
                    <a:pt x="1165" y="442"/>
                  </a:cubicBezTo>
                  <a:cubicBezTo>
                    <a:pt x="1166" y="444"/>
                    <a:pt x="1165" y="445"/>
                    <a:pt x="1164" y="445"/>
                  </a:cubicBezTo>
                  <a:cubicBezTo>
                    <a:pt x="1164" y="444"/>
                    <a:pt x="1163" y="444"/>
                    <a:pt x="1161" y="442"/>
                  </a:cubicBezTo>
                  <a:cubicBezTo>
                    <a:pt x="1160" y="441"/>
                    <a:pt x="1160" y="438"/>
                    <a:pt x="1157" y="439"/>
                  </a:cubicBezTo>
                  <a:cubicBezTo>
                    <a:pt x="1154" y="439"/>
                    <a:pt x="1150" y="440"/>
                    <a:pt x="1150" y="441"/>
                  </a:cubicBezTo>
                  <a:cubicBezTo>
                    <a:pt x="1151" y="443"/>
                    <a:pt x="1151" y="444"/>
                    <a:pt x="1152" y="445"/>
                  </a:cubicBezTo>
                  <a:cubicBezTo>
                    <a:pt x="1153" y="446"/>
                    <a:pt x="1156" y="446"/>
                    <a:pt x="1157" y="447"/>
                  </a:cubicBezTo>
                  <a:cubicBezTo>
                    <a:pt x="1159" y="447"/>
                    <a:pt x="1162" y="448"/>
                    <a:pt x="1163" y="448"/>
                  </a:cubicBezTo>
                  <a:cubicBezTo>
                    <a:pt x="1163" y="449"/>
                    <a:pt x="1167" y="449"/>
                    <a:pt x="1169" y="450"/>
                  </a:cubicBezTo>
                  <a:cubicBezTo>
                    <a:pt x="1170" y="451"/>
                    <a:pt x="1176" y="452"/>
                    <a:pt x="1176" y="452"/>
                  </a:cubicBezTo>
                  <a:cubicBezTo>
                    <a:pt x="1176" y="453"/>
                    <a:pt x="1177" y="453"/>
                    <a:pt x="1176" y="454"/>
                  </a:cubicBezTo>
                  <a:cubicBezTo>
                    <a:pt x="1176" y="454"/>
                    <a:pt x="1173" y="454"/>
                    <a:pt x="1171" y="453"/>
                  </a:cubicBezTo>
                  <a:cubicBezTo>
                    <a:pt x="1170" y="453"/>
                    <a:pt x="1162" y="451"/>
                    <a:pt x="1160" y="451"/>
                  </a:cubicBezTo>
                  <a:cubicBezTo>
                    <a:pt x="1159" y="450"/>
                    <a:pt x="1153" y="449"/>
                    <a:pt x="1151" y="450"/>
                  </a:cubicBezTo>
                  <a:cubicBezTo>
                    <a:pt x="1149" y="450"/>
                    <a:pt x="1147" y="450"/>
                    <a:pt x="1149" y="452"/>
                  </a:cubicBezTo>
                  <a:cubicBezTo>
                    <a:pt x="1152" y="453"/>
                    <a:pt x="1153" y="454"/>
                    <a:pt x="1157" y="455"/>
                  </a:cubicBezTo>
                  <a:cubicBezTo>
                    <a:pt x="1160" y="456"/>
                    <a:pt x="1163" y="455"/>
                    <a:pt x="1165" y="457"/>
                  </a:cubicBezTo>
                  <a:cubicBezTo>
                    <a:pt x="1167" y="459"/>
                    <a:pt x="1169" y="459"/>
                    <a:pt x="1171" y="460"/>
                  </a:cubicBezTo>
                  <a:cubicBezTo>
                    <a:pt x="1173" y="462"/>
                    <a:pt x="1174" y="463"/>
                    <a:pt x="1174" y="463"/>
                  </a:cubicBezTo>
                  <a:cubicBezTo>
                    <a:pt x="1173" y="464"/>
                    <a:pt x="1169" y="463"/>
                    <a:pt x="1168" y="463"/>
                  </a:cubicBezTo>
                  <a:cubicBezTo>
                    <a:pt x="1168" y="462"/>
                    <a:pt x="1167" y="461"/>
                    <a:pt x="1163" y="460"/>
                  </a:cubicBezTo>
                  <a:cubicBezTo>
                    <a:pt x="1159" y="460"/>
                    <a:pt x="1156" y="459"/>
                    <a:pt x="1154" y="458"/>
                  </a:cubicBezTo>
                  <a:cubicBezTo>
                    <a:pt x="1152" y="457"/>
                    <a:pt x="1151" y="456"/>
                    <a:pt x="1149" y="455"/>
                  </a:cubicBezTo>
                  <a:cubicBezTo>
                    <a:pt x="1146" y="455"/>
                    <a:pt x="1141" y="453"/>
                    <a:pt x="1140" y="455"/>
                  </a:cubicBezTo>
                  <a:cubicBezTo>
                    <a:pt x="1139" y="456"/>
                    <a:pt x="1138" y="459"/>
                    <a:pt x="1139" y="460"/>
                  </a:cubicBezTo>
                  <a:cubicBezTo>
                    <a:pt x="1140" y="462"/>
                    <a:pt x="1138" y="463"/>
                    <a:pt x="1139" y="466"/>
                  </a:cubicBezTo>
                  <a:cubicBezTo>
                    <a:pt x="1140" y="468"/>
                    <a:pt x="1141" y="468"/>
                    <a:pt x="1142" y="470"/>
                  </a:cubicBezTo>
                  <a:cubicBezTo>
                    <a:pt x="1142" y="472"/>
                    <a:pt x="1141" y="473"/>
                    <a:pt x="1143" y="474"/>
                  </a:cubicBezTo>
                  <a:cubicBezTo>
                    <a:pt x="1145" y="475"/>
                    <a:pt x="1148" y="475"/>
                    <a:pt x="1149" y="476"/>
                  </a:cubicBezTo>
                  <a:cubicBezTo>
                    <a:pt x="1151" y="477"/>
                    <a:pt x="1152" y="478"/>
                    <a:pt x="1153" y="477"/>
                  </a:cubicBezTo>
                  <a:cubicBezTo>
                    <a:pt x="1154" y="476"/>
                    <a:pt x="1154" y="475"/>
                    <a:pt x="1156" y="475"/>
                  </a:cubicBezTo>
                  <a:cubicBezTo>
                    <a:pt x="1157" y="476"/>
                    <a:pt x="1155" y="477"/>
                    <a:pt x="1158" y="477"/>
                  </a:cubicBezTo>
                  <a:cubicBezTo>
                    <a:pt x="1160" y="478"/>
                    <a:pt x="1162" y="477"/>
                    <a:pt x="1163" y="478"/>
                  </a:cubicBezTo>
                  <a:cubicBezTo>
                    <a:pt x="1164" y="479"/>
                    <a:pt x="1162" y="480"/>
                    <a:pt x="1161" y="480"/>
                  </a:cubicBezTo>
                  <a:cubicBezTo>
                    <a:pt x="1160" y="481"/>
                    <a:pt x="1158" y="481"/>
                    <a:pt x="1160" y="483"/>
                  </a:cubicBezTo>
                  <a:cubicBezTo>
                    <a:pt x="1162" y="485"/>
                    <a:pt x="1161" y="484"/>
                    <a:pt x="1163" y="486"/>
                  </a:cubicBezTo>
                  <a:cubicBezTo>
                    <a:pt x="1166" y="488"/>
                    <a:pt x="1166" y="487"/>
                    <a:pt x="1168" y="488"/>
                  </a:cubicBezTo>
                  <a:cubicBezTo>
                    <a:pt x="1169" y="489"/>
                    <a:pt x="1171" y="490"/>
                    <a:pt x="1170" y="491"/>
                  </a:cubicBezTo>
                  <a:cubicBezTo>
                    <a:pt x="1170" y="491"/>
                    <a:pt x="1168" y="491"/>
                    <a:pt x="1166" y="490"/>
                  </a:cubicBezTo>
                  <a:cubicBezTo>
                    <a:pt x="1164" y="489"/>
                    <a:pt x="1163" y="489"/>
                    <a:pt x="1161" y="488"/>
                  </a:cubicBezTo>
                  <a:cubicBezTo>
                    <a:pt x="1158" y="486"/>
                    <a:pt x="1156" y="486"/>
                    <a:pt x="1155" y="485"/>
                  </a:cubicBezTo>
                  <a:cubicBezTo>
                    <a:pt x="1153" y="483"/>
                    <a:pt x="1154" y="483"/>
                    <a:pt x="1151" y="483"/>
                  </a:cubicBezTo>
                  <a:cubicBezTo>
                    <a:pt x="1147" y="483"/>
                    <a:pt x="1144" y="482"/>
                    <a:pt x="1143" y="483"/>
                  </a:cubicBezTo>
                  <a:cubicBezTo>
                    <a:pt x="1142" y="484"/>
                    <a:pt x="1141" y="486"/>
                    <a:pt x="1142" y="488"/>
                  </a:cubicBezTo>
                  <a:cubicBezTo>
                    <a:pt x="1142" y="489"/>
                    <a:pt x="1142" y="490"/>
                    <a:pt x="1141" y="490"/>
                  </a:cubicBezTo>
                  <a:cubicBezTo>
                    <a:pt x="1140" y="491"/>
                    <a:pt x="1139" y="490"/>
                    <a:pt x="1137" y="491"/>
                  </a:cubicBezTo>
                  <a:cubicBezTo>
                    <a:pt x="1135" y="491"/>
                    <a:pt x="1133" y="491"/>
                    <a:pt x="1134" y="493"/>
                  </a:cubicBezTo>
                  <a:cubicBezTo>
                    <a:pt x="1135" y="494"/>
                    <a:pt x="1137" y="495"/>
                    <a:pt x="1139" y="496"/>
                  </a:cubicBezTo>
                  <a:cubicBezTo>
                    <a:pt x="1141" y="496"/>
                    <a:pt x="1143" y="498"/>
                    <a:pt x="1143" y="500"/>
                  </a:cubicBezTo>
                  <a:cubicBezTo>
                    <a:pt x="1143" y="502"/>
                    <a:pt x="1143" y="503"/>
                    <a:pt x="1145" y="504"/>
                  </a:cubicBezTo>
                  <a:cubicBezTo>
                    <a:pt x="1147" y="505"/>
                    <a:pt x="1148" y="506"/>
                    <a:pt x="1152" y="506"/>
                  </a:cubicBezTo>
                  <a:cubicBezTo>
                    <a:pt x="1155" y="505"/>
                    <a:pt x="1156" y="504"/>
                    <a:pt x="1158" y="505"/>
                  </a:cubicBezTo>
                  <a:cubicBezTo>
                    <a:pt x="1160" y="506"/>
                    <a:pt x="1161" y="505"/>
                    <a:pt x="1161" y="507"/>
                  </a:cubicBezTo>
                  <a:cubicBezTo>
                    <a:pt x="1162" y="509"/>
                    <a:pt x="1162" y="511"/>
                    <a:pt x="1161" y="512"/>
                  </a:cubicBezTo>
                  <a:cubicBezTo>
                    <a:pt x="1160" y="513"/>
                    <a:pt x="1159" y="512"/>
                    <a:pt x="1158" y="514"/>
                  </a:cubicBezTo>
                  <a:cubicBezTo>
                    <a:pt x="1158" y="516"/>
                    <a:pt x="1157" y="517"/>
                    <a:pt x="1157" y="519"/>
                  </a:cubicBezTo>
                  <a:cubicBezTo>
                    <a:pt x="1158" y="522"/>
                    <a:pt x="1159" y="522"/>
                    <a:pt x="1158" y="525"/>
                  </a:cubicBezTo>
                  <a:cubicBezTo>
                    <a:pt x="1158" y="527"/>
                    <a:pt x="1158" y="528"/>
                    <a:pt x="1158" y="530"/>
                  </a:cubicBezTo>
                  <a:cubicBezTo>
                    <a:pt x="1158" y="532"/>
                    <a:pt x="1155" y="534"/>
                    <a:pt x="1155" y="533"/>
                  </a:cubicBezTo>
                  <a:cubicBezTo>
                    <a:pt x="1154" y="533"/>
                    <a:pt x="1153" y="532"/>
                    <a:pt x="1153" y="531"/>
                  </a:cubicBezTo>
                  <a:cubicBezTo>
                    <a:pt x="1153" y="530"/>
                    <a:pt x="1155" y="529"/>
                    <a:pt x="1154" y="527"/>
                  </a:cubicBezTo>
                  <a:cubicBezTo>
                    <a:pt x="1152" y="525"/>
                    <a:pt x="1147" y="524"/>
                    <a:pt x="1146" y="525"/>
                  </a:cubicBezTo>
                  <a:cubicBezTo>
                    <a:pt x="1145" y="526"/>
                    <a:pt x="1142" y="526"/>
                    <a:pt x="1140" y="526"/>
                  </a:cubicBezTo>
                  <a:cubicBezTo>
                    <a:pt x="1139" y="526"/>
                    <a:pt x="1138" y="526"/>
                    <a:pt x="1136" y="527"/>
                  </a:cubicBezTo>
                  <a:cubicBezTo>
                    <a:pt x="1134" y="528"/>
                    <a:pt x="1132" y="528"/>
                    <a:pt x="1131" y="530"/>
                  </a:cubicBezTo>
                  <a:cubicBezTo>
                    <a:pt x="1129" y="531"/>
                    <a:pt x="1129" y="532"/>
                    <a:pt x="1127" y="532"/>
                  </a:cubicBezTo>
                  <a:cubicBezTo>
                    <a:pt x="1124" y="532"/>
                    <a:pt x="1119" y="533"/>
                    <a:pt x="1118" y="532"/>
                  </a:cubicBezTo>
                  <a:cubicBezTo>
                    <a:pt x="1116" y="531"/>
                    <a:pt x="1117" y="530"/>
                    <a:pt x="1118" y="530"/>
                  </a:cubicBezTo>
                  <a:cubicBezTo>
                    <a:pt x="1120" y="529"/>
                    <a:pt x="1124" y="529"/>
                    <a:pt x="1127" y="527"/>
                  </a:cubicBezTo>
                  <a:cubicBezTo>
                    <a:pt x="1129" y="526"/>
                    <a:pt x="1130" y="524"/>
                    <a:pt x="1132" y="523"/>
                  </a:cubicBezTo>
                  <a:cubicBezTo>
                    <a:pt x="1135" y="523"/>
                    <a:pt x="1136" y="524"/>
                    <a:pt x="1139" y="523"/>
                  </a:cubicBezTo>
                  <a:cubicBezTo>
                    <a:pt x="1141" y="522"/>
                    <a:pt x="1144" y="521"/>
                    <a:pt x="1145" y="520"/>
                  </a:cubicBezTo>
                  <a:cubicBezTo>
                    <a:pt x="1147" y="519"/>
                    <a:pt x="1149" y="519"/>
                    <a:pt x="1150" y="518"/>
                  </a:cubicBezTo>
                  <a:cubicBezTo>
                    <a:pt x="1152" y="517"/>
                    <a:pt x="1153" y="516"/>
                    <a:pt x="1151" y="515"/>
                  </a:cubicBezTo>
                  <a:cubicBezTo>
                    <a:pt x="1149" y="514"/>
                    <a:pt x="1142" y="514"/>
                    <a:pt x="1141" y="513"/>
                  </a:cubicBezTo>
                  <a:cubicBezTo>
                    <a:pt x="1140" y="512"/>
                    <a:pt x="1141" y="511"/>
                    <a:pt x="1137" y="508"/>
                  </a:cubicBezTo>
                  <a:cubicBezTo>
                    <a:pt x="1134" y="505"/>
                    <a:pt x="1132" y="504"/>
                    <a:pt x="1130" y="502"/>
                  </a:cubicBezTo>
                  <a:cubicBezTo>
                    <a:pt x="1128" y="501"/>
                    <a:pt x="1126" y="499"/>
                    <a:pt x="1125" y="496"/>
                  </a:cubicBezTo>
                  <a:cubicBezTo>
                    <a:pt x="1124" y="493"/>
                    <a:pt x="1123" y="493"/>
                    <a:pt x="1123" y="491"/>
                  </a:cubicBezTo>
                  <a:cubicBezTo>
                    <a:pt x="1123" y="488"/>
                    <a:pt x="1123" y="487"/>
                    <a:pt x="1123" y="484"/>
                  </a:cubicBezTo>
                  <a:cubicBezTo>
                    <a:pt x="1123" y="481"/>
                    <a:pt x="1124" y="481"/>
                    <a:pt x="1125" y="479"/>
                  </a:cubicBezTo>
                  <a:cubicBezTo>
                    <a:pt x="1126" y="477"/>
                    <a:pt x="1127" y="477"/>
                    <a:pt x="1126" y="475"/>
                  </a:cubicBezTo>
                  <a:cubicBezTo>
                    <a:pt x="1124" y="473"/>
                    <a:pt x="1122" y="474"/>
                    <a:pt x="1121" y="471"/>
                  </a:cubicBezTo>
                  <a:cubicBezTo>
                    <a:pt x="1119" y="467"/>
                    <a:pt x="1117" y="466"/>
                    <a:pt x="1117" y="464"/>
                  </a:cubicBezTo>
                  <a:cubicBezTo>
                    <a:pt x="1117" y="462"/>
                    <a:pt x="1117" y="462"/>
                    <a:pt x="1118" y="460"/>
                  </a:cubicBezTo>
                  <a:cubicBezTo>
                    <a:pt x="1119" y="458"/>
                    <a:pt x="1122" y="455"/>
                    <a:pt x="1123" y="453"/>
                  </a:cubicBezTo>
                  <a:cubicBezTo>
                    <a:pt x="1125" y="450"/>
                    <a:pt x="1126" y="449"/>
                    <a:pt x="1127" y="447"/>
                  </a:cubicBezTo>
                  <a:cubicBezTo>
                    <a:pt x="1128" y="445"/>
                    <a:pt x="1128" y="444"/>
                    <a:pt x="1131" y="442"/>
                  </a:cubicBezTo>
                  <a:cubicBezTo>
                    <a:pt x="1133" y="440"/>
                    <a:pt x="1135" y="438"/>
                    <a:pt x="1138" y="436"/>
                  </a:cubicBezTo>
                  <a:cubicBezTo>
                    <a:pt x="1141" y="434"/>
                    <a:pt x="1143" y="432"/>
                    <a:pt x="1146" y="431"/>
                  </a:cubicBezTo>
                  <a:cubicBezTo>
                    <a:pt x="1149" y="429"/>
                    <a:pt x="1151" y="429"/>
                    <a:pt x="1153" y="426"/>
                  </a:cubicBezTo>
                  <a:cubicBezTo>
                    <a:pt x="1155" y="424"/>
                    <a:pt x="1152" y="423"/>
                    <a:pt x="1150" y="422"/>
                  </a:cubicBezTo>
                  <a:cubicBezTo>
                    <a:pt x="1147" y="422"/>
                    <a:pt x="1135" y="421"/>
                    <a:pt x="1128" y="421"/>
                  </a:cubicBezTo>
                  <a:cubicBezTo>
                    <a:pt x="1122" y="421"/>
                    <a:pt x="1114" y="420"/>
                    <a:pt x="1106" y="423"/>
                  </a:cubicBezTo>
                  <a:cubicBezTo>
                    <a:pt x="1097" y="426"/>
                    <a:pt x="1092" y="427"/>
                    <a:pt x="1087" y="429"/>
                  </a:cubicBezTo>
                  <a:cubicBezTo>
                    <a:pt x="1082" y="432"/>
                    <a:pt x="1075" y="437"/>
                    <a:pt x="1075" y="439"/>
                  </a:cubicBezTo>
                  <a:cubicBezTo>
                    <a:pt x="1074" y="441"/>
                    <a:pt x="1075" y="441"/>
                    <a:pt x="1076" y="442"/>
                  </a:cubicBezTo>
                  <a:cubicBezTo>
                    <a:pt x="1076" y="443"/>
                    <a:pt x="1074" y="443"/>
                    <a:pt x="1073" y="444"/>
                  </a:cubicBezTo>
                  <a:cubicBezTo>
                    <a:pt x="1072" y="444"/>
                    <a:pt x="1069" y="445"/>
                    <a:pt x="1067" y="447"/>
                  </a:cubicBezTo>
                  <a:cubicBezTo>
                    <a:pt x="1065" y="449"/>
                    <a:pt x="1062" y="451"/>
                    <a:pt x="1062" y="453"/>
                  </a:cubicBezTo>
                  <a:cubicBezTo>
                    <a:pt x="1062" y="455"/>
                    <a:pt x="1062" y="458"/>
                    <a:pt x="1062" y="460"/>
                  </a:cubicBezTo>
                  <a:cubicBezTo>
                    <a:pt x="1062" y="462"/>
                    <a:pt x="1059" y="463"/>
                    <a:pt x="1059" y="464"/>
                  </a:cubicBezTo>
                  <a:cubicBezTo>
                    <a:pt x="1059" y="464"/>
                    <a:pt x="1058" y="466"/>
                    <a:pt x="1058" y="467"/>
                  </a:cubicBezTo>
                  <a:cubicBezTo>
                    <a:pt x="1058" y="468"/>
                    <a:pt x="1057" y="468"/>
                    <a:pt x="1056" y="469"/>
                  </a:cubicBezTo>
                  <a:cubicBezTo>
                    <a:pt x="1055" y="470"/>
                    <a:pt x="1053" y="471"/>
                    <a:pt x="1053" y="473"/>
                  </a:cubicBezTo>
                  <a:cubicBezTo>
                    <a:pt x="1053" y="475"/>
                    <a:pt x="1051" y="477"/>
                    <a:pt x="1051" y="478"/>
                  </a:cubicBezTo>
                  <a:cubicBezTo>
                    <a:pt x="1051" y="480"/>
                    <a:pt x="1050" y="481"/>
                    <a:pt x="1051" y="483"/>
                  </a:cubicBezTo>
                  <a:cubicBezTo>
                    <a:pt x="1052" y="484"/>
                    <a:pt x="1051" y="484"/>
                    <a:pt x="1053" y="485"/>
                  </a:cubicBezTo>
                  <a:cubicBezTo>
                    <a:pt x="1055" y="486"/>
                    <a:pt x="1055" y="485"/>
                    <a:pt x="1056" y="486"/>
                  </a:cubicBezTo>
                  <a:cubicBezTo>
                    <a:pt x="1057" y="487"/>
                    <a:pt x="1057" y="488"/>
                    <a:pt x="1055" y="489"/>
                  </a:cubicBezTo>
                  <a:cubicBezTo>
                    <a:pt x="1053" y="490"/>
                    <a:pt x="1050" y="489"/>
                    <a:pt x="1049" y="491"/>
                  </a:cubicBezTo>
                  <a:cubicBezTo>
                    <a:pt x="1048" y="493"/>
                    <a:pt x="1047" y="494"/>
                    <a:pt x="1048" y="496"/>
                  </a:cubicBezTo>
                  <a:cubicBezTo>
                    <a:pt x="1048" y="498"/>
                    <a:pt x="1048" y="498"/>
                    <a:pt x="1050" y="500"/>
                  </a:cubicBezTo>
                  <a:cubicBezTo>
                    <a:pt x="1051" y="501"/>
                    <a:pt x="1052" y="502"/>
                    <a:pt x="1052" y="503"/>
                  </a:cubicBezTo>
                  <a:cubicBezTo>
                    <a:pt x="1052" y="505"/>
                    <a:pt x="1050" y="505"/>
                    <a:pt x="1050" y="507"/>
                  </a:cubicBezTo>
                  <a:cubicBezTo>
                    <a:pt x="1049" y="508"/>
                    <a:pt x="1049" y="509"/>
                    <a:pt x="1049" y="511"/>
                  </a:cubicBezTo>
                  <a:cubicBezTo>
                    <a:pt x="1050" y="513"/>
                    <a:pt x="1049" y="513"/>
                    <a:pt x="1051" y="515"/>
                  </a:cubicBezTo>
                  <a:cubicBezTo>
                    <a:pt x="1053" y="517"/>
                    <a:pt x="1060" y="519"/>
                    <a:pt x="1064" y="519"/>
                  </a:cubicBezTo>
                  <a:cubicBezTo>
                    <a:pt x="1069" y="519"/>
                    <a:pt x="1068" y="518"/>
                    <a:pt x="1073" y="520"/>
                  </a:cubicBezTo>
                  <a:cubicBezTo>
                    <a:pt x="1078" y="521"/>
                    <a:pt x="1079" y="521"/>
                    <a:pt x="1083" y="521"/>
                  </a:cubicBezTo>
                  <a:cubicBezTo>
                    <a:pt x="1086" y="522"/>
                    <a:pt x="1087" y="523"/>
                    <a:pt x="1090" y="522"/>
                  </a:cubicBezTo>
                  <a:cubicBezTo>
                    <a:pt x="1092" y="521"/>
                    <a:pt x="1092" y="519"/>
                    <a:pt x="1095" y="521"/>
                  </a:cubicBezTo>
                  <a:cubicBezTo>
                    <a:pt x="1097" y="523"/>
                    <a:pt x="1095" y="523"/>
                    <a:pt x="1099" y="525"/>
                  </a:cubicBezTo>
                  <a:cubicBezTo>
                    <a:pt x="1102" y="527"/>
                    <a:pt x="1102" y="527"/>
                    <a:pt x="1105" y="528"/>
                  </a:cubicBezTo>
                  <a:cubicBezTo>
                    <a:pt x="1108" y="528"/>
                    <a:pt x="1109" y="528"/>
                    <a:pt x="1109" y="530"/>
                  </a:cubicBezTo>
                  <a:cubicBezTo>
                    <a:pt x="1109" y="531"/>
                    <a:pt x="1108" y="532"/>
                    <a:pt x="1104" y="532"/>
                  </a:cubicBezTo>
                  <a:cubicBezTo>
                    <a:pt x="1099" y="532"/>
                    <a:pt x="1096" y="531"/>
                    <a:pt x="1094" y="532"/>
                  </a:cubicBezTo>
                  <a:cubicBezTo>
                    <a:pt x="1091" y="533"/>
                    <a:pt x="1087" y="533"/>
                    <a:pt x="1085" y="532"/>
                  </a:cubicBezTo>
                  <a:cubicBezTo>
                    <a:pt x="1083" y="531"/>
                    <a:pt x="1084" y="529"/>
                    <a:pt x="1079" y="529"/>
                  </a:cubicBezTo>
                  <a:cubicBezTo>
                    <a:pt x="1074" y="529"/>
                    <a:pt x="1071" y="530"/>
                    <a:pt x="1068" y="529"/>
                  </a:cubicBezTo>
                  <a:cubicBezTo>
                    <a:pt x="1065" y="529"/>
                    <a:pt x="1061" y="526"/>
                    <a:pt x="1060" y="527"/>
                  </a:cubicBezTo>
                  <a:cubicBezTo>
                    <a:pt x="1059" y="529"/>
                    <a:pt x="1060" y="530"/>
                    <a:pt x="1062" y="532"/>
                  </a:cubicBezTo>
                  <a:cubicBezTo>
                    <a:pt x="1063" y="533"/>
                    <a:pt x="1063" y="535"/>
                    <a:pt x="1064" y="537"/>
                  </a:cubicBezTo>
                  <a:cubicBezTo>
                    <a:pt x="1064" y="540"/>
                    <a:pt x="1064" y="541"/>
                    <a:pt x="1068" y="543"/>
                  </a:cubicBezTo>
                  <a:cubicBezTo>
                    <a:pt x="1072" y="544"/>
                    <a:pt x="1073" y="544"/>
                    <a:pt x="1075" y="546"/>
                  </a:cubicBezTo>
                  <a:cubicBezTo>
                    <a:pt x="1077" y="549"/>
                    <a:pt x="1081" y="551"/>
                    <a:pt x="1083" y="552"/>
                  </a:cubicBezTo>
                  <a:cubicBezTo>
                    <a:pt x="1085" y="553"/>
                    <a:pt x="1086" y="553"/>
                    <a:pt x="1087" y="554"/>
                  </a:cubicBezTo>
                  <a:cubicBezTo>
                    <a:pt x="1088" y="555"/>
                    <a:pt x="1089" y="556"/>
                    <a:pt x="1091" y="557"/>
                  </a:cubicBezTo>
                  <a:cubicBezTo>
                    <a:pt x="1093" y="559"/>
                    <a:pt x="1094" y="559"/>
                    <a:pt x="1095" y="558"/>
                  </a:cubicBezTo>
                  <a:cubicBezTo>
                    <a:pt x="1097" y="556"/>
                    <a:pt x="1097" y="556"/>
                    <a:pt x="1100" y="556"/>
                  </a:cubicBezTo>
                  <a:cubicBezTo>
                    <a:pt x="1104" y="556"/>
                    <a:pt x="1105" y="557"/>
                    <a:pt x="1108" y="557"/>
                  </a:cubicBezTo>
                  <a:cubicBezTo>
                    <a:pt x="1110" y="556"/>
                    <a:pt x="1110" y="556"/>
                    <a:pt x="1109" y="554"/>
                  </a:cubicBezTo>
                  <a:cubicBezTo>
                    <a:pt x="1108" y="553"/>
                    <a:pt x="1107" y="551"/>
                    <a:pt x="1109" y="551"/>
                  </a:cubicBezTo>
                  <a:cubicBezTo>
                    <a:pt x="1110" y="550"/>
                    <a:pt x="1110" y="548"/>
                    <a:pt x="1113" y="551"/>
                  </a:cubicBezTo>
                  <a:cubicBezTo>
                    <a:pt x="1115" y="553"/>
                    <a:pt x="1116" y="554"/>
                    <a:pt x="1117" y="554"/>
                  </a:cubicBezTo>
                  <a:cubicBezTo>
                    <a:pt x="1118" y="554"/>
                    <a:pt x="1119" y="552"/>
                    <a:pt x="1120" y="552"/>
                  </a:cubicBezTo>
                  <a:cubicBezTo>
                    <a:pt x="1121" y="552"/>
                    <a:pt x="1122" y="553"/>
                    <a:pt x="1121" y="553"/>
                  </a:cubicBezTo>
                  <a:cubicBezTo>
                    <a:pt x="1121" y="554"/>
                    <a:pt x="1119" y="555"/>
                    <a:pt x="1120" y="556"/>
                  </a:cubicBezTo>
                  <a:cubicBezTo>
                    <a:pt x="1121" y="558"/>
                    <a:pt x="1120" y="558"/>
                    <a:pt x="1123" y="560"/>
                  </a:cubicBezTo>
                  <a:cubicBezTo>
                    <a:pt x="1126" y="562"/>
                    <a:pt x="1128" y="561"/>
                    <a:pt x="1130" y="563"/>
                  </a:cubicBezTo>
                  <a:cubicBezTo>
                    <a:pt x="1131" y="565"/>
                    <a:pt x="1131" y="565"/>
                    <a:pt x="1133" y="566"/>
                  </a:cubicBezTo>
                  <a:cubicBezTo>
                    <a:pt x="1135" y="567"/>
                    <a:pt x="1136" y="567"/>
                    <a:pt x="1137" y="565"/>
                  </a:cubicBezTo>
                  <a:cubicBezTo>
                    <a:pt x="1138" y="564"/>
                    <a:pt x="1139" y="563"/>
                    <a:pt x="1142" y="564"/>
                  </a:cubicBezTo>
                  <a:cubicBezTo>
                    <a:pt x="1145" y="565"/>
                    <a:pt x="1145" y="567"/>
                    <a:pt x="1148" y="566"/>
                  </a:cubicBezTo>
                  <a:cubicBezTo>
                    <a:pt x="1152" y="565"/>
                    <a:pt x="1153" y="565"/>
                    <a:pt x="1155" y="565"/>
                  </a:cubicBezTo>
                  <a:cubicBezTo>
                    <a:pt x="1156" y="565"/>
                    <a:pt x="1156" y="564"/>
                    <a:pt x="1159" y="566"/>
                  </a:cubicBezTo>
                  <a:cubicBezTo>
                    <a:pt x="1162" y="569"/>
                    <a:pt x="1163" y="569"/>
                    <a:pt x="1166" y="569"/>
                  </a:cubicBezTo>
                  <a:cubicBezTo>
                    <a:pt x="1168" y="569"/>
                    <a:pt x="1172" y="571"/>
                    <a:pt x="1177" y="570"/>
                  </a:cubicBezTo>
                  <a:cubicBezTo>
                    <a:pt x="1182" y="569"/>
                    <a:pt x="1184" y="569"/>
                    <a:pt x="1186" y="569"/>
                  </a:cubicBezTo>
                  <a:cubicBezTo>
                    <a:pt x="1188" y="569"/>
                    <a:pt x="1188" y="568"/>
                    <a:pt x="1191" y="568"/>
                  </a:cubicBezTo>
                  <a:cubicBezTo>
                    <a:pt x="1194" y="568"/>
                    <a:pt x="1196" y="568"/>
                    <a:pt x="1199" y="569"/>
                  </a:cubicBezTo>
                  <a:cubicBezTo>
                    <a:pt x="1201" y="571"/>
                    <a:pt x="1203" y="571"/>
                    <a:pt x="1205" y="573"/>
                  </a:cubicBezTo>
                  <a:cubicBezTo>
                    <a:pt x="1207" y="575"/>
                    <a:pt x="1210" y="575"/>
                    <a:pt x="1211" y="575"/>
                  </a:cubicBezTo>
                  <a:cubicBezTo>
                    <a:pt x="1212" y="575"/>
                    <a:pt x="1212" y="574"/>
                    <a:pt x="1213" y="573"/>
                  </a:cubicBezTo>
                  <a:cubicBezTo>
                    <a:pt x="1214" y="572"/>
                    <a:pt x="1216" y="573"/>
                    <a:pt x="1218" y="572"/>
                  </a:cubicBezTo>
                  <a:cubicBezTo>
                    <a:pt x="1220" y="572"/>
                    <a:pt x="1220" y="570"/>
                    <a:pt x="1218" y="569"/>
                  </a:cubicBezTo>
                  <a:cubicBezTo>
                    <a:pt x="1215" y="569"/>
                    <a:pt x="1213" y="568"/>
                    <a:pt x="1211" y="566"/>
                  </a:cubicBezTo>
                  <a:cubicBezTo>
                    <a:pt x="1208" y="564"/>
                    <a:pt x="1208" y="564"/>
                    <a:pt x="1204" y="563"/>
                  </a:cubicBezTo>
                  <a:cubicBezTo>
                    <a:pt x="1200" y="562"/>
                    <a:pt x="1199" y="561"/>
                    <a:pt x="1197" y="560"/>
                  </a:cubicBezTo>
                  <a:cubicBezTo>
                    <a:pt x="1195" y="559"/>
                    <a:pt x="1192" y="558"/>
                    <a:pt x="1193" y="557"/>
                  </a:cubicBezTo>
                  <a:cubicBezTo>
                    <a:pt x="1194" y="556"/>
                    <a:pt x="1197" y="556"/>
                    <a:pt x="1199" y="558"/>
                  </a:cubicBezTo>
                  <a:cubicBezTo>
                    <a:pt x="1201" y="560"/>
                    <a:pt x="1202" y="560"/>
                    <a:pt x="1205" y="561"/>
                  </a:cubicBezTo>
                  <a:cubicBezTo>
                    <a:pt x="1208" y="562"/>
                    <a:pt x="1209" y="561"/>
                    <a:pt x="1211" y="563"/>
                  </a:cubicBezTo>
                  <a:cubicBezTo>
                    <a:pt x="1213" y="565"/>
                    <a:pt x="1212" y="565"/>
                    <a:pt x="1216" y="566"/>
                  </a:cubicBezTo>
                  <a:cubicBezTo>
                    <a:pt x="1220" y="567"/>
                    <a:pt x="1223" y="568"/>
                    <a:pt x="1224" y="570"/>
                  </a:cubicBezTo>
                  <a:cubicBezTo>
                    <a:pt x="1226" y="571"/>
                    <a:pt x="1225" y="571"/>
                    <a:pt x="1228" y="573"/>
                  </a:cubicBezTo>
                  <a:cubicBezTo>
                    <a:pt x="1230" y="575"/>
                    <a:pt x="1233" y="577"/>
                    <a:pt x="1235" y="577"/>
                  </a:cubicBezTo>
                  <a:cubicBezTo>
                    <a:pt x="1236" y="578"/>
                    <a:pt x="1238" y="579"/>
                    <a:pt x="1239" y="577"/>
                  </a:cubicBezTo>
                  <a:cubicBezTo>
                    <a:pt x="1239" y="575"/>
                    <a:pt x="1237" y="574"/>
                    <a:pt x="1234" y="572"/>
                  </a:cubicBezTo>
                  <a:cubicBezTo>
                    <a:pt x="1232" y="570"/>
                    <a:pt x="1233" y="569"/>
                    <a:pt x="1230" y="568"/>
                  </a:cubicBezTo>
                  <a:cubicBezTo>
                    <a:pt x="1226" y="568"/>
                    <a:pt x="1226" y="568"/>
                    <a:pt x="1224" y="567"/>
                  </a:cubicBezTo>
                  <a:cubicBezTo>
                    <a:pt x="1223" y="566"/>
                    <a:pt x="1218" y="563"/>
                    <a:pt x="1222" y="563"/>
                  </a:cubicBezTo>
                  <a:cubicBezTo>
                    <a:pt x="1226" y="563"/>
                    <a:pt x="1227" y="564"/>
                    <a:pt x="1230" y="565"/>
                  </a:cubicBezTo>
                  <a:cubicBezTo>
                    <a:pt x="1233" y="566"/>
                    <a:pt x="1239" y="567"/>
                    <a:pt x="1245" y="567"/>
                  </a:cubicBezTo>
                  <a:cubicBezTo>
                    <a:pt x="1251" y="567"/>
                    <a:pt x="1250" y="566"/>
                    <a:pt x="1254" y="568"/>
                  </a:cubicBezTo>
                  <a:cubicBezTo>
                    <a:pt x="1257" y="569"/>
                    <a:pt x="1257" y="570"/>
                    <a:pt x="1260" y="571"/>
                  </a:cubicBezTo>
                  <a:cubicBezTo>
                    <a:pt x="1262" y="573"/>
                    <a:pt x="1264" y="574"/>
                    <a:pt x="1266" y="573"/>
                  </a:cubicBezTo>
                  <a:cubicBezTo>
                    <a:pt x="1269" y="573"/>
                    <a:pt x="1271" y="572"/>
                    <a:pt x="1274" y="573"/>
                  </a:cubicBezTo>
                  <a:cubicBezTo>
                    <a:pt x="1276" y="573"/>
                    <a:pt x="1279" y="573"/>
                    <a:pt x="1280" y="572"/>
                  </a:cubicBezTo>
                  <a:cubicBezTo>
                    <a:pt x="1282" y="570"/>
                    <a:pt x="1282" y="570"/>
                    <a:pt x="1282" y="568"/>
                  </a:cubicBezTo>
                  <a:cubicBezTo>
                    <a:pt x="1282" y="566"/>
                    <a:pt x="1281" y="565"/>
                    <a:pt x="1280" y="563"/>
                  </a:cubicBezTo>
                  <a:cubicBezTo>
                    <a:pt x="1279" y="562"/>
                    <a:pt x="1279" y="560"/>
                    <a:pt x="1278" y="559"/>
                  </a:cubicBezTo>
                  <a:cubicBezTo>
                    <a:pt x="1277" y="557"/>
                    <a:pt x="1275" y="556"/>
                    <a:pt x="1272" y="556"/>
                  </a:cubicBezTo>
                  <a:cubicBezTo>
                    <a:pt x="1270" y="556"/>
                    <a:pt x="1267" y="556"/>
                    <a:pt x="1266" y="555"/>
                  </a:cubicBezTo>
                  <a:cubicBezTo>
                    <a:pt x="1265" y="553"/>
                    <a:pt x="1264" y="552"/>
                    <a:pt x="1266" y="552"/>
                  </a:cubicBezTo>
                  <a:cubicBezTo>
                    <a:pt x="1267" y="551"/>
                    <a:pt x="1269" y="551"/>
                    <a:pt x="1271" y="552"/>
                  </a:cubicBezTo>
                  <a:cubicBezTo>
                    <a:pt x="1273" y="553"/>
                    <a:pt x="1274" y="552"/>
                    <a:pt x="1275" y="551"/>
                  </a:cubicBezTo>
                  <a:cubicBezTo>
                    <a:pt x="1275" y="550"/>
                    <a:pt x="1275" y="549"/>
                    <a:pt x="1274" y="548"/>
                  </a:cubicBezTo>
                  <a:cubicBezTo>
                    <a:pt x="1274" y="547"/>
                    <a:pt x="1272" y="546"/>
                    <a:pt x="1272" y="545"/>
                  </a:cubicBezTo>
                  <a:cubicBezTo>
                    <a:pt x="1273" y="544"/>
                    <a:pt x="1274" y="543"/>
                    <a:pt x="1275" y="543"/>
                  </a:cubicBezTo>
                  <a:cubicBezTo>
                    <a:pt x="1277" y="543"/>
                    <a:pt x="1278" y="544"/>
                    <a:pt x="1279" y="545"/>
                  </a:cubicBezTo>
                  <a:cubicBezTo>
                    <a:pt x="1281" y="547"/>
                    <a:pt x="1280" y="547"/>
                    <a:pt x="1279" y="548"/>
                  </a:cubicBezTo>
                  <a:cubicBezTo>
                    <a:pt x="1278" y="549"/>
                    <a:pt x="1277" y="549"/>
                    <a:pt x="1278" y="550"/>
                  </a:cubicBezTo>
                  <a:cubicBezTo>
                    <a:pt x="1279" y="552"/>
                    <a:pt x="1279" y="552"/>
                    <a:pt x="1281" y="552"/>
                  </a:cubicBezTo>
                  <a:cubicBezTo>
                    <a:pt x="1283" y="552"/>
                    <a:pt x="1284" y="553"/>
                    <a:pt x="1285" y="554"/>
                  </a:cubicBezTo>
                  <a:cubicBezTo>
                    <a:pt x="1286" y="556"/>
                    <a:pt x="1289" y="555"/>
                    <a:pt x="1289" y="556"/>
                  </a:cubicBezTo>
                  <a:cubicBezTo>
                    <a:pt x="1289" y="558"/>
                    <a:pt x="1288" y="558"/>
                    <a:pt x="1289" y="559"/>
                  </a:cubicBezTo>
                  <a:cubicBezTo>
                    <a:pt x="1290" y="559"/>
                    <a:pt x="1291" y="559"/>
                    <a:pt x="1293" y="559"/>
                  </a:cubicBezTo>
                  <a:cubicBezTo>
                    <a:pt x="1295" y="559"/>
                    <a:pt x="1297" y="557"/>
                    <a:pt x="1299" y="558"/>
                  </a:cubicBezTo>
                  <a:cubicBezTo>
                    <a:pt x="1301" y="559"/>
                    <a:pt x="1302" y="559"/>
                    <a:pt x="1303" y="561"/>
                  </a:cubicBezTo>
                  <a:cubicBezTo>
                    <a:pt x="1304" y="564"/>
                    <a:pt x="1304" y="565"/>
                    <a:pt x="1304" y="568"/>
                  </a:cubicBezTo>
                  <a:cubicBezTo>
                    <a:pt x="1304" y="570"/>
                    <a:pt x="1303" y="575"/>
                    <a:pt x="1305" y="575"/>
                  </a:cubicBezTo>
                  <a:cubicBezTo>
                    <a:pt x="1306" y="575"/>
                    <a:pt x="1309" y="574"/>
                    <a:pt x="1310" y="573"/>
                  </a:cubicBezTo>
                  <a:cubicBezTo>
                    <a:pt x="1310" y="572"/>
                    <a:pt x="1312" y="571"/>
                    <a:pt x="1313" y="570"/>
                  </a:cubicBezTo>
                  <a:cubicBezTo>
                    <a:pt x="1315" y="570"/>
                    <a:pt x="1317" y="569"/>
                    <a:pt x="1317" y="570"/>
                  </a:cubicBezTo>
                  <a:cubicBezTo>
                    <a:pt x="1317" y="571"/>
                    <a:pt x="1315" y="571"/>
                    <a:pt x="1316" y="572"/>
                  </a:cubicBezTo>
                  <a:cubicBezTo>
                    <a:pt x="1317" y="573"/>
                    <a:pt x="1320" y="573"/>
                    <a:pt x="1321" y="574"/>
                  </a:cubicBezTo>
                  <a:cubicBezTo>
                    <a:pt x="1322" y="574"/>
                    <a:pt x="1323" y="575"/>
                    <a:pt x="1322" y="576"/>
                  </a:cubicBezTo>
                  <a:cubicBezTo>
                    <a:pt x="1321" y="577"/>
                    <a:pt x="1319" y="577"/>
                    <a:pt x="1317" y="578"/>
                  </a:cubicBezTo>
                  <a:cubicBezTo>
                    <a:pt x="1316" y="580"/>
                    <a:pt x="1313" y="580"/>
                    <a:pt x="1316" y="581"/>
                  </a:cubicBezTo>
                  <a:cubicBezTo>
                    <a:pt x="1319" y="582"/>
                    <a:pt x="1319" y="580"/>
                    <a:pt x="1320" y="581"/>
                  </a:cubicBezTo>
                  <a:cubicBezTo>
                    <a:pt x="1322" y="582"/>
                    <a:pt x="1322" y="585"/>
                    <a:pt x="1324" y="583"/>
                  </a:cubicBezTo>
                  <a:cubicBezTo>
                    <a:pt x="1325" y="581"/>
                    <a:pt x="1324" y="579"/>
                    <a:pt x="1326" y="579"/>
                  </a:cubicBezTo>
                  <a:cubicBezTo>
                    <a:pt x="1329" y="579"/>
                    <a:pt x="1331" y="578"/>
                    <a:pt x="1331" y="580"/>
                  </a:cubicBezTo>
                  <a:cubicBezTo>
                    <a:pt x="1332" y="581"/>
                    <a:pt x="1331" y="581"/>
                    <a:pt x="1329" y="582"/>
                  </a:cubicBezTo>
                  <a:cubicBezTo>
                    <a:pt x="1327" y="582"/>
                    <a:pt x="1325" y="583"/>
                    <a:pt x="1326" y="585"/>
                  </a:cubicBezTo>
                  <a:cubicBezTo>
                    <a:pt x="1328" y="587"/>
                    <a:pt x="1329" y="587"/>
                    <a:pt x="1330" y="588"/>
                  </a:cubicBezTo>
                  <a:cubicBezTo>
                    <a:pt x="1331" y="590"/>
                    <a:pt x="1330" y="589"/>
                    <a:pt x="1333" y="590"/>
                  </a:cubicBezTo>
                  <a:cubicBezTo>
                    <a:pt x="1336" y="590"/>
                    <a:pt x="1338" y="589"/>
                    <a:pt x="1339" y="590"/>
                  </a:cubicBezTo>
                  <a:cubicBezTo>
                    <a:pt x="1340" y="592"/>
                    <a:pt x="1341" y="594"/>
                    <a:pt x="1342" y="594"/>
                  </a:cubicBezTo>
                  <a:cubicBezTo>
                    <a:pt x="1344" y="595"/>
                    <a:pt x="1345" y="595"/>
                    <a:pt x="1345" y="596"/>
                  </a:cubicBezTo>
                  <a:cubicBezTo>
                    <a:pt x="1345" y="597"/>
                    <a:pt x="1344" y="599"/>
                    <a:pt x="1342" y="600"/>
                  </a:cubicBezTo>
                  <a:cubicBezTo>
                    <a:pt x="1340" y="601"/>
                    <a:pt x="1340" y="604"/>
                    <a:pt x="1338" y="604"/>
                  </a:cubicBezTo>
                  <a:cubicBezTo>
                    <a:pt x="1336" y="604"/>
                    <a:pt x="1335" y="602"/>
                    <a:pt x="1332" y="602"/>
                  </a:cubicBezTo>
                  <a:cubicBezTo>
                    <a:pt x="1330" y="602"/>
                    <a:pt x="1328" y="602"/>
                    <a:pt x="1327" y="603"/>
                  </a:cubicBezTo>
                  <a:cubicBezTo>
                    <a:pt x="1326" y="603"/>
                    <a:pt x="1325" y="604"/>
                    <a:pt x="1326" y="606"/>
                  </a:cubicBezTo>
                  <a:cubicBezTo>
                    <a:pt x="1327" y="609"/>
                    <a:pt x="1327" y="610"/>
                    <a:pt x="1326" y="611"/>
                  </a:cubicBezTo>
                  <a:cubicBezTo>
                    <a:pt x="1326" y="612"/>
                    <a:pt x="1324" y="613"/>
                    <a:pt x="1325" y="614"/>
                  </a:cubicBezTo>
                  <a:cubicBezTo>
                    <a:pt x="1327" y="615"/>
                    <a:pt x="1328" y="616"/>
                    <a:pt x="1330" y="615"/>
                  </a:cubicBezTo>
                  <a:cubicBezTo>
                    <a:pt x="1333" y="614"/>
                    <a:pt x="1336" y="612"/>
                    <a:pt x="1337" y="611"/>
                  </a:cubicBezTo>
                  <a:cubicBezTo>
                    <a:pt x="1339" y="610"/>
                    <a:pt x="1343" y="610"/>
                    <a:pt x="1345" y="609"/>
                  </a:cubicBezTo>
                  <a:cubicBezTo>
                    <a:pt x="1347" y="608"/>
                    <a:pt x="1347" y="606"/>
                    <a:pt x="1348" y="605"/>
                  </a:cubicBezTo>
                  <a:cubicBezTo>
                    <a:pt x="1348" y="604"/>
                    <a:pt x="1350" y="603"/>
                    <a:pt x="1352" y="605"/>
                  </a:cubicBezTo>
                  <a:cubicBezTo>
                    <a:pt x="1354" y="607"/>
                    <a:pt x="1356" y="608"/>
                    <a:pt x="1357" y="606"/>
                  </a:cubicBezTo>
                  <a:cubicBezTo>
                    <a:pt x="1358" y="604"/>
                    <a:pt x="1359" y="602"/>
                    <a:pt x="1361" y="602"/>
                  </a:cubicBezTo>
                  <a:cubicBezTo>
                    <a:pt x="1363" y="602"/>
                    <a:pt x="1364" y="602"/>
                    <a:pt x="1364" y="603"/>
                  </a:cubicBezTo>
                  <a:cubicBezTo>
                    <a:pt x="1363" y="604"/>
                    <a:pt x="1361" y="605"/>
                    <a:pt x="1362" y="606"/>
                  </a:cubicBezTo>
                  <a:cubicBezTo>
                    <a:pt x="1363" y="608"/>
                    <a:pt x="1364" y="607"/>
                    <a:pt x="1364" y="608"/>
                  </a:cubicBezTo>
                  <a:cubicBezTo>
                    <a:pt x="1365" y="609"/>
                    <a:pt x="1362" y="609"/>
                    <a:pt x="1362" y="611"/>
                  </a:cubicBezTo>
                  <a:cubicBezTo>
                    <a:pt x="1362" y="612"/>
                    <a:pt x="1362" y="612"/>
                    <a:pt x="1364" y="613"/>
                  </a:cubicBezTo>
                  <a:cubicBezTo>
                    <a:pt x="1366" y="613"/>
                    <a:pt x="1368" y="612"/>
                    <a:pt x="1368" y="614"/>
                  </a:cubicBezTo>
                  <a:cubicBezTo>
                    <a:pt x="1369" y="617"/>
                    <a:pt x="1368" y="618"/>
                    <a:pt x="1371" y="619"/>
                  </a:cubicBezTo>
                  <a:cubicBezTo>
                    <a:pt x="1373" y="620"/>
                    <a:pt x="1374" y="621"/>
                    <a:pt x="1376" y="621"/>
                  </a:cubicBezTo>
                  <a:cubicBezTo>
                    <a:pt x="1378" y="621"/>
                    <a:pt x="1381" y="622"/>
                    <a:pt x="1381" y="621"/>
                  </a:cubicBezTo>
                  <a:cubicBezTo>
                    <a:pt x="1381" y="620"/>
                    <a:pt x="1382" y="619"/>
                    <a:pt x="1379" y="618"/>
                  </a:cubicBezTo>
                  <a:cubicBezTo>
                    <a:pt x="1377" y="617"/>
                    <a:pt x="1375" y="615"/>
                    <a:pt x="1377" y="615"/>
                  </a:cubicBezTo>
                  <a:cubicBezTo>
                    <a:pt x="1378" y="615"/>
                    <a:pt x="1380" y="615"/>
                    <a:pt x="1381" y="616"/>
                  </a:cubicBezTo>
                  <a:cubicBezTo>
                    <a:pt x="1383" y="618"/>
                    <a:pt x="1383" y="617"/>
                    <a:pt x="1383" y="620"/>
                  </a:cubicBezTo>
                  <a:cubicBezTo>
                    <a:pt x="1383" y="622"/>
                    <a:pt x="1381" y="621"/>
                    <a:pt x="1382" y="624"/>
                  </a:cubicBezTo>
                  <a:cubicBezTo>
                    <a:pt x="1383" y="627"/>
                    <a:pt x="1384" y="627"/>
                    <a:pt x="1385" y="629"/>
                  </a:cubicBezTo>
                  <a:cubicBezTo>
                    <a:pt x="1386" y="630"/>
                    <a:pt x="1387" y="631"/>
                    <a:pt x="1389" y="629"/>
                  </a:cubicBezTo>
                  <a:cubicBezTo>
                    <a:pt x="1392" y="628"/>
                    <a:pt x="1391" y="626"/>
                    <a:pt x="1393" y="626"/>
                  </a:cubicBezTo>
                  <a:cubicBezTo>
                    <a:pt x="1394" y="626"/>
                    <a:pt x="1395" y="626"/>
                    <a:pt x="1395" y="629"/>
                  </a:cubicBezTo>
                  <a:cubicBezTo>
                    <a:pt x="1395" y="631"/>
                    <a:pt x="1395" y="631"/>
                    <a:pt x="1397" y="631"/>
                  </a:cubicBezTo>
                  <a:cubicBezTo>
                    <a:pt x="1398" y="631"/>
                    <a:pt x="1399" y="631"/>
                    <a:pt x="1400" y="632"/>
                  </a:cubicBezTo>
                  <a:cubicBezTo>
                    <a:pt x="1400" y="634"/>
                    <a:pt x="1399" y="635"/>
                    <a:pt x="1399" y="637"/>
                  </a:cubicBezTo>
                  <a:cubicBezTo>
                    <a:pt x="1400" y="638"/>
                    <a:pt x="1401" y="639"/>
                    <a:pt x="1402" y="641"/>
                  </a:cubicBezTo>
                  <a:cubicBezTo>
                    <a:pt x="1402" y="643"/>
                    <a:pt x="1403" y="644"/>
                    <a:pt x="1404" y="644"/>
                  </a:cubicBezTo>
                  <a:cubicBezTo>
                    <a:pt x="1406" y="645"/>
                    <a:pt x="1407" y="645"/>
                    <a:pt x="1407" y="647"/>
                  </a:cubicBezTo>
                  <a:cubicBezTo>
                    <a:pt x="1408" y="648"/>
                    <a:pt x="1407" y="650"/>
                    <a:pt x="1408" y="651"/>
                  </a:cubicBezTo>
                  <a:cubicBezTo>
                    <a:pt x="1409" y="653"/>
                    <a:pt x="1409" y="651"/>
                    <a:pt x="1410" y="654"/>
                  </a:cubicBezTo>
                  <a:cubicBezTo>
                    <a:pt x="1411" y="657"/>
                    <a:pt x="1411" y="658"/>
                    <a:pt x="1411" y="660"/>
                  </a:cubicBezTo>
                  <a:cubicBezTo>
                    <a:pt x="1412" y="661"/>
                    <a:pt x="1413" y="662"/>
                    <a:pt x="1414" y="664"/>
                  </a:cubicBezTo>
                  <a:cubicBezTo>
                    <a:pt x="1415" y="665"/>
                    <a:pt x="1416" y="664"/>
                    <a:pt x="1416" y="666"/>
                  </a:cubicBezTo>
                  <a:cubicBezTo>
                    <a:pt x="1416" y="667"/>
                    <a:pt x="1417" y="668"/>
                    <a:pt x="1415" y="670"/>
                  </a:cubicBezTo>
                  <a:cubicBezTo>
                    <a:pt x="1412" y="671"/>
                    <a:pt x="1410" y="671"/>
                    <a:pt x="1410" y="673"/>
                  </a:cubicBezTo>
                  <a:cubicBezTo>
                    <a:pt x="1409" y="675"/>
                    <a:pt x="1407" y="675"/>
                    <a:pt x="1406" y="677"/>
                  </a:cubicBezTo>
                  <a:close/>
                  <a:moveTo>
                    <a:pt x="1578" y="1196"/>
                  </a:moveTo>
                  <a:cubicBezTo>
                    <a:pt x="1578" y="1198"/>
                    <a:pt x="1581" y="1199"/>
                    <a:pt x="1583" y="1200"/>
                  </a:cubicBezTo>
                  <a:cubicBezTo>
                    <a:pt x="1586" y="1200"/>
                    <a:pt x="1589" y="1200"/>
                    <a:pt x="1591" y="1203"/>
                  </a:cubicBezTo>
                  <a:cubicBezTo>
                    <a:pt x="1593" y="1206"/>
                    <a:pt x="1592" y="1208"/>
                    <a:pt x="1597" y="1209"/>
                  </a:cubicBezTo>
                  <a:cubicBezTo>
                    <a:pt x="1601" y="1211"/>
                    <a:pt x="1602" y="1210"/>
                    <a:pt x="1605" y="1211"/>
                  </a:cubicBezTo>
                  <a:cubicBezTo>
                    <a:pt x="1608" y="1212"/>
                    <a:pt x="1610" y="1212"/>
                    <a:pt x="1613" y="1214"/>
                  </a:cubicBezTo>
                  <a:cubicBezTo>
                    <a:pt x="1615" y="1216"/>
                    <a:pt x="1617" y="1217"/>
                    <a:pt x="1621" y="1216"/>
                  </a:cubicBezTo>
                  <a:cubicBezTo>
                    <a:pt x="1626" y="1216"/>
                    <a:pt x="1629" y="1217"/>
                    <a:pt x="1631" y="1216"/>
                  </a:cubicBezTo>
                  <a:cubicBezTo>
                    <a:pt x="1633" y="1214"/>
                    <a:pt x="1635" y="1214"/>
                    <a:pt x="1633" y="1212"/>
                  </a:cubicBezTo>
                  <a:cubicBezTo>
                    <a:pt x="1630" y="1210"/>
                    <a:pt x="1630" y="1208"/>
                    <a:pt x="1626" y="1208"/>
                  </a:cubicBezTo>
                  <a:cubicBezTo>
                    <a:pt x="1623" y="1208"/>
                    <a:pt x="1623" y="1209"/>
                    <a:pt x="1620" y="1206"/>
                  </a:cubicBezTo>
                  <a:cubicBezTo>
                    <a:pt x="1618" y="1203"/>
                    <a:pt x="1619" y="1202"/>
                    <a:pt x="1614" y="1201"/>
                  </a:cubicBezTo>
                  <a:cubicBezTo>
                    <a:pt x="1609" y="1200"/>
                    <a:pt x="1608" y="1200"/>
                    <a:pt x="1605" y="1198"/>
                  </a:cubicBezTo>
                  <a:cubicBezTo>
                    <a:pt x="1602" y="1196"/>
                    <a:pt x="1602" y="1195"/>
                    <a:pt x="1596" y="1195"/>
                  </a:cubicBezTo>
                  <a:cubicBezTo>
                    <a:pt x="1591" y="1195"/>
                    <a:pt x="1591" y="1197"/>
                    <a:pt x="1585" y="1196"/>
                  </a:cubicBezTo>
                  <a:cubicBezTo>
                    <a:pt x="1580" y="1195"/>
                    <a:pt x="1578" y="1194"/>
                    <a:pt x="1578" y="1196"/>
                  </a:cubicBezTo>
                  <a:close/>
                  <a:moveTo>
                    <a:pt x="1759" y="1170"/>
                  </a:moveTo>
                  <a:cubicBezTo>
                    <a:pt x="1758" y="1171"/>
                    <a:pt x="1756" y="1171"/>
                    <a:pt x="1757" y="1172"/>
                  </a:cubicBezTo>
                  <a:cubicBezTo>
                    <a:pt x="1758" y="1173"/>
                    <a:pt x="1759" y="1173"/>
                    <a:pt x="1760" y="1172"/>
                  </a:cubicBezTo>
                  <a:cubicBezTo>
                    <a:pt x="1761" y="1172"/>
                    <a:pt x="1763" y="1172"/>
                    <a:pt x="1763" y="1171"/>
                  </a:cubicBezTo>
                  <a:cubicBezTo>
                    <a:pt x="1763" y="1170"/>
                    <a:pt x="1762" y="1168"/>
                    <a:pt x="1759" y="1170"/>
                  </a:cubicBezTo>
                  <a:close/>
                  <a:moveTo>
                    <a:pt x="1777" y="1201"/>
                  </a:moveTo>
                  <a:cubicBezTo>
                    <a:pt x="1776" y="1202"/>
                    <a:pt x="1774" y="1201"/>
                    <a:pt x="1774" y="1202"/>
                  </a:cubicBezTo>
                  <a:cubicBezTo>
                    <a:pt x="1774" y="1203"/>
                    <a:pt x="1774" y="1204"/>
                    <a:pt x="1776" y="1203"/>
                  </a:cubicBezTo>
                  <a:cubicBezTo>
                    <a:pt x="1778" y="1202"/>
                    <a:pt x="1781" y="1203"/>
                    <a:pt x="1781" y="1202"/>
                  </a:cubicBezTo>
                  <a:cubicBezTo>
                    <a:pt x="1781" y="1200"/>
                    <a:pt x="1779" y="1199"/>
                    <a:pt x="1777" y="1201"/>
                  </a:cubicBezTo>
                  <a:close/>
                  <a:moveTo>
                    <a:pt x="1788" y="1197"/>
                  </a:moveTo>
                  <a:cubicBezTo>
                    <a:pt x="1786" y="1198"/>
                    <a:pt x="1785" y="1200"/>
                    <a:pt x="1786" y="1201"/>
                  </a:cubicBezTo>
                  <a:cubicBezTo>
                    <a:pt x="1787" y="1202"/>
                    <a:pt x="1787" y="1203"/>
                    <a:pt x="1789" y="1202"/>
                  </a:cubicBezTo>
                  <a:cubicBezTo>
                    <a:pt x="1790" y="1201"/>
                    <a:pt x="1793" y="1203"/>
                    <a:pt x="1793" y="1201"/>
                  </a:cubicBezTo>
                  <a:cubicBezTo>
                    <a:pt x="1793" y="1199"/>
                    <a:pt x="1791" y="1196"/>
                    <a:pt x="1788" y="1197"/>
                  </a:cubicBezTo>
                  <a:close/>
                  <a:moveTo>
                    <a:pt x="1765" y="1204"/>
                  </a:moveTo>
                  <a:cubicBezTo>
                    <a:pt x="1764" y="1205"/>
                    <a:pt x="1764" y="1205"/>
                    <a:pt x="1765" y="1206"/>
                  </a:cubicBezTo>
                  <a:cubicBezTo>
                    <a:pt x="1766" y="1207"/>
                    <a:pt x="1768" y="1209"/>
                    <a:pt x="1768" y="1207"/>
                  </a:cubicBezTo>
                  <a:cubicBezTo>
                    <a:pt x="1769" y="1206"/>
                    <a:pt x="1768" y="1202"/>
                    <a:pt x="1765" y="1204"/>
                  </a:cubicBezTo>
                  <a:close/>
                  <a:moveTo>
                    <a:pt x="1751" y="1255"/>
                  </a:moveTo>
                  <a:cubicBezTo>
                    <a:pt x="1749" y="1255"/>
                    <a:pt x="1748" y="1257"/>
                    <a:pt x="1749" y="1258"/>
                  </a:cubicBezTo>
                  <a:cubicBezTo>
                    <a:pt x="1749" y="1259"/>
                    <a:pt x="1751" y="1259"/>
                    <a:pt x="1752" y="1259"/>
                  </a:cubicBezTo>
                  <a:cubicBezTo>
                    <a:pt x="1753" y="1259"/>
                    <a:pt x="1752" y="1257"/>
                    <a:pt x="1753" y="1256"/>
                  </a:cubicBezTo>
                  <a:cubicBezTo>
                    <a:pt x="1754" y="1254"/>
                    <a:pt x="1753" y="1254"/>
                    <a:pt x="1751" y="1255"/>
                  </a:cubicBezTo>
                  <a:close/>
                  <a:moveTo>
                    <a:pt x="1631" y="1257"/>
                  </a:moveTo>
                  <a:cubicBezTo>
                    <a:pt x="1629" y="1258"/>
                    <a:pt x="1628" y="1258"/>
                    <a:pt x="1628" y="1260"/>
                  </a:cubicBezTo>
                  <a:cubicBezTo>
                    <a:pt x="1628" y="1261"/>
                    <a:pt x="1625" y="1263"/>
                    <a:pt x="1628" y="1264"/>
                  </a:cubicBezTo>
                  <a:cubicBezTo>
                    <a:pt x="1631" y="1265"/>
                    <a:pt x="1632" y="1266"/>
                    <a:pt x="1632" y="1264"/>
                  </a:cubicBezTo>
                  <a:cubicBezTo>
                    <a:pt x="1632" y="1262"/>
                    <a:pt x="1632" y="1261"/>
                    <a:pt x="1632" y="1259"/>
                  </a:cubicBezTo>
                  <a:cubicBezTo>
                    <a:pt x="1633" y="1258"/>
                    <a:pt x="1636" y="1257"/>
                    <a:pt x="1638" y="1256"/>
                  </a:cubicBezTo>
                  <a:cubicBezTo>
                    <a:pt x="1640" y="1255"/>
                    <a:pt x="1642" y="1255"/>
                    <a:pt x="1640" y="1254"/>
                  </a:cubicBezTo>
                  <a:cubicBezTo>
                    <a:pt x="1639" y="1253"/>
                    <a:pt x="1634" y="1254"/>
                    <a:pt x="1631" y="1257"/>
                  </a:cubicBezTo>
                  <a:close/>
                  <a:moveTo>
                    <a:pt x="1376" y="635"/>
                  </a:moveTo>
                  <a:cubicBezTo>
                    <a:pt x="1379" y="637"/>
                    <a:pt x="1378" y="638"/>
                    <a:pt x="1381" y="639"/>
                  </a:cubicBezTo>
                  <a:cubicBezTo>
                    <a:pt x="1384" y="639"/>
                    <a:pt x="1385" y="638"/>
                    <a:pt x="1388" y="640"/>
                  </a:cubicBezTo>
                  <a:cubicBezTo>
                    <a:pt x="1391" y="642"/>
                    <a:pt x="1392" y="642"/>
                    <a:pt x="1392" y="644"/>
                  </a:cubicBezTo>
                  <a:cubicBezTo>
                    <a:pt x="1392" y="646"/>
                    <a:pt x="1394" y="648"/>
                    <a:pt x="1391" y="648"/>
                  </a:cubicBezTo>
                  <a:cubicBezTo>
                    <a:pt x="1387" y="648"/>
                    <a:pt x="1384" y="647"/>
                    <a:pt x="1381" y="648"/>
                  </a:cubicBezTo>
                  <a:cubicBezTo>
                    <a:pt x="1377" y="649"/>
                    <a:pt x="1374" y="649"/>
                    <a:pt x="1373" y="648"/>
                  </a:cubicBezTo>
                  <a:cubicBezTo>
                    <a:pt x="1371" y="648"/>
                    <a:pt x="1370" y="649"/>
                    <a:pt x="1368" y="646"/>
                  </a:cubicBezTo>
                  <a:cubicBezTo>
                    <a:pt x="1366" y="644"/>
                    <a:pt x="1363" y="644"/>
                    <a:pt x="1363" y="642"/>
                  </a:cubicBezTo>
                  <a:cubicBezTo>
                    <a:pt x="1364" y="640"/>
                    <a:pt x="1365" y="640"/>
                    <a:pt x="1367" y="639"/>
                  </a:cubicBezTo>
                  <a:cubicBezTo>
                    <a:pt x="1370" y="638"/>
                    <a:pt x="1369" y="637"/>
                    <a:pt x="1371" y="636"/>
                  </a:cubicBezTo>
                  <a:cubicBezTo>
                    <a:pt x="1373" y="635"/>
                    <a:pt x="1374" y="634"/>
                    <a:pt x="1376" y="635"/>
                  </a:cubicBezTo>
                  <a:close/>
                  <a:moveTo>
                    <a:pt x="1267" y="1135"/>
                  </a:moveTo>
                  <a:cubicBezTo>
                    <a:pt x="1264" y="1136"/>
                    <a:pt x="1262" y="1134"/>
                    <a:pt x="1262" y="1136"/>
                  </a:cubicBezTo>
                  <a:cubicBezTo>
                    <a:pt x="1262" y="1137"/>
                    <a:pt x="1264" y="1139"/>
                    <a:pt x="1266" y="1138"/>
                  </a:cubicBezTo>
                  <a:cubicBezTo>
                    <a:pt x="1267" y="1138"/>
                    <a:pt x="1270" y="1140"/>
                    <a:pt x="1270" y="1137"/>
                  </a:cubicBezTo>
                  <a:cubicBezTo>
                    <a:pt x="1270" y="1135"/>
                    <a:pt x="1271" y="1133"/>
                    <a:pt x="1270" y="1133"/>
                  </a:cubicBezTo>
                  <a:cubicBezTo>
                    <a:pt x="1268" y="1133"/>
                    <a:pt x="1269" y="1133"/>
                    <a:pt x="1267" y="1135"/>
                  </a:cubicBezTo>
                  <a:close/>
                  <a:moveTo>
                    <a:pt x="1334" y="631"/>
                  </a:moveTo>
                  <a:cubicBezTo>
                    <a:pt x="1336" y="630"/>
                    <a:pt x="1337" y="630"/>
                    <a:pt x="1340" y="629"/>
                  </a:cubicBezTo>
                  <a:cubicBezTo>
                    <a:pt x="1342" y="629"/>
                    <a:pt x="1343" y="628"/>
                    <a:pt x="1345" y="629"/>
                  </a:cubicBezTo>
                  <a:cubicBezTo>
                    <a:pt x="1348" y="631"/>
                    <a:pt x="1348" y="631"/>
                    <a:pt x="1351" y="631"/>
                  </a:cubicBezTo>
                  <a:cubicBezTo>
                    <a:pt x="1354" y="632"/>
                    <a:pt x="1355" y="631"/>
                    <a:pt x="1356" y="634"/>
                  </a:cubicBezTo>
                  <a:cubicBezTo>
                    <a:pt x="1357" y="636"/>
                    <a:pt x="1357" y="637"/>
                    <a:pt x="1356" y="639"/>
                  </a:cubicBezTo>
                  <a:cubicBezTo>
                    <a:pt x="1354" y="642"/>
                    <a:pt x="1353" y="641"/>
                    <a:pt x="1355" y="645"/>
                  </a:cubicBezTo>
                  <a:cubicBezTo>
                    <a:pt x="1356" y="648"/>
                    <a:pt x="1357" y="649"/>
                    <a:pt x="1358" y="651"/>
                  </a:cubicBezTo>
                  <a:cubicBezTo>
                    <a:pt x="1358" y="653"/>
                    <a:pt x="1359" y="654"/>
                    <a:pt x="1357" y="656"/>
                  </a:cubicBezTo>
                  <a:cubicBezTo>
                    <a:pt x="1355" y="658"/>
                    <a:pt x="1353" y="659"/>
                    <a:pt x="1351" y="661"/>
                  </a:cubicBezTo>
                  <a:cubicBezTo>
                    <a:pt x="1349" y="664"/>
                    <a:pt x="1346" y="666"/>
                    <a:pt x="1343" y="666"/>
                  </a:cubicBezTo>
                  <a:cubicBezTo>
                    <a:pt x="1339" y="667"/>
                    <a:pt x="1336" y="666"/>
                    <a:pt x="1332" y="667"/>
                  </a:cubicBezTo>
                  <a:cubicBezTo>
                    <a:pt x="1329" y="668"/>
                    <a:pt x="1327" y="669"/>
                    <a:pt x="1325" y="667"/>
                  </a:cubicBezTo>
                  <a:cubicBezTo>
                    <a:pt x="1323" y="666"/>
                    <a:pt x="1319" y="664"/>
                    <a:pt x="1318" y="663"/>
                  </a:cubicBezTo>
                  <a:cubicBezTo>
                    <a:pt x="1316" y="661"/>
                    <a:pt x="1314" y="660"/>
                    <a:pt x="1312" y="656"/>
                  </a:cubicBezTo>
                  <a:cubicBezTo>
                    <a:pt x="1311" y="652"/>
                    <a:pt x="1310" y="651"/>
                    <a:pt x="1311" y="649"/>
                  </a:cubicBezTo>
                  <a:cubicBezTo>
                    <a:pt x="1313" y="647"/>
                    <a:pt x="1315" y="644"/>
                    <a:pt x="1317" y="642"/>
                  </a:cubicBezTo>
                  <a:cubicBezTo>
                    <a:pt x="1319" y="639"/>
                    <a:pt x="1321" y="637"/>
                    <a:pt x="1322" y="635"/>
                  </a:cubicBezTo>
                  <a:cubicBezTo>
                    <a:pt x="1323" y="633"/>
                    <a:pt x="1322" y="631"/>
                    <a:pt x="1325" y="631"/>
                  </a:cubicBezTo>
                  <a:cubicBezTo>
                    <a:pt x="1328" y="631"/>
                    <a:pt x="1331" y="632"/>
                    <a:pt x="1334" y="631"/>
                  </a:cubicBezTo>
                  <a:close/>
                  <a:moveTo>
                    <a:pt x="1352" y="617"/>
                  </a:moveTo>
                  <a:cubicBezTo>
                    <a:pt x="1353" y="614"/>
                    <a:pt x="1358" y="616"/>
                    <a:pt x="1359" y="619"/>
                  </a:cubicBezTo>
                  <a:cubicBezTo>
                    <a:pt x="1361" y="622"/>
                    <a:pt x="1362" y="622"/>
                    <a:pt x="1363" y="624"/>
                  </a:cubicBezTo>
                  <a:cubicBezTo>
                    <a:pt x="1364" y="626"/>
                    <a:pt x="1363" y="627"/>
                    <a:pt x="1361" y="628"/>
                  </a:cubicBezTo>
                  <a:cubicBezTo>
                    <a:pt x="1359" y="630"/>
                    <a:pt x="1358" y="627"/>
                    <a:pt x="1357" y="625"/>
                  </a:cubicBezTo>
                  <a:cubicBezTo>
                    <a:pt x="1356" y="623"/>
                    <a:pt x="1355" y="623"/>
                    <a:pt x="1353" y="621"/>
                  </a:cubicBezTo>
                  <a:cubicBezTo>
                    <a:pt x="1351" y="619"/>
                    <a:pt x="1352" y="619"/>
                    <a:pt x="1352" y="617"/>
                  </a:cubicBezTo>
                  <a:close/>
                  <a:moveTo>
                    <a:pt x="1311" y="591"/>
                  </a:moveTo>
                  <a:cubicBezTo>
                    <a:pt x="1313" y="587"/>
                    <a:pt x="1320" y="591"/>
                    <a:pt x="1322" y="592"/>
                  </a:cubicBezTo>
                  <a:cubicBezTo>
                    <a:pt x="1324" y="593"/>
                    <a:pt x="1324" y="593"/>
                    <a:pt x="1323" y="594"/>
                  </a:cubicBezTo>
                  <a:cubicBezTo>
                    <a:pt x="1323" y="596"/>
                    <a:pt x="1321" y="595"/>
                    <a:pt x="1320" y="597"/>
                  </a:cubicBezTo>
                  <a:cubicBezTo>
                    <a:pt x="1320" y="598"/>
                    <a:pt x="1319" y="600"/>
                    <a:pt x="1318" y="601"/>
                  </a:cubicBezTo>
                  <a:cubicBezTo>
                    <a:pt x="1317" y="602"/>
                    <a:pt x="1316" y="601"/>
                    <a:pt x="1313" y="600"/>
                  </a:cubicBezTo>
                  <a:cubicBezTo>
                    <a:pt x="1311" y="598"/>
                    <a:pt x="1312" y="598"/>
                    <a:pt x="1311" y="596"/>
                  </a:cubicBezTo>
                  <a:cubicBezTo>
                    <a:pt x="1310" y="594"/>
                    <a:pt x="1310" y="593"/>
                    <a:pt x="1311" y="591"/>
                  </a:cubicBezTo>
                  <a:close/>
                  <a:moveTo>
                    <a:pt x="1290" y="580"/>
                  </a:moveTo>
                  <a:cubicBezTo>
                    <a:pt x="1293" y="578"/>
                    <a:pt x="1294" y="578"/>
                    <a:pt x="1295" y="578"/>
                  </a:cubicBezTo>
                  <a:cubicBezTo>
                    <a:pt x="1296" y="578"/>
                    <a:pt x="1299" y="580"/>
                    <a:pt x="1298" y="581"/>
                  </a:cubicBezTo>
                  <a:cubicBezTo>
                    <a:pt x="1297" y="583"/>
                    <a:pt x="1295" y="584"/>
                    <a:pt x="1292" y="584"/>
                  </a:cubicBezTo>
                  <a:cubicBezTo>
                    <a:pt x="1289" y="584"/>
                    <a:pt x="1289" y="585"/>
                    <a:pt x="1286" y="586"/>
                  </a:cubicBezTo>
                  <a:cubicBezTo>
                    <a:pt x="1283" y="588"/>
                    <a:pt x="1283" y="586"/>
                    <a:pt x="1283" y="585"/>
                  </a:cubicBezTo>
                  <a:cubicBezTo>
                    <a:pt x="1283" y="584"/>
                    <a:pt x="1285" y="584"/>
                    <a:pt x="1287" y="582"/>
                  </a:cubicBezTo>
                  <a:cubicBezTo>
                    <a:pt x="1289" y="580"/>
                    <a:pt x="1288" y="581"/>
                    <a:pt x="1290" y="580"/>
                  </a:cubicBezTo>
                  <a:close/>
                  <a:moveTo>
                    <a:pt x="1283" y="594"/>
                  </a:moveTo>
                  <a:cubicBezTo>
                    <a:pt x="1285" y="590"/>
                    <a:pt x="1286" y="591"/>
                    <a:pt x="1287" y="590"/>
                  </a:cubicBezTo>
                  <a:cubicBezTo>
                    <a:pt x="1288" y="589"/>
                    <a:pt x="1290" y="590"/>
                    <a:pt x="1292" y="592"/>
                  </a:cubicBezTo>
                  <a:cubicBezTo>
                    <a:pt x="1294" y="595"/>
                    <a:pt x="1291" y="596"/>
                    <a:pt x="1289" y="597"/>
                  </a:cubicBezTo>
                  <a:cubicBezTo>
                    <a:pt x="1288" y="598"/>
                    <a:pt x="1287" y="598"/>
                    <a:pt x="1285" y="599"/>
                  </a:cubicBezTo>
                  <a:cubicBezTo>
                    <a:pt x="1284" y="601"/>
                    <a:pt x="1284" y="602"/>
                    <a:pt x="1283" y="604"/>
                  </a:cubicBezTo>
                  <a:cubicBezTo>
                    <a:pt x="1282" y="606"/>
                    <a:pt x="1279" y="607"/>
                    <a:pt x="1277" y="608"/>
                  </a:cubicBezTo>
                  <a:cubicBezTo>
                    <a:pt x="1275" y="608"/>
                    <a:pt x="1274" y="609"/>
                    <a:pt x="1272" y="610"/>
                  </a:cubicBezTo>
                  <a:cubicBezTo>
                    <a:pt x="1271" y="611"/>
                    <a:pt x="1270" y="610"/>
                    <a:pt x="1270" y="609"/>
                  </a:cubicBezTo>
                  <a:cubicBezTo>
                    <a:pt x="1269" y="607"/>
                    <a:pt x="1272" y="606"/>
                    <a:pt x="1273" y="604"/>
                  </a:cubicBezTo>
                  <a:cubicBezTo>
                    <a:pt x="1274" y="603"/>
                    <a:pt x="1278" y="600"/>
                    <a:pt x="1280" y="599"/>
                  </a:cubicBezTo>
                  <a:cubicBezTo>
                    <a:pt x="1281" y="598"/>
                    <a:pt x="1283" y="596"/>
                    <a:pt x="1283" y="594"/>
                  </a:cubicBezTo>
                  <a:close/>
                  <a:moveTo>
                    <a:pt x="1256" y="578"/>
                  </a:moveTo>
                  <a:cubicBezTo>
                    <a:pt x="1259" y="578"/>
                    <a:pt x="1258" y="578"/>
                    <a:pt x="1260" y="578"/>
                  </a:cubicBezTo>
                  <a:cubicBezTo>
                    <a:pt x="1263" y="577"/>
                    <a:pt x="1264" y="575"/>
                    <a:pt x="1265" y="576"/>
                  </a:cubicBezTo>
                  <a:cubicBezTo>
                    <a:pt x="1266" y="576"/>
                    <a:pt x="1268" y="576"/>
                    <a:pt x="1268" y="578"/>
                  </a:cubicBezTo>
                  <a:cubicBezTo>
                    <a:pt x="1269" y="579"/>
                    <a:pt x="1270" y="580"/>
                    <a:pt x="1268" y="580"/>
                  </a:cubicBezTo>
                  <a:cubicBezTo>
                    <a:pt x="1266" y="580"/>
                    <a:pt x="1265" y="579"/>
                    <a:pt x="1263" y="580"/>
                  </a:cubicBezTo>
                  <a:cubicBezTo>
                    <a:pt x="1261" y="581"/>
                    <a:pt x="1261" y="582"/>
                    <a:pt x="1259" y="582"/>
                  </a:cubicBezTo>
                  <a:cubicBezTo>
                    <a:pt x="1257" y="581"/>
                    <a:pt x="1257" y="587"/>
                    <a:pt x="1255" y="587"/>
                  </a:cubicBezTo>
                  <a:cubicBezTo>
                    <a:pt x="1254" y="586"/>
                    <a:pt x="1253" y="587"/>
                    <a:pt x="1253" y="586"/>
                  </a:cubicBezTo>
                  <a:cubicBezTo>
                    <a:pt x="1252" y="585"/>
                    <a:pt x="1253" y="583"/>
                    <a:pt x="1252" y="583"/>
                  </a:cubicBezTo>
                  <a:cubicBezTo>
                    <a:pt x="1250" y="582"/>
                    <a:pt x="1251" y="585"/>
                    <a:pt x="1249" y="583"/>
                  </a:cubicBezTo>
                  <a:cubicBezTo>
                    <a:pt x="1247" y="581"/>
                    <a:pt x="1248" y="581"/>
                    <a:pt x="1247" y="580"/>
                  </a:cubicBezTo>
                  <a:cubicBezTo>
                    <a:pt x="1245" y="580"/>
                    <a:pt x="1243" y="581"/>
                    <a:pt x="1243" y="580"/>
                  </a:cubicBezTo>
                  <a:cubicBezTo>
                    <a:pt x="1243" y="579"/>
                    <a:pt x="1245" y="579"/>
                    <a:pt x="1246" y="578"/>
                  </a:cubicBezTo>
                  <a:cubicBezTo>
                    <a:pt x="1247" y="577"/>
                    <a:pt x="1246" y="576"/>
                    <a:pt x="1248" y="576"/>
                  </a:cubicBezTo>
                  <a:cubicBezTo>
                    <a:pt x="1250" y="575"/>
                    <a:pt x="1251" y="575"/>
                    <a:pt x="1252" y="576"/>
                  </a:cubicBezTo>
                  <a:cubicBezTo>
                    <a:pt x="1253" y="578"/>
                    <a:pt x="1254" y="577"/>
                    <a:pt x="1256" y="578"/>
                  </a:cubicBezTo>
                  <a:close/>
                  <a:moveTo>
                    <a:pt x="1256" y="475"/>
                  </a:moveTo>
                  <a:cubicBezTo>
                    <a:pt x="1257" y="472"/>
                    <a:pt x="1260" y="474"/>
                    <a:pt x="1260" y="475"/>
                  </a:cubicBezTo>
                  <a:cubicBezTo>
                    <a:pt x="1261" y="476"/>
                    <a:pt x="1262" y="477"/>
                    <a:pt x="1263" y="480"/>
                  </a:cubicBezTo>
                  <a:cubicBezTo>
                    <a:pt x="1264" y="483"/>
                    <a:pt x="1262" y="481"/>
                    <a:pt x="1260" y="483"/>
                  </a:cubicBezTo>
                  <a:cubicBezTo>
                    <a:pt x="1258" y="485"/>
                    <a:pt x="1258" y="484"/>
                    <a:pt x="1257" y="484"/>
                  </a:cubicBezTo>
                  <a:cubicBezTo>
                    <a:pt x="1255" y="484"/>
                    <a:pt x="1254" y="482"/>
                    <a:pt x="1253" y="479"/>
                  </a:cubicBezTo>
                  <a:cubicBezTo>
                    <a:pt x="1251" y="476"/>
                    <a:pt x="1253" y="478"/>
                    <a:pt x="1256" y="475"/>
                  </a:cubicBezTo>
                  <a:close/>
                  <a:moveTo>
                    <a:pt x="1252" y="451"/>
                  </a:moveTo>
                  <a:cubicBezTo>
                    <a:pt x="1251" y="447"/>
                    <a:pt x="1253" y="446"/>
                    <a:pt x="1252" y="444"/>
                  </a:cubicBezTo>
                  <a:cubicBezTo>
                    <a:pt x="1251" y="443"/>
                    <a:pt x="1250" y="443"/>
                    <a:pt x="1247" y="443"/>
                  </a:cubicBezTo>
                  <a:cubicBezTo>
                    <a:pt x="1245" y="442"/>
                    <a:pt x="1244" y="443"/>
                    <a:pt x="1242" y="442"/>
                  </a:cubicBezTo>
                  <a:cubicBezTo>
                    <a:pt x="1240" y="442"/>
                    <a:pt x="1240" y="442"/>
                    <a:pt x="1239" y="440"/>
                  </a:cubicBezTo>
                  <a:cubicBezTo>
                    <a:pt x="1238" y="438"/>
                    <a:pt x="1239" y="438"/>
                    <a:pt x="1239" y="436"/>
                  </a:cubicBezTo>
                  <a:cubicBezTo>
                    <a:pt x="1240" y="435"/>
                    <a:pt x="1240" y="435"/>
                    <a:pt x="1240" y="434"/>
                  </a:cubicBezTo>
                  <a:cubicBezTo>
                    <a:pt x="1239" y="432"/>
                    <a:pt x="1239" y="432"/>
                    <a:pt x="1238" y="431"/>
                  </a:cubicBezTo>
                  <a:cubicBezTo>
                    <a:pt x="1237" y="429"/>
                    <a:pt x="1238" y="428"/>
                    <a:pt x="1238" y="426"/>
                  </a:cubicBezTo>
                  <a:cubicBezTo>
                    <a:pt x="1238" y="424"/>
                    <a:pt x="1240" y="424"/>
                    <a:pt x="1244" y="424"/>
                  </a:cubicBezTo>
                  <a:cubicBezTo>
                    <a:pt x="1247" y="424"/>
                    <a:pt x="1247" y="425"/>
                    <a:pt x="1250" y="425"/>
                  </a:cubicBezTo>
                  <a:cubicBezTo>
                    <a:pt x="1253" y="425"/>
                    <a:pt x="1256" y="426"/>
                    <a:pt x="1258" y="427"/>
                  </a:cubicBezTo>
                  <a:cubicBezTo>
                    <a:pt x="1260" y="427"/>
                    <a:pt x="1263" y="429"/>
                    <a:pt x="1266" y="430"/>
                  </a:cubicBezTo>
                  <a:cubicBezTo>
                    <a:pt x="1269" y="432"/>
                    <a:pt x="1273" y="430"/>
                    <a:pt x="1276" y="429"/>
                  </a:cubicBezTo>
                  <a:cubicBezTo>
                    <a:pt x="1279" y="428"/>
                    <a:pt x="1280" y="429"/>
                    <a:pt x="1284" y="428"/>
                  </a:cubicBezTo>
                  <a:cubicBezTo>
                    <a:pt x="1287" y="428"/>
                    <a:pt x="1290" y="428"/>
                    <a:pt x="1294" y="429"/>
                  </a:cubicBezTo>
                  <a:cubicBezTo>
                    <a:pt x="1298" y="429"/>
                    <a:pt x="1297" y="431"/>
                    <a:pt x="1301" y="432"/>
                  </a:cubicBezTo>
                  <a:cubicBezTo>
                    <a:pt x="1305" y="433"/>
                    <a:pt x="1308" y="432"/>
                    <a:pt x="1310" y="432"/>
                  </a:cubicBezTo>
                  <a:cubicBezTo>
                    <a:pt x="1312" y="433"/>
                    <a:pt x="1314" y="435"/>
                    <a:pt x="1315" y="438"/>
                  </a:cubicBezTo>
                  <a:cubicBezTo>
                    <a:pt x="1316" y="441"/>
                    <a:pt x="1317" y="441"/>
                    <a:pt x="1320" y="441"/>
                  </a:cubicBezTo>
                  <a:cubicBezTo>
                    <a:pt x="1322" y="441"/>
                    <a:pt x="1324" y="442"/>
                    <a:pt x="1325" y="443"/>
                  </a:cubicBezTo>
                  <a:cubicBezTo>
                    <a:pt x="1325" y="445"/>
                    <a:pt x="1325" y="447"/>
                    <a:pt x="1327" y="449"/>
                  </a:cubicBezTo>
                  <a:cubicBezTo>
                    <a:pt x="1328" y="450"/>
                    <a:pt x="1330" y="449"/>
                    <a:pt x="1331" y="451"/>
                  </a:cubicBezTo>
                  <a:cubicBezTo>
                    <a:pt x="1332" y="452"/>
                    <a:pt x="1331" y="454"/>
                    <a:pt x="1332" y="455"/>
                  </a:cubicBezTo>
                  <a:cubicBezTo>
                    <a:pt x="1333" y="456"/>
                    <a:pt x="1338" y="457"/>
                    <a:pt x="1334" y="458"/>
                  </a:cubicBezTo>
                  <a:cubicBezTo>
                    <a:pt x="1331" y="458"/>
                    <a:pt x="1324" y="457"/>
                    <a:pt x="1319" y="457"/>
                  </a:cubicBezTo>
                  <a:cubicBezTo>
                    <a:pt x="1313" y="456"/>
                    <a:pt x="1309" y="456"/>
                    <a:pt x="1306" y="457"/>
                  </a:cubicBezTo>
                  <a:cubicBezTo>
                    <a:pt x="1304" y="458"/>
                    <a:pt x="1300" y="458"/>
                    <a:pt x="1294" y="458"/>
                  </a:cubicBezTo>
                  <a:cubicBezTo>
                    <a:pt x="1287" y="458"/>
                    <a:pt x="1288" y="458"/>
                    <a:pt x="1284" y="459"/>
                  </a:cubicBezTo>
                  <a:cubicBezTo>
                    <a:pt x="1281" y="459"/>
                    <a:pt x="1280" y="460"/>
                    <a:pt x="1275" y="462"/>
                  </a:cubicBezTo>
                  <a:cubicBezTo>
                    <a:pt x="1270" y="464"/>
                    <a:pt x="1270" y="463"/>
                    <a:pt x="1266" y="463"/>
                  </a:cubicBezTo>
                  <a:cubicBezTo>
                    <a:pt x="1262" y="463"/>
                    <a:pt x="1262" y="462"/>
                    <a:pt x="1259" y="460"/>
                  </a:cubicBezTo>
                  <a:cubicBezTo>
                    <a:pt x="1257" y="458"/>
                    <a:pt x="1257" y="458"/>
                    <a:pt x="1254" y="456"/>
                  </a:cubicBezTo>
                  <a:cubicBezTo>
                    <a:pt x="1252" y="454"/>
                    <a:pt x="1253" y="454"/>
                    <a:pt x="1252" y="451"/>
                  </a:cubicBezTo>
                  <a:close/>
                  <a:moveTo>
                    <a:pt x="1200" y="339"/>
                  </a:moveTo>
                  <a:cubicBezTo>
                    <a:pt x="1204" y="339"/>
                    <a:pt x="1206" y="339"/>
                    <a:pt x="1210" y="339"/>
                  </a:cubicBezTo>
                  <a:cubicBezTo>
                    <a:pt x="1214" y="339"/>
                    <a:pt x="1215" y="339"/>
                    <a:pt x="1220" y="340"/>
                  </a:cubicBezTo>
                  <a:cubicBezTo>
                    <a:pt x="1225" y="341"/>
                    <a:pt x="1225" y="340"/>
                    <a:pt x="1228" y="341"/>
                  </a:cubicBezTo>
                  <a:cubicBezTo>
                    <a:pt x="1232" y="343"/>
                    <a:pt x="1233" y="344"/>
                    <a:pt x="1234" y="346"/>
                  </a:cubicBezTo>
                  <a:cubicBezTo>
                    <a:pt x="1236" y="347"/>
                    <a:pt x="1235" y="348"/>
                    <a:pt x="1240" y="347"/>
                  </a:cubicBezTo>
                  <a:cubicBezTo>
                    <a:pt x="1245" y="347"/>
                    <a:pt x="1245" y="346"/>
                    <a:pt x="1248" y="347"/>
                  </a:cubicBezTo>
                  <a:cubicBezTo>
                    <a:pt x="1252" y="349"/>
                    <a:pt x="1253" y="348"/>
                    <a:pt x="1254" y="350"/>
                  </a:cubicBezTo>
                  <a:cubicBezTo>
                    <a:pt x="1254" y="352"/>
                    <a:pt x="1250" y="352"/>
                    <a:pt x="1251" y="354"/>
                  </a:cubicBezTo>
                  <a:cubicBezTo>
                    <a:pt x="1252" y="356"/>
                    <a:pt x="1253" y="355"/>
                    <a:pt x="1256" y="355"/>
                  </a:cubicBezTo>
                  <a:cubicBezTo>
                    <a:pt x="1259" y="355"/>
                    <a:pt x="1261" y="353"/>
                    <a:pt x="1263" y="355"/>
                  </a:cubicBezTo>
                  <a:cubicBezTo>
                    <a:pt x="1264" y="357"/>
                    <a:pt x="1265" y="359"/>
                    <a:pt x="1265" y="361"/>
                  </a:cubicBezTo>
                  <a:cubicBezTo>
                    <a:pt x="1266" y="363"/>
                    <a:pt x="1265" y="364"/>
                    <a:pt x="1262" y="364"/>
                  </a:cubicBezTo>
                  <a:cubicBezTo>
                    <a:pt x="1259" y="365"/>
                    <a:pt x="1254" y="367"/>
                    <a:pt x="1251" y="369"/>
                  </a:cubicBezTo>
                  <a:cubicBezTo>
                    <a:pt x="1249" y="370"/>
                    <a:pt x="1246" y="370"/>
                    <a:pt x="1247" y="371"/>
                  </a:cubicBezTo>
                  <a:cubicBezTo>
                    <a:pt x="1249" y="373"/>
                    <a:pt x="1250" y="373"/>
                    <a:pt x="1250" y="375"/>
                  </a:cubicBezTo>
                  <a:cubicBezTo>
                    <a:pt x="1250" y="377"/>
                    <a:pt x="1249" y="377"/>
                    <a:pt x="1250" y="379"/>
                  </a:cubicBezTo>
                  <a:cubicBezTo>
                    <a:pt x="1251" y="381"/>
                    <a:pt x="1251" y="381"/>
                    <a:pt x="1252" y="384"/>
                  </a:cubicBezTo>
                  <a:cubicBezTo>
                    <a:pt x="1252" y="387"/>
                    <a:pt x="1250" y="389"/>
                    <a:pt x="1249" y="390"/>
                  </a:cubicBezTo>
                  <a:cubicBezTo>
                    <a:pt x="1248" y="391"/>
                    <a:pt x="1250" y="390"/>
                    <a:pt x="1242" y="391"/>
                  </a:cubicBezTo>
                  <a:cubicBezTo>
                    <a:pt x="1234" y="393"/>
                    <a:pt x="1231" y="392"/>
                    <a:pt x="1229" y="394"/>
                  </a:cubicBezTo>
                  <a:cubicBezTo>
                    <a:pt x="1227" y="395"/>
                    <a:pt x="1224" y="395"/>
                    <a:pt x="1219" y="395"/>
                  </a:cubicBezTo>
                  <a:cubicBezTo>
                    <a:pt x="1215" y="396"/>
                    <a:pt x="1211" y="395"/>
                    <a:pt x="1209" y="394"/>
                  </a:cubicBezTo>
                  <a:cubicBezTo>
                    <a:pt x="1207" y="392"/>
                    <a:pt x="1206" y="391"/>
                    <a:pt x="1203" y="392"/>
                  </a:cubicBezTo>
                  <a:cubicBezTo>
                    <a:pt x="1200" y="393"/>
                    <a:pt x="1199" y="393"/>
                    <a:pt x="1197" y="392"/>
                  </a:cubicBezTo>
                  <a:cubicBezTo>
                    <a:pt x="1195" y="391"/>
                    <a:pt x="1193" y="391"/>
                    <a:pt x="1193" y="388"/>
                  </a:cubicBezTo>
                  <a:cubicBezTo>
                    <a:pt x="1193" y="384"/>
                    <a:pt x="1194" y="382"/>
                    <a:pt x="1192" y="381"/>
                  </a:cubicBezTo>
                  <a:cubicBezTo>
                    <a:pt x="1190" y="380"/>
                    <a:pt x="1187" y="380"/>
                    <a:pt x="1185" y="379"/>
                  </a:cubicBezTo>
                  <a:cubicBezTo>
                    <a:pt x="1184" y="377"/>
                    <a:pt x="1182" y="378"/>
                    <a:pt x="1183" y="381"/>
                  </a:cubicBezTo>
                  <a:cubicBezTo>
                    <a:pt x="1184" y="383"/>
                    <a:pt x="1185" y="383"/>
                    <a:pt x="1185" y="386"/>
                  </a:cubicBezTo>
                  <a:cubicBezTo>
                    <a:pt x="1185" y="390"/>
                    <a:pt x="1186" y="390"/>
                    <a:pt x="1181" y="391"/>
                  </a:cubicBezTo>
                  <a:cubicBezTo>
                    <a:pt x="1176" y="391"/>
                    <a:pt x="1174" y="392"/>
                    <a:pt x="1170" y="393"/>
                  </a:cubicBezTo>
                  <a:cubicBezTo>
                    <a:pt x="1165" y="395"/>
                    <a:pt x="1161" y="395"/>
                    <a:pt x="1158" y="394"/>
                  </a:cubicBezTo>
                  <a:cubicBezTo>
                    <a:pt x="1156" y="393"/>
                    <a:pt x="1157" y="390"/>
                    <a:pt x="1153" y="391"/>
                  </a:cubicBezTo>
                  <a:cubicBezTo>
                    <a:pt x="1150" y="393"/>
                    <a:pt x="1151" y="395"/>
                    <a:pt x="1148" y="395"/>
                  </a:cubicBezTo>
                  <a:cubicBezTo>
                    <a:pt x="1146" y="394"/>
                    <a:pt x="1143" y="391"/>
                    <a:pt x="1143" y="389"/>
                  </a:cubicBezTo>
                  <a:cubicBezTo>
                    <a:pt x="1143" y="388"/>
                    <a:pt x="1141" y="386"/>
                    <a:pt x="1140" y="388"/>
                  </a:cubicBezTo>
                  <a:cubicBezTo>
                    <a:pt x="1140" y="390"/>
                    <a:pt x="1142" y="392"/>
                    <a:pt x="1140" y="393"/>
                  </a:cubicBezTo>
                  <a:cubicBezTo>
                    <a:pt x="1137" y="393"/>
                    <a:pt x="1134" y="395"/>
                    <a:pt x="1132" y="393"/>
                  </a:cubicBezTo>
                  <a:cubicBezTo>
                    <a:pt x="1130" y="392"/>
                    <a:pt x="1130" y="389"/>
                    <a:pt x="1129" y="389"/>
                  </a:cubicBezTo>
                  <a:cubicBezTo>
                    <a:pt x="1127" y="389"/>
                    <a:pt x="1127" y="391"/>
                    <a:pt x="1126" y="392"/>
                  </a:cubicBezTo>
                  <a:cubicBezTo>
                    <a:pt x="1125" y="393"/>
                    <a:pt x="1124" y="394"/>
                    <a:pt x="1122" y="393"/>
                  </a:cubicBezTo>
                  <a:cubicBezTo>
                    <a:pt x="1121" y="391"/>
                    <a:pt x="1117" y="387"/>
                    <a:pt x="1116" y="389"/>
                  </a:cubicBezTo>
                  <a:cubicBezTo>
                    <a:pt x="1116" y="391"/>
                    <a:pt x="1116" y="392"/>
                    <a:pt x="1117" y="393"/>
                  </a:cubicBezTo>
                  <a:cubicBezTo>
                    <a:pt x="1117" y="395"/>
                    <a:pt x="1116" y="396"/>
                    <a:pt x="1115" y="395"/>
                  </a:cubicBezTo>
                  <a:cubicBezTo>
                    <a:pt x="1113" y="395"/>
                    <a:pt x="1113" y="393"/>
                    <a:pt x="1111" y="393"/>
                  </a:cubicBezTo>
                  <a:cubicBezTo>
                    <a:pt x="1109" y="393"/>
                    <a:pt x="1110" y="394"/>
                    <a:pt x="1107" y="394"/>
                  </a:cubicBezTo>
                  <a:cubicBezTo>
                    <a:pt x="1104" y="394"/>
                    <a:pt x="1103" y="393"/>
                    <a:pt x="1101" y="393"/>
                  </a:cubicBezTo>
                  <a:cubicBezTo>
                    <a:pt x="1100" y="393"/>
                    <a:pt x="1103" y="395"/>
                    <a:pt x="1096" y="394"/>
                  </a:cubicBezTo>
                  <a:cubicBezTo>
                    <a:pt x="1090" y="393"/>
                    <a:pt x="1091" y="394"/>
                    <a:pt x="1088" y="393"/>
                  </a:cubicBezTo>
                  <a:cubicBezTo>
                    <a:pt x="1084" y="393"/>
                    <a:pt x="1083" y="393"/>
                    <a:pt x="1082" y="392"/>
                  </a:cubicBezTo>
                  <a:cubicBezTo>
                    <a:pt x="1082" y="390"/>
                    <a:pt x="1081" y="389"/>
                    <a:pt x="1082" y="387"/>
                  </a:cubicBezTo>
                  <a:cubicBezTo>
                    <a:pt x="1083" y="386"/>
                    <a:pt x="1084" y="385"/>
                    <a:pt x="1085" y="384"/>
                  </a:cubicBezTo>
                  <a:cubicBezTo>
                    <a:pt x="1085" y="383"/>
                    <a:pt x="1085" y="383"/>
                    <a:pt x="1083" y="382"/>
                  </a:cubicBezTo>
                  <a:cubicBezTo>
                    <a:pt x="1082" y="381"/>
                    <a:pt x="1082" y="380"/>
                    <a:pt x="1081" y="379"/>
                  </a:cubicBezTo>
                  <a:cubicBezTo>
                    <a:pt x="1080" y="377"/>
                    <a:pt x="1079" y="377"/>
                    <a:pt x="1077" y="379"/>
                  </a:cubicBezTo>
                  <a:cubicBezTo>
                    <a:pt x="1076" y="381"/>
                    <a:pt x="1076" y="383"/>
                    <a:pt x="1075" y="384"/>
                  </a:cubicBezTo>
                  <a:cubicBezTo>
                    <a:pt x="1073" y="385"/>
                    <a:pt x="1071" y="384"/>
                    <a:pt x="1071" y="383"/>
                  </a:cubicBezTo>
                  <a:cubicBezTo>
                    <a:pt x="1071" y="381"/>
                    <a:pt x="1071" y="379"/>
                    <a:pt x="1069" y="380"/>
                  </a:cubicBezTo>
                  <a:cubicBezTo>
                    <a:pt x="1067" y="381"/>
                    <a:pt x="1068" y="383"/>
                    <a:pt x="1066" y="383"/>
                  </a:cubicBezTo>
                  <a:cubicBezTo>
                    <a:pt x="1065" y="384"/>
                    <a:pt x="1064" y="383"/>
                    <a:pt x="1064" y="385"/>
                  </a:cubicBezTo>
                  <a:cubicBezTo>
                    <a:pt x="1064" y="387"/>
                    <a:pt x="1066" y="388"/>
                    <a:pt x="1064" y="390"/>
                  </a:cubicBezTo>
                  <a:cubicBezTo>
                    <a:pt x="1061" y="392"/>
                    <a:pt x="1061" y="392"/>
                    <a:pt x="1054" y="391"/>
                  </a:cubicBezTo>
                  <a:cubicBezTo>
                    <a:pt x="1048" y="391"/>
                    <a:pt x="1043" y="389"/>
                    <a:pt x="1041" y="389"/>
                  </a:cubicBezTo>
                  <a:cubicBezTo>
                    <a:pt x="1039" y="388"/>
                    <a:pt x="1037" y="386"/>
                    <a:pt x="1035" y="385"/>
                  </a:cubicBezTo>
                  <a:cubicBezTo>
                    <a:pt x="1034" y="384"/>
                    <a:pt x="1032" y="385"/>
                    <a:pt x="1032" y="384"/>
                  </a:cubicBezTo>
                  <a:cubicBezTo>
                    <a:pt x="1032" y="382"/>
                    <a:pt x="1033" y="382"/>
                    <a:pt x="1034" y="380"/>
                  </a:cubicBezTo>
                  <a:cubicBezTo>
                    <a:pt x="1035" y="379"/>
                    <a:pt x="1034" y="377"/>
                    <a:pt x="1032" y="378"/>
                  </a:cubicBezTo>
                  <a:cubicBezTo>
                    <a:pt x="1029" y="379"/>
                    <a:pt x="1026" y="380"/>
                    <a:pt x="1025" y="382"/>
                  </a:cubicBezTo>
                  <a:cubicBezTo>
                    <a:pt x="1024" y="384"/>
                    <a:pt x="1024" y="386"/>
                    <a:pt x="1021" y="386"/>
                  </a:cubicBezTo>
                  <a:cubicBezTo>
                    <a:pt x="1017" y="386"/>
                    <a:pt x="1013" y="386"/>
                    <a:pt x="1012" y="384"/>
                  </a:cubicBezTo>
                  <a:cubicBezTo>
                    <a:pt x="1010" y="382"/>
                    <a:pt x="1009" y="382"/>
                    <a:pt x="1009" y="378"/>
                  </a:cubicBezTo>
                  <a:cubicBezTo>
                    <a:pt x="1008" y="375"/>
                    <a:pt x="1007" y="373"/>
                    <a:pt x="1005" y="371"/>
                  </a:cubicBezTo>
                  <a:cubicBezTo>
                    <a:pt x="1002" y="368"/>
                    <a:pt x="1001" y="368"/>
                    <a:pt x="1001" y="365"/>
                  </a:cubicBezTo>
                  <a:cubicBezTo>
                    <a:pt x="1001" y="363"/>
                    <a:pt x="1001" y="361"/>
                    <a:pt x="1002" y="360"/>
                  </a:cubicBezTo>
                  <a:cubicBezTo>
                    <a:pt x="1003" y="359"/>
                    <a:pt x="1003" y="358"/>
                    <a:pt x="1002" y="356"/>
                  </a:cubicBezTo>
                  <a:cubicBezTo>
                    <a:pt x="1002" y="354"/>
                    <a:pt x="1003" y="354"/>
                    <a:pt x="1005" y="352"/>
                  </a:cubicBezTo>
                  <a:cubicBezTo>
                    <a:pt x="1007" y="351"/>
                    <a:pt x="1009" y="351"/>
                    <a:pt x="1008" y="349"/>
                  </a:cubicBezTo>
                  <a:cubicBezTo>
                    <a:pt x="1008" y="346"/>
                    <a:pt x="1006" y="345"/>
                    <a:pt x="1006" y="343"/>
                  </a:cubicBezTo>
                  <a:cubicBezTo>
                    <a:pt x="1006" y="341"/>
                    <a:pt x="1006" y="341"/>
                    <a:pt x="1007" y="339"/>
                  </a:cubicBezTo>
                  <a:cubicBezTo>
                    <a:pt x="1007" y="337"/>
                    <a:pt x="1006" y="336"/>
                    <a:pt x="1003" y="335"/>
                  </a:cubicBezTo>
                  <a:cubicBezTo>
                    <a:pt x="1001" y="333"/>
                    <a:pt x="996" y="332"/>
                    <a:pt x="996" y="330"/>
                  </a:cubicBezTo>
                  <a:cubicBezTo>
                    <a:pt x="996" y="328"/>
                    <a:pt x="995" y="326"/>
                    <a:pt x="994" y="324"/>
                  </a:cubicBezTo>
                  <a:cubicBezTo>
                    <a:pt x="994" y="322"/>
                    <a:pt x="990" y="320"/>
                    <a:pt x="989" y="319"/>
                  </a:cubicBezTo>
                  <a:cubicBezTo>
                    <a:pt x="988" y="317"/>
                    <a:pt x="988" y="315"/>
                    <a:pt x="985" y="315"/>
                  </a:cubicBezTo>
                  <a:cubicBezTo>
                    <a:pt x="982" y="315"/>
                    <a:pt x="979" y="316"/>
                    <a:pt x="977" y="317"/>
                  </a:cubicBezTo>
                  <a:cubicBezTo>
                    <a:pt x="976" y="318"/>
                    <a:pt x="972" y="317"/>
                    <a:pt x="971" y="318"/>
                  </a:cubicBezTo>
                  <a:cubicBezTo>
                    <a:pt x="969" y="319"/>
                    <a:pt x="967" y="320"/>
                    <a:pt x="965" y="319"/>
                  </a:cubicBezTo>
                  <a:cubicBezTo>
                    <a:pt x="963" y="318"/>
                    <a:pt x="953" y="317"/>
                    <a:pt x="951" y="317"/>
                  </a:cubicBezTo>
                  <a:cubicBezTo>
                    <a:pt x="950" y="318"/>
                    <a:pt x="948" y="320"/>
                    <a:pt x="947" y="320"/>
                  </a:cubicBezTo>
                  <a:cubicBezTo>
                    <a:pt x="947" y="321"/>
                    <a:pt x="944" y="323"/>
                    <a:pt x="942" y="321"/>
                  </a:cubicBezTo>
                  <a:cubicBezTo>
                    <a:pt x="940" y="320"/>
                    <a:pt x="941" y="320"/>
                    <a:pt x="943" y="319"/>
                  </a:cubicBezTo>
                  <a:cubicBezTo>
                    <a:pt x="945" y="318"/>
                    <a:pt x="946" y="317"/>
                    <a:pt x="946" y="316"/>
                  </a:cubicBezTo>
                  <a:cubicBezTo>
                    <a:pt x="945" y="315"/>
                    <a:pt x="942" y="315"/>
                    <a:pt x="938" y="314"/>
                  </a:cubicBezTo>
                  <a:cubicBezTo>
                    <a:pt x="934" y="314"/>
                    <a:pt x="931" y="313"/>
                    <a:pt x="930" y="313"/>
                  </a:cubicBezTo>
                  <a:cubicBezTo>
                    <a:pt x="930" y="312"/>
                    <a:pt x="929" y="311"/>
                    <a:pt x="930" y="310"/>
                  </a:cubicBezTo>
                  <a:cubicBezTo>
                    <a:pt x="932" y="308"/>
                    <a:pt x="933" y="308"/>
                    <a:pt x="934" y="307"/>
                  </a:cubicBezTo>
                  <a:cubicBezTo>
                    <a:pt x="935" y="306"/>
                    <a:pt x="937" y="305"/>
                    <a:pt x="935" y="305"/>
                  </a:cubicBezTo>
                  <a:cubicBezTo>
                    <a:pt x="933" y="305"/>
                    <a:pt x="933" y="303"/>
                    <a:pt x="930" y="305"/>
                  </a:cubicBezTo>
                  <a:cubicBezTo>
                    <a:pt x="928" y="306"/>
                    <a:pt x="930" y="307"/>
                    <a:pt x="927" y="307"/>
                  </a:cubicBezTo>
                  <a:cubicBezTo>
                    <a:pt x="925" y="306"/>
                    <a:pt x="925" y="306"/>
                    <a:pt x="922" y="305"/>
                  </a:cubicBezTo>
                  <a:cubicBezTo>
                    <a:pt x="920" y="303"/>
                    <a:pt x="917" y="304"/>
                    <a:pt x="917" y="302"/>
                  </a:cubicBezTo>
                  <a:cubicBezTo>
                    <a:pt x="917" y="301"/>
                    <a:pt x="920" y="302"/>
                    <a:pt x="920" y="300"/>
                  </a:cubicBezTo>
                  <a:cubicBezTo>
                    <a:pt x="921" y="299"/>
                    <a:pt x="922" y="298"/>
                    <a:pt x="919" y="296"/>
                  </a:cubicBezTo>
                  <a:cubicBezTo>
                    <a:pt x="916" y="295"/>
                    <a:pt x="912" y="294"/>
                    <a:pt x="912" y="293"/>
                  </a:cubicBezTo>
                  <a:cubicBezTo>
                    <a:pt x="912" y="292"/>
                    <a:pt x="913" y="290"/>
                    <a:pt x="915" y="290"/>
                  </a:cubicBezTo>
                  <a:cubicBezTo>
                    <a:pt x="917" y="291"/>
                    <a:pt x="917" y="291"/>
                    <a:pt x="919" y="290"/>
                  </a:cubicBezTo>
                  <a:cubicBezTo>
                    <a:pt x="921" y="290"/>
                    <a:pt x="921" y="288"/>
                    <a:pt x="923" y="288"/>
                  </a:cubicBezTo>
                  <a:cubicBezTo>
                    <a:pt x="925" y="287"/>
                    <a:pt x="926" y="287"/>
                    <a:pt x="927" y="287"/>
                  </a:cubicBezTo>
                  <a:cubicBezTo>
                    <a:pt x="928" y="286"/>
                    <a:pt x="929" y="285"/>
                    <a:pt x="931" y="286"/>
                  </a:cubicBezTo>
                  <a:cubicBezTo>
                    <a:pt x="934" y="286"/>
                    <a:pt x="935" y="287"/>
                    <a:pt x="936" y="288"/>
                  </a:cubicBezTo>
                  <a:cubicBezTo>
                    <a:pt x="938" y="289"/>
                    <a:pt x="940" y="289"/>
                    <a:pt x="942" y="289"/>
                  </a:cubicBezTo>
                  <a:cubicBezTo>
                    <a:pt x="944" y="289"/>
                    <a:pt x="943" y="289"/>
                    <a:pt x="947" y="290"/>
                  </a:cubicBezTo>
                  <a:cubicBezTo>
                    <a:pt x="951" y="291"/>
                    <a:pt x="952" y="291"/>
                    <a:pt x="955" y="291"/>
                  </a:cubicBezTo>
                  <a:cubicBezTo>
                    <a:pt x="958" y="291"/>
                    <a:pt x="960" y="292"/>
                    <a:pt x="961" y="292"/>
                  </a:cubicBezTo>
                  <a:cubicBezTo>
                    <a:pt x="963" y="293"/>
                    <a:pt x="966" y="293"/>
                    <a:pt x="969" y="293"/>
                  </a:cubicBezTo>
                  <a:cubicBezTo>
                    <a:pt x="971" y="293"/>
                    <a:pt x="970" y="292"/>
                    <a:pt x="973" y="294"/>
                  </a:cubicBezTo>
                  <a:cubicBezTo>
                    <a:pt x="976" y="297"/>
                    <a:pt x="976" y="297"/>
                    <a:pt x="978" y="299"/>
                  </a:cubicBezTo>
                  <a:cubicBezTo>
                    <a:pt x="981" y="300"/>
                    <a:pt x="981" y="299"/>
                    <a:pt x="982" y="302"/>
                  </a:cubicBezTo>
                  <a:cubicBezTo>
                    <a:pt x="982" y="304"/>
                    <a:pt x="983" y="305"/>
                    <a:pt x="981" y="307"/>
                  </a:cubicBezTo>
                  <a:cubicBezTo>
                    <a:pt x="978" y="308"/>
                    <a:pt x="979" y="308"/>
                    <a:pt x="976" y="310"/>
                  </a:cubicBezTo>
                  <a:cubicBezTo>
                    <a:pt x="974" y="313"/>
                    <a:pt x="974" y="313"/>
                    <a:pt x="975" y="314"/>
                  </a:cubicBezTo>
                  <a:cubicBezTo>
                    <a:pt x="976" y="314"/>
                    <a:pt x="977" y="315"/>
                    <a:pt x="979" y="314"/>
                  </a:cubicBezTo>
                  <a:cubicBezTo>
                    <a:pt x="980" y="313"/>
                    <a:pt x="983" y="309"/>
                    <a:pt x="985" y="308"/>
                  </a:cubicBezTo>
                  <a:cubicBezTo>
                    <a:pt x="988" y="306"/>
                    <a:pt x="991" y="306"/>
                    <a:pt x="992" y="306"/>
                  </a:cubicBezTo>
                  <a:cubicBezTo>
                    <a:pt x="994" y="306"/>
                    <a:pt x="995" y="307"/>
                    <a:pt x="997" y="307"/>
                  </a:cubicBezTo>
                  <a:cubicBezTo>
                    <a:pt x="1000" y="307"/>
                    <a:pt x="1003" y="306"/>
                    <a:pt x="1005" y="306"/>
                  </a:cubicBezTo>
                  <a:cubicBezTo>
                    <a:pt x="1007" y="305"/>
                    <a:pt x="1008" y="305"/>
                    <a:pt x="1010" y="304"/>
                  </a:cubicBezTo>
                  <a:cubicBezTo>
                    <a:pt x="1012" y="304"/>
                    <a:pt x="1013" y="303"/>
                    <a:pt x="1015" y="303"/>
                  </a:cubicBezTo>
                  <a:cubicBezTo>
                    <a:pt x="1017" y="303"/>
                    <a:pt x="1021" y="303"/>
                    <a:pt x="1024" y="304"/>
                  </a:cubicBezTo>
                  <a:cubicBezTo>
                    <a:pt x="1026" y="305"/>
                    <a:pt x="1028" y="305"/>
                    <a:pt x="1029" y="306"/>
                  </a:cubicBezTo>
                  <a:cubicBezTo>
                    <a:pt x="1030" y="307"/>
                    <a:pt x="1032" y="307"/>
                    <a:pt x="1033" y="309"/>
                  </a:cubicBezTo>
                  <a:cubicBezTo>
                    <a:pt x="1033" y="310"/>
                    <a:pt x="1033" y="311"/>
                    <a:pt x="1033" y="311"/>
                  </a:cubicBezTo>
                  <a:cubicBezTo>
                    <a:pt x="1032" y="311"/>
                    <a:pt x="1029" y="311"/>
                    <a:pt x="1027" y="310"/>
                  </a:cubicBezTo>
                  <a:cubicBezTo>
                    <a:pt x="1026" y="310"/>
                    <a:pt x="1025" y="310"/>
                    <a:pt x="1023" y="310"/>
                  </a:cubicBezTo>
                  <a:cubicBezTo>
                    <a:pt x="1022" y="310"/>
                    <a:pt x="1019" y="309"/>
                    <a:pt x="1019" y="310"/>
                  </a:cubicBezTo>
                  <a:cubicBezTo>
                    <a:pt x="1018" y="310"/>
                    <a:pt x="1017" y="311"/>
                    <a:pt x="1019" y="311"/>
                  </a:cubicBezTo>
                  <a:cubicBezTo>
                    <a:pt x="1021" y="312"/>
                    <a:pt x="1021" y="312"/>
                    <a:pt x="1024" y="312"/>
                  </a:cubicBezTo>
                  <a:cubicBezTo>
                    <a:pt x="1027" y="313"/>
                    <a:pt x="1030" y="314"/>
                    <a:pt x="1033" y="314"/>
                  </a:cubicBezTo>
                  <a:cubicBezTo>
                    <a:pt x="1035" y="315"/>
                    <a:pt x="1036" y="314"/>
                    <a:pt x="1040" y="315"/>
                  </a:cubicBezTo>
                  <a:cubicBezTo>
                    <a:pt x="1043" y="316"/>
                    <a:pt x="1041" y="314"/>
                    <a:pt x="1047" y="316"/>
                  </a:cubicBezTo>
                  <a:cubicBezTo>
                    <a:pt x="1052" y="317"/>
                    <a:pt x="1051" y="317"/>
                    <a:pt x="1055" y="317"/>
                  </a:cubicBezTo>
                  <a:cubicBezTo>
                    <a:pt x="1058" y="318"/>
                    <a:pt x="1060" y="318"/>
                    <a:pt x="1062" y="319"/>
                  </a:cubicBezTo>
                  <a:cubicBezTo>
                    <a:pt x="1064" y="321"/>
                    <a:pt x="1065" y="322"/>
                    <a:pt x="1063" y="323"/>
                  </a:cubicBezTo>
                  <a:cubicBezTo>
                    <a:pt x="1062" y="324"/>
                    <a:pt x="1060" y="324"/>
                    <a:pt x="1057" y="323"/>
                  </a:cubicBezTo>
                  <a:cubicBezTo>
                    <a:pt x="1053" y="323"/>
                    <a:pt x="1049" y="323"/>
                    <a:pt x="1047" y="323"/>
                  </a:cubicBezTo>
                  <a:cubicBezTo>
                    <a:pt x="1044" y="323"/>
                    <a:pt x="1042" y="323"/>
                    <a:pt x="1040" y="324"/>
                  </a:cubicBezTo>
                  <a:cubicBezTo>
                    <a:pt x="1037" y="324"/>
                    <a:pt x="1033" y="323"/>
                    <a:pt x="1032" y="322"/>
                  </a:cubicBezTo>
                  <a:cubicBezTo>
                    <a:pt x="1030" y="322"/>
                    <a:pt x="1027" y="322"/>
                    <a:pt x="1025" y="322"/>
                  </a:cubicBezTo>
                  <a:cubicBezTo>
                    <a:pt x="1023" y="321"/>
                    <a:pt x="1019" y="320"/>
                    <a:pt x="1018" y="320"/>
                  </a:cubicBezTo>
                  <a:cubicBezTo>
                    <a:pt x="1017" y="320"/>
                    <a:pt x="1016" y="321"/>
                    <a:pt x="1018" y="323"/>
                  </a:cubicBezTo>
                  <a:cubicBezTo>
                    <a:pt x="1021" y="324"/>
                    <a:pt x="1020" y="325"/>
                    <a:pt x="1021" y="326"/>
                  </a:cubicBezTo>
                  <a:cubicBezTo>
                    <a:pt x="1022" y="327"/>
                    <a:pt x="1024" y="327"/>
                    <a:pt x="1026" y="327"/>
                  </a:cubicBezTo>
                  <a:cubicBezTo>
                    <a:pt x="1029" y="327"/>
                    <a:pt x="1032" y="327"/>
                    <a:pt x="1034" y="328"/>
                  </a:cubicBezTo>
                  <a:cubicBezTo>
                    <a:pt x="1036" y="328"/>
                    <a:pt x="1037" y="330"/>
                    <a:pt x="1036" y="330"/>
                  </a:cubicBezTo>
                  <a:cubicBezTo>
                    <a:pt x="1034" y="330"/>
                    <a:pt x="1034" y="330"/>
                    <a:pt x="1031" y="330"/>
                  </a:cubicBezTo>
                  <a:cubicBezTo>
                    <a:pt x="1029" y="330"/>
                    <a:pt x="1027" y="329"/>
                    <a:pt x="1027" y="330"/>
                  </a:cubicBezTo>
                  <a:cubicBezTo>
                    <a:pt x="1027" y="331"/>
                    <a:pt x="1028" y="332"/>
                    <a:pt x="1028" y="333"/>
                  </a:cubicBezTo>
                  <a:cubicBezTo>
                    <a:pt x="1029" y="334"/>
                    <a:pt x="1027" y="335"/>
                    <a:pt x="1027" y="336"/>
                  </a:cubicBezTo>
                  <a:cubicBezTo>
                    <a:pt x="1026" y="337"/>
                    <a:pt x="1025" y="339"/>
                    <a:pt x="1027" y="338"/>
                  </a:cubicBezTo>
                  <a:cubicBezTo>
                    <a:pt x="1029" y="338"/>
                    <a:pt x="1028" y="337"/>
                    <a:pt x="1030" y="335"/>
                  </a:cubicBezTo>
                  <a:cubicBezTo>
                    <a:pt x="1033" y="334"/>
                    <a:pt x="1034" y="333"/>
                    <a:pt x="1037" y="333"/>
                  </a:cubicBezTo>
                  <a:cubicBezTo>
                    <a:pt x="1039" y="334"/>
                    <a:pt x="1038" y="335"/>
                    <a:pt x="1042" y="334"/>
                  </a:cubicBezTo>
                  <a:cubicBezTo>
                    <a:pt x="1046" y="333"/>
                    <a:pt x="1046" y="333"/>
                    <a:pt x="1049" y="333"/>
                  </a:cubicBezTo>
                  <a:cubicBezTo>
                    <a:pt x="1052" y="333"/>
                    <a:pt x="1053" y="334"/>
                    <a:pt x="1054" y="336"/>
                  </a:cubicBezTo>
                  <a:cubicBezTo>
                    <a:pt x="1054" y="338"/>
                    <a:pt x="1054" y="340"/>
                    <a:pt x="1056" y="340"/>
                  </a:cubicBezTo>
                  <a:cubicBezTo>
                    <a:pt x="1057" y="340"/>
                    <a:pt x="1058" y="338"/>
                    <a:pt x="1060" y="339"/>
                  </a:cubicBezTo>
                  <a:cubicBezTo>
                    <a:pt x="1061" y="340"/>
                    <a:pt x="1060" y="342"/>
                    <a:pt x="1063" y="343"/>
                  </a:cubicBezTo>
                  <a:cubicBezTo>
                    <a:pt x="1065" y="344"/>
                    <a:pt x="1065" y="344"/>
                    <a:pt x="1065" y="345"/>
                  </a:cubicBezTo>
                  <a:cubicBezTo>
                    <a:pt x="1065" y="346"/>
                    <a:pt x="1064" y="347"/>
                    <a:pt x="1062" y="347"/>
                  </a:cubicBezTo>
                  <a:cubicBezTo>
                    <a:pt x="1061" y="347"/>
                    <a:pt x="1058" y="347"/>
                    <a:pt x="1057" y="348"/>
                  </a:cubicBezTo>
                  <a:cubicBezTo>
                    <a:pt x="1056" y="349"/>
                    <a:pt x="1056" y="349"/>
                    <a:pt x="1057" y="350"/>
                  </a:cubicBezTo>
                  <a:cubicBezTo>
                    <a:pt x="1058" y="351"/>
                    <a:pt x="1059" y="352"/>
                    <a:pt x="1062" y="351"/>
                  </a:cubicBezTo>
                  <a:cubicBezTo>
                    <a:pt x="1064" y="350"/>
                    <a:pt x="1067" y="351"/>
                    <a:pt x="1068" y="351"/>
                  </a:cubicBezTo>
                  <a:cubicBezTo>
                    <a:pt x="1070" y="351"/>
                    <a:pt x="1073" y="351"/>
                    <a:pt x="1073" y="350"/>
                  </a:cubicBezTo>
                  <a:cubicBezTo>
                    <a:pt x="1074" y="349"/>
                    <a:pt x="1073" y="349"/>
                    <a:pt x="1074" y="347"/>
                  </a:cubicBezTo>
                  <a:cubicBezTo>
                    <a:pt x="1074" y="346"/>
                    <a:pt x="1075" y="345"/>
                    <a:pt x="1077" y="346"/>
                  </a:cubicBezTo>
                  <a:cubicBezTo>
                    <a:pt x="1078" y="347"/>
                    <a:pt x="1082" y="351"/>
                    <a:pt x="1083" y="352"/>
                  </a:cubicBezTo>
                  <a:cubicBezTo>
                    <a:pt x="1083" y="353"/>
                    <a:pt x="1083" y="355"/>
                    <a:pt x="1086" y="353"/>
                  </a:cubicBezTo>
                  <a:cubicBezTo>
                    <a:pt x="1089" y="352"/>
                    <a:pt x="1090" y="351"/>
                    <a:pt x="1091" y="351"/>
                  </a:cubicBezTo>
                  <a:cubicBezTo>
                    <a:pt x="1093" y="350"/>
                    <a:pt x="1094" y="349"/>
                    <a:pt x="1095" y="350"/>
                  </a:cubicBezTo>
                  <a:cubicBezTo>
                    <a:pt x="1097" y="350"/>
                    <a:pt x="1097" y="351"/>
                    <a:pt x="1098" y="352"/>
                  </a:cubicBezTo>
                  <a:cubicBezTo>
                    <a:pt x="1099" y="353"/>
                    <a:pt x="1100" y="353"/>
                    <a:pt x="1101" y="351"/>
                  </a:cubicBezTo>
                  <a:cubicBezTo>
                    <a:pt x="1103" y="350"/>
                    <a:pt x="1103" y="349"/>
                    <a:pt x="1105" y="349"/>
                  </a:cubicBezTo>
                  <a:cubicBezTo>
                    <a:pt x="1106" y="348"/>
                    <a:pt x="1109" y="350"/>
                    <a:pt x="1111" y="351"/>
                  </a:cubicBezTo>
                  <a:cubicBezTo>
                    <a:pt x="1112" y="352"/>
                    <a:pt x="1113" y="353"/>
                    <a:pt x="1116" y="355"/>
                  </a:cubicBezTo>
                  <a:cubicBezTo>
                    <a:pt x="1119" y="357"/>
                    <a:pt x="1119" y="357"/>
                    <a:pt x="1122" y="357"/>
                  </a:cubicBezTo>
                  <a:cubicBezTo>
                    <a:pt x="1124" y="357"/>
                    <a:pt x="1124" y="357"/>
                    <a:pt x="1127" y="356"/>
                  </a:cubicBezTo>
                  <a:cubicBezTo>
                    <a:pt x="1130" y="356"/>
                    <a:pt x="1130" y="356"/>
                    <a:pt x="1133" y="356"/>
                  </a:cubicBezTo>
                  <a:cubicBezTo>
                    <a:pt x="1136" y="356"/>
                    <a:pt x="1139" y="357"/>
                    <a:pt x="1139" y="356"/>
                  </a:cubicBezTo>
                  <a:cubicBezTo>
                    <a:pt x="1140" y="355"/>
                    <a:pt x="1138" y="354"/>
                    <a:pt x="1137" y="354"/>
                  </a:cubicBezTo>
                  <a:cubicBezTo>
                    <a:pt x="1136" y="354"/>
                    <a:pt x="1134" y="355"/>
                    <a:pt x="1133" y="353"/>
                  </a:cubicBezTo>
                  <a:cubicBezTo>
                    <a:pt x="1132" y="352"/>
                    <a:pt x="1131" y="351"/>
                    <a:pt x="1134" y="351"/>
                  </a:cubicBezTo>
                  <a:cubicBezTo>
                    <a:pt x="1136" y="351"/>
                    <a:pt x="1136" y="351"/>
                    <a:pt x="1138" y="350"/>
                  </a:cubicBezTo>
                  <a:cubicBezTo>
                    <a:pt x="1140" y="349"/>
                    <a:pt x="1140" y="348"/>
                    <a:pt x="1142" y="349"/>
                  </a:cubicBezTo>
                  <a:cubicBezTo>
                    <a:pt x="1144" y="349"/>
                    <a:pt x="1145" y="350"/>
                    <a:pt x="1147" y="350"/>
                  </a:cubicBezTo>
                  <a:cubicBezTo>
                    <a:pt x="1148" y="349"/>
                    <a:pt x="1148" y="348"/>
                    <a:pt x="1150" y="347"/>
                  </a:cubicBezTo>
                  <a:cubicBezTo>
                    <a:pt x="1151" y="346"/>
                    <a:pt x="1151" y="346"/>
                    <a:pt x="1154" y="346"/>
                  </a:cubicBezTo>
                  <a:cubicBezTo>
                    <a:pt x="1157" y="346"/>
                    <a:pt x="1158" y="347"/>
                    <a:pt x="1160" y="347"/>
                  </a:cubicBezTo>
                  <a:cubicBezTo>
                    <a:pt x="1162" y="347"/>
                    <a:pt x="1161" y="347"/>
                    <a:pt x="1163" y="345"/>
                  </a:cubicBezTo>
                  <a:cubicBezTo>
                    <a:pt x="1164" y="344"/>
                    <a:pt x="1165" y="344"/>
                    <a:pt x="1167" y="344"/>
                  </a:cubicBezTo>
                  <a:cubicBezTo>
                    <a:pt x="1169" y="344"/>
                    <a:pt x="1169" y="343"/>
                    <a:pt x="1171" y="341"/>
                  </a:cubicBezTo>
                  <a:cubicBezTo>
                    <a:pt x="1173" y="340"/>
                    <a:pt x="1174" y="339"/>
                    <a:pt x="1176" y="339"/>
                  </a:cubicBezTo>
                  <a:cubicBezTo>
                    <a:pt x="1179" y="339"/>
                    <a:pt x="1179" y="340"/>
                    <a:pt x="1182" y="341"/>
                  </a:cubicBezTo>
                  <a:cubicBezTo>
                    <a:pt x="1185" y="343"/>
                    <a:pt x="1183" y="345"/>
                    <a:pt x="1189" y="343"/>
                  </a:cubicBezTo>
                  <a:cubicBezTo>
                    <a:pt x="1194" y="342"/>
                    <a:pt x="1195" y="341"/>
                    <a:pt x="1200" y="339"/>
                  </a:cubicBezTo>
                  <a:close/>
                  <a:moveTo>
                    <a:pt x="1256" y="375"/>
                  </a:moveTo>
                  <a:cubicBezTo>
                    <a:pt x="1258" y="374"/>
                    <a:pt x="1259" y="375"/>
                    <a:pt x="1261" y="374"/>
                  </a:cubicBezTo>
                  <a:cubicBezTo>
                    <a:pt x="1262" y="373"/>
                    <a:pt x="1263" y="372"/>
                    <a:pt x="1264" y="372"/>
                  </a:cubicBezTo>
                  <a:cubicBezTo>
                    <a:pt x="1266" y="373"/>
                    <a:pt x="1266" y="374"/>
                    <a:pt x="1267" y="376"/>
                  </a:cubicBezTo>
                  <a:cubicBezTo>
                    <a:pt x="1268" y="377"/>
                    <a:pt x="1268" y="378"/>
                    <a:pt x="1266" y="378"/>
                  </a:cubicBezTo>
                  <a:cubicBezTo>
                    <a:pt x="1264" y="378"/>
                    <a:pt x="1259" y="377"/>
                    <a:pt x="1258" y="378"/>
                  </a:cubicBezTo>
                  <a:cubicBezTo>
                    <a:pt x="1256" y="378"/>
                    <a:pt x="1256" y="379"/>
                    <a:pt x="1255" y="379"/>
                  </a:cubicBezTo>
                  <a:cubicBezTo>
                    <a:pt x="1253" y="378"/>
                    <a:pt x="1253" y="377"/>
                    <a:pt x="1253" y="377"/>
                  </a:cubicBezTo>
                  <a:cubicBezTo>
                    <a:pt x="1254" y="376"/>
                    <a:pt x="1254" y="374"/>
                    <a:pt x="1256" y="375"/>
                  </a:cubicBezTo>
                  <a:close/>
                  <a:moveTo>
                    <a:pt x="1269" y="330"/>
                  </a:moveTo>
                  <a:cubicBezTo>
                    <a:pt x="1273" y="325"/>
                    <a:pt x="1276" y="326"/>
                    <a:pt x="1278" y="327"/>
                  </a:cubicBezTo>
                  <a:cubicBezTo>
                    <a:pt x="1280" y="327"/>
                    <a:pt x="1278" y="328"/>
                    <a:pt x="1277" y="330"/>
                  </a:cubicBezTo>
                  <a:cubicBezTo>
                    <a:pt x="1277" y="332"/>
                    <a:pt x="1276" y="332"/>
                    <a:pt x="1275" y="333"/>
                  </a:cubicBezTo>
                  <a:cubicBezTo>
                    <a:pt x="1274" y="334"/>
                    <a:pt x="1275" y="335"/>
                    <a:pt x="1276" y="336"/>
                  </a:cubicBezTo>
                  <a:cubicBezTo>
                    <a:pt x="1277" y="337"/>
                    <a:pt x="1280" y="337"/>
                    <a:pt x="1279" y="339"/>
                  </a:cubicBezTo>
                  <a:cubicBezTo>
                    <a:pt x="1279" y="340"/>
                    <a:pt x="1275" y="338"/>
                    <a:pt x="1273" y="338"/>
                  </a:cubicBezTo>
                  <a:cubicBezTo>
                    <a:pt x="1272" y="338"/>
                    <a:pt x="1267" y="340"/>
                    <a:pt x="1265" y="340"/>
                  </a:cubicBezTo>
                  <a:cubicBezTo>
                    <a:pt x="1262" y="338"/>
                    <a:pt x="1262" y="337"/>
                    <a:pt x="1262" y="336"/>
                  </a:cubicBezTo>
                  <a:cubicBezTo>
                    <a:pt x="1262" y="335"/>
                    <a:pt x="1263" y="334"/>
                    <a:pt x="1265" y="333"/>
                  </a:cubicBezTo>
                  <a:cubicBezTo>
                    <a:pt x="1267" y="332"/>
                    <a:pt x="1268" y="331"/>
                    <a:pt x="1269" y="330"/>
                  </a:cubicBezTo>
                  <a:close/>
                  <a:moveTo>
                    <a:pt x="1272" y="315"/>
                  </a:moveTo>
                  <a:cubicBezTo>
                    <a:pt x="1273" y="312"/>
                    <a:pt x="1275" y="310"/>
                    <a:pt x="1276" y="309"/>
                  </a:cubicBezTo>
                  <a:cubicBezTo>
                    <a:pt x="1276" y="308"/>
                    <a:pt x="1278" y="307"/>
                    <a:pt x="1280" y="307"/>
                  </a:cubicBezTo>
                  <a:cubicBezTo>
                    <a:pt x="1281" y="306"/>
                    <a:pt x="1284" y="308"/>
                    <a:pt x="1285" y="309"/>
                  </a:cubicBezTo>
                  <a:cubicBezTo>
                    <a:pt x="1287" y="310"/>
                    <a:pt x="1289" y="309"/>
                    <a:pt x="1289" y="309"/>
                  </a:cubicBezTo>
                  <a:cubicBezTo>
                    <a:pt x="1290" y="308"/>
                    <a:pt x="1298" y="304"/>
                    <a:pt x="1299" y="303"/>
                  </a:cubicBezTo>
                  <a:cubicBezTo>
                    <a:pt x="1301" y="301"/>
                    <a:pt x="1301" y="299"/>
                    <a:pt x="1300" y="296"/>
                  </a:cubicBezTo>
                  <a:cubicBezTo>
                    <a:pt x="1298" y="294"/>
                    <a:pt x="1298" y="293"/>
                    <a:pt x="1296" y="291"/>
                  </a:cubicBezTo>
                  <a:cubicBezTo>
                    <a:pt x="1294" y="288"/>
                    <a:pt x="1293" y="289"/>
                    <a:pt x="1290" y="290"/>
                  </a:cubicBezTo>
                  <a:cubicBezTo>
                    <a:pt x="1286" y="290"/>
                    <a:pt x="1286" y="291"/>
                    <a:pt x="1284" y="293"/>
                  </a:cubicBezTo>
                  <a:cubicBezTo>
                    <a:pt x="1281" y="296"/>
                    <a:pt x="1281" y="295"/>
                    <a:pt x="1278" y="295"/>
                  </a:cubicBezTo>
                  <a:cubicBezTo>
                    <a:pt x="1275" y="294"/>
                    <a:pt x="1276" y="292"/>
                    <a:pt x="1273" y="291"/>
                  </a:cubicBezTo>
                  <a:cubicBezTo>
                    <a:pt x="1271" y="290"/>
                    <a:pt x="1271" y="292"/>
                    <a:pt x="1269" y="292"/>
                  </a:cubicBezTo>
                  <a:cubicBezTo>
                    <a:pt x="1267" y="292"/>
                    <a:pt x="1268" y="289"/>
                    <a:pt x="1269" y="287"/>
                  </a:cubicBezTo>
                  <a:cubicBezTo>
                    <a:pt x="1271" y="285"/>
                    <a:pt x="1274" y="284"/>
                    <a:pt x="1272" y="281"/>
                  </a:cubicBezTo>
                  <a:cubicBezTo>
                    <a:pt x="1271" y="277"/>
                    <a:pt x="1270" y="280"/>
                    <a:pt x="1267" y="280"/>
                  </a:cubicBezTo>
                  <a:cubicBezTo>
                    <a:pt x="1264" y="280"/>
                    <a:pt x="1265" y="280"/>
                    <a:pt x="1263" y="280"/>
                  </a:cubicBezTo>
                  <a:cubicBezTo>
                    <a:pt x="1261" y="280"/>
                    <a:pt x="1258" y="280"/>
                    <a:pt x="1255" y="281"/>
                  </a:cubicBezTo>
                  <a:cubicBezTo>
                    <a:pt x="1253" y="283"/>
                    <a:pt x="1252" y="284"/>
                    <a:pt x="1249" y="286"/>
                  </a:cubicBezTo>
                  <a:cubicBezTo>
                    <a:pt x="1246" y="287"/>
                    <a:pt x="1247" y="285"/>
                    <a:pt x="1247" y="283"/>
                  </a:cubicBezTo>
                  <a:cubicBezTo>
                    <a:pt x="1247" y="282"/>
                    <a:pt x="1248" y="281"/>
                    <a:pt x="1247" y="280"/>
                  </a:cubicBezTo>
                  <a:cubicBezTo>
                    <a:pt x="1246" y="278"/>
                    <a:pt x="1245" y="279"/>
                    <a:pt x="1242" y="279"/>
                  </a:cubicBezTo>
                  <a:cubicBezTo>
                    <a:pt x="1239" y="278"/>
                    <a:pt x="1239" y="277"/>
                    <a:pt x="1236" y="277"/>
                  </a:cubicBezTo>
                  <a:cubicBezTo>
                    <a:pt x="1233" y="277"/>
                    <a:pt x="1231" y="277"/>
                    <a:pt x="1228" y="279"/>
                  </a:cubicBezTo>
                  <a:cubicBezTo>
                    <a:pt x="1225" y="281"/>
                    <a:pt x="1225" y="280"/>
                    <a:pt x="1221" y="281"/>
                  </a:cubicBezTo>
                  <a:cubicBezTo>
                    <a:pt x="1217" y="283"/>
                    <a:pt x="1218" y="282"/>
                    <a:pt x="1217" y="280"/>
                  </a:cubicBezTo>
                  <a:cubicBezTo>
                    <a:pt x="1215" y="277"/>
                    <a:pt x="1215" y="278"/>
                    <a:pt x="1212" y="278"/>
                  </a:cubicBezTo>
                  <a:cubicBezTo>
                    <a:pt x="1209" y="278"/>
                    <a:pt x="1211" y="276"/>
                    <a:pt x="1211" y="275"/>
                  </a:cubicBezTo>
                  <a:cubicBezTo>
                    <a:pt x="1211" y="275"/>
                    <a:pt x="1218" y="275"/>
                    <a:pt x="1221" y="275"/>
                  </a:cubicBezTo>
                  <a:cubicBezTo>
                    <a:pt x="1225" y="276"/>
                    <a:pt x="1226" y="275"/>
                    <a:pt x="1227" y="274"/>
                  </a:cubicBezTo>
                  <a:cubicBezTo>
                    <a:pt x="1228" y="273"/>
                    <a:pt x="1224" y="272"/>
                    <a:pt x="1221" y="271"/>
                  </a:cubicBezTo>
                  <a:cubicBezTo>
                    <a:pt x="1219" y="269"/>
                    <a:pt x="1219" y="269"/>
                    <a:pt x="1219" y="267"/>
                  </a:cubicBezTo>
                  <a:cubicBezTo>
                    <a:pt x="1219" y="264"/>
                    <a:pt x="1218" y="265"/>
                    <a:pt x="1215" y="261"/>
                  </a:cubicBezTo>
                  <a:cubicBezTo>
                    <a:pt x="1213" y="258"/>
                    <a:pt x="1215" y="259"/>
                    <a:pt x="1216" y="258"/>
                  </a:cubicBezTo>
                  <a:cubicBezTo>
                    <a:pt x="1217" y="258"/>
                    <a:pt x="1221" y="261"/>
                    <a:pt x="1222" y="263"/>
                  </a:cubicBezTo>
                  <a:cubicBezTo>
                    <a:pt x="1224" y="265"/>
                    <a:pt x="1227" y="266"/>
                    <a:pt x="1230" y="268"/>
                  </a:cubicBezTo>
                  <a:cubicBezTo>
                    <a:pt x="1233" y="271"/>
                    <a:pt x="1236" y="272"/>
                    <a:pt x="1239" y="272"/>
                  </a:cubicBezTo>
                  <a:cubicBezTo>
                    <a:pt x="1241" y="273"/>
                    <a:pt x="1246" y="274"/>
                    <a:pt x="1250" y="275"/>
                  </a:cubicBezTo>
                  <a:cubicBezTo>
                    <a:pt x="1253" y="276"/>
                    <a:pt x="1257" y="275"/>
                    <a:pt x="1262" y="275"/>
                  </a:cubicBezTo>
                  <a:cubicBezTo>
                    <a:pt x="1266" y="276"/>
                    <a:pt x="1274" y="274"/>
                    <a:pt x="1277" y="274"/>
                  </a:cubicBezTo>
                  <a:cubicBezTo>
                    <a:pt x="1280" y="273"/>
                    <a:pt x="1282" y="274"/>
                    <a:pt x="1285" y="272"/>
                  </a:cubicBezTo>
                  <a:cubicBezTo>
                    <a:pt x="1288" y="271"/>
                    <a:pt x="1289" y="267"/>
                    <a:pt x="1291" y="265"/>
                  </a:cubicBezTo>
                  <a:cubicBezTo>
                    <a:pt x="1293" y="263"/>
                    <a:pt x="1296" y="262"/>
                    <a:pt x="1296" y="260"/>
                  </a:cubicBezTo>
                  <a:cubicBezTo>
                    <a:pt x="1296" y="259"/>
                    <a:pt x="1296" y="259"/>
                    <a:pt x="1296" y="257"/>
                  </a:cubicBezTo>
                  <a:cubicBezTo>
                    <a:pt x="1296" y="254"/>
                    <a:pt x="1297" y="254"/>
                    <a:pt x="1296" y="253"/>
                  </a:cubicBezTo>
                  <a:cubicBezTo>
                    <a:pt x="1295" y="253"/>
                    <a:pt x="1295" y="252"/>
                    <a:pt x="1293" y="251"/>
                  </a:cubicBezTo>
                  <a:cubicBezTo>
                    <a:pt x="1292" y="250"/>
                    <a:pt x="1291" y="251"/>
                    <a:pt x="1289" y="250"/>
                  </a:cubicBezTo>
                  <a:cubicBezTo>
                    <a:pt x="1287" y="249"/>
                    <a:pt x="1289" y="248"/>
                    <a:pt x="1289" y="246"/>
                  </a:cubicBezTo>
                  <a:cubicBezTo>
                    <a:pt x="1289" y="244"/>
                    <a:pt x="1292" y="245"/>
                    <a:pt x="1295" y="245"/>
                  </a:cubicBezTo>
                  <a:cubicBezTo>
                    <a:pt x="1298" y="245"/>
                    <a:pt x="1303" y="245"/>
                    <a:pt x="1306" y="247"/>
                  </a:cubicBezTo>
                  <a:cubicBezTo>
                    <a:pt x="1309" y="248"/>
                    <a:pt x="1316" y="249"/>
                    <a:pt x="1319" y="248"/>
                  </a:cubicBezTo>
                  <a:cubicBezTo>
                    <a:pt x="1322" y="248"/>
                    <a:pt x="1325" y="248"/>
                    <a:pt x="1327" y="247"/>
                  </a:cubicBezTo>
                  <a:cubicBezTo>
                    <a:pt x="1329" y="246"/>
                    <a:pt x="1332" y="245"/>
                    <a:pt x="1334" y="244"/>
                  </a:cubicBezTo>
                  <a:cubicBezTo>
                    <a:pt x="1336" y="244"/>
                    <a:pt x="1337" y="245"/>
                    <a:pt x="1338" y="245"/>
                  </a:cubicBezTo>
                  <a:cubicBezTo>
                    <a:pt x="1339" y="245"/>
                    <a:pt x="1339" y="243"/>
                    <a:pt x="1339" y="242"/>
                  </a:cubicBezTo>
                  <a:cubicBezTo>
                    <a:pt x="1340" y="241"/>
                    <a:pt x="1339" y="240"/>
                    <a:pt x="1337" y="239"/>
                  </a:cubicBezTo>
                  <a:cubicBezTo>
                    <a:pt x="1335" y="238"/>
                    <a:pt x="1334" y="239"/>
                    <a:pt x="1332" y="239"/>
                  </a:cubicBezTo>
                  <a:cubicBezTo>
                    <a:pt x="1330" y="239"/>
                    <a:pt x="1328" y="238"/>
                    <a:pt x="1326" y="237"/>
                  </a:cubicBezTo>
                  <a:cubicBezTo>
                    <a:pt x="1323" y="237"/>
                    <a:pt x="1320" y="237"/>
                    <a:pt x="1320" y="235"/>
                  </a:cubicBezTo>
                  <a:cubicBezTo>
                    <a:pt x="1320" y="233"/>
                    <a:pt x="1327" y="235"/>
                    <a:pt x="1329" y="234"/>
                  </a:cubicBezTo>
                  <a:cubicBezTo>
                    <a:pt x="1331" y="233"/>
                    <a:pt x="1335" y="234"/>
                    <a:pt x="1337" y="234"/>
                  </a:cubicBezTo>
                  <a:cubicBezTo>
                    <a:pt x="1339" y="234"/>
                    <a:pt x="1342" y="235"/>
                    <a:pt x="1344" y="235"/>
                  </a:cubicBezTo>
                  <a:cubicBezTo>
                    <a:pt x="1346" y="235"/>
                    <a:pt x="1345" y="233"/>
                    <a:pt x="1346" y="232"/>
                  </a:cubicBezTo>
                  <a:cubicBezTo>
                    <a:pt x="1347" y="230"/>
                    <a:pt x="1350" y="227"/>
                    <a:pt x="1349" y="226"/>
                  </a:cubicBezTo>
                  <a:cubicBezTo>
                    <a:pt x="1349" y="226"/>
                    <a:pt x="1347" y="225"/>
                    <a:pt x="1346" y="225"/>
                  </a:cubicBezTo>
                  <a:cubicBezTo>
                    <a:pt x="1344" y="225"/>
                    <a:pt x="1339" y="225"/>
                    <a:pt x="1335" y="223"/>
                  </a:cubicBezTo>
                  <a:cubicBezTo>
                    <a:pt x="1332" y="222"/>
                    <a:pt x="1332" y="223"/>
                    <a:pt x="1330" y="223"/>
                  </a:cubicBezTo>
                  <a:cubicBezTo>
                    <a:pt x="1327" y="223"/>
                    <a:pt x="1325" y="222"/>
                    <a:pt x="1327" y="221"/>
                  </a:cubicBezTo>
                  <a:cubicBezTo>
                    <a:pt x="1329" y="219"/>
                    <a:pt x="1333" y="220"/>
                    <a:pt x="1336" y="220"/>
                  </a:cubicBezTo>
                  <a:cubicBezTo>
                    <a:pt x="1339" y="219"/>
                    <a:pt x="1340" y="220"/>
                    <a:pt x="1342" y="220"/>
                  </a:cubicBezTo>
                  <a:cubicBezTo>
                    <a:pt x="1345" y="220"/>
                    <a:pt x="1349" y="219"/>
                    <a:pt x="1353" y="219"/>
                  </a:cubicBezTo>
                  <a:cubicBezTo>
                    <a:pt x="1356" y="219"/>
                    <a:pt x="1361" y="219"/>
                    <a:pt x="1362" y="219"/>
                  </a:cubicBezTo>
                  <a:cubicBezTo>
                    <a:pt x="1362" y="219"/>
                    <a:pt x="1363" y="218"/>
                    <a:pt x="1363" y="217"/>
                  </a:cubicBezTo>
                  <a:cubicBezTo>
                    <a:pt x="1363" y="215"/>
                    <a:pt x="1362" y="216"/>
                    <a:pt x="1362" y="214"/>
                  </a:cubicBezTo>
                  <a:cubicBezTo>
                    <a:pt x="1362" y="212"/>
                    <a:pt x="1364" y="209"/>
                    <a:pt x="1362" y="208"/>
                  </a:cubicBezTo>
                  <a:cubicBezTo>
                    <a:pt x="1361" y="207"/>
                    <a:pt x="1359" y="207"/>
                    <a:pt x="1355" y="207"/>
                  </a:cubicBezTo>
                  <a:cubicBezTo>
                    <a:pt x="1350" y="206"/>
                    <a:pt x="1351" y="205"/>
                    <a:pt x="1349" y="205"/>
                  </a:cubicBezTo>
                  <a:cubicBezTo>
                    <a:pt x="1347" y="204"/>
                    <a:pt x="1343" y="205"/>
                    <a:pt x="1341" y="205"/>
                  </a:cubicBezTo>
                  <a:cubicBezTo>
                    <a:pt x="1339" y="205"/>
                    <a:pt x="1335" y="206"/>
                    <a:pt x="1334" y="206"/>
                  </a:cubicBezTo>
                  <a:cubicBezTo>
                    <a:pt x="1333" y="207"/>
                    <a:pt x="1331" y="207"/>
                    <a:pt x="1330" y="206"/>
                  </a:cubicBezTo>
                  <a:cubicBezTo>
                    <a:pt x="1329" y="206"/>
                    <a:pt x="1331" y="204"/>
                    <a:pt x="1333" y="203"/>
                  </a:cubicBezTo>
                  <a:cubicBezTo>
                    <a:pt x="1334" y="202"/>
                    <a:pt x="1335" y="201"/>
                    <a:pt x="1335" y="200"/>
                  </a:cubicBezTo>
                  <a:cubicBezTo>
                    <a:pt x="1334" y="199"/>
                    <a:pt x="1333" y="199"/>
                    <a:pt x="1330" y="200"/>
                  </a:cubicBezTo>
                  <a:cubicBezTo>
                    <a:pt x="1328" y="200"/>
                    <a:pt x="1327" y="200"/>
                    <a:pt x="1323" y="199"/>
                  </a:cubicBezTo>
                  <a:cubicBezTo>
                    <a:pt x="1319" y="199"/>
                    <a:pt x="1319" y="199"/>
                    <a:pt x="1317" y="200"/>
                  </a:cubicBezTo>
                  <a:cubicBezTo>
                    <a:pt x="1315" y="201"/>
                    <a:pt x="1313" y="200"/>
                    <a:pt x="1310" y="200"/>
                  </a:cubicBezTo>
                  <a:cubicBezTo>
                    <a:pt x="1306" y="200"/>
                    <a:pt x="1304" y="201"/>
                    <a:pt x="1302" y="202"/>
                  </a:cubicBezTo>
                  <a:cubicBezTo>
                    <a:pt x="1301" y="203"/>
                    <a:pt x="1298" y="206"/>
                    <a:pt x="1295" y="208"/>
                  </a:cubicBezTo>
                  <a:cubicBezTo>
                    <a:pt x="1293" y="210"/>
                    <a:pt x="1292" y="209"/>
                    <a:pt x="1291" y="208"/>
                  </a:cubicBezTo>
                  <a:cubicBezTo>
                    <a:pt x="1290" y="207"/>
                    <a:pt x="1293" y="205"/>
                    <a:pt x="1294" y="204"/>
                  </a:cubicBezTo>
                  <a:cubicBezTo>
                    <a:pt x="1296" y="203"/>
                    <a:pt x="1297" y="201"/>
                    <a:pt x="1298" y="200"/>
                  </a:cubicBezTo>
                  <a:cubicBezTo>
                    <a:pt x="1298" y="199"/>
                    <a:pt x="1298" y="199"/>
                    <a:pt x="1295" y="199"/>
                  </a:cubicBezTo>
                  <a:cubicBezTo>
                    <a:pt x="1292" y="199"/>
                    <a:pt x="1289" y="199"/>
                    <a:pt x="1287" y="199"/>
                  </a:cubicBezTo>
                  <a:cubicBezTo>
                    <a:pt x="1284" y="200"/>
                    <a:pt x="1282" y="198"/>
                    <a:pt x="1282" y="197"/>
                  </a:cubicBezTo>
                  <a:cubicBezTo>
                    <a:pt x="1281" y="195"/>
                    <a:pt x="1287" y="196"/>
                    <a:pt x="1289" y="196"/>
                  </a:cubicBezTo>
                  <a:cubicBezTo>
                    <a:pt x="1292" y="196"/>
                    <a:pt x="1296" y="196"/>
                    <a:pt x="1299" y="196"/>
                  </a:cubicBezTo>
                  <a:cubicBezTo>
                    <a:pt x="1301" y="196"/>
                    <a:pt x="1304" y="197"/>
                    <a:pt x="1306" y="197"/>
                  </a:cubicBezTo>
                  <a:cubicBezTo>
                    <a:pt x="1308" y="197"/>
                    <a:pt x="1312" y="197"/>
                    <a:pt x="1315" y="198"/>
                  </a:cubicBezTo>
                  <a:cubicBezTo>
                    <a:pt x="1318" y="198"/>
                    <a:pt x="1324" y="196"/>
                    <a:pt x="1325" y="196"/>
                  </a:cubicBezTo>
                  <a:cubicBezTo>
                    <a:pt x="1327" y="195"/>
                    <a:pt x="1326" y="194"/>
                    <a:pt x="1325" y="193"/>
                  </a:cubicBezTo>
                  <a:cubicBezTo>
                    <a:pt x="1324" y="192"/>
                    <a:pt x="1321" y="193"/>
                    <a:pt x="1318" y="193"/>
                  </a:cubicBezTo>
                  <a:cubicBezTo>
                    <a:pt x="1315" y="194"/>
                    <a:pt x="1312" y="193"/>
                    <a:pt x="1309" y="193"/>
                  </a:cubicBezTo>
                  <a:cubicBezTo>
                    <a:pt x="1306" y="192"/>
                    <a:pt x="1304" y="193"/>
                    <a:pt x="1300" y="193"/>
                  </a:cubicBezTo>
                  <a:cubicBezTo>
                    <a:pt x="1297" y="193"/>
                    <a:pt x="1296" y="193"/>
                    <a:pt x="1294" y="192"/>
                  </a:cubicBezTo>
                  <a:cubicBezTo>
                    <a:pt x="1292" y="191"/>
                    <a:pt x="1294" y="190"/>
                    <a:pt x="1296" y="190"/>
                  </a:cubicBezTo>
                  <a:cubicBezTo>
                    <a:pt x="1298" y="190"/>
                    <a:pt x="1303" y="190"/>
                    <a:pt x="1305" y="191"/>
                  </a:cubicBezTo>
                  <a:cubicBezTo>
                    <a:pt x="1308" y="192"/>
                    <a:pt x="1309" y="191"/>
                    <a:pt x="1311" y="191"/>
                  </a:cubicBezTo>
                  <a:cubicBezTo>
                    <a:pt x="1313" y="191"/>
                    <a:pt x="1316" y="190"/>
                    <a:pt x="1319" y="190"/>
                  </a:cubicBezTo>
                  <a:cubicBezTo>
                    <a:pt x="1322" y="190"/>
                    <a:pt x="1323" y="190"/>
                    <a:pt x="1326" y="191"/>
                  </a:cubicBezTo>
                  <a:cubicBezTo>
                    <a:pt x="1329" y="191"/>
                    <a:pt x="1331" y="190"/>
                    <a:pt x="1332" y="190"/>
                  </a:cubicBezTo>
                  <a:cubicBezTo>
                    <a:pt x="1333" y="189"/>
                    <a:pt x="1331" y="188"/>
                    <a:pt x="1329" y="187"/>
                  </a:cubicBezTo>
                  <a:cubicBezTo>
                    <a:pt x="1328" y="186"/>
                    <a:pt x="1325" y="187"/>
                    <a:pt x="1323" y="187"/>
                  </a:cubicBezTo>
                  <a:cubicBezTo>
                    <a:pt x="1320" y="186"/>
                    <a:pt x="1318" y="187"/>
                    <a:pt x="1316" y="187"/>
                  </a:cubicBezTo>
                  <a:cubicBezTo>
                    <a:pt x="1314" y="188"/>
                    <a:pt x="1312" y="188"/>
                    <a:pt x="1309" y="188"/>
                  </a:cubicBezTo>
                  <a:cubicBezTo>
                    <a:pt x="1305" y="188"/>
                    <a:pt x="1306" y="187"/>
                    <a:pt x="1304" y="186"/>
                  </a:cubicBezTo>
                  <a:cubicBezTo>
                    <a:pt x="1302" y="184"/>
                    <a:pt x="1302" y="185"/>
                    <a:pt x="1298" y="185"/>
                  </a:cubicBezTo>
                  <a:cubicBezTo>
                    <a:pt x="1295" y="185"/>
                    <a:pt x="1296" y="183"/>
                    <a:pt x="1296" y="183"/>
                  </a:cubicBezTo>
                  <a:cubicBezTo>
                    <a:pt x="1297" y="183"/>
                    <a:pt x="1302" y="183"/>
                    <a:pt x="1303" y="184"/>
                  </a:cubicBezTo>
                  <a:cubicBezTo>
                    <a:pt x="1305" y="184"/>
                    <a:pt x="1308" y="184"/>
                    <a:pt x="1310" y="184"/>
                  </a:cubicBezTo>
                  <a:cubicBezTo>
                    <a:pt x="1311" y="185"/>
                    <a:pt x="1312" y="184"/>
                    <a:pt x="1312" y="184"/>
                  </a:cubicBezTo>
                  <a:cubicBezTo>
                    <a:pt x="1313" y="183"/>
                    <a:pt x="1311" y="182"/>
                    <a:pt x="1311" y="181"/>
                  </a:cubicBezTo>
                  <a:cubicBezTo>
                    <a:pt x="1310" y="180"/>
                    <a:pt x="1310" y="179"/>
                    <a:pt x="1312" y="179"/>
                  </a:cubicBezTo>
                  <a:cubicBezTo>
                    <a:pt x="1313" y="179"/>
                    <a:pt x="1316" y="181"/>
                    <a:pt x="1318" y="181"/>
                  </a:cubicBezTo>
                  <a:cubicBezTo>
                    <a:pt x="1319" y="182"/>
                    <a:pt x="1321" y="183"/>
                    <a:pt x="1321" y="183"/>
                  </a:cubicBezTo>
                  <a:cubicBezTo>
                    <a:pt x="1322" y="183"/>
                    <a:pt x="1326" y="184"/>
                    <a:pt x="1328" y="183"/>
                  </a:cubicBezTo>
                  <a:cubicBezTo>
                    <a:pt x="1330" y="183"/>
                    <a:pt x="1333" y="183"/>
                    <a:pt x="1334" y="183"/>
                  </a:cubicBezTo>
                  <a:cubicBezTo>
                    <a:pt x="1336" y="183"/>
                    <a:pt x="1336" y="183"/>
                    <a:pt x="1335" y="182"/>
                  </a:cubicBezTo>
                  <a:cubicBezTo>
                    <a:pt x="1335" y="181"/>
                    <a:pt x="1334" y="180"/>
                    <a:pt x="1332" y="180"/>
                  </a:cubicBezTo>
                  <a:cubicBezTo>
                    <a:pt x="1331" y="179"/>
                    <a:pt x="1328" y="179"/>
                    <a:pt x="1326" y="178"/>
                  </a:cubicBezTo>
                  <a:cubicBezTo>
                    <a:pt x="1324" y="177"/>
                    <a:pt x="1320" y="177"/>
                    <a:pt x="1318" y="177"/>
                  </a:cubicBezTo>
                  <a:cubicBezTo>
                    <a:pt x="1317" y="177"/>
                    <a:pt x="1316" y="175"/>
                    <a:pt x="1316" y="174"/>
                  </a:cubicBezTo>
                  <a:cubicBezTo>
                    <a:pt x="1315" y="173"/>
                    <a:pt x="1319" y="174"/>
                    <a:pt x="1321" y="174"/>
                  </a:cubicBezTo>
                  <a:cubicBezTo>
                    <a:pt x="1322" y="174"/>
                    <a:pt x="1326" y="175"/>
                    <a:pt x="1328" y="175"/>
                  </a:cubicBezTo>
                  <a:cubicBezTo>
                    <a:pt x="1330" y="175"/>
                    <a:pt x="1334" y="176"/>
                    <a:pt x="1336" y="178"/>
                  </a:cubicBezTo>
                  <a:cubicBezTo>
                    <a:pt x="1338" y="179"/>
                    <a:pt x="1341" y="178"/>
                    <a:pt x="1344" y="178"/>
                  </a:cubicBezTo>
                  <a:cubicBezTo>
                    <a:pt x="1347" y="179"/>
                    <a:pt x="1349" y="180"/>
                    <a:pt x="1352" y="181"/>
                  </a:cubicBezTo>
                  <a:cubicBezTo>
                    <a:pt x="1355" y="182"/>
                    <a:pt x="1356" y="182"/>
                    <a:pt x="1358" y="181"/>
                  </a:cubicBezTo>
                  <a:cubicBezTo>
                    <a:pt x="1359" y="181"/>
                    <a:pt x="1358" y="178"/>
                    <a:pt x="1359" y="177"/>
                  </a:cubicBezTo>
                  <a:cubicBezTo>
                    <a:pt x="1360" y="177"/>
                    <a:pt x="1363" y="178"/>
                    <a:pt x="1366" y="179"/>
                  </a:cubicBezTo>
                  <a:cubicBezTo>
                    <a:pt x="1368" y="180"/>
                    <a:pt x="1372" y="180"/>
                    <a:pt x="1377" y="180"/>
                  </a:cubicBezTo>
                  <a:cubicBezTo>
                    <a:pt x="1382" y="180"/>
                    <a:pt x="1383" y="179"/>
                    <a:pt x="1386" y="178"/>
                  </a:cubicBezTo>
                  <a:cubicBezTo>
                    <a:pt x="1388" y="176"/>
                    <a:pt x="1392" y="176"/>
                    <a:pt x="1394" y="174"/>
                  </a:cubicBezTo>
                  <a:cubicBezTo>
                    <a:pt x="1396" y="173"/>
                    <a:pt x="1396" y="171"/>
                    <a:pt x="1395" y="169"/>
                  </a:cubicBezTo>
                  <a:cubicBezTo>
                    <a:pt x="1395" y="167"/>
                    <a:pt x="1394" y="165"/>
                    <a:pt x="1393" y="165"/>
                  </a:cubicBezTo>
                  <a:cubicBezTo>
                    <a:pt x="1391" y="164"/>
                    <a:pt x="1389" y="164"/>
                    <a:pt x="1387" y="164"/>
                  </a:cubicBezTo>
                  <a:cubicBezTo>
                    <a:pt x="1385" y="164"/>
                    <a:pt x="1382" y="164"/>
                    <a:pt x="1379" y="164"/>
                  </a:cubicBezTo>
                  <a:cubicBezTo>
                    <a:pt x="1376" y="163"/>
                    <a:pt x="1376" y="164"/>
                    <a:pt x="1373" y="164"/>
                  </a:cubicBezTo>
                  <a:cubicBezTo>
                    <a:pt x="1371" y="164"/>
                    <a:pt x="1369" y="164"/>
                    <a:pt x="1367" y="164"/>
                  </a:cubicBezTo>
                  <a:cubicBezTo>
                    <a:pt x="1365" y="164"/>
                    <a:pt x="1363" y="161"/>
                    <a:pt x="1363" y="160"/>
                  </a:cubicBezTo>
                  <a:cubicBezTo>
                    <a:pt x="1363" y="158"/>
                    <a:pt x="1368" y="159"/>
                    <a:pt x="1371" y="159"/>
                  </a:cubicBezTo>
                  <a:cubicBezTo>
                    <a:pt x="1374" y="159"/>
                    <a:pt x="1379" y="158"/>
                    <a:pt x="1382" y="158"/>
                  </a:cubicBezTo>
                  <a:cubicBezTo>
                    <a:pt x="1384" y="158"/>
                    <a:pt x="1384" y="160"/>
                    <a:pt x="1387" y="160"/>
                  </a:cubicBezTo>
                  <a:cubicBezTo>
                    <a:pt x="1389" y="161"/>
                    <a:pt x="1395" y="160"/>
                    <a:pt x="1396" y="160"/>
                  </a:cubicBezTo>
                  <a:cubicBezTo>
                    <a:pt x="1397" y="160"/>
                    <a:pt x="1401" y="161"/>
                    <a:pt x="1401" y="162"/>
                  </a:cubicBezTo>
                  <a:cubicBezTo>
                    <a:pt x="1401" y="163"/>
                    <a:pt x="1400" y="164"/>
                    <a:pt x="1400" y="165"/>
                  </a:cubicBezTo>
                  <a:cubicBezTo>
                    <a:pt x="1400" y="166"/>
                    <a:pt x="1403" y="167"/>
                    <a:pt x="1406" y="167"/>
                  </a:cubicBezTo>
                  <a:cubicBezTo>
                    <a:pt x="1409" y="168"/>
                    <a:pt x="1410" y="169"/>
                    <a:pt x="1412" y="169"/>
                  </a:cubicBezTo>
                  <a:cubicBezTo>
                    <a:pt x="1414" y="170"/>
                    <a:pt x="1418" y="170"/>
                    <a:pt x="1420" y="169"/>
                  </a:cubicBezTo>
                  <a:cubicBezTo>
                    <a:pt x="1422" y="168"/>
                    <a:pt x="1425" y="167"/>
                    <a:pt x="1428" y="167"/>
                  </a:cubicBezTo>
                  <a:cubicBezTo>
                    <a:pt x="1431" y="166"/>
                    <a:pt x="1433" y="165"/>
                    <a:pt x="1436" y="165"/>
                  </a:cubicBezTo>
                  <a:cubicBezTo>
                    <a:pt x="1438" y="164"/>
                    <a:pt x="1438" y="163"/>
                    <a:pt x="1438" y="161"/>
                  </a:cubicBezTo>
                  <a:cubicBezTo>
                    <a:pt x="1438" y="160"/>
                    <a:pt x="1437" y="160"/>
                    <a:pt x="1435" y="160"/>
                  </a:cubicBezTo>
                  <a:cubicBezTo>
                    <a:pt x="1434" y="160"/>
                    <a:pt x="1433" y="159"/>
                    <a:pt x="1433" y="157"/>
                  </a:cubicBezTo>
                  <a:cubicBezTo>
                    <a:pt x="1433" y="156"/>
                    <a:pt x="1435" y="157"/>
                    <a:pt x="1437" y="156"/>
                  </a:cubicBezTo>
                  <a:cubicBezTo>
                    <a:pt x="1438" y="156"/>
                    <a:pt x="1441" y="155"/>
                    <a:pt x="1444" y="154"/>
                  </a:cubicBezTo>
                  <a:cubicBezTo>
                    <a:pt x="1446" y="154"/>
                    <a:pt x="1446" y="154"/>
                    <a:pt x="1447" y="152"/>
                  </a:cubicBezTo>
                  <a:cubicBezTo>
                    <a:pt x="1449" y="150"/>
                    <a:pt x="1448" y="149"/>
                    <a:pt x="1446" y="148"/>
                  </a:cubicBezTo>
                  <a:cubicBezTo>
                    <a:pt x="1443" y="147"/>
                    <a:pt x="1441" y="148"/>
                    <a:pt x="1438" y="148"/>
                  </a:cubicBezTo>
                  <a:cubicBezTo>
                    <a:pt x="1435" y="148"/>
                    <a:pt x="1433" y="149"/>
                    <a:pt x="1429" y="150"/>
                  </a:cubicBezTo>
                  <a:cubicBezTo>
                    <a:pt x="1426" y="151"/>
                    <a:pt x="1425" y="150"/>
                    <a:pt x="1421" y="150"/>
                  </a:cubicBezTo>
                  <a:cubicBezTo>
                    <a:pt x="1417" y="150"/>
                    <a:pt x="1417" y="151"/>
                    <a:pt x="1414" y="152"/>
                  </a:cubicBezTo>
                  <a:cubicBezTo>
                    <a:pt x="1412" y="152"/>
                    <a:pt x="1412" y="150"/>
                    <a:pt x="1412" y="148"/>
                  </a:cubicBezTo>
                  <a:cubicBezTo>
                    <a:pt x="1412" y="147"/>
                    <a:pt x="1414" y="147"/>
                    <a:pt x="1413" y="146"/>
                  </a:cubicBezTo>
                  <a:cubicBezTo>
                    <a:pt x="1413" y="144"/>
                    <a:pt x="1410" y="144"/>
                    <a:pt x="1410" y="142"/>
                  </a:cubicBezTo>
                  <a:cubicBezTo>
                    <a:pt x="1410" y="141"/>
                    <a:pt x="1417" y="143"/>
                    <a:pt x="1420" y="145"/>
                  </a:cubicBezTo>
                  <a:cubicBezTo>
                    <a:pt x="1423" y="147"/>
                    <a:pt x="1423" y="146"/>
                    <a:pt x="1428" y="146"/>
                  </a:cubicBezTo>
                  <a:cubicBezTo>
                    <a:pt x="1432" y="146"/>
                    <a:pt x="1435" y="146"/>
                    <a:pt x="1437" y="145"/>
                  </a:cubicBezTo>
                  <a:cubicBezTo>
                    <a:pt x="1439" y="145"/>
                    <a:pt x="1441" y="144"/>
                    <a:pt x="1443" y="144"/>
                  </a:cubicBezTo>
                  <a:cubicBezTo>
                    <a:pt x="1446" y="143"/>
                    <a:pt x="1450" y="143"/>
                    <a:pt x="1453" y="143"/>
                  </a:cubicBezTo>
                  <a:cubicBezTo>
                    <a:pt x="1456" y="143"/>
                    <a:pt x="1457" y="142"/>
                    <a:pt x="1456" y="140"/>
                  </a:cubicBezTo>
                  <a:cubicBezTo>
                    <a:pt x="1456" y="139"/>
                    <a:pt x="1452" y="139"/>
                    <a:pt x="1451" y="138"/>
                  </a:cubicBezTo>
                  <a:cubicBezTo>
                    <a:pt x="1451" y="137"/>
                    <a:pt x="1451" y="135"/>
                    <a:pt x="1451" y="133"/>
                  </a:cubicBezTo>
                  <a:cubicBezTo>
                    <a:pt x="1450" y="131"/>
                    <a:pt x="1445" y="130"/>
                    <a:pt x="1443" y="127"/>
                  </a:cubicBezTo>
                  <a:cubicBezTo>
                    <a:pt x="1441" y="125"/>
                    <a:pt x="1446" y="127"/>
                    <a:pt x="1448" y="127"/>
                  </a:cubicBezTo>
                  <a:cubicBezTo>
                    <a:pt x="1451" y="128"/>
                    <a:pt x="1455" y="130"/>
                    <a:pt x="1455" y="132"/>
                  </a:cubicBezTo>
                  <a:cubicBezTo>
                    <a:pt x="1455" y="133"/>
                    <a:pt x="1459" y="135"/>
                    <a:pt x="1463" y="135"/>
                  </a:cubicBezTo>
                  <a:cubicBezTo>
                    <a:pt x="1467" y="135"/>
                    <a:pt x="1471" y="134"/>
                    <a:pt x="1474" y="132"/>
                  </a:cubicBezTo>
                  <a:cubicBezTo>
                    <a:pt x="1476" y="131"/>
                    <a:pt x="1484" y="126"/>
                    <a:pt x="1488" y="123"/>
                  </a:cubicBezTo>
                  <a:cubicBezTo>
                    <a:pt x="1493" y="120"/>
                    <a:pt x="1510" y="108"/>
                    <a:pt x="1515" y="106"/>
                  </a:cubicBezTo>
                  <a:cubicBezTo>
                    <a:pt x="1521" y="103"/>
                    <a:pt x="1561" y="91"/>
                    <a:pt x="1564" y="89"/>
                  </a:cubicBezTo>
                  <a:cubicBezTo>
                    <a:pt x="1567" y="87"/>
                    <a:pt x="1570" y="85"/>
                    <a:pt x="1571" y="83"/>
                  </a:cubicBezTo>
                  <a:cubicBezTo>
                    <a:pt x="1572" y="81"/>
                    <a:pt x="1571" y="81"/>
                    <a:pt x="1565" y="81"/>
                  </a:cubicBezTo>
                  <a:cubicBezTo>
                    <a:pt x="1559" y="82"/>
                    <a:pt x="1553" y="83"/>
                    <a:pt x="1544" y="85"/>
                  </a:cubicBezTo>
                  <a:cubicBezTo>
                    <a:pt x="1535" y="87"/>
                    <a:pt x="1526" y="86"/>
                    <a:pt x="1517" y="88"/>
                  </a:cubicBezTo>
                  <a:cubicBezTo>
                    <a:pt x="1508" y="90"/>
                    <a:pt x="1505" y="92"/>
                    <a:pt x="1496" y="93"/>
                  </a:cubicBezTo>
                  <a:cubicBezTo>
                    <a:pt x="1487" y="94"/>
                    <a:pt x="1485" y="94"/>
                    <a:pt x="1479" y="97"/>
                  </a:cubicBezTo>
                  <a:cubicBezTo>
                    <a:pt x="1474" y="100"/>
                    <a:pt x="1464" y="101"/>
                    <a:pt x="1462" y="100"/>
                  </a:cubicBezTo>
                  <a:cubicBezTo>
                    <a:pt x="1461" y="98"/>
                    <a:pt x="1458" y="99"/>
                    <a:pt x="1456" y="97"/>
                  </a:cubicBezTo>
                  <a:cubicBezTo>
                    <a:pt x="1454" y="95"/>
                    <a:pt x="1458" y="95"/>
                    <a:pt x="1462" y="94"/>
                  </a:cubicBezTo>
                  <a:cubicBezTo>
                    <a:pt x="1466" y="93"/>
                    <a:pt x="1472" y="92"/>
                    <a:pt x="1477" y="91"/>
                  </a:cubicBezTo>
                  <a:cubicBezTo>
                    <a:pt x="1482" y="90"/>
                    <a:pt x="1487" y="89"/>
                    <a:pt x="1492" y="86"/>
                  </a:cubicBezTo>
                  <a:cubicBezTo>
                    <a:pt x="1498" y="83"/>
                    <a:pt x="1508" y="85"/>
                    <a:pt x="1516" y="85"/>
                  </a:cubicBezTo>
                  <a:cubicBezTo>
                    <a:pt x="1523" y="84"/>
                    <a:pt x="1527" y="83"/>
                    <a:pt x="1528" y="82"/>
                  </a:cubicBezTo>
                  <a:cubicBezTo>
                    <a:pt x="1528" y="80"/>
                    <a:pt x="1524" y="80"/>
                    <a:pt x="1522" y="78"/>
                  </a:cubicBezTo>
                  <a:cubicBezTo>
                    <a:pt x="1520" y="77"/>
                    <a:pt x="1516" y="78"/>
                    <a:pt x="1512" y="79"/>
                  </a:cubicBezTo>
                  <a:cubicBezTo>
                    <a:pt x="1508" y="79"/>
                    <a:pt x="1503" y="79"/>
                    <a:pt x="1499" y="80"/>
                  </a:cubicBezTo>
                  <a:cubicBezTo>
                    <a:pt x="1496" y="81"/>
                    <a:pt x="1491" y="81"/>
                    <a:pt x="1488" y="81"/>
                  </a:cubicBezTo>
                  <a:cubicBezTo>
                    <a:pt x="1485" y="81"/>
                    <a:pt x="1487" y="80"/>
                    <a:pt x="1487" y="77"/>
                  </a:cubicBezTo>
                  <a:cubicBezTo>
                    <a:pt x="1486" y="73"/>
                    <a:pt x="1483" y="75"/>
                    <a:pt x="1481" y="74"/>
                  </a:cubicBezTo>
                  <a:cubicBezTo>
                    <a:pt x="1478" y="72"/>
                    <a:pt x="1477" y="71"/>
                    <a:pt x="1475" y="69"/>
                  </a:cubicBezTo>
                  <a:cubicBezTo>
                    <a:pt x="1474" y="66"/>
                    <a:pt x="1488" y="71"/>
                    <a:pt x="1489" y="73"/>
                  </a:cubicBezTo>
                  <a:cubicBezTo>
                    <a:pt x="1491" y="75"/>
                    <a:pt x="1496" y="75"/>
                    <a:pt x="1499" y="75"/>
                  </a:cubicBezTo>
                  <a:cubicBezTo>
                    <a:pt x="1502" y="75"/>
                    <a:pt x="1510" y="75"/>
                    <a:pt x="1515" y="75"/>
                  </a:cubicBezTo>
                  <a:cubicBezTo>
                    <a:pt x="1519" y="75"/>
                    <a:pt x="1530" y="76"/>
                    <a:pt x="1534" y="76"/>
                  </a:cubicBezTo>
                  <a:cubicBezTo>
                    <a:pt x="1537" y="76"/>
                    <a:pt x="1550" y="75"/>
                    <a:pt x="1557" y="73"/>
                  </a:cubicBezTo>
                  <a:cubicBezTo>
                    <a:pt x="1564" y="72"/>
                    <a:pt x="1573" y="72"/>
                    <a:pt x="1579" y="71"/>
                  </a:cubicBezTo>
                  <a:cubicBezTo>
                    <a:pt x="1585" y="70"/>
                    <a:pt x="1586" y="68"/>
                    <a:pt x="1593" y="63"/>
                  </a:cubicBezTo>
                  <a:cubicBezTo>
                    <a:pt x="1600" y="58"/>
                    <a:pt x="1608" y="57"/>
                    <a:pt x="1612" y="56"/>
                  </a:cubicBezTo>
                  <a:cubicBezTo>
                    <a:pt x="1616" y="55"/>
                    <a:pt x="1621" y="52"/>
                    <a:pt x="1627" y="48"/>
                  </a:cubicBezTo>
                  <a:cubicBezTo>
                    <a:pt x="1633" y="43"/>
                    <a:pt x="1643" y="42"/>
                    <a:pt x="1645" y="40"/>
                  </a:cubicBezTo>
                  <a:cubicBezTo>
                    <a:pt x="1646" y="39"/>
                    <a:pt x="1643" y="38"/>
                    <a:pt x="1642" y="36"/>
                  </a:cubicBezTo>
                  <a:cubicBezTo>
                    <a:pt x="1640" y="33"/>
                    <a:pt x="1638" y="33"/>
                    <a:pt x="1633" y="33"/>
                  </a:cubicBezTo>
                  <a:cubicBezTo>
                    <a:pt x="1628" y="32"/>
                    <a:pt x="1624" y="33"/>
                    <a:pt x="1620" y="33"/>
                  </a:cubicBezTo>
                  <a:cubicBezTo>
                    <a:pt x="1615" y="32"/>
                    <a:pt x="1611" y="32"/>
                    <a:pt x="1608" y="33"/>
                  </a:cubicBezTo>
                  <a:cubicBezTo>
                    <a:pt x="1605" y="33"/>
                    <a:pt x="1604" y="34"/>
                    <a:pt x="1601" y="34"/>
                  </a:cubicBezTo>
                  <a:cubicBezTo>
                    <a:pt x="1599" y="33"/>
                    <a:pt x="1602" y="32"/>
                    <a:pt x="1602" y="31"/>
                  </a:cubicBezTo>
                  <a:cubicBezTo>
                    <a:pt x="1603" y="30"/>
                    <a:pt x="1607" y="28"/>
                    <a:pt x="1606" y="26"/>
                  </a:cubicBezTo>
                  <a:cubicBezTo>
                    <a:pt x="1606" y="25"/>
                    <a:pt x="1602" y="24"/>
                    <a:pt x="1597" y="22"/>
                  </a:cubicBezTo>
                  <a:cubicBezTo>
                    <a:pt x="1592" y="20"/>
                    <a:pt x="1595" y="21"/>
                    <a:pt x="1594" y="19"/>
                  </a:cubicBezTo>
                  <a:cubicBezTo>
                    <a:pt x="1594" y="18"/>
                    <a:pt x="1597" y="17"/>
                    <a:pt x="1597" y="15"/>
                  </a:cubicBezTo>
                  <a:cubicBezTo>
                    <a:pt x="1596" y="14"/>
                    <a:pt x="1592" y="15"/>
                    <a:pt x="1588" y="15"/>
                  </a:cubicBezTo>
                  <a:cubicBezTo>
                    <a:pt x="1583" y="15"/>
                    <a:pt x="1579" y="16"/>
                    <a:pt x="1575" y="17"/>
                  </a:cubicBezTo>
                  <a:cubicBezTo>
                    <a:pt x="1571" y="18"/>
                    <a:pt x="1570" y="17"/>
                    <a:pt x="1561" y="19"/>
                  </a:cubicBezTo>
                  <a:cubicBezTo>
                    <a:pt x="1552" y="20"/>
                    <a:pt x="1553" y="18"/>
                    <a:pt x="1550" y="17"/>
                  </a:cubicBezTo>
                  <a:cubicBezTo>
                    <a:pt x="1546" y="17"/>
                    <a:pt x="1542" y="17"/>
                    <a:pt x="1536" y="17"/>
                  </a:cubicBezTo>
                  <a:cubicBezTo>
                    <a:pt x="1530" y="18"/>
                    <a:pt x="1531" y="20"/>
                    <a:pt x="1528" y="21"/>
                  </a:cubicBezTo>
                  <a:cubicBezTo>
                    <a:pt x="1525" y="23"/>
                    <a:pt x="1522" y="23"/>
                    <a:pt x="1517" y="23"/>
                  </a:cubicBezTo>
                  <a:cubicBezTo>
                    <a:pt x="1512" y="23"/>
                    <a:pt x="1508" y="24"/>
                    <a:pt x="1503" y="24"/>
                  </a:cubicBezTo>
                  <a:cubicBezTo>
                    <a:pt x="1498" y="24"/>
                    <a:pt x="1496" y="25"/>
                    <a:pt x="1491" y="24"/>
                  </a:cubicBezTo>
                  <a:cubicBezTo>
                    <a:pt x="1487" y="24"/>
                    <a:pt x="1493" y="23"/>
                    <a:pt x="1496" y="21"/>
                  </a:cubicBezTo>
                  <a:cubicBezTo>
                    <a:pt x="1498" y="20"/>
                    <a:pt x="1504" y="20"/>
                    <a:pt x="1507" y="18"/>
                  </a:cubicBezTo>
                  <a:cubicBezTo>
                    <a:pt x="1510" y="17"/>
                    <a:pt x="1514" y="16"/>
                    <a:pt x="1520" y="14"/>
                  </a:cubicBezTo>
                  <a:cubicBezTo>
                    <a:pt x="1526" y="12"/>
                    <a:pt x="1531" y="13"/>
                    <a:pt x="1532" y="12"/>
                  </a:cubicBezTo>
                  <a:cubicBezTo>
                    <a:pt x="1534" y="11"/>
                    <a:pt x="1533" y="10"/>
                    <a:pt x="1528" y="9"/>
                  </a:cubicBezTo>
                  <a:cubicBezTo>
                    <a:pt x="1523" y="9"/>
                    <a:pt x="1508" y="8"/>
                    <a:pt x="1506" y="7"/>
                  </a:cubicBezTo>
                  <a:cubicBezTo>
                    <a:pt x="1503" y="7"/>
                    <a:pt x="1497" y="7"/>
                    <a:pt x="1490" y="7"/>
                  </a:cubicBezTo>
                  <a:cubicBezTo>
                    <a:pt x="1483" y="7"/>
                    <a:pt x="1481" y="7"/>
                    <a:pt x="1477" y="7"/>
                  </a:cubicBezTo>
                  <a:cubicBezTo>
                    <a:pt x="1473" y="8"/>
                    <a:pt x="1471" y="7"/>
                    <a:pt x="1470" y="6"/>
                  </a:cubicBezTo>
                  <a:cubicBezTo>
                    <a:pt x="1469" y="4"/>
                    <a:pt x="1472" y="4"/>
                    <a:pt x="1472" y="2"/>
                  </a:cubicBezTo>
                  <a:cubicBezTo>
                    <a:pt x="1472" y="1"/>
                    <a:pt x="1470" y="0"/>
                    <a:pt x="1466" y="1"/>
                  </a:cubicBezTo>
                  <a:cubicBezTo>
                    <a:pt x="1461" y="2"/>
                    <a:pt x="1460" y="2"/>
                    <a:pt x="1454" y="3"/>
                  </a:cubicBezTo>
                  <a:cubicBezTo>
                    <a:pt x="1448" y="4"/>
                    <a:pt x="1446" y="4"/>
                    <a:pt x="1441" y="4"/>
                  </a:cubicBezTo>
                  <a:cubicBezTo>
                    <a:pt x="1436" y="4"/>
                    <a:pt x="1436" y="4"/>
                    <a:pt x="1437" y="6"/>
                  </a:cubicBezTo>
                  <a:cubicBezTo>
                    <a:pt x="1438" y="8"/>
                    <a:pt x="1439" y="8"/>
                    <a:pt x="1442" y="9"/>
                  </a:cubicBezTo>
                  <a:cubicBezTo>
                    <a:pt x="1444" y="10"/>
                    <a:pt x="1444" y="11"/>
                    <a:pt x="1439" y="11"/>
                  </a:cubicBezTo>
                  <a:cubicBezTo>
                    <a:pt x="1434" y="11"/>
                    <a:pt x="1433" y="9"/>
                    <a:pt x="1429" y="8"/>
                  </a:cubicBezTo>
                  <a:cubicBezTo>
                    <a:pt x="1425" y="8"/>
                    <a:pt x="1425" y="7"/>
                    <a:pt x="1425" y="5"/>
                  </a:cubicBezTo>
                  <a:cubicBezTo>
                    <a:pt x="1425" y="2"/>
                    <a:pt x="1427" y="1"/>
                    <a:pt x="1425" y="0"/>
                  </a:cubicBezTo>
                  <a:cubicBezTo>
                    <a:pt x="1423" y="0"/>
                    <a:pt x="1419" y="3"/>
                    <a:pt x="1416" y="4"/>
                  </a:cubicBezTo>
                  <a:cubicBezTo>
                    <a:pt x="1412" y="6"/>
                    <a:pt x="1405" y="7"/>
                    <a:pt x="1401" y="8"/>
                  </a:cubicBezTo>
                  <a:cubicBezTo>
                    <a:pt x="1396" y="8"/>
                    <a:pt x="1394" y="9"/>
                    <a:pt x="1393" y="10"/>
                  </a:cubicBezTo>
                  <a:cubicBezTo>
                    <a:pt x="1391" y="11"/>
                    <a:pt x="1394" y="14"/>
                    <a:pt x="1395" y="14"/>
                  </a:cubicBezTo>
                  <a:cubicBezTo>
                    <a:pt x="1396" y="15"/>
                    <a:pt x="1401" y="16"/>
                    <a:pt x="1405" y="18"/>
                  </a:cubicBezTo>
                  <a:cubicBezTo>
                    <a:pt x="1409" y="19"/>
                    <a:pt x="1409" y="20"/>
                    <a:pt x="1408" y="21"/>
                  </a:cubicBezTo>
                  <a:cubicBezTo>
                    <a:pt x="1407" y="23"/>
                    <a:pt x="1403" y="21"/>
                    <a:pt x="1398" y="19"/>
                  </a:cubicBezTo>
                  <a:cubicBezTo>
                    <a:pt x="1394" y="18"/>
                    <a:pt x="1390" y="17"/>
                    <a:pt x="1386" y="16"/>
                  </a:cubicBezTo>
                  <a:cubicBezTo>
                    <a:pt x="1382" y="15"/>
                    <a:pt x="1383" y="15"/>
                    <a:pt x="1381" y="13"/>
                  </a:cubicBezTo>
                  <a:cubicBezTo>
                    <a:pt x="1379" y="11"/>
                    <a:pt x="1377" y="9"/>
                    <a:pt x="1376" y="7"/>
                  </a:cubicBezTo>
                  <a:cubicBezTo>
                    <a:pt x="1374" y="6"/>
                    <a:pt x="1372" y="7"/>
                    <a:pt x="1368" y="5"/>
                  </a:cubicBezTo>
                  <a:cubicBezTo>
                    <a:pt x="1364" y="3"/>
                    <a:pt x="1362" y="4"/>
                    <a:pt x="1358" y="4"/>
                  </a:cubicBezTo>
                  <a:cubicBezTo>
                    <a:pt x="1354" y="4"/>
                    <a:pt x="1349" y="5"/>
                    <a:pt x="1346" y="5"/>
                  </a:cubicBezTo>
                  <a:cubicBezTo>
                    <a:pt x="1342" y="5"/>
                    <a:pt x="1338" y="5"/>
                    <a:pt x="1333" y="5"/>
                  </a:cubicBezTo>
                  <a:cubicBezTo>
                    <a:pt x="1329" y="6"/>
                    <a:pt x="1325" y="6"/>
                    <a:pt x="1321" y="5"/>
                  </a:cubicBezTo>
                  <a:cubicBezTo>
                    <a:pt x="1317" y="4"/>
                    <a:pt x="1313" y="4"/>
                    <a:pt x="1311" y="5"/>
                  </a:cubicBezTo>
                  <a:cubicBezTo>
                    <a:pt x="1310" y="5"/>
                    <a:pt x="1311" y="7"/>
                    <a:pt x="1312" y="8"/>
                  </a:cubicBezTo>
                  <a:cubicBezTo>
                    <a:pt x="1312" y="9"/>
                    <a:pt x="1314" y="10"/>
                    <a:pt x="1316" y="11"/>
                  </a:cubicBezTo>
                  <a:cubicBezTo>
                    <a:pt x="1319" y="11"/>
                    <a:pt x="1320" y="13"/>
                    <a:pt x="1320" y="13"/>
                  </a:cubicBezTo>
                  <a:cubicBezTo>
                    <a:pt x="1321" y="13"/>
                    <a:pt x="1324" y="15"/>
                    <a:pt x="1326" y="15"/>
                  </a:cubicBezTo>
                  <a:cubicBezTo>
                    <a:pt x="1329" y="16"/>
                    <a:pt x="1330" y="16"/>
                    <a:pt x="1332" y="16"/>
                  </a:cubicBezTo>
                  <a:cubicBezTo>
                    <a:pt x="1334" y="16"/>
                    <a:pt x="1335" y="17"/>
                    <a:pt x="1335" y="18"/>
                  </a:cubicBezTo>
                  <a:cubicBezTo>
                    <a:pt x="1335" y="19"/>
                    <a:pt x="1332" y="19"/>
                    <a:pt x="1332" y="20"/>
                  </a:cubicBezTo>
                  <a:cubicBezTo>
                    <a:pt x="1332" y="21"/>
                    <a:pt x="1334" y="21"/>
                    <a:pt x="1335" y="22"/>
                  </a:cubicBezTo>
                  <a:cubicBezTo>
                    <a:pt x="1336" y="22"/>
                    <a:pt x="1337" y="23"/>
                    <a:pt x="1339" y="24"/>
                  </a:cubicBezTo>
                  <a:cubicBezTo>
                    <a:pt x="1341" y="25"/>
                    <a:pt x="1344" y="24"/>
                    <a:pt x="1347" y="25"/>
                  </a:cubicBezTo>
                  <a:cubicBezTo>
                    <a:pt x="1350" y="25"/>
                    <a:pt x="1347" y="25"/>
                    <a:pt x="1346" y="27"/>
                  </a:cubicBezTo>
                  <a:cubicBezTo>
                    <a:pt x="1344" y="28"/>
                    <a:pt x="1342" y="28"/>
                    <a:pt x="1339" y="29"/>
                  </a:cubicBezTo>
                  <a:cubicBezTo>
                    <a:pt x="1337" y="30"/>
                    <a:pt x="1337" y="31"/>
                    <a:pt x="1336" y="32"/>
                  </a:cubicBezTo>
                  <a:cubicBezTo>
                    <a:pt x="1334" y="33"/>
                    <a:pt x="1333" y="34"/>
                    <a:pt x="1330" y="34"/>
                  </a:cubicBezTo>
                  <a:cubicBezTo>
                    <a:pt x="1328" y="35"/>
                    <a:pt x="1330" y="33"/>
                    <a:pt x="1330" y="32"/>
                  </a:cubicBezTo>
                  <a:cubicBezTo>
                    <a:pt x="1330" y="30"/>
                    <a:pt x="1332" y="30"/>
                    <a:pt x="1333" y="29"/>
                  </a:cubicBezTo>
                  <a:cubicBezTo>
                    <a:pt x="1335" y="28"/>
                    <a:pt x="1334" y="27"/>
                    <a:pt x="1333" y="26"/>
                  </a:cubicBezTo>
                  <a:cubicBezTo>
                    <a:pt x="1331" y="25"/>
                    <a:pt x="1330" y="26"/>
                    <a:pt x="1326" y="24"/>
                  </a:cubicBezTo>
                  <a:cubicBezTo>
                    <a:pt x="1321" y="23"/>
                    <a:pt x="1323" y="23"/>
                    <a:pt x="1320" y="22"/>
                  </a:cubicBezTo>
                  <a:cubicBezTo>
                    <a:pt x="1317" y="21"/>
                    <a:pt x="1317" y="20"/>
                    <a:pt x="1315" y="18"/>
                  </a:cubicBezTo>
                  <a:cubicBezTo>
                    <a:pt x="1313" y="15"/>
                    <a:pt x="1312" y="15"/>
                    <a:pt x="1309" y="14"/>
                  </a:cubicBezTo>
                  <a:cubicBezTo>
                    <a:pt x="1307" y="13"/>
                    <a:pt x="1306" y="14"/>
                    <a:pt x="1302" y="13"/>
                  </a:cubicBezTo>
                  <a:cubicBezTo>
                    <a:pt x="1299" y="13"/>
                    <a:pt x="1296" y="12"/>
                    <a:pt x="1292" y="11"/>
                  </a:cubicBezTo>
                  <a:cubicBezTo>
                    <a:pt x="1289" y="11"/>
                    <a:pt x="1288" y="11"/>
                    <a:pt x="1284" y="11"/>
                  </a:cubicBezTo>
                  <a:cubicBezTo>
                    <a:pt x="1280" y="10"/>
                    <a:pt x="1278" y="9"/>
                    <a:pt x="1274" y="8"/>
                  </a:cubicBezTo>
                  <a:cubicBezTo>
                    <a:pt x="1270" y="8"/>
                    <a:pt x="1270" y="9"/>
                    <a:pt x="1269" y="10"/>
                  </a:cubicBezTo>
                  <a:cubicBezTo>
                    <a:pt x="1268" y="10"/>
                    <a:pt x="1267" y="11"/>
                    <a:pt x="1265" y="13"/>
                  </a:cubicBezTo>
                  <a:cubicBezTo>
                    <a:pt x="1263" y="15"/>
                    <a:pt x="1262" y="15"/>
                    <a:pt x="1262" y="17"/>
                  </a:cubicBezTo>
                  <a:cubicBezTo>
                    <a:pt x="1261" y="18"/>
                    <a:pt x="1262" y="17"/>
                    <a:pt x="1264" y="18"/>
                  </a:cubicBezTo>
                  <a:cubicBezTo>
                    <a:pt x="1265" y="19"/>
                    <a:pt x="1267" y="19"/>
                    <a:pt x="1270" y="20"/>
                  </a:cubicBezTo>
                  <a:cubicBezTo>
                    <a:pt x="1272" y="20"/>
                    <a:pt x="1273" y="20"/>
                    <a:pt x="1276" y="20"/>
                  </a:cubicBezTo>
                  <a:cubicBezTo>
                    <a:pt x="1279" y="21"/>
                    <a:pt x="1281" y="21"/>
                    <a:pt x="1284" y="21"/>
                  </a:cubicBezTo>
                  <a:cubicBezTo>
                    <a:pt x="1287" y="21"/>
                    <a:pt x="1289" y="22"/>
                    <a:pt x="1287" y="23"/>
                  </a:cubicBezTo>
                  <a:cubicBezTo>
                    <a:pt x="1285" y="24"/>
                    <a:pt x="1279" y="24"/>
                    <a:pt x="1277" y="23"/>
                  </a:cubicBezTo>
                  <a:cubicBezTo>
                    <a:pt x="1275" y="22"/>
                    <a:pt x="1269" y="23"/>
                    <a:pt x="1267" y="22"/>
                  </a:cubicBezTo>
                  <a:cubicBezTo>
                    <a:pt x="1265" y="22"/>
                    <a:pt x="1262" y="22"/>
                    <a:pt x="1260" y="22"/>
                  </a:cubicBezTo>
                  <a:cubicBezTo>
                    <a:pt x="1257" y="22"/>
                    <a:pt x="1255" y="22"/>
                    <a:pt x="1253" y="22"/>
                  </a:cubicBezTo>
                  <a:cubicBezTo>
                    <a:pt x="1251" y="22"/>
                    <a:pt x="1251" y="21"/>
                    <a:pt x="1250" y="20"/>
                  </a:cubicBezTo>
                  <a:cubicBezTo>
                    <a:pt x="1249" y="19"/>
                    <a:pt x="1249" y="18"/>
                    <a:pt x="1247" y="17"/>
                  </a:cubicBezTo>
                  <a:cubicBezTo>
                    <a:pt x="1245" y="16"/>
                    <a:pt x="1244" y="16"/>
                    <a:pt x="1243" y="16"/>
                  </a:cubicBezTo>
                  <a:cubicBezTo>
                    <a:pt x="1241" y="16"/>
                    <a:pt x="1240" y="16"/>
                    <a:pt x="1238" y="16"/>
                  </a:cubicBezTo>
                  <a:cubicBezTo>
                    <a:pt x="1236" y="15"/>
                    <a:pt x="1235" y="15"/>
                    <a:pt x="1233" y="15"/>
                  </a:cubicBezTo>
                  <a:cubicBezTo>
                    <a:pt x="1231" y="16"/>
                    <a:pt x="1229" y="16"/>
                    <a:pt x="1229" y="17"/>
                  </a:cubicBezTo>
                  <a:cubicBezTo>
                    <a:pt x="1229" y="19"/>
                    <a:pt x="1230" y="18"/>
                    <a:pt x="1232" y="20"/>
                  </a:cubicBezTo>
                  <a:cubicBezTo>
                    <a:pt x="1233" y="21"/>
                    <a:pt x="1234" y="22"/>
                    <a:pt x="1235" y="22"/>
                  </a:cubicBezTo>
                  <a:cubicBezTo>
                    <a:pt x="1236" y="23"/>
                    <a:pt x="1240" y="25"/>
                    <a:pt x="1241" y="26"/>
                  </a:cubicBezTo>
                  <a:cubicBezTo>
                    <a:pt x="1242" y="27"/>
                    <a:pt x="1244" y="28"/>
                    <a:pt x="1242" y="29"/>
                  </a:cubicBezTo>
                  <a:cubicBezTo>
                    <a:pt x="1240" y="29"/>
                    <a:pt x="1236" y="28"/>
                    <a:pt x="1233" y="27"/>
                  </a:cubicBezTo>
                  <a:cubicBezTo>
                    <a:pt x="1230" y="26"/>
                    <a:pt x="1230" y="26"/>
                    <a:pt x="1228" y="25"/>
                  </a:cubicBezTo>
                  <a:cubicBezTo>
                    <a:pt x="1225" y="23"/>
                    <a:pt x="1223" y="24"/>
                    <a:pt x="1219" y="24"/>
                  </a:cubicBezTo>
                  <a:cubicBezTo>
                    <a:pt x="1215" y="23"/>
                    <a:pt x="1215" y="22"/>
                    <a:pt x="1214" y="23"/>
                  </a:cubicBezTo>
                  <a:cubicBezTo>
                    <a:pt x="1212" y="24"/>
                    <a:pt x="1213" y="25"/>
                    <a:pt x="1213" y="26"/>
                  </a:cubicBezTo>
                  <a:cubicBezTo>
                    <a:pt x="1213" y="27"/>
                    <a:pt x="1214" y="28"/>
                    <a:pt x="1216" y="28"/>
                  </a:cubicBezTo>
                  <a:cubicBezTo>
                    <a:pt x="1218" y="29"/>
                    <a:pt x="1219" y="29"/>
                    <a:pt x="1222" y="29"/>
                  </a:cubicBezTo>
                  <a:cubicBezTo>
                    <a:pt x="1224" y="30"/>
                    <a:pt x="1225" y="30"/>
                    <a:pt x="1224" y="31"/>
                  </a:cubicBezTo>
                  <a:cubicBezTo>
                    <a:pt x="1223" y="32"/>
                    <a:pt x="1221" y="31"/>
                    <a:pt x="1219" y="32"/>
                  </a:cubicBezTo>
                  <a:cubicBezTo>
                    <a:pt x="1218" y="32"/>
                    <a:pt x="1214" y="32"/>
                    <a:pt x="1212" y="31"/>
                  </a:cubicBezTo>
                  <a:cubicBezTo>
                    <a:pt x="1210" y="31"/>
                    <a:pt x="1207" y="31"/>
                    <a:pt x="1206" y="32"/>
                  </a:cubicBezTo>
                  <a:cubicBezTo>
                    <a:pt x="1204" y="32"/>
                    <a:pt x="1204" y="32"/>
                    <a:pt x="1202" y="34"/>
                  </a:cubicBezTo>
                  <a:cubicBezTo>
                    <a:pt x="1201" y="35"/>
                    <a:pt x="1201" y="36"/>
                    <a:pt x="1201" y="37"/>
                  </a:cubicBezTo>
                  <a:cubicBezTo>
                    <a:pt x="1202" y="39"/>
                    <a:pt x="1204" y="40"/>
                    <a:pt x="1207" y="41"/>
                  </a:cubicBezTo>
                  <a:cubicBezTo>
                    <a:pt x="1209" y="42"/>
                    <a:pt x="1212" y="42"/>
                    <a:pt x="1215" y="43"/>
                  </a:cubicBezTo>
                  <a:cubicBezTo>
                    <a:pt x="1217" y="45"/>
                    <a:pt x="1218" y="44"/>
                    <a:pt x="1221" y="45"/>
                  </a:cubicBezTo>
                  <a:cubicBezTo>
                    <a:pt x="1223" y="46"/>
                    <a:pt x="1226" y="47"/>
                    <a:pt x="1228" y="47"/>
                  </a:cubicBezTo>
                  <a:cubicBezTo>
                    <a:pt x="1230" y="47"/>
                    <a:pt x="1231" y="47"/>
                    <a:pt x="1234" y="48"/>
                  </a:cubicBezTo>
                  <a:cubicBezTo>
                    <a:pt x="1237" y="49"/>
                    <a:pt x="1237" y="50"/>
                    <a:pt x="1238" y="51"/>
                  </a:cubicBezTo>
                  <a:cubicBezTo>
                    <a:pt x="1240" y="53"/>
                    <a:pt x="1241" y="53"/>
                    <a:pt x="1244" y="53"/>
                  </a:cubicBezTo>
                  <a:cubicBezTo>
                    <a:pt x="1246" y="53"/>
                    <a:pt x="1247" y="54"/>
                    <a:pt x="1251" y="54"/>
                  </a:cubicBezTo>
                  <a:cubicBezTo>
                    <a:pt x="1254" y="54"/>
                    <a:pt x="1252" y="53"/>
                    <a:pt x="1256" y="53"/>
                  </a:cubicBezTo>
                  <a:cubicBezTo>
                    <a:pt x="1260" y="54"/>
                    <a:pt x="1257" y="55"/>
                    <a:pt x="1258" y="57"/>
                  </a:cubicBezTo>
                  <a:cubicBezTo>
                    <a:pt x="1259" y="59"/>
                    <a:pt x="1264" y="61"/>
                    <a:pt x="1267" y="63"/>
                  </a:cubicBezTo>
                  <a:cubicBezTo>
                    <a:pt x="1271" y="65"/>
                    <a:pt x="1271" y="65"/>
                    <a:pt x="1271" y="65"/>
                  </a:cubicBezTo>
                  <a:cubicBezTo>
                    <a:pt x="1270" y="66"/>
                    <a:pt x="1263" y="65"/>
                    <a:pt x="1260" y="64"/>
                  </a:cubicBezTo>
                  <a:cubicBezTo>
                    <a:pt x="1257" y="64"/>
                    <a:pt x="1254" y="62"/>
                    <a:pt x="1250" y="62"/>
                  </a:cubicBezTo>
                  <a:cubicBezTo>
                    <a:pt x="1246" y="61"/>
                    <a:pt x="1245" y="61"/>
                    <a:pt x="1242" y="60"/>
                  </a:cubicBezTo>
                  <a:cubicBezTo>
                    <a:pt x="1239" y="58"/>
                    <a:pt x="1235" y="58"/>
                    <a:pt x="1231" y="58"/>
                  </a:cubicBezTo>
                  <a:cubicBezTo>
                    <a:pt x="1226" y="58"/>
                    <a:pt x="1224" y="57"/>
                    <a:pt x="1217" y="55"/>
                  </a:cubicBezTo>
                  <a:cubicBezTo>
                    <a:pt x="1210" y="52"/>
                    <a:pt x="1206" y="52"/>
                    <a:pt x="1203" y="52"/>
                  </a:cubicBezTo>
                  <a:cubicBezTo>
                    <a:pt x="1199" y="53"/>
                    <a:pt x="1200" y="54"/>
                    <a:pt x="1197" y="54"/>
                  </a:cubicBezTo>
                  <a:cubicBezTo>
                    <a:pt x="1195" y="54"/>
                    <a:pt x="1194" y="54"/>
                    <a:pt x="1193" y="52"/>
                  </a:cubicBezTo>
                  <a:cubicBezTo>
                    <a:pt x="1192" y="50"/>
                    <a:pt x="1193" y="49"/>
                    <a:pt x="1191" y="48"/>
                  </a:cubicBezTo>
                  <a:cubicBezTo>
                    <a:pt x="1190" y="47"/>
                    <a:pt x="1189" y="46"/>
                    <a:pt x="1187" y="44"/>
                  </a:cubicBezTo>
                  <a:cubicBezTo>
                    <a:pt x="1184" y="42"/>
                    <a:pt x="1184" y="41"/>
                    <a:pt x="1179" y="40"/>
                  </a:cubicBezTo>
                  <a:cubicBezTo>
                    <a:pt x="1175" y="39"/>
                    <a:pt x="1175" y="39"/>
                    <a:pt x="1173" y="39"/>
                  </a:cubicBezTo>
                  <a:cubicBezTo>
                    <a:pt x="1172" y="38"/>
                    <a:pt x="1169" y="37"/>
                    <a:pt x="1164" y="35"/>
                  </a:cubicBezTo>
                  <a:cubicBezTo>
                    <a:pt x="1160" y="33"/>
                    <a:pt x="1156" y="32"/>
                    <a:pt x="1152" y="32"/>
                  </a:cubicBezTo>
                  <a:cubicBezTo>
                    <a:pt x="1149" y="32"/>
                    <a:pt x="1146" y="32"/>
                    <a:pt x="1142" y="33"/>
                  </a:cubicBezTo>
                  <a:cubicBezTo>
                    <a:pt x="1139" y="34"/>
                    <a:pt x="1140" y="34"/>
                    <a:pt x="1140" y="35"/>
                  </a:cubicBezTo>
                  <a:cubicBezTo>
                    <a:pt x="1141" y="36"/>
                    <a:pt x="1142" y="36"/>
                    <a:pt x="1143" y="38"/>
                  </a:cubicBezTo>
                  <a:cubicBezTo>
                    <a:pt x="1145" y="40"/>
                    <a:pt x="1145" y="41"/>
                    <a:pt x="1144" y="43"/>
                  </a:cubicBezTo>
                  <a:cubicBezTo>
                    <a:pt x="1143" y="44"/>
                    <a:pt x="1139" y="44"/>
                    <a:pt x="1136" y="45"/>
                  </a:cubicBezTo>
                  <a:cubicBezTo>
                    <a:pt x="1133" y="46"/>
                    <a:pt x="1130" y="46"/>
                    <a:pt x="1126" y="46"/>
                  </a:cubicBezTo>
                  <a:cubicBezTo>
                    <a:pt x="1122" y="45"/>
                    <a:pt x="1119" y="46"/>
                    <a:pt x="1118" y="46"/>
                  </a:cubicBezTo>
                  <a:cubicBezTo>
                    <a:pt x="1116" y="47"/>
                    <a:pt x="1117" y="48"/>
                    <a:pt x="1118" y="49"/>
                  </a:cubicBezTo>
                  <a:cubicBezTo>
                    <a:pt x="1119" y="50"/>
                    <a:pt x="1121" y="50"/>
                    <a:pt x="1123" y="50"/>
                  </a:cubicBezTo>
                  <a:cubicBezTo>
                    <a:pt x="1125" y="51"/>
                    <a:pt x="1126" y="51"/>
                    <a:pt x="1129" y="52"/>
                  </a:cubicBezTo>
                  <a:cubicBezTo>
                    <a:pt x="1132" y="52"/>
                    <a:pt x="1133" y="52"/>
                    <a:pt x="1136" y="52"/>
                  </a:cubicBezTo>
                  <a:cubicBezTo>
                    <a:pt x="1139" y="52"/>
                    <a:pt x="1139" y="53"/>
                    <a:pt x="1142" y="53"/>
                  </a:cubicBezTo>
                  <a:cubicBezTo>
                    <a:pt x="1145" y="54"/>
                    <a:pt x="1149" y="53"/>
                    <a:pt x="1153" y="54"/>
                  </a:cubicBezTo>
                  <a:cubicBezTo>
                    <a:pt x="1157" y="55"/>
                    <a:pt x="1155" y="56"/>
                    <a:pt x="1157" y="58"/>
                  </a:cubicBezTo>
                  <a:cubicBezTo>
                    <a:pt x="1159" y="60"/>
                    <a:pt x="1158" y="60"/>
                    <a:pt x="1157" y="61"/>
                  </a:cubicBezTo>
                  <a:cubicBezTo>
                    <a:pt x="1155" y="63"/>
                    <a:pt x="1153" y="62"/>
                    <a:pt x="1152" y="61"/>
                  </a:cubicBezTo>
                  <a:cubicBezTo>
                    <a:pt x="1151" y="60"/>
                    <a:pt x="1150" y="59"/>
                    <a:pt x="1148" y="58"/>
                  </a:cubicBezTo>
                  <a:cubicBezTo>
                    <a:pt x="1146" y="57"/>
                    <a:pt x="1145" y="58"/>
                    <a:pt x="1144" y="58"/>
                  </a:cubicBezTo>
                  <a:cubicBezTo>
                    <a:pt x="1143" y="59"/>
                    <a:pt x="1144" y="60"/>
                    <a:pt x="1144" y="61"/>
                  </a:cubicBezTo>
                  <a:cubicBezTo>
                    <a:pt x="1145" y="62"/>
                    <a:pt x="1144" y="63"/>
                    <a:pt x="1144" y="64"/>
                  </a:cubicBezTo>
                  <a:cubicBezTo>
                    <a:pt x="1143" y="64"/>
                    <a:pt x="1141" y="63"/>
                    <a:pt x="1139" y="62"/>
                  </a:cubicBezTo>
                  <a:cubicBezTo>
                    <a:pt x="1138" y="61"/>
                    <a:pt x="1137" y="61"/>
                    <a:pt x="1135" y="59"/>
                  </a:cubicBezTo>
                  <a:cubicBezTo>
                    <a:pt x="1134" y="58"/>
                    <a:pt x="1133" y="58"/>
                    <a:pt x="1129" y="56"/>
                  </a:cubicBezTo>
                  <a:cubicBezTo>
                    <a:pt x="1125" y="54"/>
                    <a:pt x="1125" y="55"/>
                    <a:pt x="1123" y="54"/>
                  </a:cubicBezTo>
                  <a:cubicBezTo>
                    <a:pt x="1122" y="54"/>
                    <a:pt x="1120" y="54"/>
                    <a:pt x="1118" y="54"/>
                  </a:cubicBezTo>
                  <a:cubicBezTo>
                    <a:pt x="1115" y="54"/>
                    <a:pt x="1115" y="56"/>
                    <a:pt x="1114" y="57"/>
                  </a:cubicBezTo>
                  <a:cubicBezTo>
                    <a:pt x="1114" y="59"/>
                    <a:pt x="1115" y="60"/>
                    <a:pt x="1115" y="61"/>
                  </a:cubicBezTo>
                  <a:cubicBezTo>
                    <a:pt x="1115" y="61"/>
                    <a:pt x="1114" y="61"/>
                    <a:pt x="1113" y="61"/>
                  </a:cubicBezTo>
                  <a:cubicBezTo>
                    <a:pt x="1111" y="61"/>
                    <a:pt x="1110" y="60"/>
                    <a:pt x="1108" y="60"/>
                  </a:cubicBezTo>
                  <a:cubicBezTo>
                    <a:pt x="1107" y="59"/>
                    <a:pt x="1106" y="59"/>
                    <a:pt x="1106" y="58"/>
                  </a:cubicBezTo>
                  <a:cubicBezTo>
                    <a:pt x="1105" y="58"/>
                    <a:pt x="1106" y="56"/>
                    <a:pt x="1105" y="54"/>
                  </a:cubicBezTo>
                  <a:cubicBezTo>
                    <a:pt x="1104" y="53"/>
                    <a:pt x="1104" y="54"/>
                    <a:pt x="1103" y="53"/>
                  </a:cubicBezTo>
                  <a:cubicBezTo>
                    <a:pt x="1102" y="52"/>
                    <a:pt x="1100" y="52"/>
                    <a:pt x="1097" y="51"/>
                  </a:cubicBezTo>
                  <a:cubicBezTo>
                    <a:pt x="1094" y="50"/>
                    <a:pt x="1091" y="51"/>
                    <a:pt x="1086" y="52"/>
                  </a:cubicBezTo>
                  <a:cubicBezTo>
                    <a:pt x="1082" y="53"/>
                    <a:pt x="1081" y="53"/>
                    <a:pt x="1078" y="54"/>
                  </a:cubicBezTo>
                  <a:cubicBezTo>
                    <a:pt x="1075" y="55"/>
                    <a:pt x="1074" y="55"/>
                    <a:pt x="1071" y="57"/>
                  </a:cubicBezTo>
                  <a:cubicBezTo>
                    <a:pt x="1068" y="59"/>
                    <a:pt x="1070" y="58"/>
                    <a:pt x="1068" y="59"/>
                  </a:cubicBezTo>
                  <a:cubicBezTo>
                    <a:pt x="1066" y="60"/>
                    <a:pt x="1066" y="59"/>
                    <a:pt x="1064" y="61"/>
                  </a:cubicBezTo>
                  <a:cubicBezTo>
                    <a:pt x="1061" y="62"/>
                    <a:pt x="1064" y="62"/>
                    <a:pt x="1065" y="63"/>
                  </a:cubicBezTo>
                  <a:cubicBezTo>
                    <a:pt x="1065" y="64"/>
                    <a:pt x="1063" y="65"/>
                    <a:pt x="1061" y="64"/>
                  </a:cubicBezTo>
                  <a:cubicBezTo>
                    <a:pt x="1059" y="64"/>
                    <a:pt x="1058" y="63"/>
                    <a:pt x="1054" y="61"/>
                  </a:cubicBezTo>
                  <a:cubicBezTo>
                    <a:pt x="1050" y="60"/>
                    <a:pt x="1049" y="61"/>
                    <a:pt x="1045" y="61"/>
                  </a:cubicBezTo>
                  <a:cubicBezTo>
                    <a:pt x="1040" y="61"/>
                    <a:pt x="1040" y="62"/>
                    <a:pt x="1036" y="62"/>
                  </a:cubicBezTo>
                  <a:cubicBezTo>
                    <a:pt x="1032" y="63"/>
                    <a:pt x="1031" y="63"/>
                    <a:pt x="1028" y="65"/>
                  </a:cubicBezTo>
                  <a:cubicBezTo>
                    <a:pt x="1025" y="67"/>
                    <a:pt x="1024" y="67"/>
                    <a:pt x="1022" y="67"/>
                  </a:cubicBezTo>
                  <a:cubicBezTo>
                    <a:pt x="1020" y="67"/>
                    <a:pt x="1019" y="68"/>
                    <a:pt x="1015" y="69"/>
                  </a:cubicBezTo>
                  <a:cubicBezTo>
                    <a:pt x="1012" y="70"/>
                    <a:pt x="1010" y="74"/>
                    <a:pt x="1011" y="74"/>
                  </a:cubicBezTo>
                  <a:cubicBezTo>
                    <a:pt x="1013" y="75"/>
                    <a:pt x="1015" y="75"/>
                    <a:pt x="1018" y="77"/>
                  </a:cubicBezTo>
                  <a:cubicBezTo>
                    <a:pt x="1022" y="78"/>
                    <a:pt x="1024" y="78"/>
                    <a:pt x="1026" y="78"/>
                  </a:cubicBezTo>
                  <a:cubicBezTo>
                    <a:pt x="1029" y="78"/>
                    <a:pt x="1028" y="76"/>
                    <a:pt x="1031" y="73"/>
                  </a:cubicBezTo>
                  <a:cubicBezTo>
                    <a:pt x="1034" y="71"/>
                    <a:pt x="1034" y="74"/>
                    <a:pt x="1037" y="74"/>
                  </a:cubicBezTo>
                  <a:cubicBezTo>
                    <a:pt x="1041" y="75"/>
                    <a:pt x="1041" y="74"/>
                    <a:pt x="1043" y="72"/>
                  </a:cubicBezTo>
                  <a:cubicBezTo>
                    <a:pt x="1045" y="70"/>
                    <a:pt x="1046" y="72"/>
                    <a:pt x="1048" y="73"/>
                  </a:cubicBezTo>
                  <a:cubicBezTo>
                    <a:pt x="1049" y="73"/>
                    <a:pt x="1052" y="73"/>
                    <a:pt x="1056" y="74"/>
                  </a:cubicBezTo>
                  <a:cubicBezTo>
                    <a:pt x="1060" y="74"/>
                    <a:pt x="1056" y="76"/>
                    <a:pt x="1054" y="77"/>
                  </a:cubicBezTo>
                  <a:cubicBezTo>
                    <a:pt x="1051" y="78"/>
                    <a:pt x="1048" y="78"/>
                    <a:pt x="1044" y="79"/>
                  </a:cubicBezTo>
                  <a:cubicBezTo>
                    <a:pt x="1040" y="79"/>
                    <a:pt x="1039" y="81"/>
                    <a:pt x="1036" y="82"/>
                  </a:cubicBezTo>
                  <a:cubicBezTo>
                    <a:pt x="1033" y="82"/>
                    <a:pt x="1033" y="83"/>
                    <a:pt x="1033" y="84"/>
                  </a:cubicBezTo>
                  <a:cubicBezTo>
                    <a:pt x="1033" y="86"/>
                    <a:pt x="1036" y="85"/>
                    <a:pt x="1038" y="86"/>
                  </a:cubicBezTo>
                  <a:cubicBezTo>
                    <a:pt x="1040" y="88"/>
                    <a:pt x="1045" y="86"/>
                    <a:pt x="1049" y="85"/>
                  </a:cubicBezTo>
                  <a:cubicBezTo>
                    <a:pt x="1054" y="83"/>
                    <a:pt x="1060" y="83"/>
                    <a:pt x="1065" y="81"/>
                  </a:cubicBezTo>
                  <a:cubicBezTo>
                    <a:pt x="1070" y="80"/>
                    <a:pt x="1071" y="79"/>
                    <a:pt x="1079" y="77"/>
                  </a:cubicBezTo>
                  <a:cubicBezTo>
                    <a:pt x="1087" y="75"/>
                    <a:pt x="1088" y="76"/>
                    <a:pt x="1090" y="78"/>
                  </a:cubicBezTo>
                  <a:cubicBezTo>
                    <a:pt x="1092" y="79"/>
                    <a:pt x="1099" y="81"/>
                    <a:pt x="1105" y="81"/>
                  </a:cubicBezTo>
                  <a:cubicBezTo>
                    <a:pt x="1110" y="81"/>
                    <a:pt x="1107" y="82"/>
                    <a:pt x="1106" y="83"/>
                  </a:cubicBezTo>
                  <a:cubicBezTo>
                    <a:pt x="1105" y="84"/>
                    <a:pt x="1095" y="83"/>
                    <a:pt x="1092" y="82"/>
                  </a:cubicBezTo>
                  <a:cubicBezTo>
                    <a:pt x="1088" y="81"/>
                    <a:pt x="1084" y="81"/>
                    <a:pt x="1081" y="81"/>
                  </a:cubicBezTo>
                  <a:cubicBezTo>
                    <a:pt x="1077" y="81"/>
                    <a:pt x="1076" y="81"/>
                    <a:pt x="1073" y="82"/>
                  </a:cubicBezTo>
                  <a:cubicBezTo>
                    <a:pt x="1070" y="84"/>
                    <a:pt x="1065" y="85"/>
                    <a:pt x="1062" y="85"/>
                  </a:cubicBezTo>
                  <a:cubicBezTo>
                    <a:pt x="1058" y="86"/>
                    <a:pt x="1055" y="88"/>
                    <a:pt x="1052" y="89"/>
                  </a:cubicBezTo>
                  <a:cubicBezTo>
                    <a:pt x="1050" y="90"/>
                    <a:pt x="1056" y="92"/>
                    <a:pt x="1060" y="93"/>
                  </a:cubicBezTo>
                  <a:cubicBezTo>
                    <a:pt x="1064" y="94"/>
                    <a:pt x="1067" y="93"/>
                    <a:pt x="1070" y="93"/>
                  </a:cubicBezTo>
                  <a:cubicBezTo>
                    <a:pt x="1074" y="94"/>
                    <a:pt x="1067" y="95"/>
                    <a:pt x="1064" y="96"/>
                  </a:cubicBezTo>
                  <a:cubicBezTo>
                    <a:pt x="1062" y="97"/>
                    <a:pt x="1058" y="97"/>
                    <a:pt x="1055" y="96"/>
                  </a:cubicBezTo>
                  <a:cubicBezTo>
                    <a:pt x="1052" y="94"/>
                    <a:pt x="1049" y="94"/>
                    <a:pt x="1046" y="94"/>
                  </a:cubicBezTo>
                  <a:cubicBezTo>
                    <a:pt x="1043" y="95"/>
                    <a:pt x="1044" y="97"/>
                    <a:pt x="1044" y="99"/>
                  </a:cubicBezTo>
                  <a:cubicBezTo>
                    <a:pt x="1044" y="101"/>
                    <a:pt x="1049" y="103"/>
                    <a:pt x="1052" y="104"/>
                  </a:cubicBezTo>
                  <a:cubicBezTo>
                    <a:pt x="1056" y="106"/>
                    <a:pt x="1060" y="105"/>
                    <a:pt x="1066" y="104"/>
                  </a:cubicBezTo>
                  <a:cubicBezTo>
                    <a:pt x="1073" y="104"/>
                    <a:pt x="1078" y="104"/>
                    <a:pt x="1085" y="103"/>
                  </a:cubicBezTo>
                  <a:cubicBezTo>
                    <a:pt x="1092" y="102"/>
                    <a:pt x="1097" y="102"/>
                    <a:pt x="1105" y="102"/>
                  </a:cubicBezTo>
                  <a:cubicBezTo>
                    <a:pt x="1112" y="102"/>
                    <a:pt x="1114" y="102"/>
                    <a:pt x="1119" y="101"/>
                  </a:cubicBezTo>
                  <a:cubicBezTo>
                    <a:pt x="1125" y="100"/>
                    <a:pt x="1128" y="98"/>
                    <a:pt x="1133" y="95"/>
                  </a:cubicBezTo>
                  <a:cubicBezTo>
                    <a:pt x="1138" y="92"/>
                    <a:pt x="1142" y="93"/>
                    <a:pt x="1147" y="92"/>
                  </a:cubicBezTo>
                  <a:cubicBezTo>
                    <a:pt x="1153" y="90"/>
                    <a:pt x="1155" y="91"/>
                    <a:pt x="1157" y="92"/>
                  </a:cubicBezTo>
                  <a:cubicBezTo>
                    <a:pt x="1159" y="92"/>
                    <a:pt x="1156" y="93"/>
                    <a:pt x="1153" y="94"/>
                  </a:cubicBezTo>
                  <a:cubicBezTo>
                    <a:pt x="1150" y="94"/>
                    <a:pt x="1147" y="95"/>
                    <a:pt x="1144" y="96"/>
                  </a:cubicBezTo>
                  <a:cubicBezTo>
                    <a:pt x="1140" y="96"/>
                    <a:pt x="1135" y="98"/>
                    <a:pt x="1131" y="99"/>
                  </a:cubicBezTo>
                  <a:cubicBezTo>
                    <a:pt x="1127" y="100"/>
                    <a:pt x="1125" y="102"/>
                    <a:pt x="1122" y="104"/>
                  </a:cubicBezTo>
                  <a:cubicBezTo>
                    <a:pt x="1118" y="105"/>
                    <a:pt x="1116" y="106"/>
                    <a:pt x="1112" y="106"/>
                  </a:cubicBezTo>
                  <a:cubicBezTo>
                    <a:pt x="1108" y="106"/>
                    <a:pt x="1103" y="106"/>
                    <a:pt x="1098" y="106"/>
                  </a:cubicBezTo>
                  <a:cubicBezTo>
                    <a:pt x="1093" y="106"/>
                    <a:pt x="1085" y="107"/>
                    <a:pt x="1080" y="107"/>
                  </a:cubicBezTo>
                  <a:cubicBezTo>
                    <a:pt x="1076" y="107"/>
                    <a:pt x="1072" y="107"/>
                    <a:pt x="1068" y="108"/>
                  </a:cubicBezTo>
                  <a:cubicBezTo>
                    <a:pt x="1065" y="109"/>
                    <a:pt x="1063" y="109"/>
                    <a:pt x="1063" y="111"/>
                  </a:cubicBezTo>
                  <a:cubicBezTo>
                    <a:pt x="1064" y="112"/>
                    <a:pt x="1067" y="113"/>
                    <a:pt x="1070" y="115"/>
                  </a:cubicBezTo>
                  <a:cubicBezTo>
                    <a:pt x="1074" y="116"/>
                    <a:pt x="1075" y="116"/>
                    <a:pt x="1082" y="119"/>
                  </a:cubicBezTo>
                  <a:cubicBezTo>
                    <a:pt x="1089" y="121"/>
                    <a:pt x="1101" y="123"/>
                    <a:pt x="1103" y="123"/>
                  </a:cubicBezTo>
                  <a:cubicBezTo>
                    <a:pt x="1106" y="123"/>
                    <a:pt x="1109" y="120"/>
                    <a:pt x="1112" y="117"/>
                  </a:cubicBezTo>
                  <a:cubicBezTo>
                    <a:pt x="1115" y="114"/>
                    <a:pt x="1121" y="110"/>
                    <a:pt x="1127" y="108"/>
                  </a:cubicBezTo>
                  <a:cubicBezTo>
                    <a:pt x="1133" y="105"/>
                    <a:pt x="1133" y="105"/>
                    <a:pt x="1136" y="103"/>
                  </a:cubicBezTo>
                  <a:cubicBezTo>
                    <a:pt x="1139" y="102"/>
                    <a:pt x="1144" y="102"/>
                    <a:pt x="1149" y="102"/>
                  </a:cubicBezTo>
                  <a:cubicBezTo>
                    <a:pt x="1153" y="101"/>
                    <a:pt x="1166" y="100"/>
                    <a:pt x="1171" y="100"/>
                  </a:cubicBezTo>
                  <a:cubicBezTo>
                    <a:pt x="1177" y="100"/>
                    <a:pt x="1182" y="99"/>
                    <a:pt x="1186" y="99"/>
                  </a:cubicBezTo>
                  <a:cubicBezTo>
                    <a:pt x="1190" y="98"/>
                    <a:pt x="1193" y="99"/>
                    <a:pt x="1196" y="98"/>
                  </a:cubicBezTo>
                  <a:cubicBezTo>
                    <a:pt x="1198" y="98"/>
                    <a:pt x="1201" y="97"/>
                    <a:pt x="1202" y="96"/>
                  </a:cubicBezTo>
                  <a:cubicBezTo>
                    <a:pt x="1204" y="96"/>
                    <a:pt x="1204" y="95"/>
                    <a:pt x="1204" y="96"/>
                  </a:cubicBezTo>
                  <a:cubicBezTo>
                    <a:pt x="1205" y="97"/>
                    <a:pt x="1203" y="98"/>
                    <a:pt x="1201" y="99"/>
                  </a:cubicBezTo>
                  <a:cubicBezTo>
                    <a:pt x="1198" y="100"/>
                    <a:pt x="1194" y="100"/>
                    <a:pt x="1190" y="101"/>
                  </a:cubicBezTo>
                  <a:cubicBezTo>
                    <a:pt x="1185" y="101"/>
                    <a:pt x="1183" y="102"/>
                    <a:pt x="1178" y="102"/>
                  </a:cubicBezTo>
                  <a:cubicBezTo>
                    <a:pt x="1173" y="103"/>
                    <a:pt x="1168" y="103"/>
                    <a:pt x="1163" y="103"/>
                  </a:cubicBezTo>
                  <a:cubicBezTo>
                    <a:pt x="1158" y="104"/>
                    <a:pt x="1156" y="104"/>
                    <a:pt x="1153" y="104"/>
                  </a:cubicBezTo>
                  <a:cubicBezTo>
                    <a:pt x="1149" y="104"/>
                    <a:pt x="1148" y="104"/>
                    <a:pt x="1145" y="105"/>
                  </a:cubicBezTo>
                  <a:cubicBezTo>
                    <a:pt x="1142" y="106"/>
                    <a:pt x="1139" y="107"/>
                    <a:pt x="1136" y="109"/>
                  </a:cubicBezTo>
                  <a:cubicBezTo>
                    <a:pt x="1133" y="110"/>
                    <a:pt x="1130" y="112"/>
                    <a:pt x="1126" y="115"/>
                  </a:cubicBezTo>
                  <a:cubicBezTo>
                    <a:pt x="1123" y="117"/>
                    <a:pt x="1120" y="121"/>
                    <a:pt x="1119" y="122"/>
                  </a:cubicBezTo>
                  <a:cubicBezTo>
                    <a:pt x="1117" y="124"/>
                    <a:pt x="1118" y="124"/>
                    <a:pt x="1120" y="124"/>
                  </a:cubicBezTo>
                  <a:cubicBezTo>
                    <a:pt x="1121" y="125"/>
                    <a:pt x="1124" y="126"/>
                    <a:pt x="1126" y="126"/>
                  </a:cubicBezTo>
                  <a:cubicBezTo>
                    <a:pt x="1128" y="127"/>
                    <a:pt x="1130" y="126"/>
                    <a:pt x="1133" y="125"/>
                  </a:cubicBezTo>
                  <a:cubicBezTo>
                    <a:pt x="1135" y="124"/>
                    <a:pt x="1135" y="124"/>
                    <a:pt x="1137" y="124"/>
                  </a:cubicBezTo>
                  <a:cubicBezTo>
                    <a:pt x="1138" y="124"/>
                    <a:pt x="1139" y="125"/>
                    <a:pt x="1138" y="126"/>
                  </a:cubicBezTo>
                  <a:cubicBezTo>
                    <a:pt x="1138" y="128"/>
                    <a:pt x="1139" y="127"/>
                    <a:pt x="1140" y="128"/>
                  </a:cubicBezTo>
                  <a:cubicBezTo>
                    <a:pt x="1141" y="128"/>
                    <a:pt x="1146" y="129"/>
                    <a:pt x="1151" y="129"/>
                  </a:cubicBezTo>
                  <a:cubicBezTo>
                    <a:pt x="1156" y="129"/>
                    <a:pt x="1164" y="128"/>
                    <a:pt x="1168" y="127"/>
                  </a:cubicBezTo>
                  <a:cubicBezTo>
                    <a:pt x="1172" y="127"/>
                    <a:pt x="1175" y="127"/>
                    <a:pt x="1176" y="126"/>
                  </a:cubicBezTo>
                  <a:cubicBezTo>
                    <a:pt x="1178" y="125"/>
                    <a:pt x="1179" y="124"/>
                    <a:pt x="1179" y="122"/>
                  </a:cubicBezTo>
                  <a:cubicBezTo>
                    <a:pt x="1179" y="120"/>
                    <a:pt x="1179" y="119"/>
                    <a:pt x="1180" y="117"/>
                  </a:cubicBezTo>
                  <a:cubicBezTo>
                    <a:pt x="1180" y="114"/>
                    <a:pt x="1182" y="115"/>
                    <a:pt x="1185" y="115"/>
                  </a:cubicBezTo>
                  <a:cubicBezTo>
                    <a:pt x="1187" y="114"/>
                    <a:pt x="1189" y="113"/>
                    <a:pt x="1190" y="113"/>
                  </a:cubicBezTo>
                  <a:cubicBezTo>
                    <a:pt x="1191" y="114"/>
                    <a:pt x="1190" y="116"/>
                    <a:pt x="1188" y="116"/>
                  </a:cubicBezTo>
                  <a:cubicBezTo>
                    <a:pt x="1185" y="117"/>
                    <a:pt x="1186" y="118"/>
                    <a:pt x="1186" y="119"/>
                  </a:cubicBezTo>
                  <a:cubicBezTo>
                    <a:pt x="1186" y="120"/>
                    <a:pt x="1189" y="120"/>
                    <a:pt x="1192" y="119"/>
                  </a:cubicBezTo>
                  <a:cubicBezTo>
                    <a:pt x="1195" y="119"/>
                    <a:pt x="1195" y="119"/>
                    <a:pt x="1199" y="118"/>
                  </a:cubicBezTo>
                  <a:cubicBezTo>
                    <a:pt x="1203" y="117"/>
                    <a:pt x="1210" y="116"/>
                    <a:pt x="1213" y="115"/>
                  </a:cubicBezTo>
                  <a:cubicBezTo>
                    <a:pt x="1216" y="113"/>
                    <a:pt x="1217" y="114"/>
                    <a:pt x="1217" y="115"/>
                  </a:cubicBezTo>
                  <a:cubicBezTo>
                    <a:pt x="1217" y="116"/>
                    <a:pt x="1215" y="117"/>
                    <a:pt x="1212" y="118"/>
                  </a:cubicBezTo>
                  <a:cubicBezTo>
                    <a:pt x="1209" y="120"/>
                    <a:pt x="1208" y="120"/>
                    <a:pt x="1202" y="121"/>
                  </a:cubicBezTo>
                  <a:cubicBezTo>
                    <a:pt x="1197" y="122"/>
                    <a:pt x="1198" y="122"/>
                    <a:pt x="1196" y="123"/>
                  </a:cubicBezTo>
                  <a:cubicBezTo>
                    <a:pt x="1194" y="123"/>
                    <a:pt x="1192" y="124"/>
                    <a:pt x="1192" y="125"/>
                  </a:cubicBezTo>
                  <a:cubicBezTo>
                    <a:pt x="1192" y="125"/>
                    <a:pt x="1193" y="126"/>
                    <a:pt x="1194" y="127"/>
                  </a:cubicBezTo>
                  <a:cubicBezTo>
                    <a:pt x="1195" y="128"/>
                    <a:pt x="1198" y="128"/>
                    <a:pt x="1202" y="127"/>
                  </a:cubicBezTo>
                  <a:cubicBezTo>
                    <a:pt x="1206" y="127"/>
                    <a:pt x="1207" y="126"/>
                    <a:pt x="1212" y="125"/>
                  </a:cubicBezTo>
                  <a:cubicBezTo>
                    <a:pt x="1216" y="124"/>
                    <a:pt x="1218" y="125"/>
                    <a:pt x="1223" y="124"/>
                  </a:cubicBezTo>
                  <a:cubicBezTo>
                    <a:pt x="1229" y="122"/>
                    <a:pt x="1238" y="121"/>
                    <a:pt x="1242" y="120"/>
                  </a:cubicBezTo>
                  <a:cubicBezTo>
                    <a:pt x="1245" y="118"/>
                    <a:pt x="1249" y="118"/>
                    <a:pt x="1254" y="117"/>
                  </a:cubicBezTo>
                  <a:cubicBezTo>
                    <a:pt x="1258" y="116"/>
                    <a:pt x="1260" y="116"/>
                    <a:pt x="1263" y="114"/>
                  </a:cubicBezTo>
                  <a:cubicBezTo>
                    <a:pt x="1265" y="112"/>
                    <a:pt x="1265" y="112"/>
                    <a:pt x="1268" y="110"/>
                  </a:cubicBezTo>
                  <a:cubicBezTo>
                    <a:pt x="1272" y="108"/>
                    <a:pt x="1272" y="109"/>
                    <a:pt x="1271" y="107"/>
                  </a:cubicBezTo>
                  <a:cubicBezTo>
                    <a:pt x="1270" y="106"/>
                    <a:pt x="1270" y="106"/>
                    <a:pt x="1269" y="104"/>
                  </a:cubicBezTo>
                  <a:cubicBezTo>
                    <a:pt x="1269" y="102"/>
                    <a:pt x="1271" y="103"/>
                    <a:pt x="1272" y="102"/>
                  </a:cubicBezTo>
                  <a:cubicBezTo>
                    <a:pt x="1272" y="101"/>
                    <a:pt x="1272" y="101"/>
                    <a:pt x="1269" y="100"/>
                  </a:cubicBezTo>
                  <a:cubicBezTo>
                    <a:pt x="1267" y="98"/>
                    <a:pt x="1267" y="98"/>
                    <a:pt x="1266" y="96"/>
                  </a:cubicBezTo>
                  <a:cubicBezTo>
                    <a:pt x="1266" y="94"/>
                    <a:pt x="1270" y="96"/>
                    <a:pt x="1272" y="97"/>
                  </a:cubicBezTo>
                  <a:cubicBezTo>
                    <a:pt x="1274" y="98"/>
                    <a:pt x="1275" y="99"/>
                    <a:pt x="1278" y="100"/>
                  </a:cubicBezTo>
                  <a:cubicBezTo>
                    <a:pt x="1282" y="101"/>
                    <a:pt x="1281" y="100"/>
                    <a:pt x="1282" y="97"/>
                  </a:cubicBezTo>
                  <a:cubicBezTo>
                    <a:pt x="1283" y="95"/>
                    <a:pt x="1285" y="95"/>
                    <a:pt x="1287" y="93"/>
                  </a:cubicBezTo>
                  <a:cubicBezTo>
                    <a:pt x="1289" y="91"/>
                    <a:pt x="1293" y="91"/>
                    <a:pt x="1297" y="89"/>
                  </a:cubicBezTo>
                  <a:cubicBezTo>
                    <a:pt x="1301" y="87"/>
                    <a:pt x="1306" y="88"/>
                    <a:pt x="1309" y="86"/>
                  </a:cubicBezTo>
                  <a:cubicBezTo>
                    <a:pt x="1313" y="85"/>
                    <a:pt x="1316" y="84"/>
                    <a:pt x="1317" y="84"/>
                  </a:cubicBezTo>
                  <a:cubicBezTo>
                    <a:pt x="1319" y="84"/>
                    <a:pt x="1316" y="85"/>
                    <a:pt x="1313" y="86"/>
                  </a:cubicBezTo>
                  <a:cubicBezTo>
                    <a:pt x="1311" y="88"/>
                    <a:pt x="1307" y="89"/>
                    <a:pt x="1304" y="90"/>
                  </a:cubicBezTo>
                  <a:cubicBezTo>
                    <a:pt x="1302" y="91"/>
                    <a:pt x="1298" y="92"/>
                    <a:pt x="1297" y="93"/>
                  </a:cubicBezTo>
                  <a:cubicBezTo>
                    <a:pt x="1295" y="94"/>
                    <a:pt x="1295" y="95"/>
                    <a:pt x="1291" y="97"/>
                  </a:cubicBezTo>
                  <a:cubicBezTo>
                    <a:pt x="1286" y="98"/>
                    <a:pt x="1287" y="100"/>
                    <a:pt x="1283" y="102"/>
                  </a:cubicBezTo>
                  <a:cubicBezTo>
                    <a:pt x="1279" y="105"/>
                    <a:pt x="1280" y="105"/>
                    <a:pt x="1279" y="107"/>
                  </a:cubicBezTo>
                  <a:cubicBezTo>
                    <a:pt x="1278" y="109"/>
                    <a:pt x="1279" y="110"/>
                    <a:pt x="1280" y="112"/>
                  </a:cubicBezTo>
                  <a:cubicBezTo>
                    <a:pt x="1280" y="114"/>
                    <a:pt x="1284" y="113"/>
                    <a:pt x="1290" y="112"/>
                  </a:cubicBezTo>
                  <a:cubicBezTo>
                    <a:pt x="1296" y="111"/>
                    <a:pt x="1295" y="111"/>
                    <a:pt x="1299" y="111"/>
                  </a:cubicBezTo>
                  <a:cubicBezTo>
                    <a:pt x="1304" y="111"/>
                    <a:pt x="1309" y="110"/>
                    <a:pt x="1316" y="111"/>
                  </a:cubicBezTo>
                  <a:cubicBezTo>
                    <a:pt x="1322" y="111"/>
                    <a:pt x="1325" y="110"/>
                    <a:pt x="1326" y="111"/>
                  </a:cubicBezTo>
                  <a:cubicBezTo>
                    <a:pt x="1326" y="112"/>
                    <a:pt x="1319" y="113"/>
                    <a:pt x="1313" y="113"/>
                  </a:cubicBezTo>
                  <a:cubicBezTo>
                    <a:pt x="1307" y="114"/>
                    <a:pt x="1308" y="114"/>
                    <a:pt x="1302" y="114"/>
                  </a:cubicBezTo>
                  <a:cubicBezTo>
                    <a:pt x="1296" y="115"/>
                    <a:pt x="1294" y="115"/>
                    <a:pt x="1287" y="116"/>
                  </a:cubicBezTo>
                  <a:cubicBezTo>
                    <a:pt x="1281" y="117"/>
                    <a:pt x="1283" y="117"/>
                    <a:pt x="1280" y="118"/>
                  </a:cubicBezTo>
                  <a:cubicBezTo>
                    <a:pt x="1277" y="120"/>
                    <a:pt x="1272" y="121"/>
                    <a:pt x="1267" y="121"/>
                  </a:cubicBezTo>
                  <a:cubicBezTo>
                    <a:pt x="1262" y="122"/>
                    <a:pt x="1261" y="122"/>
                    <a:pt x="1260" y="124"/>
                  </a:cubicBezTo>
                  <a:cubicBezTo>
                    <a:pt x="1258" y="125"/>
                    <a:pt x="1262" y="125"/>
                    <a:pt x="1267" y="125"/>
                  </a:cubicBezTo>
                  <a:cubicBezTo>
                    <a:pt x="1271" y="125"/>
                    <a:pt x="1272" y="125"/>
                    <a:pt x="1276" y="125"/>
                  </a:cubicBezTo>
                  <a:cubicBezTo>
                    <a:pt x="1280" y="125"/>
                    <a:pt x="1285" y="125"/>
                    <a:pt x="1289" y="125"/>
                  </a:cubicBezTo>
                  <a:cubicBezTo>
                    <a:pt x="1293" y="125"/>
                    <a:pt x="1293" y="125"/>
                    <a:pt x="1293" y="126"/>
                  </a:cubicBezTo>
                  <a:cubicBezTo>
                    <a:pt x="1293" y="127"/>
                    <a:pt x="1290" y="127"/>
                    <a:pt x="1286" y="127"/>
                  </a:cubicBezTo>
                  <a:cubicBezTo>
                    <a:pt x="1282" y="127"/>
                    <a:pt x="1280" y="128"/>
                    <a:pt x="1274" y="128"/>
                  </a:cubicBezTo>
                  <a:cubicBezTo>
                    <a:pt x="1267" y="128"/>
                    <a:pt x="1270" y="128"/>
                    <a:pt x="1265" y="128"/>
                  </a:cubicBezTo>
                  <a:cubicBezTo>
                    <a:pt x="1261" y="128"/>
                    <a:pt x="1260" y="128"/>
                    <a:pt x="1256" y="128"/>
                  </a:cubicBezTo>
                  <a:cubicBezTo>
                    <a:pt x="1253" y="128"/>
                    <a:pt x="1252" y="128"/>
                    <a:pt x="1249" y="130"/>
                  </a:cubicBezTo>
                  <a:cubicBezTo>
                    <a:pt x="1245" y="132"/>
                    <a:pt x="1239" y="132"/>
                    <a:pt x="1234" y="132"/>
                  </a:cubicBezTo>
                  <a:cubicBezTo>
                    <a:pt x="1229" y="133"/>
                    <a:pt x="1226" y="134"/>
                    <a:pt x="1220" y="135"/>
                  </a:cubicBezTo>
                  <a:cubicBezTo>
                    <a:pt x="1214" y="136"/>
                    <a:pt x="1213" y="135"/>
                    <a:pt x="1209" y="136"/>
                  </a:cubicBezTo>
                  <a:cubicBezTo>
                    <a:pt x="1205" y="137"/>
                    <a:pt x="1200" y="137"/>
                    <a:pt x="1196" y="137"/>
                  </a:cubicBezTo>
                  <a:cubicBezTo>
                    <a:pt x="1192" y="137"/>
                    <a:pt x="1192" y="137"/>
                    <a:pt x="1192" y="139"/>
                  </a:cubicBezTo>
                  <a:cubicBezTo>
                    <a:pt x="1193" y="141"/>
                    <a:pt x="1196" y="142"/>
                    <a:pt x="1199" y="144"/>
                  </a:cubicBezTo>
                  <a:cubicBezTo>
                    <a:pt x="1202" y="145"/>
                    <a:pt x="1205" y="148"/>
                    <a:pt x="1207" y="150"/>
                  </a:cubicBezTo>
                  <a:cubicBezTo>
                    <a:pt x="1210" y="153"/>
                    <a:pt x="1211" y="151"/>
                    <a:pt x="1213" y="153"/>
                  </a:cubicBezTo>
                  <a:cubicBezTo>
                    <a:pt x="1215" y="154"/>
                    <a:pt x="1217" y="155"/>
                    <a:pt x="1220" y="155"/>
                  </a:cubicBezTo>
                  <a:cubicBezTo>
                    <a:pt x="1223" y="155"/>
                    <a:pt x="1225" y="155"/>
                    <a:pt x="1226" y="156"/>
                  </a:cubicBezTo>
                  <a:cubicBezTo>
                    <a:pt x="1227" y="157"/>
                    <a:pt x="1224" y="157"/>
                    <a:pt x="1223" y="157"/>
                  </a:cubicBezTo>
                  <a:cubicBezTo>
                    <a:pt x="1222" y="158"/>
                    <a:pt x="1222" y="159"/>
                    <a:pt x="1222" y="160"/>
                  </a:cubicBezTo>
                  <a:cubicBezTo>
                    <a:pt x="1223" y="161"/>
                    <a:pt x="1223" y="163"/>
                    <a:pt x="1224" y="166"/>
                  </a:cubicBezTo>
                  <a:cubicBezTo>
                    <a:pt x="1225" y="168"/>
                    <a:pt x="1228" y="168"/>
                    <a:pt x="1231" y="168"/>
                  </a:cubicBezTo>
                  <a:cubicBezTo>
                    <a:pt x="1234" y="168"/>
                    <a:pt x="1234" y="168"/>
                    <a:pt x="1237" y="169"/>
                  </a:cubicBezTo>
                  <a:cubicBezTo>
                    <a:pt x="1240" y="170"/>
                    <a:pt x="1241" y="169"/>
                    <a:pt x="1244" y="169"/>
                  </a:cubicBezTo>
                  <a:cubicBezTo>
                    <a:pt x="1246" y="168"/>
                    <a:pt x="1250" y="169"/>
                    <a:pt x="1255" y="168"/>
                  </a:cubicBezTo>
                  <a:cubicBezTo>
                    <a:pt x="1260" y="167"/>
                    <a:pt x="1257" y="167"/>
                    <a:pt x="1258" y="167"/>
                  </a:cubicBezTo>
                  <a:cubicBezTo>
                    <a:pt x="1260" y="166"/>
                    <a:pt x="1259" y="167"/>
                    <a:pt x="1256" y="169"/>
                  </a:cubicBezTo>
                  <a:cubicBezTo>
                    <a:pt x="1253" y="170"/>
                    <a:pt x="1252" y="170"/>
                    <a:pt x="1249" y="171"/>
                  </a:cubicBezTo>
                  <a:cubicBezTo>
                    <a:pt x="1247" y="171"/>
                    <a:pt x="1246" y="171"/>
                    <a:pt x="1244" y="173"/>
                  </a:cubicBezTo>
                  <a:cubicBezTo>
                    <a:pt x="1242" y="174"/>
                    <a:pt x="1241" y="174"/>
                    <a:pt x="1239" y="173"/>
                  </a:cubicBezTo>
                  <a:cubicBezTo>
                    <a:pt x="1236" y="173"/>
                    <a:pt x="1234" y="172"/>
                    <a:pt x="1232" y="171"/>
                  </a:cubicBezTo>
                  <a:cubicBezTo>
                    <a:pt x="1229" y="170"/>
                    <a:pt x="1228" y="171"/>
                    <a:pt x="1225" y="171"/>
                  </a:cubicBezTo>
                  <a:cubicBezTo>
                    <a:pt x="1223" y="171"/>
                    <a:pt x="1224" y="172"/>
                    <a:pt x="1221" y="173"/>
                  </a:cubicBezTo>
                  <a:cubicBezTo>
                    <a:pt x="1219" y="174"/>
                    <a:pt x="1220" y="173"/>
                    <a:pt x="1220" y="171"/>
                  </a:cubicBezTo>
                  <a:cubicBezTo>
                    <a:pt x="1220" y="170"/>
                    <a:pt x="1221" y="169"/>
                    <a:pt x="1218" y="168"/>
                  </a:cubicBezTo>
                  <a:cubicBezTo>
                    <a:pt x="1215" y="166"/>
                    <a:pt x="1215" y="167"/>
                    <a:pt x="1214" y="165"/>
                  </a:cubicBezTo>
                  <a:cubicBezTo>
                    <a:pt x="1213" y="163"/>
                    <a:pt x="1211" y="161"/>
                    <a:pt x="1210" y="159"/>
                  </a:cubicBezTo>
                  <a:cubicBezTo>
                    <a:pt x="1208" y="157"/>
                    <a:pt x="1207" y="157"/>
                    <a:pt x="1202" y="154"/>
                  </a:cubicBezTo>
                  <a:cubicBezTo>
                    <a:pt x="1197" y="152"/>
                    <a:pt x="1196" y="152"/>
                    <a:pt x="1193" y="150"/>
                  </a:cubicBezTo>
                  <a:cubicBezTo>
                    <a:pt x="1190" y="148"/>
                    <a:pt x="1182" y="144"/>
                    <a:pt x="1180" y="143"/>
                  </a:cubicBezTo>
                  <a:cubicBezTo>
                    <a:pt x="1178" y="142"/>
                    <a:pt x="1175" y="141"/>
                    <a:pt x="1173" y="141"/>
                  </a:cubicBezTo>
                  <a:cubicBezTo>
                    <a:pt x="1170" y="141"/>
                    <a:pt x="1169" y="141"/>
                    <a:pt x="1165" y="141"/>
                  </a:cubicBezTo>
                  <a:cubicBezTo>
                    <a:pt x="1162" y="141"/>
                    <a:pt x="1160" y="141"/>
                    <a:pt x="1157" y="141"/>
                  </a:cubicBezTo>
                  <a:cubicBezTo>
                    <a:pt x="1154" y="141"/>
                    <a:pt x="1150" y="141"/>
                    <a:pt x="1148" y="141"/>
                  </a:cubicBezTo>
                  <a:cubicBezTo>
                    <a:pt x="1147" y="141"/>
                    <a:pt x="1145" y="141"/>
                    <a:pt x="1141" y="140"/>
                  </a:cubicBezTo>
                  <a:cubicBezTo>
                    <a:pt x="1138" y="139"/>
                    <a:pt x="1137" y="139"/>
                    <a:pt x="1135" y="138"/>
                  </a:cubicBezTo>
                  <a:cubicBezTo>
                    <a:pt x="1133" y="137"/>
                    <a:pt x="1132" y="137"/>
                    <a:pt x="1130" y="138"/>
                  </a:cubicBezTo>
                  <a:cubicBezTo>
                    <a:pt x="1128" y="138"/>
                    <a:pt x="1127" y="139"/>
                    <a:pt x="1125" y="139"/>
                  </a:cubicBezTo>
                  <a:cubicBezTo>
                    <a:pt x="1124" y="139"/>
                    <a:pt x="1122" y="139"/>
                    <a:pt x="1121" y="141"/>
                  </a:cubicBezTo>
                  <a:cubicBezTo>
                    <a:pt x="1121" y="142"/>
                    <a:pt x="1121" y="144"/>
                    <a:pt x="1120" y="145"/>
                  </a:cubicBezTo>
                  <a:cubicBezTo>
                    <a:pt x="1119" y="146"/>
                    <a:pt x="1119" y="146"/>
                    <a:pt x="1119" y="147"/>
                  </a:cubicBezTo>
                  <a:cubicBezTo>
                    <a:pt x="1119" y="148"/>
                    <a:pt x="1120" y="148"/>
                    <a:pt x="1121" y="150"/>
                  </a:cubicBezTo>
                  <a:cubicBezTo>
                    <a:pt x="1123" y="151"/>
                    <a:pt x="1124" y="151"/>
                    <a:pt x="1126" y="152"/>
                  </a:cubicBezTo>
                  <a:cubicBezTo>
                    <a:pt x="1128" y="153"/>
                    <a:pt x="1131" y="153"/>
                    <a:pt x="1133" y="153"/>
                  </a:cubicBezTo>
                  <a:cubicBezTo>
                    <a:pt x="1135" y="154"/>
                    <a:pt x="1139" y="155"/>
                    <a:pt x="1140" y="155"/>
                  </a:cubicBezTo>
                  <a:cubicBezTo>
                    <a:pt x="1141" y="156"/>
                    <a:pt x="1141" y="156"/>
                    <a:pt x="1140" y="156"/>
                  </a:cubicBezTo>
                  <a:cubicBezTo>
                    <a:pt x="1139" y="157"/>
                    <a:pt x="1136" y="156"/>
                    <a:pt x="1134" y="156"/>
                  </a:cubicBezTo>
                  <a:cubicBezTo>
                    <a:pt x="1131" y="155"/>
                    <a:pt x="1129" y="155"/>
                    <a:pt x="1127" y="155"/>
                  </a:cubicBezTo>
                  <a:cubicBezTo>
                    <a:pt x="1126" y="156"/>
                    <a:pt x="1125" y="155"/>
                    <a:pt x="1125" y="156"/>
                  </a:cubicBezTo>
                  <a:cubicBezTo>
                    <a:pt x="1125" y="157"/>
                    <a:pt x="1124" y="158"/>
                    <a:pt x="1124" y="159"/>
                  </a:cubicBezTo>
                  <a:cubicBezTo>
                    <a:pt x="1123" y="160"/>
                    <a:pt x="1123" y="161"/>
                    <a:pt x="1123" y="162"/>
                  </a:cubicBezTo>
                  <a:cubicBezTo>
                    <a:pt x="1123" y="163"/>
                    <a:pt x="1124" y="163"/>
                    <a:pt x="1125" y="164"/>
                  </a:cubicBezTo>
                  <a:cubicBezTo>
                    <a:pt x="1127" y="165"/>
                    <a:pt x="1127" y="165"/>
                    <a:pt x="1129" y="165"/>
                  </a:cubicBezTo>
                  <a:cubicBezTo>
                    <a:pt x="1131" y="165"/>
                    <a:pt x="1131" y="165"/>
                    <a:pt x="1133" y="166"/>
                  </a:cubicBezTo>
                  <a:cubicBezTo>
                    <a:pt x="1135" y="166"/>
                    <a:pt x="1138" y="167"/>
                    <a:pt x="1140" y="168"/>
                  </a:cubicBezTo>
                  <a:cubicBezTo>
                    <a:pt x="1142" y="169"/>
                    <a:pt x="1143" y="169"/>
                    <a:pt x="1146" y="169"/>
                  </a:cubicBezTo>
                  <a:cubicBezTo>
                    <a:pt x="1149" y="170"/>
                    <a:pt x="1149" y="170"/>
                    <a:pt x="1151" y="171"/>
                  </a:cubicBezTo>
                  <a:cubicBezTo>
                    <a:pt x="1153" y="172"/>
                    <a:pt x="1153" y="173"/>
                    <a:pt x="1153" y="174"/>
                  </a:cubicBezTo>
                  <a:cubicBezTo>
                    <a:pt x="1153" y="176"/>
                    <a:pt x="1155" y="177"/>
                    <a:pt x="1156" y="178"/>
                  </a:cubicBezTo>
                  <a:cubicBezTo>
                    <a:pt x="1158" y="178"/>
                    <a:pt x="1160" y="179"/>
                    <a:pt x="1162" y="181"/>
                  </a:cubicBezTo>
                  <a:cubicBezTo>
                    <a:pt x="1164" y="184"/>
                    <a:pt x="1166" y="185"/>
                    <a:pt x="1166" y="187"/>
                  </a:cubicBezTo>
                  <a:cubicBezTo>
                    <a:pt x="1166" y="189"/>
                    <a:pt x="1168" y="190"/>
                    <a:pt x="1168" y="191"/>
                  </a:cubicBezTo>
                  <a:cubicBezTo>
                    <a:pt x="1169" y="191"/>
                    <a:pt x="1171" y="191"/>
                    <a:pt x="1171" y="190"/>
                  </a:cubicBezTo>
                  <a:cubicBezTo>
                    <a:pt x="1172" y="189"/>
                    <a:pt x="1173" y="189"/>
                    <a:pt x="1174" y="190"/>
                  </a:cubicBezTo>
                  <a:cubicBezTo>
                    <a:pt x="1175" y="191"/>
                    <a:pt x="1175" y="192"/>
                    <a:pt x="1176" y="193"/>
                  </a:cubicBezTo>
                  <a:cubicBezTo>
                    <a:pt x="1177" y="194"/>
                    <a:pt x="1179" y="195"/>
                    <a:pt x="1181" y="195"/>
                  </a:cubicBezTo>
                  <a:cubicBezTo>
                    <a:pt x="1183" y="196"/>
                    <a:pt x="1184" y="196"/>
                    <a:pt x="1185" y="196"/>
                  </a:cubicBezTo>
                  <a:cubicBezTo>
                    <a:pt x="1186" y="197"/>
                    <a:pt x="1185" y="197"/>
                    <a:pt x="1184" y="198"/>
                  </a:cubicBezTo>
                  <a:cubicBezTo>
                    <a:pt x="1183" y="198"/>
                    <a:pt x="1182" y="197"/>
                    <a:pt x="1180" y="197"/>
                  </a:cubicBezTo>
                  <a:cubicBezTo>
                    <a:pt x="1178" y="197"/>
                    <a:pt x="1178" y="198"/>
                    <a:pt x="1176" y="198"/>
                  </a:cubicBezTo>
                  <a:cubicBezTo>
                    <a:pt x="1173" y="198"/>
                    <a:pt x="1174" y="198"/>
                    <a:pt x="1172" y="197"/>
                  </a:cubicBezTo>
                  <a:cubicBezTo>
                    <a:pt x="1171" y="196"/>
                    <a:pt x="1171" y="195"/>
                    <a:pt x="1170" y="194"/>
                  </a:cubicBezTo>
                  <a:cubicBezTo>
                    <a:pt x="1169" y="193"/>
                    <a:pt x="1168" y="193"/>
                    <a:pt x="1166" y="193"/>
                  </a:cubicBezTo>
                  <a:cubicBezTo>
                    <a:pt x="1164" y="193"/>
                    <a:pt x="1162" y="193"/>
                    <a:pt x="1161" y="194"/>
                  </a:cubicBezTo>
                  <a:cubicBezTo>
                    <a:pt x="1159" y="195"/>
                    <a:pt x="1158" y="195"/>
                    <a:pt x="1158" y="196"/>
                  </a:cubicBezTo>
                  <a:cubicBezTo>
                    <a:pt x="1158" y="197"/>
                    <a:pt x="1159" y="198"/>
                    <a:pt x="1160" y="199"/>
                  </a:cubicBezTo>
                  <a:cubicBezTo>
                    <a:pt x="1162" y="200"/>
                    <a:pt x="1163" y="200"/>
                    <a:pt x="1165" y="201"/>
                  </a:cubicBezTo>
                  <a:cubicBezTo>
                    <a:pt x="1167" y="202"/>
                    <a:pt x="1170" y="202"/>
                    <a:pt x="1172" y="202"/>
                  </a:cubicBezTo>
                  <a:cubicBezTo>
                    <a:pt x="1174" y="202"/>
                    <a:pt x="1178" y="202"/>
                    <a:pt x="1180" y="202"/>
                  </a:cubicBezTo>
                  <a:cubicBezTo>
                    <a:pt x="1182" y="201"/>
                    <a:pt x="1185" y="202"/>
                    <a:pt x="1189" y="202"/>
                  </a:cubicBezTo>
                  <a:cubicBezTo>
                    <a:pt x="1193" y="201"/>
                    <a:pt x="1195" y="202"/>
                    <a:pt x="1197" y="202"/>
                  </a:cubicBezTo>
                  <a:cubicBezTo>
                    <a:pt x="1198" y="203"/>
                    <a:pt x="1198" y="203"/>
                    <a:pt x="1200" y="204"/>
                  </a:cubicBezTo>
                  <a:cubicBezTo>
                    <a:pt x="1201" y="205"/>
                    <a:pt x="1203" y="204"/>
                    <a:pt x="1205" y="205"/>
                  </a:cubicBezTo>
                  <a:cubicBezTo>
                    <a:pt x="1207" y="205"/>
                    <a:pt x="1208" y="204"/>
                    <a:pt x="1210" y="204"/>
                  </a:cubicBezTo>
                  <a:cubicBezTo>
                    <a:pt x="1212" y="203"/>
                    <a:pt x="1212" y="203"/>
                    <a:pt x="1213" y="202"/>
                  </a:cubicBezTo>
                  <a:cubicBezTo>
                    <a:pt x="1214" y="201"/>
                    <a:pt x="1215" y="200"/>
                    <a:pt x="1217" y="199"/>
                  </a:cubicBezTo>
                  <a:cubicBezTo>
                    <a:pt x="1220" y="198"/>
                    <a:pt x="1219" y="199"/>
                    <a:pt x="1220" y="198"/>
                  </a:cubicBezTo>
                  <a:cubicBezTo>
                    <a:pt x="1222" y="197"/>
                    <a:pt x="1222" y="197"/>
                    <a:pt x="1223" y="197"/>
                  </a:cubicBezTo>
                  <a:cubicBezTo>
                    <a:pt x="1224" y="197"/>
                    <a:pt x="1224" y="198"/>
                    <a:pt x="1223" y="199"/>
                  </a:cubicBezTo>
                  <a:cubicBezTo>
                    <a:pt x="1222" y="201"/>
                    <a:pt x="1221" y="204"/>
                    <a:pt x="1219" y="206"/>
                  </a:cubicBezTo>
                  <a:cubicBezTo>
                    <a:pt x="1218" y="208"/>
                    <a:pt x="1218" y="207"/>
                    <a:pt x="1215" y="207"/>
                  </a:cubicBezTo>
                  <a:cubicBezTo>
                    <a:pt x="1212" y="208"/>
                    <a:pt x="1211" y="207"/>
                    <a:pt x="1208" y="207"/>
                  </a:cubicBezTo>
                  <a:cubicBezTo>
                    <a:pt x="1204" y="207"/>
                    <a:pt x="1202" y="207"/>
                    <a:pt x="1199" y="207"/>
                  </a:cubicBezTo>
                  <a:cubicBezTo>
                    <a:pt x="1197" y="207"/>
                    <a:pt x="1196" y="207"/>
                    <a:pt x="1195" y="208"/>
                  </a:cubicBezTo>
                  <a:cubicBezTo>
                    <a:pt x="1193" y="208"/>
                    <a:pt x="1193" y="208"/>
                    <a:pt x="1194" y="209"/>
                  </a:cubicBezTo>
                  <a:cubicBezTo>
                    <a:pt x="1194" y="210"/>
                    <a:pt x="1195" y="209"/>
                    <a:pt x="1196" y="210"/>
                  </a:cubicBezTo>
                  <a:cubicBezTo>
                    <a:pt x="1197" y="210"/>
                    <a:pt x="1197" y="211"/>
                    <a:pt x="1198" y="211"/>
                  </a:cubicBezTo>
                  <a:cubicBezTo>
                    <a:pt x="1199" y="211"/>
                    <a:pt x="1201" y="211"/>
                    <a:pt x="1203" y="211"/>
                  </a:cubicBezTo>
                  <a:cubicBezTo>
                    <a:pt x="1205" y="211"/>
                    <a:pt x="1207" y="211"/>
                    <a:pt x="1208" y="211"/>
                  </a:cubicBezTo>
                  <a:cubicBezTo>
                    <a:pt x="1210" y="211"/>
                    <a:pt x="1209" y="211"/>
                    <a:pt x="1209" y="212"/>
                  </a:cubicBezTo>
                  <a:cubicBezTo>
                    <a:pt x="1209" y="213"/>
                    <a:pt x="1209" y="213"/>
                    <a:pt x="1208" y="213"/>
                  </a:cubicBezTo>
                  <a:cubicBezTo>
                    <a:pt x="1207" y="213"/>
                    <a:pt x="1206" y="213"/>
                    <a:pt x="1206" y="214"/>
                  </a:cubicBezTo>
                  <a:cubicBezTo>
                    <a:pt x="1206" y="214"/>
                    <a:pt x="1207" y="215"/>
                    <a:pt x="1208" y="216"/>
                  </a:cubicBezTo>
                  <a:cubicBezTo>
                    <a:pt x="1209" y="217"/>
                    <a:pt x="1209" y="217"/>
                    <a:pt x="1210" y="218"/>
                  </a:cubicBezTo>
                  <a:cubicBezTo>
                    <a:pt x="1210" y="219"/>
                    <a:pt x="1210" y="219"/>
                    <a:pt x="1209" y="220"/>
                  </a:cubicBezTo>
                  <a:cubicBezTo>
                    <a:pt x="1207" y="220"/>
                    <a:pt x="1205" y="220"/>
                    <a:pt x="1203" y="218"/>
                  </a:cubicBezTo>
                  <a:cubicBezTo>
                    <a:pt x="1200" y="217"/>
                    <a:pt x="1199" y="217"/>
                    <a:pt x="1197" y="216"/>
                  </a:cubicBezTo>
                  <a:cubicBezTo>
                    <a:pt x="1196" y="215"/>
                    <a:pt x="1194" y="215"/>
                    <a:pt x="1191" y="213"/>
                  </a:cubicBezTo>
                  <a:cubicBezTo>
                    <a:pt x="1187" y="211"/>
                    <a:pt x="1188" y="211"/>
                    <a:pt x="1186" y="210"/>
                  </a:cubicBezTo>
                  <a:cubicBezTo>
                    <a:pt x="1184" y="208"/>
                    <a:pt x="1180" y="208"/>
                    <a:pt x="1177" y="207"/>
                  </a:cubicBezTo>
                  <a:cubicBezTo>
                    <a:pt x="1174" y="207"/>
                    <a:pt x="1170" y="207"/>
                    <a:pt x="1169" y="207"/>
                  </a:cubicBezTo>
                  <a:cubicBezTo>
                    <a:pt x="1168" y="207"/>
                    <a:pt x="1164" y="206"/>
                    <a:pt x="1158" y="205"/>
                  </a:cubicBezTo>
                  <a:cubicBezTo>
                    <a:pt x="1153" y="203"/>
                    <a:pt x="1153" y="204"/>
                    <a:pt x="1150" y="204"/>
                  </a:cubicBezTo>
                  <a:cubicBezTo>
                    <a:pt x="1146" y="204"/>
                    <a:pt x="1144" y="204"/>
                    <a:pt x="1141" y="205"/>
                  </a:cubicBezTo>
                  <a:cubicBezTo>
                    <a:pt x="1137" y="206"/>
                    <a:pt x="1136" y="206"/>
                    <a:pt x="1133" y="207"/>
                  </a:cubicBezTo>
                  <a:cubicBezTo>
                    <a:pt x="1131" y="207"/>
                    <a:pt x="1129" y="208"/>
                    <a:pt x="1127" y="208"/>
                  </a:cubicBezTo>
                  <a:cubicBezTo>
                    <a:pt x="1124" y="208"/>
                    <a:pt x="1122" y="208"/>
                    <a:pt x="1119" y="209"/>
                  </a:cubicBezTo>
                  <a:cubicBezTo>
                    <a:pt x="1116" y="210"/>
                    <a:pt x="1116" y="212"/>
                    <a:pt x="1112" y="215"/>
                  </a:cubicBezTo>
                  <a:cubicBezTo>
                    <a:pt x="1108" y="218"/>
                    <a:pt x="1106" y="221"/>
                    <a:pt x="1105" y="222"/>
                  </a:cubicBezTo>
                  <a:cubicBezTo>
                    <a:pt x="1103" y="223"/>
                    <a:pt x="1102" y="224"/>
                    <a:pt x="1101" y="226"/>
                  </a:cubicBezTo>
                  <a:cubicBezTo>
                    <a:pt x="1101" y="228"/>
                    <a:pt x="1101" y="229"/>
                    <a:pt x="1101" y="230"/>
                  </a:cubicBezTo>
                  <a:cubicBezTo>
                    <a:pt x="1101" y="232"/>
                    <a:pt x="1101" y="233"/>
                    <a:pt x="1102" y="233"/>
                  </a:cubicBezTo>
                  <a:cubicBezTo>
                    <a:pt x="1103" y="234"/>
                    <a:pt x="1106" y="234"/>
                    <a:pt x="1107" y="234"/>
                  </a:cubicBezTo>
                  <a:cubicBezTo>
                    <a:pt x="1109" y="234"/>
                    <a:pt x="1108" y="235"/>
                    <a:pt x="1108" y="236"/>
                  </a:cubicBezTo>
                  <a:cubicBezTo>
                    <a:pt x="1107" y="237"/>
                    <a:pt x="1106" y="237"/>
                    <a:pt x="1105" y="237"/>
                  </a:cubicBezTo>
                  <a:cubicBezTo>
                    <a:pt x="1104" y="237"/>
                    <a:pt x="1104" y="238"/>
                    <a:pt x="1104" y="238"/>
                  </a:cubicBezTo>
                  <a:cubicBezTo>
                    <a:pt x="1104" y="239"/>
                    <a:pt x="1104" y="239"/>
                    <a:pt x="1106" y="239"/>
                  </a:cubicBezTo>
                  <a:cubicBezTo>
                    <a:pt x="1108" y="239"/>
                    <a:pt x="1110" y="238"/>
                    <a:pt x="1111" y="239"/>
                  </a:cubicBezTo>
                  <a:cubicBezTo>
                    <a:pt x="1113" y="240"/>
                    <a:pt x="1116" y="239"/>
                    <a:pt x="1118" y="238"/>
                  </a:cubicBezTo>
                  <a:cubicBezTo>
                    <a:pt x="1120" y="237"/>
                    <a:pt x="1120" y="236"/>
                    <a:pt x="1121" y="236"/>
                  </a:cubicBezTo>
                  <a:cubicBezTo>
                    <a:pt x="1122" y="235"/>
                    <a:pt x="1125" y="236"/>
                    <a:pt x="1127" y="235"/>
                  </a:cubicBezTo>
                  <a:cubicBezTo>
                    <a:pt x="1129" y="234"/>
                    <a:pt x="1131" y="233"/>
                    <a:pt x="1133" y="231"/>
                  </a:cubicBezTo>
                  <a:cubicBezTo>
                    <a:pt x="1134" y="229"/>
                    <a:pt x="1134" y="228"/>
                    <a:pt x="1135" y="228"/>
                  </a:cubicBezTo>
                  <a:cubicBezTo>
                    <a:pt x="1135" y="227"/>
                    <a:pt x="1135" y="231"/>
                    <a:pt x="1134" y="234"/>
                  </a:cubicBezTo>
                  <a:cubicBezTo>
                    <a:pt x="1133" y="236"/>
                    <a:pt x="1131" y="237"/>
                    <a:pt x="1128" y="238"/>
                  </a:cubicBezTo>
                  <a:cubicBezTo>
                    <a:pt x="1126" y="239"/>
                    <a:pt x="1126" y="239"/>
                    <a:pt x="1126" y="240"/>
                  </a:cubicBezTo>
                  <a:cubicBezTo>
                    <a:pt x="1126" y="241"/>
                    <a:pt x="1129" y="241"/>
                    <a:pt x="1131" y="241"/>
                  </a:cubicBezTo>
                  <a:cubicBezTo>
                    <a:pt x="1134" y="240"/>
                    <a:pt x="1135" y="241"/>
                    <a:pt x="1138" y="240"/>
                  </a:cubicBezTo>
                  <a:cubicBezTo>
                    <a:pt x="1141" y="240"/>
                    <a:pt x="1142" y="240"/>
                    <a:pt x="1145" y="238"/>
                  </a:cubicBezTo>
                  <a:cubicBezTo>
                    <a:pt x="1147" y="236"/>
                    <a:pt x="1147" y="236"/>
                    <a:pt x="1148" y="235"/>
                  </a:cubicBezTo>
                  <a:cubicBezTo>
                    <a:pt x="1150" y="234"/>
                    <a:pt x="1150" y="234"/>
                    <a:pt x="1151" y="233"/>
                  </a:cubicBezTo>
                  <a:cubicBezTo>
                    <a:pt x="1153" y="232"/>
                    <a:pt x="1153" y="230"/>
                    <a:pt x="1154" y="227"/>
                  </a:cubicBezTo>
                  <a:cubicBezTo>
                    <a:pt x="1154" y="225"/>
                    <a:pt x="1155" y="225"/>
                    <a:pt x="1155" y="222"/>
                  </a:cubicBezTo>
                  <a:cubicBezTo>
                    <a:pt x="1156" y="219"/>
                    <a:pt x="1157" y="218"/>
                    <a:pt x="1159" y="217"/>
                  </a:cubicBezTo>
                  <a:cubicBezTo>
                    <a:pt x="1161" y="217"/>
                    <a:pt x="1160" y="219"/>
                    <a:pt x="1160" y="221"/>
                  </a:cubicBezTo>
                  <a:cubicBezTo>
                    <a:pt x="1160" y="222"/>
                    <a:pt x="1158" y="223"/>
                    <a:pt x="1157" y="225"/>
                  </a:cubicBezTo>
                  <a:cubicBezTo>
                    <a:pt x="1156" y="226"/>
                    <a:pt x="1157" y="227"/>
                    <a:pt x="1158" y="227"/>
                  </a:cubicBezTo>
                  <a:cubicBezTo>
                    <a:pt x="1159" y="228"/>
                    <a:pt x="1160" y="228"/>
                    <a:pt x="1161" y="229"/>
                  </a:cubicBezTo>
                  <a:cubicBezTo>
                    <a:pt x="1161" y="230"/>
                    <a:pt x="1160" y="230"/>
                    <a:pt x="1158" y="231"/>
                  </a:cubicBezTo>
                  <a:cubicBezTo>
                    <a:pt x="1156" y="232"/>
                    <a:pt x="1156" y="232"/>
                    <a:pt x="1155" y="233"/>
                  </a:cubicBezTo>
                  <a:cubicBezTo>
                    <a:pt x="1154" y="234"/>
                    <a:pt x="1155" y="234"/>
                    <a:pt x="1157" y="235"/>
                  </a:cubicBezTo>
                  <a:cubicBezTo>
                    <a:pt x="1158" y="236"/>
                    <a:pt x="1161" y="235"/>
                    <a:pt x="1164" y="235"/>
                  </a:cubicBezTo>
                  <a:cubicBezTo>
                    <a:pt x="1166" y="235"/>
                    <a:pt x="1169" y="235"/>
                    <a:pt x="1170" y="236"/>
                  </a:cubicBezTo>
                  <a:cubicBezTo>
                    <a:pt x="1171" y="237"/>
                    <a:pt x="1169" y="237"/>
                    <a:pt x="1167" y="237"/>
                  </a:cubicBezTo>
                  <a:cubicBezTo>
                    <a:pt x="1166" y="238"/>
                    <a:pt x="1162" y="238"/>
                    <a:pt x="1160" y="237"/>
                  </a:cubicBezTo>
                  <a:cubicBezTo>
                    <a:pt x="1157" y="237"/>
                    <a:pt x="1157" y="237"/>
                    <a:pt x="1155" y="238"/>
                  </a:cubicBezTo>
                  <a:cubicBezTo>
                    <a:pt x="1152" y="238"/>
                    <a:pt x="1153" y="238"/>
                    <a:pt x="1152" y="238"/>
                  </a:cubicBezTo>
                  <a:cubicBezTo>
                    <a:pt x="1151" y="239"/>
                    <a:pt x="1152" y="240"/>
                    <a:pt x="1153" y="241"/>
                  </a:cubicBezTo>
                  <a:cubicBezTo>
                    <a:pt x="1155" y="241"/>
                    <a:pt x="1158" y="241"/>
                    <a:pt x="1161" y="241"/>
                  </a:cubicBezTo>
                  <a:cubicBezTo>
                    <a:pt x="1164" y="241"/>
                    <a:pt x="1166" y="242"/>
                    <a:pt x="1163" y="243"/>
                  </a:cubicBezTo>
                  <a:cubicBezTo>
                    <a:pt x="1160" y="244"/>
                    <a:pt x="1159" y="243"/>
                    <a:pt x="1156" y="243"/>
                  </a:cubicBezTo>
                  <a:cubicBezTo>
                    <a:pt x="1153" y="242"/>
                    <a:pt x="1151" y="244"/>
                    <a:pt x="1148" y="245"/>
                  </a:cubicBezTo>
                  <a:cubicBezTo>
                    <a:pt x="1144" y="245"/>
                    <a:pt x="1143" y="246"/>
                    <a:pt x="1142" y="248"/>
                  </a:cubicBezTo>
                  <a:cubicBezTo>
                    <a:pt x="1142" y="250"/>
                    <a:pt x="1147" y="248"/>
                    <a:pt x="1150" y="248"/>
                  </a:cubicBezTo>
                  <a:cubicBezTo>
                    <a:pt x="1154" y="248"/>
                    <a:pt x="1156" y="248"/>
                    <a:pt x="1159" y="247"/>
                  </a:cubicBezTo>
                  <a:cubicBezTo>
                    <a:pt x="1163" y="246"/>
                    <a:pt x="1166" y="248"/>
                    <a:pt x="1165" y="249"/>
                  </a:cubicBezTo>
                  <a:cubicBezTo>
                    <a:pt x="1165" y="251"/>
                    <a:pt x="1162" y="250"/>
                    <a:pt x="1158" y="251"/>
                  </a:cubicBezTo>
                  <a:cubicBezTo>
                    <a:pt x="1154" y="252"/>
                    <a:pt x="1155" y="253"/>
                    <a:pt x="1153" y="255"/>
                  </a:cubicBezTo>
                  <a:cubicBezTo>
                    <a:pt x="1150" y="257"/>
                    <a:pt x="1150" y="256"/>
                    <a:pt x="1147" y="257"/>
                  </a:cubicBezTo>
                  <a:cubicBezTo>
                    <a:pt x="1144" y="258"/>
                    <a:pt x="1147" y="259"/>
                    <a:pt x="1148" y="261"/>
                  </a:cubicBezTo>
                  <a:cubicBezTo>
                    <a:pt x="1149" y="262"/>
                    <a:pt x="1152" y="262"/>
                    <a:pt x="1155" y="261"/>
                  </a:cubicBezTo>
                  <a:cubicBezTo>
                    <a:pt x="1159" y="261"/>
                    <a:pt x="1159" y="259"/>
                    <a:pt x="1161" y="257"/>
                  </a:cubicBezTo>
                  <a:cubicBezTo>
                    <a:pt x="1163" y="255"/>
                    <a:pt x="1164" y="257"/>
                    <a:pt x="1164" y="258"/>
                  </a:cubicBezTo>
                  <a:cubicBezTo>
                    <a:pt x="1163" y="260"/>
                    <a:pt x="1161" y="261"/>
                    <a:pt x="1159" y="262"/>
                  </a:cubicBezTo>
                  <a:cubicBezTo>
                    <a:pt x="1157" y="263"/>
                    <a:pt x="1157" y="265"/>
                    <a:pt x="1158" y="266"/>
                  </a:cubicBezTo>
                  <a:cubicBezTo>
                    <a:pt x="1158" y="267"/>
                    <a:pt x="1162" y="267"/>
                    <a:pt x="1167" y="266"/>
                  </a:cubicBezTo>
                  <a:cubicBezTo>
                    <a:pt x="1172" y="265"/>
                    <a:pt x="1172" y="266"/>
                    <a:pt x="1175" y="266"/>
                  </a:cubicBezTo>
                  <a:cubicBezTo>
                    <a:pt x="1179" y="266"/>
                    <a:pt x="1180" y="265"/>
                    <a:pt x="1182" y="263"/>
                  </a:cubicBezTo>
                  <a:cubicBezTo>
                    <a:pt x="1184" y="262"/>
                    <a:pt x="1185" y="261"/>
                    <a:pt x="1188" y="258"/>
                  </a:cubicBezTo>
                  <a:cubicBezTo>
                    <a:pt x="1191" y="255"/>
                    <a:pt x="1191" y="255"/>
                    <a:pt x="1193" y="253"/>
                  </a:cubicBezTo>
                  <a:cubicBezTo>
                    <a:pt x="1195" y="251"/>
                    <a:pt x="1196" y="251"/>
                    <a:pt x="1199" y="249"/>
                  </a:cubicBezTo>
                  <a:cubicBezTo>
                    <a:pt x="1201" y="246"/>
                    <a:pt x="1199" y="246"/>
                    <a:pt x="1200" y="244"/>
                  </a:cubicBezTo>
                  <a:cubicBezTo>
                    <a:pt x="1202" y="242"/>
                    <a:pt x="1203" y="242"/>
                    <a:pt x="1205" y="241"/>
                  </a:cubicBezTo>
                  <a:cubicBezTo>
                    <a:pt x="1208" y="240"/>
                    <a:pt x="1208" y="242"/>
                    <a:pt x="1206" y="243"/>
                  </a:cubicBezTo>
                  <a:cubicBezTo>
                    <a:pt x="1204" y="244"/>
                    <a:pt x="1203" y="245"/>
                    <a:pt x="1203" y="248"/>
                  </a:cubicBezTo>
                  <a:cubicBezTo>
                    <a:pt x="1202" y="250"/>
                    <a:pt x="1200" y="250"/>
                    <a:pt x="1199" y="252"/>
                  </a:cubicBezTo>
                  <a:cubicBezTo>
                    <a:pt x="1198" y="255"/>
                    <a:pt x="1198" y="256"/>
                    <a:pt x="1196" y="258"/>
                  </a:cubicBezTo>
                  <a:cubicBezTo>
                    <a:pt x="1194" y="260"/>
                    <a:pt x="1191" y="261"/>
                    <a:pt x="1190" y="263"/>
                  </a:cubicBezTo>
                  <a:cubicBezTo>
                    <a:pt x="1189" y="265"/>
                    <a:pt x="1188" y="266"/>
                    <a:pt x="1186" y="267"/>
                  </a:cubicBezTo>
                  <a:cubicBezTo>
                    <a:pt x="1183" y="268"/>
                    <a:pt x="1182" y="267"/>
                    <a:pt x="1182" y="269"/>
                  </a:cubicBezTo>
                  <a:cubicBezTo>
                    <a:pt x="1181" y="271"/>
                    <a:pt x="1184" y="272"/>
                    <a:pt x="1184" y="273"/>
                  </a:cubicBezTo>
                  <a:cubicBezTo>
                    <a:pt x="1183" y="275"/>
                    <a:pt x="1180" y="274"/>
                    <a:pt x="1177" y="273"/>
                  </a:cubicBezTo>
                  <a:cubicBezTo>
                    <a:pt x="1174" y="272"/>
                    <a:pt x="1172" y="272"/>
                    <a:pt x="1170" y="272"/>
                  </a:cubicBezTo>
                  <a:cubicBezTo>
                    <a:pt x="1167" y="271"/>
                    <a:pt x="1164" y="272"/>
                    <a:pt x="1162" y="272"/>
                  </a:cubicBezTo>
                  <a:cubicBezTo>
                    <a:pt x="1160" y="273"/>
                    <a:pt x="1159" y="274"/>
                    <a:pt x="1158" y="274"/>
                  </a:cubicBezTo>
                  <a:cubicBezTo>
                    <a:pt x="1157" y="275"/>
                    <a:pt x="1155" y="275"/>
                    <a:pt x="1152" y="274"/>
                  </a:cubicBezTo>
                  <a:cubicBezTo>
                    <a:pt x="1149" y="272"/>
                    <a:pt x="1149" y="273"/>
                    <a:pt x="1147" y="272"/>
                  </a:cubicBezTo>
                  <a:cubicBezTo>
                    <a:pt x="1146" y="271"/>
                    <a:pt x="1144" y="269"/>
                    <a:pt x="1141" y="270"/>
                  </a:cubicBezTo>
                  <a:cubicBezTo>
                    <a:pt x="1139" y="270"/>
                    <a:pt x="1136" y="269"/>
                    <a:pt x="1135" y="267"/>
                  </a:cubicBezTo>
                  <a:cubicBezTo>
                    <a:pt x="1134" y="265"/>
                    <a:pt x="1134" y="262"/>
                    <a:pt x="1132" y="260"/>
                  </a:cubicBezTo>
                  <a:cubicBezTo>
                    <a:pt x="1131" y="257"/>
                    <a:pt x="1130" y="257"/>
                    <a:pt x="1127" y="254"/>
                  </a:cubicBezTo>
                  <a:cubicBezTo>
                    <a:pt x="1123" y="252"/>
                    <a:pt x="1123" y="253"/>
                    <a:pt x="1119" y="253"/>
                  </a:cubicBezTo>
                  <a:cubicBezTo>
                    <a:pt x="1116" y="252"/>
                    <a:pt x="1113" y="251"/>
                    <a:pt x="1108" y="250"/>
                  </a:cubicBezTo>
                  <a:cubicBezTo>
                    <a:pt x="1103" y="250"/>
                    <a:pt x="1103" y="250"/>
                    <a:pt x="1099" y="251"/>
                  </a:cubicBezTo>
                  <a:cubicBezTo>
                    <a:pt x="1095" y="252"/>
                    <a:pt x="1093" y="253"/>
                    <a:pt x="1091" y="252"/>
                  </a:cubicBezTo>
                  <a:cubicBezTo>
                    <a:pt x="1088" y="251"/>
                    <a:pt x="1087" y="252"/>
                    <a:pt x="1086" y="254"/>
                  </a:cubicBezTo>
                  <a:cubicBezTo>
                    <a:pt x="1086" y="256"/>
                    <a:pt x="1086" y="258"/>
                    <a:pt x="1088" y="261"/>
                  </a:cubicBezTo>
                  <a:cubicBezTo>
                    <a:pt x="1091" y="263"/>
                    <a:pt x="1092" y="264"/>
                    <a:pt x="1093" y="267"/>
                  </a:cubicBezTo>
                  <a:cubicBezTo>
                    <a:pt x="1094" y="270"/>
                    <a:pt x="1095" y="272"/>
                    <a:pt x="1098" y="273"/>
                  </a:cubicBezTo>
                  <a:cubicBezTo>
                    <a:pt x="1101" y="275"/>
                    <a:pt x="1106" y="274"/>
                    <a:pt x="1108" y="272"/>
                  </a:cubicBezTo>
                  <a:cubicBezTo>
                    <a:pt x="1111" y="271"/>
                    <a:pt x="1113" y="272"/>
                    <a:pt x="1114" y="273"/>
                  </a:cubicBezTo>
                  <a:cubicBezTo>
                    <a:pt x="1114" y="275"/>
                    <a:pt x="1111" y="275"/>
                    <a:pt x="1110" y="276"/>
                  </a:cubicBezTo>
                  <a:cubicBezTo>
                    <a:pt x="1108" y="277"/>
                    <a:pt x="1109" y="278"/>
                    <a:pt x="1110" y="280"/>
                  </a:cubicBezTo>
                  <a:cubicBezTo>
                    <a:pt x="1112" y="282"/>
                    <a:pt x="1112" y="282"/>
                    <a:pt x="1111" y="283"/>
                  </a:cubicBezTo>
                  <a:cubicBezTo>
                    <a:pt x="1111" y="283"/>
                    <a:pt x="1108" y="282"/>
                    <a:pt x="1107" y="281"/>
                  </a:cubicBezTo>
                  <a:cubicBezTo>
                    <a:pt x="1105" y="281"/>
                    <a:pt x="1105" y="282"/>
                    <a:pt x="1103" y="283"/>
                  </a:cubicBezTo>
                  <a:cubicBezTo>
                    <a:pt x="1100" y="284"/>
                    <a:pt x="1099" y="283"/>
                    <a:pt x="1097" y="284"/>
                  </a:cubicBezTo>
                  <a:cubicBezTo>
                    <a:pt x="1094" y="285"/>
                    <a:pt x="1091" y="285"/>
                    <a:pt x="1087" y="284"/>
                  </a:cubicBezTo>
                  <a:cubicBezTo>
                    <a:pt x="1083" y="283"/>
                    <a:pt x="1081" y="284"/>
                    <a:pt x="1080" y="284"/>
                  </a:cubicBezTo>
                  <a:cubicBezTo>
                    <a:pt x="1078" y="285"/>
                    <a:pt x="1078" y="285"/>
                    <a:pt x="1076" y="287"/>
                  </a:cubicBezTo>
                  <a:cubicBezTo>
                    <a:pt x="1073" y="289"/>
                    <a:pt x="1071" y="291"/>
                    <a:pt x="1067" y="292"/>
                  </a:cubicBezTo>
                  <a:cubicBezTo>
                    <a:pt x="1064" y="294"/>
                    <a:pt x="1063" y="294"/>
                    <a:pt x="1061" y="295"/>
                  </a:cubicBezTo>
                  <a:cubicBezTo>
                    <a:pt x="1060" y="297"/>
                    <a:pt x="1061" y="298"/>
                    <a:pt x="1061" y="299"/>
                  </a:cubicBezTo>
                  <a:cubicBezTo>
                    <a:pt x="1062" y="301"/>
                    <a:pt x="1062" y="304"/>
                    <a:pt x="1061" y="305"/>
                  </a:cubicBezTo>
                  <a:cubicBezTo>
                    <a:pt x="1059" y="306"/>
                    <a:pt x="1059" y="307"/>
                    <a:pt x="1061" y="308"/>
                  </a:cubicBezTo>
                  <a:cubicBezTo>
                    <a:pt x="1062" y="310"/>
                    <a:pt x="1062" y="309"/>
                    <a:pt x="1065" y="310"/>
                  </a:cubicBezTo>
                  <a:cubicBezTo>
                    <a:pt x="1068" y="311"/>
                    <a:pt x="1070" y="313"/>
                    <a:pt x="1070" y="313"/>
                  </a:cubicBezTo>
                  <a:cubicBezTo>
                    <a:pt x="1071" y="314"/>
                    <a:pt x="1071" y="312"/>
                    <a:pt x="1072" y="310"/>
                  </a:cubicBezTo>
                  <a:cubicBezTo>
                    <a:pt x="1074" y="308"/>
                    <a:pt x="1078" y="306"/>
                    <a:pt x="1077" y="304"/>
                  </a:cubicBezTo>
                  <a:cubicBezTo>
                    <a:pt x="1076" y="302"/>
                    <a:pt x="1076" y="302"/>
                    <a:pt x="1076" y="300"/>
                  </a:cubicBezTo>
                  <a:cubicBezTo>
                    <a:pt x="1077" y="297"/>
                    <a:pt x="1079" y="296"/>
                    <a:pt x="1081" y="296"/>
                  </a:cubicBezTo>
                  <a:cubicBezTo>
                    <a:pt x="1082" y="297"/>
                    <a:pt x="1079" y="304"/>
                    <a:pt x="1081" y="306"/>
                  </a:cubicBezTo>
                  <a:cubicBezTo>
                    <a:pt x="1083" y="308"/>
                    <a:pt x="1083" y="309"/>
                    <a:pt x="1084" y="312"/>
                  </a:cubicBezTo>
                  <a:cubicBezTo>
                    <a:pt x="1084" y="315"/>
                    <a:pt x="1085" y="314"/>
                    <a:pt x="1090" y="315"/>
                  </a:cubicBezTo>
                  <a:cubicBezTo>
                    <a:pt x="1095" y="316"/>
                    <a:pt x="1096" y="315"/>
                    <a:pt x="1097" y="315"/>
                  </a:cubicBezTo>
                  <a:cubicBezTo>
                    <a:pt x="1099" y="315"/>
                    <a:pt x="1100" y="312"/>
                    <a:pt x="1099" y="310"/>
                  </a:cubicBezTo>
                  <a:cubicBezTo>
                    <a:pt x="1098" y="308"/>
                    <a:pt x="1098" y="307"/>
                    <a:pt x="1099" y="305"/>
                  </a:cubicBezTo>
                  <a:cubicBezTo>
                    <a:pt x="1100" y="304"/>
                    <a:pt x="1101" y="308"/>
                    <a:pt x="1102" y="310"/>
                  </a:cubicBezTo>
                  <a:cubicBezTo>
                    <a:pt x="1103" y="312"/>
                    <a:pt x="1103" y="312"/>
                    <a:pt x="1108" y="313"/>
                  </a:cubicBezTo>
                  <a:cubicBezTo>
                    <a:pt x="1113" y="315"/>
                    <a:pt x="1112" y="316"/>
                    <a:pt x="1113" y="317"/>
                  </a:cubicBezTo>
                  <a:cubicBezTo>
                    <a:pt x="1115" y="318"/>
                    <a:pt x="1117" y="317"/>
                    <a:pt x="1118" y="314"/>
                  </a:cubicBezTo>
                  <a:cubicBezTo>
                    <a:pt x="1118" y="311"/>
                    <a:pt x="1119" y="312"/>
                    <a:pt x="1121" y="310"/>
                  </a:cubicBezTo>
                  <a:cubicBezTo>
                    <a:pt x="1123" y="309"/>
                    <a:pt x="1121" y="308"/>
                    <a:pt x="1120" y="307"/>
                  </a:cubicBezTo>
                  <a:cubicBezTo>
                    <a:pt x="1118" y="305"/>
                    <a:pt x="1120" y="305"/>
                    <a:pt x="1122" y="305"/>
                  </a:cubicBezTo>
                  <a:cubicBezTo>
                    <a:pt x="1123" y="305"/>
                    <a:pt x="1126" y="307"/>
                    <a:pt x="1127" y="309"/>
                  </a:cubicBezTo>
                  <a:cubicBezTo>
                    <a:pt x="1128" y="311"/>
                    <a:pt x="1127" y="311"/>
                    <a:pt x="1125" y="311"/>
                  </a:cubicBezTo>
                  <a:cubicBezTo>
                    <a:pt x="1123" y="312"/>
                    <a:pt x="1124" y="313"/>
                    <a:pt x="1125" y="315"/>
                  </a:cubicBezTo>
                  <a:cubicBezTo>
                    <a:pt x="1126" y="316"/>
                    <a:pt x="1132" y="317"/>
                    <a:pt x="1135" y="317"/>
                  </a:cubicBezTo>
                  <a:cubicBezTo>
                    <a:pt x="1137" y="317"/>
                    <a:pt x="1146" y="319"/>
                    <a:pt x="1148" y="318"/>
                  </a:cubicBezTo>
                  <a:cubicBezTo>
                    <a:pt x="1151" y="318"/>
                    <a:pt x="1156" y="319"/>
                    <a:pt x="1159" y="319"/>
                  </a:cubicBezTo>
                  <a:cubicBezTo>
                    <a:pt x="1162" y="319"/>
                    <a:pt x="1161" y="318"/>
                    <a:pt x="1160" y="316"/>
                  </a:cubicBezTo>
                  <a:cubicBezTo>
                    <a:pt x="1159" y="314"/>
                    <a:pt x="1157" y="314"/>
                    <a:pt x="1155" y="313"/>
                  </a:cubicBezTo>
                  <a:cubicBezTo>
                    <a:pt x="1153" y="313"/>
                    <a:pt x="1153" y="312"/>
                    <a:pt x="1152" y="310"/>
                  </a:cubicBezTo>
                  <a:cubicBezTo>
                    <a:pt x="1150" y="307"/>
                    <a:pt x="1151" y="307"/>
                    <a:pt x="1153" y="307"/>
                  </a:cubicBezTo>
                  <a:cubicBezTo>
                    <a:pt x="1155" y="307"/>
                    <a:pt x="1156" y="308"/>
                    <a:pt x="1158" y="310"/>
                  </a:cubicBezTo>
                  <a:cubicBezTo>
                    <a:pt x="1159" y="312"/>
                    <a:pt x="1161" y="312"/>
                    <a:pt x="1163" y="312"/>
                  </a:cubicBezTo>
                  <a:cubicBezTo>
                    <a:pt x="1165" y="312"/>
                    <a:pt x="1166" y="310"/>
                    <a:pt x="1168" y="308"/>
                  </a:cubicBezTo>
                  <a:cubicBezTo>
                    <a:pt x="1169" y="307"/>
                    <a:pt x="1168" y="307"/>
                    <a:pt x="1167" y="306"/>
                  </a:cubicBezTo>
                  <a:cubicBezTo>
                    <a:pt x="1166" y="304"/>
                    <a:pt x="1166" y="304"/>
                    <a:pt x="1166" y="303"/>
                  </a:cubicBezTo>
                  <a:cubicBezTo>
                    <a:pt x="1167" y="302"/>
                    <a:pt x="1170" y="305"/>
                    <a:pt x="1172" y="308"/>
                  </a:cubicBezTo>
                  <a:cubicBezTo>
                    <a:pt x="1174" y="311"/>
                    <a:pt x="1175" y="311"/>
                    <a:pt x="1178" y="312"/>
                  </a:cubicBezTo>
                  <a:cubicBezTo>
                    <a:pt x="1181" y="314"/>
                    <a:pt x="1184" y="314"/>
                    <a:pt x="1186" y="313"/>
                  </a:cubicBezTo>
                  <a:cubicBezTo>
                    <a:pt x="1187" y="312"/>
                    <a:pt x="1186" y="310"/>
                    <a:pt x="1186" y="308"/>
                  </a:cubicBezTo>
                  <a:cubicBezTo>
                    <a:pt x="1186" y="305"/>
                    <a:pt x="1186" y="306"/>
                    <a:pt x="1184" y="304"/>
                  </a:cubicBezTo>
                  <a:cubicBezTo>
                    <a:pt x="1183" y="303"/>
                    <a:pt x="1182" y="303"/>
                    <a:pt x="1183" y="302"/>
                  </a:cubicBezTo>
                  <a:cubicBezTo>
                    <a:pt x="1183" y="301"/>
                    <a:pt x="1187" y="303"/>
                    <a:pt x="1188" y="304"/>
                  </a:cubicBezTo>
                  <a:cubicBezTo>
                    <a:pt x="1189" y="305"/>
                    <a:pt x="1191" y="307"/>
                    <a:pt x="1192" y="309"/>
                  </a:cubicBezTo>
                  <a:cubicBezTo>
                    <a:pt x="1193" y="311"/>
                    <a:pt x="1194" y="313"/>
                    <a:pt x="1196" y="314"/>
                  </a:cubicBezTo>
                  <a:cubicBezTo>
                    <a:pt x="1198" y="314"/>
                    <a:pt x="1201" y="314"/>
                    <a:pt x="1204" y="315"/>
                  </a:cubicBezTo>
                  <a:cubicBezTo>
                    <a:pt x="1207" y="316"/>
                    <a:pt x="1209" y="314"/>
                    <a:pt x="1210" y="313"/>
                  </a:cubicBezTo>
                  <a:cubicBezTo>
                    <a:pt x="1211" y="312"/>
                    <a:pt x="1210" y="307"/>
                    <a:pt x="1208" y="305"/>
                  </a:cubicBezTo>
                  <a:cubicBezTo>
                    <a:pt x="1206" y="302"/>
                    <a:pt x="1205" y="304"/>
                    <a:pt x="1202" y="301"/>
                  </a:cubicBezTo>
                  <a:cubicBezTo>
                    <a:pt x="1199" y="299"/>
                    <a:pt x="1199" y="299"/>
                    <a:pt x="1200" y="297"/>
                  </a:cubicBezTo>
                  <a:cubicBezTo>
                    <a:pt x="1201" y="296"/>
                    <a:pt x="1207" y="299"/>
                    <a:pt x="1209" y="300"/>
                  </a:cubicBezTo>
                  <a:cubicBezTo>
                    <a:pt x="1212" y="301"/>
                    <a:pt x="1214" y="302"/>
                    <a:pt x="1214" y="303"/>
                  </a:cubicBezTo>
                  <a:cubicBezTo>
                    <a:pt x="1215" y="304"/>
                    <a:pt x="1216" y="301"/>
                    <a:pt x="1218" y="302"/>
                  </a:cubicBezTo>
                  <a:cubicBezTo>
                    <a:pt x="1221" y="303"/>
                    <a:pt x="1219" y="303"/>
                    <a:pt x="1217" y="304"/>
                  </a:cubicBezTo>
                  <a:cubicBezTo>
                    <a:pt x="1216" y="305"/>
                    <a:pt x="1215" y="307"/>
                    <a:pt x="1215" y="309"/>
                  </a:cubicBezTo>
                  <a:cubicBezTo>
                    <a:pt x="1216" y="310"/>
                    <a:pt x="1220" y="311"/>
                    <a:pt x="1222" y="311"/>
                  </a:cubicBezTo>
                  <a:cubicBezTo>
                    <a:pt x="1224" y="312"/>
                    <a:pt x="1226" y="311"/>
                    <a:pt x="1228" y="310"/>
                  </a:cubicBezTo>
                  <a:cubicBezTo>
                    <a:pt x="1230" y="308"/>
                    <a:pt x="1232" y="309"/>
                    <a:pt x="1233" y="311"/>
                  </a:cubicBezTo>
                  <a:cubicBezTo>
                    <a:pt x="1235" y="312"/>
                    <a:pt x="1238" y="312"/>
                    <a:pt x="1239" y="312"/>
                  </a:cubicBezTo>
                  <a:cubicBezTo>
                    <a:pt x="1240" y="313"/>
                    <a:pt x="1238" y="317"/>
                    <a:pt x="1235" y="319"/>
                  </a:cubicBezTo>
                  <a:cubicBezTo>
                    <a:pt x="1233" y="321"/>
                    <a:pt x="1234" y="324"/>
                    <a:pt x="1236" y="326"/>
                  </a:cubicBezTo>
                  <a:cubicBezTo>
                    <a:pt x="1238" y="328"/>
                    <a:pt x="1240" y="325"/>
                    <a:pt x="1243" y="324"/>
                  </a:cubicBezTo>
                  <a:cubicBezTo>
                    <a:pt x="1246" y="322"/>
                    <a:pt x="1251" y="322"/>
                    <a:pt x="1256" y="320"/>
                  </a:cubicBezTo>
                  <a:cubicBezTo>
                    <a:pt x="1260" y="318"/>
                    <a:pt x="1263" y="320"/>
                    <a:pt x="1266" y="319"/>
                  </a:cubicBezTo>
                  <a:cubicBezTo>
                    <a:pt x="1270" y="317"/>
                    <a:pt x="1270" y="318"/>
                    <a:pt x="1272" y="315"/>
                  </a:cubicBezTo>
                  <a:close/>
                  <a:moveTo>
                    <a:pt x="1346" y="190"/>
                  </a:moveTo>
                  <a:cubicBezTo>
                    <a:pt x="1350" y="190"/>
                    <a:pt x="1350" y="190"/>
                    <a:pt x="1354" y="189"/>
                  </a:cubicBezTo>
                  <a:cubicBezTo>
                    <a:pt x="1358" y="189"/>
                    <a:pt x="1358" y="188"/>
                    <a:pt x="1361" y="189"/>
                  </a:cubicBezTo>
                  <a:cubicBezTo>
                    <a:pt x="1363" y="189"/>
                    <a:pt x="1363" y="190"/>
                    <a:pt x="1363" y="191"/>
                  </a:cubicBezTo>
                  <a:cubicBezTo>
                    <a:pt x="1363" y="192"/>
                    <a:pt x="1363" y="192"/>
                    <a:pt x="1365" y="193"/>
                  </a:cubicBezTo>
                  <a:cubicBezTo>
                    <a:pt x="1367" y="194"/>
                    <a:pt x="1368" y="195"/>
                    <a:pt x="1368" y="196"/>
                  </a:cubicBezTo>
                  <a:cubicBezTo>
                    <a:pt x="1368" y="198"/>
                    <a:pt x="1365" y="199"/>
                    <a:pt x="1363" y="198"/>
                  </a:cubicBezTo>
                  <a:cubicBezTo>
                    <a:pt x="1361" y="197"/>
                    <a:pt x="1358" y="196"/>
                    <a:pt x="1356" y="197"/>
                  </a:cubicBezTo>
                  <a:cubicBezTo>
                    <a:pt x="1353" y="198"/>
                    <a:pt x="1351" y="197"/>
                    <a:pt x="1348" y="197"/>
                  </a:cubicBezTo>
                  <a:cubicBezTo>
                    <a:pt x="1345" y="196"/>
                    <a:pt x="1344" y="197"/>
                    <a:pt x="1342" y="196"/>
                  </a:cubicBezTo>
                  <a:cubicBezTo>
                    <a:pt x="1341" y="194"/>
                    <a:pt x="1340" y="193"/>
                    <a:pt x="1338" y="192"/>
                  </a:cubicBezTo>
                  <a:cubicBezTo>
                    <a:pt x="1337" y="191"/>
                    <a:pt x="1336" y="190"/>
                    <a:pt x="1337" y="189"/>
                  </a:cubicBezTo>
                  <a:cubicBezTo>
                    <a:pt x="1339" y="189"/>
                    <a:pt x="1342" y="188"/>
                    <a:pt x="1346" y="190"/>
                  </a:cubicBezTo>
                  <a:close/>
                  <a:moveTo>
                    <a:pt x="1022" y="112"/>
                  </a:moveTo>
                  <a:cubicBezTo>
                    <a:pt x="1020" y="108"/>
                    <a:pt x="1018" y="106"/>
                    <a:pt x="1014" y="103"/>
                  </a:cubicBezTo>
                  <a:cubicBezTo>
                    <a:pt x="1010" y="101"/>
                    <a:pt x="1010" y="100"/>
                    <a:pt x="1007" y="97"/>
                  </a:cubicBezTo>
                  <a:cubicBezTo>
                    <a:pt x="1004" y="95"/>
                    <a:pt x="1005" y="95"/>
                    <a:pt x="1004" y="94"/>
                  </a:cubicBezTo>
                  <a:cubicBezTo>
                    <a:pt x="1002" y="93"/>
                    <a:pt x="1001" y="92"/>
                    <a:pt x="998" y="92"/>
                  </a:cubicBezTo>
                  <a:cubicBezTo>
                    <a:pt x="994" y="92"/>
                    <a:pt x="990" y="91"/>
                    <a:pt x="986" y="90"/>
                  </a:cubicBezTo>
                  <a:cubicBezTo>
                    <a:pt x="982" y="88"/>
                    <a:pt x="981" y="89"/>
                    <a:pt x="979" y="89"/>
                  </a:cubicBezTo>
                  <a:cubicBezTo>
                    <a:pt x="977" y="89"/>
                    <a:pt x="975" y="90"/>
                    <a:pt x="972" y="90"/>
                  </a:cubicBezTo>
                  <a:cubicBezTo>
                    <a:pt x="969" y="90"/>
                    <a:pt x="965" y="90"/>
                    <a:pt x="963" y="90"/>
                  </a:cubicBezTo>
                  <a:cubicBezTo>
                    <a:pt x="960" y="90"/>
                    <a:pt x="960" y="92"/>
                    <a:pt x="961" y="93"/>
                  </a:cubicBezTo>
                  <a:cubicBezTo>
                    <a:pt x="962" y="94"/>
                    <a:pt x="965" y="93"/>
                    <a:pt x="969" y="93"/>
                  </a:cubicBezTo>
                  <a:cubicBezTo>
                    <a:pt x="973" y="93"/>
                    <a:pt x="974" y="93"/>
                    <a:pt x="981" y="95"/>
                  </a:cubicBezTo>
                  <a:cubicBezTo>
                    <a:pt x="988" y="96"/>
                    <a:pt x="985" y="96"/>
                    <a:pt x="985" y="98"/>
                  </a:cubicBezTo>
                  <a:cubicBezTo>
                    <a:pt x="985" y="101"/>
                    <a:pt x="984" y="102"/>
                    <a:pt x="980" y="102"/>
                  </a:cubicBezTo>
                  <a:cubicBezTo>
                    <a:pt x="977" y="103"/>
                    <a:pt x="975" y="102"/>
                    <a:pt x="972" y="102"/>
                  </a:cubicBezTo>
                  <a:cubicBezTo>
                    <a:pt x="968" y="102"/>
                    <a:pt x="966" y="102"/>
                    <a:pt x="962" y="100"/>
                  </a:cubicBezTo>
                  <a:cubicBezTo>
                    <a:pt x="958" y="99"/>
                    <a:pt x="958" y="100"/>
                    <a:pt x="955" y="102"/>
                  </a:cubicBezTo>
                  <a:cubicBezTo>
                    <a:pt x="952" y="103"/>
                    <a:pt x="951" y="103"/>
                    <a:pt x="949" y="103"/>
                  </a:cubicBezTo>
                  <a:cubicBezTo>
                    <a:pt x="947" y="104"/>
                    <a:pt x="943" y="105"/>
                    <a:pt x="942" y="106"/>
                  </a:cubicBezTo>
                  <a:cubicBezTo>
                    <a:pt x="940" y="107"/>
                    <a:pt x="940" y="109"/>
                    <a:pt x="941" y="109"/>
                  </a:cubicBezTo>
                  <a:cubicBezTo>
                    <a:pt x="942" y="110"/>
                    <a:pt x="942" y="111"/>
                    <a:pt x="943" y="112"/>
                  </a:cubicBezTo>
                  <a:cubicBezTo>
                    <a:pt x="943" y="113"/>
                    <a:pt x="945" y="113"/>
                    <a:pt x="947" y="113"/>
                  </a:cubicBezTo>
                  <a:cubicBezTo>
                    <a:pt x="949" y="114"/>
                    <a:pt x="949" y="116"/>
                    <a:pt x="954" y="116"/>
                  </a:cubicBezTo>
                  <a:cubicBezTo>
                    <a:pt x="958" y="117"/>
                    <a:pt x="959" y="118"/>
                    <a:pt x="960" y="119"/>
                  </a:cubicBezTo>
                  <a:cubicBezTo>
                    <a:pt x="960" y="121"/>
                    <a:pt x="958" y="120"/>
                    <a:pt x="956" y="121"/>
                  </a:cubicBezTo>
                  <a:cubicBezTo>
                    <a:pt x="954" y="122"/>
                    <a:pt x="952" y="121"/>
                    <a:pt x="949" y="122"/>
                  </a:cubicBezTo>
                  <a:cubicBezTo>
                    <a:pt x="946" y="123"/>
                    <a:pt x="944" y="124"/>
                    <a:pt x="941" y="124"/>
                  </a:cubicBezTo>
                  <a:cubicBezTo>
                    <a:pt x="938" y="125"/>
                    <a:pt x="935" y="125"/>
                    <a:pt x="933" y="125"/>
                  </a:cubicBezTo>
                  <a:cubicBezTo>
                    <a:pt x="932" y="126"/>
                    <a:pt x="930" y="127"/>
                    <a:pt x="930" y="128"/>
                  </a:cubicBezTo>
                  <a:cubicBezTo>
                    <a:pt x="930" y="129"/>
                    <a:pt x="928" y="128"/>
                    <a:pt x="929" y="131"/>
                  </a:cubicBezTo>
                  <a:cubicBezTo>
                    <a:pt x="929" y="133"/>
                    <a:pt x="931" y="131"/>
                    <a:pt x="931" y="133"/>
                  </a:cubicBezTo>
                  <a:cubicBezTo>
                    <a:pt x="932" y="134"/>
                    <a:pt x="928" y="134"/>
                    <a:pt x="926" y="135"/>
                  </a:cubicBezTo>
                  <a:cubicBezTo>
                    <a:pt x="924" y="136"/>
                    <a:pt x="923" y="136"/>
                    <a:pt x="920" y="136"/>
                  </a:cubicBezTo>
                  <a:cubicBezTo>
                    <a:pt x="917" y="137"/>
                    <a:pt x="917" y="137"/>
                    <a:pt x="917" y="139"/>
                  </a:cubicBezTo>
                  <a:cubicBezTo>
                    <a:pt x="918" y="141"/>
                    <a:pt x="920" y="140"/>
                    <a:pt x="923" y="142"/>
                  </a:cubicBezTo>
                  <a:cubicBezTo>
                    <a:pt x="925" y="143"/>
                    <a:pt x="926" y="142"/>
                    <a:pt x="930" y="142"/>
                  </a:cubicBezTo>
                  <a:cubicBezTo>
                    <a:pt x="934" y="142"/>
                    <a:pt x="934" y="141"/>
                    <a:pt x="937" y="141"/>
                  </a:cubicBezTo>
                  <a:cubicBezTo>
                    <a:pt x="939" y="140"/>
                    <a:pt x="940" y="141"/>
                    <a:pt x="941" y="142"/>
                  </a:cubicBezTo>
                  <a:cubicBezTo>
                    <a:pt x="941" y="142"/>
                    <a:pt x="939" y="142"/>
                    <a:pt x="938" y="143"/>
                  </a:cubicBezTo>
                  <a:cubicBezTo>
                    <a:pt x="936" y="144"/>
                    <a:pt x="938" y="145"/>
                    <a:pt x="939" y="145"/>
                  </a:cubicBezTo>
                  <a:cubicBezTo>
                    <a:pt x="940" y="146"/>
                    <a:pt x="943" y="145"/>
                    <a:pt x="948" y="144"/>
                  </a:cubicBezTo>
                  <a:cubicBezTo>
                    <a:pt x="953" y="143"/>
                    <a:pt x="953" y="142"/>
                    <a:pt x="955" y="142"/>
                  </a:cubicBezTo>
                  <a:cubicBezTo>
                    <a:pt x="957" y="142"/>
                    <a:pt x="958" y="144"/>
                    <a:pt x="958" y="145"/>
                  </a:cubicBezTo>
                  <a:cubicBezTo>
                    <a:pt x="958" y="146"/>
                    <a:pt x="957" y="146"/>
                    <a:pt x="955" y="148"/>
                  </a:cubicBezTo>
                  <a:cubicBezTo>
                    <a:pt x="953" y="149"/>
                    <a:pt x="955" y="150"/>
                    <a:pt x="956" y="151"/>
                  </a:cubicBezTo>
                  <a:cubicBezTo>
                    <a:pt x="957" y="152"/>
                    <a:pt x="956" y="154"/>
                    <a:pt x="954" y="153"/>
                  </a:cubicBezTo>
                  <a:cubicBezTo>
                    <a:pt x="951" y="152"/>
                    <a:pt x="948" y="153"/>
                    <a:pt x="945" y="152"/>
                  </a:cubicBezTo>
                  <a:cubicBezTo>
                    <a:pt x="942" y="152"/>
                    <a:pt x="939" y="151"/>
                    <a:pt x="935" y="151"/>
                  </a:cubicBezTo>
                  <a:cubicBezTo>
                    <a:pt x="932" y="151"/>
                    <a:pt x="931" y="152"/>
                    <a:pt x="926" y="153"/>
                  </a:cubicBezTo>
                  <a:cubicBezTo>
                    <a:pt x="921" y="154"/>
                    <a:pt x="921" y="152"/>
                    <a:pt x="917" y="150"/>
                  </a:cubicBezTo>
                  <a:cubicBezTo>
                    <a:pt x="913" y="148"/>
                    <a:pt x="913" y="151"/>
                    <a:pt x="912" y="152"/>
                  </a:cubicBezTo>
                  <a:cubicBezTo>
                    <a:pt x="911" y="153"/>
                    <a:pt x="915" y="157"/>
                    <a:pt x="916" y="160"/>
                  </a:cubicBezTo>
                  <a:cubicBezTo>
                    <a:pt x="918" y="164"/>
                    <a:pt x="918" y="162"/>
                    <a:pt x="923" y="164"/>
                  </a:cubicBezTo>
                  <a:cubicBezTo>
                    <a:pt x="928" y="166"/>
                    <a:pt x="926" y="167"/>
                    <a:pt x="928" y="169"/>
                  </a:cubicBezTo>
                  <a:cubicBezTo>
                    <a:pt x="930" y="170"/>
                    <a:pt x="932" y="169"/>
                    <a:pt x="936" y="170"/>
                  </a:cubicBezTo>
                  <a:cubicBezTo>
                    <a:pt x="941" y="170"/>
                    <a:pt x="940" y="170"/>
                    <a:pt x="946" y="168"/>
                  </a:cubicBezTo>
                  <a:cubicBezTo>
                    <a:pt x="953" y="167"/>
                    <a:pt x="951" y="166"/>
                    <a:pt x="955" y="165"/>
                  </a:cubicBezTo>
                  <a:cubicBezTo>
                    <a:pt x="959" y="164"/>
                    <a:pt x="957" y="166"/>
                    <a:pt x="956" y="168"/>
                  </a:cubicBezTo>
                  <a:cubicBezTo>
                    <a:pt x="956" y="170"/>
                    <a:pt x="953" y="171"/>
                    <a:pt x="948" y="171"/>
                  </a:cubicBezTo>
                  <a:cubicBezTo>
                    <a:pt x="944" y="172"/>
                    <a:pt x="945" y="173"/>
                    <a:pt x="941" y="174"/>
                  </a:cubicBezTo>
                  <a:cubicBezTo>
                    <a:pt x="937" y="176"/>
                    <a:pt x="936" y="175"/>
                    <a:pt x="933" y="176"/>
                  </a:cubicBezTo>
                  <a:cubicBezTo>
                    <a:pt x="929" y="177"/>
                    <a:pt x="932" y="177"/>
                    <a:pt x="933" y="179"/>
                  </a:cubicBezTo>
                  <a:cubicBezTo>
                    <a:pt x="933" y="182"/>
                    <a:pt x="935" y="180"/>
                    <a:pt x="939" y="181"/>
                  </a:cubicBezTo>
                  <a:cubicBezTo>
                    <a:pt x="943" y="181"/>
                    <a:pt x="942" y="184"/>
                    <a:pt x="944" y="185"/>
                  </a:cubicBezTo>
                  <a:cubicBezTo>
                    <a:pt x="946" y="186"/>
                    <a:pt x="948" y="184"/>
                    <a:pt x="952" y="183"/>
                  </a:cubicBezTo>
                  <a:cubicBezTo>
                    <a:pt x="955" y="182"/>
                    <a:pt x="956" y="180"/>
                    <a:pt x="959" y="180"/>
                  </a:cubicBezTo>
                  <a:cubicBezTo>
                    <a:pt x="962" y="179"/>
                    <a:pt x="960" y="180"/>
                    <a:pt x="962" y="180"/>
                  </a:cubicBezTo>
                  <a:cubicBezTo>
                    <a:pt x="964" y="181"/>
                    <a:pt x="964" y="183"/>
                    <a:pt x="964" y="185"/>
                  </a:cubicBezTo>
                  <a:cubicBezTo>
                    <a:pt x="964" y="188"/>
                    <a:pt x="965" y="186"/>
                    <a:pt x="970" y="186"/>
                  </a:cubicBezTo>
                  <a:cubicBezTo>
                    <a:pt x="974" y="186"/>
                    <a:pt x="972" y="185"/>
                    <a:pt x="974" y="182"/>
                  </a:cubicBezTo>
                  <a:cubicBezTo>
                    <a:pt x="976" y="179"/>
                    <a:pt x="976" y="180"/>
                    <a:pt x="980" y="180"/>
                  </a:cubicBezTo>
                  <a:cubicBezTo>
                    <a:pt x="983" y="179"/>
                    <a:pt x="980" y="182"/>
                    <a:pt x="982" y="182"/>
                  </a:cubicBezTo>
                  <a:cubicBezTo>
                    <a:pt x="983" y="182"/>
                    <a:pt x="984" y="182"/>
                    <a:pt x="986" y="181"/>
                  </a:cubicBezTo>
                  <a:cubicBezTo>
                    <a:pt x="987" y="179"/>
                    <a:pt x="986" y="178"/>
                    <a:pt x="986" y="177"/>
                  </a:cubicBezTo>
                  <a:cubicBezTo>
                    <a:pt x="987" y="176"/>
                    <a:pt x="988" y="178"/>
                    <a:pt x="990" y="179"/>
                  </a:cubicBezTo>
                  <a:cubicBezTo>
                    <a:pt x="992" y="181"/>
                    <a:pt x="992" y="180"/>
                    <a:pt x="996" y="179"/>
                  </a:cubicBezTo>
                  <a:cubicBezTo>
                    <a:pt x="1000" y="178"/>
                    <a:pt x="997" y="179"/>
                    <a:pt x="997" y="182"/>
                  </a:cubicBezTo>
                  <a:cubicBezTo>
                    <a:pt x="997" y="184"/>
                    <a:pt x="1000" y="183"/>
                    <a:pt x="1005" y="183"/>
                  </a:cubicBezTo>
                  <a:cubicBezTo>
                    <a:pt x="1009" y="183"/>
                    <a:pt x="1013" y="183"/>
                    <a:pt x="1017" y="182"/>
                  </a:cubicBezTo>
                  <a:cubicBezTo>
                    <a:pt x="1022" y="182"/>
                    <a:pt x="1023" y="182"/>
                    <a:pt x="1024" y="183"/>
                  </a:cubicBezTo>
                  <a:cubicBezTo>
                    <a:pt x="1024" y="184"/>
                    <a:pt x="1022" y="184"/>
                    <a:pt x="1017" y="185"/>
                  </a:cubicBezTo>
                  <a:cubicBezTo>
                    <a:pt x="1012" y="185"/>
                    <a:pt x="1012" y="185"/>
                    <a:pt x="1008" y="185"/>
                  </a:cubicBezTo>
                  <a:cubicBezTo>
                    <a:pt x="1004" y="186"/>
                    <a:pt x="1003" y="187"/>
                    <a:pt x="1000" y="187"/>
                  </a:cubicBezTo>
                  <a:cubicBezTo>
                    <a:pt x="998" y="187"/>
                    <a:pt x="997" y="187"/>
                    <a:pt x="996" y="189"/>
                  </a:cubicBezTo>
                  <a:cubicBezTo>
                    <a:pt x="995" y="190"/>
                    <a:pt x="1002" y="190"/>
                    <a:pt x="1008" y="190"/>
                  </a:cubicBezTo>
                  <a:cubicBezTo>
                    <a:pt x="1014" y="190"/>
                    <a:pt x="1015" y="190"/>
                    <a:pt x="1020" y="189"/>
                  </a:cubicBezTo>
                  <a:cubicBezTo>
                    <a:pt x="1026" y="189"/>
                    <a:pt x="1023" y="189"/>
                    <a:pt x="1023" y="190"/>
                  </a:cubicBezTo>
                  <a:cubicBezTo>
                    <a:pt x="1023" y="191"/>
                    <a:pt x="1020" y="192"/>
                    <a:pt x="1013" y="193"/>
                  </a:cubicBezTo>
                  <a:cubicBezTo>
                    <a:pt x="1005" y="193"/>
                    <a:pt x="1007" y="194"/>
                    <a:pt x="1003" y="194"/>
                  </a:cubicBezTo>
                  <a:cubicBezTo>
                    <a:pt x="998" y="194"/>
                    <a:pt x="995" y="194"/>
                    <a:pt x="988" y="192"/>
                  </a:cubicBezTo>
                  <a:cubicBezTo>
                    <a:pt x="982" y="190"/>
                    <a:pt x="983" y="192"/>
                    <a:pt x="980" y="193"/>
                  </a:cubicBezTo>
                  <a:cubicBezTo>
                    <a:pt x="977" y="194"/>
                    <a:pt x="976" y="195"/>
                    <a:pt x="973" y="196"/>
                  </a:cubicBezTo>
                  <a:cubicBezTo>
                    <a:pt x="969" y="198"/>
                    <a:pt x="969" y="198"/>
                    <a:pt x="967" y="199"/>
                  </a:cubicBezTo>
                  <a:cubicBezTo>
                    <a:pt x="964" y="199"/>
                    <a:pt x="963" y="200"/>
                    <a:pt x="963" y="201"/>
                  </a:cubicBezTo>
                  <a:cubicBezTo>
                    <a:pt x="963" y="202"/>
                    <a:pt x="965" y="203"/>
                    <a:pt x="966" y="204"/>
                  </a:cubicBezTo>
                  <a:cubicBezTo>
                    <a:pt x="968" y="205"/>
                    <a:pt x="968" y="206"/>
                    <a:pt x="972" y="207"/>
                  </a:cubicBezTo>
                  <a:cubicBezTo>
                    <a:pt x="976" y="208"/>
                    <a:pt x="977" y="207"/>
                    <a:pt x="980" y="208"/>
                  </a:cubicBezTo>
                  <a:cubicBezTo>
                    <a:pt x="983" y="209"/>
                    <a:pt x="981" y="209"/>
                    <a:pt x="984" y="210"/>
                  </a:cubicBezTo>
                  <a:cubicBezTo>
                    <a:pt x="987" y="210"/>
                    <a:pt x="986" y="211"/>
                    <a:pt x="985" y="211"/>
                  </a:cubicBezTo>
                  <a:cubicBezTo>
                    <a:pt x="984" y="212"/>
                    <a:pt x="980" y="212"/>
                    <a:pt x="978" y="212"/>
                  </a:cubicBezTo>
                  <a:cubicBezTo>
                    <a:pt x="975" y="211"/>
                    <a:pt x="972" y="212"/>
                    <a:pt x="974" y="213"/>
                  </a:cubicBezTo>
                  <a:cubicBezTo>
                    <a:pt x="976" y="214"/>
                    <a:pt x="981" y="217"/>
                    <a:pt x="984" y="218"/>
                  </a:cubicBezTo>
                  <a:cubicBezTo>
                    <a:pt x="986" y="219"/>
                    <a:pt x="988" y="216"/>
                    <a:pt x="992" y="215"/>
                  </a:cubicBezTo>
                  <a:cubicBezTo>
                    <a:pt x="995" y="214"/>
                    <a:pt x="996" y="215"/>
                    <a:pt x="999" y="218"/>
                  </a:cubicBezTo>
                  <a:cubicBezTo>
                    <a:pt x="1002" y="220"/>
                    <a:pt x="1003" y="219"/>
                    <a:pt x="1007" y="220"/>
                  </a:cubicBezTo>
                  <a:cubicBezTo>
                    <a:pt x="1012" y="221"/>
                    <a:pt x="1013" y="220"/>
                    <a:pt x="1012" y="222"/>
                  </a:cubicBezTo>
                  <a:cubicBezTo>
                    <a:pt x="1011" y="223"/>
                    <a:pt x="1010" y="222"/>
                    <a:pt x="1006" y="222"/>
                  </a:cubicBezTo>
                  <a:cubicBezTo>
                    <a:pt x="1003" y="222"/>
                    <a:pt x="1005" y="223"/>
                    <a:pt x="999" y="223"/>
                  </a:cubicBezTo>
                  <a:cubicBezTo>
                    <a:pt x="993" y="223"/>
                    <a:pt x="996" y="223"/>
                    <a:pt x="993" y="223"/>
                  </a:cubicBezTo>
                  <a:cubicBezTo>
                    <a:pt x="991" y="223"/>
                    <a:pt x="988" y="223"/>
                    <a:pt x="989" y="225"/>
                  </a:cubicBezTo>
                  <a:cubicBezTo>
                    <a:pt x="990" y="226"/>
                    <a:pt x="993" y="228"/>
                    <a:pt x="996" y="229"/>
                  </a:cubicBezTo>
                  <a:cubicBezTo>
                    <a:pt x="999" y="229"/>
                    <a:pt x="1002" y="231"/>
                    <a:pt x="1004" y="234"/>
                  </a:cubicBezTo>
                  <a:cubicBezTo>
                    <a:pt x="1007" y="236"/>
                    <a:pt x="1007" y="234"/>
                    <a:pt x="1010" y="234"/>
                  </a:cubicBezTo>
                  <a:cubicBezTo>
                    <a:pt x="1013" y="234"/>
                    <a:pt x="1014" y="234"/>
                    <a:pt x="1015" y="235"/>
                  </a:cubicBezTo>
                  <a:cubicBezTo>
                    <a:pt x="1015" y="235"/>
                    <a:pt x="1018" y="236"/>
                    <a:pt x="1020" y="236"/>
                  </a:cubicBezTo>
                  <a:cubicBezTo>
                    <a:pt x="1023" y="237"/>
                    <a:pt x="1030" y="237"/>
                    <a:pt x="1034" y="237"/>
                  </a:cubicBezTo>
                  <a:cubicBezTo>
                    <a:pt x="1038" y="237"/>
                    <a:pt x="1041" y="237"/>
                    <a:pt x="1042" y="237"/>
                  </a:cubicBezTo>
                  <a:cubicBezTo>
                    <a:pt x="1043" y="237"/>
                    <a:pt x="1043" y="235"/>
                    <a:pt x="1043" y="234"/>
                  </a:cubicBezTo>
                  <a:cubicBezTo>
                    <a:pt x="1043" y="233"/>
                    <a:pt x="1041" y="233"/>
                    <a:pt x="1040" y="232"/>
                  </a:cubicBezTo>
                  <a:cubicBezTo>
                    <a:pt x="1038" y="232"/>
                    <a:pt x="1036" y="231"/>
                    <a:pt x="1036" y="230"/>
                  </a:cubicBezTo>
                  <a:cubicBezTo>
                    <a:pt x="1036" y="229"/>
                    <a:pt x="1039" y="229"/>
                    <a:pt x="1040" y="229"/>
                  </a:cubicBezTo>
                  <a:cubicBezTo>
                    <a:pt x="1042" y="229"/>
                    <a:pt x="1045" y="230"/>
                    <a:pt x="1046" y="231"/>
                  </a:cubicBezTo>
                  <a:cubicBezTo>
                    <a:pt x="1047" y="232"/>
                    <a:pt x="1050" y="234"/>
                    <a:pt x="1053" y="235"/>
                  </a:cubicBezTo>
                  <a:cubicBezTo>
                    <a:pt x="1055" y="236"/>
                    <a:pt x="1058" y="238"/>
                    <a:pt x="1059" y="238"/>
                  </a:cubicBezTo>
                  <a:cubicBezTo>
                    <a:pt x="1061" y="238"/>
                    <a:pt x="1059" y="236"/>
                    <a:pt x="1058" y="234"/>
                  </a:cubicBezTo>
                  <a:cubicBezTo>
                    <a:pt x="1058" y="233"/>
                    <a:pt x="1055" y="232"/>
                    <a:pt x="1055" y="229"/>
                  </a:cubicBezTo>
                  <a:cubicBezTo>
                    <a:pt x="1055" y="227"/>
                    <a:pt x="1052" y="226"/>
                    <a:pt x="1050" y="225"/>
                  </a:cubicBezTo>
                  <a:cubicBezTo>
                    <a:pt x="1049" y="223"/>
                    <a:pt x="1048" y="222"/>
                    <a:pt x="1048" y="221"/>
                  </a:cubicBezTo>
                  <a:cubicBezTo>
                    <a:pt x="1048" y="221"/>
                    <a:pt x="1049" y="220"/>
                    <a:pt x="1050" y="220"/>
                  </a:cubicBezTo>
                  <a:cubicBezTo>
                    <a:pt x="1051" y="220"/>
                    <a:pt x="1055" y="224"/>
                    <a:pt x="1057" y="225"/>
                  </a:cubicBezTo>
                  <a:cubicBezTo>
                    <a:pt x="1058" y="227"/>
                    <a:pt x="1060" y="230"/>
                    <a:pt x="1062" y="231"/>
                  </a:cubicBezTo>
                  <a:cubicBezTo>
                    <a:pt x="1065" y="232"/>
                    <a:pt x="1068" y="235"/>
                    <a:pt x="1069" y="236"/>
                  </a:cubicBezTo>
                  <a:cubicBezTo>
                    <a:pt x="1070" y="236"/>
                    <a:pt x="1073" y="238"/>
                    <a:pt x="1073" y="237"/>
                  </a:cubicBezTo>
                  <a:cubicBezTo>
                    <a:pt x="1073" y="236"/>
                    <a:pt x="1074" y="234"/>
                    <a:pt x="1075" y="231"/>
                  </a:cubicBezTo>
                  <a:cubicBezTo>
                    <a:pt x="1075" y="228"/>
                    <a:pt x="1078" y="228"/>
                    <a:pt x="1080" y="227"/>
                  </a:cubicBezTo>
                  <a:cubicBezTo>
                    <a:pt x="1081" y="226"/>
                    <a:pt x="1079" y="225"/>
                    <a:pt x="1078" y="224"/>
                  </a:cubicBezTo>
                  <a:cubicBezTo>
                    <a:pt x="1077" y="222"/>
                    <a:pt x="1075" y="220"/>
                    <a:pt x="1077" y="218"/>
                  </a:cubicBezTo>
                  <a:cubicBezTo>
                    <a:pt x="1078" y="217"/>
                    <a:pt x="1079" y="219"/>
                    <a:pt x="1080" y="219"/>
                  </a:cubicBezTo>
                  <a:cubicBezTo>
                    <a:pt x="1081" y="219"/>
                    <a:pt x="1085" y="223"/>
                    <a:pt x="1085" y="223"/>
                  </a:cubicBezTo>
                  <a:cubicBezTo>
                    <a:pt x="1086" y="222"/>
                    <a:pt x="1088" y="222"/>
                    <a:pt x="1090" y="221"/>
                  </a:cubicBezTo>
                  <a:cubicBezTo>
                    <a:pt x="1092" y="220"/>
                    <a:pt x="1092" y="219"/>
                    <a:pt x="1092" y="218"/>
                  </a:cubicBezTo>
                  <a:cubicBezTo>
                    <a:pt x="1091" y="217"/>
                    <a:pt x="1090" y="215"/>
                    <a:pt x="1088" y="215"/>
                  </a:cubicBezTo>
                  <a:cubicBezTo>
                    <a:pt x="1085" y="216"/>
                    <a:pt x="1085" y="215"/>
                    <a:pt x="1084" y="214"/>
                  </a:cubicBezTo>
                  <a:cubicBezTo>
                    <a:pt x="1084" y="212"/>
                    <a:pt x="1086" y="213"/>
                    <a:pt x="1087" y="212"/>
                  </a:cubicBezTo>
                  <a:cubicBezTo>
                    <a:pt x="1089" y="212"/>
                    <a:pt x="1087" y="211"/>
                    <a:pt x="1087" y="208"/>
                  </a:cubicBezTo>
                  <a:cubicBezTo>
                    <a:pt x="1086" y="204"/>
                    <a:pt x="1087" y="204"/>
                    <a:pt x="1088" y="201"/>
                  </a:cubicBezTo>
                  <a:cubicBezTo>
                    <a:pt x="1089" y="198"/>
                    <a:pt x="1091" y="198"/>
                    <a:pt x="1094" y="198"/>
                  </a:cubicBezTo>
                  <a:cubicBezTo>
                    <a:pt x="1097" y="197"/>
                    <a:pt x="1095" y="199"/>
                    <a:pt x="1094" y="201"/>
                  </a:cubicBezTo>
                  <a:cubicBezTo>
                    <a:pt x="1094" y="202"/>
                    <a:pt x="1094" y="203"/>
                    <a:pt x="1095" y="206"/>
                  </a:cubicBezTo>
                  <a:cubicBezTo>
                    <a:pt x="1096" y="210"/>
                    <a:pt x="1099" y="214"/>
                    <a:pt x="1099" y="214"/>
                  </a:cubicBezTo>
                  <a:cubicBezTo>
                    <a:pt x="1100" y="214"/>
                    <a:pt x="1101" y="211"/>
                    <a:pt x="1104" y="210"/>
                  </a:cubicBezTo>
                  <a:cubicBezTo>
                    <a:pt x="1106" y="210"/>
                    <a:pt x="1111" y="206"/>
                    <a:pt x="1110" y="205"/>
                  </a:cubicBezTo>
                  <a:cubicBezTo>
                    <a:pt x="1110" y="204"/>
                    <a:pt x="1110" y="201"/>
                    <a:pt x="1111" y="200"/>
                  </a:cubicBezTo>
                  <a:cubicBezTo>
                    <a:pt x="1113" y="199"/>
                    <a:pt x="1117" y="201"/>
                    <a:pt x="1119" y="201"/>
                  </a:cubicBezTo>
                  <a:cubicBezTo>
                    <a:pt x="1121" y="201"/>
                    <a:pt x="1121" y="199"/>
                    <a:pt x="1121" y="197"/>
                  </a:cubicBezTo>
                  <a:cubicBezTo>
                    <a:pt x="1121" y="195"/>
                    <a:pt x="1125" y="195"/>
                    <a:pt x="1130" y="194"/>
                  </a:cubicBezTo>
                  <a:cubicBezTo>
                    <a:pt x="1135" y="192"/>
                    <a:pt x="1137" y="193"/>
                    <a:pt x="1141" y="193"/>
                  </a:cubicBezTo>
                  <a:cubicBezTo>
                    <a:pt x="1144" y="192"/>
                    <a:pt x="1146" y="191"/>
                    <a:pt x="1149" y="190"/>
                  </a:cubicBezTo>
                  <a:cubicBezTo>
                    <a:pt x="1151" y="189"/>
                    <a:pt x="1152" y="189"/>
                    <a:pt x="1154" y="187"/>
                  </a:cubicBezTo>
                  <a:cubicBezTo>
                    <a:pt x="1155" y="185"/>
                    <a:pt x="1153" y="184"/>
                    <a:pt x="1151" y="183"/>
                  </a:cubicBezTo>
                  <a:cubicBezTo>
                    <a:pt x="1150" y="181"/>
                    <a:pt x="1147" y="179"/>
                    <a:pt x="1144" y="178"/>
                  </a:cubicBezTo>
                  <a:cubicBezTo>
                    <a:pt x="1142" y="177"/>
                    <a:pt x="1142" y="176"/>
                    <a:pt x="1140" y="174"/>
                  </a:cubicBezTo>
                  <a:cubicBezTo>
                    <a:pt x="1137" y="172"/>
                    <a:pt x="1137" y="172"/>
                    <a:pt x="1136" y="173"/>
                  </a:cubicBezTo>
                  <a:cubicBezTo>
                    <a:pt x="1135" y="173"/>
                    <a:pt x="1134" y="176"/>
                    <a:pt x="1134" y="177"/>
                  </a:cubicBezTo>
                  <a:cubicBezTo>
                    <a:pt x="1133" y="178"/>
                    <a:pt x="1131" y="179"/>
                    <a:pt x="1130" y="178"/>
                  </a:cubicBezTo>
                  <a:cubicBezTo>
                    <a:pt x="1129" y="177"/>
                    <a:pt x="1130" y="173"/>
                    <a:pt x="1129" y="173"/>
                  </a:cubicBezTo>
                  <a:cubicBezTo>
                    <a:pt x="1129" y="172"/>
                    <a:pt x="1126" y="171"/>
                    <a:pt x="1124" y="171"/>
                  </a:cubicBezTo>
                  <a:cubicBezTo>
                    <a:pt x="1122" y="170"/>
                    <a:pt x="1119" y="170"/>
                    <a:pt x="1118" y="171"/>
                  </a:cubicBezTo>
                  <a:cubicBezTo>
                    <a:pt x="1117" y="172"/>
                    <a:pt x="1117" y="174"/>
                    <a:pt x="1115" y="174"/>
                  </a:cubicBezTo>
                  <a:cubicBezTo>
                    <a:pt x="1114" y="174"/>
                    <a:pt x="1112" y="173"/>
                    <a:pt x="1110" y="172"/>
                  </a:cubicBezTo>
                  <a:cubicBezTo>
                    <a:pt x="1109" y="172"/>
                    <a:pt x="1108" y="174"/>
                    <a:pt x="1106" y="175"/>
                  </a:cubicBezTo>
                  <a:cubicBezTo>
                    <a:pt x="1104" y="177"/>
                    <a:pt x="1103" y="175"/>
                    <a:pt x="1102" y="174"/>
                  </a:cubicBezTo>
                  <a:cubicBezTo>
                    <a:pt x="1101" y="172"/>
                    <a:pt x="1103" y="172"/>
                    <a:pt x="1106" y="171"/>
                  </a:cubicBezTo>
                  <a:cubicBezTo>
                    <a:pt x="1108" y="169"/>
                    <a:pt x="1108" y="169"/>
                    <a:pt x="1109" y="166"/>
                  </a:cubicBezTo>
                  <a:cubicBezTo>
                    <a:pt x="1109" y="164"/>
                    <a:pt x="1110" y="164"/>
                    <a:pt x="1112" y="163"/>
                  </a:cubicBezTo>
                  <a:cubicBezTo>
                    <a:pt x="1113" y="162"/>
                    <a:pt x="1112" y="160"/>
                    <a:pt x="1110" y="159"/>
                  </a:cubicBezTo>
                  <a:cubicBezTo>
                    <a:pt x="1107" y="159"/>
                    <a:pt x="1107" y="160"/>
                    <a:pt x="1105" y="160"/>
                  </a:cubicBezTo>
                  <a:cubicBezTo>
                    <a:pt x="1103" y="161"/>
                    <a:pt x="1103" y="161"/>
                    <a:pt x="1102" y="161"/>
                  </a:cubicBezTo>
                  <a:cubicBezTo>
                    <a:pt x="1101" y="160"/>
                    <a:pt x="1102" y="159"/>
                    <a:pt x="1103" y="158"/>
                  </a:cubicBezTo>
                  <a:cubicBezTo>
                    <a:pt x="1103" y="157"/>
                    <a:pt x="1105" y="157"/>
                    <a:pt x="1106" y="156"/>
                  </a:cubicBezTo>
                  <a:cubicBezTo>
                    <a:pt x="1108" y="156"/>
                    <a:pt x="1109" y="154"/>
                    <a:pt x="1109" y="152"/>
                  </a:cubicBezTo>
                  <a:cubicBezTo>
                    <a:pt x="1109" y="150"/>
                    <a:pt x="1107" y="150"/>
                    <a:pt x="1105" y="149"/>
                  </a:cubicBezTo>
                  <a:cubicBezTo>
                    <a:pt x="1103" y="149"/>
                    <a:pt x="1102" y="149"/>
                    <a:pt x="1098" y="149"/>
                  </a:cubicBezTo>
                  <a:cubicBezTo>
                    <a:pt x="1095" y="149"/>
                    <a:pt x="1095" y="150"/>
                    <a:pt x="1092" y="150"/>
                  </a:cubicBezTo>
                  <a:cubicBezTo>
                    <a:pt x="1089" y="150"/>
                    <a:pt x="1090" y="149"/>
                    <a:pt x="1090" y="147"/>
                  </a:cubicBezTo>
                  <a:cubicBezTo>
                    <a:pt x="1090" y="144"/>
                    <a:pt x="1094" y="145"/>
                    <a:pt x="1096" y="144"/>
                  </a:cubicBezTo>
                  <a:cubicBezTo>
                    <a:pt x="1099" y="142"/>
                    <a:pt x="1099" y="141"/>
                    <a:pt x="1099" y="138"/>
                  </a:cubicBezTo>
                  <a:cubicBezTo>
                    <a:pt x="1099" y="135"/>
                    <a:pt x="1098" y="135"/>
                    <a:pt x="1096" y="134"/>
                  </a:cubicBezTo>
                  <a:cubicBezTo>
                    <a:pt x="1094" y="133"/>
                    <a:pt x="1093" y="134"/>
                    <a:pt x="1088" y="134"/>
                  </a:cubicBezTo>
                  <a:cubicBezTo>
                    <a:pt x="1083" y="134"/>
                    <a:pt x="1083" y="133"/>
                    <a:pt x="1081" y="133"/>
                  </a:cubicBezTo>
                  <a:cubicBezTo>
                    <a:pt x="1079" y="133"/>
                    <a:pt x="1078" y="134"/>
                    <a:pt x="1078" y="136"/>
                  </a:cubicBezTo>
                  <a:cubicBezTo>
                    <a:pt x="1078" y="138"/>
                    <a:pt x="1080" y="139"/>
                    <a:pt x="1081" y="142"/>
                  </a:cubicBezTo>
                  <a:cubicBezTo>
                    <a:pt x="1083" y="144"/>
                    <a:pt x="1085" y="145"/>
                    <a:pt x="1085" y="146"/>
                  </a:cubicBezTo>
                  <a:cubicBezTo>
                    <a:pt x="1086" y="147"/>
                    <a:pt x="1085" y="148"/>
                    <a:pt x="1083" y="147"/>
                  </a:cubicBezTo>
                  <a:cubicBezTo>
                    <a:pt x="1080" y="146"/>
                    <a:pt x="1081" y="147"/>
                    <a:pt x="1079" y="148"/>
                  </a:cubicBezTo>
                  <a:cubicBezTo>
                    <a:pt x="1077" y="150"/>
                    <a:pt x="1076" y="148"/>
                    <a:pt x="1072" y="146"/>
                  </a:cubicBezTo>
                  <a:cubicBezTo>
                    <a:pt x="1069" y="145"/>
                    <a:pt x="1068" y="144"/>
                    <a:pt x="1066" y="142"/>
                  </a:cubicBezTo>
                  <a:cubicBezTo>
                    <a:pt x="1063" y="141"/>
                    <a:pt x="1065" y="140"/>
                    <a:pt x="1066" y="139"/>
                  </a:cubicBezTo>
                  <a:cubicBezTo>
                    <a:pt x="1067" y="138"/>
                    <a:pt x="1068" y="136"/>
                    <a:pt x="1067" y="133"/>
                  </a:cubicBezTo>
                  <a:cubicBezTo>
                    <a:pt x="1067" y="130"/>
                    <a:pt x="1066" y="131"/>
                    <a:pt x="1064" y="130"/>
                  </a:cubicBezTo>
                  <a:cubicBezTo>
                    <a:pt x="1062" y="129"/>
                    <a:pt x="1058" y="128"/>
                    <a:pt x="1057" y="130"/>
                  </a:cubicBezTo>
                  <a:cubicBezTo>
                    <a:pt x="1055" y="132"/>
                    <a:pt x="1054" y="131"/>
                    <a:pt x="1052" y="130"/>
                  </a:cubicBezTo>
                  <a:cubicBezTo>
                    <a:pt x="1050" y="129"/>
                    <a:pt x="1050" y="129"/>
                    <a:pt x="1045" y="127"/>
                  </a:cubicBezTo>
                  <a:cubicBezTo>
                    <a:pt x="1041" y="126"/>
                    <a:pt x="1040" y="127"/>
                    <a:pt x="1037" y="127"/>
                  </a:cubicBezTo>
                  <a:cubicBezTo>
                    <a:pt x="1033" y="127"/>
                    <a:pt x="1033" y="126"/>
                    <a:pt x="1032" y="124"/>
                  </a:cubicBezTo>
                  <a:cubicBezTo>
                    <a:pt x="1031" y="123"/>
                    <a:pt x="1031" y="122"/>
                    <a:pt x="1028" y="119"/>
                  </a:cubicBezTo>
                  <a:cubicBezTo>
                    <a:pt x="1026" y="117"/>
                    <a:pt x="1026" y="116"/>
                    <a:pt x="1022" y="112"/>
                  </a:cubicBezTo>
                  <a:close/>
                  <a:moveTo>
                    <a:pt x="1041" y="261"/>
                  </a:moveTo>
                  <a:cubicBezTo>
                    <a:pt x="1046" y="264"/>
                    <a:pt x="1045" y="264"/>
                    <a:pt x="1049" y="266"/>
                  </a:cubicBezTo>
                  <a:cubicBezTo>
                    <a:pt x="1054" y="268"/>
                    <a:pt x="1054" y="266"/>
                    <a:pt x="1055" y="270"/>
                  </a:cubicBezTo>
                  <a:cubicBezTo>
                    <a:pt x="1055" y="273"/>
                    <a:pt x="1056" y="274"/>
                    <a:pt x="1053" y="275"/>
                  </a:cubicBezTo>
                  <a:cubicBezTo>
                    <a:pt x="1049" y="277"/>
                    <a:pt x="1046" y="277"/>
                    <a:pt x="1044" y="278"/>
                  </a:cubicBezTo>
                  <a:cubicBezTo>
                    <a:pt x="1043" y="279"/>
                    <a:pt x="1036" y="275"/>
                    <a:pt x="1032" y="275"/>
                  </a:cubicBezTo>
                  <a:cubicBezTo>
                    <a:pt x="1028" y="274"/>
                    <a:pt x="1025" y="273"/>
                    <a:pt x="1025" y="271"/>
                  </a:cubicBezTo>
                  <a:cubicBezTo>
                    <a:pt x="1025" y="268"/>
                    <a:pt x="1023" y="264"/>
                    <a:pt x="1027" y="263"/>
                  </a:cubicBezTo>
                  <a:cubicBezTo>
                    <a:pt x="1030" y="262"/>
                    <a:pt x="1029" y="261"/>
                    <a:pt x="1034" y="261"/>
                  </a:cubicBezTo>
                  <a:cubicBezTo>
                    <a:pt x="1039" y="261"/>
                    <a:pt x="1039" y="260"/>
                    <a:pt x="1041" y="261"/>
                  </a:cubicBezTo>
                  <a:close/>
                  <a:moveTo>
                    <a:pt x="1040" y="301"/>
                  </a:moveTo>
                  <a:cubicBezTo>
                    <a:pt x="1043" y="304"/>
                    <a:pt x="1043" y="303"/>
                    <a:pt x="1045" y="306"/>
                  </a:cubicBezTo>
                  <a:cubicBezTo>
                    <a:pt x="1047" y="308"/>
                    <a:pt x="1048" y="310"/>
                    <a:pt x="1051" y="310"/>
                  </a:cubicBezTo>
                  <a:cubicBezTo>
                    <a:pt x="1053" y="310"/>
                    <a:pt x="1056" y="311"/>
                    <a:pt x="1055" y="309"/>
                  </a:cubicBezTo>
                  <a:cubicBezTo>
                    <a:pt x="1055" y="308"/>
                    <a:pt x="1052" y="307"/>
                    <a:pt x="1053" y="306"/>
                  </a:cubicBezTo>
                  <a:cubicBezTo>
                    <a:pt x="1054" y="304"/>
                    <a:pt x="1055" y="305"/>
                    <a:pt x="1055" y="302"/>
                  </a:cubicBezTo>
                  <a:cubicBezTo>
                    <a:pt x="1055" y="300"/>
                    <a:pt x="1053" y="298"/>
                    <a:pt x="1051" y="297"/>
                  </a:cubicBezTo>
                  <a:cubicBezTo>
                    <a:pt x="1048" y="296"/>
                    <a:pt x="1046" y="296"/>
                    <a:pt x="1044" y="296"/>
                  </a:cubicBezTo>
                  <a:cubicBezTo>
                    <a:pt x="1041" y="297"/>
                    <a:pt x="1037" y="298"/>
                    <a:pt x="1040" y="301"/>
                  </a:cubicBezTo>
                  <a:close/>
                  <a:moveTo>
                    <a:pt x="956" y="255"/>
                  </a:moveTo>
                  <a:cubicBezTo>
                    <a:pt x="953" y="254"/>
                    <a:pt x="950" y="255"/>
                    <a:pt x="948" y="255"/>
                  </a:cubicBezTo>
                  <a:cubicBezTo>
                    <a:pt x="946" y="256"/>
                    <a:pt x="943" y="256"/>
                    <a:pt x="940" y="256"/>
                  </a:cubicBezTo>
                  <a:cubicBezTo>
                    <a:pt x="937" y="255"/>
                    <a:pt x="937" y="255"/>
                    <a:pt x="933" y="255"/>
                  </a:cubicBezTo>
                  <a:cubicBezTo>
                    <a:pt x="930" y="255"/>
                    <a:pt x="929" y="257"/>
                    <a:pt x="926" y="258"/>
                  </a:cubicBezTo>
                  <a:cubicBezTo>
                    <a:pt x="923" y="258"/>
                    <a:pt x="920" y="259"/>
                    <a:pt x="920" y="262"/>
                  </a:cubicBezTo>
                  <a:cubicBezTo>
                    <a:pt x="920" y="264"/>
                    <a:pt x="922" y="265"/>
                    <a:pt x="925" y="267"/>
                  </a:cubicBezTo>
                  <a:cubicBezTo>
                    <a:pt x="927" y="269"/>
                    <a:pt x="930" y="268"/>
                    <a:pt x="934" y="268"/>
                  </a:cubicBezTo>
                  <a:cubicBezTo>
                    <a:pt x="937" y="268"/>
                    <a:pt x="943" y="269"/>
                    <a:pt x="948" y="268"/>
                  </a:cubicBezTo>
                  <a:cubicBezTo>
                    <a:pt x="952" y="268"/>
                    <a:pt x="953" y="268"/>
                    <a:pt x="961" y="268"/>
                  </a:cubicBezTo>
                  <a:cubicBezTo>
                    <a:pt x="969" y="268"/>
                    <a:pt x="967" y="269"/>
                    <a:pt x="971" y="269"/>
                  </a:cubicBezTo>
                  <a:cubicBezTo>
                    <a:pt x="975" y="269"/>
                    <a:pt x="975" y="267"/>
                    <a:pt x="977" y="264"/>
                  </a:cubicBezTo>
                  <a:cubicBezTo>
                    <a:pt x="979" y="262"/>
                    <a:pt x="982" y="261"/>
                    <a:pt x="983" y="259"/>
                  </a:cubicBezTo>
                  <a:cubicBezTo>
                    <a:pt x="984" y="256"/>
                    <a:pt x="982" y="258"/>
                    <a:pt x="979" y="257"/>
                  </a:cubicBezTo>
                  <a:cubicBezTo>
                    <a:pt x="976" y="255"/>
                    <a:pt x="975" y="255"/>
                    <a:pt x="972" y="255"/>
                  </a:cubicBezTo>
                  <a:cubicBezTo>
                    <a:pt x="969" y="256"/>
                    <a:pt x="969" y="257"/>
                    <a:pt x="966" y="257"/>
                  </a:cubicBezTo>
                  <a:cubicBezTo>
                    <a:pt x="964" y="258"/>
                    <a:pt x="962" y="256"/>
                    <a:pt x="956" y="255"/>
                  </a:cubicBezTo>
                  <a:close/>
                  <a:moveTo>
                    <a:pt x="900" y="211"/>
                  </a:moveTo>
                  <a:cubicBezTo>
                    <a:pt x="907" y="211"/>
                    <a:pt x="910" y="210"/>
                    <a:pt x="914" y="213"/>
                  </a:cubicBezTo>
                  <a:cubicBezTo>
                    <a:pt x="919" y="216"/>
                    <a:pt x="921" y="213"/>
                    <a:pt x="922" y="217"/>
                  </a:cubicBezTo>
                  <a:cubicBezTo>
                    <a:pt x="924" y="221"/>
                    <a:pt x="924" y="223"/>
                    <a:pt x="928" y="223"/>
                  </a:cubicBezTo>
                  <a:cubicBezTo>
                    <a:pt x="931" y="223"/>
                    <a:pt x="931" y="222"/>
                    <a:pt x="935" y="223"/>
                  </a:cubicBezTo>
                  <a:cubicBezTo>
                    <a:pt x="938" y="223"/>
                    <a:pt x="939" y="225"/>
                    <a:pt x="942" y="226"/>
                  </a:cubicBezTo>
                  <a:cubicBezTo>
                    <a:pt x="946" y="227"/>
                    <a:pt x="948" y="226"/>
                    <a:pt x="948" y="228"/>
                  </a:cubicBezTo>
                  <a:cubicBezTo>
                    <a:pt x="949" y="230"/>
                    <a:pt x="945" y="233"/>
                    <a:pt x="945" y="235"/>
                  </a:cubicBezTo>
                  <a:cubicBezTo>
                    <a:pt x="945" y="236"/>
                    <a:pt x="946" y="237"/>
                    <a:pt x="948" y="239"/>
                  </a:cubicBezTo>
                  <a:cubicBezTo>
                    <a:pt x="949" y="240"/>
                    <a:pt x="948" y="245"/>
                    <a:pt x="946" y="246"/>
                  </a:cubicBezTo>
                  <a:cubicBezTo>
                    <a:pt x="945" y="246"/>
                    <a:pt x="937" y="246"/>
                    <a:pt x="935" y="246"/>
                  </a:cubicBezTo>
                  <a:cubicBezTo>
                    <a:pt x="932" y="247"/>
                    <a:pt x="928" y="248"/>
                    <a:pt x="925" y="249"/>
                  </a:cubicBezTo>
                  <a:cubicBezTo>
                    <a:pt x="922" y="250"/>
                    <a:pt x="916" y="251"/>
                    <a:pt x="913" y="252"/>
                  </a:cubicBezTo>
                  <a:cubicBezTo>
                    <a:pt x="910" y="254"/>
                    <a:pt x="906" y="255"/>
                    <a:pt x="904" y="254"/>
                  </a:cubicBezTo>
                  <a:cubicBezTo>
                    <a:pt x="903" y="253"/>
                    <a:pt x="904" y="249"/>
                    <a:pt x="901" y="247"/>
                  </a:cubicBezTo>
                  <a:cubicBezTo>
                    <a:pt x="899" y="246"/>
                    <a:pt x="896" y="247"/>
                    <a:pt x="894" y="245"/>
                  </a:cubicBezTo>
                  <a:cubicBezTo>
                    <a:pt x="892" y="244"/>
                    <a:pt x="891" y="241"/>
                    <a:pt x="894" y="240"/>
                  </a:cubicBezTo>
                  <a:cubicBezTo>
                    <a:pt x="896" y="240"/>
                    <a:pt x="898" y="240"/>
                    <a:pt x="903" y="241"/>
                  </a:cubicBezTo>
                  <a:cubicBezTo>
                    <a:pt x="907" y="242"/>
                    <a:pt x="910" y="240"/>
                    <a:pt x="908" y="239"/>
                  </a:cubicBezTo>
                  <a:cubicBezTo>
                    <a:pt x="907" y="238"/>
                    <a:pt x="908" y="237"/>
                    <a:pt x="901" y="236"/>
                  </a:cubicBezTo>
                  <a:cubicBezTo>
                    <a:pt x="895" y="235"/>
                    <a:pt x="892" y="235"/>
                    <a:pt x="890" y="235"/>
                  </a:cubicBezTo>
                  <a:cubicBezTo>
                    <a:pt x="887" y="235"/>
                    <a:pt x="885" y="235"/>
                    <a:pt x="884" y="232"/>
                  </a:cubicBezTo>
                  <a:cubicBezTo>
                    <a:pt x="883" y="230"/>
                    <a:pt x="884" y="230"/>
                    <a:pt x="882" y="228"/>
                  </a:cubicBezTo>
                  <a:cubicBezTo>
                    <a:pt x="880" y="226"/>
                    <a:pt x="877" y="226"/>
                    <a:pt x="877" y="224"/>
                  </a:cubicBezTo>
                  <a:cubicBezTo>
                    <a:pt x="877" y="222"/>
                    <a:pt x="878" y="222"/>
                    <a:pt x="881" y="222"/>
                  </a:cubicBezTo>
                  <a:cubicBezTo>
                    <a:pt x="884" y="221"/>
                    <a:pt x="884" y="221"/>
                    <a:pt x="884" y="219"/>
                  </a:cubicBezTo>
                  <a:cubicBezTo>
                    <a:pt x="883" y="218"/>
                    <a:pt x="879" y="217"/>
                    <a:pt x="878" y="214"/>
                  </a:cubicBezTo>
                  <a:cubicBezTo>
                    <a:pt x="878" y="212"/>
                    <a:pt x="878" y="210"/>
                    <a:pt x="880" y="209"/>
                  </a:cubicBezTo>
                  <a:cubicBezTo>
                    <a:pt x="883" y="209"/>
                    <a:pt x="884" y="209"/>
                    <a:pt x="889" y="209"/>
                  </a:cubicBezTo>
                  <a:cubicBezTo>
                    <a:pt x="894" y="208"/>
                    <a:pt x="896" y="212"/>
                    <a:pt x="900" y="211"/>
                  </a:cubicBezTo>
                  <a:close/>
                  <a:moveTo>
                    <a:pt x="829" y="208"/>
                  </a:moveTo>
                  <a:cubicBezTo>
                    <a:pt x="825" y="212"/>
                    <a:pt x="824" y="209"/>
                    <a:pt x="821" y="208"/>
                  </a:cubicBezTo>
                  <a:cubicBezTo>
                    <a:pt x="817" y="207"/>
                    <a:pt x="819" y="207"/>
                    <a:pt x="819" y="204"/>
                  </a:cubicBezTo>
                  <a:cubicBezTo>
                    <a:pt x="820" y="201"/>
                    <a:pt x="820" y="202"/>
                    <a:pt x="818" y="199"/>
                  </a:cubicBezTo>
                  <a:cubicBezTo>
                    <a:pt x="815" y="197"/>
                    <a:pt x="815" y="198"/>
                    <a:pt x="809" y="197"/>
                  </a:cubicBezTo>
                  <a:cubicBezTo>
                    <a:pt x="802" y="195"/>
                    <a:pt x="803" y="197"/>
                    <a:pt x="799" y="198"/>
                  </a:cubicBezTo>
                  <a:cubicBezTo>
                    <a:pt x="794" y="199"/>
                    <a:pt x="795" y="201"/>
                    <a:pt x="794" y="203"/>
                  </a:cubicBezTo>
                  <a:cubicBezTo>
                    <a:pt x="793" y="205"/>
                    <a:pt x="791" y="204"/>
                    <a:pt x="788" y="202"/>
                  </a:cubicBezTo>
                  <a:cubicBezTo>
                    <a:pt x="785" y="201"/>
                    <a:pt x="787" y="200"/>
                    <a:pt x="787" y="197"/>
                  </a:cubicBezTo>
                  <a:cubicBezTo>
                    <a:pt x="787" y="195"/>
                    <a:pt x="785" y="195"/>
                    <a:pt x="783" y="191"/>
                  </a:cubicBezTo>
                  <a:cubicBezTo>
                    <a:pt x="781" y="187"/>
                    <a:pt x="781" y="189"/>
                    <a:pt x="778" y="187"/>
                  </a:cubicBezTo>
                  <a:cubicBezTo>
                    <a:pt x="776" y="185"/>
                    <a:pt x="774" y="185"/>
                    <a:pt x="771" y="184"/>
                  </a:cubicBezTo>
                  <a:cubicBezTo>
                    <a:pt x="767" y="183"/>
                    <a:pt x="767" y="184"/>
                    <a:pt x="762" y="184"/>
                  </a:cubicBezTo>
                  <a:cubicBezTo>
                    <a:pt x="756" y="184"/>
                    <a:pt x="759" y="184"/>
                    <a:pt x="751" y="184"/>
                  </a:cubicBezTo>
                  <a:cubicBezTo>
                    <a:pt x="744" y="184"/>
                    <a:pt x="746" y="185"/>
                    <a:pt x="740" y="185"/>
                  </a:cubicBezTo>
                  <a:cubicBezTo>
                    <a:pt x="735" y="184"/>
                    <a:pt x="736" y="185"/>
                    <a:pt x="733" y="187"/>
                  </a:cubicBezTo>
                  <a:cubicBezTo>
                    <a:pt x="729" y="190"/>
                    <a:pt x="731" y="190"/>
                    <a:pt x="729" y="192"/>
                  </a:cubicBezTo>
                  <a:cubicBezTo>
                    <a:pt x="726" y="193"/>
                    <a:pt x="728" y="195"/>
                    <a:pt x="729" y="197"/>
                  </a:cubicBezTo>
                  <a:cubicBezTo>
                    <a:pt x="730" y="200"/>
                    <a:pt x="732" y="199"/>
                    <a:pt x="735" y="199"/>
                  </a:cubicBezTo>
                  <a:cubicBezTo>
                    <a:pt x="738" y="199"/>
                    <a:pt x="743" y="199"/>
                    <a:pt x="745" y="199"/>
                  </a:cubicBezTo>
                  <a:cubicBezTo>
                    <a:pt x="747" y="200"/>
                    <a:pt x="746" y="202"/>
                    <a:pt x="745" y="203"/>
                  </a:cubicBezTo>
                  <a:cubicBezTo>
                    <a:pt x="743" y="203"/>
                    <a:pt x="742" y="205"/>
                    <a:pt x="742" y="207"/>
                  </a:cubicBezTo>
                  <a:cubicBezTo>
                    <a:pt x="742" y="208"/>
                    <a:pt x="746" y="207"/>
                    <a:pt x="748" y="206"/>
                  </a:cubicBezTo>
                  <a:cubicBezTo>
                    <a:pt x="750" y="204"/>
                    <a:pt x="752" y="202"/>
                    <a:pt x="755" y="201"/>
                  </a:cubicBezTo>
                  <a:cubicBezTo>
                    <a:pt x="757" y="200"/>
                    <a:pt x="759" y="201"/>
                    <a:pt x="761" y="202"/>
                  </a:cubicBezTo>
                  <a:cubicBezTo>
                    <a:pt x="763" y="203"/>
                    <a:pt x="764" y="203"/>
                    <a:pt x="762" y="205"/>
                  </a:cubicBezTo>
                  <a:cubicBezTo>
                    <a:pt x="761" y="207"/>
                    <a:pt x="761" y="207"/>
                    <a:pt x="760" y="209"/>
                  </a:cubicBezTo>
                  <a:cubicBezTo>
                    <a:pt x="758" y="212"/>
                    <a:pt x="763" y="212"/>
                    <a:pt x="763" y="212"/>
                  </a:cubicBezTo>
                  <a:cubicBezTo>
                    <a:pt x="763" y="212"/>
                    <a:pt x="765" y="212"/>
                    <a:pt x="771" y="211"/>
                  </a:cubicBezTo>
                  <a:cubicBezTo>
                    <a:pt x="776" y="211"/>
                    <a:pt x="773" y="212"/>
                    <a:pt x="772" y="214"/>
                  </a:cubicBezTo>
                  <a:cubicBezTo>
                    <a:pt x="771" y="216"/>
                    <a:pt x="770" y="215"/>
                    <a:pt x="767" y="216"/>
                  </a:cubicBezTo>
                  <a:cubicBezTo>
                    <a:pt x="765" y="217"/>
                    <a:pt x="768" y="218"/>
                    <a:pt x="772" y="218"/>
                  </a:cubicBezTo>
                  <a:cubicBezTo>
                    <a:pt x="776" y="219"/>
                    <a:pt x="772" y="220"/>
                    <a:pt x="771" y="221"/>
                  </a:cubicBezTo>
                  <a:cubicBezTo>
                    <a:pt x="771" y="223"/>
                    <a:pt x="767" y="223"/>
                    <a:pt x="763" y="222"/>
                  </a:cubicBezTo>
                  <a:cubicBezTo>
                    <a:pt x="759" y="221"/>
                    <a:pt x="760" y="221"/>
                    <a:pt x="755" y="222"/>
                  </a:cubicBezTo>
                  <a:cubicBezTo>
                    <a:pt x="749" y="222"/>
                    <a:pt x="747" y="221"/>
                    <a:pt x="743" y="221"/>
                  </a:cubicBezTo>
                  <a:cubicBezTo>
                    <a:pt x="739" y="222"/>
                    <a:pt x="739" y="222"/>
                    <a:pt x="740" y="225"/>
                  </a:cubicBezTo>
                  <a:cubicBezTo>
                    <a:pt x="740" y="227"/>
                    <a:pt x="745" y="228"/>
                    <a:pt x="749" y="231"/>
                  </a:cubicBezTo>
                  <a:cubicBezTo>
                    <a:pt x="753" y="234"/>
                    <a:pt x="754" y="234"/>
                    <a:pt x="759" y="235"/>
                  </a:cubicBezTo>
                  <a:cubicBezTo>
                    <a:pt x="763" y="235"/>
                    <a:pt x="763" y="232"/>
                    <a:pt x="766" y="230"/>
                  </a:cubicBezTo>
                  <a:cubicBezTo>
                    <a:pt x="769" y="228"/>
                    <a:pt x="773" y="230"/>
                    <a:pt x="775" y="230"/>
                  </a:cubicBezTo>
                  <a:cubicBezTo>
                    <a:pt x="778" y="229"/>
                    <a:pt x="777" y="227"/>
                    <a:pt x="784" y="228"/>
                  </a:cubicBezTo>
                  <a:cubicBezTo>
                    <a:pt x="790" y="228"/>
                    <a:pt x="787" y="233"/>
                    <a:pt x="788" y="234"/>
                  </a:cubicBezTo>
                  <a:cubicBezTo>
                    <a:pt x="790" y="236"/>
                    <a:pt x="793" y="233"/>
                    <a:pt x="798" y="232"/>
                  </a:cubicBezTo>
                  <a:cubicBezTo>
                    <a:pt x="803" y="231"/>
                    <a:pt x="803" y="233"/>
                    <a:pt x="806" y="234"/>
                  </a:cubicBezTo>
                  <a:cubicBezTo>
                    <a:pt x="809" y="236"/>
                    <a:pt x="814" y="235"/>
                    <a:pt x="818" y="235"/>
                  </a:cubicBezTo>
                  <a:cubicBezTo>
                    <a:pt x="821" y="236"/>
                    <a:pt x="823" y="239"/>
                    <a:pt x="825" y="242"/>
                  </a:cubicBezTo>
                  <a:cubicBezTo>
                    <a:pt x="826" y="245"/>
                    <a:pt x="830" y="249"/>
                    <a:pt x="831" y="251"/>
                  </a:cubicBezTo>
                  <a:cubicBezTo>
                    <a:pt x="832" y="254"/>
                    <a:pt x="835" y="252"/>
                    <a:pt x="837" y="252"/>
                  </a:cubicBezTo>
                  <a:cubicBezTo>
                    <a:pt x="839" y="252"/>
                    <a:pt x="844" y="254"/>
                    <a:pt x="846" y="254"/>
                  </a:cubicBezTo>
                  <a:cubicBezTo>
                    <a:pt x="848" y="254"/>
                    <a:pt x="851" y="252"/>
                    <a:pt x="854" y="251"/>
                  </a:cubicBezTo>
                  <a:cubicBezTo>
                    <a:pt x="857" y="250"/>
                    <a:pt x="860" y="251"/>
                    <a:pt x="862" y="249"/>
                  </a:cubicBezTo>
                  <a:cubicBezTo>
                    <a:pt x="864" y="247"/>
                    <a:pt x="864" y="245"/>
                    <a:pt x="863" y="242"/>
                  </a:cubicBezTo>
                  <a:cubicBezTo>
                    <a:pt x="862" y="239"/>
                    <a:pt x="860" y="240"/>
                    <a:pt x="859" y="238"/>
                  </a:cubicBezTo>
                  <a:cubicBezTo>
                    <a:pt x="858" y="236"/>
                    <a:pt x="855" y="234"/>
                    <a:pt x="852" y="233"/>
                  </a:cubicBezTo>
                  <a:cubicBezTo>
                    <a:pt x="849" y="231"/>
                    <a:pt x="849" y="232"/>
                    <a:pt x="848" y="230"/>
                  </a:cubicBezTo>
                  <a:cubicBezTo>
                    <a:pt x="846" y="227"/>
                    <a:pt x="847" y="224"/>
                    <a:pt x="847" y="222"/>
                  </a:cubicBezTo>
                  <a:cubicBezTo>
                    <a:pt x="848" y="220"/>
                    <a:pt x="853" y="220"/>
                    <a:pt x="852" y="218"/>
                  </a:cubicBezTo>
                  <a:cubicBezTo>
                    <a:pt x="852" y="217"/>
                    <a:pt x="846" y="218"/>
                    <a:pt x="844" y="216"/>
                  </a:cubicBezTo>
                  <a:cubicBezTo>
                    <a:pt x="842" y="214"/>
                    <a:pt x="845" y="215"/>
                    <a:pt x="844" y="212"/>
                  </a:cubicBezTo>
                  <a:cubicBezTo>
                    <a:pt x="844" y="209"/>
                    <a:pt x="842" y="211"/>
                    <a:pt x="841" y="209"/>
                  </a:cubicBezTo>
                  <a:cubicBezTo>
                    <a:pt x="840" y="207"/>
                    <a:pt x="835" y="207"/>
                    <a:pt x="829" y="208"/>
                  </a:cubicBezTo>
                  <a:close/>
                  <a:moveTo>
                    <a:pt x="857" y="149"/>
                  </a:moveTo>
                  <a:cubicBezTo>
                    <a:pt x="860" y="148"/>
                    <a:pt x="860" y="146"/>
                    <a:pt x="863" y="148"/>
                  </a:cubicBezTo>
                  <a:cubicBezTo>
                    <a:pt x="867" y="150"/>
                    <a:pt x="869" y="152"/>
                    <a:pt x="869" y="155"/>
                  </a:cubicBezTo>
                  <a:cubicBezTo>
                    <a:pt x="869" y="158"/>
                    <a:pt x="869" y="160"/>
                    <a:pt x="870" y="161"/>
                  </a:cubicBezTo>
                  <a:cubicBezTo>
                    <a:pt x="872" y="163"/>
                    <a:pt x="872" y="165"/>
                    <a:pt x="870" y="166"/>
                  </a:cubicBezTo>
                  <a:cubicBezTo>
                    <a:pt x="867" y="168"/>
                    <a:pt x="866" y="168"/>
                    <a:pt x="862" y="167"/>
                  </a:cubicBezTo>
                  <a:cubicBezTo>
                    <a:pt x="858" y="165"/>
                    <a:pt x="856" y="161"/>
                    <a:pt x="850" y="161"/>
                  </a:cubicBezTo>
                  <a:cubicBezTo>
                    <a:pt x="844" y="160"/>
                    <a:pt x="841" y="159"/>
                    <a:pt x="840" y="158"/>
                  </a:cubicBezTo>
                  <a:cubicBezTo>
                    <a:pt x="840" y="156"/>
                    <a:pt x="839" y="154"/>
                    <a:pt x="842" y="151"/>
                  </a:cubicBezTo>
                  <a:cubicBezTo>
                    <a:pt x="844" y="148"/>
                    <a:pt x="846" y="148"/>
                    <a:pt x="848" y="147"/>
                  </a:cubicBezTo>
                  <a:cubicBezTo>
                    <a:pt x="851" y="146"/>
                    <a:pt x="853" y="147"/>
                    <a:pt x="854" y="148"/>
                  </a:cubicBezTo>
                  <a:cubicBezTo>
                    <a:pt x="855" y="149"/>
                    <a:pt x="855" y="149"/>
                    <a:pt x="857" y="149"/>
                  </a:cubicBezTo>
                  <a:close/>
                  <a:moveTo>
                    <a:pt x="800" y="252"/>
                  </a:moveTo>
                  <a:cubicBezTo>
                    <a:pt x="806" y="251"/>
                    <a:pt x="805" y="247"/>
                    <a:pt x="808" y="249"/>
                  </a:cubicBezTo>
                  <a:cubicBezTo>
                    <a:pt x="812" y="250"/>
                    <a:pt x="813" y="250"/>
                    <a:pt x="815" y="252"/>
                  </a:cubicBezTo>
                  <a:cubicBezTo>
                    <a:pt x="818" y="254"/>
                    <a:pt x="821" y="253"/>
                    <a:pt x="822" y="255"/>
                  </a:cubicBezTo>
                  <a:cubicBezTo>
                    <a:pt x="824" y="257"/>
                    <a:pt x="822" y="259"/>
                    <a:pt x="818" y="258"/>
                  </a:cubicBezTo>
                  <a:cubicBezTo>
                    <a:pt x="814" y="257"/>
                    <a:pt x="811" y="257"/>
                    <a:pt x="807" y="258"/>
                  </a:cubicBezTo>
                  <a:cubicBezTo>
                    <a:pt x="803" y="260"/>
                    <a:pt x="801" y="262"/>
                    <a:pt x="798" y="260"/>
                  </a:cubicBezTo>
                  <a:cubicBezTo>
                    <a:pt x="794" y="258"/>
                    <a:pt x="791" y="258"/>
                    <a:pt x="792" y="255"/>
                  </a:cubicBezTo>
                  <a:cubicBezTo>
                    <a:pt x="792" y="253"/>
                    <a:pt x="795" y="253"/>
                    <a:pt x="800" y="252"/>
                  </a:cubicBezTo>
                  <a:close/>
                  <a:moveTo>
                    <a:pt x="729" y="258"/>
                  </a:moveTo>
                  <a:cubicBezTo>
                    <a:pt x="734" y="261"/>
                    <a:pt x="736" y="260"/>
                    <a:pt x="737" y="263"/>
                  </a:cubicBezTo>
                  <a:cubicBezTo>
                    <a:pt x="738" y="266"/>
                    <a:pt x="735" y="267"/>
                    <a:pt x="739" y="269"/>
                  </a:cubicBezTo>
                  <a:cubicBezTo>
                    <a:pt x="743" y="271"/>
                    <a:pt x="745" y="269"/>
                    <a:pt x="748" y="271"/>
                  </a:cubicBezTo>
                  <a:cubicBezTo>
                    <a:pt x="751" y="273"/>
                    <a:pt x="752" y="277"/>
                    <a:pt x="752" y="279"/>
                  </a:cubicBezTo>
                  <a:cubicBezTo>
                    <a:pt x="751" y="281"/>
                    <a:pt x="750" y="281"/>
                    <a:pt x="747" y="283"/>
                  </a:cubicBezTo>
                  <a:cubicBezTo>
                    <a:pt x="743" y="284"/>
                    <a:pt x="736" y="283"/>
                    <a:pt x="732" y="278"/>
                  </a:cubicBezTo>
                  <a:cubicBezTo>
                    <a:pt x="728" y="274"/>
                    <a:pt x="725" y="272"/>
                    <a:pt x="725" y="269"/>
                  </a:cubicBezTo>
                  <a:cubicBezTo>
                    <a:pt x="725" y="265"/>
                    <a:pt x="720" y="262"/>
                    <a:pt x="719" y="259"/>
                  </a:cubicBezTo>
                  <a:cubicBezTo>
                    <a:pt x="719" y="256"/>
                    <a:pt x="722" y="256"/>
                    <a:pt x="724" y="256"/>
                  </a:cubicBezTo>
                  <a:cubicBezTo>
                    <a:pt x="725" y="257"/>
                    <a:pt x="727" y="258"/>
                    <a:pt x="729" y="258"/>
                  </a:cubicBezTo>
                  <a:close/>
                  <a:moveTo>
                    <a:pt x="766" y="307"/>
                  </a:moveTo>
                  <a:cubicBezTo>
                    <a:pt x="770" y="309"/>
                    <a:pt x="769" y="308"/>
                    <a:pt x="773" y="309"/>
                  </a:cubicBezTo>
                  <a:cubicBezTo>
                    <a:pt x="776" y="311"/>
                    <a:pt x="779" y="309"/>
                    <a:pt x="779" y="312"/>
                  </a:cubicBezTo>
                  <a:cubicBezTo>
                    <a:pt x="778" y="314"/>
                    <a:pt x="776" y="315"/>
                    <a:pt x="774" y="315"/>
                  </a:cubicBezTo>
                  <a:cubicBezTo>
                    <a:pt x="772" y="316"/>
                    <a:pt x="762" y="317"/>
                    <a:pt x="760" y="317"/>
                  </a:cubicBezTo>
                  <a:cubicBezTo>
                    <a:pt x="758" y="317"/>
                    <a:pt x="755" y="315"/>
                    <a:pt x="755" y="313"/>
                  </a:cubicBezTo>
                  <a:cubicBezTo>
                    <a:pt x="755" y="312"/>
                    <a:pt x="753" y="312"/>
                    <a:pt x="752" y="311"/>
                  </a:cubicBezTo>
                  <a:cubicBezTo>
                    <a:pt x="751" y="310"/>
                    <a:pt x="748" y="309"/>
                    <a:pt x="748" y="307"/>
                  </a:cubicBezTo>
                  <a:cubicBezTo>
                    <a:pt x="748" y="305"/>
                    <a:pt x="751" y="304"/>
                    <a:pt x="753" y="304"/>
                  </a:cubicBezTo>
                  <a:cubicBezTo>
                    <a:pt x="756" y="305"/>
                    <a:pt x="758" y="304"/>
                    <a:pt x="759" y="304"/>
                  </a:cubicBezTo>
                  <a:cubicBezTo>
                    <a:pt x="760" y="303"/>
                    <a:pt x="762" y="303"/>
                    <a:pt x="766" y="307"/>
                  </a:cubicBezTo>
                  <a:close/>
                  <a:moveTo>
                    <a:pt x="765" y="321"/>
                  </a:moveTo>
                  <a:cubicBezTo>
                    <a:pt x="769" y="319"/>
                    <a:pt x="774" y="321"/>
                    <a:pt x="777" y="320"/>
                  </a:cubicBezTo>
                  <a:cubicBezTo>
                    <a:pt x="779" y="320"/>
                    <a:pt x="783" y="320"/>
                    <a:pt x="787" y="319"/>
                  </a:cubicBezTo>
                  <a:cubicBezTo>
                    <a:pt x="790" y="319"/>
                    <a:pt x="788" y="323"/>
                    <a:pt x="787" y="325"/>
                  </a:cubicBezTo>
                  <a:cubicBezTo>
                    <a:pt x="785" y="327"/>
                    <a:pt x="782" y="326"/>
                    <a:pt x="780" y="327"/>
                  </a:cubicBezTo>
                  <a:cubicBezTo>
                    <a:pt x="778" y="328"/>
                    <a:pt x="776" y="330"/>
                    <a:pt x="774" y="330"/>
                  </a:cubicBezTo>
                  <a:cubicBezTo>
                    <a:pt x="772" y="329"/>
                    <a:pt x="770" y="330"/>
                    <a:pt x="765" y="330"/>
                  </a:cubicBezTo>
                  <a:cubicBezTo>
                    <a:pt x="760" y="331"/>
                    <a:pt x="761" y="329"/>
                    <a:pt x="758" y="329"/>
                  </a:cubicBezTo>
                  <a:cubicBezTo>
                    <a:pt x="754" y="328"/>
                    <a:pt x="753" y="327"/>
                    <a:pt x="753" y="325"/>
                  </a:cubicBezTo>
                  <a:cubicBezTo>
                    <a:pt x="753" y="324"/>
                    <a:pt x="756" y="324"/>
                    <a:pt x="759" y="323"/>
                  </a:cubicBezTo>
                  <a:cubicBezTo>
                    <a:pt x="762" y="322"/>
                    <a:pt x="762" y="321"/>
                    <a:pt x="765" y="321"/>
                  </a:cubicBezTo>
                  <a:close/>
                  <a:moveTo>
                    <a:pt x="810" y="313"/>
                  </a:moveTo>
                  <a:cubicBezTo>
                    <a:pt x="808" y="314"/>
                    <a:pt x="807" y="314"/>
                    <a:pt x="805" y="314"/>
                  </a:cubicBezTo>
                  <a:cubicBezTo>
                    <a:pt x="803" y="315"/>
                    <a:pt x="803" y="316"/>
                    <a:pt x="803" y="318"/>
                  </a:cubicBezTo>
                  <a:cubicBezTo>
                    <a:pt x="803" y="320"/>
                    <a:pt x="803" y="320"/>
                    <a:pt x="804" y="321"/>
                  </a:cubicBezTo>
                  <a:cubicBezTo>
                    <a:pt x="805" y="322"/>
                    <a:pt x="807" y="321"/>
                    <a:pt x="810" y="321"/>
                  </a:cubicBezTo>
                  <a:cubicBezTo>
                    <a:pt x="813" y="320"/>
                    <a:pt x="813" y="321"/>
                    <a:pt x="814" y="322"/>
                  </a:cubicBezTo>
                  <a:cubicBezTo>
                    <a:pt x="814" y="324"/>
                    <a:pt x="813" y="324"/>
                    <a:pt x="813" y="324"/>
                  </a:cubicBezTo>
                  <a:cubicBezTo>
                    <a:pt x="812" y="325"/>
                    <a:pt x="811" y="325"/>
                    <a:pt x="809" y="327"/>
                  </a:cubicBezTo>
                  <a:cubicBezTo>
                    <a:pt x="807" y="328"/>
                    <a:pt x="808" y="328"/>
                    <a:pt x="807" y="329"/>
                  </a:cubicBezTo>
                  <a:cubicBezTo>
                    <a:pt x="807" y="330"/>
                    <a:pt x="808" y="330"/>
                    <a:pt x="809" y="331"/>
                  </a:cubicBezTo>
                  <a:cubicBezTo>
                    <a:pt x="810" y="331"/>
                    <a:pt x="813" y="331"/>
                    <a:pt x="814" y="331"/>
                  </a:cubicBezTo>
                  <a:cubicBezTo>
                    <a:pt x="816" y="330"/>
                    <a:pt x="816" y="331"/>
                    <a:pt x="816" y="332"/>
                  </a:cubicBezTo>
                  <a:cubicBezTo>
                    <a:pt x="817" y="333"/>
                    <a:pt x="815" y="332"/>
                    <a:pt x="814" y="335"/>
                  </a:cubicBezTo>
                  <a:cubicBezTo>
                    <a:pt x="813" y="337"/>
                    <a:pt x="815" y="337"/>
                    <a:pt x="819" y="338"/>
                  </a:cubicBezTo>
                  <a:cubicBezTo>
                    <a:pt x="823" y="339"/>
                    <a:pt x="827" y="339"/>
                    <a:pt x="825" y="341"/>
                  </a:cubicBezTo>
                  <a:cubicBezTo>
                    <a:pt x="823" y="343"/>
                    <a:pt x="818" y="342"/>
                    <a:pt x="812" y="340"/>
                  </a:cubicBezTo>
                  <a:cubicBezTo>
                    <a:pt x="807" y="338"/>
                    <a:pt x="809" y="339"/>
                    <a:pt x="805" y="338"/>
                  </a:cubicBezTo>
                  <a:cubicBezTo>
                    <a:pt x="801" y="337"/>
                    <a:pt x="798" y="338"/>
                    <a:pt x="797" y="340"/>
                  </a:cubicBezTo>
                  <a:cubicBezTo>
                    <a:pt x="796" y="342"/>
                    <a:pt x="803" y="343"/>
                    <a:pt x="803" y="344"/>
                  </a:cubicBezTo>
                  <a:cubicBezTo>
                    <a:pt x="803" y="345"/>
                    <a:pt x="796" y="344"/>
                    <a:pt x="791" y="345"/>
                  </a:cubicBezTo>
                  <a:cubicBezTo>
                    <a:pt x="786" y="345"/>
                    <a:pt x="787" y="346"/>
                    <a:pt x="785" y="348"/>
                  </a:cubicBezTo>
                  <a:cubicBezTo>
                    <a:pt x="783" y="350"/>
                    <a:pt x="789" y="354"/>
                    <a:pt x="792" y="352"/>
                  </a:cubicBezTo>
                  <a:cubicBezTo>
                    <a:pt x="795" y="351"/>
                    <a:pt x="804" y="352"/>
                    <a:pt x="807" y="350"/>
                  </a:cubicBezTo>
                  <a:cubicBezTo>
                    <a:pt x="810" y="348"/>
                    <a:pt x="816" y="349"/>
                    <a:pt x="820" y="348"/>
                  </a:cubicBezTo>
                  <a:cubicBezTo>
                    <a:pt x="824" y="348"/>
                    <a:pt x="831" y="348"/>
                    <a:pt x="839" y="347"/>
                  </a:cubicBezTo>
                  <a:cubicBezTo>
                    <a:pt x="848" y="346"/>
                    <a:pt x="850" y="346"/>
                    <a:pt x="854" y="345"/>
                  </a:cubicBezTo>
                  <a:cubicBezTo>
                    <a:pt x="857" y="344"/>
                    <a:pt x="864" y="343"/>
                    <a:pt x="866" y="344"/>
                  </a:cubicBezTo>
                  <a:cubicBezTo>
                    <a:pt x="868" y="344"/>
                    <a:pt x="865" y="346"/>
                    <a:pt x="862" y="346"/>
                  </a:cubicBezTo>
                  <a:cubicBezTo>
                    <a:pt x="858" y="346"/>
                    <a:pt x="857" y="348"/>
                    <a:pt x="854" y="348"/>
                  </a:cubicBezTo>
                  <a:cubicBezTo>
                    <a:pt x="850" y="348"/>
                    <a:pt x="848" y="348"/>
                    <a:pt x="847" y="350"/>
                  </a:cubicBezTo>
                  <a:cubicBezTo>
                    <a:pt x="846" y="351"/>
                    <a:pt x="845" y="355"/>
                    <a:pt x="841" y="356"/>
                  </a:cubicBezTo>
                  <a:cubicBezTo>
                    <a:pt x="838" y="357"/>
                    <a:pt x="839" y="356"/>
                    <a:pt x="837" y="356"/>
                  </a:cubicBezTo>
                  <a:cubicBezTo>
                    <a:pt x="835" y="356"/>
                    <a:pt x="835" y="360"/>
                    <a:pt x="835" y="361"/>
                  </a:cubicBezTo>
                  <a:cubicBezTo>
                    <a:pt x="836" y="362"/>
                    <a:pt x="843" y="362"/>
                    <a:pt x="844" y="363"/>
                  </a:cubicBezTo>
                  <a:cubicBezTo>
                    <a:pt x="846" y="364"/>
                    <a:pt x="844" y="365"/>
                    <a:pt x="841" y="365"/>
                  </a:cubicBezTo>
                  <a:cubicBezTo>
                    <a:pt x="837" y="365"/>
                    <a:pt x="834" y="365"/>
                    <a:pt x="834" y="367"/>
                  </a:cubicBezTo>
                  <a:cubicBezTo>
                    <a:pt x="834" y="369"/>
                    <a:pt x="838" y="372"/>
                    <a:pt x="840" y="372"/>
                  </a:cubicBezTo>
                  <a:cubicBezTo>
                    <a:pt x="842" y="373"/>
                    <a:pt x="847" y="374"/>
                    <a:pt x="852" y="373"/>
                  </a:cubicBezTo>
                  <a:cubicBezTo>
                    <a:pt x="857" y="373"/>
                    <a:pt x="855" y="369"/>
                    <a:pt x="857" y="370"/>
                  </a:cubicBezTo>
                  <a:cubicBezTo>
                    <a:pt x="859" y="371"/>
                    <a:pt x="866" y="371"/>
                    <a:pt x="870" y="371"/>
                  </a:cubicBezTo>
                  <a:cubicBezTo>
                    <a:pt x="873" y="372"/>
                    <a:pt x="873" y="373"/>
                    <a:pt x="876" y="373"/>
                  </a:cubicBezTo>
                  <a:cubicBezTo>
                    <a:pt x="878" y="373"/>
                    <a:pt x="883" y="372"/>
                    <a:pt x="883" y="370"/>
                  </a:cubicBezTo>
                  <a:cubicBezTo>
                    <a:pt x="883" y="369"/>
                    <a:pt x="885" y="366"/>
                    <a:pt x="887" y="365"/>
                  </a:cubicBezTo>
                  <a:cubicBezTo>
                    <a:pt x="889" y="364"/>
                    <a:pt x="885" y="363"/>
                    <a:pt x="885" y="361"/>
                  </a:cubicBezTo>
                  <a:cubicBezTo>
                    <a:pt x="884" y="360"/>
                    <a:pt x="888" y="358"/>
                    <a:pt x="889" y="356"/>
                  </a:cubicBezTo>
                  <a:cubicBezTo>
                    <a:pt x="889" y="355"/>
                    <a:pt x="889" y="353"/>
                    <a:pt x="889" y="350"/>
                  </a:cubicBezTo>
                  <a:cubicBezTo>
                    <a:pt x="889" y="347"/>
                    <a:pt x="892" y="350"/>
                    <a:pt x="896" y="354"/>
                  </a:cubicBezTo>
                  <a:cubicBezTo>
                    <a:pt x="900" y="359"/>
                    <a:pt x="898" y="351"/>
                    <a:pt x="898" y="349"/>
                  </a:cubicBezTo>
                  <a:cubicBezTo>
                    <a:pt x="898" y="347"/>
                    <a:pt x="896" y="345"/>
                    <a:pt x="894" y="344"/>
                  </a:cubicBezTo>
                  <a:cubicBezTo>
                    <a:pt x="891" y="343"/>
                    <a:pt x="892" y="340"/>
                    <a:pt x="891" y="339"/>
                  </a:cubicBezTo>
                  <a:cubicBezTo>
                    <a:pt x="890" y="337"/>
                    <a:pt x="891" y="335"/>
                    <a:pt x="891" y="333"/>
                  </a:cubicBezTo>
                  <a:cubicBezTo>
                    <a:pt x="892" y="331"/>
                    <a:pt x="894" y="326"/>
                    <a:pt x="893" y="324"/>
                  </a:cubicBezTo>
                  <a:cubicBezTo>
                    <a:pt x="892" y="322"/>
                    <a:pt x="890" y="321"/>
                    <a:pt x="889" y="319"/>
                  </a:cubicBezTo>
                  <a:cubicBezTo>
                    <a:pt x="887" y="317"/>
                    <a:pt x="890" y="315"/>
                    <a:pt x="890" y="312"/>
                  </a:cubicBezTo>
                  <a:cubicBezTo>
                    <a:pt x="890" y="309"/>
                    <a:pt x="888" y="310"/>
                    <a:pt x="884" y="310"/>
                  </a:cubicBezTo>
                  <a:cubicBezTo>
                    <a:pt x="880" y="310"/>
                    <a:pt x="880" y="310"/>
                    <a:pt x="877" y="308"/>
                  </a:cubicBezTo>
                  <a:cubicBezTo>
                    <a:pt x="874" y="307"/>
                    <a:pt x="875" y="306"/>
                    <a:pt x="872" y="304"/>
                  </a:cubicBezTo>
                  <a:cubicBezTo>
                    <a:pt x="870" y="303"/>
                    <a:pt x="869" y="305"/>
                    <a:pt x="866" y="307"/>
                  </a:cubicBezTo>
                  <a:cubicBezTo>
                    <a:pt x="862" y="309"/>
                    <a:pt x="866" y="312"/>
                    <a:pt x="865" y="313"/>
                  </a:cubicBezTo>
                  <a:cubicBezTo>
                    <a:pt x="863" y="314"/>
                    <a:pt x="862" y="314"/>
                    <a:pt x="859" y="314"/>
                  </a:cubicBezTo>
                  <a:cubicBezTo>
                    <a:pt x="856" y="314"/>
                    <a:pt x="859" y="310"/>
                    <a:pt x="857" y="308"/>
                  </a:cubicBezTo>
                  <a:cubicBezTo>
                    <a:pt x="855" y="307"/>
                    <a:pt x="852" y="303"/>
                    <a:pt x="849" y="303"/>
                  </a:cubicBezTo>
                  <a:cubicBezTo>
                    <a:pt x="847" y="303"/>
                    <a:pt x="840" y="304"/>
                    <a:pt x="836" y="307"/>
                  </a:cubicBezTo>
                  <a:cubicBezTo>
                    <a:pt x="832" y="310"/>
                    <a:pt x="829" y="308"/>
                    <a:pt x="826" y="310"/>
                  </a:cubicBezTo>
                  <a:cubicBezTo>
                    <a:pt x="822" y="313"/>
                    <a:pt x="826" y="312"/>
                    <a:pt x="831" y="315"/>
                  </a:cubicBezTo>
                  <a:cubicBezTo>
                    <a:pt x="835" y="317"/>
                    <a:pt x="837" y="314"/>
                    <a:pt x="840" y="314"/>
                  </a:cubicBezTo>
                  <a:cubicBezTo>
                    <a:pt x="843" y="314"/>
                    <a:pt x="844" y="318"/>
                    <a:pt x="842" y="319"/>
                  </a:cubicBezTo>
                  <a:cubicBezTo>
                    <a:pt x="840" y="320"/>
                    <a:pt x="840" y="322"/>
                    <a:pt x="840" y="323"/>
                  </a:cubicBezTo>
                  <a:cubicBezTo>
                    <a:pt x="841" y="324"/>
                    <a:pt x="844" y="324"/>
                    <a:pt x="850" y="324"/>
                  </a:cubicBezTo>
                  <a:cubicBezTo>
                    <a:pt x="855" y="324"/>
                    <a:pt x="854" y="326"/>
                    <a:pt x="853" y="327"/>
                  </a:cubicBezTo>
                  <a:cubicBezTo>
                    <a:pt x="851" y="327"/>
                    <a:pt x="849" y="327"/>
                    <a:pt x="845" y="326"/>
                  </a:cubicBezTo>
                  <a:cubicBezTo>
                    <a:pt x="841" y="325"/>
                    <a:pt x="842" y="327"/>
                    <a:pt x="843" y="329"/>
                  </a:cubicBezTo>
                  <a:cubicBezTo>
                    <a:pt x="844" y="331"/>
                    <a:pt x="847" y="332"/>
                    <a:pt x="850" y="333"/>
                  </a:cubicBezTo>
                  <a:cubicBezTo>
                    <a:pt x="853" y="333"/>
                    <a:pt x="853" y="333"/>
                    <a:pt x="851" y="335"/>
                  </a:cubicBezTo>
                  <a:cubicBezTo>
                    <a:pt x="850" y="336"/>
                    <a:pt x="847" y="336"/>
                    <a:pt x="844" y="336"/>
                  </a:cubicBezTo>
                  <a:cubicBezTo>
                    <a:pt x="841" y="336"/>
                    <a:pt x="840" y="333"/>
                    <a:pt x="838" y="330"/>
                  </a:cubicBezTo>
                  <a:cubicBezTo>
                    <a:pt x="835" y="328"/>
                    <a:pt x="835" y="328"/>
                    <a:pt x="831" y="327"/>
                  </a:cubicBezTo>
                  <a:cubicBezTo>
                    <a:pt x="828" y="326"/>
                    <a:pt x="828" y="325"/>
                    <a:pt x="826" y="324"/>
                  </a:cubicBezTo>
                  <a:cubicBezTo>
                    <a:pt x="823" y="322"/>
                    <a:pt x="821" y="319"/>
                    <a:pt x="818" y="317"/>
                  </a:cubicBezTo>
                  <a:cubicBezTo>
                    <a:pt x="815" y="315"/>
                    <a:pt x="814" y="313"/>
                    <a:pt x="810" y="313"/>
                  </a:cubicBezTo>
                  <a:close/>
                  <a:moveTo>
                    <a:pt x="787" y="333"/>
                  </a:moveTo>
                  <a:cubicBezTo>
                    <a:pt x="784" y="335"/>
                    <a:pt x="783" y="335"/>
                    <a:pt x="781" y="336"/>
                  </a:cubicBezTo>
                  <a:cubicBezTo>
                    <a:pt x="779" y="336"/>
                    <a:pt x="777" y="337"/>
                    <a:pt x="776" y="339"/>
                  </a:cubicBezTo>
                  <a:cubicBezTo>
                    <a:pt x="776" y="340"/>
                    <a:pt x="775" y="342"/>
                    <a:pt x="778" y="341"/>
                  </a:cubicBezTo>
                  <a:cubicBezTo>
                    <a:pt x="780" y="340"/>
                    <a:pt x="778" y="340"/>
                    <a:pt x="782" y="339"/>
                  </a:cubicBezTo>
                  <a:cubicBezTo>
                    <a:pt x="786" y="337"/>
                    <a:pt x="788" y="337"/>
                    <a:pt x="791" y="337"/>
                  </a:cubicBezTo>
                  <a:cubicBezTo>
                    <a:pt x="793" y="337"/>
                    <a:pt x="792" y="335"/>
                    <a:pt x="795" y="335"/>
                  </a:cubicBezTo>
                  <a:cubicBezTo>
                    <a:pt x="799" y="334"/>
                    <a:pt x="800" y="334"/>
                    <a:pt x="799" y="333"/>
                  </a:cubicBezTo>
                  <a:cubicBezTo>
                    <a:pt x="799" y="332"/>
                    <a:pt x="798" y="332"/>
                    <a:pt x="796" y="333"/>
                  </a:cubicBezTo>
                  <a:cubicBezTo>
                    <a:pt x="793" y="333"/>
                    <a:pt x="793" y="333"/>
                    <a:pt x="792" y="332"/>
                  </a:cubicBezTo>
                  <a:cubicBezTo>
                    <a:pt x="790" y="332"/>
                    <a:pt x="789" y="331"/>
                    <a:pt x="787" y="333"/>
                  </a:cubicBezTo>
                  <a:close/>
                  <a:moveTo>
                    <a:pt x="760" y="356"/>
                  </a:moveTo>
                  <a:cubicBezTo>
                    <a:pt x="763" y="358"/>
                    <a:pt x="763" y="357"/>
                    <a:pt x="765" y="360"/>
                  </a:cubicBezTo>
                  <a:cubicBezTo>
                    <a:pt x="766" y="362"/>
                    <a:pt x="768" y="363"/>
                    <a:pt x="768" y="364"/>
                  </a:cubicBezTo>
                  <a:cubicBezTo>
                    <a:pt x="769" y="365"/>
                    <a:pt x="769" y="368"/>
                    <a:pt x="767" y="369"/>
                  </a:cubicBezTo>
                  <a:cubicBezTo>
                    <a:pt x="766" y="370"/>
                    <a:pt x="763" y="369"/>
                    <a:pt x="761" y="370"/>
                  </a:cubicBezTo>
                  <a:cubicBezTo>
                    <a:pt x="759" y="372"/>
                    <a:pt x="760" y="373"/>
                    <a:pt x="757" y="372"/>
                  </a:cubicBezTo>
                  <a:cubicBezTo>
                    <a:pt x="753" y="372"/>
                    <a:pt x="751" y="369"/>
                    <a:pt x="749" y="369"/>
                  </a:cubicBezTo>
                  <a:cubicBezTo>
                    <a:pt x="747" y="369"/>
                    <a:pt x="745" y="370"/>
                    <a:pt x="743" y="368"/>
                  </a:cubicBezTo>
                  <a:cubicBezTo>
                    <a:pt x="742" y="366"/>
                    <a:pt x="741" y="366"/>
                    <a:pt x="745" y="364"/>
                  </a:cubicBezTo>
                  <a:cubicBezTo>
                    <a:pt x="749" y="362"/>
                    <a:pt x="752" y="360"/>
                    <a:pt x="752" y="359"/>
                  </a:cubicBezTo>
                  <a:cubicBezTo>
                    <a:pt x="752" y="357"/>
                    <a:pt x="757" y="355"/>
                    <a:pt x="760" y="356"/>
                  </a:cubicBezTo>
                  <a:close/>
                  <a:moveTo>
                    <a:pt x="820" y="301"/>
                  </a:moveTo>
                  <a:cubicBezTo>
                    <a:pt x="823" y="301"/>
                    <a:pt x="823" y="301"/>
                    <a:pt x="826" y="300"/>
                  </a:cubicBezTo>
                  <a:cubicBezTo>
                    <a:pt x="829" y="298"/>
                    <a:pt x="831" y="299"/>
                    <a:pt x="834" y="300"/>
                  </a:cubicBezTo>
                  <a:cubicBezTo>
                    <a:pt x="836" y="301"/>
                    <a:pt x="835" y="302"/>
                    <a:pt x="830" y="303"/>
                  </a:cubicBezTo>
                  <a:cubicBezTo>
                    <a:pt x="826" y="303"/>
                    <a:pt x="827" y="303"/>
                    <a:pt x="823" y="304"/>
                  </a:cubicBezTo>
                  <a:cubicBezTo>
                    <a:pt x="818" y="305"/>
                    <a:pt x="816" y="306"/>
                    <a:pt x="813" y="306"/>
                  </a:cubicBezTo>
                  <a:cubicBezTo>
                    <a:pt x="810" y="306"/>
                    <a:pt x="809" y="307"/>
                    <a:pt x="810" y="306"/>
                  </a:cubicBezTo>
                  <a:cubicBezTo>
                    <a:pt x="811" y="305"/>
                    <a:pt x="813" y="306"/>
                    <a:pt x="815" y="305"/>
                  </a:cubicBezTo>
                  <a:cubicBezTo>
                    <a:pt x="816" y="303"/>
                    <a:pt x="816" y="302"/>
                    <a:pt x="820" y="301"/>
                  </a:cubicBezTo>
                  <a:close/>
                  <a:moveTo>
                    <a:pt x="940" y="350"/>
                  </a:moveTo>
                  <a:cubicBezTo>
                    <a:pt x="934" y="353"/>
                    <a:pt x="934" y="354"/>
                    <a:pt x="929" y="355"/>
                  </a:cubicBezTo>
                  <a:cubicBezTo>
                    <a:pt x="925" y="357"/>
                    <a:pt x="923" y="357"/>
                    <a:pt x="924" y="359"/>
                  </a:cubicBezTo>
                  <a:cubicBezTo>
                    <a:pt x="924" y="360"/>
                    <a:pt x="923" y="361"/>
                    <a:pt x="920" y="363"/>
                  </a:cubicBezTo>
                  <a:cubicBezTo>
                    <a:pt x="917" y="365"/>
                    <a:pt x="916" y="366"/>
                    <a:pt x="916" y="369"/>
                  </a:cubicBezTo>
                  <a:cubicBezTo>
                    <a:pt x="916" y="372"/>
                    <a:pt x="914" y="373"/>
                    <a:pt x="916" y="374"/>
                  </a:cubicBezTo>
                  <a:cubicBezTo>
                    <a:pt x="918" y="375"/>
                    <a:pt x="918" y="377"/>
                    <a:pt x="919" y="377"/>
                  </a:cubicBezTo>
                  <a:cubicBezTo>
                    <a:pt x="921" y="377"/>
                    <a:pt x="923" y="375"/>
                    <a:pt x="924" y="375"/>
                  </a:cubicBezTo>
                  <a:cubicBezTo>
                    <a:pt x="925" y="375"/>
                    <a:pt x="924" y="375"/>
                    <a:pt x="925" y="378"/>
                  </a:cubicBezTo>
                  <a:cubicBezTo>
                    <a:pt x="926" y="381"/>
                    <a:pt x="928" y="380"/>
                    <a:pt x="930" y="380"/>
                  </a:cubicBezTo>
                  <a:cubicBezTo>
                    <a:pt x="933" y="380"/>
                    <a:pt x="931" y="382"/>
                    <a:pt x="934" y="383"/>
                  </a:cubicBezTo>
                  <a:cubicBezTo>
                    <a:pt x="937" y="384"/>
                    <a:pt x="937" y="381"/>
                    <a:pt x="939" y="381"/>
                  </a:cubicBezTo>
                  <a:cubicBezTo>
                    <a:pt x="942" y="382"/>
                    <a:pt x="942" y="382"/>
                    <a:pt x="944" y="384"/>
                  </a:cubicBezTo>
                  <a:cubicBezTo>
                    <a:pt x="947" y="387"/>
                    <a:pt x="945" y="387"/>
                    <a:pt x="951" y="387"/>
                  </a:cubicBezTo>
                  <a:cubicBezTo>
                    <a:pt x="957" y="387"/>
                    <a:pt x="957" y="386"/>
                    <a:pt x="961" y="387"/>
                  </a:cubicBezTo>
                  <a:cubicBezTo>
                    <a:pt x="966" y="389"/>
                    <a:pt x="969" y="388"/>
                    <a:pt x="972" y="387"/>
                  </a:cubicBezTo>
                  <a:cubicBezTo>
                    <a:pt x="975" y="385"/>
                    <a:pt x="977" y="390"/>
                    <a:pt x="978" y="383"/>
                  </a:cubicBezTo>
                  <a:cubicBezTo>
                    <a:pt x="979" y="376"/>
                    <a:pt x="980" y="377"/>
                    <a:pt x="977" y="374"/>
                  </a:cubicBezTo>
                  <a:cubicBezTo>
                    <a:pt x="974" y="372"/>
                    <a:pt x="973" y="370"/>
                    <a:pt x="975" y="369"/>
                  </a:cubicBezTo>
                  <a:cubicBezTo>
                    <a:pt x="976" y="368"/>
                    <a:pt x="980" y="363"/>
                    <a:pt x="977" y="361"/>
                  </a:cubicBezTo>
                  <a:cubicBezTo>
                    <a:pt x="975" y="359"/>
                    <a:pt x="972" y="359"/>
                    <a:pt x="968" y="358"/>
                  </a:cubicBezTo>
                  <a:cubicBezTo>
                    <a:pt x="964" y="357"/>
                    <a:pt x="965" y="357"/>
                    <a:pt x="962" y="353"/>
                  </a:cubicBezTo>
                  <a:cubicBezTo>
                    <a:pt x="958" y="349"/>
                    <a:pt x="960" y="348"/>
                    <a:pt x="955" y="348"/>
                  </a:cubicBezTo>
                  <a:cubicBezTo>
                    <a:pt x="949" y="347"/>
                    <a:pt x="945" y="347"/>
                    <a:pt x="940" y="350"/>
                  </a:cubicBezTo>
                  <a:close/>
                  <a:moveTo>
                    <a:pt x="971" y="412"/>
                  </a:moveTo>
                  <a:cubicBezTo>
                    <a:pt x="979" y="410"/>
                    <a:pt x="978" y="410"/>
                    <a:pt x="984" y="410"/>
                  </a:cubicBezTo>
                  <a:cubicBezTo>
                    <a:pt x="990" y="411"/>
                    <a:pt x="992" y="410"/>
                    <a:pt x="997" y="411"/>
                  </a:cubicBezTo>
                  <a:cubicBezTo>
                    <a:pt x="1002" y="412"/>
                    <a:pt x="999" y="414"/>
                    <a:pt x="1002" y="415"/>
                  </a:cubicBezTo>
                  <a:cubicBezTo>
                    <a:pt x="1004" y="417"/>
                    <a:pt x="1007" y="418"/>
                    <a:pt x="1011" y="416"/>
                  </a:cubicBezTo>
                  <a:cubicBezTo>
                    <a:pt x="1015" y="415"/>
                    <a:pt x="1013" y="414"/>
                    <a:pt x="1018" y="414"/>
                  </a:cubicBezTo>
                  <a:cubicBezTo>
                    <a:pt x="1023" y="414"/>
                    <a:pt x="1023" y="413"/>
                    <a:pt x="1027" y="415"/>
                  </a:cubicBezTo>
                  <a:cubicBezTo>
                    <a:pt x="1031" y="417"/>
                    <a:pt x="1030" y="417"/>
                    <a:pt x="1036" y="417"/>
                  </a:cubicBezTo>
                  <a:cubicBezTo>
                    <a:pt x="1042" y="417"/>
                    <a:pt x="1044" y="416"/>
                    <a:pt x="1044" y="418"/>
                  </a:cubicBezTo>
                  <a:cubicBezTo>
                    <a:pt x="1044" y="421"/>
                    <a:pt x="1041" y="420"/>
                    <a:pt x="1039" y="424"/>
                  </a:cubicBezTo>
                  <a:cubicBezTo>
                    <a:pt x="1037" y="428"/>
                    <a:pt x="1035" y="431"/>
                    <a:pt x="1033" y="432"/>
                  </a:cubicBezTo>
                  <a:cubicBezTo>
                    <a:pt x="1031" y="432"/>
                    <a:pt x="1028" y="431"/>
                    <a:pt x="1028" y="433"/>
                  </a:cubicBezTo>
                  <a:cubicBezTo>
                    <a:pt x="1028" y="435"/>
                    <a:pt x="1030" y="436"/>
                    <a:pt x="1028" y="438"/>
                  </a:cubicBezTo>
                  <a:cubicBezTo>
                    <a:pt x="1027" y="440"/>
                    <a:pt x="1026" y="441"/>
                    <a:pt x="1023" y="443"/>
                  </a:cubicBezTo>
                  <a:cubicBezTo>
                    <a:pt x="1021" y="445"/>
                    <a:pt x="1017" y="443"/>
                    <a:pt x="1017" y="445"/>
                  </a:cubicBezTo>
                  <a:cubicBezTo>
                    <a:pt x="1017" y="447"/>
                    <a:pt x="1017" y="446"/>
                    <a:pt x="1018" y="448"/>
                  </a:cubicBezTo>
                  <a:cubicBezTo>
                    <a:pt x="1019" y="450"/>
                    <a:pt x="1016" y="452"/>
                    <a:pt x="1014" y="454"/>
                  </a:cubicBezTo>
                  <a:cubicBezTo>
                    <a:pt x="1012" y="456"/>
                    <a:pt x="1010" y="456"/>
                    <a:pt x="1009" y="459"/>
                  </a:cubicBezTo>
                  <a:cubicBezTo>
                    <a:pt x="1008" y="462"/>
                    <a:pt x="1007" y="462"/>
                    <a:pt x="1003" y="463"/>
                  </a:cubicBezTo>
                  <a:cubicBezTo>
                    <a:pt x="1000" y="465"/>
                    <a:pt x="996" y="466"/>
                    <a:pt x="992" y="464"/>
                  </a:cubicBezTo>
                  <a:cubicBezTo>
                    <a:pt x="988" y="463"/>
                    <a:pt x="979" y="460"/>
                    <a:pt x="976" y="461"/>
                  </a:cubicBezTo>
                  <a:cubicBezTo>
                    <a:pt x="973" y="461"/>
                    <a:pt x="971" y="461"/>
                    <a:pt x="969" y="462"/>
                  </a:cubicBezTo>
                  <a:cubicBezTo>
                    <a:pt x="966" y="462"/>
                    <a:pt x="959" y="462"/>
                    <a:pt x="960" y="463"/>
                  </a:cubicBezTo>
                  <a:cubicBezTo>
                    <a:pt x="961" y="465"/>
                    <a:pt x="961" y="467"/>
                    <a:pt x="964" y="466"/>
                  </a:cubicBezTo>
                  <a:cubicBezTo>
                    <a:pt x="967" y="466"/>
                    <a:pt x="969" y="464"/>
                    <a:pt x="970" y="466"/>
                  </a:cubicBezTo>
                  <a:cubicBezTo>
                    <a:pt x="971" y="468"/>
                    <a:pt x="970" y="468"/>
                    <a:pt x="972" y="469"/>
                  </a:cubicBezTo>
                  <a:cubicBezTo>
                    <a:pt x="973" y="471"/>
                    <a:pt x="976" y="469"/>
                    <a:pt x="977" y="473"/>
                  </a:cubicBezTo>
                  <a:cubicBezTo>
                    <a:pt x="977" y="476"/>
                    <a:pt x="977" y="476"/>
                    <a:pt x="974" y="478"/>
                  </a:cubicBezTo>
                  <a:cubicBezTo>
                    <a:pt x="971" y="480"/>
                    <a:pt x="968" y="480"/>
                    <a:pt x="967" y="484"/>
                  </a:cubicBezTo>
                  <a:cubicBezTo>
                    <a:pt x="966" y="488"/>
                    <a:pt x="967" y="489"/>
                    <a:pt x="965" y="490"/>
                  </a:cubicBezTo>
                  <a:cubicBezTo>
                    <a:pt x="963" y="492"/>
                    <a:pt x="961" y="493"/>
                    <a:pt x="960" y="493"/>
                  </a:cubicBezTo>
                  <a:cubicBezTo>
                    <a:pt x="959" y="494"/>
                    <a:pt x="959" y="496"/>
                    <a:pt x="956" y="496"/>
                  </a:cubicBezTo>
                  <a:cubicBezTo>
                    <a:pt x="954" y="497"/>
                    <a:pt x="951" y="497"/>
                    <a:pt x="948" y="496"/>
                  </a:cubicBezTo>
                  <a:cubicBezTo>
                    <a:pt x="946" y="495"/>
                    <a:pt x="944" y="494"/>
                    <a:pt x="945" y="492"/>
                  </a:cubicBezTo>
                  <a:cubicBezTo>
                    <a:pt x="947" y="490"/>
                    <a:pt x="952" y="487"/>
                    <a:pt x="950" y="486"/>
                  </a:cubicBezTo>
                  <a:cubicBezTo>
                    <a:pt x="949" y="485"/>
                    <a:pt x="948" y="487"/>
                    <a:pt x="946" y="484"/>
                  </a:cubicBezTo>
                  <a:cubicBezTo>
                    <a:pt x="944" y="481"/>
                    <a:pt x="946" y="481"/>
                    <a:pt x="944" y="477"/>
                  </a:cubicBezTo>
                  <a:cubicBezTo>
                    <a:pt x="942" y="473"/>
                    <a:pt x="942" y="473"/>
                    <a:pt x="939" y="471"/>
                  </a:cubicBezTo>
                  <a:cubicBezTo>
                    <a:pt x="936" y="468"/>
                    <a:pt x="937" y="469"/>
                    <a:pt x="935" y="465"/>
                  </a:cubicBezTo>
                  <a:cubicBezTo>
                    <a:pt x="933" y="460"/>
                    <a:pt x="931" y="462"/>
                    <a:pt x="931" y="458"/>
                  </a:cubicBezTo>
                  <a:cubicBezTo>
                    <a:pt x="931" y="454"/>
                    <a:pt x="932" y="454"/>
                    <a:pt x="933" y="450"/>
                  </a:cubicBezTo>
                  <a:cubicBezTo>
                    <a:pt x="934" y="445"/>
                    <a:pt x="935" y="447"/>
                    <a:pt x="933" y="441"/>
                  </a:cubicBezTo>
                  <a:cubicBezTo>
                    <a:pt x="931" y="435"/>
                    <a:pt x="930" y="432"/>
                    <a:pt x="931" y="429"/>
                  </a:cubicBezTo>
                  <a:cubicBezTo>
                    <a:pt x="932" y="427"/>
                    <a:pt x="934" y="426"/>
                    <a:pt x="939" y="427"/>
                  </a:cubicBezTo>
                  <a:cubicBezTo>
                    <a:pt x="944" y="429"/>
                    <a:pt x="945" y="429"/>
                    <a:pt x="948" y="428"/>
                  </a:cubicBezTo>
                  <a:cubicBezTo>
                    <a:pt x="952" y="428"/>
                    <a:pt x="951" y="425"/>
                    <a:pt x="949" y="425"/>
                  </a:cubicBezTo>
                  <a:cubicBezTo>
                    <a:pt x="948" y="424"/>
                    <a:pt x="947" y="424"/>
                    <a:pt x="946" y="422"/>
                  </a:cubicBezTo>
                  <a:cubicBezTo>
                    <a:pt x="946" y="420"/>
                    <a:pt x="947" y="422"/>
                    <a:pt x="945" y="419"/>
                  </a:cubicBezTo>
                  <a:cubicBezTo>
                    <a:pt x="942" y="417"/>
                    <a:pt x="940" y="416"/>
                    <a:pt x="943" y="414"/>
                  </a:cubicBezTo>
                  <a:cubicBezTo>
                    <a:pt x="945" y="413"/>
                    <a:pt x="946" y="412"/>
                    <a:pt x="950" y="411"/>
                  </a:cubicBezTo>
                  <a:cubicBezTo>
                    <a:pt x="953" y="411"/>
                    <a:pt x="957" y="410"/>
                    <a:pt x="961" y="411"/>
                  </a:cubicBezTo>
                  <a:cubicBezTo>
                    <a:pt x="964" y="411"/>
                    <a:pt x="965" y="413"/>
                    <a:pt x="971" y="412"/>
                  </a:cubicBezTo>
                  <a:close/>
                  <a:moveTo>
                    <a:pt x="1119" y="629"/>
                  </a:moveTo>
                  <a:cubicBezTo>
                    <a:pt x="1120" y="632"/>
                    <a:pt x="1121" y="632"/>
                    <a:pt x="1123" y="634"/>
                  </a:cubicBezTo>
                  <a:cubicBezTo>
                    <a:pt x="1124" y="637"/>
                    <a:pt x="1123" y="638"/>
                    <a:pt x="1123" y="640"/>
                  </a:cubicBezTo>
                  <a:cubicBezTo>
                    <a:pt x="1123" y="643"/>
                    <a:pt x="1123" y="643"/>
                    <a:pt x="1122" y="645"/>
                  </a:cubicBezTo>
                  <a:cubicBezTo>
                    <a:pt x="1121" y="647"/>
                    <a:pt x="1122" y="648"/>
                    <a:pt x="1119" y="648"/>
                  </a:cubicBezTo>
                  <a:cubicBezTo>
                    <a:pt x="1115" y="648"/>
                    <a:pt x="1113" y="648"/>
                    <a:pt x="1113" y="646"/>
                  </a:cubicBezTo>
                  <a:cubicBezTo>
                    <a:pt x="1114" y="643"/>
                    <a:pt x="1116" y="642"/>
                    <a:pt x="1114" y="640"/>
                  </a:cubicBezTo>
                  <a:cubicBezTo>
                    <a:pt x="1112" y="637"/>
                    <a:pt x="1111" y="636"/>
                    <a:pt x="1113" y="634"/>
                  </a:cubicBezTo>
                  <a:cubicBezTo>
                    <a:pt x="1115" y="633"/>
                    <a:pt x="1117" y="630"/>
                    <a:pt x="1117" y="630"/>
                  </a:cubicBezTo>
                  <a:cubicBezTo>
                    <a:pt x="1117" y="629"/>
                    <a:pt x="1119" y="628"/>
                    <a:pt x="1119" y="629"/>
                  </a:cubicBezTo>
                  <a:close/>
                  <a:moveTo>
                    <a:pt x="934" y="582"/>
                  </a:moveTo>
                  <a:cubicBezTo>
                    <a:pt x="932" y="582"/>
                    <a:pt x="929" y="583"/>
                    <a:pt x="928" y="584"/>
                  </a:cubicBezTo>
                  <a:cubicBezTo>
                    <a:pt x="926" y="586"/>
                    <a:pt x="926" y="586"/>
                    <a:pt x="927" y="587"/>
                  </a:cubicBezTo>
                  <a:cubicBezTo>
                    <a:pt x="929" y="588"/>
                    <a:pt x="929" y="586"/>
                    <a:pt x="930" y="587"/>
                  </a:cubicBezTo>
                  <a:cubicBezTo>
                    <a:pt x="932" y="587"/>
                    <a:pt x="932" y="588"/>
                    <a:pt x="932" y="589"/>
                  </a:cubicBezTo>
                  <a:cubicBezTo>
                    <a:pt x="932" y="590"/>
                    <a:pt x="932" y="592"/>
                    <a:pt x="933" y="593"/>
                  </a:cubicBezTo>
                  <a:cubicBezTo>
                    <a:pt x="934" y="593"/>
                    <a:pt x="935" y="592"/>
                    <a:pt x="936" y="591"/>
                  </a:cubicBezTo>
                  <a:cubicBezTo>
                    <a:pt x="937" y="590"/>
                    <a:pt x="938" y="590"/>
                    <a:pt x="938" y="587"/>
                  </a:cubicBezTo>
                  <a:cubicBezTo>
                    <a:pt x="939" y="585"/>
                    <a:pt x="938" y="586"/>
                    <a:pt x="937" y="584"/>
                  </a:cubicBezTo>
                  <a:cubicBezTo>
                    <a:pt x="936" y="583"/>
                    <a:pt x="936" y="583"/>
                    <a:pt x="934" y="582"/>
                  </a:cubicBezTo>
                  <a:close/>
                  <a:moveTo>
                    <a:pt x="896" y="577"/>
                  </a:moveTo>
                  <a:cubicBezTo>
                    <a:pt x="895" y="574"/>
                    <a:pt x="894" y="575"/>
                    <a:pt x="891" y="573"/>
                  </a:cubicBezTo>
                  <a:cubicBezTo>
                    <a:pt x="888" y="572"/>
                    <a:pt x="889" y="571"/>
                    <a:pt x="885" y="572"/>
                  </a:cubicBezTo>
                  <a:cubicBezTo>
                    <a:pt x="881" y="572"/>
                    <a:pt x="883" y="573"/>
                    <a:pt x="881" y="575"/>
                  </a:cubicBezTo>
                  <a:cubicBezTo>
                    <a:pt x="879" y="577"/>
                    <a:pt x="878" y="579"/>
                    <a:pt x="877" y="581"/>
                  </a:cubicBezTo>
                  <a:cubicBezTo>
                    <a:pt x="877" y="583"/>
                    <a:pt x="877" y="583"/>
                    <a:pt x="875" y="585"/>
                  </a:cubicBezTo>
                  <a:cubicBezTo>
                    <a:pt x="874" y="586"/>
                    <a:pt x="874" y="587"/>
                    <a:pt x="875" y="589"/>
                  </a:cubicBezTo>
                  <a:cubicBezTo>
                    <a:pt x="875" y="591"/>
                    <a:pt x="878" y="591"/>
                    <a:pt x="878" y="593"/>
                  </a:cubicBezTo>
                  <a:cubicBezTo>
                    <a:pt x="878" y="594"/>
                    <a:pt x="873" y="594"/>
                    <a:pt x="871" y="595"/>
                  </a:cubicBezTo>
                  <a:cubicBezTo>
                    <a:pt x="870" y="595"/>
                    <a:pt x="870" y="597"/>
                    <a:pt x="866" y="599"/>
                  </a:cubicBezTo>
                  <a:cubicBezTo>
                    <a:pt x="863" y="600"/>
                    <a:pt x="862" y="600"/>
                    <a:pt x="859" y="600"/>
                  </a:cubicBezTo>
                  <a:cubicBezTo>
                    <a:pt x="856" y="599"/>
                    <a:pt x="854" y="600"/>
                    <a:pt x="853" y="602"/>
                  </a:cubicBezTo>
                  <a:cubicBezTo>
                    <a:pt x="851" y="604"/>
                    <a:pt x="853" y="606"/>
                    <a:pt x="853" y="607"/>
                  </a:cubicBezTo>
                  <a:cubicBezTo>
                    <a:pt x="854" y="608"/>
                    <a:pt x="857" y="610"/>
                    <a:pt x="860" y="610"/>
                  </a:cubicBezTo>
                  <a:cubicBezTo>
                    <a:pt x="863" y="610"/>
                    <a:pt x="862" y="608"/>
                    <a:pt x="863" y="607"/>
                  </a:cubicBezTo>
                  <a:cubicBezTo>
                    <a:pt x="865" y="606"/>
                    <a:pt x="866" y="608"/>
                    <a:pt x="867" y="610"/>
                  </a:cubicBezTo>
                  <a:cubicBezTo>
                    <a:pt x="868" y="612"/>
                    <a:pt x="870" y="611"/>
                    <a:pt x="871" y="613"/>
                  </a:cubicBezTo>
                  <a:cubicBezTo>
                    <a:pt x="872" y="614"/>
                    <a:pt x="874" y="613"/>
                    <a:pt x="875" y="611"/>
                  </a:cubicBezTo>
                  <a:cubicBezTo>
                    <a:pt x="876" y="610"/>
                    <a:pt x="878" y="611"/>
                    <a:pt x="879" y="612"/>
                  </a:cubicBezTo>
                  <a:cubicBezTo>
                    <a:pt x="880" y="612"/>
                    <a:pt x="882" y="615"/>
                    <a:pt x="884" y="616"/>
                  </a:cubicBezTo>
                  <a:cubicBezTo>
                    <a:pt x="886" y="617"/>
                    <a:pt x="889" y="617"/>
                    <a:pt x="892" y="617"/>
                  </a:cubicBezTo>
                  <a:cubicBezTo>
                    <a:pt x="894" y="617"/>
                    <a:pt x="895" y="620"/>
                    <a:pt x="896" y="621"/>
                  </a:cubicBezTo>
                  <a:cubicBezTo>
                    <a:pt x="897" y="622"/>
                    <a:pt x="901" y="622"/>
                    <a:pt x="903" y="620"/>
                  </a:cubicBezTo>
                  <a:cubicBezTo>
                    <a:pt x="905" y="618"/>
                    <a:pt x="906" y="620"/>
                    <a:pt x="907" y="620"/>
                  </a:cubicBezTo>
                  <a:cubicBezTo>
                    <a:pt x="909" y="621"/>
                    <a:pt x="912" y="623"/>
                    <a:pt x="916" y="624"/>
                  </a:cubicBezTo>
                  <a:cubicBezTo>
                    <a:pt x="920" y="624"/>
                    <a:pt x="922" y="622"/>
                    <a:pt x="924" y="621"/>
                  </a:cubicBezTo>
                  <a:cubicBezTo>
                    <a:pt x="926" y="619"/>
                    <a:pt x="928" y="619"/>
                    <a:pt x="931" y="616"/>
                  </a:cubicBezTo>
                  <a:cubicBezTo>
                    <a:pt x="934" y="612"/>
                    <a:pt x="937" y="613"/>
                    <a:pt x="940" y="613"/>
                  </a:cubicBezTo>
                  <a:cubicBezTo>
                    <a:pt x="943" y="612"/>
                    <a:pt x="942" y="612"/>
                    <a:pt x="941" y="610"/>
                  </a:cubicBezTo>
                  <a:cubicBezTo>
                    <a:pt x="940" y="608"/>
                    <a:pt x="938" y="610"/>
                    <a:pt x="935" y="610"/>
                  </a:cubicBezTo>
                  <a:cubicBezTo>
                    <a:pt x="932" y="611"/>
                    <a:pt x="932" y="610"/>
                    <a:pt x="929" y="607"/>
                  </a:cubicBezTo>
                  <a:cubicBezTo>
                    <a:pt x="926" y="603"/>
                    <a:pt x="928" y="604"/>
                    <a:pt x="927" y="601"/>
                  </a:cubicBezTo>
                  <a:cubicBezTo>
                    <a:pt x="927" y="599"/>
                    <a:pt x="925" y="599"/>
                    <a:pt x="924" y="602"/>
                  </a:cubicBezTo>
                  <a:cubicBezTo>
                    <a:pt x="922" y="604"/>
                    <a:pt x="922" y="601"/>
                    <a:pt x="920" y="599"/>
                  </a:cubicBezTo>
                  <a:cubicBezTo>
                    <a:pt x="919" y="597"/>
                    <a:pt x="920" y="595"/>
                    <a:pt x="919" y="592"/>
                  </a:cubicBezTo>
                  <a:cubicBezTo>
                    <a:pt x="918" y="590"/>
                    <a:pt x="915" y="589"/>
                    <a:pt x="913" y="587"/>
                  </a:cubicBezTo>
                  <a:cubicBezTo>
                    <a:pt x="910" y="585"/>
                    <a:pt x="909" y="585"/>
                    <a:pt x="903" y="583"/>
                  </a:cubicBezTo>
                  <a:cubicBezTo>
                    <a:pt x="897" y="580"/>
                    <a:pt x="898" y="580"/>
                    <a:pt x="896" y="577"/>
                  </a:cubicBezTo>
                  <a:close/>
                  <a:moveTo>
                    <a:pt x="831" y="607"/>
                  </a:moveTo>
                  <a:cubicBezTo>
                    <a:pt x="830" y="609"/>
                    <a:pt x="830" y="610"/>
                    <a:pt x="832" y="612"/>
                  </a:cubicBezTo>
                  <a:cubicBezTo>
                    <a:pt x="833" y="613"/>
                    <a:pt x="833" y="616"/>
                    <a:pt x="835" y="615"/>
                  </a:cubicBezTo>
                  <a:cubicBezTo>
                    <a:pt x="838" y="614"/>
                    <a:pt x="839" y="614"/>
                    <a:pt x="839" y="611"/>
                  </a:cubicBezTo>
                  <a:cubicBezTo>
                    <a:pt x="838" y="608"/>
                    <a:pt x="838" y="608"/>
                    <a:pt x="837" y="606"/>
                  </a:cubicBezTo>
                  <a:cubicBezTo>
                    <a:pt x="836" y="605"/>
                    <a:pt x="833" y="604"/>
                    <a:pt x="831" y="607"/>
                  </a:cubicBezTo>
                  <a:close/>
                  <a:moveTo>
                    <a:pt x="840" y="599"/>
                  </a:moveTo>
                  <a:cubicBezTo>
                    <a:pt x="840" y="600"/>
                    <a:pt x="838" y="601"/>
                    <a:pt x="840" y="603"/>
                  </a:cubicBezTo>
                  <a:cubicBezTo>
                    <a:pt x="842" y="605"/>
                    <a:pt x="842" y="608"/>
                    <a:pt x="843" y="606"/>
                  </a:cubicBezTo>
                  <a:cubicBezTo>
                    <a:pt x="844" y="605"/>
                    <a:pt x="844" y="604"/>
                    <a:pt x="844" y="602"/>
                  </a:cubicBezTo>
                  <a:cubicBezTo>
                    <a:pt x="844" y="601"/>
                    <a:pt x="842" y="597"/>
                    <a:pt x="840" y="599"/>
                  </a:cubicBezTo>
                  <a:close/>
                  <a:moveTo>
                    <a:pt x="806" y="612"/>
                  </a:moveTo>
                  <a:cubicBezTo>
                    <a:pt x="802" y="611"/>
                    <a:pt x="802" y="612"/>
                    <a:pt x="800" y="613"/>
                  </a:cubicBezTo>
                  <a:cubicBezTo>
                    <a:pt x="798" y="614"/>
                    <a:pt x="796" y="614"/>
                    <a:pt x="796" y="615"/>
                  </a:cubicBezTo>
                  <a:cubicBezTo>
                    <a:pt x="796" y="617"/>
                    <a:pt x="798" y="617"/>
                    <a:pt x="800" y="618"/>
                  </a:cubicBezTo>
                  <a:cubicBezTo>
                    <a:pt x="801" y="620"/>
                    <a:pt x="805" y="619"/>
                    <a:pt x="806" y="617"/>
                  </a:cubicBezTo>
                  <a:cubicBezTo>
                    <a:pt x="807" y="616"/>
                    <a:pt x="808" y="616"/>
                    <a:pt x="809" y="614"/>
                  </a:cubicBezTo>
                  <a:cubicBezTo>
                    <a:pt x="810" y="612"/>
                    <a:pt x="808" y="613"/>
                    <a:pt x="806" y="612"/>
                  </a:cubicBezTo>
                  <a:close/>
                  <a:moveTo>
                    <a:pt x="744" y="619"/>
                  </a:moveTo>
                  <a:cubicBezTo>
                    <a:pt x="741" y="619"/>
                    <a:pt x="739" y="621"/>
                    <a:pt x="741" y="621"/>
                  </a:cubicBezTo>
                  <a:cubicBezTo>
                    <a:pt x="743" y="622"/>
                    <a:pt x="745" y="625"/>
                    <a:pt x="746" y="626"/>
                  </a:cubicBezTo>
                  <a:cubicBezTo>
                    <a:pt x="748" y="626"/>
                    <a:pt x="751" y="626"/>
                    <a:pt x="752" y="625"/>
                  </a:cubicBezTo>
                  <a:cubicBezTo>
                    <a:pt x="752" y="624"/>
                    <a:pt x="751" y="624"/>
                    <a:pt x="749" y="622"/>
                  </a:cubicBezTo>
                  <a:cubicBezTo>
                    <a:pt x="748" y="620"/>
                    <a:pt x="747" y="620"/>
                    <a:pt x="744" y="619"/>
                  </a:cubicBezTo>
                  <a:close/>
                  <a:moveTo>
                    <a:pt x="829" y="543"/>
                  </a:moveTo>
                  <a:cubicBezTo>
                    <a:pt x="827" y="542"/>
                    <a:pt x="827" y="547"/>
                    <a:pt x="829" y="548"/>
                  </a:cubicBezTo>
                  <a:cubicBezTo>
                    <a:pt x="830" y="549"/>
                    <a:pt x="834" y="549"/>
                    <a:pt x="836" y="551"/>
                  </a:cubicBezTo>
                  <a:cubicBezTo>
                    <a:pt x="838" y="552"/>
                    <a:pt x="838" y="551"/>
                    <a:pt x="838" y="549"/>
                  </a:cubicBezTo>
                  <a:cubicBezTo>
                    <a:pt x="838" y="548"/>
                    <a:pt x="837" y="546"/>
                    <a:pt x="836" y="545"/>
                  </a:cubicBezTo>
                  <a:cubicBezTo>
                    <a:pt x="834" y="544"/>
                    <a:pt x="833" y="543"/>
                    <a:pt x="829" y="543"/>
                  </a:cubicBezTo>
                  <a:close/>
                  <a:moveTo>
                    <a:pt x="891" y="442"/>
                  </a:moveTo>
                  <a:cubicBezTo>
                    <a:pt x="893" y="442"/>
                    <a:pt x="895" y="440"/>
                    <a:pt x="898" y="440"/>
                  </a:cubicBezTo>
                  <a:cubicBezTo>
                    <a:pt x="900" y="440"/>
                    <a:pt x="901" y="438"/>
                    <a:pt x="901" y="436"/>
                  </a:cubicBezTo>
                  <a:cubicBezTo>
                    <a:pt x="902" y="434"/>
                    <a:pt x="901" y="435"/>
                    <a:pt x="898" y="435"/>
                  </a:cubicBezTo>
                  <a:cubicBezTo>
                    <a:pt x="894" y="435"/>
                    <a:pt x="894" y="433"/>
                    <a:pt x="893" y="431"/>
                  </a:cubicBezTo>
                  <a:cubicBezTo>
                    <a:pt x="892" y="429"/>
                    <a:pt x="897" y="431"/>
                    <a:pt x="900" y="430"/>
                  </a:cubicBezTo>
                  <a:cubicBezTo>
                    <a:pt x="903" y="429"/>
                    <a:pt x="905" y="427"/>
                    <a:pt x="906" y="423"/>
                  </a:cubicBezTo>
                  <a:cubicBezTo>
                    <a:pt x="907" y="420"/>
                    <a:pt x="902" y="421"/>
                    <a:pt x="897" y="419"/>
                  </a:cubicBezTo>
                  <a:cubicBezTo>
                    <a:pt x="893" y="417"/>
                    <a:pt x="891" y="419"/>
                    <a:pt x="888" y="420"/>
                  </a:cubicBezTo>
                  <a:cubicBezTo>
                    <a:pt x="885" y="420"/>
                    <a:pt x="883" y="422"/>
                    <a:pt x="879" y="424"/>
                  </a:cubicBezTo>
                  <a:cubicBezTo>
                    <a:pt x="875" y="425"/>
                    <a:pt x="874" y="424"/>
                    <a:pt x="867" y="425"/>
                  </a:cubicBezTo>
                  <a:cubicBezTo>
                    <a:pt x="861" y="426"/>
                    <a:pt x="863" y="426"/>
                    <a:pt x="858" y="424"/>
                  </a:cubicBezTo>
                  <a:cubicBezTo>
                    <a:pt x="854" y="422"/>
                    <a:pt x="852" y="420"/>
                    <a:pt x="848" y="421"/>
                  </a:cubicBezTo>
                  <a:cubicBezTo>
                    <a:pt x="844" y="422"/>
                    <a:pt x="845" y="425"/>
                    <a:pt x="841" y="424"/>
                  </a:cubicBezTo>
                  <a:cubicBezTo>
                    <a:pt x="837" y="424"/>
                    <a:pt x="837" y="423"/>
                    <a:pt x="833" y="420"/>
                  </a:cubicBezTo>
                  <a:cubicBezTo>
                    <a:pt x="828" y="418"/>
                    <a:pt x="827" y="420"/>
                    <a:pt x="824" y="420"/>
                  </a:cubicBezTo>
                  <a:cubicBezTo>
                    <a:pt x="820" y="420"/>
                    <a:pt x="823" y="424"/>
                    <a:pt x="824" y="427"/>
                  </a:cubicBezTo>
                  <a:cubicBezTo>
                    <a:pt x="826" y="429"/>
                    <a:pt x="830" y="428"/>
                    <a:pt x="832" y="429"/>
                  </a:cubicBezTo>
                  <a:cubicBezTo>
                    <a:pt x="834" y="429"/>
                    <a:pt x="835" y="432"/>
                    <a:pt x="836" y="436"/>
                  </a:cubicBezTo>
                  <a:cubicBezTo>
                    <a:pt x="836" y="439"/>
                    <a:pt x="840" y="441"/>
                    <a:pt x="842" y="442"/>
                  </a:cubicBezTo>
                  <a:cubicBezTo>
                    <a:pt x="845" y="444"/>
                    <a:pt x="847" y="444"/>
                    <a:pt x="847" y="446"/>
                  </a:cubicBezTo>
                  <a:cubicBezTo>
                    <a:pt x="848" y="447"/>
                    <a:pt x="845" y="447"/>
                    <a:pt x="840" y="445"/>
                  </a:cubicBezTo>
                  <a:cubicBezTo>
                    <a:pt x="835" y="444"/>
                    <a:pt x="835" y="446"/>
                    <a:pt x="833" y="447"/>
                  </a:cubicBezTo>
                  <a:cubicBezTo>
                    <a:pt x="831" y="449"/>
                    <a:pt x="833" y="450"/>
                    <a:pt x="836" y="450"/>
                  </a:cubicBezTo>
                  <a:cubicBezTo>
                    <a:pt x="839" y="451"/>
                    <a:pt x="840" y="452"/>
                    <a:pt x="842" y="454"/>
                  </a:cubicBezTo>
                  <a:cubicBezTo>
                    <a:pt x="845" y="457"/>
                    <a:pt x="841" y="457"/>
                    <a:pt x="838" y="457"/>
                  </a:cubicBezTo>
                  <a:cubicBezTo>
                    <a:pt x="834" y="458"/>
                    <a:pt x="837" y="461"/>
                    <a:pt x="835" y="463"/>
                  </a:cubicBezTo>
                  <a:cubicBezTo>
                    <a:pt x="833" y="464"/>
                    <a:pt x="832" y="463"/>
                    <a:pt x="828" y="465"/>
                  </a:cubicBezTo>
                  <a:cubicBezTo>
                    <a:pt x="825" y="467"/>
                    <a:pt x="824" y="467"/>
                    <a:pt x="819" y="463"/>
                  </a:cubicBezTo>
                  <a:cubicBezTo>
                    <a:pt x="815" y="460"/>
                    <a:pt x="814" y="460"/>
                    <a:pt x="810" y="456"/>
                  </a:cubicBezTo>
                  <a:cubicBezTo>
                    <a:pt x="807" y="452"/>
                    <a:pt x="806" y="451"/>
                    <a:pt x="802" y="450"/>
                  </a:cubicBezTo>
                  <a:cubicBezTo>
                    <a:pt x="798" y="450"/>
                    <a:pt x="794" y="451"/>
                    <a:pt x="792" y="454"/>
                  </a:cubicBezTo>
                  <a:cubicBezTo>
                    <a:pt x="790" y="457"/>
                    <a:pt x="789" y="459"/>
                    <a:pt x="788" y="463"/>
                  </a:cubicBezTo>
                  <a:cubicBezTo>
                    <a:pt x="786" y="467"/>
                    <a:pt x="788" y="466"/>
                    <a:pt x="791" y="468"/>
                  </a:cubicBezTo>
                  <a:cubicBezTo>
                    <a:pt x="793" y="470"/>
                    <a:pt x="794" y="470"/>
                    <a:pt x="797" y="471"/>
                  </a:cubicBezTo>
                  <a:cubicBezTo>
                    <a:pt x="800" y="472"/>
                    <a:pt x="802" y="473"/>
                    <a:pt x="803" y="475"/>
                  </a:cubicBezTo>
                  <a:cubicBezTo>
                    <a:pt x="804" y="476"/>
                    <a:pt x="804" y="479"/>
                    <a:pt x="807" y="480"/>
                  </a:cubicBezTo>
                  <a:cubicBezTo>
                    <a:pt x="809" y="482"/>
                    <a:pt x="811" y="482"/>
                    <a:pt x="813" y="482"/>
                  </a:cubicBezTo>
                  <a:cubicBezTo>
                    <a:pt x="815" y="483"/>
                    <a:pt x="816" y="481"/>
                    <a:pt x="818" y="480"/>
                  </a:cubicBezTo>
                  <a:cubicBezTo>
                    <a:pt x="820" y="480"/>
                    <a:pt x="821" y="483"/>
                    <a:pt x="822" y="485"/>
                  </a:cubicBezTo>
                  <a:cubicBezTo>
                    <a:pt x="823" y="486"/>
                    <a:pt x="826" y="486"/>
                    <a:pt x="828" y="486"/>
                  </a:cubicBezTo>
                  <a:cubicBezTo>
                    <a:pt x="830" y="486"/>
                    <a:pt x="833" y="489"/>
                    <a:pt x="835" y="491"/>
                  </a:cubicBezTo>
                  <a:cubicBezTo>
                    <a:pt x="837" y="493"/>
                    <a:pt x="839" y="495"/>
                    <a:pt x="842" y="497"/>
                  </a:cubicBezTo>
                  <a:cubicBezTo>
                    <a:pt x="845" y="499"/>
                    <a:pt x="846" y="501"/>
                    <a:pt x="848" y="502"/>
                  </a:cubicBezTo>
                  <a:cubicBezTo>
                    <a:pt x="850" y="503"/>
                    <a:pt x="855" y="508"/>
                    <a:pt x="856" y="510"/>
                  </a:cubicBezTo>
                  <a:cubicBezTo>
                    <a:pt x="858" y="513"/>
                    <a:pt x="857" y="516"/>
                    <a:pt x="859" y="517"/>
                  </a:cubicBezTo>
                  <a:cubicBezTo>
                    <a:pt x="861" y="517"/>
                    <a:pt x="863" y="516"/>
                    <a:pt x="864" y="516"/>
                  </a:cubicBezTo>
                  <a:cubicBezTo>
                    <a:pt x="866" y="515"/>
                    <a:pt x="867" y="520"/>
                    <a:pt x="870" y="518"/>
                  </a:cubicBezTo>
                  <a:cubicBezTo>
                    <a:pt x="872" y="517"/>
                    <a:pt x="874" y="516"/>
                    <a:pt x="876" y="515"/>
                  </a:cubicBezTo>
                  <a:cubicBezTo>
                    <a:pt x="878" y="513"/>
                    <a:pt x="882" y="512"/>
                    <a:pt x="880" y="510"/>
                  </a:cubicBezTo>
                  <a:cubicBezTo>
                    <a:pt x="878" y="508"/>
                    <a:pt x="877" y="505"/>
                    <a:pt x="877" y="502"/>
                  </a:cubicBezTo>
                  <a:cubicBezTo>
                    <a:pt x="877" y="498"/>
                    <a:pt x="878" y="497"/>
                    <a:pt x="879" y="497"/>
                  </a:cubicBezTo>
                  <a:cubicBezTo>
                    <a:pt x="880" y="496"/>
                    <a:pt x="881" y="498"/>
                    <a:pt x="880" y="500"/>
                  </a:cubicBezTo>
                  <a:cubicBezTo>
                    <a:pt x="879" y="502"/>
                    <a:pt x="881" y="505"/>
                    <a:pt x="883" y="506"/>
                  </a:cubicBezTo>
                  <a:cubicBezTo>
                    <a:pt x="885" y="506"/>
                    <a:pt x="890" y="507"/>
                    <a:pt x="893" y="505"/>
                  </a:cubicBezTo>
                  <a:cubicBezTo>
                    <a:pt x="895" y="502"/>
                    <a:pt x="899" y="504"/>
                    <a:pt x="901" y="502"/>
                  </a:cubicBezTo>
                  <a:cubicBezTo>
                    <a:pt x="903" y="500"/>
                    <a:pt x="907" y="498"/>
                    <a:pt x="909" y="498"/>
                  </a:cubicBezTo>
                  <a:cubicBezTo>
                    <a:pt x="911" y="498"/>
                    <a:pt x="917" y="497"/>
                    <a:pt x="916" y="495"/>
                  </a:cubicBezTo>
                  <a:cubicBezTo>
                    <a:pt x="916" y="493"/>
                    <a:pt x="913" y="493"/>
                    <a:pt x="912" y="491"/>
                  </a:cubicBezTo>
                  <a:cubicBezTo>
                    <a:pt x="911" y="488"/>
                    <a:pt x="914" y="489"/>
                    <a:pt x="915" y="488"/>
                  </a:cubicBezTo>
                  <a:cubicBezTo>
                    <a:pt x="916" y="486"/>
                    <a:pt x="915" y="484"/>
                    <a:pt x="914" y="482"/>
                  </a:cubicBezTo>
                  <a:cubicBezTo>
                    <a:pt x="913" y="481"/>
                    <a:pt x="912" y="481"/>
                    <a:pt x="910" y="481"/>
                  </a:cubicBezTo>
                  <a:cubicBezTo>
                    <a:pt x="908" y="481"/>
                    <a:pt x="910" y="479"/>
                    <a:pt x="912" y="478"/>
                  </a:cubicBezTo>
                  <a:cubicBezTo>
                    <a:pt x="914" y="476"/>
                    <a:pt x="917" y="477"/>
                    <a:pt x="919" y="477"/>
                  </a:cubicBezTo>
                  <a:cubicBezTo>
                    <a:pt x="921" y="476"/>
                    <a:pt x="919" y="474"/>
                    <a:pt x="918" y="471"/>
                  </a:cubicBezTo>
                  <a:cubicBezTo>
                    <a:pt x="917" y="469"/>
                    <a:pt x="917" y="469"/>
                    <a:pt x="916" y="466"/>
                  </a:cubicBezTo>
                  <a:cubicBezTo>
                    <a:pt x="916" y="463"/>
                    <a:pt x="916" y="463"/>
                    <a:pt x="914" y="464"/>
                  </a:cubicBezTo>
                  <a:cubicBezTo>
                    <a:pt x="912" y="465"/>
                    <a:pt x="910" y="465"/>
                    <a:pt x="908" y="467"/>
                  </a:cubicBezTo>
                  <a:cubicBezTo>
                    <a:pt x="906" y="468"/>
                    <a:pt x="905" y="467"/>
                    <a:pt x="903" y="467"/>
                  </a:cubicBezTo>
                  <a:cubicBezTo>
                    <a:pt x="901" y="467"/>
                    <a:pt x="902" y="463"/>
                    <a:pt x="902" y="461"/>
                  </a:cubicBezTo>
                  <a:cubicBezTo>
                    <a:pt x="902" y="458"/>
                    <a:pt x="901" y="457"/>
                    <a:pt x="899" y="455"/>
                  </a:cubicBezTo>
                  <a:cubicBezTo>
                    <a:pt x="897" y="453"/>
                    <a:pt x="897" y="455"/>
                    <a:pt x="893" y="454"/>
                  </a:cubicBezTo>
                  <a:cubicBezTo>
                    <a:pt x="890" y="454"/>
                    <a:pt x="891" y="453"/>
                    <a:pt x="887" y="452"/>
                  </a:cubicBezTo>
                  <a:cubicBezTo>
                    <a:pt x="883" y="452"/>
                    <a:pt x="883" y="453"/>
                    <a:pt x="881" y="455"/>
                  </a:cubicBezTo>
                  <a:cubicBezTo>
                    <a:pt x="880" y="457"/>
                    <a:pt x="879" y="457"/>
                    <a:pt x="877" y="459"/>
                  </a:cubicBezTo>
                  <a:cubicBezTo>
                    <a:pt x="876" y="461"/>
                    <a:pt x="876" y="459"/>
                    <a:pt x="874" y="457"/>
                  </a:cubicBezTo>
                  <a:cubicBezTo>
                    <a:pt x="873" y="456"/>
                    <a:pt x="874" y="454"/>
                    <a:pt x="877" y="452"/>
                  </a:cubicBezTo>
                  <a:cubicBezTo>
                    <a:pt x="879" y="449"/>
                    <a:pt x="880" y="448"/>
                    <a:pt x="884" y="446"/>
                  </a:cubicBezTo>
                  <a:cubicBezTo>
                    <a:pt x="887" y="443"/>
                    <a:pt x="889" y="443"/>
                    <a:pt x="891" y="442"/>
                  </a:cubicBezTo>
                  <a:close/>
                  <a:moveTo>
                    <a:pt x="816" y="433"/>
                  </a:moveTo>
                  <a:cubicBezTo>
                    <a:pt x="821" y="431"/>
                    <a:pt x="822" y="430"/>
                    <a:pt x="825" y="432"/>
                  </a:cubicBezTo>
                  <a:cubicBezTo>
                    <a:pt x="828" y="434"/>
                    <a:pt x="829" y="434"/>
                    <a:pt x="831" y="436"/>
                  </a:cubicBezTo>
                  <a:cubicBezTo>
                    <a:pt x="832" y="437"/>
                    <a:pt x="834" y="439"/>
                    <a:pt x="833" y="440"/>
                  </a:cubicBezTo>
                  <a:cubicBezTo>
                    <a:pt x="832" y="441"/>
                    <a:pt x="830" y="441"/>
                    <a:pt x="827" y="442"/>
                  </a:cubicBezTo>
                  <a:cubicBezTo>
                    <a:pt x="824" y="443"/>
                    <a:pt x="819" y="440"/>
                    <a:pt x="817" y="439"/>
                  </a:cubicBezTo>
                  <a:cubicBezTo>
                    <a:pt x="816" y="438"/>
                    <a:pt x="812" y="438"/>
                    <a:pt x="811" y="436"/>
                  </a:cubicBezTo>
                  <a:cubicBezTo>
                    <a:pt x="811" y="435"/>
                    <a:pt x="814" y="433"/>
                    <a:pt x="816" y="433"/>
                  </a:cubicBezTo>
                  <a:close/>
                  <a:moveTo>
                    <a:pt x="873" y="414"/>
                  </a:moveTo>
                  <a:cubicBezTo>
                    <a:pt x="878" y="413"/>
                    <a:pt x="880" y="412"/>
                    <a:pt x="883" y="411"/>
                  </a:cubicBezTo>
                  <a:cubicBezTo>
                    <a:pt x="887" y="411"/>
                    <a:pt x="893" y="408"/>
                    <a:pt x="892" y="410"/>
                  </a:cubicBezTo>
                  <a:cubicBezTo>
                    <a:pt x="892" y="412"/>
                    <a:pt x="891" y="415"/>
                    <a:pt x="886" y="416"/>
                  </a:cubicBezTo>
                  <a:cubicBezTo>
                    <a:pt x="881" y="417"/>
                    <a:pt x="879" y="419"/>
                    <a:pt x="875" y="420"/>
                  </a:cubicBezTo>
                  <a:cubicBezTo>
                    <a:pt x="870" y="421"/>
                    <a:pt x="864" y="420"/>
                    <a:pt x="861" y="419"/>
                  </a:cubicBezTo>
                  <a:cubicBezTo>
                    <a:pt x="859" y="418"/>
                    <a:pt x="856" y="417"/>
                    <a:pt x="859" y="416"/>
                  </a:cubicBezTo>
                  <a:cubicBezTo>
                    <a:pt x="861" y="416"/>
                    <a:pt x="868" y="414"/>
                    <a:pt x="873" y="414"/>
                  </a:cubicBezTo>
                  <a:close/>
                  <a:moveTo>
                    <a:pt x="907" y="448"/>
                  </a:moveTo>
                  <a:cubicBezTo>
                    <a:pt x="904" y="449"/>
                    <a:pt x="901" y="448"/>
                    <a:pt x="903" y="451"/>
                  </a:cubicBezTo>
                  <a:cubicBezTo>
                    <a:pt x="904" y="454"/>
                    <a:pt x="904" y="458"/>
                    <a:pt x="907" y="457"/>
                  </a:cubicBezTo>
                  <a:cubicBezTo>
                    <a:pt x="911" y="457"/>
                    <a:pt x="914" y="456"/>
                    <a:pt x="914" y="454"/>
                  </a:cubicBezTo>
                  <a:cubicBezTo>
                    <a:pt x="914" y="452"/>
                    <a:pt x="913" y="450"/>
                    <a:pt x="912" y="449"/>
                  </a:cubicBezTo>
                  <a:cubicBezTo>
                    <a:pt x="910" y="448"/>
                    <a:pt x="909" y="447"/>
                    <a:pt x="907" y="448"/>
                  </a:cubicBezTo>
                  <a:close/>
                  <a:moveTo>
                    <a:pt x="718" y="424"/>
                  </a:moveTo>
                  <a:cubicBezTo>
                    <a:pt x="725" y="425"/>
                    <a:pt x="725" y="425"/>
                    <a:pt x="730" y="424"/>
                  </a:cubicBezTo>
                  <a:cubicBezTo>
                    <a:pt x="734" y="423"/>
                    <a:pt x="736" y="422"/>
                    <a:pt x="739" y="425"/>
                  </a:cubicBezTo>
                  <a:cubicBezTo>
                    <a:pt x="742" y="427"/>
                    <a:pt x="744" y="427"/>
                    <a:pt x="746" y="429"/>
                  </a:cubicBezTo>
                  <a:cubicBezTo>
                    <a:pt x="749" y="430"/>
                    <a:pt x="750" y="430"/>
                    <a:pt x="749" y="435"/>
                  </a:cubicBezTo>
                  <a:cubicBezTo>
                    <a:pt x="748" y="439"/>
                    <a:pt x="746" y="438"/>
                    <a:pt x="746" y="441"/>
                  </a:cubicBezTo>
                  <a:cubicBezTo>
                    <a:pt x="746" y="445"/>
                    <a:pt x="744" y="445"/>
                    <a:pt x="742" y="449"/>
                  </a:cubicBezTo>
                  <a:cubicBezTo>
                    <a:pt x="739" y="452"/>
                    <a:pt x="738" y="454"/>
                    <a:pt x="735" y="454"/>
                  </a:cubicBezTo>
                  <a:cubicBezTo>
                    <a:pt x="732" y="454"/>
                    <a:pt x="730" y="455"/>
                    <a:pt x="728" y="453"/>
                  </a:cubicBezTo>
                  <a:cubicBezTo>
                    <a:pt x="726" y="452"/>
                    <a:pt x="726" y="449"/>
                    <a:pt x="722" y="447"/>
                  </a:cubicBezTo>
                  <a:cubicBezTo>
                    <a:pt x="718" y="445"/>
                    <a:pt x="718" y="443"/>
                    <a:pt x="715" y="441"/>
                  </a:cubicBezTo>
                  <a:cubicBezTo>
                    <a:pt x="712" y="439"/>
                    <a:pt x="709" y="436"/>
                    <a:pt x="705" y="436"/>
                  </a:cubicBezTo>
                  <a:cubicBezTo>
                    <a:pt x="702" y="436"/>
                    <a:pt x="700" y="438"/>
                    <a:pt x="699" y="435"/>
                  </a:cubicBezTo>
                  <a:cubicBezTo>
                    <a:pt x="698" y="432"/>
                    <a:pt x="700" y="431"/>
                    <a:pt x="703" y="430"/>
                  </a:cubicBezTo>
                  <a:cubicBezTo>
                    <a:pt x="706" y="428"/>
                    <a:pt x="708" y="427"/>
                    <a:pt x="710" y="426"/>
                  </a:cubicBezTo>
                  <a:cubicBezTo>
                    <a:pt x="713" y="426"/>
                    <a:pt x="713" y="424"/>
                    <a:pt x="718" y="424"/>
                  </a:cubicBezTo>
                  <a:close/>
                  <a:moveTo>
                    <a:pt x="680" y="428"/>
                  </a:moveTo>
                  <a:cubicBezTo>
                    <a:pt x="683" y="428"/>
                    <a:pt x="685" y="428"/>
                    <a:pt x="685" y="430"/>
                  </a:cubicBezTo>
                  <a:cubicBezTo>
                    <a:pt x="686" y="431"/>
                    <a:pt x="686" y="433"/>
                    <a:pt x="685" y="432"/>
                  </a:cubicBezTo>
                  <a:cubicBezTo>
                    <a:pt x="683" y="432"/>
                    <a:pt x="681" y="432"/>
                    <a:pt x="679" y="432"/>
                  </a:cubicBezTo>
                  <a:cubicBezTo>
                    <a:pt x="678" y="431"/>
                    <a:pt x="676" y="433"/>
                    <a:pt x="676" y="431"/>
                  </a:cubicBezTo>
                  <a:cubicBezTo>
                    <a:pt x="676" y="430"/>
                    <a:pt x="679" y="428"/>
                    <a:pt x="680" y="428"/>
                  </a:cubicBezTo>
                  <a:close/>
                  <a:moveTo>
                    <a:pt x="739" y="481"/>
                  </a:moveTo>
                  <a:cubicBezTo>
                    <a:pt x="738" y="475"/>
                    <a:pt x="737" y="476"/>
                    <a:pt x="736" y="474"/>
                  </a:cubicBezTo>
                  <a:cubicBezTo>
                    <a:pt x="734" y="472"/>
                    <a:pt x="734" y="471"/>
                    <a:pt x="732" y="468"/>
                  </a:cubicBezTo>
                  <a:cubicBezTo>
                    <a:pt x="730" y="464"/>
                    <a:pt x="728" y="460"/>
                    <a:pt x="726" y="457"/>
                  </a:cubicBezTo>
                  <a:cubicBezTo>
                    <a:pt x="724" y="454"/>
                    <a:pt x="723" y="454"/>
                    <a:pt x="721" y="453"/>
                  </a:cubicBezTo>
                  <a:cubicBezTo>
                    <a:pt x="718" y="452"/>
                    <a:pt x="717" y="453"/>
                    <a:pt x="713" y="451"/>
                  </a:cubicBezTo>
                  <a:cubicBezTo>
                    <a:pt x="709" y="448"/>
                    <a:pt x="710" y="445"/>
                    <a:pt x="707" y="444"/>
                  </a:cubicBezTo>
                  <a:cubicBezTo>
                    <a:pt x="705" y="442"/>
                    <a:pt x="702" y="443"/>
                    <a:pt x="700" y="444"/>
                  </a:cubicBezTo>
                  <a:cubicBezTo>
                    <a:pt x="699" y="446"/>
                    <a:pt x="698" y="446"/>
                    <a:pt x="693" y="446"/>
                  </a:cubicBezTo>
                  <a:cubicBezTo>
                    <a:pt x="689" y="445"/>
                    <a:pt x="690" y="444"/>
                    <a:pt x="686" y="443"/>
                  </a:cubicBezTo>
                  <a:cubicBezTo>
                    <a:pt x="683" y="442"/>
                    <a:pt x="681" y="441"/>
                    <a:pt x="680" y="443"/>
                  </a:cubicBezTo>
                  <a:cubicBezTo>
                    <a:pt x="678" y="444"/>
                    <a:pt x="681" y="446"/>
                    <a:pt x="681" y="447"/>
                  </a:cubicBezTo>
                  <a:cubicBezTo>
                    <a:pt x="680" y="448"/>
                    <a:pt x="677" y="447"/>
                    <a:pt x="675" y="447"/>
                  </a:cubicBezTo>
                  <a:cubicBezTo>
                    <a:pt x="673" y="448"/>
                    <a:pt x="672" y="450"/>
                    <a:pt x="674" y="454"/>
                  </a:cubicBezTo>
                  <a:cubicBezTo>
                    <a:pt x="676" y="459"/>
                    <a:pt x="678" y="461"/>
                    <a:pt x="679" y="463"/>
                  </a:cubicBezTo>
                  <a:cubicBezTo>
                    <a:pt x="680" y="465"/>
                    <a:pt x="680" y="466"/>
                    <a:pt x="680" y="467"/>
                  </a:cubicBezTo>
                  <a:cubicBezTo>
                    <a:pt x="680" y="468"/>
                    <a:pt x="680" y="469"/>
                    <a:pt x="680" y="472"/>
                  </a:cubicBezTo>
                  <a:cubicBezTo>
                    <a:pt x="680" y="474"/>
                    <a:pt x="682" y="475"/>
                    <a:pt x="683" y="475"/>
                  </a:cubicBezTo>
                  <a:cubicBezTo>
                    <a:pt x="684" y="476"/>
                    <a:pt x="686" y="481"/>
                    <a:pt x="684" y="482"/>
                  </a:cubicBezTo>
                  <a:cubicBezTo>
                    <a:pt x="683" y="483"/>
                    <a:pt x="683" y="483"/>
                    <a:pt x="683" y="486"/>
                  </a:cubicBezTo>
                  <a:cubicBezTo>
                    <a:pt x="683" y="488"/>
                    <a:pt x="686" y="490"/>
                    <a:pt x="688" y="491"/>
                  </a:cubicBezTo>
                  <a:cubicBezTo>
                    <a:pt x="689" y="492"/>
                    <a:pt x="691" y="493"/>
                    <a:pt x="693" y="494"/>
                  </a:cubicBezTo>
                  <a:cubicBezTo>
                    <a:pt x="695" y="496"/>
                    <a:pt x="693" y="497"/>
                    <a:pt x="693" y="498"/>
                  </a:cubicBezTo>
                  <a:cubicBezTo>
                    <a:pt x="694" y="500"/>
                    <a:pt x="694" y="502"/>
                    <a:pt x="692" y="502"/>
                  </a:cubicBezTo>
                  <a:cubicBezTo>
                    <a:pt x="689" y="503"/>
                    <a:pt x="685" y="502"/>
                    <a:pt x="685" y="505"/>
                  </a:cubicBezTo>
                  <a:cubicBezTo>
                    <a:pt x="685" y="507"/>
                    <a:pt x="684" y="508"/>
                    <a:pt x="682" y="508"/>
                  </a:cubicBezTo>
                  <a:cubicBezTo>
                    <a:pt x="680" y="509"/>
                    <a:pt x="678" y="506"/>
                    <a:pt x="675" y="503"/>
                  </a:cubicBezTo>
                  <a:cubicBezTo>
                    <a:pt x="672" y="500"/>
                    <a:pt x="674" y="500"/>
                    <a:pt x="673" y="496"/>
                  </a:cubicBezTo>
                  <a:cubicBezTo>
                    <a:pt x="672" y="493"/>
                    <a:pt x="671" y="494"/>
                    <a:pt x="671" y="492"/>
                  </a:cubicBezTo>
                  <a:cubicBezTo>
                    <a:pt x="671" y="489"/>
                    <a:pt x="671" y="489"/>
                    <a:pt x="670" y="486"/>
                  </a:cubicBezTo>
                  <a:cubicBezTo>
                    <a:pt x="669" y="484"/>
                    <a:pt x="668" y="485"/>
                    <a:pt x="666" y="483"/>
                  </a:cubicBezTo>
                  <a:cubicBezTo>
                    <a:pt x="665" y="480"/>
                    <a:pt x="665" y="480"/>
                    <a:pt x="665" y="478"/>
                  </a:cubicBezTo>
                  <a:cubicBezTo>
                    <a:pt x="665" y="475"/>
                    <a:pt x="666" y="474"/>
                    <a:pt x="664" y="472"/>
                  </a:cubicBezTo>
                  <a:cubicBezTo>
                    <a:pt x="663" y="470"/>
                    <a:pt x="661" y="472"/>
                    <a:pt x="658" y="470"/>
                  </a:cubicBezTo>
                  <a:cubicBezTo>
                    <a:pt x="655" y="469"/>
                    <a:pt x="658" y="469"/>
                    <a:pt x="657" y="467"/>
                  </a:cubicBezTo>
                  <a:cubicBezTo>
                    <a:pt x="657" y="465"/>
                    <a:pt x="656" y="465"/>
                    <a:pt x="655" y="463"/>
                  </a:cubicBezTo>
                  <a:cubicBezTo>
                    <a:pt x="654" y="462"/>
                    <a:pt x="654" y="463"/>
                    <a:pt x="652" y="463"/>
                  </a:cubicBezTo>
                  <a:cubicBezTo>
                    <a:pt x="650" y="463"/>
                    <a:pt x="649" y="462"/>
                    <a:pt x="646" y="461"/>
                  </a:cubicBezTo>
                  <a:cubicBezTo>
                    <a:pt x="643" y="460"/>
                    <a:pt x="643" y="460"/>
                    <a:pt x="643" y="457"/>
                  </a:cubicBezTo>
                  <a:cubicBezTo>
                    <a:pt x="642" y="455"/>
                    <a:pt x="642" y="456"/>
                    <a:pt x="640" y="456"/>
                  </a:cubicBezTo>
                  <a:cubicBezTo>
                    <a:pt x="637" y="456"/>
                    <a:pt x="634" y="456"/>
                    <a:pt x="630" y="455"/>
                  </a:cubicBezTo>
                  <a:cubicBezTo>
                    <a:pt x="626" y="454"/>
                    <a:pt x="626" y="455"/>
                    <a:pt x="623" y="455"/>
                  </a:cubicBezTo>
                  <a:cubicBezTo>
                    <a:pt x="621" y="456"/>
                    <a:pt x="624" y="458"/>
                    <a:pt x="626" y="460"/>
                  </a:cubicBezTo>
                  <a:cubicBezTo>
                    <a:pt x="628" y="461"/>
                    <a:pt x="628" y="460"/>
                    <a:pt x="630" y="460"/>
                  </a:cubicBezTo>
                  <a:cubicBezTo>
                    <a:pt x="632" y="460"/>
                    <a:pt x="632" y="461"/>
                    <a:pt x="632" y="462"/>
                  </a:cubicBezTo>
                  <a:cubicBezTo>
                    <a:pt x="632" y="463"/>
                    <a:pt x="635" y="463"/>
                    <a:pt x="637" y="463"/>
                  </a:cubicBezTo>
                  <a:cubicBezTo>
                    <a:pt x="639" y="463"/>
                    <a:pt x="642" y="464"/>
                    <a:pt x="642" y="465"/>
                  </a:cubicBezTo>
                  <a:cubicBezTo>
                    <a:pt x="643" y="466"/>
                    <a:pt x="641" y="468"/>
                    <a:pt x="640" y="467"/>
                  </a:cubicBezTo>
                  <a:cubicBezTo>
                    <a:pt x="638" y="467"/>
                    <a:pt x="638" y="468"/>
                    <a:pt x="637" y="468"/>
                  </a:cubicBezTo>
                  <a:cubicBezTo>
                    <a:pt x="636" y="469"/>
                    <a:pt x="639" y="471"/>
                    <a:pt x="640" y="472"/>
                  </a:cubicBezTo>
                  <a:cubicBezTo>
                    <a:pt x="641" y="474"/>
                    <a:pt x="640" y="474"/>
                    <a:pt x="639" y="476"/>
                  </a:cubicBezTo>
                  <a:cubicBezTo>
                    <a:pt x="638" y="478"/>
                    <a:pt x="635" y="476"/>
                    <a:pt x="633" y="475"/>
                  </a:cubicBezTo>
                  <a:cubicBezTo>
                    <a:pt x="632" y="474"/>
                    <a:pt x="630" y="473"/>
                    <a:pt x="623" y="471"/>
                  </a:cubicBezTo>
                  <a:cubicBezTo>
                    <a:pt x="617" y="470"/>
                    <a:pt x="621" y="473"/>
                    <a:pt x="618" y="475"/>
                  </a:cubicBezTo>
                  <a:cubicBezTo>
                    <a:pt x="616" y="476"/>
                    <a:pt x="616" y="477"/>
                    <a:pt x="616" y="479"/>
                  </a:cubicBezTo>
                  <a:cubicBezTo>
                    <a:pt x="616" y="481"/>
                    <a:pt x="615" y="482"/>
                    <a:pt x="613" y="482"/>
                  </a:cubicBezTo>
                  <a:cubicBezTo>
                    <a:pt x="611" y="481"/>
                    <a:pt x="610" y="479"/>
                    <a:pt x="607" y="478"/>
                  </a:cubicBezTo>
                  <a:cubicBezTo>
                    <a:pt x="604" y="477"/>
                    <a:pt x="606" y="480"/>
                    <a:pt x="605" y="483"/>
                  </a:cubicBezTo>
                  <a:cubicBezTo>
                    <a:pt x="605" y="486"/>
                    <a:pt x="603" y="486"/>
                    <a:pt x="601" y="486"/>
                  </a:cubicBezTo>
                  <a:cubicBezTo>
                    <a:pt x="599" y="485"/>
                    <a:pt x="601" y="482"/>
                    <a:pt x="599" y="480"/>
                  </a:cubicBezTo>
                  <a:cubicBezTo>
                    <a:pt x="598" y="478"/>
                    <a:pt x="598" y="478"/>
                    <a:pt x="598" y="476"/>
                  </a:cubicBezTo>
                  <a:cubicBezTo>
                    <a:pt x="599" y="474"/>
                    <a:pt x="602" y="474"/>
                    <a:pt x="604" y="473"/>
                  </a:cubicBezTo>
                  <a:cubicBezTo>
                    <a:pt x="606" y="472"/>
                    <a:pt x="608" y="472"/>
                    <a:pt x="609" y="470"/>
                  </a:cubicBezTo>
                  <a:cubicBezTo>
                    <a:pt x="610" y="469"/>
                    <a:pt x="609" y="470"/>
                    <a:pt x="605" y="468"/>
                  </a:cubicBezTo>
                  <a:cubicBezTo>
                    <a:pt x="602" y="466"/>
                    <a:pt x="599" y="467"/>
                    <a:pt x="595" y="464"/>
                  </a:cubicBezTo>
                  <a:cubicBezTo>
                    <a:pt x="590" y="461"/>
                    <a:pt x="588" y="462"/>
                    <a:pt x="586" y="459"/>
                  </a:cubicBezTo>
                  <a:cubicBezTo>
                    <a:pt x="584" y="456"/>
                    <a:pt x="580" y="455"/>
                    <a:pt x="575" y="454"/>
                  </a:cubicBezTo>
                  <a:cubicBezTo>
                    <a:pt x="570" y="454"/>
                    <a:pt x="572" y="457"/>
                    <a:pt x="569" y="457"/>
                  </a:cubicBezTo>
                  <a:cubicBezTo>
                    <a:pt x="566" y="458"/>
                    <a:pt x="566" y="459"/>
                    <a:pt x="564" y="462"/>
                  </a:cubicBezTo>
                  <a:cubicBezTo>
                    <a:pt x="562" y="465"/>
                    <a:pt x="568" y="463"/>
                    <a:pt x="569" y="464"/>
                  </a:cubicBezTo>
                  <a:cubicBezTo>
                    <a:pt x="570" y="465"/>
                    <a:pt x="566" y="467"/>
                    <a:pt x="564" y="469"/>
                  </a:cubicBezTo>
                  <a:cubicBezTo>
                    <a:pt x="562" y="470"/>
                    <a:pt x="562" y="468"/>
                    <a:pt x="561" y="467"/>
                  </a:cubicBezTo>
                  <a:cubicBezTo>
                    <a:pt x="560" y="466"/>
                    <a:pt x="558" y="466"/>
                    <a:pt x="554" y="467"/>
                  </a:cubicBezTo>
                  <a:cubicBezTo>
                    <a:pt x="550" y="467"/>
                    <a:pt x="552" y="468"/>
                    <a:pt x="548" y="469"/>
                  </a:cubicBezTo>
                  <a:cubicBezTo>
                    <a:pt x="545" y="470"/>
                    <a:pt x="545" y="471"/>
                    <a:pt x="543" y="469"/>
                  </a:cubicBezTo>
                  <a:cubicBezTo>
                    <a:pt x="540" y="467"/>
                    <a:pt x="546" y="468"/>
                    <a:pt x="547" y="467"/>
                  </a:cubicBezTo>
                  <a:cubicBezTo>
                    <a:pt x="548" y="466"/>
                    <a:pt x="546" y="465"/>
                    <a:pt x="548" y="463"/>
                  </a:cubicBezTo>
                  <a:cubicBezTo>
                    <a:pt x="550" y="460"/>
                    <a:pt x="554" y="462"/>
                    <a:pt x="555" y="459"/>
                  </a:cubicBezTo>
                  <a:cubicBezTo>
                    <a:pt x="556" y="457"/>
                    <a:pt x="554" y="458"/>
                    <a:pt x="553" y="455"/>
                  </a:cubicBezTo>
                  <a:cubicBezTo>
                    <a:pt x="553" y="452"/>
                    <a:pt x="554" y="451"/>
                    <a:pt x="554" y="449"/>
                  </a:cubicBezTo>
                  <a:cubicBezTo>
                    <a:pt x="553" y="447"/>
                    <a:pt x="551" y="446"/>
                    <a:pt x="548" y="443"/>
                  </a:cubicBezTo>
                  <a:cubicBezTo>
                    <a:pt x="545" y="440"/>
                    <a:pt x="541" y="440"/>
                    <a:pt x="540" y="440"/>
                  </a:cubicBezTo>
                  <a:cubicBezTo>
                    <a:pt x="539" y="441"/>
                    <a:pt x="535" y="442"/>
                    <a:pt x="527" y="445"/>
                  </a:cubicBezTo>
                  <a:cubicBezTo>
                    <a:pt x="519" y="448"/>
                    <a:pt x="515" y="448"/>
                    <a:pt x="509" y="450"/>
                  </a:cubicBezTo>
                  <a:cubicBezTo>
                    <a:pt x="503" y="452"/>
                    <a:pt x="497" y="454"/>
                    <a:pt x="492" y="456"/>
                  </a:cubicBezTo>
                  <a:cubicBezTo>
                    <a:pt x="486" y="457"/>
                    <a:pt x="485" y="458"/>
                    <a:pt x="481" y="461"/>
                  </a:cubicBezTo>
                  <a:cubicBezTo>
                    <a:pt x="476" y="464"/>
                    <a:pt x="473" y="466"/>
                    <a:pt x="470" y="468"/>
                  </a:cubicBezTo>
                  <a:cubicBezTo>
                    <a:pt x="466" y="471"/>
                    <a:pt x="465" y="470"/>
                    <a:pt x="464" y="473"/>
                  </a:cubicBezTo>
                  <a:cubicBezTo>
                    <a:pt x="462" y="475"/>
                    <a:pt x="462" y="475"/>
                    <a:pt x="463" y="478"/>
                  </a:cubicBezTo>
                  <a:cubicBezTo>
                    <a:pt x="465" y="481"/>
                    <a:pt x="468" y="479"/>
                    <a:pt x="468" y="482"/>
                  </a:cubicBezTo>
                  <a:cubicBezTo>
                    <a:pt x="468" y="485"/>
                    <a:pt x="466" y="482"/>
                    <a:pt x="463" y="484"/>
                  </a:cubicBezTo>
                  <a:cubicBezTo>
                    <a:pt x="461" y="485"/>
                    <a:pt x="461" y="487"/>
                    <a:pt x="457" y="488"/>
                  </a:cubicBezTo>
                  <a:cubicBezTo>
                    <a:pt x="454" y="490"/>
                    <a:pt x="454" y="490"/>
                    <a:pt x="452" y="494"/>
                  </a:cubicBezTo>
                  <a:cubicBezTo>
                    <a:pt x="449" y="499"/>
                    <a:pt x="451" y="500"/>
                    <a:pt x="450" y="503"/>
                  </a:cubicBezTo>
                  <a:cubicBezTo>
                    <a:pt x="449" y="506"/>
                    <a:pt x="451" y="506"/>
                    <a:pt x="454" y="506"/>
                  </a:cubicBezTo>
                  <a:cubicBezTo>
                    <a:pt x="456" y="507"/>
                    <a:pt x="458" y="506"/>
                    <a:pt x="460" y="506"/>
                  </a:cubicBezTo>
                  <a:cubicBezTo>
                    <a:pt x="463" y="507"/>
                    <a:pt x="463" y="509"/>
                    <a:pt x="467" y="509"/>
                  </a:cubicBezTo>
                  <a:cubicBezTo>
                    <a:pt x="471" y="508"/>
                    <a:pt x="470" y="506"/>
                    <a:pt x="474" y="506"/>
                  </a:cubicBezTo>
                  <a:cubicBezTo>
                    <a:pt x="477" y="506"/>
                    <a:pt x="473" y="508"/>
                    <a:pt x="471" y="509"/>
                  </a:cubicBezTo>
                  <a:cubicBezTo>
                    <a:pt x="470" y="511"/>
                    <a:pt x="468" y="511"/>
                    <a:pt x="468" y="514"/>
                  </a:cubicBezTo>
                  <a:cubicBezTo>
                    <a:pt x="467" y="516"/>
                    <a:pt x="469" y="516"/>
                    <a:pt x="473" y="516"/>
                  </a:cubicBezTo>
                  <a:cubicBezTo>
                    <a:pt x="477" y="516"/>
                    <a:pt x="477" y="516"/>
                    <a:pt x="480" y="516"/>
                  </a:cubicBezTo>
                  <a:cubicBezTo>
                    <a:pt x="483" y="515"/>
                    <a:pt x="481" y="513"/>
                    <a:pt x="482" y="512"/>
                  </a:cubicBezTo>
                  <a:cubicBezTo>
                    <a:pt x="483" y="510"/>
                    <a:pt x="484" y="513"/>
                    <a:pt x="485" y="514"/>
                  </a:cubicBezTo>
                  <a:cubicBezTo>
                    <a:pt x="487" y="516"/>
                    <a:pt x="488" y="515"/>
                    <a:pt x="492" y="514"/>
                  </a:cubicBezTo>
                  <a:cubicBezTo>
                    <a:pt x="495" y="514"/>
                    <a:pt x="499" y="514"/>
                    <a:pt x="503" y="512"/>
                  </a:cubicBezTo>
                  <a:cubicBezTo>
                    <a:pt x="507" y="511"/>
                    <a:pt x="512" y="511"/>
                    <a:pt x="512" y="512"/>
                  </a:cubicBezTo>
                  <a:cubicBezTo>
                    <a:pt x="511" y="513"/>
                    <a:pt x="504" y="515"/>
                    <a:pt x="496" y="518"/>
                  </a:cubicBezTo>
                  <a:cubicBezTo>
                    <a:pt x="488" y="522"/>
                    <a:pt x="491" y="521"/>
                    <a:pt x="487" y="523"/>
                  </a:cubicBezTo>
                  <a:cubicBezTo>
                    <a:pt x="483" y="525"/>
                    <a:pt x="482" y="524"/>
                    <a:pt x="477" y="525"/>
                  </a:cubicBezTo>
                  <a:cubicBezTo>
                    <a:pt x="472" y="527"/>
                    <a:pt x="472" y="528"/>
                    <a:pt x="469" y="529"/>
                  </a:cubicBezTo>
                  <a:cubicBezTo>
                    <a:pt x="466" y="531"/>
                    <a:pt x="464" y="531"/>
                    <a:pt x="465" y="534"/>
                  </a:cubicBezTo>
                  <a:cubicBezTo>
                    <a:pt x="466" y="536"/>
                    <a:pt x="470" y="539"/>
                    <a:pt x="476" y="542"/>
                  </a:cubicBezTo>
                  <a:cubicBezTo>
                    <a:pt x="481" y="544"/>
                    <a:pt x="480" y="545"/>
                    <a:pt x="485" y="545"/>
                  </a:cubicBezTo>
                  <a:cubicBezTo>
                    <a:pt x="490" y="545"/>
                    <a:pt x="493" y="545"/>
                    <a:pt x="498" y="544"/>
                  </a:cubicBezTo>
                  <a:cubicBezTo>
                    <a:pt x="503" y="543"/>
                    <a:pt x="507" y="544"/>
                    <a:pt x="510" y="546"/>
                  </a:cubicBezTo>
                  <a:cubicBezTo>
                    <a:pt x="512" y="548"/>
                    <a:pt x="517" y="546"/>
                    <a:pt x="523" y="546"/>
                  </a:cubicBezTo>
                  <a:cubicBezTo>
                    <a:pt x="529" y="546"/>
                    <a:pt x="533" y="546"/>
                    <a:pt x="540" y="543"/>
                  </a:cubicBezTo>
                  <a:cubicBezTo>
                    <a:pt x="546" y="540"/>
                    <a:pt x="553" y="542"/>
                    <a:pt x="559" y="542"/>
                  </a:cubicBezTo>
                  <a:cubicBezTo>
                    <a:pt x="565" y="542"/>
                    <a:pt x="570" y="542"/>
                    <a:pt x="574" y="546"/>
                  </a:cubicBezTo>
                  <a:cubicBezTo>
                    <a:pt x="578" y="549"/>
                    <a:pt x="578" y="548"/>
                    <a:pt x="582" y="549"/>
                  </a:cubicBezTo>
                  <a:cubicBezTo>
                    <a:pt x="585" y="550"/>
                    <a:pt x="588" y="549"/>
                    <a:pt x="592" y="549"/>
                  </a:cubicBezTo>
                  <a:cubicBezTo>
                    <a:pt x="595" y="549"/>
                    <a:pt x="594" y="552"/>
                    <a:pt x="597" y="554"/>
                  </a:cubicBezTo>
                  <a:cubicBezTo>
                    <a:pt x="599" y="556"/>
                    <a:pt x="600" y="554"/>
                    <a:pt x="602" y="554"/>
                  </a:cubicBezTo>
                  <a:cubicBezTo>
                    <a:pt x="605" y="555"/>
                    <a:pt x="606" y="556"/>
                    <a:pt x="605" y="558"/>
                  </a:cubicBezTo>
                  <a:cubicBezTo>
                    <a:pt x="604" y="559"/>
                    <a:pt x="602" y="558"/>
                    <a:pt x="597" y="557"/>
                  </a:cubicBezTo>
                  <a:cubicBezTo>
                    <a:pt x="592" y="557"/>
                    <a:pt x="592" y="558"/>
                    <a:pt x="590" y="559"/>
                  </a:cubicBezTo>
                  <a:cubicBezTo>
                    <a:pt x="588" y="561"/>
                    <a:pt x="586" y="560"/>
                    <a:pt x="582" y="560"/>
                  </a:cubicBezTo>
                  <a:cubicBezTo>
                    <a:pt x="578" y="561"/>
                    <a:pt x="575" y="561"/>
                    <a:pt x="566" y="558"/>
                  </a:cubicBezTo>
                  <a:cubicBezTo>
                    <a:pt x="557" y="556"/>
                    <a:pt x="560" y="559"/>
                    <a:pt x="552" y="557"/>
                  </a:cubicBezTo>
                  <a:cubicBezTo>
                    <a:pt x="545" y="556"/>
                    <a:pt x="543" y="557"/>
                    <a:pt x="536" y="558"/>
                  </a:cubicBezTo>
                  <a:cubicBezTo>
                    <a:pt x="528" y="559"/>
                    <a:pt x="528" y="560"/>
                    <a:pt x="520" y="559"/>
                  </a:cubicBezTo>
                  <a:cubicBezTo>
                    <a:pt x="513" y="559"/>
                    <a:pt x="515" y="560"/>
                    <a:pt x="508" y="562"/>
                  </a:cubicBezTo>
                  <a:cubicBezTo>
                    <a:pt x="502" y="563"/>
                    <a:pt x="493" y="566"/>
                    <a:pt x="490" y="566"/>
                  </a:cubicBezTo>
                  <a:cubicBezTo>
                    <a:pt x="487" y="566"/>
                    <a:pt x="486" y="567"/>
                    <a:pt x="485" y="569"/>
                  </a:cubicBezTo>
                  <a:cubicBezTo>
                    <a:pt x="485" y="571"/>
                    <a:pt x="487" y="573"/>
                    <a:pt x="489" y="575"/>
                  </a:cubicBezTo>
                  <a:cubicBezTo>
                    <a:pt x="490" y="577"/>
                    <a:pt x="491" y="577"/>
                    <a:pt x="494" y="579"/>
                  </a:cubicBezTo>
                  <a:cubicBezTo>
                    <a:pt x="497" y="581"/>
                    <a:pt x="495" y="581"/>
                    <a:pt x="497" y="582"/>
                  </a:cubicBezTo>
                  <a:cubicBezTo>
                    <a:pt x="498" y="584"/>
                    <a:pt x="503" y="584"/>
                    <a:pt x="509" y="590"/>
                  </a:cubicBezTo>
                  <a:cubicBezTo>
                    <a:pt x="514" y="595"/>
                    <a:pt x="513" y="593"/>
                    <a:pt x="519" y="594"/>
                  </a:cubicBezTo>
                  <a:cubicBezTo>
                    <a:pt x="525" y="595"/>
                    <a:pt x="527" y="594"/>
                    <a:pt x="532" y="594"/>
                  </a:cubicBezTo>
                  <a:cubicBezTo>
                    <a:pt x="538" y="594"/>
                    <a:pt x="539" y="595"/>
                    <a:pt x="548" y="597"/>
                  </a:cubicBezTo>
                  <a:cubicBezTo>
                    <a:pt x="557" y="600"/>
                    <a:pt x="557" y="596"/>
                    <a:pt x="561" y="598"/>
                  </a:cubicBezTo>
                  <a:cubicBezTo>
                    <a:pt x="565" y="599"/>
                    <a:pt x="562" y="600"/>
                    <a:pt x="563" y="602"/>
                  </a:cubicBezTo>
                  <a:cubicBezTo>
                    <a:pt x="564" y="604"/>
                    <a:pt x="564" y="606"/>
                    <a:pt x="563" y="609"/>
                  </a:cubicBezTo>
                  <a:cubicBezTo>
                    <a:pt x="562" y="613"/>
                    <a:pt x="563" y="612"/>
                    <a:pt x="566" y="616"/>
                  </a:cubicBezTo>
                  <a:cubicBezTo>
                    <a:pt x="569" y="620"/>
                    <a:pt x="571" y="621"/>
                    <a:pt x="575" y="622"/>
                  </a:cubicBezTo>
                  <a:cubicBezTo>
                    <a:pt x="579" y="623"/>
                    <a:pt x="584" y="622"/>
                    <a:pt x="590" y="622"/>
                  </a:cubicBezTo>
                  <a:cubicBezTo>
                    <a:pt x="596" y="622"/>
                    <a:pt x="599" y="620"/>
                    <a:pt x="606" y="619"/>
                  </a:cubicBezTo>
                  <a:cubicBezTo>
                    <a:pt x="613" y="619"/>
                    <a:pt x="616" y="619"/>
                    <a:pt x="617" y="620"/>
                  </a:cubicBezTo>
                  <a:cubicBezTo>
                    <a:pt x="617" y="620"/>
                    <a:pt x="615" y="622"/>
                    <a:pt x="616" y="623"/>
                  </a:cubicBezTo>
                  <a:cubicBezTo>
                    <a:pt x="617" y="624"/>
                    <a:pt x="621" y="624"/>
                    <a:pt x="622" y="623"/>
                  </a:cubicBezTo>
                  <a:cubicBezTo>
                    <a:pt x="623" y="622"/>
                    <a:pt x="621" y="621"/>
                    <a:pt x="621" y="620"/>
                  </a:cubicBezTo>
                  <a:cubicBezTo>
                    <a:pt x="620" y="618"/>
                    <a:pt x="625" y="618"/>
                    <a:pt x="627" y="618"/>
                  </a:cubicBezTo>
                  <a:cubicBezTo>
                    <a:pt x="628" y="617"/>
                    <a:pt x="631" y="618"/>
                    <a:pt x="639" y="617"/>
                  </a:cubicBezTo>
                  <a:cubicBezTo>
                    <a:pt x="647" y="616"/>
                    <a:pt x="651" y="615"/>
                    <a:pt x="659" y="613"/>
                  </a:cubicBezTo>
                  <a:cubicBezTo>
                    <a:pt x="667" y="611"/>
                    <a:pt x="664" y="609"/>
                    <a:pt x="668" y="606"/>
                  </a:cubicBezTo>
                  <a:cubicBezTo>
                    <a:pt x="672" y="603"/>
                    <a:pt x="674" y="605"/>
                    <a:pt x="681" y="605"/>
                  </a:cubicBezTo>
                  <a:cubicBezTo>
                    <a:pt x="688" y="604"/>
                    <a:pt x="690" y="605"/>
                    <a:pt x="691" y="604"/>
                  </a:cubicBezTo>
                  <a:cubicBezTo>
                    <a:pt x="692" y="604"/>
                    <a:pt x="696" y="601"/>
                    <a:pt x="699" y="598"/>
                  </a:cubicBezTo>
                  <a:cubicBezTo>
                    <a:pt x="703" y="595"/>
                    <a:pt x="701" y="596"/>
                    <a:pt x="701" y="593"/>
                  </a:cubicBezTo>
                  <a:cubicBezTo>
                    <a:pt x="701" y="590"/>
                    <a:pt x="704" y="591"/>
                    <a:pt x="706" y="588"/>
                  </a:cubicBezTo>
                  <a:cubicBezTo>
                    <a:pt x="709" y="584"/>
                    <a:pt x="708" y="587"/>
                    <a:pt x="711" y="588"/>
                  </a:cubicBezTo>
                  <a:cubicBezTo>
                    <a:pt x="714" y="589"/>
                    <a:pt x="714" y="592"/>
                    <a:pt x="714" y="594"/>
                  </a:cubicBezTo>
                  <a:cubicBezTo>
                    <a:pt x="714" y="597"/>
                    <a:pt x="713" y="596"/>
                    <a:pt x="711" y="598"/>
                  </a:cubicBezTo>
                  <a:cubicBezTo>
                    <a:pt x="710" y="600"/>
                    <a:pt x="714" y="599"/>
                    <a:pt x="718" y="600"/>
                  </a:cubicBezTo>
                  <a:cubicBezTo>
                    <a:pt x="721" y="600"/>
                    <a:pt x="722" y="600"/>
                    <a:pt x="727" y="601"/>
                  </a:cubicBezTo>
                  <a:cubicBezTo>
                    <a:pt x="732" y="601"/>
                    <a:pt x="734" y="601"/>
                    <a:pt x="737" y="601"/>
                  </a:cubicBezTo>
                  <a:cubicBezTo>
                    <a:pt x="741" y="601"/>
                    <a:pt x="743" y="602"/>
                    <a:pt x="742" y="604"/>
                  </a:cubicBezTo>
                  <a:cubicBezTo>
                    <a:pt x="742" y="605"/>
                    <a:pt x="739" y="606"/>
                    <a:pt x="740" y="607"/>
                  </a:cubicBezTo>
                  <a:cubicBezTo>
                    <a:pt x="741" y="608"/>
                    <a:pt x="746" y="607"/>
                    <a:pt x="749" y="607"/>
                  </a:cubicBezTo>
                  <a:cubicBezTo>
                    <a:pt x="752" y="607"/>
                    <a:pt x="755" y="606"/>
                    <a:pt x="757" y="607"/>
                  </a:cubicBezTo>
                  <a:cubicBezTo>
                    <a:pt x="759" y="608"/>
                    <a:pt x="760" y="609"/>
                    <a:pt x="764" y="609"/>
                  </a:cubicBezTo>
                  <a:cubicBezTo>
                    <a:pt x="767" y="609"/>
                    <a:pt x="769" y="609"/>
                    <a:pt x="776" y="611"/>
                  </a:cubicBezTo>
                  <a:cubicBezTo>
                    <a:pt x="783" y="613"/>
                    <a:pt x="781" y="611"/>
                    <a:pt x="783" y="610"/>
                  </a:cubicBezTo>
                  <a:cubicBezTo>
                    <a:pt x="785" y="610"/>
                    <a:pt x="787" y="608"/>
                    <a:pt x="792" y="607"/>
                  </a:cubicBezTo>
                  <a:cubicBezTo>
                    <a:pt x="798" y="606"/>
                    <a:pt x="806" y="605"/>
                    <a:pt x="806" y="602"/>
                  </a:cubicBezTo>
                  <a:cubicBezTo>
                    <a:pt x="806" y="600"/>
                    <a:pt x="806" y="599"/>
                    <a:pt x="804" y="598"/>
                  </a:cubicBezTo>
                  <a:cubicBezTo>
                    <a:pt x="803" y="597"/>
                    <a:pt x="801" y="598"/>
                    <a:pt x="800" y="596"/>
                  </a:cubicBezTo>
                  <a:cubicBezTo>
                    <a:pt x="799" y="593"/>
                    <a:pt x="800" y="594"/>
                    <a:pt x="799" y="592"/>
                  </a:cubicBezTo>
                  <a:cubicBezTo>
                    <a:pt x="798" y="590"/>
                    <a:pt x="801" y="590"/>
                    <a:pt x="803" y="589"/>
                  </a:cubicBezTo>
                  <a:cubicBezTo>
                    <a:pt x="806" y="589"/>
                    <a:pt x="802" y="588"/>
                    <a:pt x="800" y="587"/>
                  </a:cubicBezTo>
                  <a:cubicBezTo>
                    <a:pt x="797" y="587"/>
                    <a:pt x="793" y="587"/>
                    <a:pt x="790" y="588"/>
                  </a:cubicBezTo>
                  <a:cubicBezTo>
                    <a:pt x="787" y="590"/>
                    <a:pt x="785" y="590"/>
                    <a:pt x="783" y="594"/>
                  </a:cubicBezTo>
                  <a:cubicBezTo>
                    <a:pt x="781" y="599"/>
                    <a:pt x="780" y="600"/>
                    <a:pt x="777" y="601"/>
                  </a:cubicBezTo>
                  <a:cubicBezTo>
                    <a:pt x="774" y="601"/>
                    <a:pt x="777" y="596"/>
                    <a:pt x="778" y="595"/>
                  </a:cubicBezTo>
                  <a:cubicBezTo>
                    <a:pt x="778" y="593"/>
                    <a:pt x="780" y="591"/>
                    <a:pt x="780" y="588"/>
                  </a:cubicBezTo>
                  <a:cubicBezTo>
                    <a:pt x="780" y="586"/>
                    <a:pt x="777" y="587"/>
                    <a:pt x="775" y="585"/>
                  </a:cubicBezTo>
                  <a:cubicBezTo>
                    <a:pt x="773" y="584"/>
                    <a:pt x="772" y="582"/>
                    <a:pt x="772" y="580"/>
                  </a:cubicBezTo>
                  <a:cubicBezTo>
                    <a:pt x="772" y="578"/>
                    <a:pt x="775" y="579"/>
                    <a:pt x="776" y="580"/>
                  </a:cubicBezTo>
                  <a:cubicBezTo>
                    <a:pt x="777" y="582"/>
                    <a:pt x="781" y="583"/>
                    <a:pt x="784" y="583"/>
                  </a:cubicBezTo>
                  <a:cubicBezTo>
                    <a:pt x="786" y="584"/>
                    <a:pt x="787" y="584"/>
                    <a:pt x="790" y="584"/>
                  </a:cubicBezTo>
                  <a:cubicBezTo>
                    <a:pt x="793" y="584"/>
                    <a:pt x="791" y="583"/>
                    <a:pt x="790" y="580"/>
                  </a:cubicBezTo>
                  <a:cubicBezTo>
                    <a:pt x="790" y="577"/>
                    <a:pt x="791" y="578"/>
                    <a:pt x="794" y="577"/>
                  </a:cubicBezTo>
                  <a:cubicBezTo>
                    <a:pt x="797" y="577"/>
                    <a:pt x="796" y="577"/>
                    <a:pt x="796" y="573"/>
                  </a:cubicBezTo>
                  <a:cubicBezTo>
                    <a:pt x="797" y="568"/>
                    <a:pt x="799" y="572"/>
                    <a:pt x="801" y="573"/>
                  </a:cubicBezTo>
                  <a:cubicBezTo>
                    <a:pt x="804" y="574"/>
                    <a:pt x="804" y="577"/>
                    <a:pt x="806" y="579"/>
                  </a:cubicBezTo>
                  <a:cubicBezTo>
                    <a:pt x="808" y="581"/>
                    <a:pt x="809" y="579"/>
                    <a:pt x="811" y="577"/>
                  </a:cubicBezTo>
                  <a:cubicBezTo>
                    <a:pt x="814" y="575"/>
                    <a:pt x="812" y="573"/>
                    <a:pt x="813" y="572"/>
                  </a:cubicBezTo>
                  <a:cubicBezTo>
                    <a:pt x="814" y="570"/>
                    <a:pt x="815" y="572"/>
                    <a:pt x="815" y="574"/>
                  </a:cubicBezTo>
                  <a:cubicBezTo>
                    <a:pt x="815" y="576"/>
                    <a:pt x="818" y="578"/>
                    <a:pt x="819" y="578"/>
                  </a:cubicBezTo>
                  <a:cubicBezTo>
                    <a:pt x="821" y="578"/>
                    <a:pt x="823" y="581"/>
                    <a:pt x="824" y="579"/>
                  </a:cubicBezTo>
                  <a:cubicBezTo>
                    <a:pt x="825" y="578"/>
                    <a:pt x="824" y="576"/>
                    <a:pt x="825" y="571"/>
                  </a:cubicBezTo>
                  <a:cubicBezTo>
                    <a:pt x="825" y="567"/>
                    <a:pt x="824" y="566"/>
                    <a:pt x="822" y="562"/>
                  </a:cubicBezTo>
                  <a:cubicBezTo>
                    <a:pt x="819" y="558"/>
                    <a:pt x="820" y="562"/>
                    <a:pt x="817" y="562"/>
                  </a:cubicBezTo>
                  <a:cubicBezTo>
                    <a:pt x="815" y="562"/>
                    <a:pt x="812" y="565"/>
                    <a:pt x="810" y="562"/>
                  </a:cubicBezTo>
                  <a:cubicBezTo>
                    <a:pt x="809" y="560"/>
                    <a:pt x="811" y="558"/>
                    <a:pt x="810" y="556"/>
                  </a:cubicBezTo>
                  <a:cubicBezTo>
                    <a:pt x="809" y="554"/>
                    <a:pt x="806" y="556"/>
                    <a:pt x="804" y="557"/>
                  </a:cubicBezTo>
                  <a:cubicBezTo>
                    <a:pt x="802" y="558"/>
                    <a:pt x="801" y="557"/>
                    <a:pt x="797" y="555"/>
                  </a:cubicBezTo>
                  <a:cubicBezTo>
                    <a:pt x="792" y="552"/>
                    <a:pt x="791" y="553"/>
                    <a:pt x="788" y="550"/>
                  </a:cubicBezTo>
                  <a:cubicBezTo>
                    <a:pt x="784" y="548"/>
                    <a:pt x="786" y="548"/>
                    <a:pt x="785" y="546"/>
                  </a:cubicBezTo>
                  <a:cubicBezTo>
                    <a:pt x="785" y="544"/>
                    <a:pt x="783" y="543"/>
                    <a:pt x="781" y="543"/>
                  </a:cubicBezTo>
                  <a:cubicBezTo>
                    <a:pt x="779" y="543"/>
                    <a:pt x="780" y="545"/>
                    <a:pt x="781" y="546"/>
                  </a:cubicBezTo>
                  <a:cubicBezTo>
                    <a:pt x="783" y="547"/>
                    <a:pt x="781" y="548"/>
                    <a:pt x="781" y="549"/>
                  </a:cubicBezTo>
                  <a:cubicBezTo>
                    <a:pt x="780" y="550"/>
                    <a:pt x="777" y="549"/>
                    <a:pt x="774" y="547"/>
                  </a:cubicBezTo>
                  <a:cubicBezTo>
                    <a:pt x="770" y="545"/>
                    <a:pt x="768" y="545"/>
                    <a:pt x="765" y="543"/>
                  </a:cubicBezTo>
                  <a:cubicBezTo>
                    <a:pt x="761" y="541"/>
                    <a:pt x="761" y="541"/>
                    <a:pt x="760" y="538"/>
                  </a:cubicBezTo>
                  <a:cubicBezTo>
                    <a:pt x="759" y="536"/>
                    <a:pt x="757" y="534"/>
                    <a:pt x="753" y="531"/>
                  </a:cubicBezTo>
                  <a:cubicBezTo>
                    <a:pt x="749" y="528"/>
                    <a:pt x="750" y="529"/>
                    <a:pt x="750" y="525"/>
                  </a:cubicBezTo>
                  <a:cubicBezTo>
                    <a:pt x="751" y="522"/>
                    <a:pt x="755" y="520"/>
                    <a:pt x="755" y="515"/>
                  </a:cubicBezTo>
                  <a:cubicBezTo>
                    <a:pt x="755" y="511"/>
                    <a:pt x="755" y="508"/>
                    <a:pt x="749" y="505"/>
                  </a:cubicBezTo>
                  <a:cubicBezTo>
                    <a:pt x="744" y="501"/>
                    <a:pt x="746" y="498"/>
                    <a:pt x="743" y="493"/>
                  </a:cubicBezTo>
                  <a:cubicBezTo>
                    <a:pt x="739" y="488"/>
                    <a:pt x="741" y="487"/>
                    <a:pt x="739" y="481"/>
                  </a:cubicBezTo>
                  <a:close/>
                  <a:moveTo>
                    <a:pt x="457" y="273"/>
                  </a:moveTo>
                  <a:cubicBezTo>
                    <a:pt x="453" y="273"/>
                    <a:pt x="449" y="274"/>
                    <a:pt x="447" y="275"/>
                  </a:cubicBezTo>
                  <a:cubicBezTo>
                    <a:pt x="445" y="277"/>
                    <a:pt x="445" y="278"/>
                    <a:pt x="442" y="281"/>
                  </a:cubicBezTo>
                  <a:cubicBezTo>
                    <a:pt x="439" y="284"/>
                    <a:pt x="437" y="285"/>
                    <a:pt x="434" y="286"/>
                  </a:cubicBezTo>
                  <a:cubicBezTo>
                    <a:pt x="430" y="288"/>
                    <a:pt x="428" y="290"/>
                    <a:pt x="426" y="292"/>
                  </a:cubicBezTo>
                  <a:cubicBezTo>
                    <a:pt x="423" y="294"/>
                    <a:pt x="423" y="295"/>
                    <a:pt x="422" y="297"/>
                  </a:cubicBezTo>
                  <a:cubicBezTo>
                    <a:pt x="421" y="299"/>
                    <a:pt x="419" y="299"/>
                    <a:pt x="414" y="300"/>
                  </a:cubicBezTo>
                  <a:cubicBezTo>
                    <a:pt x="410" y="301"/>
                    <a:pt x="410" y="302"/>
                    <a:pt x="406" y="305"/>
                  </a:cubicBezTo>
                  <a:cubicBezTo>
                    <a:pt x="402" y="309"/>
                    <a:pt x="402" y="312"/>
                    <a:pt x="398" y="314"/>
                  </a:cubicBezTo>
                  <a:cubicBezTo>
                    <a:pt x="394" y="317"/>
                    <a:pt x="390" y="315"/>
                    <a:pt x="385" y="315"/>
                  </a:cubicBezTo>
                  <a:cubicBezTo>
                    <a:pt x="380" y="315"/>
                    <a:pt x="380" y="315"/>
                    <a:pt x="379" y="317"/>
                  </a:cubicBezTo>
                  <a:cubicBezTo>
                    <a:pt x="378" y="319"/>
                    <a:pt x="377" y="320"/>
                    <a:pt x="375" y="324"/>
                  </a:cubicBezTo>
                  <a:cubicBezTo>
                    <a:pt x="373" y="327"/>
                    <a:pt x="370" y="325"/>
                    <a:pt x="369" y="326"/>
                  </a:cubicBezTo>
                  <a:cubicBezTo>
                    <a:pt x="368" y="327"/>
                    <a:pt x="372" y="328"/>
                    <a:pt x="375" y="327"/>
                  </a:cubicBezTo>
                  <a:cubicBezTo>
                    <a:pt x="377" y="326"/>
                    <a:pt x="378" y="326"/>
                    <a:pt x="380" y="327"/>
                  </a:cubicBezTo>
                  <a:cubicBezTo>
                    <a:pt x="383" y="329"/>
                    <a:pt x="381" y="331"/>
                    <a:pt x="382" y="333"/>
                  </a:cubicBezTo>
                  <a:cubicBezTo>
                    <a:pt x="384" y="334"/>
                    <a:pt x="387" y="334"/>
                    <a:pt x="391" y="334"/>
                  </a:cubicBezTo>
                  <a:cubicBezTo>
                    <a:pt x="395" y="333"/>
                    <a:pt x="400" y="333"/>
                    <a:pt x="403" y="333"/>
                  </a:cubicBezTo>
                  <a:cubicBezTo>
                    <a:pt x="406" y="333"/>
                    <a:pt x="410" y="333"/>
                    <a:pt x="411" y="331"/>
                  </a:cubicBezTo>
                  <a:cubicBezTo>
                    <a:pt x="411" y="329"/>
                    <a:pt x="409" y="328"/>
                    <a:pt x="411" y="325"/>
                  </a:cubicBezTo>
                  <a:cubicBezTo>
                    <a:pt x="412" y="322"/>
                    <a:pt x="414" y="324"/>
                    <a:pt x="416" y="324"/>
                  </a:cubicBezTo>
                  <a:cubicBezTo>
                    <a:pt x="418" y="325"/>
                    <a:pt x="417" y="327"/>
                    <a:pt x="419" y="329"/>
                  </a:cubicBezTo>
                  <a:cubicBezTo>
                    <a:pt x="420" y="330"/>
                    <a:pt x="422" y="330"/>
                    <a:pt x="421" y="332"/>
                  </a:cubicBezTo>
                  <a:cubicBezTo>
                    <a:pt x="421" y="334"/>
                    <a:pt x="422" y="336"/>
                    <a:pt x="425" y="337"/>
                  </a:cubicBezTo>
                  <a:cubicBezTo>
                    <a:pt x="429" y="337"/>
                    <a:pt x="428" y="336"/>
                    <a:pt x="431" y="333"/>
                  </a:cubicBezTo>
                  <a:cubicBezTo>
                    <a:pt x="434" y="331"/>
                    <a:pt x="436" y="333"/>
                    <a:pt x="439" y="331"/>
                  </a:cubicBezTo>
                  <a:cubicBezTo>
                    <a:pt x="443" y="330"/>
                    <a:pt x="442" y="330"/>
                    <a:pt x="441" y="327"/>
                  </a:cubicBezTo>
                  <a:cubicBezTo>
                    <a:pt x="440" y="325"/>
                    <a:pt x="440" y="324"/>
                    <a:pt x="438" y="321"/>
                  </a:cubicBezTo>
                  <a:cubicBezTo>
                    <a:pt x="436" y="318"/>
                    <a:pt x="437" y="318"/>
                    <a:pt x="439" y="316"/>
                  </a:cubicBezTo>
                  <a:cubicBezTo>
                    <a:pt x="441" y="315"/>
                    <a:pt x="443" y="317"/>
                    <a:pt x="443" y="320"/>
                  </a:cubicBezTo>
                  <a:cubicBezTo>
                    <a:pt x="444" y="323"/>
                    <a:pt x="446" y="323"/>
                    <a:pt x="449" y="323"/>
                  </a:cubicBezTo>
                  <a:cubicBezTo>
                    <a:pt x="451" y="322"/>
                    <a:pt x="453" y="322"/>
                    <a:pt x="457" y="320"/>
                  </a:cubicBezTo>
                  <a:cubicBezTo>
                    <a:pt x="461" y="318"/>
                    <a:pt x="460" y="318"/>
                    <a:pt x="461" y="316"/>
                  </a:cubicBezTo>
                  <a:cubicBezTo>
                    <a:pt x="462" y="313"/>
                    <a:pt x="459" y="313"/>
                    <a:pt x="456" y="312"/>
                  </a:cubicBezTo>
                  <a:cubicBezTo>
                    <a:pt x="453" y="310"/>
                    <a:pt x="454" y="310"/>
                    <a:pt x="455" y="308"/>
                  </a:cubicBezTo>
                  <a:cubicBezTo>
                    <a:pt x="456" y="306"/>
                    <a:pt x="458" y="308"/>
                    <a:pt x="462" y="308"/>
                  </a:cubicBezTo>
                  <a:cubicBezTo>
                    <a:pt x="466" y="308"/>
                    <a:pt x="467" y="308"/>
                    <a:pt x="467" y="304"/>
                  </a:cubicBezTo>
                  <a:cubicBezTo>
                    <a:pt x="467" y="301"/>
                    <a:pt x="467" y="302"/>
                    <a:pt x="467" y="298"/>
                  </a:cubicBezTo>
                  <a:cubicBezTo>
                    <a:pt x="467" y="295"/>
                    <a:pt x="468" y="297"/>
                    <a:pt x="472" y="297"/>
                  </a:cubicBezTo>
                  <a:cubicBezTo>
                    <a:pt x="477" y="296"/>
                    <a:pt x="477" y="297"/>
                    <a:pt x="476" y="300"/>
                  </a:cubicBezTo>
                  <a:cubicBezTo>
                    <a:pt x="475" y="302"/>
                    <a:pt x="474" y="302"/>
                    <a:pt x="475" y="305"/>
                  </a:cubicBezTo>
                  <a:cubicBezTo>
                    <a:pt x="475" y="308"/>
                    <a:pt x="475" y="309"/>
                    <a:pt x="473" y="311"/>
                  </a:cubicBezTo>
                  <a:cubicBezTo>
                    <a:pt x="471" y="314"/>
                    <a:pt x="474" y="315"/>
                    <a:pt x="476" y="316"/>
                  </a:cubicBezTo>
                  <a:cubicBezTo>
                    <a:pt x="479" y="316"/>
                    <a:pt x="483" y="317"/>
                    <a:pt x="487" y="318"/>
                  </a:cubicBezTo>
                  <a:cubicBezTo>
                    <a:pt x="490" y="318"/>
                    <a:pt x="492" y="317"/>
                    <a:pt x="494" y="315"/>
                  </a:cubicBezTo>
                  <a:cubicBezTo>
                    <a:pt x="496" y="312"/>
                    <a:pt x="497" y="313"/>
                    <a:pt x="500" y="309"/>
                  </a:cubicBezTo>
                  <a:cubicBezTo>
                    <a:pt x="502" y="304"/>
                    <a:pt x="505" y="305"/>
                    <a:pt x="511" y="304"/>
                  </a:cubicBezTo>
                  <a:cubicBezTo>
                    <a:pt x="517" y="302"/>
                    <a:pt x="516" y="301"/>
                    <a:pt x="515" y="298"/>
                  </a:cubicBezTo>
                  <a:cubicBezTo>
                    <a:pt x="514" y="296"/>
                    <a:pt x="512" y="297"/>
                    <a:pt x="509" y="295"/>
                  </a:cubicBezTo>
                  <a:cubicBezTo>
                    <a:pt x="507" y="293"/>
                    <a:pt x="509" y="293"/>
                    <a:pt x="511" y="291"/>
                  </a:cubicBezTo>
                  <a:cubicBezTo>
                    <a:pt x="512" y="289"/>
                    <a:pt x="515" y="291"/>
                    <a:pt x="517" y="291"/>
                  </a:cubicBezTo>
                  <a:cubicBezTo>
                    <a:pt x="519" y="290"/>
                    <a:pt x="519" y="290"/>
                    <a:pt x="518" y="288"/>
                  </a:cubicBezTo>
                  <a:cubicBezTo>
                    <a:pt x="517" y="286"/>
                    <a:pt x="516" y="287"/>
                    <a:pt x="512" y="287"/>
                  </a:cubicBezTo>
                  <a:cubicBezTo>
                    <a:pt x="508" y="287"/>
                    <a:pt x="509" y="285"/>
                    <a:pt x="507" y="283"/>
                  </a:cubicBezTo>
                  <a:cubicBezTo>
                    <a:pt x="505" y="280"/>
                    <a:pt x="507" y="281"/>
                    <a:pt x="512" y="279"/>
                  </a:cubicBezTo>
                  <a:cubicBezTo>
                    <a:pt x="518" y="276"/>
                    <a:pt x="518" y="277"/>
                    <a:pt x="522" y="276"/>
                  </a:cubicBezTo>
                  <a:cubicBezTo>
                    <a:pt x="526" y="276"/>
                    <a:pt x="525" y="275"/>
                    <a:pt x="524" y="272"/>
                  </a:cubicBezTo>
                  <a:cubicBezTo>
                    <a:pt x="523" y="269"/>
                    <a:pt x="520" y="272"/>
                    <a:pt x="516" y="269"/>
                  </a:cubicBezTo>
                  <a:cubicBezTo>
                    <a:pt x="512" y="267"/>
                    <a:pt x="514" y="268"/>
                    <a:pt x="509" y="265"/>
                  </a:cubicBezTo>
                  <a:cubicBezTo>
                    <a:pt x="503" y="261"/>
                    <a:pt x="505" y="265"/>
                    <a:pt x="501" y="265"/>
                  </a:cubicBezTo>
                  <a:cubicBezTo>
                    <a:pt x="496" y="265"/>
                    <a:pt x="495" y="266"/>
                    <a:pt x="492" y="267"/>
                  </a:cubicBezTo>
                  <a:cubicBezTo>
                    <a:pt x="490" y="269"/>
                    <a:pt x="491" y="270"/>
                    <a:pt x="494" y="270"/>
                  </a:cubicBezTo>
                  <a:cubicBezTo>
                    <a:pt x="497" y="270"/>
                    <a:pt x="498" y="270"/>
                    <a:pt x="499" y="272"/>
                  </a:cubicBezTo>
                  <a:cubicBezTo>
                    <a:pt x="500" y="273"/>
                    <a:pt x="498" y="274"/>
                    <a:pt x="496" y="274"/>
                  </a:cubicBezTo>
                  <a:cubicBezTo>
                    <a:pt x="493" y="274"/>
                    <a:pt x="493" y="275"/>
                    <a:pt x="489" y="275"/>
                  </a:cubicBezTo>
                  <a:cubicBezTo>
                    <a:pt x="486" y="276"/>
                    <a:pt x="485" y="275"/>
                    <a:pt x="480" y="273"/>
                  </a:cubicBezTo>
                  <a:cubicBezTo>
                    <a:pt x="476" y="271"/>
                    <a:pt x="473" y="271"/>
                    <a:pt x="470" y="272"/>
                  </a:cubicBezTo>
                  <a:cubicBezTo>
                    <a:pt x="467" y="273"/>
                    <a:pt x="463" y="273"/>
                    <a:pt x="457" y="273"/>
                  </a:cubicBezTo>
                  <a:close/>
                  <a:moveTo>
                    <a:pt x="458" y="337"/>
                  </a:moveTo>
                  <a:cubicBezTo>
                    <a:pt x="454" y="339"/>
                    <a:pt x="455" y="338"/>
                    <a:pt x="451" y="342"/>
                  </a:cubicBezTo>
                  <a:cubicBezTo>
                    <a:pt x="447" y="345"/>
                    <a:pt x="445" y="343"/>
                    <a:pt x="446" y="347"/>
                  </a:cubicBezTo>
                  <a:cubicBezTo>
                    <a:pt x="447" y="350"/>
                    <a:pt x="452" y="351"/>
                    <a:pt x="456" y="351"/>
                  </a:cubicBezTo>
                  <a:cubicBezTo>
                    <a:pt x="459" y="352"/>
                    <a:pt x="461" y="351"/>
                    <a:pt x="464" y="349"/>
                  </a:cubicBezTo>
                  <a:cubicBezTo>
                    <a:pt x="468" y="346"/>
                    <a:pt x="469" y="346"/>
                    <a:pt x="472" y="342"/>
                  </a:cubicBezTo>
                  <a:cubicBezTo>
                    <a:pt x="476" y="337"/>
                    <a:pt x="477" y="339"/>
                    <a:pt x="479" y="335"/>
                  </a:cubicBezTo>
                  <a:cubicBezTo>
                    <a:pt x="481" y="332"/>
                    <a:pt x="483" y="332"/>
                    <a:pt x="480" y="329"/>
                  </a:cubicBezTo>
                  <a:cubicBezTo>
                    <a:pt x="477" y="326"/>
                    <a:pt x="474" y="328"/>
                    <a:pt x="472" y="331"/>
                  </a:cubicBezTo>
                  <a:cubicBezTo>
                    <a:pt x="469" y="334"/>
                    <a:pt x="464" y="335"/>
                    <a:pt x="458" y="337"/>
                  </a:cubicBezTo>
                  <a:close/>
                  <a:moveTo>
                    <a:pt x="549" y="313"/>
                  </a:moveTo>
                  <a:cubicBezTo>
                    <a:pt x="553" y="317"/>
                    <a:pt x="551" y="319"/>
                    <a:pt x="553" y="321"/>
                  </a:cubicBezTo>
                  <a:cubicBezTo>
                    <a:pt x="556" y="323"/>
                    <a:pt x="554" y="323"/>
                    <a:pt x="560" y="322"/>
                  </a:cubicBezTo>
                  <a:cubicBezTo>
                    <a:pt x="565" y="322"/>
                    <a:pt x="566" y="321"/>
                    <a:pt x="573" y="321"/>
                  </a:cubicBezTo>
                  <a:cubicBezTo>
                    <a:pt x="580" y="321"/>
                    <a:pt x="583" y="322"/>
                    <a:pt x="587" y="326"/>
                  </a:cubicBezTo>
                  <a:cubicBezTo>
                    <a:pt x="590" y="330"/>
                    <a:pt x="590" y="331"/>
                    <a:pt x="593" y="333"/>
                  </a:cubicBezTo>
                  <a:cubicBezTo>
                    <a:pt x="596" y="336"/>
                    <a:pt x="598" y="333"/>
                    <a:pt x="597" y="335"/>
                  </a:cubicBezTo>
                  <a:cubicBezTo>
                    <a:pt x="597" y="337"/>
                    <a:pt x="594" y="336"/>
                    <a:pt x="594" y="338"/>
                  </a:cubicBezTo>
                  <a:cubicBezTo>
                    <a:pt x="595" y="339"/>
                    <a:pt x="596" y="340"/>
                    <a:pt x="600" y="339"/>
                  </a:cubicBezTo>
                  <a:cubicBezTo>
                    <a:pt x="603" y="339"/>
                    <a:pt x="604" y="336"/>
                    <a:pt x="605" y="340"/>
                  </a:cubicBezTo>
                  <a:cubicBezTo>
                    <a:pt x="607" y="343"/>
                    <a:pt x="606" y="344"/>
                    <a:pt x="607" y="347"/>
                  </a:cubicBezTo>
                  <a:cubicBezTo>
                    <a:pt x="608" y="350"/>
                    <a:pt x="606" y="351"/>
                    <a:pt x="612" y="351"/>
                  </a:cubicBezTo>
                  <a:cubicBezTo>
                    <a:pt x="618" y="352"/>
                    <a:pt x="619" y="351"/>
                    <a:pt x="624" y="351"/>
                  </a:cubicBezTo>
                  <a:cubicBezTo>
                    <a:pt x="629" y="351"/>
                    <a:pt x="627" y="350"/>
                    <a:pt x="634" y="351"/>
                  </a:cubicBezTo>
                  <a:cubicBezTo>
                    <a:pt x="641" y="352"/>
                    <a:pt x="639" y="352"/>
                    <a:pt x="646" y="352"/>
                  </a:cubicBezTo>
                  <a:cubicBezTo>
                    <a:pt x="653" y="352"/>
                    <a:pt x="656" y="355"/>
                    <a:pt x="658" y="353"/>
                  </a:cubicBezTo>
                  <a:cubicBezTo>
                    <a:pt x="660" y="351"/>
                    <a:pt x="662" y="351"/>
                    <a:pt x="662" y="348"/>
                  </a:cubicBezTo>
                  <a:cubicBezTo>
                    <a:pt x="661" y="345"/>
                    <a:pt x="662" y="344"/>
                    <a:pt x="657" y="343"/>
                  </a:cubicBezTo>
                  <a:cubicBezTo>
                    <a:pt x="653" y="343"/>
                    <a:pt x="649" y="342"/>
                    <a:pt x="646" y="340"/>
                  </a:cubicBezTo>
                  <a:cubicBezTo>
                    <a:pt x="643" y="338"/>
                    <a:pt x="639" y="338"/>
                    <a:pt x="640" y="336"/>
                  </a:cubicBezTo>
                  <a:cubicBezTo>
                    <a:pt x="640" y="334"/>
                    <a:pt x="643" y="334"/>
                    <a:pt x="647" y="333"/>
                  </a:cubicBezTo>
                  <a:cubicBezTo>
                    <a:pt x="651" y="332"/>
                    <a:pt x="653" y="332"/>
                    <a:pt x="650" y="330"/>
                  </a:cubicBezTo>
                  <a:cubicBezTo>
                    <a:pt x="648" y="328"/>
                    <a:pt x="650" y="327"/>
                    <a:pt x="642" y="324"/>
                  </a:cubicBezTo>
                  <a:cubicBezTo>
                    <a:pt x="634" y="321"/>
                    <a:pt x="630" y="320"/>
                    <a:pt x="630" y="318"/>
                  </a:cubicBezTo>
                  <a:cubicBezTo>
                    <a:pt x="629" y="316"/>
                    <a:pt x="630" y="316"/>
                    <a:pt x="634" y="313"/>
                  </a:cubicBezTo>
                  <a:cubicBezTo>
                    <a:pt x="637" y="311"/>
                    <a:pt x="638" y="313"/>
                    <a:pt x="641" y="311"/>
                  </a:cubicBezTo>
                  <a:cubicBezTo>
                    <a:pt x="643" y="308"/>
                    <a:pt x="644" y="307"/>
                    <a:pt x="646" y="304"/>
                  </a:cubicBezTo>
                  <a:cubicBezTo>
                    <a:pt x="648" y="301"/>
                    <a:pt x="649" y="299"/>
                    <a:pt x="652" y="298"/>
                  </a:cubicBezTo>
                  <a:cubicBezTo>
                    <a:pt x="654" y="297"/>
                    <a:pt x="655" y="295"/>
                    <a:pt x="659" y="295"/>
                  </a:cubicBezTo>
                  <a:cubicBezTo>
                    <a:pt x="663" y="295"/>
                    <a:pt x="664" y="294"/>
                    <a:pt x="666" y="297"/>
                  </a:cubicBezTo>
                  <a:cubicBezTo>
                    <a:pt x="668" y="300"/>
                    <a:pt x="670" y="300"/>
                    <a:pt x="668" y="302"/>
                  </a:cubicBezTo>
                  <a:cubicBezTo>
                    <a:pt x="666" y="303"/>
                    <a:pt x="663" y="302"/>
                    <a:pt x="664" y="304"/>
                  </a:cubicBezTo>
                  <a:cubicBezTo>
                    <a:pt x="665" y="307"/>
                    <a:pt x="666" y="305"/>
                    <a:pt x="667" y="308"/>
                  </a:cubicBezTo>
                  <a:cubicBezTo>
                    <a:pt x="668" y="312"/>
                    <a:pt x="666" y="314"/>
                    <a:pt x="669" y="315"/>
                  </a:cubicBezTo>
                  <a:cubicBezTo>
                    <a:pt x="672" y="317"/>
                    <a:pt x="675" y="317"/>
                    <a:pt x="676" y="319"/>
                  </a:cubicBezTo>
                  <a:cubicBezTo>
                    <a:pt x="677" y="321"/>
                    <a:pt x="676" y="321"/>
                    <a:pt x="676" y="324"/>
                  </a:cubicBezTo>
                  <a:cubicBezTo>
                    <a:pt x="675" y="328"/>
                    <a:pt x="674" y="329"/>
                    <a:pt x="677" y="330"/>
                  </a:cubicBezTo>
                  <a:cubicBezTo>
                    <a:pt x="679" y="331"/>
                    <a:pt x="681" y="329"/>
                    <a:pt x="683" y="331"/>
                  </a:cubicBezTo>
                  <a:cubicBezTo>
                    <a:pt x="685" y="333"/>
                    <a:pt x="684" y="335"/>
                    <a:pt x="686" y="336"/>
                  </a:cubicBezTo>
                  <a:cubicBezTo>
                    <a:pt x="689" y="337"/>
                    <a:pt x="689" y="335"/>
                    <a:pt x="693" y="336"/>
                  </a:cubicBezTo>
                  <a:cubicBezTo>
                    <a:pt x="697" y="338"/>
                    <a:pt x="699" y="338"/>
                    <a:pt x="699" y="340"/>
                  </a:cubicBezTo>
                  <a:cubicBezTo>
                    <a:pt x="700" y="343"/>
                    <a:pt x="700" y="348"/>
                    <a:pt x="701" y="347"/>
                  </a:cubicBezTo>
                  <a:cubicBezTo>
                    <a:pt x="702" y="347"/>
                    <a:pt x="702" y="344"/>
                    <a:pt x="703" y="342"/>
                  </a:cubicBezTo>
                  <a:cubicBezTo>
                    <a:pt x="704" y="341"/>
                    <a:pt x="708" y="342"/>
                    <a:pt x="708" y="340"/>
                  </a:cubicBezTo>
                  <a:cubicBezTo>
                    <a:pt x="707" y="337"/>
                    <a:pt x="704" y="340"/>
                    <a:pt x="703" y="337"/>
                  </a:cubicBezTo>
                  <a:cubicBezTo>
                    <a:pt x="702" y="335"/>
                    <a:pt x="702" y="333"/>
                    <a:pt x="704" y="332"/>
                  </a:cubicBezTo>
                  <a:cubicBezTo>
                    <a:pt x="705" y="331"/>
                    <a:pt x="706" y="330"/>
                    <a:pt x="711" y="330"/>
                  </a:cubicBezTo>
                  <a:cubicBezTo>
                    <a:pt x="716" y="330"/>
                    <a:pt x="718" y="331"/>
                    <a:pt x="721" y="332"/>
                  </a:cubicBezTo>
                  <a:cubicBezTo>
                    <a:pt x="724" y="333"/>
                    <a:pt x="724" y="332"/>
                    <a:pt x="727" y="336"/>
                  </a:cubicBezTo>
                  <a:cubicBezTo>
                    <a:pt x="730" y="341"/>
                    <a:pt x="732" y="341"/>
                    <a:pt x="732" y="344"/>
                  </a:cubicBezTo>
                  <a:cubicBezTo>
                    <a:pt x="732" y="347"/>
                    <a:pt x="730" y="348"/>
                    <a:pt x="728" y="350"/>
                  </a:cubicBezTo>
                  <a:cubicBezTo>
                    <a:pt x="726" y="352"/>
                    <a:pt x="725" y="352"/>
                    <a:pt x="726" y="355"/>
                  </a:cubicBezTo>
                  <a:cubicBezTo>
                    <a:pt x="726" y="358"/>
                    <a:pt x="726" y="359"/>
                    <a:pt x="725" y="360"/>
                  </a:cubicBezTo>
                  <a:cubicBezTo>
                    <a:pt x="723" y="362"/>
                    <a:pt x="721" y="362"/>
                    <a:pt x="721" y="363"/>
                  </a:cubicBezTo>
                  <a:cubicBezTo>
                    <a:pt x="721" y="365"/>
                    <a:pt x="722" y="366"/>
                    <a:pt x="721" y="367"/>
                  </a:cubicBezTo>
                  <a:cubicBezTo>
                    <a:pt x="720" y="369"/>
                    <a:pt x="718" y="368"/>
                    <a:pt x="717" y="370"/>
                  </a:cubicBezTo>
                  <a:cubicBezTo>
                    <a:pt x="716" y="371"/>
                    <a:pt x="714" y="371"/>
                    <a:pt x="713" y="371"/>
                  </a:cubicBezTo>
                  <a:cubicBezTo>
                    <a:pt x="711" y="371"/>
                    <a:pt x="712" y="370"/>
                    <a:pt x="707" y="370"/>
                  </a:cubicBezTo>
                  <a:cubicBezTo>
                    <a:pt x="702" y="370"/>
                    <a:pt x="702" y="371"/>
                    <a:pt x="699" y="371"/>
                  </a:cubicBezTo>
                  <a:cubicBezTo>
                    <a:pt x="696" y="370"/>
                    <a:pt x="696" y="369"/>
                    <a:pt x="692" y="369"/>
                  </a:cubicBezTo>
                  <a:cubicBezTo>
                    <a:pt x="688" y="369"/>
                    <a:pt x="685" y="369"/>
                    <a:pt x="684" y="370"/>
                  </a:cubicBezTo>
                  <a:cubicBezTo>
                    <a:pt x="683" y="372"/>
                    <a:pt x="682" y="375"/>
                    <a:pt x="679" y="375"/>
                  </a:cubicBezTo>
                  <a:cubicBezTo>
                    <a:pt x="676" y="374"/>
                    <a:pt x="672" y="373"/>
                    <a:pt x="668" y="372"/>
                  </a:cubicBezTo>
                  <a:cubicBezTo>
                    <a:pt x="664" y="371"/>
                    <a:pt x="663" y="369"/>
                    <a:pt x="658" y="371"/>
                  </a:cubicBezTo>
                  <a:cubicBezTo>
                    <a:pt x="653" y="373"/>
                    <a:pt x="652" y="375"/>
                    <a:pt x="647" y="376"/>
                  </a:cubicBezTo>
                  <a:cubicBezTo>
                    <a:pt x="642" y="377"/>
                    <a:pt x="641" y="376"/>
                    <a:pt x="635" y="379"/>
                  </a:cubicBezTo>
                  <a:cubicBezTo>
                    <a:pt x="629" y="382"/>
                    <a:pt x="625" y="383"/>
                    <a:pt x="622" y="384"/>
                  </a:cubicBezTo>
                  <a:cubicBezTo>
                    <a:pt x="619" y="385"/>
                    <a:pt x="607" y="388"/>
                    <a:pt x="602" y="390"/>
                  </a:cubicBezTo>
                  <a:cubicBezTo>
                    <a:pt x="597" y="391"/>
                    <a:pt x="592" y="393"/>
                    <a:pt x="587" y="395"/>
                  </a:cubicBezTo>
                  <a:cubicBezTo>
                    <a:pt x="582" y="397"/>
                    <a:pt x="578" y="397"/>
                    <a:pt x="575" y="397"/>
                  </a:cubicBezTo>
                  <a:cubicBezTo>
                    <a:pt x="572" y="398"/>
                    <a:pt x="569" y="397"/>
                    <a:pt x="565" y="397"/>
                  </a:cubicBezTo>
                  <a:cubicBezTo>
                    <a:pt x="562" y="396"/>
                    <a:pt x="558" y="395"/>
                    <a:pt x="555" y="393"/>
                  </a:cubicBezTo>
                  <a:cubicBezTo>
                    <a:pt x="552" y="391"/>
                    <a:pt x="548" y="390"/>
                    <a:pt x="548" y="388"/>
                  </a:cubicBezTo>
                  <a:cubicBezTo>
                    <a:pt x="547" y="387"/>
                    <a:pt x="548" y="386"/>
                    <a:pt x="550" y="385"/>
                  </a:cubicBezTo>
                  <a:cubicBezTo>
                    <a:pt x="552" y="385"/>
                    <a:pt x="554" y="384"/>
                    <a:pt x="558" y="383"/>
                  </a:cubicBezTo>
                  <a:cubicBezTo>
                    <a:pt x="562" y="381"/>
                    <a:pt x="564" y="381"/>
                    <a:pt x="570" y="379"/>
                  </a:cubicBezTo>
                  <a:cubicBezTo>
                    <a:pt x="576" y="377"/>
                    <a:pt x="578" y="376"/>
                    <a:pt x="581" y="375"/>
                  </a:cubicBezTo>
                  <a:cubicBezTo>
                    <a:pt x="584" y="374"/>
                    <a:pt x="586" y="373"/>
                    <a:pt x="591" y="373"/>
                  </a:cubicBezTo>
                  <a:cubicBezTo>
                    <a:pt x="595" y="373"/>
                    <a:pt x="597" y="373"/>
                    <a:pt x="601" y="373"/>
                  </a:cubicBezTo>
                  <a:cubicBezTo>
                    <a:pt x="604" y="372"/>
                    <a:pt x="607" y="372"/>
                    <a:pt x="608" y="369"/>
                  </a:cubicBezTo>
                  <a:cubicBezTo>
                    <a:pt x="609" y="367"/>
                    <a:pt x="611" y="366"/>
                    <a:pt x="612" y="364"/>
                  </a:cubicBezTo>
                  <a:cubicBezTo>
                    <a:pt x="613" y="362"/>
                    <a:pt x="614" y="360"/>
                    <a:pt x="610" y="362"/>
                  </a:cubicBezTo>
                  <a:cubicBezTo>
                    <a:pt x="607" y="364"/>
                    <a:pt x="607" y="366"/>
                    <a:pt x="604" y="366"/>
                  </a:cubicBezTo>
                  <a:cubicBezTo>
                    <a:pt x="602" y="367"/>
                    <a:pt x="603" y="364"/>
                    <a:pt x="599" y="365"/>
                  </a:cubicBezTo>
                  <a:cubicBezTo>
                    <a:pt x="596" y="366"/>
                    <a:pt x="595" y="367"/>
                    <a:pt x="593" y="368"/>
                  </a:cubicBezTo>
                  <a:cubicBezTo>
                    <a:pt x="590" y="368"/>
                    <a:pt x="588" y="368"/>
                    <a:pt x="588" y="367"/>
                  </a:cubicBezTo>
                  <a:cubicBezTo>
                    <a:pt x="588" y="366"/>
                    <a:pt x="590" y="364"/>
                    <a:pt x="588" y="364"/>
                  </a:cubicBezTo>
                  <a:cubicBezTo>
                    <a:pt x="586" y="364"/>
                    <a:pt x="585" y="364"/>
                    <a:pt x="584" y="364"/>
                  </a:cubicBezTo>
                  <a:cubicBezTo>
                    <a:pt x="582" y="363"/>
                    <a:pt x="581" y="364"/>
                    <a:pt x="579" y="366"/>
                  </a:cubicBezTo>
                  <a:cubicBezTo>
                    <a:pt x="578" y="368"/>
                    <a:pt x="577" y="369"/>
                    <a:pt x="573" y="369"/>
                  </a:cubicBezTo>
                  <a:cubicBezTo>
                    <a:pt x="569" y="369"/>
                    <a:pt x="568" y="369"/>
                    <a:pt x="564" y="369"/>
                  </a:cubicBezTo>
                  <a:cubicBezTo>
                    <a:pt x="560" y="370"/>
                    <a:pt x="557" y="371"/>
                    <a:pt x="557" y="368"/>
                  </a:cubicBezTo>
                  <a:cubicBezTo>
                    <a:pt x="556" y="366"/>
                    <a:pt x="553" y="368"/>
                    <a:pt x="556" y="365"/>
                  </a:cubicBezTo>
                  <a:cubicBezTo>
                    <a:pt x="560" y="361"/>
                    <a:pt x="560" y="360"/>
                    <a:pt x="560" y="358"/>
                  </a:cubicBezTo>
                  <a:cubicBezTo>
                    <a:pt x="560" y="357"/>
                    <a:pt x="559" y="357"/>
                    <a:pt x="557" y="357"/>
                  </a:cubicBezTo>
                  <a:cubicBezTo>
                    <a:pt x="555" y="357"/>
                    <a:pt x="556" y="355"/>
                    <a:pt x="553" y="355"/>
                  </a:cubicBezTo>
                  <a:cubicBezTo>
                    <a:pt x="551" y="355"/>
                    <a:pt x="551" y="356"/>
                    <a:pt x="551" y="359"/>
                  </a:cubicBezTo>
                  <a:cubicBezTo>
                    <a:pt x="552" y="363"/>
                    <a:pt x="551" y="364"/>
                    <a:pt x="550" y="363"/>
                  </a:cubicBezTo>
                  <a:cubicBezTo>
                    <a:pt x="548" y="362"/>
                    <a:pt x="546" y="360"/>
                    <a:pt x="545" y="360"/>
                  </a:cubicBezTo>
                  <a:cubicBezTo>
                    <a:pt x="544" y="360"/>
                    <a:pt x="543" y="361"/>
                    <a:pt x="544" y="363"/>
                  </a:cubicBezTo>
                  <a:cubicBezTo>
                    <a:pt x="546" y="365"/>
                    <a:pt x="547" y="364"/>
                    <a:pt x="547" y="366"/>
                  </a:cubicBezTo>
                  <a:cubicBezTo>
                    <a:pt x="546" y="368"/>
                    <a:pt x="543" y="369"/>
                    <a:pt x="542" y="370"/>
                  </a:cubicBezTo>
                  <a:cubicBezTo>
                    <a:pt x="540" y="371"/>
                    <a:pt x="540" y="373"/>
                    <a:pt x="538" y="374"/>
                  </a:cubicBezTo>
                  <a:cubicBezTo>
                    <a:pt x="536" y="374"/>
                    <a:pt x="536" y="376"/>
                    <a:pt x="533" y="374"/>
                  </a:cubicBezTo>
                  <a:cubicBezTo>
                    <a:pt x="531" y="372"/>
                    <a:pt x="530" y="372"/>
                    <a:pt x="530" y="370"/>
                  </a:cubicBezTo>
                  <a:cubicBezTo>
                    <a:pt x="530" y="369"/>
                    <a:pt x="531" y="365"/>
                    <a:pt x="529" y="366"/>
                  </a:cubicBezTo>
                  <a:cubicBezTo>
                    <a:pt x="527" y="367"/>
                    <a:pt x="529" y="369"/>
                    <a:pt x="526" y="368"/>
                  </a:cubicBezTo>
                  <a:cubicBezTo>
                    <a:pt x="524" y="368"/>
                    <a:pt x="522" y="366"/>
                    <a:pt x="521" y="367"/>
                  </a:cubicBezTo>
                  <a:cubicBezTo>
                    <a:pt x="521" y="368"/>
                    <a:pt x="521" y="370"/>
                    <a:pt x="521" y="371"/>
                  </a:cubicBezTo>
                  <a:cubicBezTo>
                    <a:pt x="522" y="371"/>
                    <a:pt x="524" y="372"/>
                    <a:pt x="522" y="373"/>
                  </a:cubicBezTo>
                  <a:cubicBezTo>
                    <a:pt x="520" y="374"/>
                    <a:pt x="517" y="374"/>
                    <a:pt x="514" y="372"/>
                  </a:cubicBezTo>
                  <a:cubicBezTo>
                    <a:pt x="511" y="371"/>
                    <a:pt x="509" y="372"/>
                    <a:pt x="509" y="369"/>
                  </a:cubicBezTo>
                  <a:cubicBezTo>
                    <a:pt x="508" y="366"/>
                    <a:pt x="508" y="365"/>
                    <a:pt x="507" y="365"/>
                  </a:cubicBezTo>
                  <a:cubicBezTo>
                    <a:pt x="506" y="365"/>
                    <a:pt x="504" y="366"/>
                    <a:pt x="501" y="366"/>
                  </a:cubicBezTo>
                  <a:cubicBezTo>
                    <a:pt x="498" y="367"/>
                    <a:pt x="494" y="367"/>
                    <a:pt x="491" y="366"/>
                  </a:cubicBezTo>
                  <a:cubicBezTo>
                    <a:pt x="489" y="366"/>
                    <a:pt x="485" y="366"/>
                    <a:pt x="483" y="364"/>
                  </a:cubicBezTo>
                  <a:cubicBezTo>
                    <a:pt x="481" y="362"/>
                    <a:pt x="479" y="362"/>
                    <a:pt x="481" y="360"/>
                  </a:cubicBezTo>
                  <a:cubicBezTo>
                    <a:pt x="482" y="359"/>
                    <a:pt x="484" y="357"/>
                    <a:pt x="486" y="357"/>
                  </a:cubicBezTo>
                  <a:cubicBezTo>
                    <a:pt x="487" y="357"/>
                    <a:pt x="492" y="356"/>
                    <a:pt x="495" y="356"/>
                  </a:cubicBezTo>
                  <a:cubicBezTo>
                    <a:pt x="498" y="356"/>
                    <a:pt x="500" y="356"/>
                    <a:pt x="505" y="355"/>
                  </a:cubicBezTo>
                  <a:cubicBezTo>
                    <a:pt x="510" y="354"/>
                    <a:pt x="513" y="352"/>
                    <a:pt x="516" y="351"/>
                  </a:cubicBezTo>
                  <a:cubicBezTo>
                    <a:pt x="519" y="351"/>
                    <a:pt x="523" y="350"/>
                    <a:pt x="526" y="349"/>
                  </a:cubicBezTo>
                  <a:cubicBezTo>
                    <a:pt x="529" y="348"/>
                    <a:pt x="535" y="346"/>
                    <a:pt x="535" y="345"/>
                  </a:cubicBezTo>
                  <a:cubicBezTo>
                    <a:pt x="535" y="344"/>
                    <a:pt x="534" y="343"/>
                    <a:pt x="530" y="345"/>
                  </a:cubicBezTo>
                  <a:cubicBezTo>
                    <a:pt x="527" y="347"/>
                    <a:pt x="524" y="348"/>
                    <a:pt x="519" y="348"/>
                  </a:cubicBezTo>
                  <a:cubicBezTo>
                    <a:pt x="514" y="348"/>
                    <a:pt x="512" y="347"/>
                    <a:pt x="509" y="349"/>
                  </a:cubicBezTo>
                  <a:cubicBezTo>
                    <a:pt x="506" y="350"/>
                    <a:pt x="505" y="350"/>
                    <a:pt x="502" y="350"/>
                  </a:cubicBezTo>
                  <a:cubicBezTo>
                    <a:pt x="499" y="349"/>
                    <a:pt x="497" y="349"/>
                    <a:pt x="495" y="349"/>
                  </a:cubicBezTo>
                  <a:cubicBezTo>
                    <a:pt x="492" y="349"/>
                    <a:pt x="489" y="350"/>
                    <a:pt x="491" y="348"/>
                  </a:cubicBezTo>
                  <a:cubicBezTo>
                    <a:pt x="492" y="347"/>
                    <a:pt x="492" y="347"/>
                    <a:pt x="494" y="345"/>
                  </a:cubicBezTo>
                  <a:cubicBezTo>
                    <a:pt x="495" y="342"/>
                    <a:pt x="493" y="341"/>
                    <a:pt x="498" y="341"/>
                  </a:cubicBezTo>
                  <a:cubicBezTo>
                    <a:pt x="502" y="341"/>
                    <a:pt x="503" y="340"/>
                    <a:pt x="506" y="341"/>
                  </a:cubicBezTo>
                  <a:cubicBezTo>
                    <a:pt x="509" y="341"/>
                    <a:pt x="511" y="340"/>
                    <a:pt x="512" y="340"/>
                  </a:cubicBezTo>
                  <a:cubicBezTo>
                    <a:pt x="514" y="339"/>
                    <a:pt x="515" y="339"/>
                    <a:pt x="518" y="339"/>
                  </a:cubicBezTo>
                  <a:cubicBezTo>
                    <a:pt x="522" y="339"/>
                    <a:pt x="525" y="338"/>
                    <a:pt x="528" y="338"/>
                  </a:cubicBezTo>
                  <a:cubicBezTo>
                    <a:pt x="531" y="338"/>
                    <a:pt x="535" y="339"/>
                    <a:pt x="536" y="337"/>
                  </a:cubicBezTo>
                  <a:cubicBezTo>
                    <a:pt x="537" y="336"/>
                    <a:pt x="537" y="335"/>
                    <a:pt x="533" y="336"/>
                  </a:cubicBezTo>
                  <a:cubicBezTo>
                    <a:pt x="529" y="337"/>
                    <a:pt x="527" y="337"/>
                    <a:pt x="522" y="337"/>
                  </a:cubicBezTo>
                  <a:cubicBezTo>
                    <a:pt x="518" y="337"/>
                    <a:pt x="516" y="337"/>
                    <a:pt x="513" y="336"/>
                  </a:cubicBezTo>
                  <a:cubicBezTo>
                    <a:pt x="510" y="336"/>
                    <a:pt x="509" y="337"/>
                    <a:pt x="505" y="336"/>
                  </a:cubicBezTo>
                  <a:cubicBezTo>
                    <a:pt x="502" y="335"/>
                    <a:pt x="501" y="335"/>
                    <a:pt x="501" y="334"/>
                  </a:cubicBezTo>
                  <a:cubicBezTo>
                    <a:pt x="501" y="333"/>
                    <a:pt x="503" y="332"/>
                    <a:pt x="502" y="331"/>
                  </a:cubicBezTo>
                  <a:cubicBezTo>
                    <a:pt x="502" y="330"/>
                    <a:pt x="500" y="330"/>
                    <a:pt x="503" y="328"/>
                  </a:cubicBezTo>
                  <a:cubicBezTo>
                    <a:pt x="505" y="326"/>
                    <a:pt x="505" y="325"/>
                    <a:pt x="507" y="325"/>
                  </a:cubicBezTo>
                  <a:cubicBezTo>
                    <a:pt x="510" y="325"/>
                    <a:pt x="511" y="324"/>
                    <a:pt x="513" y="324"/>
                  </a:cubicBezTo>
                  <a:cubicBezTo>
                    <a:pt x="515" y="324"/>
                    <a:pt x="516" y="323"/>
                    <a:pt x="520" y="324"/>
                  </a:cubicBezTo>
                  <a:cubicBezTo>
                    <a:pt x="524" y="326"/>
                    <a:pt x="527" y="326"/>
                    <a:pt x="531" y="326"/>
                  </a:cubicBezTo>
                  <a:cubicBezTo>
                    <a:pt x="534" y="326"/>
                    <a:pt x="534" y="326"/>
                    <a:pt x="537" y="326"/>
                  </a:cubicBezTo>
                  <a:cubicBezTo>
                    <a:pt x="540" y="326"/>
                    <a:pt x="541" y="325"/>
                    <a:pt x="541" y="324"/>
                  </a:cubicBezTo>
                  <a:cubicBezTo>
                    <a:pt x="540" y="323"/>
                    <a:pt x="539" y="323"/>
                    <a:pt x="535" y="323"/>
                  </a:cubicBezTo>
                  <a:cubicBezTo>
                    <a:pt x="531" y="323"/>
                    <a:pt x="528" y="320"/>
                    <a:pt x="524" y="320"/>
                  </a:cubicBezTo>
                  <a:cubicBezTo>
                    <a:pt x="521" y="319"/>
                    <a:pt x="519" y="321"/>
                    <a:pt x="518" y="319"/>
                  </a:cubicBezTo>
                  <a:cubicBezTo>
                    <a:pt x="517" y="316"/>
                    <a:pt x="517" y="315"/>
                    <a:pt x="520" y="314"/>
                  </a:cubicBezTo>
                  <a:cubicBezTo>
                    <a:pt x="523" y="314"/>
                    <a:pt x="526" y="313"/>
                    <a:pt x="529" y="311"/>
                  </a:cubicBezTo>
                  <a:cubicBezTo>
                    <a:pt x="533" y="310"/>
                    <a:pt x="534" y="309"/>
                    <a:pt x="539" y="310"/>
                  </a:cubicBezTo>
                  <a:cubicBezTo>
                    <a:pt x="543" y="310"/>
                    <a:pt x="546" y="310"/>
                    <a:pt x="549" y="313"/>
                  </a:cubicBezTo>
                  <a:close/>
                  <a:moveTo>
                    <a:pt x="550" y="294"/>
                  </a:moveTo>
                  <a:cubicBezTo>
                    <a:pt x="553" y="294"/>
                    <a:pt x="553" y="294"/>
                    <a:pt x="555" y="294"/>
                  </a:cubicBezTo>
                  <a:cubicBezTo>
                    <a:pt x="557" y="294"/>
                    <a:pt x="558" y="293"/>
                    <a:pt x="560" y="294"/>
                  </a:cubicBezTo>
                  <a:cubicBezTo>
                    <a:pt x="562" y="296"/>
                    <a:pt x="561" y="296"/>
                    <a:pt x="563" y="297"/>
                  </a:cubicBezTo>
                  <a:cubicBezTo>
                    <a:pt x="564" y="299"/>
                    <a:pt x="566" y="298"/>
                    <a:pt x="565" y="300"/>
                  </a:cubicBezTo>
                  <a:cubicBezTo>
                    <a:pt x="564" y="301"/>
                    <a:pt x="564" y="302"/>
                    <a:pt x="561" y="302"/>
                  </a:cubicBezTo>
                  <a:cubicBezTo>
                    <a:pt x="557" y="302"/>
                    <a:pt x="554" y="302"/>
                    <a:pt x="552" y="301"/>
                  </a:cubicBezTo>
                  <a:cubicBezTo>
                    <a:pt x="549" y="300"/>
                    <a:pt x="548" y="300"/>
                    <a:pt x="545" y="299"/>
                  </a:cubicBezTo>
                  <a:cubicBezTo>
                    <a:pt x="541" y="299"/>
                    <a:pt x="538" y="301"/>
                    <a:pt x="538" y="299"/>
                  </a:cubicBezTo>
                  <a:cubicBezTo>
                    <a:pt x="538" y="297"/>
                    <a:pt x="537" y="296"/>
                    <a:pt x="540" y="296"/>
                  </a:cubicBezTo>
                  <a:cubicBezTo>
                    <a:pt x="543" y="295"/>
                    <a:pt x="542" y="295"/>
                    <a:pt x="544" y="294"/>
                  </a:cubicBezTo>
                  <a:cubicBezTo>
                    <a:pt x="545" y="294"/>
                    <a:pt x="548" y="294"/>
                    <a:pt x="550" y="294"/>
                  </a:cubicBezTo>
                  <a:close/>
                  <a:moveTo>
                    <a:pt x="553" y="245"/>
                  </a:moveTo>
                  <a:cubicBezTo>
                    <a:pt x="556" y="248"/>
                    <a:pt x="556" y="248"/>
                    <a:pt x="559" y="250"/>
                  </a:cubicBezTo>
                  <a:cubicBezTo>
                    <a:pt x="561" y="251"/>
                    <a:pt x="563" y="250"/>
                    <a:pt x="562" y="252"/>
                  </a:cubicBezTo>
                  <a:cubicBezTo>
                    <a:pt x="561" y="255"/>
                    <a:pt x="563" y="255"/>
                    <a:pt x="559" y="256"/>
                  </a:cubicBezTo>
                  <a:cubicBezTo>
                    <a:pt x="555" y="257"/>
                    <a:pt x="553" y="256"/>
                    <a:pt x="551" y="257"/>
                  </a:cubicBezTo>
                  <a:cubicBezTo>
                    <a:pt x="548" y="258"/>
                    <a:pt x="543" y="256"/>
                    <a:pt x="542" y="254"/>
                  </a:cubicBezTo>
                  <a:cubicBezTo>
                    <a:pt x="541" y="252"/>
                    <a:pt x="541" y="252"/>
                    <a:pt x="538" y="250"/>
                  </a:cubicBezTo>
                  <a:cubicBezTo>
                    <a:pt x="535" y="248"/>
                    <a:pt x="533" y="249"/>
                    <a:pt x="534" y="247"/>
                  </a:cubicBezTo>
                  <a:cubicBezTo>
                    <a:pt x="535" y="245"/>
                    <a:pt x="537" y="245"/>
                    <a:pt x="539" y="245"/>
                  </a:cubicBezTo>
                  <a:cubicBezTo>
                    <a:pt x="542" y="244"/>
                    <a:pt x="545" y="242"/>
                    <a:pt x="547" y="241"/>
                  </a:cubicBezTo>
                  <a:cubicBezTo>
                    <a:pt x="548" y="241"/>
                    <a:pt x="550" y="241"/>
                    <a:pt x="553" y="245"/>
                  </a:cubicBezTo>
                  <a:close/>
                  <a:moveTo>
                    <a:pt x="571" y="249"/>
                  </a:moveTo>
                  <a:cubicBezTo>
                    <a:pt x="569" y="252"/>
                    <a:pt x="568" y="251"/>
                    <a:pt x="569" y="254"/>
                  </a:cubicBezTo>
                  <a:cubicBezTo>
                    <a:pt x="570" y="256"/>
                    <a:pt x="571" y="256"/>
                    <a:pt x="571" y="258"/>
                  </a:cubicBezTo>
                  <a:cubicBezTo>
                    <a:pt x="572" y="261"/>
                    <a:pt x="572" y="263"/>
                    <a:pt x="572" y="264"/>
                  </a:cubicBezTo>
                  <a:cubicBezTo>
                    <a:pt x="572" y="265"/>
                    <a:pt x="572" y="266"/>
                    <a:pt x="574" y="267"/>
                  </a:cubicBezTo>
                  <a:cubicBezTo>
                    <a:pt x="576" y="268"/>
                    <a:pt x="576" y="269"/>
                    <a:pt x="578" y="269"/>
                  </a:cubicBezTo>
                  <a:cubicBezTo>
                    <a:pt x="580" y="269"/>
                    <a:pt x="580" y="267"/>
                    <a:pt x="583" y="269"/>
                  </a:cubicBezTo>
                  <a:cubicBezTo>
                    <a:pt x="586" y="271"/>
                    <a:pt x="585" y="272"/>
                    <a:pt x="587" y="273"/>
                  </a:cubicBezTo>
                  <a:cubicBezTo>
                    <a:pt x="590" y="274"/>
                    <a:pt x="590" y="273"/>
                    <a:pt x="593" y="274"/>
                  </a:cubicBezTo>
                  <a:cubicBezTo>
                    <a:pt x="595" y="274"/>
                    <a:pt x="595" y="274"/>
                    <a:pt x="599" y="273"/>
                  </a:cubicBezTo>
                  <a:cubicBezTo>
                    <a:pt x="602" y="272"/>
                    <a:pt x="601" y="271"/>
                    <a:pt x="604" y="271"/>
                  </a:cubicBezTo>
                  <a:cubicBezTo>
                    <a:pt x="606" y="271"/>
                    <a:pt x="608" y="270"/>
                    <a:pt x="611" y="270"/>
                  </a:cubicBezTo>
                  <a:cubicBezTo>
                    <a:pt x="615" y="270"/>
                    <a:pt x="616" y="269"/>
                    <a:pt x="618" y="268"/>
                  </a:cubicBezTo>
                  <a:cubicBezTo>
                    <a:pt x="621" y="268"/>
                    <a:pt x="621" y="267"/>
                    <a:pt x="623" y="267"/>
                  </a:cubicBezTo>
                  <a:cubicBezTo>
                    <a:pt x="625" y="267"/>
                    <a:pt x="627" y="266"/>
                    <a:pt x="629" y="266"/>
                  </a:cubicBezTo>
                  <a:cubicBezTo>
                    <a:pt x="632" y="266"/>
                    <a:pt x="633" y="266"/>
                    <a:pt x="634" y="264"/>
                  </a:cubicBezTo>
                  <a:cubicBezTo>
                    <a:pt x="634" y="262"/>
                    <a:pt x="635" y="262"/>
                    <a:pt x="636" y="261"/>
                  </a:cubicBezTo>
                  <a:cubicBezTo>
                    <a:pt x="636" y="259"/>
                    <a:pt x="638" y="258"/>
                    <a:pt x="635" y="256"/>
                  </a:cubicBezTo>
                  <a:cubicBezTo>
                    <a:pt x="633" y="255"/>
                    <a:pt x="628" y="255"/>
                    <a:pt x="627" y="256"/>
                  </a:cubicBezTo>
                  <a:cubicBezTo>
                    <a:pt x="627" y="257"/>
                    <a:pt x="625" y="258"/>
                    <a:pt x="623" y="257"/>
                  </a:cubicBezTo>
                  <a:cubicBezTo>
                    <a:pt x="621" y="256"/>
                    <a:pt x="619" y="253"/>
                    <a:pt x="620" y="252"/>
                  </a:cubicBezTo>
                  <a:cubicBezTo>
                    <a:pt x="620" y="251"/>
                    <a:pt x="621" y="250"/>
                    <a:pt x="624" y="250"/>
                  </a:cubicBezTo>
                  <a:cubicBezTo>
                    <a:pt x="627" y="251"/>
                    <a:pt x="628" y="251"/>
                    <a:pt x="630" y="250"/>
                  </a:cubicBezTo>
                  <a:cubicBezTo>
                    <a:pt x="632" y="249"/>
                    <a:pt x="632" y="248"/>
                    <a:pt x="635" y="248"/>
                  </a:cubicBezTo>
                  <a:cubicBezTo>
                    <a:pt x="638" y="248"/>
                    <a:pt x="641" y="247"/>
                    <a:pt x="642" y="245"/>
                  </a:cubicBezTo>
                  <a:cubicBezTo>
                    <a:pt x="642" y="243"/>
                    <a:pt x="646" y="242"/>
                    <a:pt x="644" y="241"/>
                  </a:cubicBezTo>
                  <a:cubicBezTo>
                    <a:pt x="642" y="240"/>
                    <a:pt x="641" y="241"/>
                    <a:pt x="637" y="240"/>
                  </a:cubicBezTo>
                  <a:cubicBezTo>
                    <a:pt x="633" y="240"/>
                    <a:pt x="632" y="239"/>
                    <a:pt x="629" y="241"/>
                  </a:cubicBezTo>
                  <a:cubicBezTo>
                    <a:pt x="625" y="243"/>
                    <a:pt x="622" y="243"/>
                    <a:pt x="619" y="243"/>
                  </a:cubicBezTo>
                  <a:cubicBezTo>
                    <a:pt x="615" y="243"/>
                    <a:pt x="616" y="243"/>
                    <a:pt x="612" y="244"/>
                  </a:cubicBezTo>
                  <a:cubicBezTo>
                    <a:pt x="607" y="245"/>
                    <a:pt x="608" y="245"/>
                    <a:pt x="603" y="245"/>
                  </a:cubicBezTo>
                  <a:cubicBezTo>
                    <a:pt x="598" y="245"/>
                    <a:pt x="595" y="245"/>
                    <a:pt x="593" y="246"/>
                  </a:cubicBezTo>
                  <a:cubicBezTo>
                    <a:pt x="591" y="247"/>
                    <a:pt x="588" y="247"/>
                    <a:pt x="584" y="247"/>
                  </a:cubicBezTo>
                  <a:cubicBezTo>
                    <a:pt x="579" y="248"/>
                    <a:pt x="573" y="247"/>
                    <a:pt x="571" y="249"/>
                  </a:cubicBezTo>
                  <a:close/>
                  <a:moveTo>
                    <a:pt x="603" y="216"/>
                  </a:moveTo>
                  <a:cubicBezTo>
                    <a:pt x="607" y="215"/>
                    <a:pt x="610" y="215"/>
                    <a:pt x="613" y="213"/>
                  </a:cubicBezTo>
                  <a:cubicBezTo>
                    <a:pt x="617" y="212"/>
                    <a:pt x="617" y="212"/>
                    <a:pt x="621" y="211"/>
                  </a:cubicBezTo>
                  <a:cubicBezTo>
                    <a:pt x="625" y="211"/>
                    <a:pt x="628" y="210"/>
                    <a:pt x="631" y="212"/>
                  </a:cubicBezTo>
                  <a:cubicBezTo>
                    <a:pt x="635" y="213"/>
                    <a:pt x="634" y="214"/>
                    <a:pt x="638" y="215"/>
                  </a:cubicBezTo>
                  <a:cubicBezTo>
                    <a:pt x="642" y="215"/>
                    <a:pt x="643" y="215"/>
                    <a:pt x="647" y="218"/>
                  </a:cubicBezTo>
                  <a:cubicBezTo>
                    <a:pt x="652" y="221"/>
                    <a:pt x="652" y="221"/>
                    <a:pt x="651" y="224"/>
                  </a:cubicBezTo>
                  <a:cubicBezTo>
                    <a:pt x="650" y="227"/>
                    <a:pt x="649" y="228"/>
                    <a:pt x="647" y="229"/>
                  </a:cubicBezTo>
                  <a:cubicBezTo>
                    <a:pt x="646" y="231"/>
                    <a:pt x="640" y="232"/>
                    <a:pt x="637" y="231"/>
                  </a:cubicBezTo>
                  <a:cubicBezTo>
                    <a:pt x="634" y="230"/>
                    <a:pt x="631" y="229"/>
                    <a:pt x="628" y="229"/>
                  </a:cubicBezTo>
                  <a:cubicBezTo>
                    <a:pt x="625" y="229"/>
                    <a:pt x="623" y="229"/>
                    <a:pt x="619" y="228"/>
                  </a:cubicBezTo>
                  <a:cubicBezTo>
                    <a:pt x="615" y="227"/>
                    <a:pt x="612" y="226"/>
                    <a:pt x="610" y="228"/>
                  </a:cubicBezTo>
                  <a:cubicBezTo>
                    <a:pt x="609" y="230"/>
                    <a:pt x="608" y="232"/>
                    <a:pt x="605" y="232"/>
                  </a:cubicBezTo>
                  <a:cubicBezTo>
                    <a:pt x="603" y="232"/>
                    <a:pt x="600" y="231"/>
                    <a:pt x="599" y="230"/>
                  </a:cubicBezTo>
                  <a:cubicBezTo>
                    <a:pt x="597" y="229"/>
                    <a:pt x="595" y="228"/>
                    <a:pt x="593" y="228"/>
                  </a:cubicBezTo>
                  <a:cubicBezTo>
                    <a:pt x="590" y="228"/>
                    <a:pt x="587" y="228"/>
                    <a:pt x="586" y="229"/>
                  </a:cubicBezTo>
                  <a:cubicBezTo>
                    <a:pt x="584" y="231"/>
                    <a:pt x="581" y="231"/>
                    <a:pt x="578" y="232"/>
                  </a:cubicBezTo>
                  <a:cubicBezTo>
                    <a:pt x="574" y="233"/>
                    <a:pt x="572" y="233"/>
                    <a:pt x="570" y="232"/>
                  </a:cubicBezTo>
                  <a:cubicBezTo>
                    <a:pt x="569" y="231"/>
                    <a:pt x="570" y="230"/>
                    <a:pt x="571" y="228"/>
                  </a:cubicBezTo>
                  <a:cubicBezTo>
                    <a:pt x="573" y="226"/>
                    <a:pt x="571" y="227"/>
                    <a:pt x="576" y="225"/>
                  </a:cubicBezTo>
                  <a:cubicBezTo>
                    <a:pt x="582" y="223"/>
                    <a:pt x="584" y="224"/>
                    <a:pt x="587" y="222"/>
                  </a:cubicBezTo>
                  <a:cubicBezTo>
                    <a:pt x="590" y="221"/>
                    <a:pt x="593" y="221"/>
                    <a:pt x="596" y="219"/>
                  </a:cubicBezTo>
                  <a:cubicBezTo>
                    <a:pt x="599" y="218"/>
                    <a:pt x="601" y="217"/>
                    <a:pt x="603" y="216"/>
                  </a:cubicBezTo>
                  <a:close/>
                  <a:moveTo>
                    <a:pt x="481" y="405"/>
                  </a:moveTo>
                  <a:cubicBezTo>
                    <a:pt x="475" y="405"/>
                    <a:pt x="472" y="403"/>
                    <a:pt x="470" y="404"/>
                  </a:cubicBezTo>
                  <a:cubicBezTo>
                    <a:pt x="467" y="404"/>
                    <a:pt x="465" y="404"/>
                    <a:pt x="463" y="405"/>
                  </a:cubicBezTo>
                  <a:cubicBezTo>
                    <a:pt x="460" y="405"/>
                    <a:pt x="458" y="405"/>
                    <a:pt x="455" y="406"/>
                  </a:cubicBezTo>
                  <a:cubicBezTo>
                    <a:pt x="453" y="408"/>
                    <a:pt x="454" y="410"/>
                    <a:pt x="453" y="411"/>
                  </a:cubicBezTo>
                  <a:cubicBezTo>
                    <a:pt x="452" y="412"/>
                    <a:pt x="451" y="413"/>
                    <a:pt x="449" y="414"/>
                  </a:cubicBezTo>
                  <a:cubicBezTo>
                    <a:pt x="447" y="414"/>
                    <a:pt x="448" y="412"/>
                    <a:pt x="448" y="409"/>
                  </a:cubicBezTo>
                  <a:cubicBezTo>
                    <a:pt x="448" y="407"/>
                    <a:pt x="448" y="407"/>
                    <a:pt x="446" y="407"/>
                  </a:cubicBezTo>
                  <a:cubicBezTo>
                    <a:pt x="445" y="406"/>
                    <a:pt x="444" y="406"/>
                    <a:pt x="441" y="406"/>
                  </a:cubicBezTo>
                  <a:cubicBezTo>
                    <a:pt x="438" y="406"/>
                    <a:pt x="439" y="407"/>
                    <a:pt x="438" y="409"/>
                  </a:cubicBezTo>
                  <a:cubicBezTo>
                    <a:pt x="436" y="410"/>
                    <a:pt x="435" y="409"/>
                    <a:pt x="435" y="408"/>
                  </a:cubicBezTo>
                  <a:cubicBezTo>
                    <a:pt x="435" y="407"/>
                    <a:pt x="438" y="406"/>
                    <a:pt x="438" y="405"/>
                  </a:cubicBezTo>
                  <a:cubicBezTo>
                    <a:pt x="437" y="403"/>
                    <a:pt x="436" y="403"/>
                    <a:pt x="432" y="403"/>
                  </a:cubicBezTo>
                  <a:cubicBezTo>
                    <a:pt x="428" y="403"/>
                    <a:pt x="425" y="402"/>
                    <a:pt x="423" y="401"/>
                  </a:cubicBezTo>
                  <a:cubicBezTo>
                    <a:pt x="420" y="401"/>
                    <a:pt x="414" y="399"/>
                    <a:pt x="412" y="397"/>
                  </a:cubicBezTo>
                  <a:cubicBezTo>
                    <a:pt x="410" y="396"/>
                    <a:pt x="408" y="394"/>
                    <a:pt x="404" y="393"/>
                  </a:cubicBezTo>
                  <a:cubicBezTo>
                    <a:pt x="400" y="391"/>
                    <a:pt x="398" y="393"/>
                    <a:pt x="392" y="393"/>
                  </a:cubicBezTo>
                  <a:cubicBezTo>
                    <a:pt x="387" y="394"/>
                    <a:pt x="384" y="394"/>
                    <a:pt x="378" y="394"/>
                  </a:cubicBezTo>
                  <a:cubicBezTo>
                    <a:pt x="372" y="395"/>
                    <a:pt x="366" y="396"/>
                    <a:pt x="359" y="398"/>
                  </a:cubicBezTo>
                  <a:cubicBezTo>
                    <a:pt x="351" y="399"/>
                    <a:pt x="351" y="399"/>
                    <a:pt x="345" y="399"/>
                  </a:cubicBezTo>
                  <a:cubicBezTo>
                    <a:pt x="339" y="399"/>
                    <a:pt x="338" y="399"/>
                    <a:pt x="336" y="401"/>
                  </a:cubicBezTo>
                  <a:cubicBezTo>
                    <a:pt x="334" y="403"/>
                    <a:pt x="337" y="404"/>
                    <a:pt x="339" y="407"/>
                  </a:cubicBezTo>
                  <a:cubicBezTo>
                    <a:pt x="341" y="409"/>
                    <a:pt x="344" y="413"/>
                    <a:pt x="344" y="416"/>
                  </a:cubicBezTo>
                  <a:cubicBezTo>
                    <a:pt x="345" y="418"/>
                    <a:pt x="346" y="420"/>
                    <a:pt x="348" y="420"/>
                  </a:cubicBezTo>
                  <a:cubicBezTo>
                    <a:pt x="350" y="420"/>
                    <a:pt x="352" y="421"/>
                    <a:pt x="351" y="424"/>
                  </a:cubicBezTo>
                  <a:cubicBezTo>
                    <a:pt x="350" y="426"/>
                    <a:pt x="349" y="425"/>
                    <a:pt x="348" y="427"/>
                  </a:cubicBezTo>
                  <a:cubicBezTo>
                    <a:pt x="347" y="430"/>
                    <a:pt x="348" y="431"/>
                    <a:pt x="346" y="433"/>
                  </a:cubicBezTo>
                  <a:cubicBezTo>
                    <a:pt x="344" y="435"/>
                    <a:pt x="343" y="434"/>
                    <a:pt x="341" y="437"/>
                  </a:cubicBezTo>
                  <a:cubicBezTo>
                    <a:pt x="339" y="439"/>
                    <a:pt x="339" y="442"/>
                    <a:pt x="337" y="444"/>
                  </a:cubicBezTo>
                  <a:cubicBezTo>
                    <a:pt x="335" y="446"/>
                    <a:pt x="335" y="447"/>
                    <a:pt x="335" y="449"/>
                  </a:cubicBezTo>
                  <a:cubicBezTo>
                    <a:pt x="334" y="452"/>
                    <a:pt x="335" y="452"/>
                    <a:pt x="337" y="454"/>
                  </a:cubicBezTo>
                  <a:cubicBezTo>
                    <a:pt x="338" y="456"/>
                    <a:pt x="337" y="455"/>
                    <a:pt x="336" y="457"/>
                  </a:cubicBezTo>
                  <a:cubicBezTo>
                    <a:pt x="334" y="459"/>
                    <a:pt x="333" y="458"/>
                    <a:pt x="330" y="459"/>
                  </a:cubicBezTo>
                  <a:cubicBezTo>
                    <a:pt x="326" y="460"/>
                    <a:pt x="327" y="463"/>
                    <a:pt x="327" y="464"/>
                  </a:cubicBezTo>
                  <a:cubicBezTo>
                    <a:pt x="327" y="465"/>
                    <a:pt x="325" y="471"/>
                    <a:pt x="324" y="472"/>
                  </a:cubicBezTo>
                  <a:cubicBezTo>
                    <a:pt x="323" y="474"/>
                    <a:pt x="322" y="474"/>
                    <a:pt x="320" y="476"/>
                  </a:cubicBezTo>
                  <a:cubicBezTo>
                    <a:pt x="318" y="478"/>
                    <a:pt x="318" y="479"/>
                    <a:pt x="318" y="481"/>
                  </a:cubicBezTo>
                  <a:cubicBezTo>
                    <a:pt x="317" y="483"/>
                    <a:pt x="316" y="482"/>
                    <a:pt x="314" y="485"/>
                  </a:cubicBezTo>
                  <a:cubicBezTo>
                    <a:pt x="313" y="487"/>
                    <a:pt x="314" y="487"/>
                    <a:pt x="313" y="489"/>
                  </a:cubicBezTo>
                  <a:cubicBezTo>
                    <a:pt x="311" y="491"/>
                    <a:pt x="311" y="490"/>
                    <a:pt x="311" y="493"/>
                  </a:cubicBezTo>
                  <a:cubicBezTo>
                    <a:pt x="311" y="495"/>
                    <a:pt x="315" y="494"/>
                    <a:pt x="318" y="493"/>
                  </a:cubicBezTo>
                  <a:cubicBezTo>
                    <a:pt x="321" y="493"/>
                    <a:pt x="325" y="494"/>
                    <a:pt x="327" y="496"/>
                  </a:cubicBezTo>
                  <a:cubicBezTo>
                    <a:pt x="328" y="498"/>
                    <a:pt x="329" y="497"/>
                    <a:pt x="334" y="500"/>
                  </a:cubicBezTo>
                  <a:cubicBezTo>
                    <a:pt x="339" y="502"/>
                    <a:pt x="341" y="501"/>
                    <a:pt x="347" y="506"/>
                  </a:cubicBezTo>
                  <a:cubicBezTo>
                    <a:pt x="353" y="510"/>
                    <a:pt x="355" y="509"/>
                    <a:pt x="359" y="515"/>
                  </a:cubicBezTo>
                  <a:cubicBezTo>
                    <a:pt x="363" y="521"/>
                    <a:pt x="364" y="525"/>
                    <a:pt x="367" y="527"/>
                  </a:cubicBezTo>
                  <a:cubicBezTo>
                    <a:pt x="371" y="529"/>
                    <a:pt x="371" y="526"/>
                    <a:pt x="375" y="525"/>
                  </a:cubicBezTo>
                  <a:cubicBezTo>
                    <a:pt x="378" y="523"/>
                    <a:pt x="380" y="524"/>
                    <a:pt x="386" y="522"/>
                  </a:cubicBezTo>
                  <a:cubicBezTo>
                    <a:pt x="392" y="519"/>
                    <a:pt x="391" y="516"/>
                    <a:pt x="395" y="513"/>
                  </a:cubicBezTo>
                  <a:cubicBezTo>
                    <a:pt x="398" y="510"/>
                    <a:pt x="398" y="514"/>
                    <a:pt x="400" y="515"/>
                  </a:cubicBezTo>
                  <a:cubicBezTo>
                    <a:pt x="403" y="517"/>
                    <a:pt x="406" y="515"/>
                    <a:pt x="411" y="514"/>
                  </a:cubicBezTo>
                  <a:cubicBezTo>
                    <a:pt x="415" y="512"/>
                    <a:pt x="417" y="511"/>
                    <a:pt x="419" y="510"/>
                  </a:cubicBezTo>
                  <a:cubicBezTo>
                    <a:pt x="421" y="508"/>
                    <a:pt x="422" y="509"/>
                    <a:pt x="422" y="504"/>
                  </a:cubicBezTo>
                  <a:cubicBezTo>
                    <a:pt x="423" y="500"/>
                    <a:pt x="422" y="499"/>
                    <a:pt x="422" y="494"/>
                  </a:cubicBezTo>
                  <a:cubicBezTo>
                    <a:pt x="422" y="489"/>
                    <a:pt x="425" y="492"/>
                    <a:pt x="427" y="490"/>
                  </a:cubicBezTo>
                  <a:cubicBezTo>
                    <a:pt x="428" y="487"/>
                    <a:pt x="426" y="486"/>
                    <a:pt x="426" y="483"/>
                  </a:cubicBezTo>
                  <a:cubicBezTo>
                    <a:pt x="426" y="480"/>
                    <a:pt x="428" y="484"/>
                    <a:pt x="433" y="484"/>
                  </a:cubicBezTo>
                  <a:cubicBezTo>
                    <a:pt x="439" y="485"/>
                    <a:pt x="440" y="484"/>
                    <a:pt x="443" y="481"/>
                  </a:cubicBezTo>
                  <a:cubicBezTo>
                    <a:pt x="446" y="479"/>
                    <a:pt x="446" y="476"/>
                    <a:pt x="448" y="471"/>
                  </a:cubicBezTo>
                  <a:cubicBezTo>
                    <a:pt x="449" y="467"/>
                    <a:pt x="453" y="465"/>
                    <a:pt x="457" y="463"/>
                  </a:cubicBezTo>
                  <a:cubicBezTo>
                    <a:pt x="461" y="462"/>
                    <a:pt x="468" y="459"/>
                    <a:pt x="471" y="458"/>
                  </a:cubicBezTo>
                  <a:cubicBezTo>
                    <a:pt x="475" y="456"/>
                    <a:pt x="479" y="454"/>
                    <a:pt x="484" y="451"/>
                  </a:cubicBezTo>
                  <a:cubicBezTo>
                    <a:pt x="489" y="448"/>
                    <a:pt x="496" y="447"/>
                    <a:pt x="500" y="445"/>
                  </a:cubicBezTo>
                  <a:cubicBezTo>
                    <a:pt x="503" y="443"/>
                    <a:pt x="512" y="439"/>
                    <a:pt x="517" y="439"/>
                  </a:cubicBezTo>
                  <a:cubicBezTo>
                    <a:pt x="522" y="439"/>
                    <a:pt x="525" y="438"/>
                    <a:pt x="526" y="435"/>
                  </a:cubicBezTo>
                  <a:cubicBezTo>
                    <a:pt x="527" y="431"/>
                    <a:pt x="526" y="431"/>
                    <a:pt x="521" y="428"/>
                  </a:cubicBezTo>
                  <a:cubicBezTo>
                    <a:pt x="516" y="425"/>
                    <a:pt x="515" y="426"/>
                    <a:pt x="512" y="423"/>
                  </a:cubicBezTo>
                  <a:cubicBezTo>
                    <a:pt x="509" y="419"/>
                    <a:pt x="509" y="419"/>
                    <a:pt x="505" y="417"/>
                  </a:cubicBezTo>
                  <a:cubicBezTo>
                    <a:pt x="501" y="415"/>
                    <a:pt x="497" y="413"/>
                    <a:pt x="491" y="409"/>
                  </a:cubicBezTo>
                  <a:cubicBezTo>
                    <a:pt x="485" y="404"/>
                    <a:pt x="487" y="405"/>
                    <a:pt x="481" y="405"/>
                  </a:cubicBezTo>
                  <a:close/>
                  <a:moveTo>
                    <a:pt x="1171" y="707"/>
                  </a:moveTo>
                  <a:cubicBezTo>
                    <a:pt x="1175" y="707"/>
                    <a:pt x="1178" y="710"/>
                    <a:pt x="1178" y="712"/>
                  </a:cubicBezTo>
                  <a:cubicBezTo>
                    <a:pt x="1179" y="713"/>
                    <a:pt x="1178" y="713"/>
                    <a:pt x="1178" y="715"/>
                  </a:cubicBezTo>
                  <a:cubicBezTo>
                    <a:pt x="1178" y="717"/>
                    <a:pt x="1178" y="717"/>
                    <a:pt x="1177" y="717"/>
                  </a:cubicBezTo>
                  <a:cubicBezTo>
                    <a:pt x="1176" y="718"/>
                    <a:pt x="1174" y="718"/>
                    <a:pt x="1172" y="717"/>
                  </a:cubicBezTo>
                  <a:cubicBezTo>
                    <a:pt x="1170" y="717"/>
                    <a:pt x="1171" y="716"/>
                    <a:pt x="1171" y="715"/>
                  </a:cubicBezTo>
                  <a:cubicBezTo>
                    <a:pt x="1171" y="713"/>
                    <a:pt x="1170" y="712"/>
                    <a:pt x="1168" y="711"/>
                  </a:cubicBezTo>
                  <a:cubicBezTo>
                    <a:pt x="1167" y="709"/>
                    <a:pt x="1167" y="708"/>
                    <a:pt x="1167" y="707"/>
                  </a:cubicBezTo>
                  <a:cubicBezTo>
                    <a:pt x="1167" y="706"/>
                    <a:pt x="1169" y="707"/>
                    <a:pt x="1171" y="707"/>
                  </a:cubicBezTo>
                  <a:close/>
                  <a:moveTo>
                    <a:pt x="1179" y="719"/>
                  </a:moveTo>
                  <a:cubicBezTo>
                    <a:pt x="1181" y="718"/>
                    <a:pt x="1182" y="719"/>
                    <a:pt x="1183" y="720"/>
                  </a:cubicBezTo>
                  <a:cubicBezTo>
                    <a:pt x="1183" y="721"/>
                    <a:pt x="1183" y="721"/>
                    <a:pt x="1182" y="722"/>
                  </a:cubicBezTo>
                  <a:cubicBezTo>
                    <a:pt x="1182" y="723"/>
                    <a:pt x="1181" y="722"/>
                    <a:pt x="1179" y="722"/>
                  </a:cubicBezTo>
                  <a:cubicBezTo>
                    <a:pt x="1178" y="721"/>
                    <a:pt x="1178" y="721"/>
                    <a:pt x="1179" y="719"/>
                  </a:cubicBezTo>
                  <a:close/>
                  <a:moveTo>
                    <a:pt x="1157" y="714"/>
                  </a:moveTo>
                  <a:cubicBezTo>
                    <a:pt x="1158" y="715"/>
                    <a:pt x="1158" y="716"/>
                    <a:pt x="1159" y="717"/>
                  </a:cubicBezTo>
                  <a:cubicBezTo>
                    <a:pt x="1161" y="718"/>
                    <a:pt x="1161" y="719"/>
                    <a:pt x="1161" y="720"/>
                  </a:cubicBezTo>
                  <a:cubicBezTo>
                    <a:pt x="1161" y="722"/>
                    <a:pt x="1160" y="722"/>
                    <a:pt x="1159" y="723"/>
                  </a:cubicBezTo>
                  <a:cubicBezTo>
                    <a:pt x="1158" y="723"/>
                    <a:pt x="1157" y="723"/>
                    <a:pt x="1156" y="722"/>
                  </a:cubicBezTo>
                  <a:cubicBezTo>
                    <a:pt x="1155" y="720"/>
                    <a:pt x="1154" y="719"/>
                    <a:pt x="1153" y="719"/>
                  </a:cubicBezTo>
                  <a:cubicBezTo>
                    <a:pt x="1152" y="718"/>
                    <a:pt x="1151" y="717"/>
                    <a:pt x="1150" y="715"/>
                  </a:cubicBezTo>
                  <a:cubicBezTo>
                    <a:pt x="1150" y="714"/>
                    <a:pt x="1150" y="713"/>
                    <a:pt x="1150" y="712"/>
                  </a:cubicBezTo>
                  <a:cubicBezTo>
                    <a:pt x="1151" y="710"/>
                    <a:pt x="1152" y="709"/>
                    <a:pt x="1153" y="710"/>
                  </a:cubicBezTo>
                  <a:cubicBezTo>
                    <a:pt x="1154" y="711"/>
                    <a:pt x="1157" y="711"/>
                    <a:pt x="1157" y="714"/>
                  </a:cubicBezTo>
                  <a:close/>
                  <a:moveTo>
                    <a:pt x="162" y="1079"/>
                  </a:moveTo>
                  <a:cubicBezTo>
                    <a:pt x="161" y="1082"/>
                    <a:pt x="159" y="1083"/>
                    <a:pt x="162" y="1085"/>
                  </a:cubicBezTo>
                  <a:cubicBezTo>
                    <a:pt x="165" y="1087"/>
                    <a:pt x="167" y="1089"/>
                    <a:pt x="166" y="1092"/>
                  </a:cubicBezTo>
                  <a:cubicBezTo>
                    <a:pt x="166" y="1094"/>
                    <a:pt x="164" y="1095"/>
                    <a:pt x="167" y="1096"/>
                  </a:cubicBezTo>
                  <a:cubicBezTo>
                    <a:pt x="169" y="1097"/>
                    <a:pt x="172" y="1097"/>
                    <a:pt x="172" y="1098"/>
                  </a:cubicBezTo>
                  <a:cubicBezTo>
                    <a:pt x="173" y="1100"/>
                    <a:pt x="171" y="1099"/>
                    <a:pt x="172" y="1101"/>
                  </a:cubicBezTo>
                  <a:cubicBezTo>
                    <a:pt x="172" y="1102"/>
                    <a:pt x="172" y="1103"/>
                    <a:pt x="174" y="1103"/>
                  </a:cubicBezTo>
                  <a:cubicBezTo>
                    <a:pt x="177" y="1103"/>
                    <a:pt x="177" y="1103"/>
                    <a:pt x="179" y="1101"/>
                  </a:cubicBezTo>
                  <a:cubicBezTo>
                    <a:pt x="181" y="1099"/>
                    <a:pt x="183" y="1100"/>
                    <a:pt x="183" y="1097"/>
                  </a:cubicBezTo>
                  <a:cubicBezTo>
                    <a:pt x="183" y="1095"/>
                    <a:pt x="182" y="1095"/>
                    <a:pt x="183" y="1092"/>
                  </a:cubicBezTo>
                  <a:cubicBezTo>
                    <a:pt x="184" y="1088"/>
                    <a:pt x="183" y="1090"/>
                    <a:pt x="185" y="1086"/>
                  </a:cubicBezTo>
                  <a:cubicBezTo>
                    <a:pt x="188" y="1082"/>
                    <a:pt x="190" y="1078"/>
                    <a:pt x="189" y="1078"/>
                  </a:cubicBezTo>
                  <a:cubicBezTo>
                    <a:pt x="188" y="1078"/>
                    <a:pt x="187" y="1079"/>
                    <a:pt x="185" y="1081"/>
                  </a:cubicBezTo>
                  <a:cubicBezTo>
                    <a:pt x="183" y="1082"/>
                    <a:pt x="181" y="1082"/>
                    <a:pt x="182" y="1084"/>
                  </a:cubicBezTo>
                  <a:cubicBezTo>
                    <a:pt x="182" y="1087"/>
                    <a:pt x="182" y="1087"/>
                    <a:pt x="182" y="1088"/>
                  </a:cubicBezTo>
                  <a:cubicBezTo>
                    <a:pt x="181" y="1090"/>
                    <a:pt x="180" y="1091"/>
                    <a:pt x="178" y="1092"/>
                  </a:cubicBezTo>
                  <a:cubicBezTo>
                    <a:pt x="177" y="1093"/>
                    <a:pt x="174" y="1094"/>
                    <a:pt x="174" y="1093"/>
                  </a:cubicBezTo>
                  <a:cubicBezTo>
                    <a:pt x="174" y="1091"/>
                    <a:pt x="171" y="1091"/>
                    <a:pt x="174" y="1089"/>
                  </a:cubicBezTo>
                  <a:cubicBezTo>
                    <a:pt x="177" y="1087"/>
                    <a:pt x="178" y="1087"/>
                    <a:pt x="178" y="1086"/>
                  </a:cubicBezTo>
                  <a:cubicBezTo>
                    <a:pt x="179" y="1084"/>
                    <a:pt x="180" y="1082"/>
                    <a:pt x="179" y="1081"/>
                  </a:cubicBezTo>
                  <a:cubicBezTo>
                    <a:pt x="178" y="1080"/>
                    <a:pt x="177" y="1080"/>
                    <a:pt x="174" y="1080"/>
                  </a:cubicBezTo>
                  <a:cubicBezTo>
                    <a:pt x="172" y="1081"/>
                    <a:pt x="173" y="1083"/>
                    <a:pt x="171" y="1080"/>
                  </a:cubicBezTo>
                  <a:cubicBezTo>
                    <a:pt x="169" y="1078"/>
                    <a:pt x="168" y="1077"/>
                    <a:pt x="167" y="1077"/>
                  </a:cubicBezTo>
                  <a:cubicBezTo>
                    <a:pt x="165" y="1077"/>
                    <a:pt x="163" y="1078"/>
                    <a:pt x="162" y="1079"/>
                  </a:cubicBezTo>
                  <a:close/>
                  <a:moveTo>
                    <a:pt x="214" y="1079"/>
                  </a:moveTo>
                  <a:cubicBezTo>
                    <a:pt x="213" y="1081"/>
                    <a:pt x="210" y="1081"/>
                    <a:pt x="210" y="1083"/>
                  </a:cubicBezTo>
                  <a:cubicBezTo>
                    <a:pt x="209" y="1085"/>
                    <a:pt x="209" y="1086"/>
                    <a:pt x="211" y="1086"/>
                  </a:cubicBezTo>
                  <a:cubicBezTo>
                    <a:pt x="213" y="1085"/>
                    <a:pt x="213" y="1084"/>
                    <a:pt x="215" y="1084"/>
                  </a:cubicBezTo>
                  <a:cubicBezTo>
                    <a:pt x="217" y="1084"/>
                    <a:pt x="218" y="1085"/>
                    <a:pt x="219" y="1083"/>
                  </a:cubicBezTo>
                  <a:cubicBezTo>
                    <a:pt x="219" y="1081"/>
                    <a:pt x="217" y="1076"/>
                    <a:pt x="214" y="1079"/>
                  </a:cubicBezTo>
                  <a:close/>
                  <a:moveTo>
                    <a:pt x="219" y="1096"/>
                  </a:moveTo>
                  <a:cubicBezTo>
                    <a:pt x="218" y="1097"/>
                    <a:pt x="218" y="1097"/>
                    <a:pt x="221" y="1099"/>
                  </a:cubicBezTo>
                  <a:cubicBezTo>
                    <a:pt x="223" y="1101"/>
                    <a:pt x="224" y="1100"/>
                    <a:pt x="225" y="1103"/>
                  </a:cubicBezTo>
                  <a:cubicBezTo>
                    <a:pt x="227" y="1105"/>
                    <a:pt x="228" y="1105"/>
                    <a:pt x="229" y="1104"/>
                  </a:cubicBezTo>
                  <a:cubicBezTo>
                    <a:pt x="229" y="1102"/>
                    <a:pt x="229" y="1102"/>
                    <a:pt x="227" y="1100"/>
                  </a:cubicBezTo>
                  <a:cubicBezTo>
                    <a:pt x="225" y="1099"/>
                    <a:pt x="225" y="1097"/>
                    <a:pt x="224" y="1097"/>
                  </a:cubicBezTo>
                  <a:cubicBezTo>
                    <a:pt x="222" y="1096"/>
                    <a:pt x="219" y="1094"/>
                    <a:pt x="219" y="1096"/>
                  </a:cubicBezTo>
                  <a:close/>
                  <a:moveTo>
                    <a:pt x="221" y="1086"/>
                  </a:moveTo>
                  <a:cubicBezTo>
                    <a:pt x="221" y="1088"/>
                    <a:pt x="222" y="1088"/>
                    <a:pt x="223" y="1090"/>
                  </a:cubicBezTo>
                  <a:cubicBezTo>
                    <a:pt x="225" y="1091"/>
                    <a:pt x="226" y="1093"/>
                    <a:pt x="226" y="1091"/>
                  </a:cubicBezTo>
                  <a:cubicBezTo>
                    <a:pt x="226" y="1090"/>
                    <a:pt x="228" y="1090"/>
                    <a:pt x="226" y="1088"/>
                  </a:cubicBezTo>
                  <a:cubicBezTo>
                    <a:pt x="224" y="1087"/>
                    <a:pt x="221" y="1084"/>
                    <a:pt x="221" y="1086"/>
                  </a:cubicBezTo>
                  <a:close/>
                  <a:moveTo>
                    <a:pt x="229" y="1093"/>
                  </a:moveTo>
                  <a:cubicBezTo>
                    <a:pt x="228" y="1096"/>
                    <a:pt x="227" y="1096"/>
                    <a:pt x="229" y="1098"/>
                  </a:cubicBezTo>
                  <a:cubicBezTo>
                    <a:pt x="231" y="1099"/>
                    <a:pt x="232" y="1102"/>
                    <a:pt x="233" y="1101"/>
                  </a:cubicBezTo>
                  <a:cubicBezTo>
                    <a:pt x="235" y="1099"/>
                    <a:pt x="236" y="1099"/>
                    <a:pt x="235" y="1098"/>
                  </a:cubicBezTo>
                  <a:cubicBezTo>
                    <a:pt x="234" y="1096"/>
                    <a:pt x="233" y="1097"/>
                    <a:pt x="233" y="1095"/>
                  </a:cubicBezTo>
                  <a:cubicBezTo>
                    <a:pt x="232" y="1094"/>
                    <a:pt x="229" y="1092"/>
                    <a:pt x="229" y="1093"/>
                  </a:cubicBezTo>
                  <a:close/>
                  <a:moveTo>
                    <a:pt x="216" y="1064"/>
                  </a:moveTo>
                  <a:cubicBezTo>
                    <a:pt x="216" y="1065"/>
                    <a:pt x="215" y="1067"/>
                    <a:pt x="217" y="1067"/>
                  </a:cubicBezTo>
                  <a:cubicBezTo>
                    <a:pt x="218" y="1068"/>
                    <a:pt x="220" y="1069"/>
                    <a:pt x="219" y="1067"/>
                  </a:cubicBezTo>
                  <a:cubicBezTo>
                    <a:pt x="219" y="1065"/>
                    <a:pt x="219" y="1065"/>
                    <a:pt x="219" y="1064"/>
                  </a:cubicBezTo>
                  <a:cubicBezTo>
                    <a:pt x="219" y="1063"/>
                    <a:pt x="217" y="1063"/>
                    <a:pt x="216" y="1064"/>
                  </a:cubicBezTo>
                  <a:close/>
                  <a:moveTo>
                    <a:pt x="176" y="1106"/>
                  </a:moveTo>
                  <a:cubicBezTo>
                    <a:pt x="174" y="1105"/>
                    <a:pt x="174" y="1107"/>
                    <a:pt x="175" y="1108"/>
                  </a:cubicBezTo>
                  <a:cubicBezTo>
                    <a:pt x="175" y="1109"/>
                    <a:pt x="177" y="1108"/>
                    <a:pt x="178" y="1108"/>
                  </a:cubicBezTo>
                  <a:cubicBezTo>
                    <a:pt x="179" y="1108"/>
                    <a:pt x="180" y="1108"/>
                    <a:pt x="180" y="1109"/>
                  </a:cubicBezTo>
                  <a:cubicBezTo>
                    <a:pt x="180" y="1111"/>
                    <a:pt x="179" y="1111"/>
                    <a:pt x="178" y="1113"/>
                  </a:cubicBezTo>
                  <a:cubicBezTo>
                    <a:pt x="178" y="1115"/>
                    <a:pt x="181" y="1114"/>
                    <a:pt x="182" y="1114"/>
                  </a:cubicBezTo>
                  <a:cubicBezTo>
                    <a:pt x="183" y="1114"/>
                    <a:pt x="184" y="1113"/>
                    <a:pt x="184" y="1111"/>
                  </a:cubicBezTo>
                  <a:cubicBezTo>
                    <a:pt x="184" y="1110"/>
                    <a:pt x="185" y="1109"/>
                    <a:pt x="186" y="1107"/>
                  </a:cubicBezTo>
                  <a:cubicBezTo>
                    <a:pt x="186" y="1106"/>
                    <a:pt x="187" y="1106"/>
                    <a:pt x="188" y="1105"/>
                  </a:cubicBezTo>
                  <a:cubicBezTo>
                    <a:pt x="188" y="1103"/>
                    <a:pt x="186" y="1103"/>
                    <a:pt x="184" y="1104"/>
                  </a:cubicBezTo>
                  <a:cubicBezTo>
                    <a:pt x="183" y="1105"/>
                    <a:pt x="183" y="1105"/>
                    <a:pt x="180" y="1106"/>
                  </a:cubicBezTo>
                  <a:cubicBezTo>
                    <a:pt x="177" y="1107"/>
                    <a:pt x="177" y="1106"/>
                    <a:pt x="176" y="1106"/>
                  </a:cubicBezTo>
                  <a:close/>
                  <a:moveTo>
                    <a:pt x="186" y="1115"/>
                  </a:moveTo>
                  <a:cubicBezTo>
                    <a:pt x="185" y="1115"/>
                    <a:pt x="184" y="1115"/>
                    <a:pt x="184" y="1117"/>
                  </a:cubicBezTo>
                  <a:cubicBezTo>
                    <a:pt x="184" y="1119"/>
                    <a:pt x="185" y="1120"/>
                    <a:pt x="187" y="1121"/>
                  </a:cubicBezTo>
                  <a:cubicBezTo>
                    <a:pt x="189" y="1122"/>
                    <a:pt x="189" y="1122"/>
                    <a:pt x="191" y="1124"/>
                  </a:cubicBezTo>
                  <a:cubicBezTo>
                    <a:pt x="192" y="1126"/>
                    <a:pt x="193" y="1127"/>
                    <a:pt x="194" y="1129"/>
                  </a:cubicBezTo>
                  <a:cubicBezTo>
                    <a:pt x="196" y="1130"/>
                    <a:pt x="196" y="1132"/>
                    <a:pt x="198" y="1132"/>
                  </a:cubicBezTo>
                  <a:cubicBezTo>
                    <a:pt x="200" y="1131"/>
                    <a:pt x="202" y="1131"/>
                    <a:pt x="201" y="1130"/>
                  </a:cubicBezTo>
                  <a:cubicBezTo>
                    <a:pt x="200" y="1128"/>
                    <a:pt x="199" y="1128"/>
                    <a:pt x="198" y="1127"/>
                  </a:cubicBezTo>
                  <a:cubicBezTo>
                    <a:pt x="196" y="1126"/>
                    <a:pt x="196" y="1124"/>
                    <a:pt x="195" y="1123"/>
                  </a:cubicBezTo>
                  <a:cubicBezTo>
                    <a:pt x="194" y="1123"/>
                    <a:pt x="193" y="1122"/>
                    <a:pt x="193" y="1121"/>
                  </a:cubicBezTo>
                  <a:cubicBezTo>
                    <a:pt x="193" y="1120"/>
                    <a:pt x="190" y="1119"/>
                    <a:pt x="189" y="1118"/>
                  </a:cubicBezTo>
                  <a:cubicBezTo>
                    <a:pt x="188" y="1117"/>
                    <a:pt x="188" y="1114"/>
                    <a:pt x="186" y="1115"/>
                  </a:cubicBezTo>
                  <a:close/>
                  <a:moveTo>
                    <a:pt x="243" y="1106"/>
                  </a:moveTo>
                  <a:cubicBezTo>
                    <a:pt x="243" y="1107"/>
                    <a:pt x="241" y="1108"/>
                    <a:pt x="242" y="1109"/>
                  </a:cubicBezTo>
                  <a:cubicBezTo>
                    <a:pt x="242" y="1110"/>
                    <a:pt x="242" y="1112"/>
                    <a:pt x="243" y="1111"/>
                  </a:cubicBezTo>
                  <a:cubicBezTo>
                    <a:pt x="245" y="1110"/>
                    <a:pt x="247" y="1110"/>
                    <a:pt x="246" y="1108"/>
                  </a:cubicBezTo>
                  <a:cubicBezTo>
                    <a:pt x="246" y="1107"/>
                    <a:pt x="245" y="1106"/>
                    <a:pt x="246" y="1106"/>
                  </a:cubicBezTo>
                  <a:cubicBezTo>
                    <a:pt x="247" y="1105"/>
                    <a:pt x="248" y="1106"/>
                    <a:pt x="248" y="1107"/>
                  </a:cubicBezTo>
                  <a:cubicBezTo>
                    <a:pt x="249" y="1108"/>
                    <a:pt x="248" y="1109"/>
                    <a:pt x="247" y="1110"/>
                  </a:cubicBezTo>
                  <a:cubicBezTo>
                    <a:pt x="247" y="1111"/>
                    <a:pt x="245" y="1111"/>
                    <a:pt x="245" y="1113"/>
                  </a:cubicBezTo>
                  <a:cubicBezTo>
                    <a:pt x="245" y="1114"/>
                    <a:pt x="244" y="1114"/>
                    <a:pt x="245" y="1116"/>
                  </a:cubicBezTo>
                  <a:cubicBezTo>
                    <a:pt x="246" y="1117"/>
                    <a:pt x="247" y="1118"/>
                    <a:pt x="249" y="1118"/>
                  </a:cubicBezTo>
                  <a:cubicBezTo>
                    <a:pt x="250" y="1117"/>
                    <a:pt x="252" y="1117"/>
                    <a:pt x="252" y="1115"/>
                  </a:cubicBezTo>
                  <a:cubicBezTo>
                    <a:pt x="252" y="1112"/>
                    <a:pt x="252" y="1112"/>
                    <a:pt x="253" y="1111"/>
                  </a:cubicBezTo>
                  <a:cubicBezTo>
                    <a:pt x="253" y="1109"/>
                    <a:pt x="254" y="1108"/>
                    <a:pt x="253" y="1107"/>
                  </a:cubicBezTo>
                  <a:cubicBezTo>
                    <a:pt x="252" y="1106"/>
                    <a:pt x="252" y="1106"/>
                    <a:pt x="251" y="1104"/>
                  </a:cubicBezTo>
                  <a:cubicBezTo>
                    <a:pt x="249" y="1103"/>
                    <a:pt x="248" y="1102"/>
                    <a:pt x="247" y="1102"/>
                  </a:cubicBezTo>
                  <a:cubicBezTo>
                    <a:pt x="245" y="1102"/>
                    <a:pt x="243" y="1104"/>
                    <a:pt x="243" y="1106"/>
                  </a:cubicBezTo>
                  <a:close/>
                  <a:moveTo>
                    <a:pt x="239" y="1117"/>
                  </a:moveTo>
                  <a:cubicBezTo>
                    <a:pt x="239" y="1119"/>
                    <a:pt x="239" y="1119"/>
                    <a:pt x="241" y="1121"/>
                  </a:cubicBezTo>
                  <a:cubicBezTo>
                    <a:pt x="243" y="1122"/>
                    <a:pt x="242" y="1123"/>
                    <a:pt x="244" y="1123"/>
                  </a:cubicBezTo>
                  <a:cubicBezTo>
                    <a:pt x="245" y="1123"/>
                    <a:pt x="247" y="1123"/>
                    <a:pt x="246" y="1121"/>
                  </a:cubicBezTo>
                  <a:cubicBezTo>
                    <a:pt x="244" y="1120"/>
                    <a:pt x="243" y="1120"/>
                    <a:pt x="243" y="1118"/>
                  </a:cubicBezTo>
                  <a:cubicBezTo>
                    <a:pt x="242" y="1116"/>
                    <a:pt x="239" y="1114"/>
                    <a:pt x="239" y="1117"/>
                  </a:cubicBezTo>
                  <a:close/>
                  <a:moveTo>
                    <a:pt x="253" y="1121"/>
                  </a:moveTo>
                  <a:cubicBezTo>
                    <a:pt x="252" y="1121"/>
                    <a:pt x="251" y="1121"/>
                    <a:pt x="251" y="1123"/>
                  </a:cubicBezTo>
                  <a:cubicBezTo>
                    <a:pt x="252" y="1123"/>
                    <a:pt x="252" y="1124"/>
                    <a:pt x="253" y="1124"/>
                  </a:cubicBezTo>
                  <a:cubicBezTo>
                    <a:pt x="254" y="1124"/>
                    <a:pt x="256" y="1124"/>
                    <a:pt x="256" y="1123"/>
                  </a:cubicBezTo>
                  <a:cubicBezTo>
                    <a:pt x="256" y="1122"/>
                    <a:pt x="255" y="1120"/>
                    <a:pt x="253" y="1121"/>
                  </a:cubicBezTo>
                  <a:close/>
                  <a:moveTo>
                    <a:pt x="271" y="1131"/>
                  </a:moveTo>
                  <a:cubicBezTo>
                    <a:pt x="271" y="1132"/>
                    <a:pt x="270" y="1132"/>
                    <a:pt x="270" y="1133"/>
                  </a:cubicBezTo>
                  <a:cubicBezTo>
                    <a:pt x="269" y="1134"/>
                    <a:pt x="268" y="1137"/>
                    <a:pt x="269" y="1137"/>
                  </a:cubicBezTo>
                  <a:cubicBezTo>
                    <a:pt x="270" y="1137"/>
                    <a:pt x="270" y="1139"/>
                    <a:pt x="271" y="1137"/>
                  </a:cubicBezTo>
                  <a:cubicBezTo>
                    <a:pt x="272" y="1134"/>
                    <a:pt x="271" y="1134"/>
                    <a:pt x="273" y="1133"/>
                  </a:cubicBezTo>
                  <a:cubicBezTo>
                    <a:pt x="274" y="1133"/>
                    <a:pt x="275" y="1132"/>
                    <a:pt x="275" y="1131"/>
                  </a:cubicBezTo>
                  <a:cubicBezTo>
                    <a:pt x="275" y="1130"/>
                    <a:pt x="273" y="1130"/>
                    <a:pt x="271" y="1131"/>
                  </a:cubicBezTo>
                  <a:close/>
                  <a:moveTo>
                    <a:pt x="263" y="1138"/>
                  </a:moveTo>
                  <a:cubicBezTo>
                    <a:pt x="262" y="1140"/>
                    <a:pt x="262" y="1140"/>
                    <a:pt x="263" y="1141"/>
                  </a:cubicBezTo>
                  <a:cubicBezTo>
                    <a:pt x="263" y="1142"/>
                    <a:pt x="263" y="1143"/>
                    <a:pt x="264" y="1143"/>
                  </a:cubicBezTo>
                  <a:cubicBezTo>
                    <a:pt x="265" y="1143"/>
                    <a:pt x="265" y="1143"/>
                    <a:pt x="265" y="1141"/>
                  </a:cubicBezTo>
                  <a:cubicBezTo>
                    <a:pt x="265" y="1139"/>
                    <a:pt x="266" y="1139"/>
                    <a:pt x="265" y="1138"/>
                  </a:cubicBezTo>
                  <a:cubicBezTo>
                    <a:pt x="265" y="1137"/>
                    <a:pt x="263" y="1137"/>
                    <a:pt x="263" y="1138"/>
                  </a:cubicBezTo>
                  <a:close/>
                  <a:moveTo>
                    <a:pt x="223" y="1049"/>
                  </a:moveTo>
                  <a:cubicBezTo>
                    <a:pt x="221" y="1051"/>
                    <a:pt x="218" y="1055"/>
                    <a:pt x="216" y="1058"/>
                  </a:cubicBezTo>
                  <a:cubicBezTo>
                    <a:pt x="217" y="1057"/>
                    <a:pt x="219" y="1055"/>
                    <a:pt x="219" y="1054"/>
                  </a:cubicBezTo>
                  <a:cubicBezTo>
                    <a:pt x="220" y="1052"/>
                    <a:pt x="222" y="1051"/>
                    <a:pt x="223" y="1049"/>
                  </a:cubicBezTo>
                  <a:close/>
                  <a:moveTo>
                    <a:pt x="264" y="1147"/>
                  </a:moveTo>
                  <a:cubicBezTo>
                    <a:pt x="263" y="1148"/>
                    <a:pt x="263" y="1149"/>
                    <a:pt x="263" y="1150"/>
                  </a:cubicBezTo>
                  <a:cubicBezTo>
                    <a:pt x="264" y="1151"/>
                    <a:pt x="265" y="1153"/>
                    <a:pt x="266" y="1153"/>
                  </a:cubicBezTo>
                  <a:cubicBezTo>
                    <a:pt x="267" y="1152"/>
                    <a:pt x="267" y="1146"/>
                    <a:pt x="264" y="1147"/>
                  </a:cubicBezTo>
                  <a:close/>
                  <a:moveTo>
                    <a:pt x="279" y="1163"/>
                  </a:moveTo>
                  <a:cubicBezTo>
                    <a:pt x="276" y="1163"/>
                    <a:pt x="275" y="1163"/>
                    <a:pt x="275" y="1164"/>
                  </a:cubicBezTo>
                  <a:cubicBezTo>
                    <a:pt x="275" y="1165"/>
                    <a:pt x="277" y="1166"/>
                    <a:pt x="279" y="1166"/>
                  </a:cubicBezTo>
                  <a:cubicBezTo>
                    <a:pt x="281" y="1166"/>
                    <a:pt x="283" y="1167"/>
                    <a:pt x="286" y="1167"/>
                  </a:cubicBezTo>
                  <a:cubicBezTo>
                    <a:pt x="288" y="1168"/>
                    <a:pt x="288" y="1166"/>
                    <a:pt x="287" y="1165"/>
                  </a:cubicBezTo>
                  <a:cubicBezTo>
                    <a:pt x="286" y="1164"/>
                    <a:pt x="286" y="1165"/>
                    <a:pt x="284" y="1164"/>
                  </a:cubicBezTo>
                  <a:cubicBezTo>
                    <a:pt x="282" y="1164"/>
                    <a:pt x="281" y="1163"/>
                    <a:pt x="279" y="1163"/>
                  </a:cubicBezTo>
                  <a:close/>
                  <a:moveTo>
                    <a:pt x="265" y="1168"/>
                  </a:moveTo>
                  <a:cubicBezTo>
                    <a:pt x="263" y="1167"/>
                    <a:pt x="262" y="1169"/>
                    <a:pt x="260" y="1169"/>
                  </a:cubicBezTo>
                  <a:cubicBezTo>
                    <a:pt x="259" y="1169"/>
                    <a:pt x="259" y="1170"/>
                    <a:pt x="259" y="1171"/>
                  </a:cubicBezTo>
                  <a:cubicBezTo>
                    <a:pt x="258" y="1173"/>
                    <a:pt x="260" y="1173"/>
                    <a:pt x="261" y="1174"/>
                  </a:cubicBezTo>
                  <a:cubicBezTo>
                    <a:pt x="262" y="1175"/>
                    <a:pt x="261" y="1175"/>
                    <a:pt x="262" y="1177"/>
                  </a:cubicBezTo>
                  <a:cubicBezTo>
                    <a:pt x="263" y="1179"/>
                    <a:pt x="264" y="1178"/>
                    <a:pt x="266" y="1177"/>
                  </a:cubicBezTo>
                  <a:cubicBezTo>
                    <a:pt x="268" y="1176"/>
                    <a:pt x="270" y="1177"/>
                    <a:pt x="272" y="1176"/>
                  </a:cubicBezTo>
                  <a:cubicBezTo>
                    <a:pt x="274" y="1175"/>
                    <a:pt x="274" y="1175"/>
                    <a:pt x="275" y="1175"/>
                  </a:cubicBezTo>
                  <a:cubicBezTo>
                    <a:pt x="276" y="1175"/>
                    <a:pt x="277" y="1175"/>
                    <a:pt x="277" y="1177"/>
                  </a:cubicBezTo>
                  <a:cubicBezTo>
                    <a:pt x="278" y="1178"/>
                    <a:pt x="277" y="1178"/>
                    <a:pt x="277" y="1178"/>
                  </a:cubicBezTo>
                  <a:cubicBezTo>
                    <a:pt x="276" y="1179"/>
                    <a:pt x="277" y="1179"/>
                    <a:pt x="277" y="1180"/>
                  </a:cubicBezTo>
                  <a:cubicBezTo>
                    <a:pt x="278" y="1181"/>
                    <a:pt x="278" y="1182"/>
                    <a:pt x="277" y="1183"/>
                  </a:cubicBezTo>
                  <a:cubicBezTo>
                    <a:pt x="276" y="1183"/>
                    <a:pt x="275" y="1182"/>
                    <a:pt x="273" y="1181"/>
                  </a:cubicBezTo>
                  <a:cubicBezTo>
                    <a:pt x="272" y="1180"/>
                    <a:pt x="272" y="1180"/>
                    <a:pt x="270" y="1180"/>
                  </a:cubicBezTo>
                  <a:cubicBezTo>
                    <a:pt x="269" y="1180"/>
                    <a:pt x="268" y="1180"/>
                    <a:pt x="268" y="1181"/>
                  </a:cubicBezTo>
                  <a:cubicBezTo>
                    <a:pt x="267" y="1181"/>
                    <a:pt x="267" y="1182"/>
                    <a:pt x="268" y="1183"/>
                  </a:cubicBezTo>
                  <a:cubicBezTo>
                    <a:pt x="269" y="1183"/>
                    <a:pt x="270" y="1184"/>
                    <a:pt x="270" y="1185"/>
                  </a:cubicBezTo>
                  <a:cubicBezTo>
                    <a:pt x="270" y="1186"/>
                    <a:pt x="270" y="1186"/>
                    <a:pt x="270" y="1187"/>
                  </a:cubicBezTo>
                  <a:cubicBezTo>
                    <a:pt x="271" y="1188"/>
                    <a:pt x="272" y="1187"/>
                    <a:pt x="273" y="1186"/>
                  </a:cubicBezTo>
                  <a:cubicBezTo>
                    <a:pt x="274" y="1186"/>
                    <a:pt x="275" y="1186"/>
                    <a:pt x="276" y="1186"/>
                  </a:cubicBezTo>
                  <a:cubicBezTo>
                    <a:pt x="277" y="1186"/>
                    <a:pt x="278" y="1187"/>
                    <a:pt x="278" y="1188"/>
                  </a:cubicBezTo>
                  <a:cubicBezTo>
                    <a:pt x="279" y="1189"/>
                    <a:pt x="280" y="1189"/>
                    <a:pt x="280" y="1188"/>
                  </a:cubicBezTo>
                  <a:cubicBezTo>
                    <a:pt x="281" y="1187"/>
                    <a:pt x="281" y="1187"/>
                    <a:pt x="282" y="1187"/>
                  </a:cubicBezTo>
                  <a:cubicBezTo>
                    <a:pt x="284" y="1187"/>
                    <a:pt x="285" y="1187"/>
                    <a:pt x="285" y="1189"/>
                  </a:cubicBezTo>
                  <a:cubicBezTo>
                    <a:pt x="285" y="1190"/>
                    <a:pt x="285" y="1190"/>
                    <a:pt x="283" y="1191"/>
                  </a:cubicBezTo>
                  <a:cubicBezTo>
                    <a:pt x="282" y="1192"/>
                    <a:pt x="282" y="1192"/>
                    <a:pt x="282" y="1193"/>
                  </a:cubicBezTo>
                  <a:cubicBezTo>
                    <a:pt x="282" y="1194"/>
                    <a:pt x="284" y="1194"/>
                    <a:pt x="285" y="1194"/>
                  </a:cubicBezTo>
                  <a:cubicBezTo>
                    <a:pt x="286" y="1194"/>
                    <a:pt x="287" y="1193"/>
                    <a:pt x="288" y="1192"/>
                  </a:cubicBezTo>
                  <a:cubicBezTo>
                    <a:pt x="288" y="1192"/>
                    <a:pt x="290" y="1192"/>
                    <a:pt x="293" y="1193"/>
                  </a:cubicBezTo>
                  <a:cubicBezTo>
                    <a:pt x="295" y="1193"/>
                    <a:pt x="294" y="1193"/>
                    <a:pt x="294" y="1195"/>
                  </a:cubicBezTo>
                  <a:cubicBezTo>
                    <a:pt x="294" y="1197"/>
                    <a:pt x="295" y="1196"/>
                    <a:pt x="297" y="1197"/>
                  </a:cubicBezTo>
                  <a:cubicBezTo>
                    <a:pt x="299" y="1197"/>
                    <a:pt x="298" y="1197"/>
                    <a:pt x="299" y="1199"/>
                  </a:cubicBezTo>
                  <a:cubicBezTo>
                    <a:pt x="301" y="1200"/>
                    <a:pt x="301" y="1199"/>
                    <a:pt x="303" y="1199"/>
                  </a:cubicBezTo>
                  <a:cubicBezTo>
                    <a:pt x="305" y="1200"/>
                    <a:pt x="304" y="1200"/>
                    <a:pt x="303" y="1201"/>
                  </a:cubicBezTo>
                  <a:cubicBezTo>
                    <a:pt x="303" y="1202"/>
                    <a:pt x="302" y="1202"/>
                    <a:pt x="300" y="1202"/>
                  </a:cubicBezTo>
                  <a:cubicBezTo>
                    <a:pt x="297" y="1202"/>
                    <a:pt x="298" y="1203"/>
                    <a:pt x="297" y="1204"/>
                  </a:cubicBezTo>
                  <a:cubicBezTo>
                    <a:pt x="297" y="1204"/>
                    <a:pt x="297" y="1205"/>
                    <a:pt x="298" y="1206"/>
                  </a:cubicBezTo>
                  <a:cubicBezTo>
                    <a:pt x="298" y="1207"/>
                    <a:pt x="302" y="1206"/>
                    <a:pt x="303" y="1206"/>
                  </a:cubicBezTo>
                  <a:cubicBezTo>
                    <a:pt x="304" y="1206"/>
                    <a:pt x="307" y="1207"/>
                    <a:pt x="308" y="1207"/>
                  </a:cubicBezTo>
                  <a:cubicBezTo>
                    <a:pt x="310" y="1207"/>
                    <a:pt x="310" y="1207"/>
                    <a:pt x="311" y="1208"/>
                  </a:cubicBezTo>
                  <a:cubicBezTo>
                    <a:pt x="312" y="1209"/>
                    <a:pt x="312" y="1210"/>
                    <a:pt x="313" y="1211"/>
                  </a:cubicBezTo>
                  <a:cubicBezTo>
                    <a:pt x="315" y="1213"/>
                    <a:pt x="314" y="1213"/>
                    <a:pt x="314" y="1214"/>
                  </a:cubicBezTo>
                  <a:cubicBezTo>
                    <a:pt x="314" y="1215"/>
                    <a:pt x="311" y="1215"/>
                    <a:pt x="311" y="1216"/>
                  </a:cubicBezTo>
                  <a:cubicBezTo>
                    <a:pt x="312" y="1217"/>
                    <a:pt x="315" y="1217"/>
                    <a:pt x="318" y="1216"/>
                  </a:cubicBezTo>
                  <a:cubicBezTo>
                    <a:pt x="321" y="1216"/>
                    <a:pt x="320" y="1217"/>
                    <a:pt x="322" y="1217"/>
                  </a:cubicBezTo>
                  <a:cubicBezTo>
                    <a:pt x="324" y="1218"/>
                    <a:pt x="326" y="1218"/>
                    <a:pt x="327" y="1218"/>
                  </a:cubicBezTo>
                  <a:cubicBezTo>
                    <a:pt x="329" y="1218"/>
                    <a:pt x="329" y="1217"/>
                    <a:pt x="330" y="1216"/>
                  </a:cubicBezTo>
                  <a:cubicBezTo>
                    <a:pt x="330" y="1215"/>
                    <a:pt x="330" y="1213"/>
                    <a:pt x="331" y="1212"/>
                  </a:cubicBezTo>
                  <a:cubicBezTo>
                    <a:pt x="333" y="1212"/>
                    <a:pt x="332" y="1215"/>
                    <a:pt x="332" y="1217"/>
                  </a:cubicBezTo>
                  <a:cubicBezTo>
                    <a:pt x="332" y="1220"/>
                    <a:pt x="329" y="1221"/>
                    <a:pt x="327" y="1221"/>
                  </a:cubicBezTo>
                  <a:cubicBezTo>
                    <a:pt x="325" y="1221"/>
                    <a:pt x="326" y="1222"/>
                    <a:pt x="325" y="1222"/>
                  </a:cubicBezTo>
                  <a:cubicBezTo>
                    <a:pt x="325" y="1223"/>
                    <a:pt x="327" y="1225"/>
                    <a:pt x="327" y="1225"/>
                  </a:cubicBezTo>
                  <a:cubicBezTo>
                    <a:pt x="328" y="1225"/>
                    <a:pt x="331" y="1227"/>
                    <a:pt x="332" y="1227"/>
                  </a:cubicBezTo>
                  <a:cubicBezTo>
                    <a:pt x="334" y="1227"/>
                    <a:pt x="340" y="1229"/>
                    <a:pt x="343" y="1230"/>
                  </a:cubicBezTo>
                  <a:cubicBezTo>
                    <a:pt x="345" y="1231"/>
                    <a:pt x="348" y="1232"/>
                    <a:pt x="349" y="1233"/>
                  </a:cubicBezTo>
                  <a:cubicBezTo>
                    <a:pt x="350" y="1233"/>
                    <a:pt x="354" y="1235"/>
                    <a:pt x="356" y="1235"/>
                  </a:cubicBezTo>
                  <a:cubicBezTo>
                    <a:pt x="357" y="1235"/>
                    <a:pt x="359" y="1235"/>
                    <a:pt x="360" y="1234"/>
                  </a:cubicBezTo>
                  <a:cubicBezTo>
                    <a:pt x="362" y="1233"/>
                    <a:pt x="363" y="1232"/>
                    <a:pt x="363" y="1231"/>
                  </a:cubicBezTo>
                  <a:cubicBezTo>
                    <a:pt x="363" y="1230"/>
                    <a:pt x="362" y="1229"/>
                    <a:pt x="361" y="1228"/>
                  </a:cubicBezTo>
                  <a:cubicBezTo>
                    <a:pt x="359" y="1227"/>
                    <a:pt x="359" y="1228"/>
                    <a:pt x="357" y="1226"/>
                  </a:cubicBezTo>
                  <a:cubicBezTo>
                    <a:pt x="356" y="1224"/>
                    <a:pt x="356" y="1223"/>
                    <a:pt x="354" y="1221"/>
                  </a:cubicBezTo>
                  <a:cubicBezTo>
                    <a:pt x="353" y="1219"/>
                    <a:pt x="354" y="1220"/>
                    <a:pt x="353" y="1217"/>
                  </a:cubicBezTo>
                  <a:cubicBezTo>
                    <a:pt x="353" y="1214"/>
                    <a:pt x="352" y="1214"/>
                    <a:pt x="351" y="1212"/>
                  </a:cubicBezTo>
                  <a:cubicBezTo>
                    <a:pt x="349" y="1211"/>
                    <a:pt x="346" y="1211"/>
                    <a:pt x="341" y="1210"/>
                  </a:cubicBezTo>
                  <a:cubicBezTo>
                    <a:pt x="336" y="1208"/>
                    <a:pt x="337" y="1208"/>
                    <a:pt x="333" y="1206"/>
                  </a:cubicBezTo>
                  <a:cubicBezTo>
                    <a:pt x="329" y="1204"/>
                    <a:pt x="330" y="1200"/>
                    <a:pt x="327" y="1197"/>
                  </a:cubicBezTo>
                  <a:cubicBezTo>
                    <a:pt x="324" y="1195"/>
                    <a:pt x="324" y="1193"/>
                    <a:pt x="323" y="1190"/>
                  </a:cubicBezTo>
                  <a:cubicBezTo>
                    <a:pt x="322" y="1188"/>
                    <a:pt x="320" y="1186"/>
                    <a:pt x="318" y="1184"/>
                  </a:cubicBezTo>
                  <a:cubicBezTo>
                    <a:pt x="316" y="1182"/>
                    <a:pt x="310" y="1180"/>
                    <a:pt x="307" y="1180"/>
                  </a:cubicBezTo>
                  <a:cubicBezTo>
                    <a:pt x="305" y="1180"/>
                    <a:pt x="302" y="1180"/>
                    <a:pt x="298" y="1179"/>
                  </a:cubicBezTo>
                  <a:cubicBezTo>
                    <a:pt x="294" y="1179"/>
                    <a:pt x="293" y="1178"/>
                    <a:pt x="291" y="1177"/>
                  </a:cubicBezTo>
                  <a:cubicBezTo>
                    <a:pt x="288" y="1177"/>
                    <a:pt x="286" y="1176"/>
                    <a:pt x="283" y="1175"/>
                  </a:cubicBezTo>
                  <a:cubicBezTo>
                    <a:pt x="281" y="1174"/>
                    <a:pt x="280" y="1174"/>
                    <a:pt x="278" y="1173"/>
                  </a:cubicBezTo>
                  <a:cubicBezTo>
                    <a:pt x="276" y="1171"/>
                    <a:pt x="275" y="1171"/>
                    <a:pt x="271" y="1169"/>
                  </a:cubicBezTo>
                  <a:cubicBezTo>
                    <a:pt x="268" y="1167"/>
                    <a:pt x="268" y="1168"/>
                    <a:pt x="265" y="1168"/>
                  </a:cubicBezTo>
                  <a:close/>
                  <a:moveTo>
                    <a:pt x="289" y="1196"/>
                  </a:moveTo>
                  <a:cubicBezTo>
                    <a:pt x="288" y="1197"/>
                    <a:pt x="287" y="1198"/>
                    <a:pt x="288" y="1198"/>
                  </a:cubicBezTo>
                  <a:cubicBezTo>
                    <a:pt x="289" y="1199"/>
                    <a:pt x="289" y="1200"/>
                    <a:pt x="291" y="1200"/>
                  </a:cubicBezTo>
                  <a:cubicBezTo>
                    <a:pt x="292" y="1200"/>
                    <a:pt x="292" y="1199"/>
                    <a:pt x="292" y="1198"/>
                  </a:cubicBezTo>
                  <a:cubicBezTo>
                    <a:pt x="292" y="1196"/>
                    <a:pt x="291" y="1195"/>
                    <a:pt x="289" y="1196"/>
                  </a:cubicBezTo>
                  <a:close/>
                  <a:moveTo>
                    <a:pt x="325" y="1182"/>
                  </a:moveTo>
                  <a:cubicBezTo>
                    <a:pt x="324" y="1184"/>
                    <a:pt x="324" y="1184"/>
                    <a:pt x="325" y="1185"/>
                  </a:cubicBezTo>
                  <a:cubicBezTo>
                    <a:pt x="326" y="1187"/>
                    <a:pt x="327" y="1189"/>
                    <a:pt x="328" y="1188"/>
                  </a:cubicBezTo>
                  <a:cubicBezTo>
                    <a:pt x="328" y="1186"/>
                    <a:pt x="328" y="1187"/>
                    <a:pt x="328" y="1185"/>
                  </a:cubicBezTo>
                  <a:cubicBezTo>
                    <a:pt x="328" y="1183"/>
                    <a:pt x="326" y="1181"/>
                    <a:pt x="325" y="1182"/>
                  </a:cubicBezTo>
                  <a:close/>
                  <a:moveTo>
                    <a:pt x="336" y="1198"/>
                  </a:moveTo>
                  <a:cubicBezTo>
                    <a:pt x="337" y="1200"/>
                    <a:pt x="337" y="1200"/>
                    <a:pt x="339" y="1200"/>
                  </a:cubicBezTo>
                  <a:cubicBezTo>
                    <a:pt x="341" y="1201"/>
                    <a:pt x="342" y="1201"/>
                    <a:pt x="343" y="1203"/>
                  </a:cubicBezTo>
                  <a:cubicBezTo>
                    <a:pt x="345" y="1204"/>
                    <a:pt x="346" y="1206"/>
                    <a:pt x="346" y="1204"/>
                  </a:cubicBezTo>
                  <a:cubicBezTo>
                    <a:pt x="347" y="1203"/>
                    <a:pt x="344" y="1203"/>
                    <a:pt x="343" y="1201"/>
                  </a:cubicBezTo>
                  <a:cubicBezTo>
                    <a:pt x="342" y="1199"/>
                    <a:pt x="340" y="1199"/>
                    <a:pt x="339" y="1198"/>
                  </a:cubicBezTo>
                  <a:cubicBezTo>
                    <a:pt x="338" y="1197"/>
                    <a:pt x="335" y="1196"/>
                    <a:pt x="336" y="119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C7E1F7D7-6FEA-5E2C-6913-75F9AE821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760" y="2573403"/>
              <a:ext cx="5642" cy="4231"/>
            </a:xfrm>
            <a:custGeom>
              <a:avLst/>
              <a:gdLst>
                <a:gd name="T0" fmla="*/ 0 w 5"/>
                <a:gd name="T1" fmla="*/ 1 h 4"/>
                <a:gd name="T2" fmla="*/ 2 w 5"/>
                <a:gd name="T3" fmla="*/ 2 h 4"/>
                <a:gd name="T4" fmla="*/ 5 w 5"/>
                <a:gd name="T5" fmla="*/ 3 h 4"/>
                <a:gd name="T6" fmla="*/ 0 w 5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0" y="1"/>
                  </a:moveTo>
                  <a:cubicBezTo>
                    <a:pt x="0" y="1"/>
                    <a:pt x="0" y="2"/>
                    <a:pt x="2" y="2"/>
                  </a:cubicBezTo>
                  <a:cubicBezTo>
                    <a:pt x="3" y="3"/>
                    <a:pt x="5" y="4"/>
                    <a:pt x="5" y="3"/>
                  </a:cubicBezTo>
                  <a:cubicBezTo>
                    <a:pt x="4" y="1"/>
                    <a:pt x="2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C76390B5-A193-D173-0F51-5C01CC32D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014" y="2560709"/>
              <a:ext cx="8462" cy="7052"/>
            </a:xfrm>
            <a:custGeom>
              <a:avLst/>
              <a:gdLst>
                <a:gd name="T0" fmla="*/ 0 w 7"/>
                <a:gd name="T1" fmla="*/ 2 h 7"/>
                <a:gd name="T2" fmla="*/ 2 w 7"/>
                <a:gd name="T3" fmla="*/ 4 h 7"/>
                <a:gd name="T4" fmla="*/ 6 w 7"/>
                <a:gd name="T5" fmla="*/ 7 h 7"/>
                <a:gd name="T6" fmla="*/ 5 w 7"/>
                <a:gd name="T7" fmla="*/ 4 h 7"/>
                <a:gd name="T8" fmla="*/ 0 w 7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0" y="2"/>
                  </a:moveTo>
                  <a:cubicBezTo>
                    <a:pt x="0" y="4"/>
                    <a:pt x="1" y="4"/>
                    <a:pt x="2" y="4"/>
                  </a:cubicBezTo>
                  <a:cubicBezTo>
                    <a:pt x="3" y="5"/>
                    <a:pt x="4" y="7"/>
                    <a:pt x="6" y="7"/>
                  </a:cubicBezTo>
                  <a:cubicBezTo>
                    <a:pt x="7" y="6"/>
                    <a:pt x="6" y="5"/>
                    <a:pt x="5" y="4"/>
                  </a:cubicBezTo>
                  <a:cubicBezTo>
                    <a:pt x="4" y="2"/>
                    <a:pt x="0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110B389B-C448-478E-C2AC-746A1080D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061" y="2600200"/>
              <a:ext cx="9873" cy="5642"/>
            </a:xfrm>
            <a:custGeom>
              <a:avLst/>
              <a:gdLst>
                <a:gd name="T0" fmla="*/ 3 w 9"/>
                <a:gd name="T1" fmla="*/ 1 h 5"/>
                <a:gd name="T2" fmla="*/ 9 w 9"/>
                <a:gd name="T3" fmla="*/ 3 h 5"/>
                <a:gd name="T4" fmla="*/ 5 w 9"/>
                <a:gd name="T5" fmla="*/ 5 h 5"/>
                <a:gd name="T6" fmla="*/ 1 w 9"/>
                <a:gd name="T7" fmla="*/ 2 h 5"/>
                <a:gd name="T8" fmla="*/ 3 w 9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3" y="1"/>
                  </a:moveTo>
                  <a:cubicBezTo>
                    <a:pt x="6" y="2"/>
                    <a:pt x="9" y="1"/>
                    <a:pt x="9" y="3"/>
                  </a:cubicBezTo>
                  <a:cubicBezTo>
                    <a:pt x="9" y="4"/>
                    <a:pt x="7" y="5"/>
                    <a:pt x="5" y="5"/>
                  </a:cubicBezTo>
                  <a:cubicBezTo>
                    <a:pt x="4" y="5"/>
                    <a:pt x="2" y="3"/>
                    <a:pt x="1" y="2"/>
                  </a:cubicBezTo>
                  <a:cubicBezTo>
                    <a:pt x="0" y="1"/>
                    <a:pt x="1" y="0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AE88550C-E86D-6253-EE4C-8E25E7503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651" y="2545195"/>
              <a:ext cx="7052" cy="7052"/>
            </a:xfrm>
            <a:custGeom>
              <a:avLst/>
              <a:gdLst>
                <a:gd name="T0" fmla="*/ 2 w 7"/>
                <a:gd name="T1" fmla="*/ 4 h 7"/>
                <a:gd name="T2" fmla="*/ 2 w 7"/>
                <a:gd name="T3" fmla="*/ 6 h 7"/>
                <a:gd name="T4" fmla="*/ 5 w 7"/>
                <a:gd name="T5" fmla="*/ 5 h 7"/>
                <a:gd name="T6" fmla="*/ 2 w 7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2" y="4"/>
                  </a:moveTo>
                  <a:cubicBezTo>
                    <a:pt x="1" y="5"/>
                    <a:pt x="0" y="6"/>
                    <a:pt x="2" y="6"/>
                  </a:cubicBezTo>
                  <a:cubicBezTo>
                    <a:pt x="4" y="7"/>
                    <a:pt x="4" y="6"/>
                    <a:pt x="5" y="5"/>
                  </a:cubicBezTo>
                  <a:cubicBezTo>
                    <a:pt x="7" y="3"/>
                    <a:pt x="6" y="0"/>
                    <a:pt x="2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477560AD-4EA9-C1D5-1534-10B6F84EB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630" y="2622766"/>
              <a:ext cx="38080" cy="14104"/>
            </a:xfrm>
            <a:custGeom>
              <a:avLst/>
              <a:gdLst>
                <a:gd name="T0" fmla="*/ 16 w 35"/>
                <a:gd name="T1" fmla="*/ 1 h 14"/>
                <a:gd name="T2" fmla="*/ 28 w 35"/>
                <a:gd name="T3" fmla="*/ 2 h 14"/>
                <a:gd name="T4" fmla="*/ 34 w 35"/>
                <a:gd name="T5" fmla="*/ 3 h 14"/>
                <a:gd name="T6" fmla="*/ 29 w 35"/>
                <a:gd name="T7" fmla="*/ 11 h 14"/>
                <a:gd name="T8" fmla="*/ 21 w 35"/>
                <a:gd name="T9" fmla="*/ 12 h 14"/>
                <a:gd name="T10" fmla="*/ 14 w 35"/>
                <a:gd name="T11" fmla="*/ 11 h 14"/>
                <a:gd name="T12" fmla="*/ 6 w 35"/>
                <a:gd name="T13" fmla="*/ 12 h 14"/>
                <a:gd name="T14" fmla="*/ 1 w 35"/>
                <a:gd name="T15" fmla="*/ 7 h 14"/>
                <a:gd name="T16" fmla="*/ 5 w 35"/>
                <a:gd name="T17" fmla="*/ 1 h 14"/>
                <a:gd name="T18" fmla="*/ 16 w 35"/>
                <a:gd name="T1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" h="14">
                  <a:moveTo>
                    <a:pt x="16" y="1"/>
                  </a:moveTo>
                  <a:cubicBezTo>
                    <a:pt x="22" y="0"/>
                    <a:pt x="22" y="1"/>
                    <a:pt x="28" y="2"/>
                  </a:cubicBezTo>
                  <a:cubicBezTo>
                    <a:pt x="33" y="2"/>
                    <a:pt x="34" y="0"/>
                    <a:pt x="34" y="3"/>
                  </a:cubicBezTo>
                  <a:cubicBezTo>
                    <a:pt x="35" y="6"/>
                    <a:pt x="31" y="9"/>
                    <a:pt x="29" y="11"/>
                  </a:cubicBezTo>
                  <a:cubicBezTo>
                    <a:pt x="27" y="12"/>
                    <a:pt x="24" y="13"/>
                    <a:pt x="21" y="12"/>
                  </a:cubicBezTo>
                  <a:cubicBezTo>
                    <a:pt x="19" y="11"/>
                    <a:pt x="16" y="10"/>
                    <a:pt x="14" y="11"/>
                  </a:cubicBezTo>
                  <a:cubicBezTo>
                    <a:pt x="12" y="12"/>
                    <a:pt x="10" y="14"/>
                    <a:pt x="6" y="12"/>
                  </a:cubicBezTo>
                  <a:cubicBezTo>
                    <a:pt x="3" y="11"/>
                    <a:pt x="0" y="9"/>
                    <a:pt x="1" y="7"/>
                  </a:cubicBezTo>
                  <a:cubicBezTo>
                    <a:pt x="2" y="4"/>
                    <a:pt x="2" y="1"/>
                    <a:pt x="5" y="1"/>
                  </a:cubicBezTo>
                  <a:cubicBezTo>
                    <a:pt x="8" y="0"/>
                    <a:pt x="11" y="1"/>
                    <a:pt x="16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971640EC-5DE8-98E8-4536-44B3899F7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1160" y="2542374"/>
              <a:ext cx="15514" cy="15514"/>
            </a:xfrm>
            <a:custGeom>
              <a:avLst/>
              <a:gdLst>
                <a:gd name="T0" fmla="*/ 6 w 14"/>
                <a:gd name="T1" fmla="*/ 2 h 14"/>
                <a:gd name="T2" fmla="*/ 3 w 14"/>
                <a:gd name="T3" fmla="*/ 6 h 14"/>
                <a:gd name="T4" fmla="*/ 9 w 14"/>
                <a:gd name="T5" fmla="*/ 12 h 14"/>
                <a:gd name="T6" fmla="*/ 14 w 14"/>
                <a:gd name="T7" fmla="*/ 4 h 14"/>
                <a:gd name="T8" fmla="*/ 6 w 14"/>
                <a:gd name="T9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6" y="2"/>
                  </a:moveTo>
                  <a:cubicBezTo>
                    <a:pt x="4" y="4"/>
                    <a:pt x="0" y="2"/>
                    <a:pt x="3" y="6"/>
                  </a:cubicBezTo>
                  <a:cubicBezTo>
                    <a:pt x="6" y="10"/>
                    <a:pt x="7" y="14"/>
                    <a:pt x="9" y="12"/>
                  </a:cubicBezTo>
                  <a:cubicBezTo>
                    <a:pt x="11" y="10"/>
                    <a:pt x="14" y="7"/>
                    <a:pt x="14" y="4"/>
                  </a:cubicBezTo>
                  <a:cubicBezTo>
                    <a:pt x="14" y="1"/>
                    <a:pt x="9" y="0"/>
                    <a:pt x="6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38E38F72-02FC-696F-48F6-44C56039D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4490" y="2511346"/>
              <a:ext cx="243997" cy="80392"/>
            </a:xfrm>
            <a:custGeom>
              <a:avLst/>
              <a:gdLst>
                <a:gd name="T0" fmla="*/ 28 w 222"/>
                <a:gd name="T1" fmla="*/ 10 h 75"/>
                <a:gd name="T2" fmla="*/ 54 w 222"/>
                <a:gd name="T3" fmla="*/ 4 h 75"/>
                <a:gd name="T4" fmla="*/ 76 w 222"/>
                <a:gd name="T5" fmla="*/ 5 h 75"/>
                <a:gd name="T6" fmla="*/ 99 w 222"/>
                <a:gd name="T7" fmla="*/ 10 h 75"/>
                <a:gd name="T8" fmla="*/ 119 w 222"/>
                <a:gd name="T9" fmla="*/ 21 h 75"/>
                <a:gd name="T10" fmla="*/ 143 w 222"/>
                <a:gd name="T11" fmla="*/ 27 h 75"/>
                <a:gd name="T12" fmla="*/ 159 w 222"/>
                <a:gd name="T13" fmla="*/ 35 h 75"/>
                <a:gd name="T14" fmla="*/ 173 w 222"/>
                <a:gd name="T15" fmla="*/ 42 h 75"/>
                <a:gd name="T16" fmla="*/ 188 w 222"/>
                <a:gd name="T17" fmla="*/ 47 h 75"/>
                <a:gd name="T18" fmla="*/ 196 w 222"/>
                <a:gd name="T19" fmla="*/ 54 h 75"/>
                <a:gd name="T20" fmla="*/ 217 w 222"/>
                <a:gd name="T21" fmla="*/ 63 h 75"/>
                <a:gd name="T22" fmla="*/ 215 w 222"/>
                <a:gd name="T23" fmla="*/ 70 h 75"/>
                <a:gd name="T24" fmla="*/ 191 w 222"/>
                <a:gd name="T25" fmla="*/ 74 h 75"/>
                <a:gd name="T26" fmla="*/ 173 w 222"/>
                <a:gd name="T27" fmla="*/ 73 h 75"/>
                <a:gd name="T28" fmla="*/ 151 w 222"/>
                <a:gd name="T29" fmla="*/ 74 h 75"/>
                <a:gd name="T30" fmla="*/ 158 w 222"/>
                <a:gd name="T31" fmla="*/ 64 h 75"/>
                <a:gd name="T32" fmla="*/ 157 w 222"/>
                <a:gd name="T33" fmla="*/ 57 h 75"/>
                <a:gd name="T34" fmla="*/ 139 w 222"/>
                <a:gd name="T35" fmla="*/ 54 h 75"/>
                <a:gd name="T36" fmla="*/ 133 w 222"/>
                <a:gd name="T37" fmla="*/ 42 h 75"/>
                <a:gd name="T38" fmla="*/ 121 w 222"/>
                <a:gd name="T39" fmla="*/ 37 h 75"/>
                <a:gd name="T40" fmla="*/ 102 w 222"/>
                <a:gd name="T41" fmla="*/ 33 h 75"/>
                <a:gd name="T42" fmla="*/ 85 w 222"/>
                <a:gd name="T43" fmla="*/ 27 h 75"/>
                <a:gd name="T44" fmla="*/ 74 w 222"/>
                <a:gd name="T45" fmla="*/ 23 h 75"/>
                <a:gd name="T46" fmla="*/ 60 w 222"/>
                <a:gd name="T47" fmla="*/ 22 h 75"/>
                <a:gd name="T48" fmla="*/ 67 w 222"/>
                <a:gd name="T49" fmla="*/ 17 h 75"/>
                <a:gd name="T50" fmla="*/ 51 w 222"/>
                <a:gd name="T51" fmla="*/ 12 h 75"/>
                <a:gd name="T52" fmla="*/ 36 w 222"/>
                <a:gd name="T53" fmla="*/ 19 h 75"/>
                <a:gd name="T54" fmla="*/ 22 w 222"/>
                <a:gd name="T55" fmla="*/ 24 h 75"/>
                <a:gd name="T56" fmla="*/ 12 w 222"/>
                <a:gd name="T57" fmla="*/ 31 h 75"/>
                <a:gd name="T58" fmla="*/ 3 w 222"/>
                <a:gd name="T59" fmla="*/ 32 h 75"/>
                <a:gd name="T60" fmla="*/ 9 w 222"/>
                <a:gd name="T61" fmla="*/ 28 h 75"/>
                <a:gd name="T62" fmla="*/ 19 w 222"/>
                <a:gd name="T63" fmla="*/ 14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2" h="75">
                  <a:moveTo>
                    <a:pt x="19" y="14"/>
                  </a:moveTo>
                  <a:cubicBezTo>
                    <a:pt x="22" y="12"/>
                    <a:pt x="24" y="10"/>
                    <a:pt x="28" y="10"/>
                  </a:cubicBezTo>
                  <a:cubicBezTo>
                    <a:pt x="32" y="9"/>
                    <a:pt x="35" y="10"/>
                    <a:pt x="40" y="8"/>
                  </a:cubicBezTo>
                  <a:cubicBezTo>
                    <a:pt x="46" y="7"/>
                    <a:pt x="51" y="6"/>
                    <a:pt x="54" y="4"/>
                  </a:cubicBezTo>
                  <a:cubicBezTo>
                    <a:pt x="58" y="3"/>
                    <a:pt x="61" y="0"/>
                    <a:pt x="65" y="2"/>
                  </a:cubicBezTo>
                  <a:cubicBezTo>
                    <a:pt x="70" y="4"/>
                    <a:pt x="73" y="5"/>
                    <a:pt x="76" y="5"/>
                  </a:cubicBezTo>
                  <a:cubicBezTo>
                    <a:pt x="80" y="5"/>
                    <a:pt x="87" y="3"/>
                    <a:pt x="91" y="5"/>
                  </a:cubicBezTo>
                  <a:cubicBezTo>
                    <a:pt x="96" y="7"/>
                    <a:pt x="93" y="9"/>
                    <a:pt x="99" y="10"/>
                  </a:cubicBezTo>
                  <a:cubicBezTo>
                    <a:pt x="105" y="10"/>
                    <a:pt x="105" y="8"/>
                    <a:pt x="108" y="11"/>
                  </a:cubicBezTo>
                  <a:cubicBezTo>
                    <a:pt x="110" y="14"/>
                    <a:pt x="114" y="20"/>
                    <a:pt x="119" y="21"/>
                  </a:cubicBezTo>
                  <a:cubicBezTo>
                    <a:pt x="123" y="21"/>
                    <a:pt x="126" y="19"/>
                    <a:pt x="131" y="22"/>
                  </a:cubicBezTo>
                  <a:cubicBezTo>
                    <a:pt x="137" y="24"/>
                    <a:pt x="139" y="24"/>
                    <a:pt x="143" y="27"/>
                  </a:cubicBezTo>
                  <a:cubicBezTo>
                    <a:pt x="146" y="30"/>
                    <a:pt x="149" y="34"/>
                    <a:pt x="153" y="34"/>
                  </a:cubicBezTo>
                  <a:cubicBezTo>
                    <a:pt x="156" y="35"/>
                    <a:pt x="156" y="34"/>
                    <a:pt x="159" y="35"/>
                  </a:cubicBezTo>
                  <a:cubicBezTo>
                    <a:pt x="162" y="36"/>
                    <a:pt x="165" y="39"/>
                    <a:pt x="166" y="40"/>
                  </a:cubicBezTo>
                  <a:cubicBezTo>
                    <a:pt x="168" y="41"/>
                    <a:pt x="171" y="42"/>
                    <a:pt x="173" y="42"/>
                  </a:cubicBezTo>
                  <a:cubicBezTo>
                    <a:pt x="175" y="42"/>
                    <a:pt x="179" y="43"/>
                    <a:pt x="180" y="45"/>
                  </a:cubicBezTo>
                  <a:cubicBezTo>
                    <a:pt x="182" y="46"/>
                    <a:pt x="186" y="47"/>
                    <a:pt x="188" y="47"/>
                  </a:cubicBezTo>
                  <a:cubicBezTo>
                    <a:pt x="190" y="46"/>
                    <a:pt x="192" y="47"/>
                    <a:pt x="193" y="49"/>
                  </a:cubicBezTo>
                  <a:cubicBezTo>
                    <a:pt x="194" y="51"/>
                    <a:pt x="191" y="53"/>
                    <a:pt x="196" y="54"/>
                  </a:cubicBezTo>
                  <a:cubicBezTo>
                    <a:pt x="200" y="55"/>
                    <a:pt x="204" y="54"/>
                    <a:pt x="207" y="56"/>
                  </a:cubicBezTo>
                  <a:cubicBezTo>
                    <a:pt x="210" y="58"/>
                    <a:pt x="215" y="60"/>
                    <a:pt x="217" y="63"/>
                  </a:cubicBezTo>
                  <a:cubicBezTo>
                    <a:pt x="220" y="65"/>
                    <a:pt x="222" y="65"/>
                    <a:pt x="222" y="67"/>
                  </a:cubicBezTo>
                  <a:cubicBezTo>
                    <a:pt x="221" y="69"/>
                    <a:pt x="221" y="70"/>
                    <a:pt x="215" y="70"/>
                  </a:cubicBezTo>
                  <a:cubicBezTo>
                    <a:pt x="210" y="70"/>
                    <a:pt x="204" y="69"/>
                    <a:pt x="201" y="72"/>
                  </a:cubicBezTo>
                  <a:cubicBezTo>
                    <a:pt x="198" y="74"/>
                    <a:pt x="195" y="75"/>
                    <a:pt x="191" y="74"/>
                  </a:cubicBezTo>
                  <a:cubicBezTo>
                    <a:pt x="188" y="73"/>
                    <a:pt x="185" y="72"/>
                    <a:pt x="182" y="72"/>
                  </a:cubicBezTo>
                  <a:cubicBezTo>
                    <a:pt x="179" y="73"/>
                    <a:pt x="175" y="73"/>
                    <a:pt x="173" y="73"/>
                  </a:cubicBezTo>
                  <a:cubicBezTo>
                    <a:pt x="170" y="73"/>
                    <a:pt x="156" y="72"/>
                    <a:pt x="156" y="72"/>
                  </a:cubicBezTo>
                  <a:cubicBezTo>
                    <a:pt x="156" y="72"/>
                    <a:pt x="153" y="73"/>
                    <a:pt x="151" y="74"/>
                  </a:cubicBezTo>
                  <a:cubicBezTo>
                    <a:pt x="149" y="74"/>
                    <a:pt x="148" y="72"/>
                    <a:pt x="150" y="70"/>
                  </a:cubicBezTo>
                  <a:cubicBezTo>
                    <a:pt x="153" y="68"/>
                    <a:pt x="156" y="66"/>
                    <a:pt x="158" y="64"/>
                  </a:cubicBezTo>
                  <a:cubicBezTo>
                    <a:pt x="159" y="63"/>
                    <a:pt x="160" y="62"/>
                    <a:pt x="159" y="60"/>
                  </a:cubicBezTo>
                  <a:cubicBezTo>
                    <a:pt x="158" y="58"/>
                    <a:pt x="160" y="59"/>
                    <a:pt x="157" y="57"/>
                  </a:cubicBezTo>
                  <a:cubicBezTo>
                    <a:pt x="154" y="56"/>
                    <a:pt x="153" y="56"/>
                    <a:pt x="149" y="56"/>
                  </a:cubicBezTo>
                  <a:cubicBezTo>
                    <a:pt x="145" y="55"/>
                    <a:pt x="140" y="56"/>
                    <a:pt x="139" y="54"/>
                  </a:cubicBezTo>
                  <a:cubicBezTo>
                    <a:pt x="138" y="52"/>
                    <a:pt x="136" y="51"/>
                    <a:pt x="135" y="49"/>
                  </a:cubicBezTo>
                  <a:cubicBezTo>
                    <a:pt x="133" y="46"/>
                    <a:pt x="133" y="44"/>
                    <a:pt x="133" y="42"/>
                  </a:cubicBezTo>
                  <a:cubicBezTo>
                    <a:pt x="132" y="41"/>
                    <a:pt x="132" y="38"/>
                    <a:pt x="129" y="38"/>
                  </a:cubicBezTo>
                  <a:cubicBezTo>
                    <a:pt x="126" y="37"/>
                    <a:pt x="123" y="37"/>
                    <a:pt x="121" y="37"/>
                  </a:cubicBezTo>
                  <a:cubicBezTo>
                    <a:pt x="119" y="36"/>
                    <a:pt x="112" y="36"/>
                    <a:pt x="110" y="35"/>
                  </a:cubicBezTo>
                  <a:cubicBezTo>
                    <a:pt x="108" y="35"/>
                    <a:pt x="105" y="34"/>
                    <a:pt x="102" y="33"/>
                  </a:cubicBezTo>
                  <a:cubicBezTo>
                    <a:pt x="100" y="31"/>
                    <a:pt x="98" y="27"/>
                    <a:pt x="94" y="27"/>
                  </a:cubicBezTo>
                  <a:cubicBezTo>
                    <a:pt x="90" y="27"/>
                    <a:pt x="88" y="28"/>
                    <a:pt x="85" y="27"/>
                  </a:cubicBezTo>
                  <a:cubicBezTo>
                    <a:pt x="82" y="26"/>
                    <a:pt x="80" y="26"/>
                    <a:pt x="79" y="25"/>
                  </a:cubicBezTo>
                  <a:cubicBezTo>
                    <a:pt x="78" y="23"/>
                    <a:pt x="78" y="22"/>
                    <a:pt x="74" y="23"/>
                  </a:cubicBezTo>
                  <a:cubicBezTo>
                    <a:pt x="71" y="23"/>
                    <a:pt x="67" y="24"/>
                    <a:pt x="65" y="24"/>
                  </a:cubicBezTo>
                  <a:cubicBezTo>
                    <a:pt x="63" y="23"/>
                    <a:pt x="61" y="23"/>
                    <a:pt x="60" y="22"/>
                  </a:cubicBezTo>
                  <a:cubicBezTo>
                    <a:pt x="60" y="21"/>
                    <a:pt x="62" y="19"/>
                    <a:pt x="63" y="19"/>
                  </a:cubicBezTo>
                  <a:cubicBezTo>
                    <a:pt x="64" y="19"/>
                    <a:pt x="67" y="19"/>
                    <a:pt x="67" y="17"/>
                  </a:cubicBezTo>
                  <a:cubicBezTo>
                    <a:pt x="67" y="15"/>
                    <a:pt x="66" y="15"/>
                    <a:pt x="62" y="14"/>
                  </a:cubicBezTo>
                  <a:cubicBezTo>
                    <a:pt x="59" y="13"/>
                    <a:pt x="54" y="12"/>
                    <a:pt x="51" y="12"/>
                  </a:cubicBezTo>
                  <a:cubicBezTo>
                    <a:pt x="47" y="13"/>
                    <a:pt x="44" y="14"/>
                    <a:pt x="42" y="16"/>
                  </a:cubicBezTo>
                  <a:cubicBezTo>
                    <a:pt x="40" y="17"/>
                    <a:pt x="40" y="18"/>
                    <a:pt x="36" y="19"/>
                  </a:cubicBezTo>
                  <a:cubicBezTo>
                    <a:pt x="33" y="21"/>
                    <a:pt x="36" y="24"/>
                    <a:pt x="31" y="24"/>
                  </a:cubicBezTo>
                  <a:cubicBezTo>
                    <a:pt x="25" y="24"/>
                    <a:pt x="24" y="22"/>
                    <a:pt x="22" y="24"/>
                  </a:cubicBezTo>
                  <a:cubicBezTo>
                    <a:pt x="19" y="26"/>
                    <a:pt x="19" y="27"/>
                    <a:pt x="18" y="29"/>
                  </a:cubicBezTo>
                  <a:cubicBezTo>
                    <a:pt x="17" y="31"/>
                    <a:pt x="14" y="30"/>
                    <a:pt x="12" y="31"/>
                  </a:cubicBezTo>
                  <a:cubicBezTo>
                    <a:pt x="11" y="32"/>
                    <a:pt x="10" y="35"/>
                    <a:pt x="9" y="34"/>
                  </a:cubicBezTo>
                  <a:cubicBezTo>
                    <a:pt x="8" y="34"/>
                    <a:pt x="6" y="32"/>
                    <a:pt x="3" y="32"/>
                  </a:cubicBezTo>
                  <a:cubicBezTo>
                    <a:pt x="0" y="32"/>
                    <a:pt x="0" y="28"/>
                    <a:pt x="2" y="28"/>
                  </a:cubicBezTo>
                  <a:cubicBezTo>
                    <a:pt x="4" y="28"/>
                    <a:pt x="7" y="28"/>
                    <a:pt x="9" y="28"/>
                  </a:cubicBezTo>
                  <a:cubicBezTo>
                    <a:pt x="11" y="27"/>
                    <a:pt x="14" y="26"/>
                    <a:pt x="13" y="23"/>
                  </a:cubicBezTo>
                  <a:cubicBezTo>
                    <a:pt x="12" y="21"/>
                    <a:pt x="16" y="15"/>
                    <a:pt x="19" y="1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B6ACE29C-66E8-9CD1-7580-CF253EA57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0433" y="2918948"/>
              <a:ext cx="7052" cy="5642"/>
            </a:xfrm>
            <a:custGeom>
              <a:avLst/>
              <a:gdLst>
                <a:gd name="T0" fmla="*/ 3 w 6"/>
                <a:gd name="T1" fmla="*/ 2 h 6"/>
                <a:gd name="T2" fmla="*/ 1 w 6"/>
                <a:gd name="T3" fmla="*/ 5 h 6"/>
                <a:gd name="T4" fmla="*/ 4 w 6"/>
                <a:gd name="T5" fmla="*/ 5 h 6"/>
                <a:gd name="T6" fmla="*/ 5 w 6"/>
                <a:gd name="T7" fmla="*/ 4 h 6"/>
                <a:gd name="T8" fmla="*/ 5 w 6"/>
                <a:gd name="T9" fmla="*/ 1 h 6"/>
                <a:gd name="T10" fmla="*/ 3 w 6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3" y="2"/>
                  </a:moveTo>
                  <a:cubicBezTo>
                    <a:pt x="2" y="2"/>
                    <a:pt x="0" y="5"/>
                    <a:pt x="1" y="5"/>
                  </a:cubicBezTo>
                  <a:cubicBezTo>
                    <a:pt x="1" y="6"/>
                    <a:pt x="2" y="5"/>
                    <a:pt x="4" y="5"/>
                  </a:cubicBezTo>
                  <a:cubicBezTo>
                    <a:pt x="5" y="4"/>
                    <a:pt x="5" y="5"/>
                    <a:pt x="5" y="4"/>
                  </a:cubicBezTo>
                  <a:cubicBezTo>
                    <a:pt x="6" y="3"/>
                    <a:pt x="5" y="2"/>
                    <a:pt x="5" y="1"/>
                  </a:cubicBezTo>
                  <a:cubicBezTo>
                    <a:pt x="5" y="0"/>
                    <a:pt x="4" y="1"/>
                    <a:pt x="3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1C6ACB89-52F5-060D-1FEC-77D0F9687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9150" y="2927410"/>
              <a:ext cx="2821" cy="5642"/>
            </a:xfrm>
            <a:custGeom>
              <a:avLst/>
              <a:gdLst>
                <a:gd name="T0" fmla="*/ 1 w 3"/>
                <a:gd name="T1" fmla="*/ 6 h 6"/>
                <a:gd name="T2" fmla="*/ 3 w 3"/>
                <a:gd name="T3" fmla="*/ 5 h 6"/>
                <a:gd name="T4" fmla="*/ 2 w 3"/>
                <a:gd name="T5" fmla="*/ 2 h 6"/>
                <a:gd name="T6" fmla="*/ 1 w 3"/>
                <a:gd name="T7" fmla="*/ 2 h 6"/>
                <a:gd name="T8" fmla="*/ 0 w 3"/>
                <a:gd name="T9" fmla="*/ 4 h 6"/>
                <a:gd name="T10" fmla="*/ 1 w 3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cubicBezTo>
                    <a:pt x="3" y="6"/>
                    <a:pt x="3" y="5"/>
                    <a:pt x="3" y="5"/>
                  </a:cubicBezTo>
                  <a:cubicBezTo>
                    <a:pt x="2" y="4"/>
                    <a:pt x="2" y="3"/>
                    <a:pt x="2" y="2"/>
                  </a:cubicBezTo>
                  <a:cubicBezTo>
                    <a:pt x="2" y="2"/>
                    <a:pt x="1" y="0"/>
                    <a:pt x="1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6"/>
                    <a:pt x="0" y="6"/>
                    <a:pt x="1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C28B5DAD-55C6-9828-3354-EECB3F8A6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4674" y="3222181"/>
              <a:ext cx="53595" cy="23977"/>
            </a:xfrm>
            <a:custGeom>
              <a:avLst/>
              <a:gdLst>
                <a:gd name="T0" fmla="*/ 11 w 49"/>
                <a:gd name="T1" fmla="*/ 20 h 23"/>
                <a:gd name="T2" fmla="*/ 22 w 49"/>
                <a:gd name="T3" fmla="*/ 15 h 23"/>
                <a:gd name="T4" fmla="*/ 34 w 49"/>
                <a:gd name="T5" fmla="*/ 10 h 23"/>
                <a:gd name="T6" fmla="*/ 47 w 49"/>
                <a:gd name="T7" fmla="*/ 4 h 23"/>
                <a:gd name="T8" fmla="*/ 36 w 49"/>
                <a:gd name="T9" fmla="*/ 2 h 23"/>
                <a:gd name="T10" fmla="*/ 21 w 49"/>
                <a:gd name="T11" fmla="*/ 5 h 23"/>
                <a:gd name="T12" fmla="*/ 3 w 49"/>
                <a:gd name="T13" fmla="*/ 7 h 23"/>
                <a:gd name="T14" fmla="*/ 0 w 49"/>
                <a:gd name="T15" fmla="*/ 12 h 23"/>
                <a:gd name="T16" fmla="*/ 2 w 49"/>
                <a:gd name="T17" fmla="*/ 13 h 23"/>
                <a:gd name="T18" fmla="*/ 6 w 49"/>
                <a:gd name="T19" fmla="*/ 23 h 23"/>
                <a:gd name="T20" fmla="*/ 11 w 49"/>
                <a:gd name="T21" fmla="*/ 2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23">
                  <a:moveTo>
                    <a:pt x="11" y="20"/>
                  </a:moveTo>
                  <a:cubicBezTo>
                    <a:pt x="16" y="19"/>
                    <a:pt x="16" y="18"/>
                    <a:pt x="22" y="15"/>
                  </a:cubicBezTo>
                  <a:cubicBezTo>
                    <a:pt x="28" y="12"/>
                    <a:pt x="25" y="12"/>
                    <a:pt x="34" y="10"/>
                  </a:cubicBezTo>
                  <a:cubicBezTo>
                    <a:pt x="42" y="8"/>
                    <a:pt x="49" y="6"/>
                    <a:pt x="47" y="4"/>
                  </a:cubicBezTo>
                  <a:cubicBezTo>
                    <a:pt x="45" y="2"/>
                    <a:pt x="42" y="0"/>
                    <a:pt x="36" y="2"/>
                  </a:cubicBezTo>
                  <a:cubicBezTo>
                    <a:pt x="29" y="4"/>
                    <a:pt x="26" y="5"/>
                    <a:pt x="21" y="5"/>
                  </a:cubicBezTo>
                  <a:cubicBezTo>
                    <a:pt x="15" y="5"/>
                    <a:pt x="6" y="5"/>
                    <a:pt x="3" y="7"/>
                  </a:cubicBezTo>
                  <a:cubicBezTo>
                    <a:pt x="1" y="10"/>
                    <a:pt x="2" y="10"/>
                    <a:pt x="0" y="12"/>
                  </a:cubicBezTo>
                  <a:cubicBezTo>
                    <a:pt x="1" y="12"/>
                    <a:pt x="1" y="12"/>
                    <a:pt x="2" y="13"/>
                  </a:cubicBezTo>
                  <a:cubicBezTo>
                    <a:pt x="4" y="14"/>
                    <a:pt x="5" y="19"/>
                    <a:pt x="6" y="23"/>
                  </a:cubicBezTo>
                  <a:cubicBezTo>
                    <a:pt x="7" y="22"/>
                    <a:pt x="9" y="21"/>
                    <a:pt x="11" y="2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D14550D4-D2A8-28BA-C12B-3F5609891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469" y="2045918"/>
              <a:ext cx="70519" cy="131166"/>
            </a:xfrm>
            <a:custGeom>
              <a:avLst/>
              <a:gdLst>
                <a:gd name="T0" fmla="*/ 47 w 65"/>
                <a:gd name="T1" fmla="*/ 97 h 122"/>
                <a:gd name="T2" fmla="*/ 48 w 65"/>
                <a:gd name="T3" fmla="*/ 97 h 122"/>
                <a:gd name="T4" fmla="*/ 49 w 65"/>
                <a:gd name="T5" fmla="*/ 95 h 122"/>
                <a:gd name="T6" fmla="*/ 44 w 65"/>
                <a:gd name="T7" fmla="*/ 89 h 122"/>
                <a:gd name="T8" fmla="*/ 45 w 65"/>
                <a:gd name="T9" fmla="*/ 81 h 122"/>
                <a:gd name="T10" fmla="*/ 45 w 65"/>
                <a:gd name="T11" fmla="*/ 80 h 122"/>
                <a:gd name="T12" fmla="*/ 49 w 65"/>
                <a:gd name="T13" fmla="*/ 74 h 122"/>
                <a:gd name="T14" fmla="*/ 42 w 65"/>
                <a:gd name="T15" fmla="*/ 66 h 122"/>
                <a:gd name="T16" fmla="*/ 39 w 65"/>
                <a:gd name="T17" fmla="*/ 61 h 122"/>
                <a:gd name="T18" fmla="*/ 40 w 65"/>
                <a:gd name="T19" fmla="*/ 58 h 122"/>
                <a:gd name="T20" fmla="*/ 46 w 65"/>
                <a:gd name="T21" fmla="*/ 58 h 122"/>
                <a:gd name="T22" fmla="*/ 49 w 65"/>
                <a:gd name="T23" fmla="*/ 57 h 122"/>
                <a:gd name="T24" fmla="*/ 51 w 65"/>
                <a:gd name="T25" fmla="*/ 47 h 122"/>
                <a:gd name="T26" fmla="*/ 53 w 65"/>
                <a:gd name="T27" fmla="*/ 36 h 122"/>
                <a:gd name="T28" fmla="*/ 51 w 65"/>
                <a:gd name="T29" fmla="*/ 26 h 122"/>
                <a:gd name="T30" fmla="*/ 60 w 65"/>
                <a:gd name="T31" fmla="*/ 18 h 122"/>
                <a:gd name="T32" fmla="*/ 65 w 65"/>
                <a:gd name="T33" fmla="*/ 14 h 122"/>
                <a:gd name="T34" fmla="*/ 65 w 65"/>
                <a:gd name="T35" fmla="*/ 13 h 122"/>
                <a:gd name="T36" fmla="*/ 63 w 65"/>
                <a:gd name="T37" fmla="*/ 11 h 122"/>
                <a:gd name="T38" fmla="*/ 58 w 65"/>
                <a:gd name="T39" fmla="*/ 5 h 122"/>
                <a:gd name="T40" fmla="*/ 54 w 65"/>
                <a:gd name="T41" fmla="*/ 3 h 122"/>
                <a:gd name="T42" fmla="*/ 51 w 65"/>
                <a:gd name="T43" fmla="*/ 4 h 122"/>
                <a:gd name="T44" fmla="*/ 42 w 65"/>
                <a:gd name="T45" fmla="*/ 6 h 122"/>
                <a:gd name="T46" fmla="*/ 35 w 65"/>
                <a:gd name="T47" fmla="*/ 7 h 122"/>
                <a:gd name="T48" fmla="*/ 32 w 65"/>
                <a:gd name="T49" fmla="*/ 8 h 122"/>
                <a:gd name="T50" fmla="*/ 26 w 65"/>
                <a:gd name="T51" fmla="*/ 4 h 122"/>
                <a:gd name="T52" fmla="*/ 27 w 65"/>
                <a:gd name="T53" fmla="*/ 2 h 122"/>
                <a:gd name="T54" fmla="*/ 27 w 65"/>
                <a:gd name="T55" fmla="*/ 0 h 122"/>
                <a:gd name="T56" fmla="*/ 26 w 65"/>
                <a:gd name="T57" fmla="*/ 0 h 122"/>
                <a:gd name="T58" fmla="*/ 17 w 65"/>
                <a:gd name="T59" fmla="*/ 4 h 122"/>
                <a:gd name="T60" fmla="*/ 13 w 65"/>
                <a:gd name="T61" fmla="*/ 9 h 122"/>
                <a:gd name="T62" fmla="*/ 15 w 65"/>
                <a:gd name="T63" fmla="*/ 19 h 122"/>
                <a:gd name="T64" fmla="*/ 17 w 65"/>
                <a:gd name="T65" fmla="*/ 28 h 122"/>
                <a:gd name="T66" fmla="*/ 15 w 65"/>
                <a:gd name="T67" fmla="*/ 37 h 122"/>
                <a:gd name="T68" fmla="*/ 12 w 65"/>
                <a:gd name="T69" fmla="*/ 48 h 122"/>
                <a:gd name="T70" fmla="*/ 8 w 65"/>
                <a:gd name="T71" fmla="*/ 61 h 122"/>
                <a:gd name="T72" fmla="*/ 2 w 65"/>
                <a:gd name="T73" fmla="*/ 70 h 122"/>
                <a:gd name="T74" fmla="*/ 3 w 65"/>
                <a:gd name="T75" fmla="*/ 82 h 122"/>
                <a:gd name="T76" fmla="*/ 9 w 65"/>
                <a:gd name="T77" fmla="*/ 77 h 122"/>
                <a:gd name="T78" fmla="*/ 10 w 65"/>
                <a:gd name="T79" fmla="*/ 81 h 122"/>
                <a:gd name="T80" fmla="*/ 6 w 65"/>
                <a:gd name="T81" fmla="*/ 87 h 122"/>
                <a:gd name="T82" fmla="*/ 11 w 65"/>
                <a:gd name="T83" fmla="*/ 85 h 122"/>
                <a:gd name="T84" fmla="*/ 16 w 65"/>
                <a:gd name="T85" fmla="*/ 86 h 122"/>
                <a:gd name="T86" fmla="*/ 13 w 65"/>
                <a:gd name="T87" fmla="*/ 92 h 122"/>
                <a:gd name="T88" fmla="*/ 14 w 65"/>
                <a:gd name="T89" fmla="*/ 102 h 122"/>
                <a:gd name="T90" fmla="*/ 13 w 65"/>
                <a:gd name="T91" fmla="*/ 112 h 122"/>
                <a:gd name="T92" fmla="*/ 11 w 65"/>
                <a:gd name="T93" fmla="*/ 121 h 122"/>
                <a:gd name="T94" fmla="*/ 20 w 65"/>
                <a:gd name="T95" fmla="*/ 119 h 122"/>
                <a:gd name="T96" fmla="*/ 33 w 65"/>
                <a:gd name="T97" fmla="*/ 122 h 122"/>
                <a:gd name="T98" fmla="*/ 41 w 65"/>
                <a:gd name="T99" fmla="*/ 119 h 122"/>
                <a:gd name="T100" fmla="*/ 44 w 65"/>
                <a:gd name="T101" fmla="*/ 10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5" h="122">
                  <a:moveTo>
                    <a:pt x="44" y="100"/>
                  </a:moveTo>
                  <a:cubicBezTo>
                    <a:pt x="45" y="99"/>
                    <a:pt x="46" y="98"/>
                    <a:pt x="47" y="97"/>
                  </a:cubicBezTo>
                  <a:cubicBezTo>
                    <a:pt x="47" y="97"/>
                    <a:pt x="47" y="97"/>
                    <a:pt x="47" y="97"/>
                  </a:cubicBezTo>
                  <a:cubicBezTo>
                    <a:pt x="48" y="97"/>
                    <a:pt x="48" y="97"/>
                    <a:pt x="48" y="97"/>
                  </a:cubicBezTo>
                  <a:cubicBezTo>
                    <a:pt x="49" y="96"/>
                    <a:pt x="50" y="96"/>
                    <a:pt x="50" y="95"/>
                  </a:cubicBezTo>
                  <a:cubicBezTo>
                    <a:pt x="50" y="95"/>
                    <a:pt x="50" y="95"/>
                    <a:pt x="49" y="95"/>
                  </a:cubicBezTo>
                  <a:cubicBezTo>
                    <a:pt x="48" y="95"/>
                    <a:pt x="47" y="94"/>
                    <a:pt x="47" y="94"/>
                  </a:cubicBezTo>
                  <a:cubicBezTo>
                    <a:pt x="45" y="93"/>
                    <a:pt x="44" y="91"/>
                    <a:pt x="44" y="89"/>
                  </a:cubicBezTo>
                  <a:cubicBezTo>
                    <a:pt x="44" y="88"/>
                    <a:pt x="43" y="88"/>
                    <a:pt x="43" y="87"/>
                  </a:cubicBezTo>
                  <a:cubicBezTo>
                    <a:pt x="43" y="85"/>
                    <a:pt x="44" y="83"/>
                    <a:pt x="45" y="81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5" y="81"/>
                    <a:pt x="45" y="81"/>
                    <a:pt x="45" y="80"/>
                  </a:cubicBezTo>
                  <a:cubicBezTo>
                    <a:pt x="46" y="79"/>
                    <a:pt x="46" y="78"/>
                    <a:pt x="47" y="78"/>
                  </a:cubicBezTo>
                  <a:cubicBezTo>
                    <a:pt x="48" y="76"/>
                    <a:pt x="49" y="74"/>
                    <a:pt x="49" y="74"/>
                  </a:cubicBezTo>
                  <a:cubicBezTo>
                    <a:pt x="49" y="73"/>
                    <a:pt x="48" y="72"/>
                    <a:pt x="46" y="70"/>
                  </a:cubicBezTo>
                  <a:cubicBezTo>
                    <a:pt x="45" y="69"/>
                    <a:pt x="43" y="67"/>
                    <a:pt x="42" y="66"/>
                  </a:cubicBezTo>
                  <a:cubicBezTo>
                    <a:pt x="41" y="65"/>
                    <a:pt x="40" y="64"/>
                    <a:pt x="40" y="64"/>
                  </a:cubicBezTo>
                  <a:cubicBezTo>
                    <a:pt x="39" y="63"/>
                    <a:pt x="39" y="62"/>
                    <a:pt x="39" y="61"/>
                  </a:cubicBezTo>
                  <a:cubicBezTo>
                    <a:pt x="39" y="60"/>
                    <a:pt x="39" y="59"/>
                    <a:pt x="40" y="58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8"/>
                    <a:pt x="43" y="58"/>
                    <a:pt x="46" y="58"/>
                  </a:cubicBezTo>
                  <a:cubicBezTo>
                    <a:pt x="47" y="58"/>
                    <a:pt x="49" y="59"/>
                    <a:pt x="49" y="58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50" y="55"/>
                    <a:pt x="51" y="49"/>
                    <a:pt x="51" y="47"/>
                  </a:cubicBezTo>
                  <a:cubicBezTo>
                    <a:pt x="51" y="45"/>
                    <a:pt x="51" y="44"/>
                    <a:pt x="52" y="42"/>
                  </a:cubicBezTo>
                  <a:cubicBezTo>
                    <a:pt x="52" y="40"/>
                    <a:pt x="53" y="37"/>
                    <a:pt x="53" y="36"/>
                  </a:cubicBezTo>
                  <a:cubicBezTo>
                    <a:pt x="53" y="34"/>
                    <a:pt x="53" y="32"/>
                    <a:pt x="52" y="31"/>
                  </a:cubicBezTo>
                  <a:cubicBezTo>
                    <a:pt x="52" y="30"/>
                    <a:pt x="51" y="28"/>
                    <a:pt x="51" y="26"/>
                  </a:cubicBezTo>
                  <a:cubicBezTo>
                    <a:pt x="51" y="22"/>
                    <a:pt x="53" y="21"/>
                    <a:pt x="58" y="19"/>
                  </a:cubicBezTo>
                  <a:cubicBezTo>
                    <a:pt x="58" y="18"/>
                    <a:pt x="59" y="18"/>
                    <a:pt x="60" y="18"/>
                  </a:cubicBezTo>
                  <a:cubicBezTo>
                    <a:pt x="61" y="17"/>
                    <a:pt x="62" y="17"/>
                    <a:pt x="63" y="16"/>
                  </a:cubicBezTo>
                  <a:cubicBezTo>
                    <a:pt x="64" y="15"/>
                    <a:pt x="65" y="15"/>
                    <a:pt x="65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14"/>
                    <a:pt x="65" y="13"/>
                    <a:pt x="65" y="13"/>
                  </a:cubicBezTo>
                  <a:cubicBezTo>
                    <a:pt x="65" y="13"/>
                    <a:pt x="65" y="13"/>
                    <a:pt x="64" y="12"/>
                  </a:cubicBezTo>
                  <a:cubicBezTo>
                    <a:pt x="64" y="12"/>
                    <a:pt x="63" y="11"/>
                    <a:pt x="63" y="11"/>
                  </a:cubicBezTo>
                  <a:cubicBezTo>
                    <a:pt x="61" y="10"/>
                    <a:pt x="60" y="10"/>
                    <a:pt x="59" y="8"/>
                  </a:cubicBezTo>
                  <a:cubicBezTo>
                    <a:pt x="58" y="7"/>
                    <a:pt x="58" y="6"/>
                    <a:pt x="58" y="5"/>
                  </a:cubicBezTo>
                  <a:cubicBezTo>
                    <a:pt x="58" y="4"/>
                    <a:pt x="58" y="3"/>
                    <a:pt x="58" y="3"/>
                  </a:cubicBezTo>
                  <a:cubicBezTo>
                    <a:pt x="57" y="3"/>
                    <a:pt x="55" y="3"/>
                    <a:pt x="54" y="3"/>
                  </a:cubicBezTo>
                  <a:cubicBezTo>
                    <a:pt x="53" y="4"/>
                    <a:pt x="51" y="4"/>
                    <a:pt x="51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50" y="5"/>
                    <a:pt x="48" y="5"/>
                    <a:pt x="47" y="5"/>
                  </a:cubicBezTo>
                  <a:cubicBezTo>
                    <a:pt x="45" y="6"/>
                    <a:pt x="44" y="6"/>
                    <a:pt x="42" y="6"/>
                  </a:cubicBezTo>
                  <a:cubicBezTo>
                    <a:pt x="40" y="6"/>
                    <a:pt x="38" y="6"/>
                    <a:pt x="37" y="6"/>
                  </a:cubicBezTo>
                  <a:cubicBezTo>
                    <a:pt x="37" y="6"/>
                    <a:pt x="36" y="6"/>
                    <a:pt x="35" y="7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1" y="9"/>
                    <a:pt x="29" y="9"/>
                    <a:pt x="28" y="8"/>
                  </a:cubicBezTo>
                  <a:cubicBezTo>
                    <a:pt x="26" y="7"/>
                    <a:pt x="26" y="6"/>
                    <a:pt x="26" y="4"/>
                  </a:cubicBezTo>
                  <a:cubicBezTo>
                    <a:pt x="27" y="4"/>
                    <a:pt x="27" y="4"/>
                    <a:pt x="27" y="3"/>
                  </a:cubicBezTo>
                  <a:cubicBezTo>
                    <a:pt x="27" y="3"/>
                    <a:pt x="27" y="2"/>
                    <a:pt x="27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1"/>
                    <a:pt x="27" y="1"/>
                    <a:pt x="27" y="0"/>
                  </a:cubicBezTo>
                  <a:cubicBezTo>
                    <a:pt x="27" y="0"/>
                    <a:pt x="27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5" y="0"/>
                    <a:pt x="23" y="0"/>
                    <a:pt x="22" y="1"/>
                  </a:cubicBezTo>
                  <a:cubicBezTo>
                    <a:pt x="20" y="1"/>
                    <a:pt x="19" y="2"/>
                    <a:pt x="17" y="4"/>
                  </a:cubicBezTo>
                  <a:cubicBezTo>
                    <a:pt x="16" y="5"/>
                    <a:pt x="14" y="6"/>
                    <a:pt x="13" y="7"/>
                  </a:cubicBezTo>
                  <a:cubicBezTo>
                    <a:pt x="13" y="7"/>
                    <a:pt x="13" y="8"/>
                    <a:pt x="13" y="9"/>
                  </a:cubicBezTo>
                  <a:cubicBezTo>
                    <a:pt x="14" y="10"/>
                    <a:pt x="15" y="11"/>
                    <a:pt x="15" y="14"/>
                  </a:cubicBezTo>
                  <a:cubicBezTo>
                    <a:pt x="14" y="16"/>
                    <a:pt x="14" y="18"/>
                    <a:pt x="15" y="19"/>
                  </a:cubicBezTo>
                  <a:cubicBezTo>
                    <a:pt x="16" y="20"/>
                    <a:pt x="17" y="21"/>
                    <a:pt x="17" y="23"/>
                  </a:cubicBezTo>
                  <a:cubicBezTo>
                    <a:pt x="17" y="25"/>
                    <a:pt x="17" y="27"/>
                    <a:pt x="17" y="28"/>
                  </a:cubicBezTo>
                  <a:cubicBezTo>
                    <a:pt x="16" y="29"/>
                    <a:pt x="17" y="31"/>
                    <a:pt x="17" y="32"/>
                  </a:cubicBezTo>
                  <a:cubicBezTo>
                    <a:pt x="17" y="33"/>
                    <a:pt x="15" y="35"/>
                    <a:pt x="15" y="37"/>
                  </a:cubicBezTo>
                  <a:cubicBezTo>
                    <a:pt x="15" y="38"/>
                    <a:pt x="14" y="38"/>
                    <a:pt x="14" y="41"/>
                  </a:cubicBezTo>
                  <a:cubicBezTo>
                    <a:pt x="13" y="44"/>
                    <a:pt x="13" y="46"/>
                    <a:pt x="12" y="48"/>
                  </a:cubicBezTo>
                  <a:cubicBezTo>
                    <a:pt x="12" y="50"/>
                    <a:pt x="11" y="51"/>
                    <a:pt x="10" y="54"/>
                  </a:cubicBezTo>
                  <a:cubicBezTo>
                    <a:pt x="9" y="56"/>
                    <a:pt x="8" y="59"/>
                    <a:pt x="8" y="61"/>
                  </a:cubicBezTo>
                  <a:cubicBezTo>
                    <a:pt x="7" y="63"/>
                    <a:pt x="7" y="63"/>
                    <a:pt x="6" y="65"/>
                  </a:cubicBezTo>
                  <a:cubicBezTo>
                    <a:pt x="4" y="67"/>
                    <a:pt x="3" y="68"/>
                    <a:pt x="2" y="70"/>
                  </a:cubicBezTo>
                  <a:cubicBezTo>
                    <a:pt x="2" y="72"/>
                    <a:pt x="2" y="75"/>
                    <a:pt x="1" y="78"/>
                  </a:cubicBezTo>
                  <a:cubicBezTo>
                    <a:pt x="0" y="80"/>
                    <a:pt x="1" y="82"/>
                    <a:pt x="3" y="82"/>
                  </a:cubicBezTo>
                  <a:cubicBezTo>
                    <a:pt x="4" y="82"/>
                    <a:pt x="5" y="82"/>
                    <a:pt x="6" y="81"/>
                  </a:cubicBezTo>
                  <a:cubicBezTo>
                    <a:pt x="7" y="79"/>
                    <a:pt x="7" y="77"/>
                    <a:pt x="9" y="77"/>
                  </a:cubicBezTo>
                  <a:cubicBezTo>
                    <a:pt x="10" y="77"/>
                    <a:pt x="11" y="77"/>
                    <a:pt x="11" y="78"/>
                  </a:cubicBezTo>
                  <a:cubicBezTo>
                    <a:pt x="11" y="79"/>
                    <a:pt x="11" y="80"/>
                    <a:pt x="10" y="81"/>
                  </a:cubicBezTo>
                  <a:cubicBezTo>
                    <a:pt x="8" y="83"/>
                    <a:pt x="6" y="82"/>
                    <a:pt x="6" y="84"/>
                  </a:cubicBezTo>
                  <a:cubicBezTo>
                    <a:pt x="5" y="85"/>
                    <a:pt x="4" y="87"/>
                    <a:pt x="6" y="87"/>
                  </a:cubicBezTo>
                  <a:cubicBezTo>
                    <a:pt x="8" y="88"/>
                    <a:pt x="8" y="89"/>
                    <a:pt x="9" y="87"/>
                  </a:cubicBezTo>
                  <a:cubicBezTo>
                    <a:pt x="10" y="86"/>
                    <a:pt x="10" y="85"/>
                    <a:pt x="11" y="85"/>
                  </a:cubicBezTo>
                  <a:cubicBezTo>
                    <a:pt x="13" y="84"/>
                    <a:pt x="13" y="84"/>
                    <a:pt x="15" y="85"/>
                  </a:cubicBezTo>
                  <a:cubicBezTo>
                    <a:pt x="16" y="85"/>
                    <a:pt x="16" y="85"/>
                    <a:pt x="16" y="86"/>
                  </a:cubicBezTo>
                  <a:cubicBezTo>
                    <a:pt x="16" y="88"/>
                    <a:pt x="15" y="88"/>
                    <a:pt x="14" y="89"/>
                  </a:cubicBezTo>
                  <a:cubicBezTo>
                    <a:pt x="14" y="89"/>
                    <a:pt x="13" y="91"/>
                    <a:pt x="13" y="92"/>
                  </a:cubicBezTo>
                  <a:cubicBezTo>
                    <a:pt x="14" y="94"/>
                    <a:pt x="14" y="94"/>
                    <a:pt x="14" y="96"/>
                  </a:cubicBezTo>
                  <a:cubicBezTo>
                    <a:pt x="14" y="98"/>
                    <a:pt x="14" y="101"/>
                    <a:pt x="14" y="102"/>
                  </a:cubicBezTo>
                  <a:cubicBezTo>
                    <a:pt x="14" y="104"/>
                    <a:pt x="15" y="106"/>
                    <a:pt x="15" y="107"/>
                  </a:cubicBezTo>
                  <a:cubicBezTo>
                    <a:pt x="15" y="108"/>
                    <a:pt x="14" y="111"/>
                    <a:pt x="13" y="112"/>
                  </a:cubicBezTo>
                  <a:cubicBezTo>
                    <a:pt x="13" y="113"/>
                    <a:pt x="12" y="115"/>
                    <a:pt x="12" y="117"/>
                  </a:cubicBezTo>
                  <a:cubicBezTo>
                    <a:pt x="11" y="118"/>
                    <a:pt x="10" y="120"/>
                    <a:pt x="11" y="121"/>
                  </a:cubicBezTo>
                  <a:cubicBezTo>
                    <a:pt x="12" y="122"/>
                    <a:pt x="14" y="122"/>
                    <a:pt x="16" y="120"/>
                  </a:cubicBezTo>
                  <a:cubicBezTo>
                    <a:pt x="17" y="119"/>
                    <a:pt x="18" y="118"/>
                    <a:pt x="20" y="119"/>
                  </a:cubicBezTo>
                  <a:cubicBezTo>
                    <a:pt x="23" y="120"/>
                    <a:pt x="24" y="120"/>
                    <a:pt x="26" y="121"/>
                  </a:cubicBezTo>
                  <a:cubicBezTo>
                    <a:pt x="28" y="122"/>
                    <a:pt x="31" y="122"/>
                    <a:pt x="33" y="122"/>
                  </a:cubicBezTo>
                  <a:cubicBezTo>
                    <a:pt x="34" y="122"/>
                    <a:pt x="36" y="121"/>
                    <a:pt x="38" y="120"/>
                  </a:cubicBezTo>
                  <a:cubicBezTo>
                    <a:pt x="39" y="120"/>
                    <a:pt x="40" y="119"/>
                    <a:pt x="41" y="119"/>
                  </a:cubicBezTo>
                  <a:cubicBezTo>
                    <a:pt x="40" y="115"/>
                    <a:pt x="38" y="109"/>
                    <a:pt x="40" y="106"/>
                  </a:cubicBezTo>
                  <a:cubicBezTo>
                    <a:pt x="41" y="103"/>
                    <a:pt x="42" y="102"/>
                    <a:pt x="44" y="10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00B134B0-3184-311F-EF38-2558D81EE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463" y="3136147"/>
              <a:ext cx="19745" cy="26797"/>
            </a:xfrm>
            <a:custGeom>
              <a:avLst/>
              <a:gdLst>
                <a:gd name="T0" fmla="*/ 6 w 18"/>
                <a:gd name="T1" fmla="*/ 20 h 25"/>
                <a:gd name="T2" fmla="*/ 7 w 18"/>
                <a:gd name="T3" fmla="*/ 14 h 25"/>
                <a:gd name="T4" fmla="*/ 9 w 18"/>
                <a:gd name="T5" fmla="*/ 10 h 25"/>
                <a:gd name="T6" fmla="*/ 13 w 18"/>
                <a:gd name="T7" fmla="*/ 7 h 25"/>
                <a:gd name="T8" fmla="*/ 16 w 18"/>
                <a:gd name="T9" fmla="*/ 5 h 25"/>
                <a:gd name="T10" fmla="*/ 18 w 18"/>
                <a:gd name="T11" fmla="*/ 3 h 25"/>
                <a:gd name="T12" fmla="*/ 14 w 18"/>
                <a:gd name="T13" fmla="*/ 1 h 25"/>
                <a:gd name="T14" fmla="*/ 0 w 18"/>
                <a:gd name="T15" fmla="*/ 11 h 25"/>
                <a:gd name="T16" fmla="*/ 1 w 18"/>
                <a:gd name="T17" fmla="*/ 16 h 25"/>
                <a:gd name="T18" fmla="*/ 3 w 18"/>
                <a:gd name="T19" fmla="*/ 23 h 25"/>
                <a:gd name="T20" fmla="*/ 3 w 18"/>
                <a:gd name="T21" fmla="*/ 25 h 25"/>
                <a:gd name="T22" fmla="*/ 6 w 18"/>
                <a:gd name="T23" fmla="*/ 24 h 25"/>
                <a:gd name="T24" fmla="*/ 6 w 18"/>
                <a:gd name="T25" fmla="*/ 2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5">
                  <a:moveTo>
                    <a:pt x="6" y="20"/>
                  </a:moveTo>
                  <a:cubicBezTo>
                    <a:pt x="6" y="18"/>
                    <a:pt x="6" y="16"/>
                    <a:pt x="7" y="14"/>
                  </a:cubicBezTo>
                  <a:cubicBezTo>
                    <a:pt x="8" y="12"/>
                    <a:pt x="8" y="11"/>
                    <a:pt x="9" y="10"/>
                  </a:cubicBezTo>
                  <a:cubicBezTo>
                    <a:pt x="10" y="9"/>
                    <a:pt x="11" y="8"/>
                    <a:pt x="13" y="7"/>
                  </a:cubicBezTo>
                  <a:cubicBezTo>
                    <a:pt x="14" y="6"/>
                    <a:pt x="15" y="6"/>
                    <a:pt x="16" y="5"/>
                  </a:cubicBezTo>
                  <a:cubicBezTo>
                    <a:pt x="17" y="4"/>
                    <a:pt x="18" y="4"/>
                    <a:pt x="18" y="3"/>
                  </a:cubicBezTo>
                  <a:cubicBezTo>
                    <a:pt x="16" y="2"/>
                    <a:pt x="14" y="0"/>
                    <a:pt x="14" y="1"/>
                  </a:cubicBezTo>
                  <a:cubicBezTo>
                    <a:pt x="13" y="1"/>
                    <a:pt x="5" y="7"/>
                    <a:pt x="0" y="11"/>
                  </a:cubicBezTo>
                  <a:cubicBezTo>
                    <a:pt x="0" y="13"/>
                    <a:pt x="1" y="14"/>
                    <a:pt x="1" y="16"/>
                  </a:cubicBezTo>
                  <a:cubicBezTo>
                    <a:pt x="2" y="18"/>
                    <a:pt x="3" y="21"/>
                    <a:pt x="3" y="23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4" y="25"/>
                    <a:pt x="5" y="25"/>
                    <a:pt x="6" y="24"/>
                  </a:cubicBezTo>
                  <a:cubicBezTo>
                    <a:pt x="6" y="24"/>
                    <a:pt x="6" y="22"/>
                    <a:pt x="6" y="2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844A90A9-3284-A990-2B8B-D1FDAD984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214" y="2175674"/>
              <a:ext cx="462607" cy="432989"/>
            </a:xfrm>
            <a:custGeom>
              <a:avLst/>
              <a:gdLst>
                <a:gd name="T0" fmla="*/ 90 w 422"/>
                <a:gd name="T1" fmla="*/ 149 h 403"/>
                <a:gd name="T2" fmla="*/ 65 w 422"/>
                <a:gd name="T3" fmla="*/ 167 h 403"/>
                <a:gd name="T4" fmla="*/ 51 w 422"/>
                <a:gd name="T5" fmla="*/ 169 h 403"/>
                <a:gd name="T6" fmla="*/ 45 w 422"/>
                <a:gd name="T7" fmla="*/ 171 h 403"/>
                <a:gd name="T8" fmla="*/ 34 w 422"/>
                <a:gd name="T9" fmla="*/ 175 h 403"/>
                <a:gd name="T10" fmla="*/ 9 w 422"/>
                <a:gd name="T11" fmla="*/ 186 h 403"/>
                <a:gd name="T12" fmla="*/ 0 w 422"/>
                <a:gd name="T13" fmla="*/ 197 h 403"/>
                <a:gd name="T14" fmla="*/ 201 w 422"/>
                <a:gd name="T15" fmla="*/ 358 h 403"/>
                <a:gd name="T16" fmla="*/ 207 w 422"/>
                <a:gd name="T17" fmla="*/ 369 h 403"/>
                <a:gd name="T18" fmla="*/ 216 w 422"/>
                <a:gd name="T19" fmla="*/ 376 h 403"/>
                <a:gd name="T20" fmla="*/ 225 w 422"/>
                <a:gd name="T21" fmla="*/ 376 h 403"/>
                <a:gd name="T22" fmla="*/ 246 w 422"/>
                <a:gd name="T23" fmla="*/ 396 h 403"/>
                <a:gd name="T24" fmla="*/ 247 w 422"/>
                <a:gd name="T25" fmla="*/ 402 h 403"/>
                <a:gd name="T26" fmla="*/ 290 w 422"/>
                <a:gd name="T27" fmla="*/ 394 h 403"/>
                <a:gd name="T28" fmla="*/ 333 w 422"/>
                <a:gd name="T29" fmla="*/ 361 h 403"/>
                <a:gd name="T30" fmla="*/ 417 w 422"/>
                <a:gd name="T31" fmla="*/ 297 h 403"/>
                <a:gd name="T32" fmla="*/ 403 w 422"/>
                <a:gd name="T33" fmla="*/ 287 h 403"/>
                <a:gd name="T34" fmla="*/ 391 w 422"/>
                <a:gd name="T35" fmla="*/ 287 h 403"/>
                <a:gd name="T36" fmla="*/ 383 w 422"/>
                <a:gd name="T37" fmla="*/ 272 h 403"/>
                <a:gd name="T38" fmla="*/ 374 w 422"/>
                <a:gd name="T39" fmla="*/ 256 h 403"/>
                <a:gd name="T40" fmla="*/ 375 w 422"/>
                <a:gd name="T41" fmla="*/ 244 h 403"/>
                <a:gd name="T42" fmla="*/ 377 w 422"/>
                <a:gd name="T43" fmla="*/ 234 h 403"/>
                <a:gd name="T44" fmla="*/ 380 w 422"/>
                <a:gd name="T45" fmla="*/ 212 h 403"/>
                <a:gd name="T46" fmla="*/ 378 w 422"/>
                <a:gd name="T47" fmla="*/ 195 h 403"/>
                <a:gd name="T48" fmla="*/ 377 w 422"/>
                <a:gd name="T49" fmla="*/ 179 h 403"/>
                <a:gd name="T50" fmla="*/ 370 w 422"/>
                <a:gd name="T51" fmla="*/ 164 h 403"/>
                <a:gd name="T52" fmla="*/ 373 w 422"/>
                <a:gd name="T53" fmla="*/ 157 h 403"/>
                <a:gd name="T54" fmla="*/ 348 w 422"/>
                <a:gd name="T55" fmla="*/ 106 h 403"/>
                <a:gd name="T56" fmla="*/ 341 w 422"/>
                <a:gd name="T57" fmla="*/ 91 h 403"/>
                <a:gd name="T58" fmla="*/ 332 w 422"/>
                <a:gd name="T59" fmla="*/ 76 h 403"/>
                <a:gd name="T60" fmla="*/ 344 w 422"/>
                <a:gd name="T61" fmla="*/ 55 h 403"/>
                <a:gd name="T62" fmla="*/ 349 w 422"/>
                <a:gd name="T63" fmla="*/ 36 h 403"/>
                <a:gd name="T64" fmla="*/ 347 w 422"/>
                <a:gd name="T65" fmla="*/ 18 h 403"/>
                <a:gd name="T66" fmla="*/ 346 w 422"/>
                <a:gd name="T67" fmla="*/ 10 h 403"/>
                <a:gd name="T68" fmla="*/ 344 w 422"/>
                <a:gd name="T69" fmla="*/ 5 h 403"/>
                <a:gd name="T70" fmla="*/ 324 w 422"/>
                <a:gd name="T71" fmla="*/ 2 h 403"/>
                <a:gd name="T72" fmla="*/ 309 w 422"/>
                <a:gd name="T73" fmla="*/ 1 h 403"/>
                <a:gd name="T74" fmla="*/ 295 w 422"/>
                <a:gd name="T75" fmla="*/ 8 h 403"/>
                <a:gd name="T76" fmla="*/ 270 w 422"/>
                <a:gd name="T77" fmla="*/ 4 h 403"/>
                <a:gd name="T78" fmla="*/ 236 w 422"/>
                <a:gd name="T79" fmla="*/ 8 h 403"/>
                <a:gd name="T80" fmla="*/ 203 w 422"/>
                <a:gd name="T81" fmla="*/ 15 h 403"/>
                <a:gd name="T82" fmla="*/ 176 w 422"/>
                <a:gd name="T83" fmla="*/ 30 h 403"/>
                <a:gd name="T84" fmla="*/ 153 w 422"/>
                <a:gd name="T85" fmla="*/ 36 h 403"/>
                <a:gd name="T86" fmla="*/ 135 w 422"/>
                <a:gd name="T87" fmla="*/ 46 h 403"/>
                <a:gd name="T88" fmla="*/ 141 w 422"/>
                <a:gd name="T89" fmla="*/ 57 h 403"/>
                <a:gd name="T90" fmla="*/ 144 w 422"/>
                <a:gd name="T91" fmla="*/ 65 h 403"/>
                <a:gd name="T92" fmla="*/ 143 w 422"/>
                <a:gd name="T93" fmla="*/ 78 h 403"/>
                <a:gd name="T94" fmla="*/ 149 w 422"/>
                <a:gd name="T95" fmla="*/ 95 h 403"/>
                <a:gd name="T96" fmla="*/ 150 w 422"/>
                <a:gd name="T97" fmla="*/ 98 h 403"/>
                <a:gd name="T98" fmla="*/ 153 w 422"/>
                <a:gd name="T99" fmla="*/ 111 h 403"/>
                <a:gd name="T100" fmla="*/ 153 w 422"/>
                <a:gd name="T101" fmla="*/ 114 h 403"/>
                <a:gd name="T102" fmla="*/ 147 w 422"/>
                <a:gd name="T103" fmla="*/ 118 h 403"/>
                <a:gd name="T104" fmla="*/ 127 w 422"/>
                <a:gd name="T105" fmla="*/ 117 h 403"/>
                <a:gd name="T106" fmla="*/ 122 w 422"/>
                <a:gd name="T107" fmla="*/ 117 h 403"/>
                <a:gd name="T108" fmla="*/ 115 w 422"/>
                <a:gd name="T109" fmla="*/ 123 h 403"/>
                <a:gd name="T110" fmla="*/ 103 w 422"/>
                <a:gd name="T111" fmla="*/ 126 h 403"/>
                <a:gd name="T112" fmla="*/ 100 w 422"/>
                <a:gd name="T113" fmla="*/ 129 h 403"/>
                <a:gd name="T114" fmla="*/ 101 w 422"/>
                <a:gd name="T115" fmla="*/ 135 h 403"/>
                <a:gd name="T116" fmla="*/ 101 w 422"/>
                <a:gd name="T117" fmla="*/ 137 h 403"/>
                <a:gd name="T118" fmla="*/ 99 w 422"/>
                <a:gd name="T119" fmla="*/ 145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2" h="403">
                  <a:moveTo>
                    <a:pt x="99" y="145"/>
                  </a:moveTo>
                  <a:cubicBezTo>
                    <a:pt x="98" y="145"/>
                    <a:pt x="98" y="145"/>
                    <a:pt x="98" y="145"/>
                  </a:cubicBezTo>
                  <a:cubicBezTo>
                    <a:pt x="96" y="146"/>
                    <a:pt x="94" y="147"/>
                    <a:pt x="90" y="149"/>
                  </a:cubicBezTo>
                  <a:cubicBezTo>
                    <a:pt x="84" y="151"/>
                    <a:pt x="77" y="154"/>
                    <a:pt x="76" y="155"/>
                  </a:cubicBezTo>
                  <a:cubicBezTo>
                    <a:pt x="75" y="156"/>
                    <a:pt x="73" y="158"/>
                    <a:pt x="71" y="160"/>
                  </a:cubicBezTo>
                  <a:cubicBezTo>
                    <a:pt x="69" y="163"/>
                    <a:pt x="66" y="166"/>
                    <a:pt x="65" y="167"/>
                  </a:cubicBezTo>
                  <a:cubicBezTo>
                    <a:pt x="62" y="169"/>
                    <a:pt x="57" y="169"/>
                    <a:pt x="54" y="169"/>
                  </a:cubicBezTo>
                  <a:cubicBezTo>
                    <a:pt x="54" y="169"/>
                    <a:pt x="54" y="169"/>
                    <a:pt x="54" y="169"/>
                  </a:cubicBezTo>
                  <a:cubicBezTo>
                    <a:pt x="53" y="169"/>
                    <a:pt x="52" y="169"/>
                    <a:pt x="51" y="169"/>
                  </a:cubicBezTo>
                  <a:cubicBezTo>
                    <a:pt x="49" y="169"/>
                    <a:pt x="47" y="169"/>
                    <a:pt x="46" y="169"/>
                  </a:cubicBezTo>
                  <a:cubicBezTo>
                    <a:pt x="45" y="169"/>
                    <a:pt x="45" y="170"/>
                    <a:pt x="45" y="171"/>
                  </a:cubicBezTo>
                  <a:cubicBezTo>
                    <a:pt x="45" y="171"/>
                    <a:pt x="45" y="171"/>
                    <a:pt x="45" y="171"/>
                  </a:cubicBezTo>
                  <a:cubicBezTo>
                    <a:pt x="44" y="172"/>
                    <a:pt x="43" y="173"/>
                    <a:pt x="42" y="174"/>
                  </a:cubicBezTo>
                  <a:cubicBezTo>
                    <a:pt x="40" y="175"/>
                    <a:pt x="38" y="175"/>
                    <a:pt x="36" y="175"/>
                  </a:cubicBezTo>
                  <a:cubicBezTo>
                    <a:pt x="35" y="175"/>
                    <a:pt x="34" y="175"/>
                    <a:pt x="34" y="175"/>
                  </a:cubicBezTo>
                  <a:cubicBezTo>
                    <a:pt x="32" y="175"/>
                    <a:pt x="28" y="176"/>
                    <a:pt x="25" y="177"/>
                  </a:cubicBezTo>
                  <a:cubicBezTo>
                    <a:pt x="23" y="177"/>
                    <a:pt x="22" y="178"/>
                    <a:pt x="20" y="178"/>
                  </a:cubicBezTo>
                  <a:cubicBezTo>
                    <a:pt x="18" y="180"/>
                    <a:pt x="14" y="183"/>
                    <a:pt x="9" y="186"/>
                  </a:cubicBezTo>
                  <a:cubicBezTo>
                    <a:pt x="5" y="189"/>
                    <a:pt x="2" y="192"/>
                    <a:pt x="1" y="192"/>
                  </a:cubicBezTo>
                  <a:cubicBezTo>
                    <a:pt x="1" y="193"/>
                    <a:pt x="1" y="193"/>
                    <a:pt x="1" y="193"/>
                  </a:cubicBezTo>
                  <a:cubicBezTo>
                    <a:pt x="0" y="194"/>
                    <a:pt x="0" y="194"/>
                    <a:pt x="0" y="197"/>
                  </a:cubicBezTo>
                  <a:cubicBezTo>
                    <a:pt x="0" y="199"/>
                    <a:pt x="0" y="211"/>
                    <a:pt x="0" y="223"/>
                  </a:cubicBezTo>
                  <a:cubicBezTo>
                    <a:pt x="0" y="224"/>
                    <a:pt x="0" y="224"/>
                    <a:pt x="0" y="224"/>
                  </a:cubicBezTo>
                  <a:cubicBezTo>
                    <a:pt x="10" y="230"/>
                    <a:pt x="198" y="355"/>
                    <a:pt x="201" y="358"/>
                  </a:cubicBezTo>
                  <a:cubicBezTo>
                    <a:pt x="203" y="360"/>
                    <a:pt x="203" y="362"/>
                    <a:pt x="203" y="365"/>
                  </a:cubicBezTo>
                  <a:cubicBezTo>
                    <a:pt x="203" y="366"/>
                    <a:pt x="203" y="367"/>
                    <a:pt x="204" y="368"/>
                  </a:cubicBezTo>
                  <a:cubicBezTo>
                    <a:pt x="204" y="368"/>
                    <a:pt x="205" y="369"/>
                    <a:pt x="207" y="369"/>
                  </a:cubicBezTo>
                  <a:cubicBezTo>
                    <a:pt x="208" y="369"/>
                    <a:pt x="209" y="369"/>
                    <a:pt x="210" y="369"/>
                  </a:cubicBezTo>
                  <a:cubicBezTo>
                    <a:pt x="212" y="370"/>
                    <a:pt x="213" y="372"/>
                    <a:pt x="214" y="373"/>
                  </a:cubicBezTo>
                  <a:cubicBezTo>
                    <a:pt x="215" y="374"/>
                    <a:pt x="215" y="375"/>
                    <a:pt x="216" y="376"/>
                  </a:cubicBezTo>
                  <a:cubicBezTo>
                    <a:pt x="216" y="376"/>
                    <a:pt x="216" y="376"/>
                    <a:pt x="216" y="376"/>
                  </a:cubicBezTo>
                  <a:cubicBezTo>
                    <a:pt x="217" y="376"/>
                    <a:pt x="218" y="376"/>
                    <a:pt x="220" y="376"/>
                  </a:cubicBezTo>
                  <a:cubicBezTo>
                    <a:pt x="222" y="376"/>
                    <a:pt x="224" y="376"/>
                    <a:pt x="225" y="376"/>
                  </a:cubicBezTo>
                  <a:cubicBezTo>
                    <a:pt x="228" y="377"/>
                    <a:pt x="233" y="379"/>
                    <a:pt x="237" y="382"/>
                  </a:cubicBezTo>
                  <a:cubicBezTo>
                    <a:pt x="240" y="383"/>
                    <a:pt x="243" y="386"/>
                    <a:pt x="244" y="387"/>
                  </a:cubicBezTo>
                  <a:cubicBezTo>
                    <a:pt x="247" y="391"/>
                    <a:pt x="246" y="393"/>
                    <a:pt x="246" y="396"/>
                  </a:cubicBezTo>
                  <a:cubicBezTo>
                    <a:pt x="246" y="396"/>
                    <a:pt x="246" y="396"/>
                    <a:pt x="246" y="397"/>
                  </a:cubicBezTo>
                  <a:cubicBezTo>
                    <a:pt x="246" y="397"/>
                    <a:pt x="246" y="398"/>
                    <a:pt x="246" y="398"/>
                  </a:cubicBezTo>
                  <a:cubicBezTo>
                    <a:pt x="245" y="400"/>
                    <a:pt x="245" y="402"/>
                    <a:pt x="247" y="402"/>
                  </a:cubicBezTo>
                  <a:cubicBezTo>
                    <a:pt x="249" y="403"/>
                    <a:pt x="251" y="403"/>
                    <a:pt x="254" y="402"/>
                  </a:cubicBezTo>
                  <a:cubicBezTo>
                    <a:pt x="258" y="402"/>
                    <a:pt x="262" y="401"/>
                    <a:pt x="265" y="401"/>
                  </a:cubicBezTo>
                  <a:cubicBezTo>
                    <a:pt x="269" y="400"/>
                    <a:pt x="280" y="397"/>
                    <a:pt x="290" y="394"/>
                  </a:cubicBezTo>
                  <a:cubicBezTo>
                    <a:pt x="295" y="392"/>
                    <a:pt x="299" y="391"/>
                    <a:pt x="301" y="389"/>
                  </a:cubicBezTo>
                  <a:cubicBezTo>
                    <a:pt x="304" y="387"/>
                    <a:pt x="313" y="378"/>
                    <a:pt x="321" y="371"/>
                  </a:cubicBezTo>
                  <a:cubicBezTo>
                    <a:pt x="326" y="367"/>
                    <a:pt x="331" y="363"/>
                    <a:pt x="333" y="361"/>
                  </a:cubicBezTo>
                  <a:cubicBezTo>
                    <a:pt x="340" y="357"/>
                    <a:pt x="411" y="313"/>
                    <a:pt x="422" y="306"/>
                  </a:cubicBezTo>
                  <a:cubicBezTo>
                    <a:pt x="420" y="304"/>
                    <a:pt x="419" y="302"/>
                    <a:pt x="419" y="300"/>
                  </a:cubicBezTo>
                  <a:cubicBezTo>
                    <a:pt x="418" y="299"/>
                    <a:pt x="418" y="298"/>
                    <a:pt x="417" y="297"/>
                  </a:cubicBezTo>
                  <a:cubicBezTo>
                    <a:pt x="416" y="295"/>
                    <a:pt x="415" y="293"/>
                    <a:pt x="414" y="292"/>
                  </a:cubicBezTo>
                  <a:cubicBezTo>
                    <a:pt x="413" y="291"/>
                    <a:pt x="411" y="290"/>
                    <a:pt x="409" y="289"/>
                  </a:cubicBezTo>
                  <a:cubicBezTo>
                    <a:pt x="407" y="288"/>
                    <a:pt x="404" y="287"/>
                    <a:pt x="403" y="287"/>
                  </a:cubicBezTo>
                  <a:cubicBezTo>
                    <a:pt x="401" y="286"/>
                    <a:pt x="399" y="286"/>
                    <a:pt x="398" y="286"/>
                  </a:cubicBezTo>
                  <a:cubicBezTo>
                    <a:pt x="397" y="286"/>
                    <a:pt x="397" y="286"/>
                    <a:pt x="396" y="287"/>
                  </a:cubicBezTo>
                  <a:cubicBezTo>
                    <a:pt x="395" y="288"/>
                    <a:pt x="394" y="288"/>
                    <a:pt x="391" y="287"/>
                  </a:cubicBezTo>
                  <a:cubicBezTo>
                    <a:pt x="390" y="287"/>
                    <a:pt x="388" y="286"/>
                    <a:pt x="387" y="284"/>
                  </a:cubicBezTo>
                  <a:cubicBezTo>
                    <a:pt x="386" y="283"/>
                    <a:pt x="385" y="280"/>
                    <a:pt x="384" y="277"/>
                  </a:cubicBezTo>
                  <a:cubicBezTo>
                    <a:pt x="383" y="275"/>
                    <a:pt x="383" y="273"/>
                    <a:pt x="383" y="272"/>
                  </a:cubicBezTo>
                  <a:cubicBezTo>
                    <a:pt x="382" y="269"/>
                    <a:pt x="382" y="268"/>
                    <a:pt x="381" y="265"/>
                  </a:cubicBezTo>
                  <a:cubicBezTo>
                    <a:pt x="380" y="262"/>
                    <a:pt x="379" y="261"/>
                    <a:pt x="377" y="259"/>
                  </a:cubicBezTo>
                  <a:cubicBezTo>
                    <a:pt x="376" y="258"/>
                    <a:pt x="375" y="257"/>
                    <a:pt x="374" y="256"/>
                  </a:cubicBezTo>
                  <a:cubicBezTo>
                    <a:pt x="372" y="253"/>
                    <a:pt x="371" y="251"/>
                    <a:pt x="371" y="250"/>
                  </a:cubicBezTo>
                  <a:cubicBezTo>
                    <a:pt x="371" y="248"/>
                    <a:pt x="371" y="247"/>
                    <a:pt x="373" y="245"/>
                  </a:cubicBezTo>
                  <a:cubicBezTo>
                    <a:pt x="373" y="245"/>
                    <a:pt x="374" y="244"/>
                    <a:pt x="375" y="244"/>
                  </a:cubicBezTo>
                  <a:cubicBezTo>
                    <a:pt x="375" y="244"/>
                    <a:pt x="375" y="244"/>
                    <a:pt x="375" y="244"/>
                  </a:cubicBezTo>
                  <a:cubicBezTo>
                    <a:pt x="376" y="242"/>
                    <a:pt x="378" y="241"/>
                    <a:pt x="378" y="239"/>
                  </a:cubicBezTo>
                  <a:cubicBezTo>
                    <a:pt x="378" y="238"/>
                    <a:pt x="378" y="236"/>
                    <a:pt x="377" y="234"/>
                  </a:cubicBezTo>
                  <a:cubicBezTo>
                    <a:pt x="377" y="231"/>
                    <a:pt x="376" y="227"/>
                    <a:pt x="377" y="223"/>
                  </a:cubicBezTo>
                  <a:cubicBezTo>
                    <a:pt x="377" y="220"/>
                    <a:pt x="378" y="218"/>
                    <a:pt x="379" y="216"/>
                  </a:cubicBezTo>
                  <a:cubicBezTo>
                    <a:pt x="379" y="215"/>
                    <a:pt x="380" y="214"/>
                    <a:pt x="380" y="212"/>
                  </a:cubicBezTo>
                  <a:cubicBezTo>
                    <a:pt x="380" y="210"/>
                    <a:pt x="380" y="209"/>
                    <a:pt x="380" y="207"/>
                  </a:cubicBezTo>
                  <a:cubicBezTo>
                    <a:pt x="379" y="206"/>
                    <a:pt x="379" y="205"/>
                    <a:pt x="379" y="204"/>
                  </a:cubicBezTo>
                  <a:cubicBezTo>
                    <a:pt x="378" y="200"/>
                    <a:pt x="378" y="198"/>
                    <a:pt x="378" y="195"/>
                  </a:cubicBezTo>
                  <a:cubicBezTo>
                    <a:pt x="379" y="194"/>
                    <a:pt x="379" y="193"/>
                    <a:pt x="379" y="192"/>
                  </a:cubicBezTo>
                  <a:cubicBezTo>
                    <a:pt x="379" y="189"/>
                    <a:pt x="379" y="186"/>
                    <a:pt x="378" y="182"/>
                  </a:cubicBezTo>
                  <a:cubicBezTo>
                    <a:pt x="378" y="181"/>
                    <a:pt x="378" y="180"/>
                    <a:pt x="377" y="179"/>
                  </a:cubicBezTo>
                  <a:cubicBezTo>
                    <a:pt x="377" y="176"/>
                    <a:pt x="376" y="174"/>
                    <a:pt x="374" y="173"/>
                  </a:cubicBezTo>
                  <a:cubicBezTo>
                    <a:pt x="373" y="171"/>
                    <a:pt x="372" y="170"/>
                    <a:pt x="372" y="168"/>
                  </a:cubicBezTo>
                  <a:cubicBezTo>
                    <a:pt x="371" y="166"/>
                    <a:pt x="371" y="165"/>
                    <a:pt x="370" y="164"/>
                  </a:cubicBezTo>
                  <a:cubicBezTo>
                    <a:pt x="370" y="164"/>
                    <a:pt x="370" y="164"/>
                    <a:pt x="370" y="164"/>
                  </a:cubicBezTo>
                  <a:cubicBezTo>
                    <a:pt x="369" y="163"/>
                    <a:pt x="368" y="162"/>
                    <a:pt x="369" y="160"/>
                  </a:cubicBezTo>
                  <a:cubicBezTo>
                    <a:pt x="369" y="159"/>
                    <a:pt x="371" y="158"/>
                    <a:pt x="373" y="157"/>
                  </a:cubicBezTo>
                  <a:cubicBezTo>
                    <a:pt x="372" y="151"/>
                    <a:pt x="364" y="120"/>
                    <a:pt x="362" y="118"/>
                  </a:cubicBezTo>
                  <a:cubicBezTo>
                    <a:pt x="361" y="117"/>
                    <a:pt x="359" y="116"/>
                    <a:pt x="357" y="114"/>
                  </a:cubicBezTo>
                  <a:cubicBezTo>
                    <a:pt x="353" y="111"/>
                    <a:pt x="349" y="108"/>
                    <a:pt x="348" y="106"/>
                  </a:cubicBezTo>
                  <a:cubicBezTo>
                    <a:pt x="347" y="104"/>
                    <a:pt x="347" y="103"/>
                    <a:pt x="347" y="101"/>
                  </a:cubicBezTo>
                  <a:cubicBezTo>
                    <a:pt x="347" y="100"/>
                    <a:pt x="347" y="99"/>
                    <a:pt x="346" y="98"/>
                  </a:cubicBezTo>
                  <a:cubicBezTo>
                    <a:pt x="345" y="96"/>
                    <a:pt x="343" y="94"/>
                    <a:pt x="341" y="91"/>
                  </a:cubicBezTo>
                  <a:cubicBezTo>
                    <a:pt x="340" y="90"/>
                    <a:pt x="339" y="89"/>
                    <a:pt x="338" y="87"/>
                  </a:cubicBezTo>
                  <a:cubicBezTo>
                    <a:pt x="338" y="87"/>
                    <a:pt x="338" y="87"/>
                    <a:pt x="338" y="87"/>
                  </a:cubicBezTo>
                  <a:cubicBezTo>
                    <a:pt x="334" y="82"/>
                    <a:pt x="332" y="81"/>
                    <a:pt x="332" y="76"/>
                  </a:cubicBezTo>
                  <a:cubicBezTo>
                    <a:pt x="331" y="74"/>
                    <a:pt x="331" y="72"/>
                    <a:pt x="332" y="70"/>
                  </a:cubicBezTo>
                  <a:cubicBezTo>
                    <a:pt x="333" y="68"/>
                    <a:pt x="334" y="66"/>
                    <a:pt x="336" y="64"/>
                  </a:cubicBezTo>
                  <a:cubicBezTo>
                    <a:pt x="338" y="62"/>
                    <a:pt x="341" y="59"/>
                    <a:pt x="344" y="55"/>
                  </a:cubicBezTo>
                  <a:cubicBezTo>
                    <a:pt x="346" y="53"/>
                    <a:pt x="348" y="51"/>
                    <a:pt x="348" y="49"/>
                  </a:cubicBezTo>
                  <a:cubicBezTo>
                    <a:pt x="349" y="47"/>
                    <a:pt x="349" y="45"/>
                    <a:pt x="350" y="43"/>
                  </a:cubicBezTo>
                  <a:cubicBezTo>
                    <a:pt x="350" y="41"/>
                    <a:pt x="349" y="38"/>
                    <a:pt x="349" y="36"/>
                  </a:cubicBezTo>
                  <a:cubicBezTo>
                    <a:pt x="349" y="35"/>
                    <a:pt x="348" y="34"/>
                    <a:pt x="348" y="33"/>
                  </a:cubicBezTo>
                  <a:cubicBezTo>
                    <a:pt x="347" y="30"/>
                    <a:pt x="346" y="28"/>
                    <a:pt x="346" y="24"/>
                  </a:cubicBezTo>
                  <a:cubicBezTo>
                    <a:pt x="346" y="20"/>
                    <a:pt x="347" y="19"/>
                    <a:pt x="347" y="18"/>
                  </a:cubicBezTo>
                  <a:cubicBezTo>
                    <a:pt x="348" y="18"/>
                    <a:pt x="348" y="18"/>
                    <a:pt x="348" y="17"/>
                  </a:cubicBezTo>
                  <a:cubicBezTo>
                    <a:pt x="347" y="16"/>
                    <a:pt x="347" y="15"/>
                    <a:pt x="347" y="15"/>
                  </a:cubicBezTo>
                  <a:cubicBezTo>
                    <a:pt x="346" y="14"/>
                    <a:pt x="345" y="13"/>
                    <a:pt x="346" y="10"/>
                  </a:cubicBezTo>
                  <a:cubicBezTo>
                    <a:pt x="347" y="9"/>
                    <a:pt x="348" y="8"/>
                    <a:pt x="349" y="6"/>
                  </a:cubicBezTo>
                  <a:cubicBezTo>
                    <a:pt x="350" y="6"/>
                    <a:pt x="351" y="4"/>
                    <a:pt x="352" y="3"/>
                  </a:cubicBezTo>
                  <a:cubicBezTo>
                    <a:pt x="349" y="4"/>
                    <a:pt x="346" y="5"/>
                    <a:pt x="344" y="5"/>
                  </a:cubicBezTo>
                  <a:cubicBezTo>
                    <a:pt x="342" y="5"/>
                    <a:pt x="340" y="5"/>
                    <a:pt x="338" y="4"/>
                  </a:cubicBezTo>
                  <a:cubicBezTo>
                    <a:pt x="335" y="2"/>
                    <a:pt x="331" y="0"/>
                    <a:pt x="329" y="0"/>
                  </a:cubicBezTo>
                  <a:cubicBezTo>
                    <a:pt x="327" y="0"/>
                    <a:pt x="325" y="0"/>
                    <a:pt x="324" y="2"/>
                  </a:cubicBezTo>
                  <a:cubicBezTo>
                    <a:pt x="323" y="3"/>
                    <a:pt x="322" y="5"/>
                    <a:pt x="320" y="5"/>
                  </a:cubicBezTo>
                  <a:cubicBezTo>
                    <a:pt x="319" y="5"/>
                    <a:pt x="316" y="2"/>
                    <a:pt x="313" y="2"/>
                  </a:cubicBezTo>
                  <a:cubicBezTo>
                    <a:pt x="311" y="1"/>
                    <a:pt x="310" y="0"/>
                    <a:pt x="309" y="1"/>
                  </a:cubicBezTo>
                  <a:cubicBezTo>
                    <a:pt x="307" y="2"/>
                    <a:pt x="307" y="3"/>
                    <a:pt x="305" y="4"/>
                  </a:cubicBezTo>
                  <a:cubicBezTo>
                    <a:pt x="303" y="5"/>
                    <a:pt x="301" y="6"/>
                    <a:pt x="300" y="6"/>
                  </a:cubicBezTo>
                  <a:cubicBezTo>
                    <a:pt x="299" y="6"/>
                    <a:pt x="297" y="7"/>
                    <a:pt x="295" y="8"/>
                  </a:cubicBezTo>
                  <a:cubicBezTo>
                    <a:pt x="292" y="9"/>
                    <a:pt x="292" y="11"/>
                    <a:pt x="288" y="10"/>
                  </a:cubicBezTo>
                  <a:cubicBezTo>
                    <a:pt x="285" y="10"/>
                    <a:pt x="285" y="10"/>
                    <a:pt x="281" y="8"/>
                  </a:cubicBezTo>
                  <a:cubicBezTo>
                    <a:pt x="277" y="5"/>
                    <a:pt x="276" y="5"/>
                    <a:pt x="270" y="4"/>
                  </a:cubicBezTo>
                  <a:cubicBezTo>
                    <a:pt x="263" y="4"/>
                    <a:pt x="262" y="3"/>
                    <a:pt x="258" y="5"/>
                  </a:cubicBezTo>
                  <a:cubicBezTo>
                    <a:pt x="253" y="6"/>
                    <a:pt x="253" y="7"/>
                    <a:pt x="248" y="7"/>
                  </a:cubicBezTo>
                  <a:cubicBezTo>
                    <a:pt x="243" y="7"/>
                    <a:pt x="239" y="7"/>
                    <a:pt x="236" y="8"/>
                  </a:cubicBezTo>
                  <a:cubicBezTo>
                    <a:pt x="234" y="9"/>
                    <a:pt x="230" y="11"/>
                    <a:pt x="228" y="12"/>
                  </a:cubicBezTo>
                  <a:cubicBezTo>
                    <a:pt x="226" y="12"/>
                    <a:pt x="220" y="12"/>
                    <a:pt x="217" y="12"/>
                  </a:cubicBezTo>
                  <a:cubicBezTo>
                    <a:pt x="214" y="12"/>
                    <a:pt x="208" y="13"/>
                    <a:pt x="203" y="15"/>
                  </a:cubicBezTo>
                  <a:cubicBezTo>
                    <a:pt x="197" y="16"/>
                    <a:pt x="194" y="17"/>
                    <a:pt x="191" y="18"/>
                  </a:cubicBezTo>
                  <a:cubicBezTo>
                    <a:pt x="188" y="20"/>
                    <a:pt x="183" y="21"/>
                    <a:pt x="181" y="24"/>
                  </a:cubicBezTo>
                  <a:cubicBezTo>
                    <a:pt x="179" y="26"/>
                    <a:pt x="178" y="29"/>
                    <a:pt x="176" y="30"/>
                  </a:cubicBezTo>
                  <a:cubicBezTo>
                    <a:pt x="174" y="31"/>
                    <a:pt x="172" y="28"/>
                    <a:pt x="169" y="28"/>
                  </a:cubicBezTo>
                  <a:cubicBezTo>
                    <a:pt x="166" y="28"/>
                    <a:pt x="164" y="30"/>
                    <a:pt x="161" y="31"/>
                  </a:cubicBezTo>
                  <a:cubicBezTo>
                    <a:pt x="158" y="32"/>
                    <a:pt x="155" y="33"/>
                    <a:pt x="153" y="36"/>
                  </a:cubicBezTo>
                  <a:cubicBezTo>
                    <a:pt x="152" y="38"/>
                    <a:pt x="152" y="38"/>
                    <a:pt x="150" y="40"/>
                  </a:cubicBezTo>
                  <a:cubicBezTo>
                    <a:pt x="147" y="42"/>
                    <a:pt x="140" y="43"/>
                    <a:pt x="139" y="44"/>
                  </a:cubicBezTo>
                  <a:cubicBezTo>
                    <a:pt x="138" y="44"/>
                    <a:pt x="137" y="46"/>
                    <a:pt x="135" y="46"/>
                  </a:cubicBezTo>
                  <a:cubicBezTo>
                    <a:pt x="137" y="48"/>
                    <a:pt x="139" y="50"/>
                    <a:pt x="140" y="51"/>
                  </a:cubicBezTo>
                  <a:cubicBezTo>
                    <a:pt x="142" y="53"/>
                    <a:pt x="142" y="55"/>
                    <a:pt x="141" y="57"/>
                  </a:cubicBezTo>
                  <a:cubicBezTo>
                    <a:pt x="141" y="57"/>
                    <a:pt x="141" y="57"/>
                    <a:pt x="141" y="57"/>
                  </a:cubicBezTo>
                  <a:cubicBezTo>
                    <a:pt x="141" y="58"/>
                    <a:pt x="141" y="58"/>
                    <a:pt x="142" y="59"/>
                  </a:cubicBezTo>
                  <a:cubicBezTo>
                    <a:pt x="142" y="59"/>
                    <a:pt x="143" y="60"/>
                    <a:pt x="143" y="61"/>
                  </a:cubicBezTo>
                  <a:cubicBezTo>
                    <a:pt x="144" y="62"/>
                    <a:pt x="144" y="63"/>
                    <a:pt x="144" y="65"/>
                  </a:cubicBezTo>
                  <a:cubicBezTo>
                    <a:pt x="144" y="65"/>
                    <a:pt x="144" y="66"/>
                    <a:pt x="145" y="67"/>
                  </a:cubicBezTo>
                  <a:cubicBezTo>
                    <a:pt x="145" y="70"/>
                    <a:pt x="144" y="72"/>
                    <a:pt x="143" y="74"/>
                  </a:cubicBezTo>
                  <a:cubicBezTo>
                    <a:pt x="143" y="75"/>
                    <a:pt x="143" y="77"/>
                    <a:pt x="143" y="78"/>
                  </a:cubicBezTo>
                  <a:cubicBezTo>
                    <a:pt x="142" y="81"/>
                    <a:pt x="144" y="84"/>
                    <a:pt x="146" y="88"/>
                  </a:cubicBezTo>
                  <a:cubicBezTo>
                    <a:pt x="146" y="88"/>
                    <a:pt x="147" y="89"/>
                    <a:pt x="147" y="90"/>
                  </a:cubicBezTo>
                  <a:cubicBezTo>
                    <a:pt x="149" y="93"/>
                    <a:pt x="149" y="94"/>
                    <a:pt x="149" y="95"/>
                  </a:cubicBezTo>
                  <a:cubicBezTo>
                    <a:pt x="149" y="95"/>
                    <a:pt x="149" y="95"/>
                    <a:pt x="149" y="95"/>
                  </a:cubicBezTo>
                  <a:cubicBezTo>
                    <a:pt x="149" y="96"/>
                    <a:pt x="150" y="97"/>
                    <a:pt x="150" y="98"/>
                  </a:cubicBezTo>
                  <a:cubicBezTo>
                    <a:pt x="150" y="98"/>
                    <a:pt x="150" y="98"/>
                    <a:pt x="150" y="98"/>
                  </a:cubicBezTo>
                  <a:cubicBezTo>
                    <a:pt x="151" y="100"/>
                    <a:pt x="152" y="101"/>
                    <a:pt x="153" y="102"/>
                  </a:cubicBezTo>
                  <a:cubicBezTo>
                    <a:pt x="153" y="103"/>
                    <a:pt x="154" y="103"/>
                    <a:pt x="154" y="104"/>
                  </a:cubicBezTo>
                  <a:cubicBezTo>
                    <a:pt x="156" y="106"/>
                    <a:pt x="155" y="109"/>
                    <a:pt x="153" y="111"/>
                  </a:cubicBezTo>
                  <a:cubicBezTo>
                    <a:pt x="153" y="112"/>
                    <a:pt x="153" y="113"/>
                    <a:pt x="153" y="113"/>
                  </a:cubicBezTo>
                  <a:cubicBezTo>
                    <a:pt x="153" y="113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4"/>
                  </a:cubicBezTo>
                  <a:cubicBezTo>
                    <a:pt x="153" y="114"/>
                    <a:pt x="153" y="114"/>
                    <a:pt x="153" y="115"/>
                  </a:cubicBezTo>
                  <a:cubicBezTo>
                    <a:pt x="152" y="118"/>
                    <a:pt x="151" y="118"/>
                    <a:pt x="147" y="118"/>
                  </a:cubicBezTo>
                  <a:cubicBezTo>
                    <a:pt x="147" y="118"/>
                    <a:pt x="147" y="118"/>
                    <a:pt x="147" y="118"/>
                  </a:cubicBezTo>
                  <a:cubicBezTo>
                    <a:pt x="145" y="118"/>
                    <a:pt x="143" y="118"/>
                    <a:pt x="140" y="117"/>
                  </a:cubicBezTo>
                  <a:cubicBezTo>
                    <a:pt x="137" y="117"/>
                    <a:pt x="133" y="116"/>
                    <a:pt x="131" y="116"/>
                  </a:cubicBezTo>
                  <a:cubicBezTo>
                    <a:pt x="128" y="116"/>
                    <a:pt x="128" y="116"/>
                    <a:pt x="127" y="117"/>
                  </a:cubicBezTo>
                  <a:cubicBezTo>
                    <a:pt x="126" y="117"/>
                    <a:pt x="125" y="117"/>
                    <a:pt x="125" y="117"/>
                  </a:cubicBezTo>
                  <a:cubicBezTo>
                    <a:pt x="123" y="117"/>
                    <a:pt x="123" y="117"/>
                    <a:pt x="122" y="117"/>
                  </a:cubicBezTo>
                  <a:cubicBezTo>
                    <a:pt x="122" y="117"/>
                    <a:pt x="122" y="117"/>
                    <a:pt x="122" y="117"/>
                  </a:cubicBezTo>
                  <a:cubicBezTo>
                    <a:pt x="121" y="117"/>
                    <a:pt x="120" y="117"/>
                    <a:pt x="120" y="118"/>
                  </a:cubicBezTo>
                  <a:cubicBezTo>
                    <a:pt x="119" y="118"/>
                    <a:pt x="119" y="119"/>
                    <a:pt x="118" y="120"/>
                  </a:cubicBezTo>
                  <a:cubicBezTo>
                    <a:pt x="117" y="120"/>
                    <a:pt x="116" y="122"/>
                    <a:pt x="115" y="123"/>
                  </a:cubicBezTo>
                  <a:cubicBezTo>
                    <a:pt x="113" y="124"/>
                    <a:pt x="112" y="125"/>
                    <a:pt x="111" y="126"/>
                  </a:cubicBezTo>
                  <a:cubicBezTo>
                    <a:pt x="109" y="126"/>
                    <a:pt x="108" y="126"/>
                    <a:pt x="106" y="126"/>
                  </a:cubicBezTo>
                  <a:cubicBezTo>
                    <a:pt x="105" y="127"/>
                    <a:pt x="104" y="126"/>
                    <a:pt x="103" y="126"/>
                  </a:cubicBezTo>
                  <a:cubicBezTo>
                    <a:pt x="102" y="126"/>
                    <a:pt x="100" y="126"/>
                    <a:pt x="100" y="127"/>
                  </a:cubicBezTo>
                  <a:cubicBezTo>
                    <a:pt x="99" y="127"/>
                    <a:pt x="99" y="127"/>
                    <a:pt x="99" y="128"/>
                  </a:cubicBezTo>
                  <a:cubicBezTo>
                    <a:pt x="99" y="128"/>
                    <a:pt x="99" y="129"/>
                    <a:pt x="100" y="129"/>
                  </a:cubicBezTo>
                  <a:cubicBezTo>
                    <a:pt x="100" y="130"/>
                    <a:pt x="101" y="131"/>
                    <a:pt x="101" y="131"/>
                  </a:cubicBezTo>
                  <a:cubicBezTo>
                    <a:pt x="101" y="131"/>
                    <a:pt x="101" y="131"/>
                    <a:pt x="101" y="131"/>
                  </a:cubicBezTo>
                  <a:cubicBezTo>
                    <a:pt x="102" y="132"/>
                    <a:pt x="102" y="133"/>
                    <a:pt x="101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1" y="135"/>
                    <a:pt x="101" y="135"/>
                    <a:pt x="101" y="135"/>
                  </a:cubicBezTo>
                  <a:cubicBezTo>
                    <a:pt x="101" y="136"/>
                    <a:pt x="101" y="136"/>
                    <a:pt x="101" y="137"/>
                  </a:cubicBezTo>
                  <a:cubicBezTo>
                    <a:pt x="101" y="137"/>
                    <a:pt x="102" y="137"/>
                    <a:pt x="102" y="137"/>
                  </a:cubicBezTo>
                  <a:cubicBezTo>
                    <a:pt x="103" y="138"/>
                    <a:pt x="103" y="139"/>
                    <a:pt x="103" y="140"/>
                  </a:cubicBezTo>
                  <a:cubicBezTo>
                    <a:pt x="103" y="143"/>
                    <a:pt x="101" y="144"/>
                    <a:pt x="99" y="14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AA47CC3B-7899-0263-A0AF-A0843B45D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545" y="2209523"/>
              <a:ext cx="7052" cy="9873"/>
            </a:xfrm>
            <a:custGeom>
              <a:avLst/>
              <a:gdLst>
                <a:gd name="T0" fmla="*/ 2 w 6"/>
                <a:gd name="T1" fmla="*/ 0 h 9"/>
                <a:gd name="T2" fmla="*/ 0 w 6"/>
                <a:gd name="T3" fmla="*/ 3 h 9"/>
                <a:gd name="T4" fmla="*/ 1 w 6"/>
                <a:gd name="T5" fmla="*/ 5 h 9"/>
                <a:gd name="T6" fmla="*/ 2 w 6"/>
                <a:gd name="T7" fmla="*/ 9 h 9"/>
                <a:gd name="T8" fmla="*/ 5 w 6"/>
                <a:gd name="T9" fmla="*/ 7 h 9"/>
                <a:gd name="T10" fmla="*/ 4 w 6"/>
                <a:gd name="T11" fmla="*/ 5 h 9"/>
                <a:gd name="T12" fmla="*/ 3 w 6"/>
                <a:gd name="T13" fmla="*/ 2 h 9"/>
                <a:gd name="T14" fmla="*/ 2 w 6"/>
                <a:gd name="T15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9">
                  <a:moveTo>
                    <a:pt x="2" y="0"/>
                  </a:moveTo>
                  <a:cubicBezTo>
                    <a:pt x="1" y="1"/>
                    <a:pt x="0" y="1"/>
                    <a:pt x="0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7"/>
                    <a:pt x="1" y="8"/>
                    <a:pt x="2" y="9"/>
                  </a:cubicBezTo>
                  <a:cubicBezTo>
                    <a:pt x="4" y="9"/>
                    <a:pt x="5" y="8"/>
                    <a:pt x="5" y="7"/>
                  </a:cubicBezTo>
                  <a:cubicBezTo>
                    <a:pt x="6" y="6"/>
                    <a:pt x="4" y="6"/>
                    <a:pt x="4" y="5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AD789CF5-AE71-7689-6F05-F417C93D9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835" y="1682038"/>
              <a:ext cx="203096" cy="220020"/>
            </a:xfrm>
            <a:custGeom>
              <a:avLst/>
              <a:gdLst>
                <a:gd name="T0" fmla="*/ 36 w 185"/>
                <a:gd name="T1" fmla="*/ 197 h 204"/>
                <a:gd name="T2" fmla="*/ 37 w 185"/>
                <a:gd name="T3" fmla="*/ 198 h 204"/>
                <a:gd name="T4" fmla="*/ 55 w 185"/>
                <a:gd name="T5" fmla="*/ 192 h 204"/>
                <a:gd name="T6" fmla="*/ 69 w 185"/>
                <a:gd name="T7" fmla="*/ 196 h 204"/>
                <a:gd name="T8" fmla="*/ 85 w 185"/>
                <a:gd name="T9" fmla="*/ 200 h 204"/>
                <a:gd name="T10" fmla="*/ 95 w 185"/>
                <a:gd name="T11" fmla="*/ 197 h 204"/>
                <a:gd name="T12" fmla="*/ 107 w 185"/>
                <a:gd name="T13" fmla="*/ 201 h 204"/>
                <a:gd name="T14" fmla="*/ 119 w 185"/>
                <a:gd name="T15" fmla="*/ 197 h 204"/>
                <a:gd name="T16" fmla="*/ 142 w 185"/>
                <a:gd name="T17" fmla="*/ 197 h 204"/>
                <a:gd name="T18" fmla="*/ 142 w 185"/>
                <a:gd name="T19" fmla="*/ 193 h 204"/>
                <a:gd name="T20" fmla="*/ 151 w 185"/>
                <a:gd name="T21" fmla="*/ 177 h 204"/>
                <a:gd name="T22" fmla="*/ 160 w 185"/>
                <a:gd name="T23" fmla="*/ 171 h 204"/>
                <a:gd name="T24" fmla="*/ 152 w 185"/>
                <a:gd name="T25" fmla="*/ 160 h 204"/>
                <a:gd name="T26" fmla="*/ 133 w 185"/>
                <a:gd name="T27" fmla="*/ 144 h 204"/>
                <a:gd name="T28" fmla="*/ 128 w 185"/>
                <a:gd name="T29" fmla="*/ 130 h 204"/>
                <a:gd name="T30" fmla="*/ 136 w 185"/>
                <a:gd name="T31" fmla="*/ 122 h 204"/>
                <a:gd name="T32" fmla="*/ 157 w 185"/>
                <a:gd name="T33" fmla="*/ 114 h 204"/>
                <a:gd name="T34" fmla="*/ 170 w 185"/>
                <a:gd name="T35" fmla="*/ 110 h 204"/>
                <a:gd name="T36" fmla="*/ 180 w 185"/>
                <a:gd name="T37" fmla="*/ 107 h 204"/>
                <a:gd name="T38" fmla="*/ 182 w 185"/>
                <a:gd name="T39" fmla="*/ 94 h 204"/>
                <a:gd name="T40" fmla="*/ 179 w 185"/>
                <a:gd name="T41" fmla="*/ 77 h 204"/>
                <a:gd name="T42" fmla="*/ 176 w 185"/>
                <a:gd name="T43" fmla="*/ 64 h 204"/>
                <a:gd name="T44" fmla="*/ 172 w 185"/>
                <a:gd name="T45" fmla="*/ 49 h 204"/>
                <a:gd name="T46" fmla="*/ 168 w 185"/>
                <a:gd name="T47" fmla="*/ 32 h 204"/>
                <a:gd name="T48" fmla="*/ 163 w 185"/>
                <a:gd name="T49" fmla="*/ 22 h 204"/>
                <a:gd name="T50" fmla="*/ 141 w 185"/>
                <a:gd name="T51" fmla="*/ 14 h 204"/>
                <a:gd name="T52" fmla="*/ 113 w 185"/>
                <a:gd name="T53" fmla="*/ 24 h 204"/>
                <a:gd name="T54" fmla="*/ 105 w 185"/>
                <a:gd name="T55" fmla="*/ 15 h 204"/>
                <a:gd name="T56" fmla="*/ 87 w 185"/>
                <a:gd name="T57" fmla="*/ 14 h 204"/>
                <a:gd name="T58" fmla="*/ 84 w 185"/>
                <a:gd name="T59" fmla="*/ 6 h 204"/>
                <a:gd name="T60" fmla="*/ 70 w 185"/>
                <a:gd name="T61" fmla="*/ 1 h 204"/>
                <a:gd name="T62" fmla="*/ 58 w 185"/>
                <a:gd name="T63" fmla="*/ 3 h 204"/>
                <a:gd name="T64" fmla="*/ 56 w 185"/>
                <a:gd name="T65" fmla="*/ 13 h 204"/>
                <a:gd name="T66" fmla="*/ 60 w 185"/>
                <a:gd name="T67" fmla="*/ 19 h 204"/>
                <a:gd name="T68" fmla="*/ 71 w 185"/>
                <a:gd name="T69" fmla="*/ 29 h 204"/>
                <a:gd name="T70" fmla="*/ 69 w 185"/>
                <a:gd name="T71" fmla="*/ 30 h 204"/>
                <a:gd name="T72" fmla="*/ 54 w 185"/>
                <a:gd name="T73" fmla="*/ 33 h 204"/>
                <a:gd name="T74" fmla="*/ 52 w 185"/>
                <a:gd name="T75" fmla="*/ 40 h 204"/>
                <a:gd name="T76" fmla="*/ 45 w 185"/>
                <a:gd name="T77" fmla="*/ 40 h 204"/>
                <a:gd name="T78" fmla="*/ 37 w 185"/>
                <a:gd name="T79" fmla="*/ 33 h 204"/>
                <a:gd name="T80" fmla="*/ 25 w 185"/>
                <a:gd name="T81" fmla="*/ 37 h 204"/>
                <a:gd name="T82" fmla="*/ 27 w 185"/>
                <a:gd name="T83" fmla="*/ 45 h 204"/>
                <a:gd name="T84" fmla="*/ 24 w 185"/>
                <a:gd name="T85" fmla="*/ 58 h 204"/>
                <a:gd name="T86" fmla="*/ 21 w 185"/>
                <a:gd name="T87" fmla="*/ 67 h 204"/>
                <a:gd name="T88" fmla="*/ 18 w 185"/>
                <a:gd name="T89" fmla="*/ 79 h 204"/>
                <a:gd name="T90" fmla="*/ 5 w 185"/>
                <a:gd name="T91" fmla="*/ 84 h 204"/>
                <a:gd name="T92" fmla="*/ 4 w 185"/>
                <a:gd name="T93" fmla="*/ 89 h 204"/>
                <a:gd name="T94" fmla="*/ 2 w 185"/>
                <a:gd name="T95" fmla="*/ 106 h 204"/>
                <a:gd name="T96" fmla="*/ 9 w 185"/>
                <a:gd name="T97" fmla="*/ 122 h 204"/>
                <a:gd name="T98" fmla="*/ 6 w 185"/>
                <a:gd name="T99" fmla="*/ 134 h 204"/>
                <a:gd name="T100" fmla="*/ 18 w 185"/>
                <a:gd name="T101" fmla="*/ 155 h 204"/>
                <a:gd name="T102" fmla="*/ 35 w 185"/>
                <a:gd name="T103" fmla="*/ 158 h 204"/>
                <a:gd name="T104" fmla="*/ 44 w 185"/>
                <a:gd name="T105" fmla="*/ 16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5" h="204">
                  <a:moveTo>
                    <a:pt x="39" y="176"/>
                  </a:moveTo>
                  <a:cubicBezTo>
                    <a:pt x="36" y="179"/>
                    <a:pt x="36" y="180"/>
                    <a:pt x="36" y="182"/>
                  </a:cubicBezTo>
                  <a:cubicBezTo>
                    <a:pt x="36" y="184"/>
                    <a:pt x="36" y="185"/>
                    <a:pt x="35" y="187"/>
                  </a:cubicBezTo>
                  <a:cubicBezTo>
                    <a:pt x="34" y="191"/>
                    <a:pt x="35" y="194"/>
                    <a:pt x="36" y="197"/>
                  </a:cubicBezTo>
                  <a:cubicBezTo>
                    <a:pt x="36" y="197"/>
                    <a:pt x="36" y="197"/>
                    <a:pt x="36" y="197"/>
                  </a:cubicBezTo>
                  <a:cubicBezTo>
                    <a:pt x="36" y="198"/>
                    <a:pt x="36" y="198"/>
                    <a:pt x="36" y="198"/>
                  </a:cubicBezTo>
                  <a:cubicBezTo>
                    <a:pt x="36" y="198"/>
                    <a:pt x="37" y="198"/>
                    <a:pt x="37" y="198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41" y="198"/>
                    <a:pt x="44" y="198"/>
                    <a:pt x="47" y="196"/>
                  </a:cubicBezTo>
                  <a:cubicBezTo>
                    <a:pt x="49" y="196"/>
                    <a:pt x="50" y="195"/>
                    <a:pt x="50" y="194"/>
                  </a:cubicBezTo>
                  <a:cubicBezTo>
                    <a:pt x="52" y="193"/>
                    <a:pt x="53" y="193"/>
                    <a:pt x="55" y="192"/>
                  </a:cubicBezTo>
                  <a:cubicBezTo>
                    <a:pt x="57" y="192"/>
                    <a:pt x="58" y="193"/>
                    <a:pt x="60" y="194"/>
                  </a:cubicBezTo>
                  <a:cubicBezTo>
                    <a:pt x="60" y="195"/>
                    <a:pt x="61" y="195"/>
                    <a:pt x="62" y="195"/>
                  </a:cubicBezTo>
                  <a:cubicBezTo>
                    <a:pt x="64" y="196"/>
                    <a:pt x="65" y="196"/>
                    <a:pt x="65" y="196"/>
                  </a:cubicBezTo>
                  <a:cubicBezTo>
                    <a:pt x="66" y="196"/>
                    <a:pt x="67" y="196"/>
                    <a:pt x="69" y="196"/>
                  </a:cubicBezTo>
                  <a:cubicBezTo>
                    <a:pt x="70" y="196"/>
                    <a:pt x="72" y="197"/>
                    <a:pt x="73" y="198"/>
                  </a:cubicBezTo>
                  <a:cubicBezTo>
                    <a:pt x="74" y="198"/>
                    <a:pt x="76" y="199"/>
                    <a:pt x="76" y="199"/>
                  </a:cubicBezTo>
                  <a:cubicBezTo>
                    <a:pt x="77" y="199"/>
                    <a:pt x="78" y="199"/>
                    <a:pt x="80" y="199"/>
                  </a:cubicBezTo>
                  <a:cubicBezTo>
                    <a:pt x="81" y="199"/>
                    <a:pt x="83" y="199"/>
                    <a:pt x="85" y="200"/>
                  </a:cubicBezTo>
                  <a:cubicBezTo>
                    <a:pt x="86" y="200"/>
                    <a:pt x="87" y="201"/>
                    <a:pt x="88" y="203"/>
                  </a:cubicBezTo>
                  <a:cubicBezTo>
                    <a:pt x="89" y="203"/>
                    <a:pt x="89" y="204"/>
                    <a:pt x="89" y="204"/>
                  </a:cubicBezTo>
                  <a:cubicBezTo>
                    <a:pt x="90" y="204"/>
                    <a:pt x="91" y="203"/>
                    <a:pt x="92" y="201"/>
                  </a:cubicBezTo>
                  <a:cubicBezTo>
                    <a:pt x="93" y="200"/>
                    <a:pt x="94" y="198"/>
                    <a:pt x="95" y="197"/>
                  </a:cubicBezTo>
                  <a:cubicBezTo>
                    <a:pt x="99" y="195"/>
                    <a:pt x="101" y="198"/>
                    <a:pt x="104" y="200"/>
                  </a:cubicBezTo>
                  <a:cubicBezTo>
                    <a:pt x="104" y="200"/>
                    <a:pt x="104" y="200"/>
                    <a:pt x="104" y="200"/>
                  </a:cubicBezTo>
                  <a:cubicBezTo>
                    <a:pt x="104" y="200"/>
                    <a:pt x="104" y="200"/>
                    <a:pt x="104" y="200"/>
                  </a:cubicBezTo>
                  <a:cubicBezTo>
                    <a:pt x="105" y="201"/>
                    <a:pt x="106" y="201"/>
                    <a:pt x="107" y="201"/>
                  </a:cubicBezTo>
                  <a:cubicBezTo>
                    <a:pt x="108" y="201"/>
                    <a:pt x="109" y="201"/>
                    <a:pt x="110" y="200"/>
                  </a:cubicBezTo>
                  <a:cubicBezTo>
                    <a:pt x="112" y="199"/>
                    <a:pt x="113" y="199"/>
                    <a:pt x="114" y="198"/>
                  </a:cubicBezTo>
                  <a:cubicBezTo>
                    <a:pt x="116" y="198"/>
                    <a:pt x="117" y="197"/>
                    <a:pt x="119" y="197"/>
                  </a:cubicBezTo>
                  <a:cubicBezTo>
                    <a:pt x="119" y="197"/>
                    <a:pt x="119" y="197"/>
                    <a:pt x="119" y="197"/>
                  </a:cubicBezTo>
                  <a:cubicBezTo>
                    <a:pt x="122" y="197"/>
                    <a:pt x="125" y="197"/>
                    <a:pt x="130" y="195"/>
                  </a:cubicBezTo>
                  <a:cubicBezTo>
                    <a:pt x="133" y="194"/>
                    <a:pt x="134" y="194"/>
                    <a:pt x="136" y="195"/>
                  </a:cubicBezTo>
                  <a:cubicBezTo>
                    <a:pt x="137" y="196"/>
                    <a:pt x="137" y="196"/>
                    <a:pt x="139" y="197"/>
                  </a:cubicBezTo>
                  <a:cubicBezTo>
                    <a:pt x="140" y="197"/>
                    <a:pt x="141" y="197"/>
                    <a:pt x="142" y="197"/>
                  </a:cubicBezTo>
                  <a:cubicBezTo>
                    <a:pt x="143" y="197"/>
                    <a:pt x="143" y="197"/>
                    <a:pt x="143" y="197"/>
                  </a:cubicBezTo>
                  <a:cubicBezTo>
                    <a:pt x="143" y="197"/>
                    <a:pt x="143" y="197"/>
                    <a:pt x="143" y="196"/>
                  </a:cubicBezTo>
                  <a:cubicBezTo>
                    <a:pt x="143" y="196"/>
                    <a:pt x="143" y="196"/>
                    <a:pt x="143" y="195"/>
                  </a:cubicBezTo>
                  <a:cubicBezTo>
                    <a:pt x="143" y="195"/>
                    <a:pt x="142" y="194"/>
                    <a:pt x="142" y="193"/>
                  </a:cubicBezTo>
                  <a:cubicBezTo>
                    <a:pt x="141" y="190"/>
                    <a:pt x="140" y="187"/>
                    <a:pt x="140" y="185"/>
                  </a:cubicBezTo>
                  <a:cubicBezTo>
                    <a:pt x="140" y="182"/>
                    <a:pt x="143" y="182"/>
                    <a:pt x="145" y="181"/>
                  </a:cubicBezTo>
                  <a:cubicBezTo>
                    <a:pt x="146" y="181"/>
                    <a:pt x="148" y="181"/>
                    <a:pt x="149" y="180"/>
                  </a:cubicBezTo>
                  <a:cubicBezTo>
                    <a:pt x="150" y="179"/>
                    <a:pt x="151" y="178"/>
                    <a:pt x="151" y="177"/>
                  </a:cubicBezTo>
                  <a:cubicBezTo>
                    <a:pt x="151" y="176"/>
                    <a:pt x="152" y="175"/>
                    <a:pt x="153" y="174"/>
                  </a:cubicBezTo>
                  <a:cubicBezTo>
                    <a:pt x="154" y="173"/>
                    <a:pt x="156" y="173"/>
                    <a:pt x="158" y="173"/>
                  </a:cubicBezTo>
                  <a:cubicBezTo>
                    <a:pt x="158" y="173"/>
                    <a:pt x="159" y="173"/>
                    <a:pt x="159" y="173"/>
                  </a:cubicBezTo>
                  <a:cubicBezTo>
                    <a:pt x="160" y="172"/>
                    <a:pt x="160" y="172"/>
                    <a:pt x="160" y="171"/>
                  </a:cubicBezTo>
                  <a:cubicBezTo>
                    <a:pt x="161" y="170"/>
                    <a:pt x="161" y="169"/>
                    <a:pt x="161" y="168"/>
                  </a:cubicBezTo>
                  <a:cubicBezTo>
                    <a:pt x="161" y="168"/>
                    <a:pt x="161" y="168"/>
                    <a:pt x="161" y="168"/>
                  </a:cubicBezTo>
                  <a:cubicBezTo>
                    <a:pt x="160" y="167"/>
                    <a:pt x="160" y="167"/>
                    <a:pt x="160" y="167"/>
                  </a:cubicBezTo>
                  <a:cubicBezTo>
                    <a:pt x="158" y="165"/>
                    <a:pt x="155" y="163"/>
                    <a:pt x="152" y="160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51" y="159"/>
                    <a:pt x="149" y="159"/>
                    <a:pt x="148" y="158"/>
                  </a:cubicBezTo>
                  <a:cubicBezTo>
                    <a:pt x="145" y="156"/>
                    <a:pt x="142" y="154"/>
                    <a:pt x="138" y="150"/>
                  </a:cubicBezTo>
                  <a:cubicBezTo>
                    <a:pt x="135" y="148"/>
                    <a:pt x="134" y="146"/>
                    <a:pt x="133" y="144"/>
                  </a:cubicBezTo>
                  <a:cubicBezTo>
                    <a:pt x="132" y="142"/>
                    <a:pt x="132" y="141"/>
                    <a:pt x="133" y="139"/>
                  </a:cubicBezTo>
                  <a:cubicBezTo>
                    <a:pt x="133" y="138"/>
                    <a:pt x="133" y="137"/>
                    <a:pt x="133" y="136"/>
                  </a:cubicBezTo>
                  <a:cubicBezTo>
                    <a:pt x="132" y="136"/>
                    <a:pt x="132" y="135"/>
                    <a:pt x="131" y="134"/>
                  </a:cubicBezTo>
                  <a:cubicBezTo>
                    <a:pt x="128" y="132"/>
                    <a:pt x="128" y="132"/>
                    <a:pt x="128" y="130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9" y="127"/>
                    <a:pt x="129" y="127"/>
                    <a:pt x="130" y="126"/>
                  </a:cubicBezTo>
                  <a:cubicBezTo>
                    <a:pt x="130" y="126"/>
                    <a:pt x="131" y="126"/>
                    <a:pt x="131" y="125"/>
                  </a:cubicBezTo>
                  <a:cubicBezTo>
                    <a:pt x="132" y="124"/>
                    <a:pt x="134" y="123"/>
                    <a:pt x="136" y="122"/>
                  </a:cubicBezTo>
                  <a:cubicBezTo>
                    <a:pt x="138" y="121"/>
                    <a:pt x="140" y="121"/>
                    <a:pt x="143" y="121"/>
                  </a:cubicBezTo>
                  <a:cubicBezTo>
                    <a:pt x="147" y="121"/>
                    <a:pt x="148" y="120"/>
                    <a:pt x="150" y="119"/>
                  </a:cubicBezTo>
                  <a:cubicBezTo>
                    <a:pt x="150" y="118"/>
                    <a:pt x="151" y="118"/>
                    <a:pt x="152" y="117"/>
                  </a:cubicBezTo>
                  <a:cubicBezTo>
                    <a:pt x="154" y="116"/>
                    <a:pt x="155" y="115"/>
                    <a:pt x="157" y="114"/>
                  </a:cubicBezTo>
                  <a:cubicBezTo>
                    <a:pt x="159" y="113"/>
                    <a:pt x="161" y="112"/>
                    <a:pt x="164" y="112"/>
                  </a:cubicBezTo>
                  <a:cubicBezTo>
                    <a:pt x="165" y="112"/>
                    <a:pt x="166" y="111"/>
                    <a:pt x="166" y="111"/>
                  </a:cubicBezTo>
                  <a:cubicBezTo>
                    <a:pt x="168" y="111"/>
                    <a:pt x="168" y="111"/>
                    <a:pt x="169" y="111"/>
                  </a:cubicBezTo>
                  <a:cubicBezTo>
                    <a:pt x="169" y="110"/>
                    <a:pt x="169" y="110"/>
                    <a:pt x="170" y="110"/>
                  </a:cubicBezTo>
                  <a:cubicBezTo>
                    <a:pt x="170" y="110"/>
                    <a:pt x="170" y="110"/>
                    <a:pt x="171" y="109"/>
                  </a:cubicBezTo>
                  <a:cubicBezTo>
                    <a:pt x="172" y="109"/>
                    <a:pt x="172" y="108"/>
                    <a:pt x="173" y="107"/>
                  </a:cubicBezTo>
                  <a:cubicBezTo>
                    <a:pt x="174" y="105"/>
                    <a:pt x="174" y="104"/>
                    <a:pt x="177" y="105"/>
                  </a:cubicBezTo>
                  <a:cubicBezTo>
                    <a:pt x="178" y="106"/>
                    <a:pt x="179" y="106"/>
                    <a:pt x="180" y="107"/>
                  </a:cubicBezTo>
                  <a:cubicBezTo>
                    <a:pt x="181" y="107"/>
                    <a:pt x="182" y="107"/>
                    <a:pt x="183" y="108"/>
                  </a:cubicBezTo>
                  <a:cubicBezTo>
                    <a:pt x="183" y="106"/>
                    <a:pt x="185" y="101"/>
                    <a:pt x="185" y="100"/>
                  </a:cubicBezTo>
                  <a:cubicBezTo>
                    <a:pt x="185" y="100"/>
                    <a:pt x="185" y="99"/>
                    <a:pt x="184" y="98"/>
                  </a:cubicBezTo>
                  <a:cubicBezTo>
                    <a:pt x="184" y="97"/>
                    <a:pt x="183" y="96"/>
                    <a:pt x="182" y="94"/>
                  </a:cubicBezTo>
                  <a:cubicBezTo>
                    <a:pt x="179" y="92"/>
                    <a:pt x="179" y="91"/>
                    <a:pt x="179" y="89"/>
                  </a:cubicBezTo>
                  <a:cubicBezTo>
                    <a:pt x="179" y="88"/>
                    <a:pt x="178" y="87"/>
                    <a:pt x="178" y="86"/>
                  </a:cubicBezTo>
                  <a:cubicBezTo>
                    <a:pt x="177" y="83"/>
                    <a:pt x="178" y="82"/>
                    <a:pt x="178" y="81"/>
                  </a:cubicBezTo>
                  <a:cubicBezTo>
                    <a:pt x="179" y="80"/>
                    <a:pt x="179" y="79"/>
                    <a:pt x="179" y="77"/>
                  </a:cubicBezTo>
                  <a:cubicBezTo>
                    <a:pt x="179" y="75"/>
                    <a:pt x="178" y="74"/>
                    <a:pt x="178" y="73"/>
                  </a:cubicBezTo>
                  <a:cubicBezTo>
                    <a:pt x="177" y="72"/>
                    <a:pt x="176" y="71"/>
                    <a:pt x="176" y="70"/>
                  </a:cubicBezTo>
                  <a:cubicBezTo>
                    <a:pt x="176" y="68"/>
                    <a:pt x="176" y="67"/>
                    <a:pt x="177" y="66"/>
                  </a:cubicBezTo>
                  <a:cubicBezTo>
                    <a:pt x="177" y="65"/>
                    <a:pt x="177" y="64"/>
                    <a:pt x="176" y="64"/>
                  </a:cubicBezTo>
                  <a:cubicBezTo>
                    <a:pt x="176" y="63"/>
                    <a:pt x="174" y="62"/>
                    <a:pt x="173" y="60"/>
                  </a:cubicBezTo>
                  <a:cubicBezTo>
                    <a:pt x="171" y="59"/>
                    <a:pt x="170" y="58"/>
                    <a:pt x="169" y="56"/>
                  </a:cubicBezTo>
                  <a:cubicBezTo>
                    <a:pt x="167" y="53"/>
                    <a:pt x="168" y="52"/>
                    <a:pt x="170" y="50"/>
                  </a:cubicBezTo>
                  <a:cubicBezTo>
                    <a:pt x="171" y="50"/>
                    <a:pt x="171" y="49"/>
                    <a:pt x="172" y="49"/>
                  </a:cubicBezTo>
                  <a:cubicBezTo>
                    <a:pt x="173" y="48"/>
                    <a:pt x="173" y="47"/>
                    <a:pt x="173" y="45"/>
                  </a:cubicBezTo>
                  <a:cubicBezTo>
                    <a:pt x="173" y="43"/>
                    <a:pt x="172" y="41"/>
                    <a:pt x="172" y="39"/>
                  </a:cubicBezTo>
                  <a:cubicBezTo>
                    <a:pt x="171" y="37"/>
                    <a:pt x="171" y="35"/>
                    <a:pt x="171" y="33"/>
                  </a:cubicBezTo>
                  <a:cubicBezTo>
                    <a:pt x="170" y="33"/>
                    <a:pt x="169" y="32"/>
                    <a:pt x="168" y="32"/>
                  </a:cubicBezTo>
                  <a:cubicBezTo>
                    <a:pt x="167" y="31"/>
                    <a:pt x="163" y="31"/>
                    <a:pt x="164" y="29"/>
                  </a:cubicBezTo>
                  <a:cubicBezTo>
                    <a:pt x="165" y="27"/>
                    <a:pt x="167" y="28"/>
                    <a:pt x="168" y="27"/>
                  </a:cubicBezTo>
                  <a:cubicBezTo>
                    <a:pt x="169" y="27"/>
                    <a:pt x="170" y="26"/>
                    <a:pt x="168" y="25"/>
                  </a:cubicBezTo>
                  <a:cubicBezTo>
                    <a:pt x="166" y="24"/>
                    <a:pt x="164" y="23"/>
                    <a:pt x="163" y="22"/>
                  </a:cubicBezTo>
                  <a:cubicBezTo>
                    <a:pt x="162" y="21"/>
                    <a:pt x="160" y="20"/>
                    <a:pt x="157" y="21"/>
                  </a:cubicBezTo>
                  <a:cubicBezTo>
                    <a:pt x="154" y="21"/>
                    <a:pt x="153" y="22"/>
                    <a:pt x="150" y="19"/>
                  </a:cubicBezTo>
                  <a:cubicBezTo>
                    <a:pt x="147" y="16"/>
                    <a:pt x="148" y="13"/>
                    <a:pt x="146" y="13"/>
                  </a:cubicBezTo>
                  <a:cubicBezTo>
                    <a:pt x="144" y="13"/>
                    <a:pt x="144" y="12"/>
                    <a:pt x="141" y="14"/>
                  </a:cubicBezTo>
                  <a:cubicBezTo>
                    <a:pt x="138" y="15"/>
                    <a:pt x="135" y="15"/>
                    <a:pt x="132" y="15"/>
                  </a:cubicBezTo>
                  <a:cubicBezTo>
                    <a:pt x="129" y="15"/>
                    <a:pt x="128" y="19"/>
                    <a:pt x="127" y="20"/>
                  </a:cubicBezTo>
                  <a:cubicBezTo>
                    <a:pt x="127" y="21"/>
                    <a:pt x="123" y="21"/>
                    <a:pt x="122" y="21"/>
                  </a:cubicBezTo>
                  <a:cubicBezTo>
                    <a:pt x="121" y="21"/>
                    <a:pt x="116" y="22"/>
                    <a:pt x="113" y="24"/>
                  </a:cubicBezTo>
                  <a:cubicBezTo>
                    <a:pt x="111" y="25"/>
                    <a:pt x="110" y="26"/>
                    <a:pt x="107" y="26"/>
                  </a:cubicBezTo>
                  <a:cubicBezTo>
                    <a:pt x="103" y="26"/>
                    <a:pt x="101" y="27"/>
                    <a:pt x="101" y="25"/>
                  </a:cubicBezTo>
                  <a:cubicBezTo>
                    <a:pt x="101" y="23"/>
                    <a:pt x="101" y="21"/>
                    <a:pt x="103" y="19"/>
                  </a:cubicBezTo>
                  <a:cubicBezTo>
                    <a:pt x="104" y="18"/>
                    <a:pt x="106" y="15"/>
                    <a:pt x="105" y="15"/>
                  </a:cubicBezTo>
                  <a:cubicBezTo>
                    <a:pt x="104" y="14"/>
                    <a:pt x="102" y="14"/>
                    <a:pt x="100" y="15"/>
                  </a:cubicBezTo>
                  <a:cubicBezTo>
                    <a:pt x="99" y="16"/>
                    <a:pt x="97" y="15"/>
                    <a:pt x="96" y="14"/>
                  </a:cubicBezTo>
                  <a:cubicBezTo>
                    <a:pt x="94" y="13"/>
                    <a:pt x="92" y="12"/>
                    <a:pt x="90" y="13"/>
                  </a:cubicBezTo>
                  <a:cubicBezTo>
                    <a:pt x="89" y="14"/>
                    <a:pt x="89" y="15"/>
                    <a:pt x="87" y="14"/>
                  </a:cubicBezTo>
                  <a:cubicBezTo>
                    <a:pt x="86" y="13"/>
                    <a:pt x="86" y="12"/>
                    <a:pt x="85" y="12"/>
                  </a:cubicBezTo>
                  <a:cubicBezTo>
                    <a:pt x="84" y="12"/>
                    <a:pt x="82" y="12"/>
                    <a:pt x="82" y="11"/>
                  </a:cubicBezTo>
                  <a:cubicBezTo>
                    <a:pt x="81" y="11"/>
                    <a:pt x="81" y="10"/>
                    <a:pt x="82" y="9"/>
                  </a:cubicBezTo>
                  <a:cubicBezTo>
                    <a:pt x="83" y="8"/>
                    <a:pt x="83" y="8"/>
                    <a:pt x="84" y="6"/>
                  </a:cubicBezTo>
                  <a:cubicBezTo>
                    <a:pt x="84" y="5"/>
                    <a:pt x="84" y="5"/>
                    <a:pt x="83" y="4"/>
                  </a:cubicBezTo>
                  <a:cubicBezTo>
                    <a:pt x="82" y="4"/>
                    <a:pt x="81" y="4"/>
                    <a:pt x="79" y="4"/>
                  </a:cubicBezTo>
                  <a:cubicBezTo>
                    <a:pt x="76" y="4"/>
                    <a:pt x="75" y="3"/>
                    <a:pt x="70" y="2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67" y="0"/>
                    <a:pt x="66" y="0"/>
                    <a:pt x="65" y="0"/>
                  </a:cubicBezTo>
                  <a:cubicBezTo>
                    <a:pt x="63" y="0"/>
                    <a:pt x="62" y="0"/>
                    <a:pt x="59" y="0"/>
                  </a:cubicBezTo>
                  <a:cubicBezTo>
                    <a:pt x="58" y="0"/>
                    <a:pt x="57" y="0"/>
                    <a:pt x="56" y="0"/>
                  </a:cubicBezTo>
                  <a:cubicBezTo>
                    <a:pt x="57" y="1"/>
                    <a:pt x="58" y="2"/>
                    <a:pt x="58" y="3"/>
                  </a:cubicBezTo>
                  <a:cubicBezTo>
                    <a:pt x="59" y="4"/>
                    <a:pt x="60" y="5"/>
                    <a:pt x="61" y="6"/>
                  </a:cubicBezTo>
                  <a:cubicBezTo>
                    <a:pt x="62" y="8"/>
                    <a:pt x="63" y="7"/>
                    <a:pt x="63" y="9"/>
                  </a:cubicBezTo>
                  <a:cubicBezTo>
                    <a:pt x="62" y="10"/>
                    <a:pt x="60" y="11"/>
                    <a:pt x="59" y="12"/>
                  </a:cubicBezTo>
                  <a:cubicBezTo>
                    <a:pt x="59" y="12"/>
                    <a:pt x="57" y="12"/>
                    <a:pt x="56" y="13"/>
                  </a:cubicBezTo>
                  <a:cubicBezTo>
                    <a:pt x="56" y="15"/>
                    <a:pt x="56" y="17"/>
                    <a:pt x="57" y="17"/>
                  </a:cubicBezTo>
                  <a:cubicBezTo>
                    <a:pt x="58" y="17"/>
                    <a:pt x="59" y="16"/>
                    <a:pt x="60" y="16"/>
                  </a:cubicBezTo>
                  <a:cubicBezTo>
                    <a:pt x="61" y="16"/>
                    <a:pt x="61" y="16"/>
                    <a:pt x="61" y="17"/>
                  </a:cubicBezTo>
                  <a:cubicBezTo>
                    <a:pt x="61" y="18"/>
                    <a:pt x="61" y="18"/>
                    <a:pt x="60" y="19"/>
                  </a:cubicBezTo>
                  <a:cubicBezTo>
                    <a:pt x="60" y="20"/>
                    <a:pt x="60" y="22"/>
                    <a:pt x="61" y="23"/>
                  </a:cubicBezTo>
                  <a:cubicBezTo>
                    <a:pt x="61" y="24"/>
                    <a:pt x="61" y="24"/>
                    <a:pt x="63" y="24"/>
                  </a:cubicBezTo>
                  <a:cubicBezTo>
                    <a:pt x="65" y="25"/>
                    <a:pt x="66" y="25"/>
                    <a:pt x="67" y="26"/>
                  </a:cubicBezTo>
                  <a:cubicBezTo>
                    <a:pt x="67" y="27"/>
                    <a:pt x="70" y="27"/>
                    <a:pt x="71" y="29"/>
                  </a:cubicBezTo>
                  <a:cubicBezTo>
                    <a:pt x="72" y="30"/>
                    <a:pt x="74" y="30"/>
                    <a:pt x="76" y="33"/>
                  </a:cubicBezTo>
                  <a:cubicBezTo>
                    <a:pt x="77" y="35"/>
                    <a:pt x="77" y="36"/>
                    <a:pt x="77" y="36"/>
                  </a:cubicBezTo>
                  <a:cubicBezTo>
                    <a:pt x="76" y="36"/>
                    <a:pt x="74" y="33"/>
                    <a:pt x="73" y="33"/>
                  </a:cubicBezTo>
                  <a:cubicBezTo>
                    <a:pt x="72" y="32"/>
                    <a:pt x="70" y="31"/>
                    <a:pt x="69" y="30"/>
                  </a:cubicBezTo>
                  <a:cubicBezTo>
                    <a:pt x="67" y="29"/>
                    <a:pt x="67" y="29"/>
                    <a:pt x="65" y="29"/>
                  </a:cubicBezTo>
                  <a:cubicBezTo>
                    <a:pt x="63" y="29"/>
                    <a:pt x="59" y="29"/>
                    <a:pt x="58" y="29"/>
                  </a:cubicBezTo>
                  <a:cubicBezTo>
                    <a:pt x="57" y="29"/>
                    <a:pt x="54" y="28"/>
                    <a:pt x="53" y="29"/>
                  </a:cubicBezTo>
                  <a:cubicBezTo>
                    <a:pt x="53" y="30"/>
                    <a:pt x="53" y="32"/>
                    <a:pt x="54" y="33"/>
                  </a:cubicBezTo>
                  <a:cubicBezTo>
                    <a:pt x="55" y="35"/>
                    <a:pt x="54" y="35"/>
                    <a:pt x="55" y="37"/>
                  </a:cubicBezTo>
                  <a:cubicBezTo>
                    <a:pt x="55" y="38"/>
                    <a:pt x="55" y="40"/>
                    <a:pt x="54" y="41"/>
                  </a:cubicBezTo>
                  <a:cubicBezTo>
                    <a:pt x="54" y="42"/>
                    <a:pt x="52" y="43"/>
                    <a:pt x="52" y="42"/>
                  </a:cubicBezTo>
                  <a:cubicBezTo>
                    <a:pt x="51" y="42"/>
                    <a:pt x="51" y="41"/>
                    <a:pt x="52" y="40"/>
                  </a:cubicBezTo>
                  <a:cubicBezTo>
                    <a:pt x="52" y="39"/>
                    <a:pt x="52" y="38"/>
                    <a:pt x="51" y="38"/>
                  </a:cubicBezTo>
                  <a:cubicBezTo>
                    <a:pt x="51" y="37"/>
                    <a:pt x="50" y="37"/>
                    <a:pt x="49" y="37"/>
                  </a:cubicBezTo>
                  <a:cubicBezTo>
                    <a:pt x="48" y="38"/>
                    <a:pt x="48" y="39"/>
                    <a:pt x="48" y="40"/>
                  </a:cubicBezTo>
                  <a:cubicBezTo>
                    <a:pt x="47" y="40"/>
                    <a:pt x="46" y="41"/>
                    <a:pt x="45" y="40"/>
                  </a:cubicBezTo>
                  <a:cubicBezTo>
                    <a:pt x="45" y="40"/>
                    <a:pt x="44" y="40"/>
                    <a:pt x="44" y="39"/>
                  </a:cubicBezTo>
                  <a:cubicBezTo>
                    <a:pt x="44" y="38"/>
                    <a:pt x="44" y="36"/>
                    <a:pt x="43" y="35"/>
                  </a:cubicBezTo>
                  <a:cubicBezTo>
                    <a:pt x="42" y="34"/>
                    <a:pt x="41" y="33"/>
                    <a:pt x="40" y="33"/>
                  </a:cubicBezTo>
                  <a:cubicBezTo>
                    <a:pt x="38" y="33"/>
                    <a:pt x="37" y="34"/>
                    <a:pt x="37" y="33"/>
                  </a:cubicBezTo>
                  <a:cubicBezTo>
                    <a:pt x="36" y="32"/>
                    <a:pt x="35" y="31"/>
                    <a:pt x="34" y="32"/>
                  </a:cubicBezTo>
                  <a:cubicBezTo>
                    <a:pt x="32" y="32"/>
                    <a:pt x="31" y="33"/>
                    <a:pt x="30" y="34"/>
                  </a:cubicBezTo>
                  <a:cubicBezTo>
                    <a:pt x="30" y="35"/>
                    <a:pt x="29" y="35"/>
                    <a:pt x="28" y="35"/>
                  </a:cubicBezTo>
                  <a:cubicBezTo>
                    <a:pt x="26" y="36"/>
                    <a:pt x="25" y="35"/>
                    <a:pt x="25" y="37"/>
                  </a:cubicBezTo>
                  <a:cubicBezTo>
                    <a:pt x="24" y="38"/>
                    <a:pt x="23" y="39"/>
                    <a:pt x="24" y="40"/>
                  </a:cubicBezTo>
                  <a:cubicBezTo>
                    <a:pt x="25" y="41"/>
                    <a:pt x="26" y="42"/>
                    <a:pt x="27" y="43"/>
                  </a:cubicBezTo>
                  <a:cubicBezTo>
                    <a:pt x="28" y="44"/>
                    <a:pt x="28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6"/>
                    <a:pt x="27" y="46"/>
                    <a:pt x="27" y="48"/>
                  </a:cubicBezTo>
                  <a:cubicBezTo>
                    <a:pt x="27" y="50"/>
                    <a:pt x="27" y="51"/>
                    <a:pt x="27" y="52"/>
                  </a:cubicBezTo>
                  <a:cubicBezTo>
                    <a:pt x="27" y="53"/>
                    <a:pt x="26" y="54"/>
                    <a:pt x="25" y="56"/>
                  </a:cubicBezTo>
                  <a:cubicBezTo>
                    <a:pt x="25" y="56"/>
                    <a:pt x="25" y="57"/>
                    <a:pt x="24" y="58"/>
                  </a:cubicBezTo>
                  <a:cubicBezTo>
                    <a:pt x="23" y="60"/>
                    <a:pt x="22" y="62"/>
                    <a:pt x="20" y="64"/>
                  </a:cubicBezTo>
                  <a:cubicBezTo>
                    <a:pt x="19" y="64"/>
                    <a:pt x="19" y="65"/>
                    <a:pt x="20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20" y="67"/>
                    <a:pt x="21" y="67"/>
                    <a:pt x="21" y="67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2" y="69"/>
                    <a:pt x="24" y="71"/>
                    <a:pt x="23" y="73"/>
                  </a:cubicBezTo>
                  <a:cubicBezTo>
                    <a:pt x="22" y="75"/>
                    <a:pt x="21" y="76"/>
                    <a:pt x="19" y="77"/>
                  </a:cubicBezTo>
                  <a:cubicBezTo>
                    <a:pt x="19" y="78"/>
                    <a:pt x="18" y="79"/>
                    <a:pt x="18" y="79"/>
                  </a:cubicBezTo>
                  <a:cubicBezTo>
                    <a:pt x="17" y="80"/>
                    <a:pt x="17" y="81"/>
                    <a:pt x="16" y="81"/>
                  </a:cubicBezTo>
                  <a:cubicBezTo>
                    <a:pt x="16" y="83"/>
                    <a:pt x="15" y="84"/>
                    <a:pt x="14" y="85"/>
                  </a:cubicBezTo>
                  <a:cubicBezTo>
                    <a:pt x="13" y="86"/>
                    <a:pt x="11" y="85"/>
                    <a:pt x="9" y="85"/>
                  </a:cubicBezTo>
                  <a:cubicBezTo>
                    <a:pt x="7" y="85"/>
                    <a:pt x="5" y="84"/>
                    <a:pt x="5" y="84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3" y="86"/>
                    <a:pt x="3" y="87"/>
                    <a:pt x="3" y="88"/>
                  </a:cubicBezTo>
                  <a:cubicBezTo>
                    <a:pt x="3" y="88"/>
                    <a:pt x="4" y="88"/>
                    <a:pt x="4" y="89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5" y="90"/>
                    <a:pt x="7" y="93"/>
                    <a:pt x="6" y="97"/>
                  </a:cubicBezTo>
                  <a:cubicBezTo>
                    <a:pt x="5" y="100"/>
                    <a:pt x="5" y="101"/>
                    <a:pt x="4" y="102"/>
                  </a:cubicBezTo>
                  <a:cubicBezTo>
                    <a:pt x="4" y="102"/>
                    <a:pt x="3" y="103"/>
                    <a:pt x="3" y="104"/>
                  </a:cubicBezTo>
                  <a:cubicBezTo>
                    <a:pt x="2" y="105"/>
                    <a:pt x="2" y="106"/>
                    <a:pt x="2" y="106"/>
                  </a:cubicBezTo>
                  <a:cubicBezTo>
                    <a:pt x="1" y="108"/>
                    <a:pt x="0" y="109"/>
                    <a:pt x="2" y="111"/>
                  </a:cubicBezTo>
                  <a:cubicBezTo>
                    <a:pt x="3" y="112"/>
                    <a:pt x="4" y="113"/>
                    <a:pt x="5" y="114"/>
                  </a:cubicBezTo>
                  <a:cubicBezTo>
                    <a:pt x="7" y="116"/>
                    <a:pt x="8" y="118"/>
                    <a:pt x="9" y="121"/>
                  </a:cubicBezTo>
                  <a:cubicBezTo>
                    <a:pt x="9" y="121"/>
                    <a:pt x="9" y="122"/>
                    <a:pt x="9" y="122"/>
                  </a:cubicBezTo>
                  <a:cubicBezTo>
                    <a:pt x="10" y="126"/>
                    <a:pt x="10" y="128"/>
                    <a:pt x="7" y="130"/>
                  </a:cubicBezTo>
                  <a:cubicBezTo>
                    <a:pt x="6" y="131"/>
                    <a:pt x="5" y="131"/>
                    <a:pt x="5" y="131"/>
                  </a:cubicBezTo>
                  <a:cubicBezTo>
                    <a:pt x="5" y="131"/>
                    <a:pt x="5" y="132"/>
                    <a:pt x="5" y="132"/>
                  </a:cubicBezTo>
                  <a:cubicBezTo>
                    <a:pt x="5" y="132"/>
                    <a:pt x="5" y="133"/>
                    <a:pt x="6" y="134"/>
                  </a:cubicBezTo>
                  <a:cubicBezTo>
                    <a:pt x="7" y="135"/>
                    <a:pt x="8" y="136"/>
                    <a:pt x="9" y="136"/>
                  </a:cubicBezTo>
                  <a:cubicBezTo>
                    <a:pt x="11" y="137"/>
                    <a:pt x="12" y="138"/>
                    <a:pt x="12" y="141"/>
                  </a:cubicBezTo>
                  <a:cubicBezTo>
                    <a:pt x="12" y="145"/>
                    <a:pt x="11" y="147"/>
                    <a:pt x="10" y="149"/>
                  </a:cubicBezTo>
                  <a:cubicBezTo>
                    <a:pt x="13" y="150"/>
                    <a:pt x="15" y="153"/>
                    <a:pt x="18" y="155"/>
                  </a:cubicBezTo>
                  <a:cubicBezTo>
                    <a:pt x="18" y="155"/>
                    <a:pt x="19" y="156"/>
                    <a:pt x="20" y="156"/>
                  </a:cubicBezTo>
                  <a:cubicBezTo>
                    <a:pt x="21" y="158"/>
                    <a:pt x="22" y="157"/>
                    <a:pt x="24" y="157"/>
                  </a:cubicBezTo>
                  <a:cubicBezTo>
                    <a:pt x="26" y="157"/>
                    <a:pt x="28" y="156"/>
                    <a:pt x="30" y="156"/>
                  </a:cubicBezTo>
                  <a:cubicBezTo>
                    <a:pt x="33" y="157"/>
                    <a:pt x="34" y="157"/>
                    <a:pt x="35" y="158"/>
                  </a:cubicBezTo>
                  <a:cubicBezTo>
                    <a:pt x="36" y="159"/>
                    <a:pt x="36" y="159"/>
                    <a:pt x="38" y="160"/>
                  </a:cubicBezTo>
                  <a:cubicBezTo>
                    <a:pt x="39" y="161"/>
                    <a:pt x="41" y="161"/>
                    <a:pt x="42" y="161"/>
                  </a:cubicBezTo>
                  <a:cubicBezTo>
                    <a:pt x="44" y="161"/>
                    <a:pt x="46" y="161"/>
                    <a:pt x="46" y="163"/>
                  </a:cubicBezTo>
                  <a:cubicBezTo>
                    <a:pt x="46" y="165"/>
                    <a:pt x="46" y="167"/>
                    <a:pt x="44" y="169"/>
                  </a:cubicBezTo>
                  <a:cubicBezTo>
                    <a:pt x="43" y="170"/>
                    <a:pt x="41" y="173"/>
                    <a:pt x="39" y="17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3E4E5278-4A62-5DBC-57A2-0693155D0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725" y="1873851"/>
              <a:ext cx="66288" cy="80392"/>
            </a:xfrm>
            <a:custGeom>
              <a:avLst/>
              <a:gdLst>
                <a:gd name="T0" fmla="*/ 47 w 60"/>
                <a:gd name="T1" fmla="*/ 16 h 75"/>
                <a:gd name="T2" fmla="*/ 45 w 60"/>
                <a:gd name="T3" fmla="*/ 12 h 75"/>
                <a:gd name="T4" fmla="*/ 42 w 60"/>
                <a:gd name="T5" fmla="*/ 11 h 75"/>
                <a:gd name="T6" fmla="*/ 38 w 60"/>
                <a:gd name="T7" fmla="*/ 9 h 75"/>
                <a:gd name="T8" fmla="*/ 30 w 60"/>
                <a:gd name="T9" fmla="*/ 6 h 75"/>
                <a:gd name="T10" fmla="*/ 23 w 60"/>
                <a:gd name="T11" fmla="*/ 3 h 75"/>
                <a:gd name="T12" fmla="*/ 15 w 60"/>
                <a:gd name="T13" fmla="*/ 0 h 75"/>
                <a:gd name="T14" fmla="*/ 10 w 60"/>
                <a:gd name="T15" fmla="*/ 1 h 75"/>
                <a:gd name="T16" fmla="*/ 8 w 60"/>
                <a:gd name="T17" fmla="*/ 2 h 75"/>
                <a:gd name="T18" fmla="*/ 4 w 60"/>
                <a:gd name="T19" fmla="*/ 2 h 75"/>
                <a:gd name="T20" fmla="*/ 1 w 60"/>
                <a:gd name="T21" fmla="*/ 2 h 75"/>
                <a:gd name="T22" fmla="*/ 0 w 60"/>
                <a:gd name="T23" fmla="*/ 2 h 75"/>
                <a:gd name="T24" fmla="*/ 6 w 60"/>
                <a:gd name="T25" fmla="*/ 9 h 75"/>
                <a:gd name="T26" fmla="*/ 10 w 60"/>
                <a:gd name="T27" fmla="*/ 17 h 75"/>
                <a:gd name="T28" fmla="*/ 13 w 60"/>
                <a:gd name="T29" fmla="*/ 23 h 75"/>
                <a:gd name="T30" fmla="*/ 17 w 60"/>
                <a:gd name="T31" fmla="*/ 28 h 75"/>
                <a:gd name="T32" fmla="*/ 24 w 60"/>
                <a:gd name="T33" fmla="*/ 35 h 75"/>
                <a:gd name="T34" fmla="*/ 28 w 60"/>
                <a:gd name="T35" fmla="*/ 47 h 75"/>
                <a:gd name="T36" fmla="*/ 28 w 60"/>
                <a:gd name="T37" fmla="*/ 48 h 75"/>
                <a:gd name="T38" fmla="*/ 26 w 60"/>
                <a:gd name="T39" fmla="*/ 55 h 75"/>
                <a:gd name="T40" fmla="*/ 25 w 60"/>
                <a:gd name="T41" fmla="*/ 61 h 75"/>
                <a:gd name="T42" fmla="*/ 25 w 60"/>
                <a:gd name="T43" fmla="*/ 64 h 75"/>
                <a:gd name="T44" fmla="*/ 25 w 60"/>
                <a:gd name="T45" fmla="*/ 72 h 75"/>
                <a:gd name="T46" fmla="*/ 27 w 60"/>
                <a:gd name="T47" fmla="*/ 75 h 75"/>
                <a:gd name="T48" fmla="*/ 40 w 60"/>
                <a:gd name="T49" fmla="*/ 60 h 75"/>
                <a:gd name="T50" fmla="*/ 40 w 60"/>
                <a:gd name="T51" fmla="*/ 60 h 75"/>
                <a:gd name="T52" fmla="*/ 41 w 60"/>
                <a:gd name="T53" fmla="*/ 54 h 75"/>
                <a:gd name="T54" fmla="*/ 42 w 60"/>
                <a:gd name="T55" fmla="*/ 50 h 75"/>
                <a:gd name="T56" fmla="*/ 46 w 60"/>
                <a:gd name="T57" fmla="*/ 49 h 75"/>
                <a:gd name="T58" fmla="*/ 46 w 60"/>
                <a:gd name="T59" fmla="*/ 49 h 75"/>
                <a:gd name="T60" fmla="*/ 47 w 60"/>
                <a:gd name="T61" fmla="*/ 50 h 75"/>
                <a:gd name="T62" fmla="*/ 48 w 60"/>
                <a:gd name="T63" fmla="*/ 51 h 75"/>
                <a:gd name="T64" fmla="*/ 50 w 60"/>
                <a:gd name="T65" fmla="*/ 51 h 75"/>
                <a:gd name="T66" fmla="*/ 54 w 60"/>
                <a:gd name="T67" fmla="*/ 49 h 75"/>
                <a:gd name="T68" fmla="*/ 58 w 60"/>
                <a:gd name="T69" fmla="*/ 49 h 75"/>
                <a:gd name="T70" fmla="*/ 59 w 60"/>
                <a:gd name="T71" fmla="*/ 49 h 75"/>
                <a:gd name="T72" fmla="*/ 59 w 60"/>
                <a:gd name="T73" fmla="*/ 48 h 75"/>
                <a:gd name="T74" fmla="*/ 59 w 60"/>
                <a:gd name="T75" fmla="*/ 46 h 75"/>
                <a:gd name="T76" fmla="*/ 58 w 60"/>
                <a:gd name="T77" fmla="*/ 39 h 75"/>
                <a:gd name="T78" fmla="*/ 55 w 60"/>
                <a:gd name="T79" fmla="*/ 35 h 75"/>
                <a:gd name="T80" fmla="*/ 50 w 60"/>
                <a:gd name="T81" fmla="*/ 29 h 75"/>
                <a:gd name="T82" fmla="*/ 48 w 60"/>
                <a:gd name="T83" fmla="*/ 21 h 75"/>
                <a:gd name="T84" fmla="*/ 47 w 60"/>
                <a:gd name="T85" fmla="*/ 1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0" h="75">
                  <a:moveTo>
                    <a:pt x="47" y="16"/>
                  </a:moveTo>
                  <a:cubicBezTo>
                    <a:pt x="47" y="13"/>
                    <a:pt x="46" y="13"/>
                    <a:pt x="45" y="12"/>
                  </a:cubicBezTo>
                  <a:cubicBezTo>
                    <a:pt x="44" y="12"/>
                    <a:pt x="43" y="12"/>
                    <a:pt x="42" y="11"/>
                  </a:cubicBezTo>
                  <a:cubicBezTo>
                    <a:pt x="41" y="10"/>
                    <a:pt x="39" y="9"/>
                    <a:pt x="38" y="9"/>
                  </a:cubicBezTo>
                  <a:cubicBezTo>
                    <a:pt x="36" y="9"/>
                    <a:pt x="33" y="8"/>
                    <a:pt x="30" y="6"/>
                  </a:cubicBezTo>
                  <a:cubicBezTo>
                    <a:pt x="28" y="5"/>
                    <a:pt x="25" y="4"/>
                    <a:pt x="23" y="3"/>
                  </a:cubicBezTo>
                  <a:cubicBezTo>
                    <a:pt x="19" y="1"/>
                    <a:pt x="16" y="1"/>
                    <a:pt x="15" y="0"/>
                  </a:cubicBezTo>
                  <a:cubicBezTo>
                    <a:pt x="14" y="0"/>
                    <a:pt x="12" y="1"/>
                    <a:pt x="10" y="1"/>
                  </a:cubicBezTo>
                  <a:cubicBezTo>
                    <a:pt x="9" y="1"/>
                    <a:pt x="9" y="1"/>
                    <a:pt x="8" y="2"/>
                  </a:cubicBezTo>
                  <a:cubicBezTo>
                    <a:pt x="7" y="2"/>
                    <a:pt x="6" y="2"/>
                    <a:pt x="4" y="2"/>
                  </a:cubicBezTo>
                  <a:cubicBezTo>
                    <a:pt x="3" y="2"/>
                    <a:pt x="2" y="2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5" y="7"/>
                    <a:pt x="6" y="9"/>
                  </a:cubicBezTo>
                  <a:cubicBezTo>
                    <a:pt x="7" y="11"/>
                    <a:pt x="8" y="14"/>
                    <a:pt x="10" y="17"/>
                  </a:cubicBezTo>
                  <a:cubicBezTo>
                    <a:pt x="11" y="19"/>
                    <a:pt x="12" y="21"/>
                    <a:pt x="13" y="23"/>
                  </a:cubicBezTo>
                  <a:cubicBezTo>
                    <a:pt x="13" y="24"/>
                    <a:pt x="15" y="26"/>
                    <a:pt x="17" y="28"/>
                  </a:cubicBezTo>
                  <a:cubicBezTo>
                    <a:pt x="19" y="30"/>
                    <a:pt x="21" y="33"/>
                    <a:pt x="24" y="35"/>
                  </a:cubicBezTo>
                  <a:cubicBezTo>
                    <a:pt x="28" y="39"/>
                    <a:pt x="28" y="42"/>
                    <a:pt x="28" y="47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50"/>
                    <a:pt x="27" y="52"/>
                    <a:pt x="26" y="55"/>
                  </a:cubicBezTo>
                  <a:cubicBezTo>
                    <a:pt x="26" y="57"/>
                    <a:pt x="25" y="59"/>
                    <a:pt x="25" y="61"/>
                  </a:cubicBezTo>
                  <a:cubicBezTo>
                    <a:pt x="25" y="63"/>
                    <a:pt x="25" y="63"/>
                    <a:pt x="25" y="64"/>
                  </a:cubicBezTo>
                  <a:cubicBezTo>
                    <a:pt x="24" y="68"/>
                    <a:pt x="24" y="70"/>
                    <a:pt x="25" y="72"/>
                  </a:cubicBezTo>
                  <a:cubicBezTo>
                    <a:pt x="25" y="73"/>
                    <a:pt x="26" y="74"/>
                    <a:pt x="27" y="75"/>
                  </a:cubicBezTo>
                  <a:cubicBezTo>
                    <a:pt x="30" y="72"/>
                    <a:pt x="37" y="63"/>
                    <a:pt x="4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1" y="59"/>
                    <a:pt x="41" y="56"/>
                    <a:pt x="41" y="54"/>
                  </a:cubicBezTo>
                  <a:cubicBezTo>
                    <a:pt x="41" y="52"/>
                    <a:pt x="42" y="51"/>
                    <a:pt x="42" y="50"/>
                  </a:cubicBezTo>
                  <a:cubicBezTo>
                    <a:pt x="44" y="48"/>
                    <a:pt x="45" y="48"/>
                    <a:pt x="46" y="49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0"/>
                    <a:pt x="47" y="50"/>
                  </a:cubicBezTo>
                  <a:cubicBezTo>
                    <a:pt x="47" y="51"/>
                    <a:pt x="48" y="51"/>
                    <a:pt x="48" y="51"/>
                  </a:cubicBezTo>
                  <a:cubicBezTo>
                    <a:pt x="49" y="52"/>
                    <a:pt x="49" y="51"/>
                    <a:pt x="50" y="51"/>
                  </a:cubicBezTo>
                  <a:cubicBezTo>
                    <a:pt x="51" y="50"/>
                    <a:pt x="52" y="49"/>
                    <a:pt x="54" y="49"/>
                  </a:cubicBezTo>
                  <a:cubicBezTo>
                    <a:pt x="55" y="49"/>
                    <a:pt x="56" y="49"/>
                    <a:pt x="58" y="49"/>
                  </a:cubicBezTo>
                  <a:cubicBezTo>
                    <a:pt x="58" y="49"/>
                    <a:pt x="58" y="49"/>
                    <a:pt x="59" y="49"/>
                  </a:cubicBezTo>
                  <a:cubicBezTo>
                    <a:pt x="59" y="49"/>
                    <a:pt x="59" y="49"/>
                    <a:pt x="59" y="48"/>
                  </a:cubicBezTo>
                  <a:cubicBezTo>
                    <a:pt x="59" y="47"/>
                    <a:pt x="59" y="46"/>
                    <a:pt x="59" y="46"/>
                  </a:cubicBezTo>
                  <a:cubicBezTo>
                    <a:pt x="59" y="43"/>
                    <a:pt x="60" y="41"/>
                    <a:pt x="58" y="39"/>
                  </a:cubicBezTo>
                  <a:cubicBezTo>
                    <a:pt x="57" y="37"/>
                    <a:pt x="56" y="36"/>
                    <a:pt x="55" y="35"/>
                  </a:cubicBezTo>
                  <a:cubicBezTo>
                    <a:pt x="54" y="33"/>
                    <a:pt x="52" y="32"/>
                    <a:pt x="50" y="29"/>
                  </a:cubicBezTo>
                  <a:cubicBezTo>
                    <a:pt x="47" y="26"/>
                    <a:pt x="48" y="23"/>
                    <a:pt x="48" y="21"/>
                  </a:cubicBezTo>
                  <a:cubicBezTo>
                    <a:pt x="48" y="19"/>
                    <a:pt x="48" y="18"/>
                    <a:pt x="47" y="1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BB001436-ADC9-C8D1-1A4D-C176EA4D6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8192" y="3059986"/>
              <a:ext cx="241176" cy="235535"/>
            </a:xfrm>
            <a:custGeom>
              <a:avLst/>
              <a:gdLst>
                <a:gd name="T0" fmla="*/ 194 w 220"/>
                <a:gd name="T1" fmla="*/ 79 h 219"/>
                <a:gd name="T2" fmla="*/ 164 w 220"/>
                <a:gd name="T3" fmla="*/ 53 h 219"/>
                <a:gd name="T4" fmla="*/ 163 w 220"/>
                <a:gd name="T5" fmla="*/ 44 h 219"/>
                <a:gd name="T6" fmla="*/ 87 w 220"/>
                <a:gd name="T7" fmla="*/ 7 h 219"/>
                <a:gd name="T8" fmla="*/ 79 w 220"/>
                <a:gd name="T9" fmla="*/ 15 h 219"/>
                <a:gd name="T10" fmla="*/ 71 w 220"/>
                <a:gd name="T11" fmla="*/ 22 h 219"/>
                <a:gd name="T12" fmla="*/ 82 w 220"/>
                <a:gd name="T13" fmla="*/ 26 h 219"/>
                <a:gd name="T14" fmla="*/ 71 w 220"/>
                <a:gd name="T15" fmla="*/ 30 h 219"/>
                <a:gd name="T16" fmla="*/ 66 w 220"/>
                <a:gd name="T17" fmla="*/ 38 h 219"/>
                <a:gd name="T18" fmla="*/ 63 w 220"/>
                <a:gd name="T19" fmla="*/ 36 h 219"/>
                <a:gd name="T20" fmla="*/ 60 w 220"/>
                <a:gd name="T21" fmla="*/ 29 h 219"/>
                <a:gd name="T22" fmla="*/ 49 w 220"/>
                <a:gd name="T23" fmla="*/ 25 h 219"/>
                <a:gd name="T24" fmla="*/ 42 w 220"/>
                <a:gd name="T25" fmla="*/ 34 h 219"/>
                <a:gd name="T26" fmla="*/ 39 w 220"/>
                <a:gd name="T27" fmla="*/ 18 h 219"/>
                <a:gd name="T28" fmla="*/ 44 w 220"/>
                <a:gd name="T29" fmla="*/ 4 h 219"/>
                <a:gd name="T30" fmla="*/ 20 w 220"/>
                <a:gd name="T31" fmla="*/ 0 h 219"/>
                <a:gd name="T32" fmla="*/ 17 w 220"/>
                <a:gd name="T33" fmla="*/ 1 h 219"/>
                <a:gd name="T34" fmla="*/ 22 w 220"/>
                <a:gd name="T35" fmla="*/ 8 h 219"/>
                <a:gd name="T36" fmla="*/ 24 w 220"/>
                <a:gd name="T37" fmla="*/ 22 h 219"/>
                <a:gd name="T38" fmla="*/ 20 w 220"/>
                <a:gd name="T39" fmla="*/ 29 h 219"/>
                <a:gd name="T40" fmla="*/ 18 w 220"/>
                <a:gd name="T41" fmla="*/ 36 h 219"/>
                <a:gd name="T42" fmla="*/ 20 w 220"/>
                <a:gd name="T43" fmla="*/ 38 h 219"/>
                <a:gd name="T44" fmla="*/ 22 w 220"/>
                <a:gd name="T45" fmla="*/ 48 h 219"/>
                <a:gd name="T46" fmla="*/ 14 w 220"/>
                <a:gd name="T47" fmla="*/ 57 h 219"/>
                <a:gd name="T48" fmla="*/ 4 w 220"/>
                <a:gd name="T49" fmla="*/ 68 h 219"/>
                <a:gd name="T50" fmla="*/ 0 w 220"/>
                <a:gd name="T51" fmla="*/ 70 h 219"/>
                <a:gd name="T52" fmla="*/ 3 w 220"/>
                <a:gd name="T53" fmla="*/ 87 h 219"/>
                <a:gd name="T54" fmla="*/ 5 w 220"/>
                <a:gd name="T55" fmla="*/ 102 h 219"/>
                <a:gd name="T56" fmla="*/ 16 w 220"/>
                <a:gd name="T57" fmla="*/ 117 h 219"/>
                <a:gd name="T58" fmla="*/ 28 w 220"/>
                <a:gd name="T59" fmla="*/ 140 h 219"/>
                <a:gd name="T60" fmla="*/ 32 w 220"/>
                <a:gd name="T61" fmla="*/ 155 h 219"/>
                <a:gd name="T62" fmla="*/ 41 w 220"/>
                <a:gd name="T63" fmla="*/ 159 h 219"/>
                <a:gd name="T64" fmla="*/ 51 w 220"/>
                <a:gd name="T65" fmla="*/ 164 h 219"/>
                <a:gd name="T66" fmla="*/ 63 w 220"/>
                <a:gd name="T67" fmla="*/ 169 h 219"/>
                <a:gd name="T68" fmla="*/ 81 w 220"/>
                <a:gd name="T69" fmla="*/ 175 h 219"/>
                <a:gd name="T70" fmla="*/ 88 w 220"/>
                <a:gd name="T71" fmla="*/ 173 h 219"/>
                <a:gd name="T72" fmla="*/ 102 w 220"/>
                <a:gd name="T73" fmla="*/ 191 h 219"/>
                <a:gd name="T74" fmla="*/ 107 w 220"/>
                <a:gd name="T75" fmla="*/ 211 h 219"/>
                <a:gd name="T76" fmla="*/ 119 w 220"/>
                <a:gd name="T77" fmla="*/ 217 h 219"/>
                <a:gd name="T78" fmla="*/ 119 w 220"/>
                <a:gd name="T79" fmla="*/ 217 h 219"/>
                <a:gd name="T80" fmla="*/ 122 w 220"/>
                <a:gd name="T81" fmla="*/ 216 h 219"/>
                <a:gd name="T82" fmla="*/ 132 w 220"/>
                <a:gd name="T83" fmla="*/ 216 h 219"/>
                <a:gd name="T84" fmla="*/ 146 w 220"/>
                <a:gd name="T85" fmla="*/ 217 h 219"/>
                <a:gd name="T86" fmla="*/ 154 w 220"/>
                <a:gd name="T87" fmla="*/ 217 h 219"/>
                <a:gd name="T88" fmla="*/ 164 w 220"/>
                <a:gd name="T89" fmla="*/ 215 h 219"/>
                <a:gd name="T90" fmla="*/ 176 w 220"/>
                <a:gd name="T91" fmla="*/ 211 h 219"/>
                <a:gd name="T92" fmla="*/ 185 w 220"/>
                <a:gd name="T93" fmla="*/ 211 h 219"/>
                <a:gd name="T94" fmla="*/ 193 w 220"/>
                <a:gd name="T95" fmla="*/ 208 h 219"/>
                <a:gd name="T96" fmla="*/ 220 w 220"/>
                <a:gd name="T97" fmla="*/ 193 h 219"/>
                <a:gd name="T98" fmla="*/ 212 w 220"/>
                <a:gd name="T99" fmla="*/ 189 h 219"/>
                <a:gd name="T100" fmla="*/ 204 w 220"/>
                <a:gd name="T101" fmla="*/ 179 h 219"/>
                <a:gd name="T102" fmla="*/ 203 w 220"/>
                <a:gd name="T103" fmla="*/ 167 h 219"/>
                <a:gd name="T104" fmla="*/ 198 w 220"/>
                <a:gd name="T105" fmla="*/ 152 h 219"/>
                <a:gd name="T106" fmla="*/ 199 w 220"/>
                <a:gd name="T107" fmla="*/ 142 h 219"/>
                <a:gd name="T108" fmla="*/ 198 w 220"/>
                <a:gd name="T109" fmla="*/ 129 h 219"/>
                <a:gd name="T110" fmla="*/ 199 w 220"/>
                <a:gd name="T111" fmla="*/ 121 h 219"/>
                <a:gd name="T112" fmla="*/ 188 w 220"/>
                <a:gd name="T113" fmla="*/ 110 h 219"/>
                <a:gd name="T114" fmla="*/ 191 w 220"/>
                <a:gd name="T115" fmla="*/ 86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0" h="219">
                  <a:moveTo>
                    <a:pt x="191" y="86"/>
                  </a:moveTo>
                  <a:cubicBezTo>
                    <a:pt x="193" y="82"/>
                    <a:pt x="193" y="82"/>
                    <a:pt x="194" y="79"/>
                  </a:cubicBezTo>
                  <a:cubicBezTo>
                    <a:pt x="194" y="77"/>
                    <a:pt x="194" y="76"/>
                    <a:pt x="194" y="75"/>
                  </a:cubicBezTo>
                  <a:cubicBezTo>
                    <a:pt x="185" y="69"/>
                    <a:pt x="165" y="56"/>
                    <a:pt x="164" y="53"/>
                  </a:cubicBezTo>
                  <a:cubicBezTo>
                    <a:pt x="163" y="51"/>
                    <a:pt x="163" y="50"/>
                    <a:pt x="163" y="48"/>
                  </a:cubicBezTo>
                  <a:cubicBezTo>
                    <a:pt x="163" y="47"/>
                    <a:pt x="163" y="46"/>
                    <a:pt x="163" y="44"/>
                  </a:cubicBezTo>
                  <a:cubicBezTo>
                    <a:pt x="162" y="42"/>
                    <a:pt x="102" y="9"/>
                    <a:pt x="88" y="1"/>
                  </a:cubicBezTo>
                  <a:cubicBezTo>
                    <a:pt x="86" y="2"/>
                    <a:pt x="87" y="4"/>
                    <a:pt x="87" y="7"/>
                  </a:cubicBezTo>
                  <a:cubicBezTo>
                    <a:pt x="87" y="9"/>
                    <a:pt x="85" y="8"/>
                    <a:pt x="81" y="9"/>
                  </a:cubicBezTo>
                  <a:cubicBezTo>
                    <a:pt x="78" y="10"/>
                    <a:pt x="79" y="12"/>
                    <a:pt x="79" y="15"/>
                  </a:cubicBezTo>
                  <a:cubicBezTo>
                    <a:pt x="79" y="18"/>
                    <a:pt x="76" y="17"/>
                    <a:pt x="73" y="18"/>
                  </a:cubicBezTo>
                  <a:cubicBezTo>
                    <a:pt x="71" y="19"/>
                    <a:pt x="71" y="20"/>
                    <a:pt x="71" y="22"/>
                  </a:cubicBezTo>
                  <a:cubicBezTo>
                    <a:pt x="71" y="23"/>
                    <a:pt x="76" y="23"/>
                    <a:pt x="80" y="22"/>
                  </a:cubicBezTo>
                  <a:cubicBezTo>
                    <a:pt x="84" y="22"/>
                    <a:pt x="83" y="24"/>
                    <a:pt x="82" y="26"/>
                  </a:cubicBezTo>
                  <a:cubicBezTo>
                    <a:pt x="81" y="29"/>
                    <a:pt x="80" y="30"/>
                    <a:pt x="78" y="31"/>
                  </a:cubicBezTo>
                  <a:cubicBezTo>
                    <a:pt x="76" y="32"/>
                    <a:pt x="73" y="31"/>
                    <a:pt x="71" y="30"/>
                  </a:cubicBezTo>
                  <a:cubicBezTo>
                    <a:pt x="68" y="30"/>
                    <a:pt x="68" y="31"/>
                    <a:pt x="67" y="33"/>
                  </a:cubicBezTo>
                  <a:cubicBezTo>
                    <a:pt x="67" y="34"/>
                    <a:pt x="66" y="36"/>
                    <a:pt x="66" y="38"/>
                  </a:cubicBezTo>
                  <a:cubicBezTo>
                    <a:pt x="66" y="41"/>
                    <a:pt x="64" y="39"/>
                    <a:pt x="62" y="39"/>
                  </a:cubicBezTo>
                  <a:cubicBezTo>
                    <a:pt x="60" y="39"/>
                    <a:pt x="62" y="37"/>
                    <a:pt x="63" y="36"/>
                  </a:cubicBezTo>
                  <a:cubicBezTo>
                    <a:pt x="64" y="35"/>
                    <a:pt x="64" y="32"/>
                    <a:pt x="63" y="31"/>
                  </a:cubicBezTo>
                  <a:cubicBezTo>
                    <a:pt x="62" y="30"/>
                    <a:pt x="61" y="29"/>
                    <a:pt x="60" y="29"/>
                  </a:cubicBezTo>
                  <a:cubicBezTo>
                    <a:pt x="59" y="30"/>
                    <a:pt x="57" y="29"/>
                    <a:pt x="57" y="27"/>
                  </a:cubicBezTo>
                  <a:cubicBezTo>
                    <a:pt x="56" y="25"/>
                    <a:pt x="51" y="23"/>
                    <a:pt x="49" y="25"/>
                  </a:cubicBezTo>
                  <a:cubicBezTo>
                    <a:pt x="47" y="28"/>
                    <a:pt x="47" y="29"/>
                    <a:pt x="47" y="32"/>
                  </a:cubicBezTo>
                  <a:cubicBezTo>
                    <a:pt x="47" y="35"/>
                    <a:pt x="45" y="34"/>
                    <a:pt x="42" y="34"/>
                  </a:cubicBezTo>
                  <a:cubicBezTo>
                    <a:pt x="39" y="34"/>
                    <a:pt x="41" y="27"/>
                    <a:pt x="40" y="24"/>
                  </a:cubicBezTo>
                  <a:cubicBezTo>
                    <a:pt x="40" y="20"/>
                    <a:pt x="39" y="21"/>
                    <a:pt x="39" y="18"/>
                  </a:cubicBezTo>
                  <a:cubicBezTo>
                    <a:pt x="38" y="16"/>
                    <a:pt x="38" y="11"/>
                    <a:pt x="39" y="10"/>
                  </a:cubicBezTo>
                  <a:cubicBezTo>
                    <a:pt x="39" y="9"/>
                    <a:pt x="42" y="7"/>
                    <a:pt x="44" y="4"/>
                  </a:cubicBezTo>
                  <a:cubicBezTo>
                    <a:pt x="44" y="2"/>
                    <a:pt x="44" y="1"/>
                    <a:pt x="44" y="0"/>
                  </a:cubicBezTo>
                  <a:cubicBezTo>
                    <a:pt x="32" y="0"/>
                    <a:pt x="22" y="0"/>
                    <a:pt x="20" y="0"/>
                  </a:cubicBezTo>
                  <a:cubicBezTo>
                    <a:pt x="19" y="0"/>
                    <a:pt x="18" y="0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8" y="2"/>
                    <a:pt x="20" y="5"/>
                    <a:pt x="21" y="7"/>
                  </a:cubicBezTo>
                  <a:cubicBezTo>
                    <a:pt x="22" y="7"/>
                    <a:pt x="22" y="8"/>
                    <a:pt x="22" y="8"/>
                  </a:cubicBezTo>
                  <a:cubicBezTo>
                    <a:pt x="23" y="10"/>
                    <a:pt x="24" y="11"/>
                    <a:pt x="24" y="14"/>
                  </a:cubicBezTo>
                  <a:cubicBezTo>
                    <a:pt x="25" y="17"/>
                    <a:pt x="24" y="20"/>
                    <a:pt x="24" y="22"/>
                  </a:cubicBezTo>
                  <a:cubicBezTo>
                    <a:pt x="24" y="25"/>
                    <a:pt x="23" y="27"/>
                    <a:pt x="22" y="27"/>
                  </a:cubicBezTo>
                  <a:cubicBezTo>
                    <a:pt x="21" y="28"/>
                    <a:pt x="21" y="28"/>
                    <a:pt x="20" y="29"/>
                  </a:cubicBezTo>
                  <a:cubicBezTo>
                    <a:pt x="19" y="30"/>
                    <a:pt x="19" y="32"/>
                    <a:pt x="18" y="33"/>
                  </a:cubicBezTo>
                  <a:cubicBezTo>
                    <a:pt x="18" y="34"/>
                    <a:pt x="17" y="35"/>
                    <a:pt x="18" y="36"/>
                  </a:cubicBezTo>
                  <a:cubicBezTo>
                    <a:pt x="18" y="36"/>
                    <a:pt x="18" y="37"/>
                    <a:pt x="18" y="37"/>
                  </a:cubicBezTo>
                  <a:cubicBezTo>
                    <a:pt x="19" y="38"/>
                    <a:pt x="20" y="38"/>
                    <a:pt x="20" y="38"/>
                  </a:cubicBezTo>
                  <a:cubicBezTo>
                    <a:pt x="23" y="39"/>
                    <a:pt x="25" y="40"/>
                    <a:pt x="25" y="43"/>
                  </a:cubicBezTo>
                  <a:cubicBezTo>
                    <a:pt x="25" y="45"/>
                    <a:pt x="24" y="46"/>
                    <a:pt x="22" y="48"/>
                  </a:cubicBezTo>
                  <a:cubicBezTo>
                    <a:pt x="20" y="49"/>
                    <a:pt x="19" y="50"/>
                    <a:pt x="18" y="51"/>
                  </a:cubicBezTo>
                  <a:cubicBezTo>
                    <a:pt x="15" y="54"/>
                    <a:pt x="15" y="55"/>
                    <a:pt x="14" y="57"/>
                  </a:cubicBezTo>
                  <a:cubicBezTo>
                    <a:pt x="14" y="58"/>
                    <a:pt x="13" y="59"/>
                    <a:pt x="13" y="60"/>
                  </a:cubicBezTo>
                  <a:cubicBezTo>
                    <a:pt x="11" y="63"/>
                    <a:pt x="7" y="66"/>
                    <a:pt x="4" y="68"/>
                  </a:cubicBezTo>
                  <a:cubicBezTo>
                    <a:pt x="3" y="68"/>
                    <a:pt x="3" y="69"/>
                    <a:pt x="2" y="69"/>
                  </a:cubicBezTo>
                  <a:cubicBezTo>
                    <a:pt x="2" y="69"/>
                    <a:pt x="1" y="70"/>
                    <a:pt x="0" y="70"/>
                  </a:cubicBezTo>
                  <a:cubicBezTo>
                    <a:pt x="0" y="73"/>
                    <a:pt x="0" y="76"/>
                    <a:pt x="1" y="78"/>
                  </a:cubicBezTo>
                  <a:cubicBezTo>
                    <a:pt x="1" y="81"/>
                    <a:pt x="4" y="83"/>
                    <a:pt x="3" y="87"/>
                  </a:cubicBezTo>
                  <a:cubicBezTo>
                    <a:pt x="3" y="90"/>
                    <a:pt x="3" y="91"/>
                    <a:pt x="4" y="94"/>
                  </a:cubicBezTo>
                  <a:cubicBezTo>
                    <a:pt x="5" y="97"/>
                    <a:pt x="5" y="99"/>
                    <a:pt x="5" y="102"/>
                  </a:cubicBezTo>
                  <a:cubicBezTo>
                    <a:pt x="4" y="105"/>
                    <a:pt x="5" y="107"/>
                    <a:pt x="6" y="110"/>
                  </a:cubicBezTo>
                  <a:cubicBezTo>
                    <a:pt x="8" y="113"/>
                    <a:pt x="12" y="112"/>
                    <a:pt x="16" y="117"/>
                  </a:cubicBezTo>
                  <a:cubicBezTo>
                    <a:pt x="21" y="123"/>
                    <a:pt x="21" y="124"/>
                    <a:pt x="23" y="129"/>
                  </a:cubicBezTo>
                  <a:cubicBezTo>
                    <a:pt x="24" y="134"/>
                    <a:pt x="26" y="136"/>
                    <a:pt x="28" y="140"/>
                  </a:cubicBezTo>
                  <a:cubicBezTo>
                    <a:pt x="30" y="145"/>
                    <a:pt x="33" y="150"/>
                    <a:pt x="33" y="153"/>
                  </a:cubicBezTo>
                  <a:cubicBezTo>
                    <a:pt x="33" y="153"/>
                    <a:pt x="33" y="154"/>
                    <a:pt x="32" y="155"/>
                  </a:cubicBezTo>
                  <a:cubicBezTo>
                    <a:pt x="33" y="155"/>
                    <a:pt x="33" y="155"/>
                    <a:pt x="33" y="155"/>
                  </a:cubicBezTo>
                  <a:cubicBezTo>
                    <a:pt x="37" y="156"/>
                    <a:pt x="38" y="157"/>
                    <a:pt x="41" y="159"/>
                  </a:cubicBezTo>
                  <a:cubicBezTo>
                    <a:pt x="42" y="159"/>
                    <a:pt x="43" y="160"/>
                    <a:pt x="45" y="160"/>
                  </a:cubicBezTo>
                  <a:cubicBezTo>
                    <a:pt x="47" y="162"/>
                    <a:pt x="49" y="163"/>
                    <a:pt x="51" y="164"/>
                  </a:cubicBezTo>
                  <a:cubicBezTo>
                    <a:pt x="53" y="165"/>
                    <a:pt x="55" y="166"/>
                    <a:pt x="59" y="167"/>
                  </a:cubicBezTo>
                  <a:cubicBezTo>
                    <a:pt x="60" y="168"/>
                    <a:pt x="62" y="169"/>
                    <a:pt x="63" y="169"/>
                  </a:cubicBezTo>
                  <a:cubicBezTo>
                    <a:pt x="67" y="171"/>
                    <a:pt x="68" y="171"/>
                    <a:pt x="76" y="173"/>
                  </a:cubicBezTo>
                  <a:cubicBezTo>
                    <a:pt x="78" y="174"/>
                    <a:pt x="80" y="174"/>
                    <a:pt x="81" y="175"/>
                  </a:cubicBezTo>
                  <a:cubicBezTo>
                    <a:pt x="84" y="175"/>
                    <a:pt x="85" y="176"/>
                    <a:pt x="87" y="176"/>
                  </a:cubicBezTo>
                  <a:cubicBezTo>
                    <a:pt x="87" y="175"/>
                    <a:pt x="88" y="175"/>
                    <a:pt x="88" y="173"/>
                  </a:cubicBezTo>
                  <a:cubicBezTo>
                    <a:pt x="90" y="172"/>
                    <a:pt x="95" y="179"/>
                    <a:pt x="98" y="182"/>
                  </a:cubicBezTo>
                  <a:cubicBezTo>
                    <a:pt x="101" y="186"/>
                    <a:pt x="102" y="186"/>
                    <a:pt x="102" y="191"/>
                  </a:cubicBezTo>
                  <a:cubicBezTo>
                    <a:pt x="102" y="195"/>
                    <a:pt x="101" y="196"/>
                    <a:pt x="102" y="201"/>
                  </a:cubicBezTo>
                  <a:cubicBezTo>
                    <a:pt x="102" y="206"/>
                    <a:pt x="104" y="207"/>
                    <a:pt x="107" y="211"/>
                  </a:cubicBezTo>
                  <a:cubicBezTo>
                    <a:pt x="108" y="213"/>
                    <a:pt x="109" y="215"/>
                    <a:pt x="109" y="216"/>
                  </a:cubicBezTo>
                  <a:cubicBezTo>
                    <a:pt x="112" y="217"/>
                    <a:pt x="116" y="217"/>
                    <a:pt x="119" y="217"/>
                  </a:cubicBezTo>
                  <a:cubicBezTo>
                    <a:pt x="119" y="217"/>
                    <a:pt x="119" y="217"/>
                    <a:pt x="119" y="217"/>
                  </a:cubicBezTo>
                  <a:cubicBezTo>
                    <a:pt x="119" y="217"/>
                    <a:pt x="119" y="217"/>
                    <a:pt x="119" y="217"/>
                  </a:cubicBezTo>
                  <a:cubicBezTo>
                    <a:pt x="120" y="217"/>
                    <a:pt x="121" y="216"/>
                    <a:pt x="122" y="216"/>
                  </a:cubicBezTo>
                  <a:cubicBezTo>
                    <a:pt x="122" y="216"/>
                    <a:pt x="122" y="216"/>
                    <a:pt x="122" y="216"/>
                  </a:cubicBezTo>
                  <a:cubicBezTo>
                    <a:pt x="123" y="215"/>
                    <a:pt x="124" y="214"/>
                    <a:pt x="126" y="214"/>
                  </a:cubicBezTo>
                  <a:cubicBezTo>
                    <a:pt x="128" y="214"/>
                    <a:pt x="130" y="215"/>
                    <a:pt x="132" y="216"/>
                  </a:cubicBezTo>
                  <a:cubicBezTo>
                    <a:pt x="135" y="218"/>
                    <a:pt x="138" y="219"/>
                    <a:pt x="140" y="219"/>
                  </a:cubicBezTo>
                  <a:cubicBezTo>
                    <a:pt x="142" y="219"/>
                    <a:pt x="144" y="218"/>
                    <a:pt x="146" y="217"/>
                  </a:cubicBezTo>
                  <a:cubicBezTo>
                    <a:pt x="148" y="216"/>
                    <a:pt x="149" y="216"/>
                    <a:pt x="151" y="216"/>
                  </a:cubicBezTo>
                  <a:cubicBezTo>
                    <a:pt x="152" y="216"/>
                    <a:pt x="153" y="217"/>
                    <a:pt x="154" y="217"/>
                  </a:cubicBezTo>
                  <a:cubicBezTo>
                    <a:pt x="155" y="218"/>
                    <a:pt x="155" y="219"/>
                    <a:pt x="158" y="219"/>
                  </a:cubicBezTo>
                  <a:cubicBezTo>
                    <a:pt x="160" y="219"/>
                    <a:pt x="162" y="217"/>
                    <a:pt x="164" y="215"/>
                  </a:cubicBezTo>
                  <a:cubicBezTo>
                    <a:pt x="165" y="213"/>
                    <a:pt x="167" y="212"/>
                    <a:pt x="168" y="211"/>
                  </a:cubicBezTo>
                  <a:cubicBezTo>
                    <a:pt x="172" y="209"/>
                    <a:pt x="173" y="210"/>
                    <a:pt x="176" y="211"/>
                  </a:cubicBezTo>
                  <a:cubicBezTo>
                    <a:pt x="177" y="211"/>
                    <a:pt x="178" y="212"/>
                    <a:pt x="180" y="212"/>
                  </a:cubicBezTo>
                  <a:cubicBezTo>
                    <a:pt x="182" y="213"/>
                    <a:pt x="184" y="212"/>
                    <a:pt x="185" y="211"/>
                  </a:cubicBezTo>
                  <a:cubicBezTo>
                    <a:pt x="187" y="210"/>
                    <a:pt x="188" y="209"/>
                    <a:pt x="189" y="209"/>
                  </a:cubicBezTo>
                  <a:cubicBezTo>
                    <a:pt x="191" y="208"/>
                    <a:pt x="192" y="208"/>
                    <a:pt x="193" y="208"/>
                  </a:cubicBezTo>
                  <a:cubicBezTo>
                    <a:pt x="194" y="208"/>
                    <a:pt x="195" y="208"/>
                    <a:pt x="197" y="208"/>
                  </a:cubicBezTo>
                  <a:cubicBezTo>
                    <a:pt x="199" y="206"/>
                    <a:pt x="214" y="197"/>
                    <a:pt x="220" y="193"/>
                  </a:cubicBezTo>
                  <a:cubicBezTo>
                    <a:pt x="220" y="192"/>
                    <a:pt x="219" y="192"/>
                    <a:pt x="217" y="191"/>
                  </a:cubicBezTo>
                  <a:cubicBezTo>
                    <a:pt x="214" y="190"/>
                    <a:pt x="213" y="191"/>
                    <a:pt x="212" y="189"/>
                  </a:cubicBezTo>
                  <a:cubicBezTo>
                    <a:pt x="211" y="187"/>
                    <a:pt x="212" y="187"/>
                    <a:pt x="209" y="186"/>
                  </a:cubicBezTo>
                  <a:cubicBezTo>
                    <a:pt x="206" y="185"/>
                    <a:pt x="205" y="183"/>
                    <a:pt x="204" y="179"/>
                  </a:cubicBezTo>
                  <a:cubicBezTo>
                    <a:pt x="203" y="176"/>
                    <a:pt x="202" y="175"/>
                    <a:pt x="202" y="173"/>
                  </a:cubicBezTo>
                  <a:cubicBezTo>
                    <a:pt x="202" y="171"/>
                    <a:pt x="204" y="170"/>
                    <a:pt x="203" y="167"/>
                  </a:cubicBezTo>
                  <a:cubicBezTo>
                    <a:pt x="201" y="164"/>
                    <a:pt x="200" y="165"/>
                    <a:pt x="199" y="161"/>
                  </a:cubicBezTo>
                  <a:cubicBezTo>
                    <a:pt x="198" y="158"/>
                    <a:pt x="198" y="155"/>
                    <a:pt x="198" y="152"/>
                  </a:cubicBezTo>
                  <a:cubicBezTo>
                    <a:pt x="197" y="150"/>
                    <a:pt x="196" y="151"/>
                    <a:pt x="197" y="148"/>
                  </a:cubicBezTo>
                  <a:cubicBezTo>
                    <a:pt x="198" y="145"/>
                    <a:pt x="199" y="145"/>
                    <a:pt x="199" y="142"/>
                  </a:cubicBezTo>
                  <a:cubicBezTo>
                    <a:pt x="199" y="140"/>
                    <a:pt x="199" y="136"/>
                    <a:pt x="199" y="134"/>
                  </a:cubicBezTo>
                  <a:cubicBezTo>
                    <a:pt x="198" y="132"/>
                    <a:pt x="197" y="131"/>
                    <a:pt x="198" y="129"/>
                  </a:cubicBezTo>
                  <a:cubicBezTo>
                    <a:pt x="199" y="128"/>
                    <a:pt x="200" y="127"/>
                    <a:pt x="200" y="125"/>
                  </a:cubicBezTo>
                  <a:cubicBezTo>
                    <a:pt x="200" y="123"/>
                    <a:pt x="200" y="124"/>
                    <a:pt x="199" y="121"/>
                  </a:cubicBezTo>
                  <a:cubicBezTo>
                    <a:pt x="197" y="118"/>
                    <a:pt x="196" y="118"/>
                    <a:pt x="194" y="115"/>
                  </a:cubicBezTo>
                  <a:cubicBezTo>
                    <a:pt x="192" y="113"/>
                    <a:pt x="188" y="113"/>
                    <a:pt x="188" y="110"/>
                  </a:cubicBezTo>
                  <a:cubicBezTo>
                    <a:pt x="188" y="108"/>
                    <a:pt x="187" y="104"/>
                    <a:pt x="188" y="98"/>
                  </a:cubicBezTo>
                  <a:cubicBezTo>
                    <a:pt x="189" y="92"/>
                    <a:pt x="189" y="90"/>
                    <a:pt x="191" y="8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A3D7ED71-EA48-7162-B036-CE90124FE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3218" y="2752522"/>
              <a:ext cx="35260" cy="39491"/>
            </a:xfrm>
            <a:custGeom>
              <a:avLst/>
              <a:gdLst>
                <a:gd name="T0" fmla="*/ 17 w 32"/>
                <a:gd name="T1" fmla="*/ 23 h 36"/>
                <a:gd name="T2" fmla="*/ 21 w 32"/>
                <a:gd name="T3" fmla="*/ 21 h 36"/>
                <a:gd name="T4" fmla="*/ 26 w 32"/>
                <a:gd name="T5" fmla="*/ 18 h 36"/>
                <a:gd name="T6" fmla="*/ 30 w 32"/>
                <a:gd name="T7" fmla="*/ 16 h 36"/>
                <a:gd name="T8" fmla="*/ 32 w 32"/>
                <a:gd name="T9" fmla="*/ 13 h 36"/>
                <a:gd name="T10" fmla="*/ 30 w 32"/>
                <a:gd name="T11" fmla="*/ 6 h 36"/>
                <a:gd name="T12" fmla="*/ 28 w 32"/>
                <a:gd name="T13" fmla="*/ 2 h 36"/>
                <a:gd name="T14" fmla="*/ 28 w 32"/>
                <a:gd name="T15" fmla="*/ 0 h 36"/>
                <a:gd name="T16" fmla="*/ 20 w 32"/>
                <a:gd name="T17" fmla="*/ 8 h 36"/>
                <a:gd name="T18" fmla="*/ 15 w 32"/>
                <a:gd name="T19" fmla="*/ 9 h 36"/>
                <a:gd name="T20" fmla="*/ 12 w 32"/>
                <a:gd name="T21" fmla="*/ 7 h 36"/>
                <a:gd name="T22" fmla="*/ 9 w 32"/>
                <a:gd name="T23" fmla="*/ 12 h 36"/>
                <a:gd name="T24" fmla="*/ 6 w 32"/>
                <a:gd name="T25" fmla="*/ 16 h 36"/>
                <a:gd name="T26" fmla="*/ 3 w 32"/>
                <a:gd name="T27" fmla="*/ 20 h 36"/>
                <a:gd name="T28" fmla="*/ 1 w 32"/>
                <a:gd name="T29" fmla="*/ 24 h 36"/>
                <a:gd name="T30" fmla="*/ 0 w 32"/>
                <a:gd name="T31" fmla="*/ 29 h 36"/>
                <a:gd name="T32" fmla="*/ 0 w 32"/>
                <a:gd name="T33" fmla="*/ 33 h 36"/>
                <a:gd name="T34" fmla="*/ 2 w 32"/>
                <a:gd name="T35" fmla="*/ 35 h 36"/>
                <a:gd name="T36" fmla="*/ 2 w 32"/>
                <a:gd name="T37" fmla="*/ 35 h 36"/>
                <a:gd name="T38" fmla="*/ 4 w 32"/>
                <a:gd name="T39" fmla="*/ 36 h 36"/>
                <a:gd name="T40" fmla="*/ 8 w 32"/>
                <a:gd name="T41" fmla="*/ 35 h 36"/>
                <a:gd name="T42" fmla="*/ 11 w 32"/>
                <a:gd name="T43" fmla="*/ 34 h 36"/>
                <a:gd name="T44" fmla="*/ 17 w 32"/>
                <a:gd name="T45" fmla="*/ 33 h 36"/>
                <a:gd name="T46" fmla="*/ 22 w 32"/>
                <a:gd name="T47" fmla="*/ 34 h 36"/>
                <a:gd name="T48" fmla="*/ 29 w 32"/>
                <a:gd name="T49" fmla="*/ 26 h 36"/>
                <a:gd name="T50" fmla="*/ 26 w 32"/>
                <a:gd name="T51" fmla="*/ 26 h 36"/>
                <a:gd name="T52" fmla="*/ 22 w 32"/>
                <a:gd name="T53" fmla="*/ 25 h 36"/>
                <a:gd name="T54" fmla="*/ 17 w 32"/>
                <a:gd name="T55" fmla="*/ 25 h 36"/>
                <a:gd name="T56" fmla="*/ 17 w 32"/>
                <a:gd name="T57" fmla="*/ 2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" h="36">
                  <a:moveTo>
                    <a:pt x="17" y="23"/>
                  </a:moveTo>
                  <a:cubicBezTo>
                    <a:pt x="18" y="22"/>
                    <a:pt x="19" y="22"/>
                    <a:pt x="21" y="21"/>
                  </a:cubicBezTo>
                  <a:cubicBezTo>
                    <a:pt x="22" y="20"/>
                    <a:pt x="23" y="20"/>
                    <a:pt x="26" y="18"/>
                  </a:cubicBezTo>
                  <a:cubicBezTo>
                    <a:pt x="29" y="17"/>
                    <a:pt x="29" y="17"/>
                    <a:pt x="30" y="16"/>
                  </a:cubicBezTo>
                  <a:cubicBezTo>
                    <a:pt x="32" y="14"/>
                    <a:pt x="32" y="14"/>
                    <a:pt x="32" y="13"/>
                  </a:cubicBezTo>
                  <a:cubicBezTo>
                    <a:pt x="32" y="12"/>
                    <a:pt x="32" y="8"/>
                    <a:pt x="30" y="6"/>
                  </a:cubicBezTo>
                  <a:cubicBezTo>
                    <a:pt x="29" y="4"/>
                    <a:pt x="28" y="3"/>
                    <a:pt x="28" y="2"/>
                  </a:cubicBezTo>
                  <a:cubicBezTo>
                    <a:pt x="28" y="1"/>
                    <a:pt x="28" y="1"/>
                    <a:pt x="28" y="0"/>
                  </a:cubicBezTo>
                  <a:cubicBezTo>
                    <a:pt x="25" y="2"/>
                    <a:pt x="21" y="7"/>
                    <a:pt x="20" y="8"/>
                  </a:cubicBezTo>
                  <a:cubicBezTo>
                    <a:pt x="18" y="9"/>
                    <a:pt x="17" y="9"/>
                    <a:pt x="15" y="9"/>
                  </a:cubicBezTo>
                  <a:cubicBezTo>
                    <a:pt x="14" y="8"/>
                    <a:pt x="13" y="8"/>
                    <a:pt x="12" y="7"/>
                  </a:cubicBezTo>
                  <a:cubicBezTo>
                    <a:pt x="11" y="9"/>
                    <a:pt x="10" y="11"/>
                    <a:pt x="9" y="12"/>
                  </a:cubicBezTo>
                  <a:cubicBezTo>
                    <a:pt x="8" y="13"/>
                    <a:pt x="7" y="14"/>
                    <a:pt x="6" y="16"/>
                  </a:cubicBezTo>
                  <a:cubicBezTo>
                    <a:pt x="4" y="18"/>
                    <a:pt x="3" y="19"/>
                    <a:pt x="3" y="20"/>
                  </a:cubicBezTo>
                  <a:cubicBezTo>
                    <a:pt x="2" y="21"/>
                    <a:pt x="1" y="22"/>
                    <a:pt x="1" y="24"/>
                  </a:cubicBezTo>
                  <a:cubicBezTo>
                    <a:pt x="0" y="25"/>
                    <a:pt x="0" y="27"/>
                    <a:pt x="0" y="29"/>
                  </a:cubicBezTo>
                  <a:cubicBezTo>
                    <a:pt x="0" y="31"/>
                    <a:pt x="0" y="32"/>
                    <a:pt x="0" y="33"/>
                  </a:cubicBezTo>
                  <a:cubicBezTo>
                    <a:pt x="1" y="34"/>
                    <a:pt x="1" y="34"/>
                    <a:pt x="2" y="35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2" y="36"/>
                    <a:pt x="3" y="36"/>
                    <a:pt x="4" y="36"/>
                  </a:cubicBezTo>
                  <a:cubicBezTo>
                    <a:pt x="5" y="36"/>
                    <a:pt x="6" y="36"/>
                    <a:pt x="8" y="35"/>
                  </a:cubicBezTo>
                  <a:cubicBezTo>
                    <a:pt x="9" y="35"/>
                    <a:pt x="10" y="35"/>
                    <a:pt x="11" y="34"/>
                  </a:cubicBezTo>
                  <a:cubicBezTo>
                    <a:pt x="13" y="34"/>
                    <a:pt x="15" y="33"/>
                    <a:pt x="17" y="33"/>
                  </a:cubicBezTo>
                  <a:cubicBezTo>
                    <a:pt x="20" y="33"/>
                    <a:pt x="21" y="34"/>
                    <a:pt x="22" y="34"/>
                  </a:cubicBezTo>
                  <a:cubicBezTo>
                    <a:pt x="24" y="31"/>
                    <a:pt x="27" y="28"/>
                    <a:pt x="29" y="26"/>
                  </a:cubicBezTo>
                  <a:cubicBezTo>
                    <a:pt x="28" y="26"/>
                    <a:pt x="27" y="26"/>
                    <a:pt x="26" y="26"/>
                  </a:cubicBezTo>
                  <a:cubicBezTo>
                    <a:pt x="25" y="25"/>
                    <a:pt x="24" y="25"/>
                    <a:pt x="22" y="25"/>
                  </a:cubicBezTo>
                  <a:cubicBezTo>
                    <a:pt x="20" y="25"/>
                    <a:pt x="18" y="26"/>
                    <a:pt x="17" y="25"/>
                  </a:cubicBezTo>
                  <a:cubicBezTo>
                    <a:pt x="16" y="24"/>
                    <a:pt x="15" y="24"/>
                    <a:pt x="17" y="2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3119F3FE-2A58-6218-B084-610A6A39A9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94323" y="3065628"/>
              <a:ext cx="303233" cy="231303"/>
            </a:xfrm>
            <a:custGeom>
              <a:avLst/>
              <a:gdLst>
                <a:gd name="T0" fmla="*/ 101 w 276"/>
                <a:gd name="T1" fmla="*/ 86 h 215"/>
                <a:gd name="T2" fmla="*/ 76 w 276"/>
                <a:gd name="T3" fmla="*/ 55 h 215"/>
                <a:gd name="T4" fmla="*/ 6 w 276"/>
                <a:gd name="T5" fmla="*/ 28 h 215"/>
                <a:gd name="T6" fmla="*/ 2 w 276"/>
                <a:gd name="T7" fmla="*/ 115 h 215"/>
                <a:gd name="T8" fmla="*/ 20 w 276"/>
                <a:gd name="T9" fmla="*/ 164 h 215"/>
                <a:gd name="T10" fmla="*/ 51 w 276"/>
                <a:gd name="T11" fmla="*/ 156 h 215"/>
                <a:gd name="T12" fmla="*/ 31 w 276"/>
                <a:gd name="T13" fmla="*/ 147 h 215"/>
                <a:gd name="T14" fmla="*/ 33 w 276"/>
                <a:gd name="T15" fmla="*/ 144 h 215"/>
                <a:gd name="T16" fmla="*/ 54 w 276"/>
                <a:gd name="T17" fmla="*/ 141 h 215"/>
                <a:gd name="T18" fmla="*/ 61 w 276"/>
                <a:gd name="T19" fmla="*/ 138 h 215"/>
                <a:gd name="T20" fmla="*/ 61 w 276"/>
                <a:gd name="T21" fmla="*/ 129 h 215"/>
                <a:gd name="T22" fmla="*/ 74 w 276"/>
                <a:gd name="T23" fmla="*/ 128 h 215"/>
                <a:gd name="T24" fmla="*/ 95 w 276"/>
                <a:gd name="T25" fmla="*/ 136 h 215"/>
                <a:gd name="T26" fmla="*/ 121 w 276"/>
                <a:gd name="T27" fmla="*/ 160 h 215"/>
                <a:gd name="T28" fmla="*/ 137 w 276"/>
                <a:gd name="T29" fmla="*/ 176 h 215"/>
                <a:gd name="T30" fmla="*/ 164 w 276"/>
                <a:gd name="T31" fmla="*/ 184 h 215"/>
                <a:gd name="T32" fmla="*/ 190 w 276"/>
                <a:gd name="T33" fmla="*/ 192 h 215"/>
                <a:gd name="T34" fmla="*/ 193 w 276"/>
                <a:gd name="T35" fmla="*/ 186 h 215"/>
                <a:gd name="T36" fmla="*/ 188 w 276"/>
                <a:gd name="T37" fmla="*/ 174 h 215"/>
                <a:gd name="T38" fmla="*/ 171 w 276"/>
                <a:gd name="T39" fmla="*/ 163 h 215"/>
                <a:gd name="T40" fmla="*/ 152 w 276"/>
                <a:gd name="T41" fmla="*/ 150 h 215"/>
                <a:gd name="T42" fmla="*/ 126 w 276"/>
                <a:gd name="T43" fmla="*/ 118 h 215"/>
                <a:gd name="T44" fmla="*/ 141 w 276"/>
                <a:gd name="T45" fmla="*/ 102 h 215"/>
                <a:gd name="T46" fmla="*/ 256 w 276"/>
                <a:gd name="T47" fmla="*/ 208 h 215"/>
                <a:gd name="T48" fmla="*/ 272 w 276"/>
                <a:gd name="T49" fmla="*/ 208 h 215"/>
                <a:gd name="T50" fmla="*/ 199 w 276"/>
                <a:gd name="T51" fmla="*/ 184 h 215"/>
                <a:gd name="T52" fmla="*/ 213 w 276"/>
                <a:gd name="T53" fmla="*/ 183 h 215"/>
                <a:gd name="T54" fmla="*/ 191 w 276"/>
                <a:gd name="T55" fmla="*/ 168 h 215"/>
                <a:gd name="T56" fmla="*/ 207 w 276"/>
                <a:gd name="T57" fmla="*/ 181 h 215"/>
                <a:gd name="T58" fmla="*/ 200 w 276"/>
                <a:gd name="T59" fmla="*/ 167 h 215"/>
                <a:gd name="T60" fmla="*/ 249 w 276"/>
                <a:gd name="T61" fmla="*/ 162 h 215"/>
                <a:gd name="T62" fmla="*/ 243 w 276"/>
                <a:gd name="T63" fmla="*/ 193 h 215"/>
                <a:gd name="T64" fmla="*/ 212 w 276"/>
                <a:gd name="T65" fmla="*/ 153 h 215"/>
                <a:gd name="T66" fmla="*/ 264 w 276"/>
                <a:gd name="T67" fmla="*/ 58 h 215"/>
                <a:gd name="T68" fmla="*/ 227 w 276"/>
                <a:gd name="T69" fmla="*/ 31 h 215"/>
                <a:gd name="T70" fmla="*/ 206 w 276"/>
                <a:gd name="T71" fmla="*/ 28 h 215"/>
                <a:gd name="T72" fmla="*/ 235 w 276"/>
                <a:gd name="T73" fmla="*/ 49 h 215"/>
                <a:gd name="T74" fmla="*/ 249 w 276"/>
                <a:gd name="T75" fmla="*/ 64 h 215"/>
                <a:gd name="T76" fmla="*/ 219 w 276"/>
                <a:gd name="T77" fmla="*/ 36 h 215"/>
                <a:gd name="T78" fmla="*/ 195 w 276"/>
                <a:gd name="T79" fmla="*/ 25 h 215"/>
                <a:gd name="T80" fmla="*/ 189 w 276"/>
                <a:gd name="T81" fmla="*/ 75 h 215"/>
                <a:gd name="T82" fmla="*/ 177 w 276"/>
                <a:gd name="T83" fmla="*/ 72 h 215"/>
                <a:gd name="T84" fmla="*/ 183 w 276"/>
                <a:gd name="T85" fmla="*/ 4 h 215"/>
                <a:gd name="T86" fmla="*/ 144 w 276"/>
                <a:gd name="T87" fmla="*/ 22 h 215"/>
                <a:gd name="T88" fmla="*/ 166 w 276"/>
                <a:gd name="T89" fmla="*/ 99 h 215"/>
                <a:gd name="T90" fmla="*/ 197 w 276"/>
                <a:gd name="T91" fmla="*/ 100 h 215"/>
                <a:gd name="T92" fmla="*/ 231 w 276"/>
                <a:gd name="T93" fmla="*/ 84 h 215"/>
                <a:gd name="T94" fmla="*/ 236 w 276"/>
                <a:gd name="T95" fmla="*/ 67 h 215"/>
                <a:gd name="T96" fmla="*/ 219 w 276"/>
                <a:gd name="T97" fmla="*/ 62 h 215"/>
                <a:gd name="T98" fmla="*/ 205 w 276"/>
                <a:gd name="T99" fmla="*/ 86 h 215"/>
                <a:gd name="T100" fmla="*/ 182 w 276"/>
                <a:gd name="T101" fmla="*/ 88 h 215"/>
                <a:gd name="T102" fmla="*/ 158 w 276"/>
                <a:gd name="T103" fmla="*/ 86 h 215"/>
                <a:gd name="T104" fmla="*/ 147 w 276"/>
                <a:gd name="T105" fmla="*/ 90 h 215"/>
                <a:gd name="T106" fmla="*/ 128 w 276"/>
                <a:gd name="T107" fmla="*/ 15 h 215"/>
                <a:gd name="T108" fmla="*/ 127 w 276"/>
                <a:gd name="T109" fmla="*/ 82 h 215"/>
                <a:gd name="T110" fmla="*/ 107 w 276"/>
                <a:gd name="T111" fmla="*/ 69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76" h="215">
                  <a:moveTo>
                    <a:pt x="129" y="95"/>
                  </a:moveTo>
                  <a:cubicBezTo>
                    <a:pt x="126" y="93"/>
                    <a:pt x="124" y="94"/>
                    <a:pt x="121" y="94"/>
                  </a:cubicBezTo>
                  <a:cubicBezTo>
                    <a:pt x="119" y="94"/>
                    <a:pt x="118" y="93"/>
                    <a:pt x="116" y="90"/>
                  </a:cubicBezTo>
                  <a:cubicBezTo>
                    <a:pt x="114" y="88"/>
                    <a:pt x="111" y="88"/>
                    <a:pt x="108" y="88"/>
                  </a:cubicBezTo>
                  <a:cubicBezTo>
                    <a:pt x="104" y="88"/>
                    <a:pt x="104" y="88"/>
                    <a:pt x="101" y="86"/>
                  </a:cubicBezTo>
                  <a:cubicBezTo>
                    <a:pt x="99" y="85"/>
                    <a:pt x="100" y="83"/>
                    <a:pt x="100" y="80"/>
                  </a:cubicBezTo>
                  <a:cubicBezTo>
                    <a:pt x="100" y="77"/>
                    <a:pt x="98" y="79"/>
                    <a:pt x="97" y="74"/>
                  </a:cubicBezTo>
                  <a:cubicBezTo>
                    <a:pt x="96" y="70"/>
                    <a:pt x="96" y="68"/>
                    <a:pt x="94" y="65"/>
                  </a:cubicBezTo>
                  <a:cubicBezTo>
                    <a:pt x="92" y="61"/>
                    <a:pt x="89" y="62"/>
                    <a:pt x="85" y="59"/>
                  </a:cubicBezTo>
                  <a:cubicBezTo>
                    <a:pt x="81" y="57"/>
                    <a:pt x="79" y="58"/>
                    <a:pt x="76" y="55"/>
                  </a:cubicBezTo>
                  <a:cubicBezTo>
                    <a:pt x="73" y="53"/>
                    <a:pt x="75" y="53"/>
                    <a:pt x="73" y="52"/>
                  </a:cubicBezTo>
                  <a:cubicBezTo>
                    <a:pt x="72" y="50"/>
                    <a:pt x="70" y="50"/>
                    <a:pt x="64" y="48"/>
                  </a:cubicBezTo>
                  <a:cubicBezTo>
                    <a:pt x="59" y="46"/>
                    <a:pt x="52" y="45"/>
                    <a:pt x="45" y="44"/>
                  </a:cubicBezTo>
                  <a:cubicBezTo>
                    <a:pt x="39" y="43"/>
                    <a:pt x="35" y="41"/>
                    <a:pt x="32" y="38"/>
                  </a:cubicBezTo>
                  <a:cubicBezTo>
                    <a:pt x="29" y="35"/>
                    <a:pt x="11" y="30"/>
                    <a:pt x="6" y="28"/>
                  </a:cubicBezTo>
                  <a:cubicBezTo>
                    <a:pt x="5" y="27"/>
                    <a:pt x="4" y="27"/>
                    <a:pt x="4" y="27"/>
                  </a:cubicBezTo>
                  <a:cubicBezTo>
                    <a:pt x="4" y="44"/>
                    <a:pt x="3" y="85"/>
                    <a:pt x="3" y="90"/>
                  </a:cubicBezTo>
                  <a:cubicBezTo>
                    <a:pt x="3" y="94"/>
                    <a:pt x="2" y="97"/>
                    <a:pt x="2" y="101"/>
                  </a:cubicBezTo>
                  <a:cubicBezTo>
                    <a:pt x="1" y="105"/>
                    <a:pt x="0" y="108"/>
                    <a:pt x="0" y="111"/>
                  </a:cubicBezTo>
                  <a:cubicBezTo>
                    <a:pt x="0" y="113"/>
                    <a:pt x="1" y="114"/>
                    <a:pt x="2" y="115"/>
                  </a:cubicBezTo>
                  <a:cubicBezTo>
                    <a:pt x="2" y="116"/>
                    <a:pt x="3" y="117"/>
                    <a:pt x="3" y="119"/>
                  </a:cubicBezTo>
                  <a:cubicBezTo>
                    <a:pt x="3" y="121"/>
                    <a:pt x="3" y="149"/>
                    <a:pt x="3" y="162"/>
                  </a:cubicBezTo>
                  <a:cubicBezTo>
                    <a:pt x="3" y="163"/>
                    <a:pt x="4" y="163"/>
                    <a:pt x="4" y="163"/>
                  </a:cubicBezTo>
                  <a:cubicBezTo>
                    <a:pt x="7" y="164"/>
                    <a:pt x="7" y="164"/>
                    <a:pt x="10" y="164"/>
                  </a:cubicBezTo>
                  <a:cubicBezTo>
                    <a:pt x="13" y="165"/>
                    <a:pt x="16" y="165"/>
                    <a:pt x="20" y="164"/>
                  </a:cubicBezTo>
                  <a:cubicBezTo>
                    <a:pt x="24" y="163"/>
                    <a:pt x="24" y="163"/>
                    <a:pt x="27" y="163"/>
                  </a:cubicBezTo>
                  <a:cubicBezTo>
                    <a:pt x="31" y="163"/>
                    <a:pt x="30" y="164"/>
                    <a:pt x="33" y="165"/>
                  </a:cubicBezTo>
                  <a:cubicBezTo>
                    <a:pt x="36" y="165"/>
                    <a:pt x="36" y="165"/>
                    <a:pt x="38" y="164"/>
                  </a:cubicBezTo>
                  <a:cubicBezTo>
                    <a:pt x="39" y="162"/>
                    <a:pt x="42" y="161"/>
                    <a:pt x="48" y="160"/>
                  </a:cubicBezTo>
                  <a:cubicBezTo>
                    <a:pt x="53" y="160"/>
                    <a:pt x="51" y="158"/>
                    <a:pt x="51" y="156"/>
                  </a:cubicBezTo>
                  <a:cubicBezTo>
                    <a:pt x="51" y="155"/>
                    <a:pt x="50" y="153"/>
                    <a:pt x="48" y="152"/>
                  </a:cubicBezTo>
                  <a:cubicBezTo>
                    <a:pt x="47" y="150"/>
                    <a:pt x="47" y="151"/>
                    <a:pt x="45" y="150"/>
                  </a:cubicBezTo>
                  <a:cubicBezTo>
                    <a:pt x="43" y="149"/>
                    <a:pt x="43" y="149"/>
                    <a:pt x="40" y="147"/>
                  </a:cubicBezTo>
                  <a:cubicBezTo>
                    <a:pt x="38" y="146"/>
                    <a:pt x="37" y="147"/>
                    <a:pt x="35" y="147"/>
                  </a:cubicBezTo>
                  <a:cubicBezTo>
                    <a:pt x="32" y="147"/>
                    <a:pt x="32" y="147"/>
                    <a:pt x="31" y="147"/>
                  </a:cubicBezTo>
                  <a:cubicBezTo>
                    <a:pt x="29" y="146"/>
                    <a:pt x="30" y="146"/>
                    <a:pt x="29" y="144"/>
                  </a:cubicBezTo>
                  <a:cubicBezTo>
                    <a:pt x="27" y="143"/>
                    <a:pt x="27" y="144"/>
                    <a:pt x="25" y="144"/>
                  </a:cubicBezTo>
                  <a:cubicBezTo>
                    <a:pt x="24" y="145"/>
                    <a:pt x="24" y="144"/>
                    <a:pt x="25" y="143"/>
                  </a:cubicBezTo>
                  <a:cubicBezTo>
                    <a:pt x="25" y="141"/>
                    <a:pt x="27" y="142"/>
                    <a:pt x="28" y="142"/>
                  </a:cubicBezTo>
                  <a:cubicBezTo>
                    <a:pt x="30" y="141"/>
                    <a:pt x="32" y="144"/>
                    <a:pt x="33" y="144"/>
                  </a:cubicBezTo>
                  <a:cubicBezTo>
                    <a:pt x="35" y="143"/>
                    <a:pt x="37" y="143"/>
                    <a:pt x="39" y="143"/>
                  </a:cubicBezTo>
                  <a:cubicBezTo>
                    <a:pt x="41" y="143"/>
                    <a:pt x="42" y="144"/>
                    <a:pt x="43" y="145"/>
                  </a:cubicBezTo>
                  <a:cubicBezTo>
                    <a:pt x="44" y="145"/>
                    <a:pt x="46" y="145"/>
                    <a:pt x="49" y="143"/>
                  </a:cubicBezTo>
                  <a:cubicBezTo>
                    <a:pt x="52" y="141"/>
                    <a:pt x="52" y="143"/>
                    <a:pt x="53" y="143"/>
                  </a:cubicBezTo>
                  <a:cubicBezTo>
                    <a:pt x="55" y="143"/>
                    <a:pt x="55" y="142"/>
                    <a:pt x="54" y="141"/>
                  </a:cubicBezTo>
                  <a:cubicBezTo>
                    <a:pt x="53" y="139"/>
                    <a:pt x="52" y="140"/>
                    <a:pt x="50" y="139"/>
                  </a:cubicBezTo>
                  <a:cubicBezTo>
                    <a:pt x="49" y="138"/>
                    <a:pt x="50" y="137"/>
                    <a:pt x="50" y="136"/>
                  </a:cubicBezTo>
                  <a:cubicBezTo>
                    <a:pt x="50" y="135"/>
                    <a:pt x="52" y="135"/>
                    <a:pt x="53" y="136"/>
                  </a:cubicBezTo>
                  <a:cubicBezTo>
                    <a:pt x="54" y="137"/>
                    <a:pt x="55" y="138"/>
                    <a:pt x="56" y="138"/>
                  </a:cubicBezTo>
                  <a:cubicBezTo>
                    <a:pt x="57" y="138"/>
                    <a:pt x="59" y="138"/>
                    <a:pt x="61" y="138"/>
                  </a:cubicBezTo>
                  <a:cubicBezTo>
                    <a:pt x="62" y="138"/>
                    <a:pt x="62" y="137"/>
                    <a:pt x="60" y="136"/>
                  </a:cubicBezTo>
                  <a:cubicBezTo>
                    <a:pt x="59" y="134"/>
                    <a:pt x="60" y="134"/>
                    <a:pt x="59" y="132"/>
                  </a:cubicBezTo>
                  <a:cubicBezTo>
                    <a:pt x="59" y="130"/>
                    <a:pt x="58" y="131"/>
                    <a:pt x="57" y="130"/>
                  </a:cubicBezTo>
                  <a:cubicBezTo>
                    <a:pt x="55" y="128"/>
                    <a:pt x="56" y="127"/>
                    <a:pt x="58" y="127"/>
                  </a:cubicBezTo>
                  <a:cubicBezTo>
                    <a:pt x="60" y="127"/>
                    <a:pt x="59" y="128"/>
                    <a:pt x="61" y="129"/>
                  </a:cubicBezTo>
                  <a:cubicBezTo>
                    <a:pt x="63" y="130"/>
                    <a:pt x="62" y="130"/>
                    <a:pt x="63" y="131"/>
                  </a:cubicBezTo>
                  <a:cubicBezTo>
                    <a:pt x="65" y="132"/>
                    <a:pt x="66" y="133"/>
                    <a:pt x="68" y="132"/>
                  </a:cubicBezTo>
                  <a:cubicBezTo>
                    <a:pt x="69" y="131"/>
                    <a:pt x="69" y="131"/>
                    <a:pt x="71" y="131"/>
                  </a:cubicBezTo>
                  <a:cubicBezTo>
                    <a:pt x="73" y="131"/>
                    <a:pt x="72" y="131"/>
                    <a:pt x="72" y="130"/>
                  </a:cubicBezTo>
                  <a:cubicBezTo>
                    <a:pt x="73" y="129"/>
                    <a:pt x="73" y="128"/>
                    <a:pt x="74" y="128"/>
                  </a:cubicBezTo>
                  <a:cubicBezTo>
                    <a:pt x="75" y="128"/>
                    <a:pt x="75" y="129"/>
                    <a:pt x="76" y="130"/>
                  </a:cubicBezTo>
                  <a:cubicBezTo>
                    <a:pt x="78" y="130"/>
                    <a:pt x="76" y="129"/>
                    <a:pt x="79" y="129"/>
                  </a:cubicBezTo>
                  <a:cubicBezTo>
                    <a:pt x="82" y="129"/>
                    <a:pt x="81" y="130"/>
                    <a:pt x="82" y="131"/>
                  </a:cubicBezTo>
                  <a:cubicBezTo>
                    <a:pt x="82" y="133"/>
                    <a:pt x="83" y="134"/>
                    <a:pt x="86" y="134"/>
                  </a:cubicBezTo>
                  <a:cubicBezTo>
                    <a:pt x="90" y="135"/>
                    <a:pt x="90" y="135"/>
                    <a:pt x="95" y="136"/>
                  </a:cubicBezTo>
                  <a:cubicBezTo>
                    <a:pt x="100" y="137"/>
                    <a:pt x="101" y="137"/>
                    <a:pt x="104" y="139"/>
                  </a:cubicBezTo>
                  <a:cubicBezTo>
                    <a:pt x="107" y="141"/>
                    <a:pt x="107" y="142"/>
                    <a:pt x="109" y="144"/>
                  </a:cubicBezTo>
                  <a:cubicBezTo>
                    <a:pt x="111" y="147"/>
                    <a:pt x="112" y="148"/>
                    <a:pt x="114" y="150"/>
                  </a:cubicBezTo>
                  <a:cubicBezTo>
                    <a:pt x="115" y="153"/>
                    <a:pt x="115" y="154"/>
                    <a:pt x="115" y="157"/>
                  </a:cubicBezTo>
                  <a:cubicBezTo>
                    <a:pt x="116" y="159"/>
                    <a:pt x="119" y="159"/>
                    <a:pt x="121" y="160"/>
                  </a:cubicBezTo>
                  <a:cubicBezTo>
                    <a:pt x="123" y="160"/>
                    <a:pt x="123" y="160"/>
                    <a:pt x="124" y="160"/>
                  </a:cubicBezTo>
                  <a:cubicBezTo>
                    <a:pt x="126" y="160"/>
                    <a:pt x="126" y="162"/>
                    <a:pt x="127" y="164"/>
                  </a:cubicBezTo>
                  <a:cubicBezTo>
                    <a:pt x="127" y="165"/>
                    <a:pt x="127" y="165"/>
                    <a:pt x="128" y="168"/>
                  </a:cubicBezTo>
                  <a:cubicBezTo>
                    <a:pt x="128" y="171"/>
                    <a:pt x="129" y="169"/>
                    <a:pt x="131" y="170"/>
                  </a:cubicBezTo>
                  <a:cubicBezTo>
                    <a:pt x="133" y="171"/>
                    <a:pt x="135" y="174"/>
                    <a:pt x="137" y="176"/>
                  </a:cubicBezTo>
                  <a:cubicBezTo>
                    <a:pt x="140" y="179"/>
                    <a:pt x="139" y="180"/>
                    <a:pt x="140" y="181"/>
                  </a:cubicBezTo>
                  <a:cubicBezTo>
                    <a:pt x="141" y="182"/>
                    <a:pt x="142" y="182"/>
                    <a:pt x="144" y="182"/>
                  </a:cubicBezTo>
                  <a:cubicBezTo>
                    <a:pt x="146" y="182"/>
                    <a:pt x="149" y="182"/>
                    <a:pt x="151" y="183"/>
                  </a:cubicBezTo>
                  <a:cubicBezTo>
                    <a:pt x="153" y="183"/>
                    <a:pt x="156" y="184"/>
                    <a:pt x="158" y="184"/>
                  </a:cubicBezTo>
                  <a:cubicBezTo>
                    <a:pt x="160" y="184"/>
                    <a:pt x="163" y="184"/>
                    <a:pt x="164" y="184"/>
                  </a:cubicBezTo>
                  <a:cubicBezTo>
                    <a:pt x="166" y="184"/>
                    <a:pt x="168" y="185"/>
                    <a:pt x="170" y="185"/>
                  </a:cubicBezTo>
                  <a:cubicBezTo>
                    <a:pt x="172" y="186"/>
                    <a:pt x="174" y="186"/>
                    <a:pt x="177" y="186"/>
                  </a:cubicBezTo>
                  <a:cubicBezTo>
                    <a:pt x="179" y="186"/>
                    <a:pt x="179" y="186"/>
                    <a:pt x="181" y="188"/>
                  </a:cubicBezTo>
                  <a:cubicBezTo>
                    <a:pt x="183" y="189"/>
                    <a:pt x="186" y="188"/>
                    <a:pt x="188" y="189"/>
                  </a:cubicBezTo>
                  <a:cubicBezTo>
                    <a:pt x="189" y="189"/>
                    <a:pt x="190" y="190"/>
                    <a:pt x="190" y="192"/>
                  </a:cubicBezTo>
                  <a:cubicBezTo>
                    <a:pt x="190" y="194"/>
                    <a:pt x="193" y="195"/>
                    <a:pt x="194" y="194"/>
                  </a:cubicBezTo>
                  <a:cubicBezTo>
                    <a:pt x="195" y="193"/>
                    <a:pt x="196" y="194"/>
                    <a:pt x="198" y="193"/>
                  </a:cubicBezTo>
                  <a:cubicBezTo>
                    <a:pt x="199" y="193"/>
                    <a:pt x="199" y="192"/>
                    <a:pt x="199" y="190"/>
                  </a:cubicBezTo>
                  <a:cubicBezTo>
                    <a:pt x="198" y="189"/>
                    <a:pt x="197" y="190"/>
                    <a:pt x="195" y="188"/>
                  </a:cubicBezTo>
                  <a:cubicBezTo>
                    <a:pt x="193" y="187"/>
                    <a:pt x="193" y="187"/>
                    <a:pt x="193" y="186"/>
                  </a:cubicBezTo>
                  <a:cubicBezTo>
                    <a:pt x="192" y="185"/>
                    <a:pt x="192" y="184"/>
                    <a:pt x="192" y="183"/>
                  </a:cubicBezTo>
                  <a:cubicBezTo>
                    <a:pt x="191" y="181"/>
                    <a:pt x="191" y="181"/>
                    <a:pt x="188" y="180"/>
                  </a:cubicBezTo>
                  <a:cubicBezTo>
                    <a:pt x="184" y="179"/>
                    <a:pt x="185" y="179"/>
                    <a:pt x="183" y="178"/>
                  </a:cubicBezTo>
                  <a:cubicBezTo>
                    <a:pt x="182" y="176"/>
                    <a:pt x="182" y="176"/>
                    <a:pt x="183" y="175"/>
                  </a:cubicBezTo>
                  <a:cubicBezTo>
                    <a:pt x="183" y="173"/>
                    <a:pt x="186" y="174"/>
                    <a:pt x="188" y="174"/>
                  </a:cubicBezTo>
                  <a:cubicBezTo>
                    <a:pt x="189" y="173"/>
                    <a:pt x="188" y="172"/>
                    <a:pt x="185" y="171"/>
                  </a:cubicBezTo>
                  <a:cubicBezTo>
                    <a:pt x="183" y="170"/>
                    <a:pt x="182" y="171"/>
                    <a:pt x="179" y="171"/>
                  </a:cubicBezTo>
                  <a:cubicBezTo>
                    <a:pt x="176" y="172"/>
                    <a:pt x="176" y="172"/>
                    <a:pt x="173" y="170"/>
                  </a:cubicBezTo>
                  <a:cubicBezTo>
                    <a:pt x="170" y="167"/>
                    <a:pt x="171" y="169"/>
                    <a:pt x="170" y="167"/>
                  </a:cubicBezTo>
                  <a:cubicBezTo>
                    <a:pt x="169" y="164"/>
                    <a:pt x="170" y="164"/>
                    <a:pt x="171" y="163"/>
                  </a:cubicBezTo>
                  <a:cubicBezTo>
                    <a:pt x="173" y="161"/>
                    <a:pt x="173" y="161"/>
                    <a:pt x="171" y="160"/>
                  </a:cubicBezTo>
                  <a:cubicBezTo>
                    <a:pt x="169" y="158"/>
                    <a:pt x="167" y="160"/>
                    <a:pt x="164" y="160"/>
                  </a:cubicBezTo>
                  <a:cubicBezTo>
                    <a:pt x="161" y="160"/>
                    <a:pt x="161" y="161"/>
                    <a:pt x="159" y="160"/>
                  </a:cubicBezTo>
                  <a:cubicBezTo>
                    <a:pt x="156" y="160"/>
                    <a:pt x="156" y="160"/>
                    <a:pt x="155" y="157"/>
                  </a:cubicBezTo>
                  <a:cubicBezTo>
                    <a:pt x="154" y="154"/>
                    <a:pt x="153" y="152"/>
                    <a:pt x="152" y="150"/>
                  </a:cubicBezTo>
                  <a:cubicBezTo>
                    <a:pt x="151" y="147"/>
                    <a:pt x="149" y="144"/>
                    <a:pt x="146" y="139"/>
                  </a:cubicBezTo>
                  <a:cubicBezTo>
                    <a:pt x="144" y="135"/>
                    <a:pt x="144" y="137"/>
                    <a:pt x="140" y="133"/>
                  </a:cubicBezTo>
                  <a:cubicBezTo>
                    <a:pt x="137" y="130"/>
                    <a:pt x="137" y="131"/>
                    <a:pt x="133" y="130"/>
                  </a:cubicBezTo>
                  <a:cubicBezTo>
                    <a:pt x="128" y="128"/>
                    <a:pt x="130" y="128"/>
                    <a:pt x="129" y="127"/>
                  </a:cubicBezTo>
                  <a:cubicBezTo>
                    <a:pt x="127" y="125"/>
                    <a:pt x="128" y="123"/>
                    <a:pt x="126" y="118"/>
                  </a:cubicBezTo>
                  <a:cubicBezTo>
                    <a:pt x="123" y="114"/>
                    <a:pt x="124" y="115"/>
                    <a:pt x="125" y="113"/>
                  </a:cubicBezTo>
                  <a:cubicBezTo>
                    <a:pt x="125" y="111"/>
                    <a:pt x="129" y="112"/>
                    <a:pt x="133" y="112"/>
                  </a:cubicBezTo>
                  <a:cubicBezTo>
                    <a:pt x="136" y="112"/>
                    <a:pt x="137" y="112"/>
                    <a:pt x="139" y="112"/>
                  </a:cubicBezTo>
                  <a:cubicBezTo>
                    <a:pt x="141" y="111"/>
                    <a:pt x="142" y="110"/>
                    <a:pt x="142" y="108"/>
                  </a:cubicBezTo>
                  <a:cubicBezTo>
                    <a:pt x="142" y="105"/>
                    <a:pt x="142" y="104"/>
                    <a:pt x="141" y="102"/>
                  </a:cubicBezTo>
                  <a:cubicBezTo>
                    <a:pt x="140" y="100"/>
                    <a:pt x="139" y="99"/>
                    <a:pt x="134" y="97"/>
                  </a:cubicBezTo>
                  <a:cubicBezTo>
                    <a:pt x="129" y="94"/>
                    <a:pt x="132" y="96"/>
                    <a:pt x="129" y="95"/>
                  </a:cubicBezTo>
                  <a:close/>
                  <a:moveTo>
                    <a:pt x="263" y="212"/>
                  </a:moveTo>
                  <a:cubicBezTo>
                    <a:pt x="262" y="212"/>
                    <a:pt x="260" y="211"/>
                    <a:pt x="259" y="210"/>
                  </a:cubicBezTo>
                  <a:cubicBezTo>
                    <a:pt x="257" y="208"/>
                    <a:pt x="257" y="208"/>
                    <a:pt x="256" y="208"/>
                  </a:cubicBezTo>
                  <a:cubicBezTo>
                    <a:pt x="253" y="208"/>
                    <a:pt x="256" y="211"/>
                    <a:pt x="257" y="211"/>
                  </a:cubicBezTo>
                  <a:cubicBezTo>
                    <a:pt x="259" y="212"/>
                    <a:pt x="260" y="212"/>
                    <a:pt x="260" y="214"/>
                  </a:cubicBezTo>
                  <a:cubicBezTo>
                    <a:pt x="261" y="215"/>
                    <a:pt x="264" y="214"/>
                    <a:pt x="264" y="214"/>
                  </a:cubicBezTo>
                  <a:cubicBezTo>
                    <a:pt x="264" y="213"/>
                    <a:pt x="263" y="212"/>
                    <a:pt x="263" y="212"/>
                  </a:cubicBezTo>
                  <a:close/>
                  <a:moveTo>
                    <a:pt x="272" y="208"/>
                  </a:moveTo>
                  <a:cubicBezTo>
                    <a:pt x="272" y="209"/>
                    <a:pt x="272" y="209"/>
                    <a:pt x="273" y="210"/>
                  </a:cubicBezTo>
                  <a:cubicBezTo>
                    <a:pt x="273" y="210"/>
                    <a:pt x="274" y="211"/>
                    <a:pt x="275" y="210"/>
                  </a:cubicBezTo>
                  <a:cubicBezTo>
                    <a:pt x="276" y="210"/>
                    <a:pt x="276" y="209"/>
                    <a:pt x="275" y="208"/>
                  </a:cubicBezTo>
                  <a:cubicBezTo>
                    <a:pt x="275" y="207"/>
                    <a:pt x="272" y="207"/>
                    <a:pt x="272" y="208"/>
                  </a:cubicBezTo>
                  <a:close/>
                  <a:moveTo>
                    <a:pt x="199" y="184"/>
                  </a:moveTo>
                  <a:cubicBezTo>
                    <a:pt x="197" y="184"/>
                    <a:pt x="199" y="187"/>
                    <a:pt x="200" y="187"/>
                  </a:cubicBezTo>
                  <a:cubicBezTo>
                    <a:pt x="201" y="187"/>
                    <a:pt x="203" y="186"/>
                    <a:pt x="204" y="186"/>
                  </a:cubicBezTo>
                  <a:cubicBezTo>
                    <a:pt x="205" y="186"/>
                    <a:pt x="204" y="184"/>
                    <a:pt x="203" y="184"/>
                  </a:cubicBezTo>
                  <a:cubicBezTo>
                    <a:pt x="202" y="184"/>
                    <a:pt x="201" y="184"/>
                    <a:pt x="199" y="184"/>
                  </a:cubicBezTo>
                  <a:close/>
                  <a:moveTo>
                    <a:pt x="213" y="183"/>
                  </a:moveTo>
                  <a:cubicBezTo>
                    <a:pt x="214" y="183"/>
                    <a:pt x="214" y="181"/>
                    <a:pt x="212" y="181"/>
                  </a:cubicBezTo>
                  <a:cubicBezTo>
                    <a:pt x="211" y="181"/>
                    <a:pt x="210" y="182"/>
                    <a:pt x="211" y="182"/>
                  </a:cubicBezTo>
                  <a:cubicBezTo>
                    <a:pt x="211" y="183"/>
                    <a:pt x="212" y="184"/>
                    <a:pt x="213" y="183"/>
                  </a:cubicBezTo>
                  <a:close/>
                  <a:moveTo>
                    <a:pt x="190" y="164"/>
                  </a:moveTo>
                  <a:cubicBezTo>
                    <a:pt x="189" y="165"/>
                    <a:pt x="190" y="167"/>
                    <a:pt x="191" y="168"/>
                  </a:cubicBezTo>
                  <a:cubicBezTo>
                    <a:pt x="192" y="170"/>
                    <a:pt x="192" y="172"/>
                    <a:pt x="192" y="170"/>
                  </a:cubicBezTo>
                  <a:cubicBezTo>
                    <a:pt x="193" y="169"/>
                    <a:pt x="194" y="166"/>
                    <a:pt x="194" y="165"/>
                  </a:cubicBezTo>
                  <a:cubicBezTo>
                    <a:pt x="193" y="164"/>
                    <a:pt x="192" y="163"/>
                    <a:pt x="190" y="164"/>
                  </a:cubicBezTo>
                  <a:close/>
                  <a:moveTo>
                    <a:pt x="207" y="179"/>
                  </a:moveTo>
                  <a:cubicBezTo>
                    <a:pt x="206" y="180"/>
                    <a:pt x="206" y="181"/>
                    <a:pt x="207" y="181"/>
                  </a:cubicBezTo>
                  <a:cubicBezTo>
                    <a:pt x="208" y="182"/>
                    <a:pt x="208" y="182"/>
                    <a:pt x="209" y="181"/>
                  </a:cubicBezTo>
                  <a:cubicBezTo>
                    <a:pt x="209" y="179"/>
                    <a:pt x="207" y="178"/>
                    <a:pt x="207" y="179"/>
                  </a:cubicBezTo>
                  <a:close/>
                  <a:moveTo>
                    <a:pt x="204" y="171"/>
                  </a:moveTo>
                  <a:cubicBezTo>
                    <a:pt x="203" y="170"/>
                    <a:pt x="203" y="169"/>
                    <a:pt x="203" y="169"/>
                  </a:cubicBezTo>
                  <a:cubicBezTo>
                    <a:pt x="203" y="168"/>
                    <a:pt x="201" y="167"/>
                    <a:pt x="200" y="167"/>
                  </a:cubicBezTo>
                  <a:cubicBezTo>
                    <a:pt x="198" y="167"/>
                    <a:pt x="197" y="168"/>
                    <a:pt x="198" y="169"/>
                  </a:cubicBezTo>
                  <a:cubicBezTo>
                    <a:pt x="199" y="171"/>
                    <a:pt x="198" y="172"/>
                    <a:pt x="200" y="173"/>
                  </a:cubicBezTo>
                  <a:cubicBezTo>
                    <a:pt x="201" y="173"/>
                    <a:pt x="203" y="174"/>
                    <a:pt x="204" y="173"/>
                  </a:cubicBezTo>
                  <a:cubicBezTo>
                    <a:pt x="205" y="173"/>
                    <a:pt x="204" y="172"/>
                    <a:pt x="204" y="171"/>
                  </a:cubicBezTo>
                  <a:close/>
                  <a:moveTo>
                    <a:pt x="249" y="162"/>
                  </a:moveTo>
                  <a:cubicBezTo>
                    <a:pt x="249" y="160"/>
                    <a:pt x="246" y="160"/>
                    <a:pt x="241" y="160"/>
                  </a:cubicBezTo>
                  <a:cubicBezTo>
                    <a:pt x="238" y="160"/>
                    <a:pt x="240" y="162"/>
                    <a:pt x="241" y="162"/>
                  </a:cubicBezTo>
                  <a:cubicBezTo>
                    <a:pt x="242" y="163"/>
                    <a:pt x="246" y="164"/>
                    <a:pt x="247" y="165"/>
                  </a:cubicBezTo>
                  <a:cubicBezTo>
                    <a:pt x="248" y="165"/>
                    <a:pt x="250" y="163"/>
                    <a:pt x="249" y="162"/>
                  </a:cubicBezTo>
                  <a:close/>
                  <a:moveTo>
                    <a:pt x="243" y="193"/>
                  </a:moveTo>
                  <a:cubicBezTo>
                    <a:pt x="242" y="193"/>
                    <a:pt x="240" y="193"/>
                    <a:pt x="241" y="194"/>
                  </a:cubicBezTo>
                  <a:cubicBezTo>
                    <a:pt x="241" y="195"/>
                    <a:pt x="243" y="195"/>
                    <a:pt x="244" y="195"/>
                  </a:cubicBezTo>
                  <a:cubicBezTo>
                    <a:pt x="246" y="196"/>
                    <a:pt x="246" y="195"/>
                    <a:pt x="246" y="194"/>
                  </a:cubicBezTo>
                  <a:cubicBezTo>
                    <a:pt x="246" y="193"/>
                    <a:pt x="245" y="194"/>
                    <a:pt x="243" y="193"/>
                  </a:cubicBezTo>
                  <a:close/>
                  <a:moveTo>
                    <a:pt x="212" y="153"/>
                  </a:moveTo>
                  <a:cubicBezTo>
                    <a:pt x="212" y="152"/>
                    <a:pt x="212" y="150"/>
                    <a:pt x="212" y="149"/>
                  </a:cubicBezTo>
                  <a:cubicBezTo>
                    <a:pt x="211" y="148"/>
                    <a:pt x="210" y="146"/>
                    <a:pt x="208" y="148"/>
                  </a:cubicBezTo>
                  <a:cubicBezTo>
                    <a:pt x="207" y="150"/>
                    <a:pt x="208" y="151"/>
                    <a:pt x="209" y="153"/>
                  </a:cubicBezTo>
                  <a:cubicBezTo>
                    <a:pt x="210" y="155"/>
                    <a:pt x="212" y="155"/>
                    <a:pt x="212" y="153"/>
                  </a:cubicBezTo>
                  <a:close/>
                  <a:moveTo>
                    <a:pt x="264" y="58"/>
                  </a:moveTo>
                  <a:cubicBezTo>
                    <a:pt x="264" y="57"/>
                    <a:pt x="263" y="54"/>
                    <a:pt x="262" y="55"/>
                  </a:cubicBezTo>
                  <a:cubicBezTo>
                    <a:pt x="262" y="56"/>
                    <a:pt x="261" y="57"/>
                    <a:pt x="262" y="58"/>
                  </a:cubicBezTo>
                  <a:cubicBezTo>
                    <a:pt x="262" y="59"/>
                    <a:pt x="263" y="60"/>
                    <a:pt x="264" y="58"/>
                  </a:cubicBezTo>
                  <a:close/>
                  <a:moveTo>
                    <a:pt x="228" y="28"/>
                  </a:moveTo>
                  <a:cubicBezTo>
                    <a:pt x="227" y="30"/>
                    <a:pt x="227" y="30"/>
                    <a:pt x="227" y="31"/>
                  </a:cubicBezTo>
                  <a:cubicBezTo>
                    <a:pt x="228" y="32"/>
                    <a:pt x="229" y="32"/>
                    <a:pt x="229" y="31"/>
                  </a:cubicBezTo>
                  <a:cubicBezTo>
                    <a:pt x="229" y="29"/>
                    <a:pt x="229" y="28"/>
                    <a:pt x="228" y="28"/>
                  </a:cubicBezTo>
                  <a:close/>
                  <a:moveTo>
                    <a:pt x="219" y="36"/>
                  </a:moveTo>
                  <a:cubicBezTo>
                    <a:pt x="218" y="35"/>
                    <a:pt x="219" y="35"/>
                    <a:pt x="215" y="32"/>
                  </a:cubicBezTo>
                  <a:cubicBezTo>
                    <a:pt x="210" y="28"/>
                    <a:pt x="206" y="26"/>
                    <a:pt x="206" y="28"/>
                  </a:cubicBezTo>
                  <a:cubicBezTo>
                    <a:pt x="206" y="30"/>
                    <a:pt x="205" y="30"/>
                    <a:pt x="208" y="32"/>
                  </a:cubicBezTo>
                  <a:cubicBezTo>
                    <a:pt x="211" y="34"/>
                    <a:pt x="213" y="33"/>
                    <a:pt x="215" y="35"/>
                  </a:cubicBezTo>
                  <a:cubicBezTo>
                    <a:pt x="217" y="37"/>
                    <a:pt x="216" y="37"/>
                    <a:pt x="221" y="39"/>
                  </a:cubicBezTo>
                  <a:cubicBezTo>
                    <a:pt x="225" y="41"/>
                    <a:pt x="226" y="40"/>
                    <a:pt x="228" y="43"/>
                  </a:cubicBezTo>
                  <a:cubicBezTo>
                    <a:pt x="230" y="46"/>
                    <a:pt x="232" y="45"/>
                    <a:pt x="235" y="49"/>
                  </a:cubicBezTo>
                  <a:cubicBezTo>
                    <a:pt x="238" y="53"/>
                    <a:pt x="239" y="52"/>
                    <a:pt x="240" y="56"/>
                  </a:cubicBezTo>
                  <a:cubicBezTo>
                    <a:pt x="242" y="59"/>
                    <a:pt x="242" y="59"/>
                    <a:pt x="242" y="63"/>
                  </a:cubicBezTo>
                  <a:cubicBezTo>
                    <a:pt x="243" y="66"/>
                    <a:pt x="242" y="66"/>
                    <a:pt x="244" y="69"/>
                  </a:cubicBezTo>
                  <a:cubicBezTo>
                    <a:pt x="246" y="72"/>
                    <a:pt x="247" y="73"/>
                    <a:pt x="248" y="71"/>
                  </a:cubicBezTo>
                  <a:cubicBezTo>
                    <a:pt x="249" y="68"/>
                    <a:pt x="248" y="67"/>
                    <a:pt x="249" y="64"/>
                  </a:cubicBezTo>
                  <a:cubicBezTo>
                    <a:pt x="251" y="62"/>
                    <a:pt x="252" y="61"/>
                    <a:pt x="250" y="58"/>
                  </a:cubicBezTo>
                  <a:cubicBezTo>
                    <a:pt x="248" y="55"/>
                    <a:pt x="245" y="54"/>
                    <a:pt x="243" y="52"/>
                  </a:cubicBezTo>
                  <a:cubicBezTo>
                    <a:pt x="241" y="50"/>
                    <a:pt x="238" y="49"/>
                    <a:pt x="235" y="46"/>
                  </a:cubicBezTo>
                  <a:cubicBezTo>
                    <a:pt x="233" y="43"/>
                    <a:pt x="230" y="42"/>
                    <a:pt x="228" y="40"/>
                  </a:cubicBezTo>
                  <a:cubicBezTo>
                    <a:pt x="226" y="39"/>
                    <a:pt x="220" y="38"/>
                    <a:pt x="219" y="36"/>
                  </a:cubicBezTo>
                  <a:close/>
                  <a:moveTo>
                    <a:pt x="240" y="39"/>
                  </a:moveTo>
                  <a:cubicBezTo>
                    <a:pt x="241" y="40"/>
                    <a:pt x="242" y="42"/>
                    <a:pt x="242" y="39"/>
                  </a:cubicBezTo>
                  <a:cubicBezTo>
                    <a:pt x="242" y="37"/>
                    <a:pt x="242" y="35"/>
                    <a:pt x="241" y="35"/>
                  </a:cubicBezTo>
                  <a:cubicBezTo>
                    <a:pt x="239" y="36"/>
                    <a:pt x="239" y="37"/>
                    <a:pt x="240" y="39"/>
                  </a:cubicBezTo>
                  <a:close/>
                  <a:moveTo>
                    <a:pt x="195" y="25"/>
                  </a:moveTo>
                  <a:cubicBezTo>
                    <a:pt x="195" y="23"/>
                    <a:pt x="192" y="21"/>
                    <a:pt x="190" y="22"/>
                  </a:cubicBezTo>
                  <a:cubicBezTo>
                    <a:pt x="188" y="23"/>
                    <a:pt x="187" y="24"/>
                    <a:pt x="188" y="25"/>
                  </a:cubicBezTo>
                  <a:cubicBezTo>
                    <a:pt x="190" y="26"/>
                    <a:pt x="191" y="26"/>
                    <a:pt x="192" y="27"/>
                  </a:cubicBezTo>
                  <a:cubicBezTo>
                    <a:pt x="194" y="28"/>
                    <a:pt x="195" y="26"/>
                    <a:pt x="195" y="25"/>
                  </a:cubicBezTo>
                  <a:close/>
                  <a:moveTo>
                    <a:pt x="189" y="75"/>
                  </a:moveTo>
                  <a:cubicBezTo>
                    <a:pt x="188" y="77"/>
                    <a:pt x="188" y="79"/>
                    <a:pt x="189" y="80"/>
                  </a:cubicBezTo>
                  <a:cubicBezTo>
                    <a:pt x="190" y="80"/>
                    <a:pt x="192" y="80"/>
                    <a:pt x="192" y="78"/>
                  </a:cubicBezTo>
                  <a:cubicBezTo>
                    <a:pt x="192" y="76"/>
                    <a:pt x="190" y="74"/>
                    <a:pt x="189" y="75"/>
                  </a:cubicBezTo>
                  <a:close/>
                  <a:moveTo>
                    <a:pt x="175" y="69"/>
                  </a:moveTo>
                  <a:cubicBezTo>
                    <a:pt x="175" y="70"/>
                    <a:pt x="176" y="71"/>
                    <a:pt x="177" y="72"/>
                  </a:cubicBezTo>
                  <a:cubicBezTo>
                    <a:pt x="178" y="73"/>
                    <a:pt x="180" y="72"/>
                    <a:pt x="180" y="70"/>
                  </a:cubicBezTo>
                  <a:cubicBezTo>
                    <a:pt x="180" y="69"/>
                    <a:pt x="176" y="66"/>
                    <a:pt x="175" y="69"/>
                  </a:cubicBezTo>
                  <a:close/>
                  <a:moveTo>
                    <a:pt x="179" y="1"/>
                  </a:moveTo>
                  <a:cubicBezTo>
                    <a:pt x="177" y="3"/>
                    <a:pt x="180" y="4"/>
                    <a:pt x="181" y="5"/>
                  </a:cubicBezTo>
                  <a:cubicBezTo>
                    <a:pt x="181" y="7"/>
                    <a:pt x="184" y="6"/>
                    <a:pt x="183" y="4"/>
                  </a:cubicBezTo>
                  <a:cubicBezTo>
                    <a:pt x="183" y="3"/>
                    <a:pt x="180" y="0"/>
                    <a:pt x="179" y="1"/>
                  </a:cubicBezTo>
                  <a:close/>
                  <a:moveTo>
                    <a:pt x="144" y="22"/>
                  </a:moveTo>
                  <a:cubicBezTo>
                    <a:pt x="146" y="21"/>
                    <a:pt x="145" y="20"/>
                    <a:pt x="143" y="20"/>
                  </a:cubicBezTo>
                  <a:cubicBezTo>
                    <a:pt x="142" y="20"/>
                    <a:pt x="141" y="22"/>
                    <a:pt x="142" y="22"/>
                  </a:cubicBezTo>
                  <a:cubicBezTo>
                    <a:pt x="143" y="23"/>
                    <a:pt x="142" y="23"/>
                    <a:pt x="144" y="22"/>
                  </a:cubicBezTo>
                  <a:close/>
                  <a:moveTo>
                    <a:pt x="153" y="87"/>
                  </a:moveTo>
                  <a:cubicBezTo>
                    <a:pt x="153" y="88"/>
                    <a:pt x="154" y="90"/>
                    <a:pt x="154" y="91"/>
                  </a:cubicBezTo>
                  <a:cubicBezTo>
                    <a:pt x="155" y="92"/>
                    <a:pt x="157" y="94"/>
                    <a:pt x="158" y="95"/>
                  </a:cubicBezTo>
                  <a:cubicBezTo>
                    <a:pt x="160" y="95"/>
                    <a:pt x="162" y="95"/>
                    <a:pt x="165" y="96"/>
                  </a:cubicBezTo>
                  <a:cubicBezTo>
                    <a:pt x="168" y="98"/>
                    <a:pt x="166" y="98"/>
                    <a:pt x="166" y="99"/>
                  </a:cubicBezTo>
                  <a:cubicBezTo>
                    <a:pt x="167" y="100"/>
                    <a:pt x="170" y="100"/>
                    <a:pt x="173" y="99"/>
                  </a:cubicBezTo>
                  <a:cubicBezTo>
                    <a:pt x="176" y="98"/>
                    <a:pt x="176" y="100"/>
                    <a:pt x="177" y="101"/>
                  </a:cubicBezTo>
                  <a:cubicBezTo>
                    <a:pt x="178" y="102"/>
                    <a:pt x="181" y="103"/>
                    <a:pt x="182" y="103"/>
                  </a:cubicBezTo>
                  <a:cubicBezTo>
                    <a:pt x="183" y="103"/>
                    <a:pt x="188" y="103"/>
                    <a:pt x="189" y="102"/>
                  </a:cubicBezTo>
                  <a:cubicBezTo>
                    <a:pt x="191" y="101"/>
                    <a:pt x="194" y="100"/>
                    <a:pt x="197" y="100"/>
                  </a:cubicBezTo>
                  <a:cubicBezTo>
                    <a:pt x="201" y="100"/>
                    <a:pt x="204" y="100"/>
                    <a:pt x="207" y="99"/>
                  </a:cubicBezTo>
                  <a:cubicBezTo>
                    <a:pt x="210" y="97"/>
                    <a:pt x="210" y="97"/>
                    <a:pt x="214" y="94"/>
                  </a:cubicBezTo>
                  <a:cubicBezTo>
                    <a:pt x="218" y="91"/>
                    <a:pt x="218" y="92"/>
                    <a:pt x="220" y="89"/>
                  </a:cubicBezTo>
                  <a:cubicBezTo>
                    <a:pt x="221" y="85"/>
                    <a:pt x="225" y="87"/>
                    <a:pt x="227" y="87"/>
                  </a:cubicBezTo>
                  <a:cubicBezTo>
                    <a:pt x="229" y="87"/>
                    <a:pt x="230" y="85"/>
                    <a:pt x="231" y="84"/>
                  </a:cubicBezTo>
                  <a:cubicBezTo>
                    <a:pt x="232" y="82"/>
                    <a:pt x="231" y="82"/>
                    <a:pt x="230" y="80"/>
                  </a:cubicBezTo>
                  <a:cubicBezTo>
                    <a:pt x="228" y="79"/>
                    <a:pt x="228" y="78"/>
                    <a:pt x="228" y="75"/>
                  </a:cubicBezTo>
                  <a:cubicBezTo>
                    <a:pt x="229" y="73"/>
                    <a:pt x="230" y="75"/>
                    <a:pt x="232" y="75"/>
                  </a:cubicBezTo>
                  <a:cubicBezTo>
                    <a:pt x="235" y="76"/>
                    <a:pt x="235" y="75"/>
                    <a:pt x="235" y="74"/>
                  </a:cubicBezTo>
                  <a:cubicBezTo>
                    <a:pt x="235" y="72"/>
                    <a:pt x="235" y="69"/>
                    <a:pt x="236" y="67"/>
                  </a:cubicBezTo>
                  <a:cubicBezTo>
                    <a:pt x="237" y="65"/>
                    <a:pt x="237" y="64"/>
                    <a:pt x="235" y="63"/>
                  </a:cubicBezTo>
                  <a:cubicBezTo>
                    <a:pt x="234" y="61"/>
                    <a:pt x="232" y="62"/>
                    <a:pt x="232" y="60"/>
                  </a:cubicBezTo>
                  <a:cubicBezTo>
                    <a:pt x="231" y="59"/>
                    <a:pt x="230" y="59"/>
                    <a:pt x="227" y="61"/>
                  </a:cubicBezTo>
                  <a:cubicBezTo>
                    <a:pt x="225" y="62"/>
                    <a:pt x="224" y="61"/>
                    <a:pt x="222" y="60"/>
                  </a:cubicBezTo>
                  <a:cubicBezTo>
                    <a:pt x="221" y="59"/>
                    <a:pt x="219" y="60"/>
                    <a:pt x="219" y="62"/>
                  </a:cubicBezTo>
                  <a:cubicBezTo>
                    <a:pt x="219" y="64"/>
                    <a:pt x="220" y="68"/>
                    <a:pt x="221" y="71"/>
                  </a:cubicBezTo>
                  <a:cubicBezTo>
                    <a:pt x="222" y="73"/>
                    <a:pt x="222" y="74"/>
                    <a:pt x="220" y="75"/>
                  </a:cubicBezTo>
                  <a:cubicBezTo>
                    <a:pt x="219" y="77"/>
                    <a:pt x="217" y="76"/>
                    <a:pt x="214" y="77"/>
                  </a:cubicBezTo>
                  <a:cubicBezTo>
                    <a:pt x="211" y="78"/>
                    <a:pt x="213" y="79"/>
                    <a:pt x="211" y="81"/>
                  </a:cubicBezTo>
                  <a:cubicBezTo>
                    <a:pt x="209" y="84"/>
                    <a:pt x="208" y="83"/>
                    <a:pt x="205" y="86"/>
                  </a:cubicBezTo>
                  <a:cubicBezTo>
                    <a:pt x="204" y="88"/>
                    <a:pt x="201" y="88"/>
                    <a:pt x="200" y="88"/>
                  </a:cubicBezTo>
                  <a:cubicBezTo>
                    <a:pt x="199" y="88"/>
                    <a:pt x="198" y="87"/>
                    <a:pt x="197" y="86"/>
                  </a:cubicBezTo>
                  <a:cubicBezTo>
                    <a:pt x="195" y="85"/>
                    <a:pt x="193" y="88"/>
                    <a:pt x="192" y="88"/>
                  </a:cubicBezTo>
                  <a:cubicBezTo>
                    <a:pt x="190" y="87"/>
                    <a:pt x="191" y="87"/>
                    <a:pt x="188" y="86"/>
                  </a:cubicBezTo>
                  <a:cubicBezTo>
                    <a:pt x="185" y="86"/>
                    <a:pt x="184" y="88"/>
                    <a:pt x="182" y="88"/>
                  </a:cubicBezTo>
                  <a:cubicBezTo>
                    <a:pt x="181" y="88"/>
                    <a:pt x="180" y="87"/>
                    <a:pt x="178" y="87"/>
                  </a:cubicBezTo>
                  <a:cubicBezTo>
                    <a:pt x="177" y="87"/>
                    <a:pt x="175" y="89"/>
                    <a:pt x="172" y="89"/>
                  </a:cubicBezTo>
                  <a:cubicBezTo>
                    <a:pt x="169" y="89"/>
                    <a:pt x="169" y="88"/>
                    <a:pt x="167" y="87"/>
                  </a:cubicBezTo>
                  <a:cubicBezTo>
                    <a:pt x="166" y="87"/>
                    <a:pt x="166" y="87"/>
                    <a:pt x="162" y="89"/>
                  </a:cubicBezTo>
                  <a:cubicBezTo>
                    <a:pt x="158" y="90"/>
                    <a:pt x="159" y="88"/>
                    <a:pt x="158" y="86"/>
                  </a:cubicBezTo>
                  <a:cubicBezTo>
                    <a:pt x="156" y="84"/>
                    <a:pt x="153" y="86"/>
                    <a:pt x="153" y="87"/>
                  </a:cubicBezTo>
                  <a:close/>
                  <a:moveTo>
                    <a:pt x="140" y="86"/>
                  </a:moveTo>
                  <a:cubicBezTo>
                    <a:pt x="140" y="88"/>
                    <a:pt x="141" y="88"/>
                    <a:pt x="142" y="89"/>
                  </a:cubicBezTo>
                  <a:cubicBezTo>
                    <a:pt x="143" y="90"/>
                    <a:pt x="142" y="91"/>
                    <a:pt x="144" y="93"/>
                  </a:cubicBezTo>
                  <a:cubicBezTo>
                    <a:pt x="145" y="94"/>
                    <a:pt x="146" y="93"/>
                    <a:pt x="147" y="90"/>
                  </a:cubicBezTo>
                  <a:cubicBezTo>
                    <a:pt x="147" y="87"/>
                    <a:pt x="142" y="83"/>
                    <a:pt x="140" y="86"/>
                  </a:cubicBezTo>
                  <a:close/>
                  <a:moveTo>
                    <a:pt x="116" y="19"/>
                  </a:moveTo>
                  <a:cubicBezTo>
                    <a:pt x="119" y="20"/>
                    <a:pt x="132" y="19"/>
                    <a:pt x="133" y="18"/>
                  </a:cubicBezTo>
                  <a:cubicBezTo>
                    <a:pt x="134" y="16"/>
                    <a:pt x="136" y="14"/>
                    <a:pt x="134" y="14"/>
                  </a:cubicBezTo>
                  <a:cubicBezTo>
                    <a:pt x="133" y="14"/>
                    <a:pt x="131" y="15"/>
                    <a:pt x="128" y="15"/>
                  </a:cubicBezTo>
                  <a:cubicBezTo>
                    <a:pt x="125" y="15"/>
                    <a:pt x="124" y="14"/>
                    <a:pt x="120" y="14"/>
                  </a:cubicBezTo>
                  <a:cubicBezTo>
                    <a:pt x="117" y="14"/>
                    <a:pt x="113" y="18"/>
                    <a:pt x="116" y="19"/>
                  </a:cubicBezTo>
                  <a:close/>
                  <a:moveTo>
                    <a:pt x="128" y="87"/>
                  </a:moveTo>
                  <a:cubicBezTo>
                    <a:pt x="129" y="86"/>
                    <a:pt x="129" y="85"/>
                    <a:pt x="130" y="83"/>
                  </a:cubicBezTo>
                  <a:cubicBezTo>
                    <a:pt x="130" y="81"/>
                    <a:pt x="127" y="80"/>
                    <a:pt x="127" y="82"/>
                  </a:cubicBezTo>
                  <a:cubicBezTo>
                    <a:pt x="126" y="86"/>
                    <a:pt x="127" y="87"/>
                    <a:pt x="128" y="87"/>
                  </a:cubicBezTo>
                  <a:close/>
                  <a:moveTo>
                    <a:pt x="107" y="69"/>
                  </a:moveTo>
                  <a:cubicBezTo>
                    <a:pt x="107" y="67"/>
                    <a:pt x="106" y="62"/>
                    <a:pt x="104" y="65"/>
                  </a:cubicBezTo>
                  <a:cubicBezTo>
                    <a:pt x="104" y="67"/>
                    <a:pt x="102" y="69"/>
                    <a:pt x="103" y="70"/>
                  </a:cubicBezTo>
                  <a:cubicBezTo>
                    <a:pt x="104" y="70"/>
                    <a:pt x="106" y="71"/>
                    <a:pt x="107" y="6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E4B0348F-3041-3EBD-3007-00D04B64D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327" y="1154554"/>
              <a:ext cx="238355" cy="363880"/>
            </a:xfrm>
            <a:custGeom>
              <a:avLst/>
              <a:gdLst>
                <a:gd name="T0" fmla="*/ 164 w 218"/>
                <a:gd name="T1" fmla="*/ 38 h 338"/>
                <a:gd name="T2" fmla="*/ 171 w 218"/>
                <a:gd name="T3" fmla="*/ 19 h 338"/>
                <a:gd name="T4" fmla="*/ 152 w 218"/>
                <a:gd name="T5" fmla="*/ 7 h 338"/>
                <a:gd name="T6" fmla="*/ 131 w 218"/>
                <a:gd name="T7" fmla="*/ 5 h 338"/>
                <a:gd name="T8" fmla="*/ 106 w 218"/>
                <a:gd name="T9" fmla="*/ 17 h 338"/>
                <a:gd name="T10" fmla="*/ 94 w 218"/>
                <a:gd name="T11" fmla="*/ 44 h 338"/>
                <a:gd name="T12" fmla="*/ 75 w 218"/>
                <a:gd name="T13" fmla="*/ 52 h 338"/>
                <a:gd name="T14" fmla="*/ 42 w 218"/>
                <a:gd name="T15" fmla="*/ 50 h 338"/>
                <a:gd name="T16" fmla="*/ 23 w 218"/>
                <a:gd name="T17" fmla="*/ 39 h 338"/>
                <a:gd name="T18" fmla="*/ 11 w 218"/>
                <a:gd name="T19" fmla="*/ 30 h 338"/>
                <a:gd name="T20" fmla="*/ 4 w 218"/>
                <a:gd name="T21" fmla="*/ 35 h 338"/>
                <a:gd name="T22" fmla="*/ 3 w 218"/>
                <a:gd name="T23" fmla="*/ 40 h 338"/>
                <a:gd name="T24" fmla="*/ 52 w 218"/>
                <a:gd name="T25" fmla="*/ 69 h 338"/>
                <a:gd name="T26" fmla="*/ 56 w 218"/>
                <a:gd name="T27" fmla="*/ 91 h 338"/>
                <a:gd name="T28" fmla="*/ 58 w 218"/>
                <a:gd name="T29" fmla="*/ 105 h 338"/>
                <a:gd name="T30" fmla="*/ 60 w 218"/>
                <a:gd name="T31" fmla="*/ 134 h 338"/>
                <a:gd name="T32" fmla="*/ 69 w 218"/>
                <a:gd name="T33" fmla="*/ 150 h 338"/>
                <a:gd name="T34" fmla="*/ 91 w 218"/>
                <a:gd name="T35" fmla="*/ 162 h 338"/>
                <a:gd name="T36" fmla="*/ 94 w 218"/>
                <a:gd name="T37" fmla="*/ 180 h 338"/>
                <a:gd name="T38" fmla="*/ 85 w 218"/>
                <a:gd name="T39" fmla="*/ 182 h 338"/>
                <a:gd name="T40" fmla="*/ 69 w 218"/>
                <a:gd name="T41" fmla="*/ 197 h 338"/>
                <a:gd name="T42" fmla="*/ 52 w 218"/>
                <a:gd name="T43" fmla="*/ 210 h 338"/>
                <a:gd name="T44" fmla="*/ 39 w 218"/>
                <a:gd name="T45" fmla="*/ 223 h 338"/>
                <a:gd name="T46" fmla="*/ 27 w 218"/>
                <a:gd name="T47" fmla="*/ 236 h 338"/>
                <a:gd name="T48" fmla="*/ 17 w 218"/>
                <a:gd name="T49" fmla="*/ 242 h 338"/>
                <a:gd name="T50" fmla="*/ 7 w 218"/>
                <a:gd name="T51" fmla="*/ 260 h 338"/>
                <a:gd name="T52" fmla="*/ 13 w 218"/>
                <a:gd name="T53" fmla="*/ 281 h 338"/>
                <a:gd name="T54" fmla="*/ 15 w 218"/>
                <a:gd name="T55" fmla="*/ 300 h 338"/>
                <a:gd name="T56" fmla="*/ 13 w 218"/>
                <a:gd name="T57" fmla="*/ 321 h 338"/>
                <a:gd name="T58" fmla="*/ 29 w 218"/>
                <a:gd name="T59" fmla="*/ 323 h 338"/>
                <a:gd name="T60" fmla="*/ 45 w 218"/>
                <a:gd name="T61" fmla="*/ 328 h 338"/>
                <a:gd name="T62" fmla="*/ 59 w 218"/>
                <a:gd name="T63" fmla="*/ 337 h 338"/>
                <a:gd name="T64" fmla="*/ 80 w 218"/>
                <a:gd name="T65" fmla="*/ 332 h 338"/>
                <a:gd name="T66" fmla="*/ 103 w 218"/>
                <a:gd name="T67" fmla="*/ 328 h 338"/>
                <a:gd name="T68" fmla="*/ 125 w 218"/>
                <a:gd name="T69" fmla="*/ 321 h 338"/>
                <a:gd name="T70" fmla="*/ 148 w 218"/>
                <a:gd name="T71" fmla="*/ 314 h 338"/>
                <a:gd name="T72" fmla="*/ 180 w 218"/>
                <a:gd name="T73" fmla="*/ 290 h 338"/>
                <a:gd name="T74" fmla="*/ 216 w 218"/>
                <a:gd name="T75" fmla="*/ 250 h 338"/>
                <a:gd name="T76" fmla="*/ 207 w 218"/>
                <a:gd name="T77" fmla="*/ 234 h 338"/>
                <a:gd name="T78" fmla="*/ 193 w 218"/>
                <a:gd name="T79" fmla="*/ 213 h 338"/>
                <a:gd name="T80" fmla="*/ 189 w 218"/>
                <a:gd name="T81" fmla="*/ 196 h 338"/>
                <a:gd name="T82" fmla="*/ 187 w 218"/>
                <a:gd name="T83" fmla="*/ 186 h 338"/>
                <a:gd name="T84" fmla="*/ 181 w 218"/>
                <a:gd name="T85" fmla="*/ 176 h 338"/>
                <a:gd name="T86" fmla="*/ 180 w 218"/>
                <a:gd name="T87" fmla="*/ 165 h 338"/>
                <a:gd name="T88" fmla="*/ 187 w 218"/>
                <a:gd name="T89" fmla="*/ 154 h 338"/>
                <a:gd name="T90" fmla="*/ 186 w 218"/>
                <a:gd name="T91" fmla="*/ 147 h 338"/>
                <a:gd name="T92" fmla="*/ 168 w 218"/>
                <a:gd name="T93" fmla="*/ 112 h 338"/>
                <a:gd name="T94" fmla="*/ 184 w 218"/>
                <a:gd name="T95" fmla="*/ 86 h 338"/>
                <a:gd name="T96" fmla="*/ 171 w 218"/>
                <a:gd name="T97" fmla="*/ 71 h 338"/>
                <a:gd name="T98" fmla="*/ 155 w 218"/>
                <a:gd name="T99" fmla="*/ 59 h 338"/>
                <a:gd name="T100" fmla="*/ 156 w 218"/>
                <a:gd name="T101" fmla="*/ 4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18" h="338">
                  <a:moveTo>
                    <a:pt x="157" y="41"/>
                  </a:moveTo>
                  <a:cubicBezTo>
                    <a:pt x="157" y="41"/>
                    <a:pt x="157" y="41"/>
                    <a:pt x="157" y="41"/>
                  </a:cubicBezTo>
                  <a:cubicBezTo>
                    <a:pt x="158" y="40"/>
                    <a:pt x="159" y="39"/>
                    <a:pt x="161" y="39"/>
                  </a:cubicBezTo>
                  <a:cubicBezTo>
                    <a:pt x="162" y="38"/>
                    <a:pt x="163" y="38"/>
                    <a:pt x="164" y="38"/>
                  </a:cubicBezTo>
                  <a:cubicBezTo>
                    <a:pt x="165" y="37"/>
                    <a:pt x="166" y="37"/>
                    <a:pt x="167" y="37"/>
                  </a:cubicBezTo>
                  <a:cubicBezTo>
                    <a:pt x="166" y="36"/>
                    <a:pt x="165" y="33"/>
                    <a:pt x="164" y="31"/>
                  </a:cubicBezTo>
                  <a:cubicBezTo>
                    <a:pt x="163" y="28"/>
                    <a:pt x="167" y="24"/>
                    <a:pt x="169" y="22"/>
                  </a:cubicBezTo>
                  <a:cubicBezTo>
                    <a:pt x="170" y="21"/>
                    <a:pt x="171" y="20"/>
                    <a:pt x="171" y="19"/>
                  </a:cubicBezTo>
                  <a:cubicBezTo>
                    <a:pt x="171" y="19"/>
                    <a:pt x="171" y="19"/>
                    <a:pt x="171" y="18"/>
                  </a:cubicBezTo>
                  <a:cubicBezTo>
                    <a:pt x="170" y="17"/>
                    <a:pt x="168" y="16"/>
                    <a:pt x="166" y="14"/>
                  </a:cubicBezTo>
                  <a:cubicBezTo>
                    <a:pt x="164" y="13"/>
                    <a:pt x="161" y="11"/>
                    <a:pt x="158" y="10"/>
                  </a:cubicBezTo>
                  <a:cubicBezTo>
                    <a:pt x="156" y="9"/>
                    <a:pt x="154" y="8"/>
                    <a:pt x="152" y="7"/>
                  </a:cubicBezTo>
                  <a:cubicBezTo>
                    <a:pt x="149" y="5"/>
                    <a:pt x="147" y="4"/>
                    <a:pt x="146" y="3"/>
                  </a:cubicBezTo>
                  <a:cubicBezTo>
                    <a:pt x="143" y="1"/>
                    <a:pt x="142" y="0"/>
                    <a:pt x="141" y="1"/>
                  </a:cubicBezTo>
                  <a:cubicBezTo>
                    <a:pt x="140" y="1"/>
                    <a:pt x="139" y="1"/>
                    <a:pt x="138" y="2"/>
                  </a:cubicBezTo>
                  <a:cubicBezTo>
                    <a:pt x="137" y="3"/>
                    <a:pt x="134" y="4"/>
                    <a:pt x="131" y="5"/>
                  </a:cubicBezTo>
                  <a:cubicBezTo>
                    <a:pt x="128" y="5"/>
                    <a:pt x="125" y="5"/>
                    <a:pt x="123" y="6"/>
                  </a:cubicBezTo>
                  <a:cubicBezTo>
                    <a:pt x="121" y="6"/>
                    <a:pt x="119" y="6"/>
                    <a:pt x="118" y="7"/>
                  </a:cubicBezTo>
                  <a:cubicBezTo>
                    <a:pt x="116" y="7"/>
                    <a:pt x="114" y="9"/>
                    <a:pt x="111" y="11"/>
                  </a:cubicBezTo>
                  <a:cubicBezTo>
                    <a:pt x="109" y="13"/>
                    <a:pt x="107" y="15"/>
                    <a:pt x="106" y="17"/>
                  </a:cubicBezTo>
                  <a:cubicBezTo>
                    <a:pt x="105" y="19"/>
                    <a:pt x="104" y="25"/>
                    <a:pt x="103" y="31"/>
                  </a:cubicBezTo>
                  <a:cubicBezTo>
                    <a:pt x="102" y="35"/>
                    <a:pt x="102" y="39"/>
                    <a:pt x="101" y="41"/>
                  </a:cubicBezTo>
                  <a:cubicBezTo>
                    <a:pt x="100" y="44"/>
                    <a:pt x="98" y="44"/>
                    <a:pt x="97" y="44"/>
                  </a:cubicBezTo>
                  <a:cubicBezTo>
                    <a:pt x="96" y="44"/>
                    <a:pt x="95" y="44"/>
                    <a:pt x="94" y="44"/>
                  </a:cubicBezTo>
                  <a:cubicBezTo>
                    <a:pt x="92" y="45"/>
                    <a:pt x="91" y="47"/>
                    <a:pt x="89" y="49"/>
                  </a:cubicBezTo>
                  <a:cubicBezTo>
                    <a:pt x="87" y="52"/>
                    <a:pt x="86" y="54"/>
                    <a:pt x="84" y="54"/>
                  </a:cubicBezTo>
                  <a:cubicBezTo>
                    <a:pt x="84" y="54"/>
                    <a:pt x="84" y="54"/>
                    <a:pt x="84" y="54"/>
                  </a:cubicBezTo>
                  <a:cubicBezTo>
                    <a:pt x="82" y="56"/>
                    <a:pt x="79" y="54"/>
                    <a:pt x="75" y="52"/>
                  </a:cubicBezTo>
                  <a:cubicBezTo>
                    <a:pt x="73" y="51"/>
                    <a:pt x="70" y="49"/>
                    <a:pt x="67" y="47"/>
                  </a:cubicBezTo>
                  <a:cubicBezTo>
                    <a:pt x="62" y="45"/>
                    <a:pt x="61" y="46"/>
                    <a:pt x="60" y="47"/>
                  </a:cubicBezTo>
                  <a:cubicBezTo>
                    <a:pt x="59" y="48"/>
                    <a:pt x="58" y="48"/>
                    <a:pt x="57" y="49"/>
                  </a:cubicBezTo>
                  <a:cubicBezTo>
                    <a:pt x="54" y="49"/>
                    <a:pt x="48" y="50"/>
                    <a:pt x="42" y="50"/>
                  </a:cubicBezTo>
                  <a:cubicBezTo>
                    <a:pt x="38" y="50"/>
                    <a:pt x="33" y="49"/>
                    <a:pt x="31" y="48"/>
                  </a:cubicBezTo>
                  <a:cubicBezTo>
                    <a:pt x="26" y="47"/>
                    <a:pt x="26" y="45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2"/>
                    <a:pt x="25" y="40"/>
                    <a:pt x="23" y="39"/>
                  </a:cubicBezTo>
                  <a:cubicBezTo>
                    <a:pt x="22" y="37"/>
                    <a:pt x="20" y="36"/>
                    <a:pt x="18" y="34"/>
                  </a:cubicBezTo>
                  <a:cubicBezTo>
                    <a:pt x="15" y="32"/>
                    <a:pt x="12" y="31"/>
                    <a:pt x="11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0"/>
                    <a:pt x="9" y="30"/>
                    <a:pt x="8" y="30"/>
                  </a:cubicBezTo>
                  <a:cubicBezTo>
                    <a:pt x="7" y="30"/>
                    <a:pt x="6" y="31"/>
                    <a:pt x="6" y="31"/>
                  </a:cubicBezTo>
                  <a:cubicBezTo>
                    <a:pt x="6" y="31"/>
                    <a:pt x="6" y="32"/>
                    <a:pt x="6" y="32"/>
                  </a:cubicBezTo>
                  <a:cubicBezTo>
                    <a:pt x="5" y="33"/>
                    <a:pt x="5" y="34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3" y="36"/>
                    <a:pt x="2" y="37"/>
                    <a:pt x="1" y="38"/>
                  </a:cubicBezTo>
                  <a:cubicBezTo>
                    <a:pt x="1" y="38"/>
                    <a:pt x="0" y="38"/>
                    <a:pt x="0" y="38"/>
                  </a:cubicBezTo>
                  <a:cubicBezTo>
                    <a:pt x="1" y="38"/>
                    <a:pt x="2" y="39"/>
                    <a:pt x="3" y="40"/>
                  </a:cubicBezTo>
                  <a:cubicBezTo>
                    <a:pt x="6" y="42"/>
                    <a:pt x="10" y="45"/>
                    <a:pt x="12" y="46"/>
                  </a:cubicBezTo>
                  <a:cubicBezTo>
                    <a:pt x="14" y="47"/>
                    <a:pt x="20" y="51"/>
                    <a:pt x="27" y="55"/>
                  </a:cubicBezTo>
                  <a:cubicBezTo>
                    <a:pt x="38" y="61"/>
                    <a:pt x="50" y="68"/>
                    <a:pt x="51" y="69"/>
                  </a:cubicBezTo>
                  <a:cubicBezTo>
                    <a:pt x="51" y="69"/>
                    <a:pt x="52" y="69"/>
                    <a:pt x="52" y="69"/>
                  </a:cubicBezTo>
                  <a:cubicBezTo>
                    <a:pt x="54" y="71"/>
                    <a:pt x="58" y="74"/>
                    <a:pt x="58" y="77"/>
                  </a:cubicBezTo>
                  <a:cubicBezTo>
                    <a:pt x="58" y="78"/>
                    <a:pt x="57" y="79"/>
                    <a:pt x="57" y="81"/>
                  </a:cubicBezTo>
                  <a:cubicBezTo>
                    <a:pt x="56" y="85"/>
                    <a:pt x="56" y="90"/>
                    <a:pt x="56" y="91"/>
                  </a:cubicBezTo>
                  <a:cubicBezTo>
                    <a:pt x="56" y="91"/>
                    <a:pt x="56" y="91"/>
                    <a:pt x="56" y="91"/>
                  </a:cubicBezTo>
                  <a:cubicBezTo>
                    <a:pt x="56" y="92"/>
                    <a:pt x="57" y="93"/>
                    <a:pt x="58" y="93"/>
                  </a:cubicBezTo>
                  <a:cubicBezTo>
                    <a:pt x="60" y="95"/>
                    <a:pt x="62" y="96"/>
                    <a:pt x="61" y="99"/>
                  </a:cubicBezTo>
                  <a:cubicBezTo>
                    <a:pt x="61" y="99"/>
                    <a:pt x="60" y="100"/>
                    <a:pt x="59" y="101"/>
                  </a:cubicBezTo>
                  <a:cubicBezTo>
                    <a:pt x="59" y="102"/>
                    <a:pt x="58" y="103"/>
                    <a:pt x="58" y="105"/>
                  </a:cubicBezTo>
                  <a:cubicBezTo>
                    <a:pt x="58" y="106"/>
                    <a:pt x="60" y="108"/>
                    <a:pt x="62" y="110"/>
                  </a:cubicBezTo>
                  <a:cubicBezTo>
                    <a:pt x="63" y="112"/>
                    <a:pt x="65" y="114"/>
                    <a:pt x="66" y="116"/>
                  </a:cubicBezTo>
                  <a:cubicBezTo>
                    <a:pt x="66" y="118"/>
                    <a:pt x="64" y="123"/>
                    <a:pt x="63" y="127"/>
                  </a:cubicBezTo>
                  <a:cubicBezTo>
                    <a:pt x="61" y="130"/>
                    <a:pt x="60" y="133"/>
                    <a:pt x="60" y="134"/>
                  </a:cubicBezTo>
                  <a:cubicBezTo>
                    <a:pt x="60" y="135"/>
                    <a:pt x="61" y="136"/>
                    <a:pt x="62" y="138"/>
                  </a:cubicBezTo>
                  <a:cubicBezTo>
                    <a:pt x="62" y="138"/>
                    <a:pt x="62" y="138"/>
                    <a:pt x="62" y="138"/>
                  </a:cubicBezTo>
                  <a:cubicBezTo>
                    <a:pt x="63" y="139"/>
                    <a:pt x="65" y="141"/>
                    <a:pt x="66" y="143"/>
                  </a:cubicBezTo>
                  <a:cubicBezTo>
                    <a:pt x="69" y="145"/>
                    <a:pt x="69" y="147"/>
                    <a:pt x="69" y="150"/>
                  </a:cubicBezTo>
                  <a:cubicBezTo>
                    <a:pt x="72" y="150"/>
                    <a:pt x="72" y="150"/>
                    <a:pt x="74" y="152"/>
                  </a:cubicBezTo>
                  <a:cubicBezTo>
                    <a:pt x="76" y="154"/>
                    <a:pt x="77" y="155"/>
                    <a:pt x="81" y="156"/>
                  </a:cubicBezTo>
                  <a:cubicBezTo>
                    <a:pt x="85" y="156"/>
                    <a:pt x="88" y="156"/>
                    <a:pt x="89" y="157"/>
                  </a:cubicBezTo>
                  <a:cubicBezTo>
                    <a:pt x="91" y="159"/>
                    <a:pt x="91" y="158"/>
                    <a:pt x="91" y="162"/>
                  </a:cubicBezTo>
                  <a:cubicBezTo>
                    <a:pt x="91" y="166"/>
                    <a:pt x="91" y="167"/>
                    <a:pt x="91" y="169"/>
                  </a:cubicBezTo>
                  <a:cubicBezTo>
                    <a:pt x="90" y="171"/>
                    <a:pt x="90" y="172"/>
                    <a:pt x="92" y="174"/>
                  </a:cubicBezTo>
                  <a:cubicBezTo>
                    <a:pt x="94" y="175"/>
                    <a:pt x="95" y="175"/>
                    <a:pt x="95" y="177"/>
                  </a:cubicBezTo>
                  <a:cubicBezTo>
                    <a:pt x="95" y="179"/>
                    <a:pt x="95" y="180"/>
                    <a:pt x="94" y="180"/>
                  </a:cubicBezTo>
                  <a:cubicBezTo>
                    <a:pt x="92" y="180"/>
                    <a:pt x="92" y="178"/>
                    <a:pt x="91" y="179"/>
                  </a:cubicBezTo>
                  <a:cubicBezTo>
                    <a:pt x="91" y="181"/>
                    <a:pt x="93" y="182"/>
                    <a:pt x="92" y="183"/>
                  </a:cubicBezTo>
                  <a:cubicBezTo>
                    <a:pt x="92" y="185"/>
                    <a:pt x="91" y="185"/>
                    <a:pt x="90" y="184"/>
                  </a:cubicBezTo>
                  <a:cubicBezTo>
                    <a:pt x="88" y="183"/>
                    <a:pt x="87" y="181"/>
                    <a:pt x="85" y="182"/>
                  </a:cubicBezTo>
                  <a:cubicBezTo>
                    <a:pt x="83" y="182"/>
                    <a:pt x="81" y="185"/>
                    <a:pt x="80" y="185"/>
                  </a:cubicBezTo>
                  <a:cubicBezTo>
                    <a:pt x="79" y="185"/>
                    <a:pt x="77" y="184"/>
                    <a:pt x="76" y="187"/>
                  </a:cubicBezTo>
                  <a:cubicBezTo>
                    <a:pt x="75" y="189"/>
                    <a:pt x="75" y="191"/>
                    <a:pt x="74" y="192"/>
                  </a:cubicBezTo>
                  <a:cubicBezTo>
                    <a:pt x="72" y="194"/>
                    <a:pt x="71" y="195"/>
                    <a:pt x="69" y="197"/>
                  </a:cubicBezTo>
                  <a:cubicBezTo>
                    <a:pt x="67" y="198"/>
                    <a:pt x="64" y="200"/>
                    <a:pt x="64" y="201"/>
                  </a:cubicBezTo>
                  <a:cubicBezTo>
                    <a:pt x="63" y="202"/>
                    <a:pt x="59" y="206"/>
                    <a:pt x="59" y="207"/>
                  </a:cubicBezTo>
                  <a:cubicBezTo>
                    <a:pt x="58" y="209"/>
                    <a:pt x="58" y="209"/>
                    <a:pt x="56" y="209"/>
                  </a:cubicBezTo>
                  <a:cubicBezTo>
                    <a:pt x="55" y="209"/>
                    <a:pt x="53" y="208"/>
                    <a:pt x="52" y="210"/>
                  </a:cubicBezTo>
                  <a:cubicBezTo>
                    <a:pt x="52" y="212"/>
                    <a:pt x="52" y="213"/>
                    <a:pt x="52" y="214"/>
                  </a:cubicBezTo>
                  <a:cubicBezTo>
                    <a:pt x="52" y="215"/>
                    <a:pt x="50" y="215"/>
                    <a:pt x="48" y="216"/>
                  </a:cubicBezTo>
                  <a:cubicBezTo>
                    <a:pt x="46" y="217"/>
                    <a:pt x="44" y="220"/>
                    <a:pt x="42" y="221"/>
                  </a:cubicBezTo>
                  <a:cubicBezTo>
                    <a:pt x="41" y="222"/>
                    <a:pt x="41" y="222"/>
                    <a:pt x="39" y="223"/>
                  </a:cubicBezTo>
                  <a:cubicBezTo>
                    <a:pt x="37" y="224"/>
                    <a:pt x="33" y="225"/>
                    <a:pt x="32" y="226"/>
                  </a:cubicBezTo>
                  <a:cubicBezTo>
                    <a:pt x="32" y="227"/>
                    <a:pt x="30" y="227"/>
                    <a:pt x="30" y="229"/>
                  </a:cubicBezTo>
                  <a:cubicBezTo>
                    <a:pt x="31" y="231"/>
                    <a:pt x="33" y="231"/>
                    <a:pt x="32" y="233"/>
                  </a:cubicBezTo>
                  <a:cubicBezTo>
                    <a:pt x="31" y="235"/>
                    <a:pt x="29" y="236"/>
                    <a:pt x="27" y="236"/>
                  </a:cubicBezTo>
                  <a:cubicBezTo>
                    <a:pt x="25" y="237"/>
                    <a:pt x="25" y="238"/>
                    <a:pt x="23" y="238"/>
                  </a:cubicBezTo>
                  <a:cubicBezTo>
                    <a:pt x="22" y="237"/>
                    <a:pt x="21" y="236"/>
                    <a:pt x="20" y="236"/>
                  </a:cubicBezTo>
                  <a:cubicBezTo>
                    <a:pt x="18" y="236"/>
                    <a:pt x="16" y="235"/>
                    <a:pt x="15" y="236"/>
                  </a:cubicBezTo>
                  <a:cubicBezTo>
                    <a:pt x="15" y="237"/>
                    <a:pt x="17" y="240"/>
                    <a:pt x="17" y="242"/>
                  </a:cubicBezTo>
                  <a:cubicBezTo>
                    <a:pt x="18" y="243"/>
                    <a:pt x="17" y="243"/>
                    <a:pt x="16" y="244"/>
                  </a:cubicBezTo>
                  <a:cubicBezTo>
                    <a:pt x="14" y="244"/>
                    <a:pt x="11" y="245"/>
                    <a:pt x="10" y="247"/>
                  </a:cubicBezTo>
                  <a:cubicBezTo>
                    <a:pt x="8" y="249"/>
                    <a:pt x="8" y="251"/>
                    <a:pt x="7" y="253"/>
                  </a:cubicBezTo>
                  <a:cubicBezTo>
                    <a:pt x="7" y="255"/>
                    <a:pt x="5" y="258"/>
                    <a:pt x="7" y="260"/>
                  </a:cubicBezTo>
                  <a:cubicBezTo>
                    <a:pt x="8" y="262"/>
                    <a:pt x="10" y="264"/>
                    <a:pt x="11" y="265"/>
                  </a:cubicBezTo>
                  <a:cubicBezTo>
                    <a:pt x="12" y="267"/>
                    <a:pt x="13" y="268"/>
                    <a:pt x="13" y="271"/>
                  </a:cubicBezTo>
                  <a:cubicBezTo>
                    <a:pt x="12" y="273"/>
                    <a:pt x="10" y="273"/>
                    <a:pt x="10" y="275"/>
                  </a:cubicBezTo>
                  <a:cubicBezTo>
                    <a:pt x="10" y="277"/>
                    <a:pt x="11" y="279"/>
                    <a:pt x="13" y="281"/>
                  </a:cubicBezTo>
                  <a:cubicBezTo>
                    <a:pt x="16" y="284"/>
                    <a:pt x="18" y="287"/>
                    <a:pt x="18" y="288"/>
                  </a:cubicBezTo>
                  <a:cubicBezTo>
                    <a:pt x="18" y="290"/>
                    <a:pt x="15" y="289"/>
                    <a:pt x="14" y="290"/>
                  </a:cubicBezTo>
                  <a:cubicBezTo>
                    <a:pt x="14" y="292"/>
                    <a:pt x="14" y="291"/>
                    <a:pt x="14" y="294"/>
                  </a:cubicBezTo>
                  <a:cubicBezTo>
                    <a:pt x="15" y="297"/>
                    <a:pt x="16" y="298"/>
                    <a:pt x="15" y="300"/>
                  </a:cubicBezTo>
                  <a:cubicBezTo>
                    <a:pt x="14" y="303"/>
                    <a:pt x="11" y="303"/>
                    <a:pt x="11" y="305"/>
                  </a:cubicBezTo>
                  <a:cubicBezTo>
                    <a:pt x="10" y="306"/>
                    <a:pt x="12" y="308"/>
                    <a:pt x="12" y="311"/>
                  </a:cubicBezTo>
                  <a:cubicBezTo>
                    <a:pt x="12" y="313"/>
                    <a:pt x="12" y="314"/>
                    <a:pt x="12" y="317"/>
                  </a:cubicBezTo>
                  <a:cubicBezTo>
                    <a:pt x="12" y="319"/>
                    <a:pt x="12" y="321"/>
                    <a:pt x="13" y="321"/>
                  </a:cubicBezTo>
                  <a:cubicBezTo>
                    <a:pt x="15" y="321"/>
                    <a:pt x="16" y="320"/>
                    <a:pt x="16" y="319"/>
                  </a:cubicBezTo>
                  <a:cubicBezTo>
                    <a:pt x="17" y="318"/>
                    <a:pt x="18" y="318"/>
                    <a:pt x="20" y="320"/>
                  </a:cubicBezTo>
                  <a:cubicBezTo>
                    <a:pt x="22" y="321"/>
                    <a:pt x="23" y="322"/>
                    <a:pt x="25" y="322"/>
                  </a:cubicBezTo>
                  <a:cubicBezTo>
                    <a:pt x="27" y="323"/>
                    <a:pt x="27" y="323"/>
                    <a:pt x="29" y="323"/>
                  </a:cubicBezTo>
                  <a:cubicBezTo>
                    <a:pt x="31" y="324"/>
                    <a:pt x="31" y="323"/>
                    <a:pt x="33" y="324"/>
                  </a:cubicBezTo>
                  <a:cubicBezTo>
                    <a:pt x="35" y="326"/>
                    <a:pt x="34" y="327"/>
                    <a:pt x="36" y="327"/>
                  </a:cubicBezTo>
                  <a:cubicBezTo>
                    <a:pt x="39" y="328"/>
                    <a:pt x="40" y="328"/>
                    <a:pt x="42" y="328"/>
                  </a:cubicBezTo>
                  <a:cubicBezTo>
                    <a:pt x="44" y="327"/>
                    <a:pt x="45" y="327"/>
                    <a:pt x="45" y="328"/>
                  </a:cubicBezTo>
                  <a:cubicBezTo>
                    <a:pt x="45" y="330"/>
                    <a:pt x="43" y="330"/>
                    <a:pt x="44" y="332"/>
                  </a:cubicBezTo>
                  <a:cubicBezTo>
                    <a:pt x="45" y="334"/>
                    <a:pt x="46" y="334"/>
                    <a:pt x="47" y="334"/>
                  </a:cubicBezTo>
                  <a:cubicBezTo>
                    <a:pt x="49" y="335"/>
                    <a:pt x="48" y="337"/>
                    <a:pt x="51" y="337"/>
                  </a:cubicBezTo>
                  <a:cubicBezTo>
                    <a:pt x="54" y="337"/>
                    <a:pt x="56" y="337"/>
                    <a:pt x="59" y="337"/>
                  </a:cubicBezTo>
                  <a:cubicBezTo>
                    <a:pt x="61" y="336"/>
                    <a:pt x="65" y="336"/>
                    <a:pt x="66" y="336"/>
                  </a:cubicBezTo>
                  <a:cubicBezTo>
                    <a:pt x="68" y="336"/>
                    <a:pt x="72" y="335"/>
                    <a:pt x="73" y="337"/>
                  </a:cubicBezTo>
                  <a:cubicBezTo>
                    <a:pt x="74" y="338"/>
                    <a:pt x="75" y="334"/>
                    <a:pt x="75" y="333"/>
                  </a:cubicBezTo>
                  <a:cubicBezTo>
                    <a:pt x="76" y="332"/>
                    <a:pt x="77" y="332"/>
                    <a:pt x="80" y="332"/>
                  </a:cubicBezTo>
                  <a:cubicBezTo>
                    <a:pt x="83" y="332"/>
                    <a:pt x="84" y="331"/>
                    <a:pt x="88" y="331"/>
                  </a:cubicBezTo>
                  <a:cubicBezTo>
                    <a:pt x="91" y="331"/>
                    <a:pt x="93" y="332"/>
                    <a:pt x="95" y="330"/>
                  </a:cubicBezTo>
                  <a:cubicBezTo>
                    <a:pt x="97" y="328"/>
                    <a:pt x="98" y="325"/>
                    <a:pt x="99" y="327"/>
                  </a:cubicBezTo>
                  <a:cubicBezTo>
                    <a:pt x="101" y="328"/>
                    <a:pt x="101" y="330"/>
                    <a:pt x="103" y="328"/>
                  </a:cubicBezTo>
                  <a:cubicBezTo>
                    <a:pt x="105" y="327"/>
                    <a:pt x="105" y="325"/>
                    <a:pt x="106" y="324"/>
                  </a:cubicBezTo>
                  <a:cubicBezTo>
                    <a:pt x="107" y="323"/>
                    <a:pt x="109" y="325"/>
                    <a:pt x="110" y="325"/>
                  </a:cubicBezTo>
                  <a:cubicBezTo>
                    <a:pt x="111" y="325"/>
                    <a:pt x="113" y="323"/>
                    <a:pt x="115" y="322"/>
                  </a:cubicBezTo>
                  <a:cubicBezTo>
                    <a:pt x="117" y="322"/>
                    <a:pt x="122" y="321"/>
                    <a:pt x="125" y="321"/>
                  </a:cubicBezTo>
                  <a:cubicBezTo>
                    <a:pt x="127" y="321"/>
                    <a:pt x="128" y="321"/>
                    <a:pt x="132" y="321"/>
                  </a:cubicBezTo>
                  <a:cubicBezTo>
                    <a:pt x="135" y="321"/>
                    <a:pt x="138" y="322"/>
                    <a:pt x="140" y="322"/>
                  </a:cubicBezTo>
                  <a:cubicBezTo>
                    <a:pt x="141" y="320"/>
                    <a:pt x="144" y="318"/>
                    <a:pt x="146" y="315"/>
                  </a:cubicBezTo>
                  <a:cubicBezTo>
                    <a:pt x="147" y="315"/>
                    <a:pt x="147" y="314"/>
                    <a:pt x="148" y="314"/>
                  </a:cubicBezTo>
                  <a:cubicBezTo>
                    <a:pt x="148" y="314"/>
                    <a:pt x="148" y="314"/>
                    <a:pt x="148" y="314"/>
                  </a:cubicBezTo>
                  <a:cubicBezTo>
                    <a:pt x="150" y="312"/>
                    <a:pt x="155" y="309"/>
                    <a:pt x="160" y="306"/>
                  </a:cubicBezTo>
                  <a:cubicBezTo>
                    <a:pt x="165" y="302"/>
                    <a:pt x="171" y="299"/>
                    <a:pt x="172" y="298"/>
                  </a:cubicBezTo>
                  <a:cubicBezTo>
                    <a:pt x="174" y="296"/>
                    <a:pt x="176" y="293"/>
                    <a:pt x="180" y="290"/>
                  </a:cubicBezTo>
                  <a:cubicBezTo>
                    <a:pt x="182" y="288"/>
                    <a:pt x="184" y="286"/>
                    <a:pt x="188" y="282"/>
                  </a:cubicBezTo>
                  <a:cubicBezTo>
                    <a:pt x="192" y="277"/>
                    <a:pt x="192" y="277"/>
                    <a:pt x="192" y="277"/>
                  </a:cubicBezTo>
                  <a:cubicBezTo>
                    <a:pt x="201" y="269"/>
                    <a:pt x="212" y="258"/>
                    <a:pt x="213" y="256"/>
                  </a:cubicBezTo>
                  <a:cubicBezTo>
                    <a:pt x="214" y="255"/>
                    <a:pt x="215" y="253"/>
                    <a:pt x="216" y="250"/>
                  </a:cubicBezTo>
                  <a:cubicBezTo>
                    <a:pt x="217" y="248"/>
                    <a:pt x="218" y="246"/>
                    <a:pt x="217" y="245"/>
                  </a:cubicBezTo>
                  <a:cubicBezTo>
                    <a:pt x="217" y="243"/>
                    <a:pt x="215" y="242"/>
                    <a:pt x="214" y="240"/>
                  </a:cubicBezTo>
                  <a:cubicBezTo>
                    <a:pt x="212" y="238"/>
                    <a:pt x="211" y="237"/>
                    <a:pt x="208" y="235"/>
                  </a:cubicBezTo>
                  <a:cubicBezTo>
                    <a:pt x="207" y="234"/>
                    <a:pt x="207" y="234"/>
                    <a:pt x="207" y="234"/>
                  </a:cubicBezTo>
                  <a:cubicBezTo>
                    <a:pt x="201" y="231"/>
                    <a:pt x="194" y="227"/>
                    <a:pt x="191" y="224"/>
                  </a:cubicBezTo>
                  <a:cubicBezTo>
                    <a:pt x="187" y="221"/>
                    <a:pt x="189" y="219"/>
                    <a:pt x="190" y="217"/>
                  </a:cubicBezTo>
                  <a:cubicBezTo>
                    <a:pt x="190" y="217"/>
                    <a:pt x="190" y="217"/>
                    <a:pt x="191" y="216"/>
                  </a:cubicBezTo>
                  <a:cubicBezTo>
                    <a:pt x="191" y="216"/>
                    <a:pt x="192" y="214"/>
                    <a:pt x="193" y="213"/>
                  </a:cubicBezTo>
                  <a:cubicBezTo>
                    <a:pt x="196" y="211"/>
                    <a:pt x="198" y="208"/>
                    <a:pt x="198" y="207"/>
                  </a:cubicBezTo>
                  <a:cubicBezTo>
                    <a:pt x="198" y="206"/>
                    <a:pt x="196" y="204"/>
                    <a:pt x="194" y="203"/>
                  </a:cubicBezTo>
                  <a:cubicBezTo>
                    <a:pt x="193" y="202"/>
                    <a:pt x="192" y="201"/>
                    <a:pt x="191" y="200"/>
                  </a:cubicBezTo>
                  <a:cubicBezTo>
                    <a:pt x="190" y="199"/>
                    <a:pt x="189" y="197"/>
                    <a:pt x="189" y="196"/>
                  </a:cubicBezTo>
                  <a:cubicBezTo>
                    <a:pt x="188" y="194"/>
                    <a:pt x="189" y="192"/>
                    <a:pt x="189" y="191"/>
                  </a:cubicBezTo>
                  <a:cubicBezTo>
                    <a:pt x="189" y="190"/>
                    <a:pt x="189" y="189"/>
                    <a:pt x="189" y="188"/>
                  </a:cubicBezTo>
                  <a:cubicBezTo>
                    <a:pt x="189" y="188"/>
                    <a:pt x="189" y="187"/>
                    <a:pt x="189" y="187"/>
                  </a:cubicBezTo>
                  <a:cubicBezTo>
                    <a:pt x="188" y="187"/>
                    <a:pt x="187" y="187"/>
                    <a:pt x="187" y="186"/>
                  </a:cubicBezTo>
                  <a:cubicBezTo>
                    <a:pt x="186" y="186"/>
                    <a:pt x="184" y="186"/>
                    <a:pt x="183" y="185"/>
                  </a:cubicBezTo>
                  <a:cubicBezTo>
                    <a:pt x="182" y="185"/>
                    <a:pt x="182" y="184"/>
                    <a:pt x="181" y="184"/>
                  </a:cubicBezTo>
                  <a:cubicBezTo>
                    <a:pt x="180" y="183"/>
                    <a:pt x="179" y="182"/>
                    <a:pt x="179" y="180"/>
                  </a:cubicBezTo>
                  <a:cubicBezTo>
                    <a:pt x="179" y="178"/>
                    <a:pt x="180" y="177"/>
                    <a:pt x="181" y="176"/>
                  </a:cubicBezTo>
                  <a:cubicBezTo>
                    <a:pt x="182" y="175"/>
                    <a:pt x="182" y="175"/>
                    <a:pt x="182" y="174"/>
                  </a:cubicBezTo>
                  <a:cubicBezTo>
                    <a:pt x="182" y="174"/>
                    <a:pt x="182" y="174"/>
                    <a:pt x="181" y="173"/>
                  </a:cubicBezTo>
                  <a:cubicBezTo>
                    <a:pt x="180" y="172"/>
                    <a:pt x="179" y="171"/>
                    <a:pt x="178" y="169"/>
                  </a:cubicBezTo>
                  <a:cubicBezTo>
                    <a:pt x="178" y="167"/>
                    <a:pt x="179" y="166"/>
                    <a:pt x="180" y="165"/>
                  </a:cubicBezTo>
                  <a:cubicBezTo>
                    <a:pt x="180" y="165"/>
                    <a:pt x="180" y="164"/>
                    <a:pt x="180" y="164"/>
                  </a:cubicBezTo>
                  <a:cubicBezTo>
                    <a:pt x="180" y="163"/>
                    <a:pt x="181" y="161"/>
                    <a:pt x="181" y="160"/>
                  </a:cubicBezTo>
                  <a:cubicBezTo>
                    <a:pt x="181" y="158"/>
                    <a:pt x="182" y="156"/>
                    <a:pt x="183" y="155"/>
                  </a:cubicBezTo>
                  <a:cubicBezTo>
                    <a:pt x="184" y="155"/>
                    <a:pt x="186" y="154"/>
                    <a:pt x="187" y="154"/>
                  </a:cubicBezTo>
                  <a:cubicBezTo>
                    <a:pt x="188" y="154"/>
                    <a:pt x="189" y="154"/>
                    <a:pt x="189" y="154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4"/>
                    <a:pt x="189" y="153"/>
                    <a:pt x="188" y="152"/>
                  </a:cubicBezTo>
                  <a:cubicBezTo>
                    <a:pt x="188" y="151"/>
                    <a:pt x="187" y="149"/>
                    <a:pt x="186" y="147"/>
                  </a:cubicBezTo>
                  <a:cubicBezTo>
                    <a:pt x="185" y="145"/>
                    <a:pt x="184" y="143"/>
                    <a:pt x="183" y="140"/>
                  </a:cubicBezTo>
                  <a:cubicBezTo>
                    <a:pt x="180" y="135"/>
                    <a:pt x="177" y="128"/>
                    <a:pt x="175" y="125"/>
                  </a:cubicBezTo>
                  <a:cubicBezTo>
                    <a:pt x="172" y="122"/>
                    <a:pt x="171" y="120"/>
                    <a:pt x="170" y="118"/>
                  </a:cubicBezTo>
                  <a:cubicBezTo>
                    <a:pt x="169" y="116"/>
                    <a:pt x="168" y="114"/>
                    <a:pt x="168" y="112"/>
                  </a:cubicBezTo>
                  <a:cubicBezTo>
                    <a:pt x="167" y="109"/>
                    <a:pt x="169" y="107"/>
                    <a:pt x="171" y="104"/>
                  </a:cubicBezTo>
                  <a:cubicBezTo>
                    <a:pt x="171" y="104"/>
                    <a:pt x="172" y="103"/>
                    <a:pt x="173" y="101"/>
                  </a:cubicBezTo>
                  <a:cubicBezTo>
                    <a:pt x="174" y="100"/>
                    <a:pt x="176" y="97"/>
                    <a:pt x="178" y="95"/>
                  </a:cubicBezTo>
                  <a:cubicBezTo>
                    <a:pt x="181" y="91"/>
                    <a:pt x="185" y="87"/>
                    <a:pt x="184" y="86"/>
                  </a:cubicBezTo>
                  <a:cubicBezTo>
                    <a:pt x="184" y="85"/>
                    <a:pt x="183" y="83"/>
                    <a:pt x="181" y="82"/>
                  </a:cubicBezTo>
                  <a:cubicBezTo>
                    <a:pt x="180" y="81"/>
                    <a:pt x="179" y="80"/>
                    <a:pt x="179" y="79"/>
                  </a:cubicBezTo>
                  <a:cubicBezTo>
                    <a:pt x="177" y="78"/>
                    <a:pt x="176" y="77"/>
                    <a:pt x="176" y="75"/>
                  </a:cubicBezTo>
                  <a:cubicBezTo>
                    <a:pt x="175" y="74"/>
                    <a:pt x="174" y="72"/>
                    <a:pt x="171" y="71"/>
                  </a:cubicBezTo>
                  <a:cubicBezTo>
                    <a:pt x="169" y="71"/>
                    <a:pt x="168" y="70"/>
                    <a:pt x="166" y="70"/>
                  </a:cubicBezTo>
                  <a:cubicBezTo>
                    <a:pt x="164" y="70"/>
                    <a:pt x="163" y="70"/>
                    <a:pt x="160" y="68"/>
                  </a:cubicBezTo>
                  <a:cubicBezTo>
                    <a:pt x="157" y="66"/>
                    <a:pt x="156" y="63"/>
                    <a:pt x="156" y="61"/>
                  </a:cubicBezTo>
                  <a:cubicBezTo>
                    <a:pt x="156" y="60"/>
                    <a:pt x="155" y="60"/>
                    <a:pt x="155" y="59"/>
                  </a:cubicBezTo>
                  <a:cubicBezTo>
                    <a:pt x="155" y="58"/>
                    <a:pt x="156" y="55"/>
                    <a:pt x="157" y="52"/>
                  </a:cubicBezTo>
                  <a:cubicBezTo>
                    <a:pt x="157" y="51"/>
                    <a:pt x="157" y="49"/>
                    <a:pt x="157" y="49"/>
                  </a:cubicBezTo>
                  <a:cubicBezTo>
                    <a:pt x="157" y="48"/>
                    <a:pt x="157" y="47"/>
                    <a:pt x="156" y="45"/>
                  </a:cubicBezTo>
                  <a:cubicBezTo>
                    <a:pt x="156" y="45"/>
                    <a:pt x="156" y="45"/>
                    <a:pt x="156" y="45"/>
                  </a:cubicBezTo>
                  <a:cubicBezTo>
                    <a:pt x="156" y="45"/>
                    <a:pt x="156" y="45"/>
                    <a:pt x="156" y="45"/>
                  </a:cubicBezTo>
                  <a:cubicBezTo>
                    <a:pt x="155" y="43"/>
                    <a:pt x="155" y="42"/>
                    <a:pt x="157" y="4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1C144FF2-8857-7261-78FD-3551927E2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333" y="1642548"/>
              <a:ext cx="210148" cy="143859"/>
            </a:xfrm>
            <a:custGeom>
              <a:avLst/>
              <a:gdLst>
                <a:gd name="T0" fmla="*/ 149 w 192"/>
                <a:gd name="T1" fmla="*/ 13 h 134"/>
                <a:gd name="T2" fmla="*/ 143 w 192"/>
                <a:gd name="T3" fmla="*/ 10 h 134"/>
                <a:gd name="T4" fmla="*/ 131 w 192"/>
                <a:gd name="T5" fmla="*/ 12 h 134"/>
                <a:gd name="T6" fmla="*/ 121 w 192"/>
                <a:gd name="T7" fmla="*/ 7 h 134"/>
                <a:gd name="T8" fmla="*/ 118 w 192"/>
                <a:gd name="T9" fmla="*/ 6 h 134"/>
                <a:gd name="T10" fmla="*/ 107 w 192"/>
                <a:gd name="T11" fmla="*/ 5 h 134"/>
                <a:gd name="T12" fmla="*/ 93 w 192"/>
                <a:gd name="T13" fmla="*/ 4 h 134"/>
                <a:gd name="T14" fmla="*/ 89 w 192"/>
                <a:gd name="T15" fmla="*/ 8 h 134"/>
                <a:gd name="T16" fmla="*/ 77 w 192"/>
                <a:gd name="T17" fmla="*/ 11 h 134"/>
                <a:gd name="T18" fmla="*/ 70 w 192"/>
                <a:gd name="T19" fmla="*/ 15 h 134"/>
                <a:gd name="T20" fmla="*/ 67 w 192"/>
                <a:gd name="T21" fmla="*/ 23 h 134"/>
                <a:gd name="T22" fmla="*/ 68 w 192"/>
                <a:gd name="T23" fmla="*/ 25 h 134"/>
                <a:gd name="T24" fmla="*/ 61 w 192"/>
                <a:gd name="T25" fmla="*/ 33 h 134"/>
                <a:gd name="T26" fmla="*/ 50 w 192"/>
                <a:gd name="T27" fmla="*/ 45 h 134"/>
                <a:gd name="T28" fmla="*/ 50 w 192"/>
                <a:gd name="T29" fmla="*/ 48 h 134"/>
                <a:gd name="T30" fmla="*/ 51 w 192"/>
                <a:gd name="T31" fmla="*/ 54 h 134"/>
                <a:gd name="T32" fmla="*/ 40 w 192"/>
                <a:gd name="T33" fmla="*/ 57 h 134"/>
                <a:gd name="T34" fmla="*/ 33 w 192"/>
                <a:gd name="T35" fmla="*/ 60 h 134"/>
                <a:gd name="T36" fmla="*/ 31 w 192"/>
                <a:gd name="T37" fmla="*/ 63 h 134"/>
                <a:gd name="T38" fmla="*/ 18 w 192"/>
                <a:gd name="T39" fmla="*/ 65 h 134"/>
                <a:gd name="T40" fmla="*/ 4 w 192"/>
                <a:gd name="T41" fmla="*/ 63 h 134"/>
                <a:gd name="T42" fmla="*/ 6 w 192"/>
                <a:gd name="T43" fmla="*/ 70 h 134"/>
                <a:gd name="T44" fmla="*/ 14 w 192"/>
                <a:gd name="T45" fmla="*/ 83 h 134"/>
                <a:gd name="T46" fmla="*/ 7 w 192"/>
                <a:gd name="T47" fmla="*/ 103 h 134"/>
                <a:gd name="T48" fmla="*/ 5 w 192"/>
                <a:gd name="T49" fmla="*/ 104 h 134"/>
                <a:gd name="T50" fmla="*/ 3 w 192"/>
                <a:gd name="T51" fmla="*/ 111 h 134"/>
                <a:gd name="T52" fmla="*/ 6 w 192"/>
                <a:gd name="T53" fmla="*/ 120 h 134"/>
                <a:gd name="T54" fmla="*/ 7 w 192"/>
                <a:gd name="T55" fmla="*/ 128 h 134"/>
                <a:gd name="T56" fmla="*/ 16 w 192"/>
                <a:gd name="T57" fmla="*/ 125 h 134"/>
                <a:gd name="T58" fmla="*/ 26 w 192"/>
                <a:gd name="T59" fmla="*/ 119 h 134"/>
                <a:gd name="T60" fmla="*/ 44 w 192"/>
                <a:gd name="T61" fmla="*/ 118 h 134"/>
                <a:gd name="T62" fmla="*/ 73 w 192"/>
                <a:gd name="T63" fmla="*/ 123 h 134"/>
                <a:gd name="T64" fmla="*/ 87 w 192"/>
                <a:gd name="T65" fmla="*/ 128 h 134"/>
                <a:gd name="T66" fmla="*/ 100 w 192"/>
                <a:gd name="T67" fmla="*/ 125 h 134"/>
                <a:gd name="T68" fmla="*/ 109 w 192"/>
                <a:gd name="T69" fmla="*/ 130 h 134"/>
                <a:gd name="T70" fmla="*/ 117 w 192"/>
                <a:gd name="T71" fmla="*/ 126 h 134"/>
                <a:gd name="T72" fmla="*/ 125 w 192"/>
                <a:gd name="T73" fmla="*/ 132 h 134"/>
                <a:gd name="T74" fmla="*/ 141 w 192"/>
                <a:gd name="T75" fmla="*/ 130 h 134"/>
                <a:gd name="T76" fmla="*/ 145 w 192"/>
                <a:gd name="T77" fmla="*/ 132 h 134"/>
                <a:gd name="T78" fmla="*/ 148 w 192"/>
                <a:gd name="T79" fmla="*/ 130 h 134"/>
                <a:gd name="T80" fmla="*/ 150 w 192"/>
                <a:gd name="T81" fmla="*/ 124 h 134"/>
                <a:gd name="T82" fmla="*/ 150 w 192"/>
                <a:gd name="T83" fmla="*/ 123 h 134"/>
                <a:gd name="T84" fmla="*/ 167 w 192"/>
                <a:gd name="T85" fmla="*/ 113 h 134"/>
                <a:gd name="T86" fmla="*/ 172 w 192"/>
                <a:gd name="T87" fmla="*/ 112 h 134"/>
                <a:gd name="T88" fmla="*/ 169 w 192"/>
                <a:gd name="T89" fmla="*/ 104 h 134"/>
                <a:gd name="T90" fmla="*/ 167 w 192"/>
                <a:gd name="T91" fmla="*/ 93 h 134"/>
                <a:gd name="T92" fmla="*/ 165 w 192"/>
                <a:gd name="T93" fmla="*/ 90 h 134"/>
                <a:gd name="T94" fmla="*/ 168 w 192"/>
                <a:gd name="T95" fmla="*/ 84 h 134"/>
                <a:gd name="T96" fmla="*/ 176 w 192"/>
                <a:gd name="T97" fmla="*/ 84 h 134"/>
                <a:gd name="T98" fmla="*/ 190 w 192"/>
                <a:gd name="T99" fmla="*/ 81 h 134"/>
                <a:gd name="T100" fmla="*/ 191 w 192"/>
                <a:gd name="T101" fmla="*/ 77 h 134"/>
                <a:gd name="T102" fmla="*/ 186 w 192"/>
                <a:gd name="T103" fmla="*/ 71 h 134"/>
                <a:gd name="T104" fmla="*/ 182 w 192"/>
                <a:gd name="T105" fmla="*/ 69 h 134"/>
                <a:gd name="T106" fmla="*/ 174 w 192"/>
                <a:gd name="T107" fmla="*/ 64 h 134"/>
                <a:gd name="T108" fmla="*/ 169 w 192"/>
                <a:gd name="T109" fmla="*/ 56 h 134"/>
                <a:gd name="T110" fmla="*/ 168 w 192"/>
                <a:gd name="T111" fmla="*/ 56 h 134"/>
                <a:gd name="T112" fmla="*/ 168 w 192"/>
                <a:gd name="T113" fmla="*/ 55 h 134"/>
                <a:gd name="T114" fmla="*/ 161 w 192"/>
                <a:gd name="T115" fmla="*/ 46 h 134"/>
                <a:gd name="T116" fmla="*/ 159 w 192"/>
                <a:gd name="T117" fmla="*/ 42 h 134"/>
                <a:gd name="T118" fmla="*/ 155 w 192"/>
                <a:gd name="T119" fmla="*/ 34 h 134"/>
                <a:gd name="T120" fmla="*/ 157 w 192"/>
                <a:gd name="T121" fmla="*/ 32 h 134"/>
                <a:gd name="T122" fmla="*/ 154 w 192"/>
                <a:gd name="T123" fmla="*/ 26 h 134"/>
                <a:gd name="T124" fmla="*/ 156 w 192"/>
                <a:gd name="T125" fmla="*/ 18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2" h="134">
                  <a:moveTo>
                    <a:pt x="156" y="18"/>
                  </a:moveTo>
                  <a:cubicBezTo>
                    <a:pt x="156" y="17"/>
                    <a:pt x="152" y="15"/>
                    <a:pt x="149" y="13"/>
                  </a:cubicBezTo>
                  <a:cubicBezTo>
                    <a:pt x="149" y="12"/>
                    <a:pt x="148" y="12"/>
                    <a:pt x="148" y="12"/>
                  </a:cubicBezTo>
                  <a:cubicBezTo>
                    <a:pt x="146" y="11"/>
                    <a:pt x="145" y="10"/>
                    <a:pt x="143" y="10"/>
                  </a:cubicBezTo>
                  <a:cubicBezTo>
                    <a:pt x="141" y="10"/>
                    <a:pt x="140" y="10"/>
                    <a:pt x="138" y="11"/>
                  </a:cubicBezTo>
                  <a:cubicBezTo>
                    <a:pt x="136" y="11"/>
                    <a:pt x="133" y="12"/>
                    <a:pt x="131" y="12"/>
                  </a:cubicBezTo>
                  <a:cubicBezTo>
                    <a:pt x="128" y="12"/>
                    <a:pt x="126" y="11"/>
                    <a:pt x="125" y="10"/>
                  </a:cubicBezTo>
                  <a:cubicBezTo>
                    <a:pt x="123" y="8"/>
                    <a:pt x="122" y="7"/>
                    <a:pt x="121" y="7"/>
                  </a:cubicBezTo>
                  <a:cubicBezTo>
                    <a:pt x="120" y="6"/>
                    <a:pt x="119" y="6"/>
                    <a:pt x="118" y="6"/>
                  </a:cubicBezTo>
                  <a:cubicBezTo>
                    <a:pt x="118" y="6"/>
                    <a:pt x="118" y="6"/>
                    <a:pt x="118" y="6"/>
                  </a:cubicBezTo>
                  <a:cubicBezTo>
                    <a:pt x="118" y="6"/>
                    <a:pt x="117" y="6"/>
                    <a:pt x="117" y="6"/>
                  </a:cubicBezTo>
                  <a:cubicBezTo>
                    <a:pt x="114" y="6"/>
                    <a:pt x="112" y="6"/>
                    <a:pt x="107" y="5"/>
                  </a:cubicBezTo>
                  <a:cubicBezTo>
                    <a:pt x="103" y="4"/>
                    <a:pt x="101" y="2"/>
                    <a:pt x="100" y="0"/>
                  </a:cubicBezTo>
                  <a:cubicBezTo>
                    <a:pt x="93" y="4"/>
                    <a:pt x="93" y="4"/>
                    <a:pt x="93" y="4"/>
                  </a:cubicBezTo>
                  <a:cubicBezTo>
                    <a:pt x="91" y="5"/>
                    <a:pt x="91" y="6"/>
                    <a:pt x="90" y="7"/>
                  </a:cubicBezTo>
                  <a:cubicBezTo>
                    <a:pt x="90" y="7"/>
                    <a:pt x="90" y="8"/>
                    <a:pt x="89" y="8"/>
                  </a:cubicBezTo>
                  <a:cubicBezTo>
                    <a:pt x="88" y="11"/>
                    <a:pt x="84" y="11"/>
                    <a:pt x="79" y="11"/>
                  </a:cubicBezTo>
                  <a:cubicBezTo>
                    <a:pt x="78" y="11"/>
                    <a:pt x="78" y="11"/>
                    <a:pt x="77" y="11"/>
                  </a:cubicBezTo>
                  <a:cubicBezTo>
                    <a:pt x="74" y="11"/>
                    <a:pt x="73" y="12"/>
                    <a:pt x="73" y="13"/>
                  </a:cubicBezTo>
                  <a:cubicBezTo>
                    <a:pt x="72" y="13"/>
                    <a:pt x="71" y="14"/>
                    <a:pt x="70" y="15"/>
                  </a:cubicBezTo>
                  <a:cubicBezTo>
                    <a:pt x="69" y="16"/>
                    <a:pt x="68" y="17"/>
                    <a:pt x="68" y="19"/>
                  </a:cubicBezTo>
                  <a:cubicBezTo>
                    <a:pt x="67" y="20"/>
                    <a:pt x="67" y="22"/>
                    <a:pt x="67" y="23"/>
                  </a:cubicBezTo>
                  <a:cubicBezTo>
                    <a:pt x="67" y="24"/>
                    <a:pt x="68" y="24"/>
                    <a:pt x="68" y="25"/>
                  </a:cubicBezTo>
                  <a:cubicBezTo>
                    <a:pt x="68" y="25"/>
                    <a:pt x="68" y="25"/>
                    <a:pt x="68" y="25"/>
                  </a:cubicBezTo>
                  <a:cubicBezTo>
                    <a:pt x="69" y="27"/>
                    <a:pt x="69" y="28"/>
                    <a:pt x="67" y="30"/>
                  </a:cubicBezTo>
                  <a:cubicBezTo>
                    <a:pt x="65" y="31"/>
                    <a:pt x="63" y="32"/>
                    <a:pt x="61" y="33"/>
                  </a:cubicBezTo>
                  <a:cubicBezTo>
                    <a:pt x="58" y="35"/>
                    <a:pt x="55" y="37"/>
                    <a:pt x="53" y="38"/>
                  </a:cubicBezTo>
                  <a:cubicBezTo>
                    <a:pt x="50" y="39"/>
                    <a:pt x="50" y="42"/>
                    <a:pt x="50" y="45"/>
                  </a:cubicBezTo>
                  <a:cubicBezTo>
                    <a:pt x="50" y="46"/>
                    <a:pt x="50" y="47"/>
                    <a:pt x="50" y="48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50" y="49"/>
                    <a:pt x="51" y="50"/>
                    <a:pt x="51" y="51"/>
                  </a:cubicBezTo>
                  <a:cubicBezTo>
                    <a:pt x="51" y="52"/>
                    <a:pt x="51" y="53"/>
                    <a:pt x="51" y="54"/>
                  </a:cubicBezTo>
                  <a:cubicBezTo>
                    <a:pt x="51" y="56"/>
                    <a:pt x="49" y="57"/>
                    <a:pt x="46" y="57"/>
                  </a:cubicBezTo>
                  <a:cubicBezTo>
                    <a:pt x="44" y="56"/>
                    <a:pt x="42" y="57"/>
                    <a:pt x="40" y="57"/>
                  </a:cubicBezTo>
                  <a:cubicBezTo>
                    <a:pt x="39" y="58"/>
                    <a:pt x="37" y="58"/>
                    <a:pt x="35" y="58"/>
                  </a:cubicBezTo>
                  <a:cubicBezTo>
                    <a:pt x="33" y="59"/>
                    <a:pt x="33" y="59"/>
                    <a:pt x="33" y="60"/>
                  </a:cubicBezTo>
                  <a:cubicBezTo>
                    <a:pt x="33" y="60"/>
                    <a:pt x="33" y="60"/>
                    <a:pt x="33" y="60"/>
                  </a:cubicBezTo>
                  <a:cubicBezTo>
                    <a:pt x="33" y="61"/>
                    <a:pt x="32" y="62"/>
                    <a:pt x="31" y="63"/>
                  </a:cubicBezTo>
                  <a:cubicBezTo>
                    <a:pt x="29" y="64"/>
                    <a:pt x="28" y="65"/>
                    <a:pt x="26" y="65"/>
                  </a:cubicBezTo>
                  <a:cubicBezTo>
                    <a:pt x="24" y="66"/>
                    <a:pt x="21" y="65"/>
                    <a:pt x="18" y="65"/>
                  </a:cubicBezTo>
                  <a:cubicBezTo>
                    <a:pt x="13" y="64"/>
                    <a:pt x="8" y="64"/>
                    <a:pt x="5" y="63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4" y="64"/>
                    <a:pt x="5" y="65"/>
                    <a:pt x="5" y="65"/>
                  </a:cubicBezTo>
                  <a:cubicBezTo>
                    <a:pt x="5" y="67"/>
                    <a:pt x="6" y="68"/>
                    <a:pt x="6" y="70"/>
                  </a:cubicBezTo>
                  <a:cubicBezTo>
                    <a:pt x="8" y="73"/>
                    <a:pt x="8" y="75"/>
                    <a:pt x="10" y="77"/>
                  </a:cubicBezTo>
                  <a:cubicBezTo>
                    <a:pt x="12" y="79"/>
                    <a:pt x="13" y="81"/>
                    <a:pt x="14" y="83"/>
                  </a:cubicBezTo>
                  <a:cubicBezTo>
                    <a:pt x="14" y="85"/>
                    <a:pt x="14" y="87"/>
                    <a:pt x="14" y="90"/>
                  </a:cubicBezTo>
                  <a:cubicBezTo>
                    <a:pt x="14" y="97"/>
                    <a:pt x="10" y="100"/>
                    <a:pt x="7" y="103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6" y="103"/>
                    <a:pt x="5" y="104"/>
                    <a:pt x="5" y="104"/>
                  </a:cubicBezTo>
                  <a:cubicBezTo>
                    <a:pt x="3" y="106"/>
                    <a:pt x="0" y="107"/>
                    <a:pt x="0" y="108"/>
                  </a:cubicBezTo>
                  <a:cubicBezTo>
                    <a:pt x="0" y="108"/>
                    <a:pt x="1" y="109"/>
                    <a:pt x="3" y="111"/>
                  </a:cubicBezTo>
                  <a:cubicBezTo>
                    <a:pt x="3" y="111"/>
                    <a:pt x="4" y="112"/>
                    <a:pt x="4" y="112"/>
                  </a:cubicBezTo>
                  <a:cubicBezTo>
                    <a:pt x="7" y="115"/>
                    <a:pt x="7" y="116"/>
                    <a:pt x="6" y="120"/>
                  </a:cubicBezTo>
                  <a:cubicBezTo>
                    <a:pt x="6" y="121"/>
                    <a:pt x="6" y="122"/>
                    <a:pt x="6" y="123"/>
                  </a:cubicBezTo>
                  <a:cubicBezTo>
                    <a:pt x="6" y="125"/>
                    <a:pt x="6" y="126"/>
                    <a:pt x="7" y="128"/>
                  </a:cubicBezTo>
                  <a:cubicBezTo>
                    <a:pt x="8" y="128"/>
                    <a:pt x="9" y="128"/>
                    <a:pt x="11" y="127"/>
                  </a:cubicBezTo>
                  <a:cubicBezTo>
                    <a:pt x="13" y="127"/>
                    <a:pt x="14" y="126"/>
                    <a:pt x="16" y="125"/>
                  </a:cubicBezTo>
                  <a:cubicBezTo>
                    <a:pt x="17" y="125"/>
                    <a:pt x="18" y="124"/>
                    <a:pt x="19" y="123"/>
                  </a:cubicBezTo>
                  <a:cubicBezTo>
                    <a:pt x="21" y="121"/>
                    <a:pt x="23" y="120"/>
                    <a:pt x="26" y="119"/>
                  </a:cubicBezTo>
                  <a:cubicBezTo>
                    <a:pt x="28" y="119"/>
                    <a:pt x="30" y="118"/>
                    <a:pt x="33" y="118"/>
                  </a:cubicBezTo>
                  <a:cubicBezTo>
                    <a:pt x="36" y="118"/>
                    <a:pt x="40" y="118"/>
                    <a:pt x="44" y="118"/>
                  </a:cubicBezTo>
                  <a:cubicBezTo>
                    <a:pt x="48" y="118"/>
                    <a:pt x="54" y="119"/>
                    <a:pt x="60" y="120"/>
                  </a:cubicBezTo>
                  <a:cubicBezTo>
                    <a:pt x="65" y="120"/>
                    <a:pt x="69" y="121"/>
                    <a:pt x="73" y="123"/>
                  </a:cubicBezTo>
                  <a:cubicBezTo>
                    <a:pt x="77" y="124"/>
                    <a:pt x="79" y="125"/>
                    <a:pt x="81" y="126"/>
                  </a:cubicBezTo>
                  <a:cubicBezTo>
                    <a:pt x="83" y="126"/>
                    <a:pt x="85" y="127"/>
                    <a:pt x="87" y="128"/>
                  </a:cubicBezTo>
                  <a:cubicBezTo>
                    <a:pt x="90" y="128"/>
                    <a:pt x="92" y="127"/>
                    <a:pt x="94" y="127"/>
                  </a:cubicBezTo>
                  <a:cubicBezTo>
                    <a:pt x="96" y="126"/>
                    <a:pt x="98" y="125"/>
                    <a:pt x="100" y="125"/>
                  </a:cubicBezTo>
                  <a:cubicBezTo>
                    <a:pt x="102" y="126"/>
                    <a:pt x="103" y="127"/>
                    <a:pt x="105" y="128"/>
                  </a:cubicBezTo>
                  <a:cubicBezTo>
                    <a:pt x="106" y="129"/>
                    <a:pt x="107" y="130"/>
                    <a:pt x="109" y="130"/>
                  </a:cubicBezTo>
                  <a:cubicBezTo>
                    <a:pt x="110" y="131"/>
                    <a:pt x="111" y="130"/>
                    <a:pt x="112" y="129"/>
                  </a:cubicBezTo>
                  <a:cubicBezTo>
                    <a:pt x="114" y="127"/>
                    <a:pt x="115" y="126"/>
                    <a:pt x="117" y="126"/>
                  </a:cubicBezTo>
                  <a:cubicBezTo>
                    <a:pt x="119" y="127"/>
                    <a:pt x="120" y="128"/>
                    <a:pt x="121" y="129"/>
                  </a:cubicBezTo>
                  <a:cubicBezTo>
                    <a:pt x="122" y="130"/>
                    <a:pt x="123" y="131"/>
                    <a:pt x="125" y="132"/>
                  </a:cubicBezTo>
                  <a:cubicBezTo>
                    <a:pt x="128" y="133"/>
                    <a:pt x="132" y="132"/>
                    <a:pt x="135" y="131"/>
                  </a:cubicBezTo>
                  <a:cubicBezTo>
                    <a:pt x="137" y="130"/>
                    <a:pt x="140" y="130"/>
                    <a:pt x="141" y="130"/>
                  </a:cubicBezTo>
                  <a:cubicBezTo>
                    <a:pt x="143" y="131"/>
                    <a:pt x="144" y="132"/>
                    <a:pt x="145" y="132"/>
                  </a:cubicBezTo>
                  <a:cubicBezTo>
                    <a:pt x="145" y="132"/>
                    <a:pt x="145" y="132"/>
                    <a:pt x="145" y="132"/>
                  </a:cubicBezTo>
                  <a:cubicBezTo>
                    <a:pt x="146" y="133"/>
                    <a:pt x="148" y="134"/>
                    <a:pt x="148" y="134"/>
                  </a:cubicBezTo>
                  <a:cubicBezTo>
                    <a:pt x="148" y="134"/>
                    <a:pt x="148" y="132"/>
                    <a:pt x="148" y="130"/>
                  </a:cubicBezTo>
                  <a:cubicBezTo>
                    <a:pt x="149" y="127"/>
                    <a:pt x="149" y="125"/>
                    <a:pt x="150" y="124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1" y="121"/>
                    <a:pt x="155" y="115"/>
                    <a:pt x="159" y="114"/>
                  </a:cubicBezTo>
                  <a:cubicBezTo>
                    <a:pt x="162" y="114"/>
                    <a:pt x="165" y="113"/>
                    <a:pt x="167" y="113"/>
                  </a:cubicBezTo>
                  <a:cubicBezTo>
                    <a:pt x="168" y="113"/>
                    <a:pt x="169" y="113"/>
                    <a:pt x="169" y="113"/>
                  </a:cubicBezTo>
                  <a:cubicBezTo>
                    <a:pt x="170" y="113"/>
                    <a:pt x="171" y="113"/>
                    <a:pt x="172" y="112"/>
                  </a:cubicBezTo>
                  <a:cubicBezTo>
                    <a:pt x="171" y="112"/>
                    <a:pt x="171" y="111"/>
                    <a:pt x="170" y="111"/>
                  </a:cubicBezTo>
                  <a:cubicBezTo>
                    <a:pt x="168" y="108"/>
                    <a:pt x="168" y="106"/>
                    <a:pt x="169" y="104"/>
                  </a:cubicBezTo>
                  <a:cubicBezTo>
                    <a:pt x="169" y="103"/>
                    <a:pt x="169" y="102"/>
                    <a:pt x="169" y="101"/>
                  </a:cubicBezTo>
                  <a:cubicBezTo>
                    <a:pt x="169" y="97"/>
                    <a:pt x="168" y="96"/>
                    <a:pt x="167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2"/>
                    <a:pt x="165" y="91"/>
                    <a:pt x="165" y="90"/>
                  </a:cubicBezTo>
                  <a:cubicBezTo>
                    <a:pt x="163" y="88"/>
                    <a:pt x="163" y="88"/>
                    <a:pt x="164" y="86"/>
                  </a:cubicBezTo>
                  <a:cubicBezTo>
                    <a:pt x="165" y="85"/>
                    <a:pt x="166" y="85"/>
                    <a:pt x="168" y="84"/>
                  </a:cubicBezTo>
                  <a:cubicBezTo>
                    <a:pt x="169" y="84"/>
                    <a:pt x="171" y="84"/>
                    <a:pt x="173" y="84"/>
                  </a:cubicBezTo>
                  <a:cubicBezTo>
                    <a:pt x="174" y="84"/>
                    <a:pt x="175" y="84"/>
                    <a:pt x="176" y="84"/>
                  </a:cubicBezTo>
                  <a:cubicBezTo>
                    <a:pt x="179" y="84"/>
                    <a:pt x="182" y="85"/>
                    <a:pt x="184" y="84"/>
                  </a:cubicBezTo>
                  <a:cubicBezTo>
                    <a:pt x="186" y="83"/>
                    <a:pt x="188" y="82"/>
                    <a:pt x="190" y="81"/>
                  </a:cubicBezTo>
                  <a:cubicBezTo>
                    <a:pt x="191" y="80"/>
                    <a:pt x="192" y="79"/>
                    <a:pt x="192" y="78"/>
                  </a:cubicBezTo>
                  <a:cubicBezTo>
                    <a:pt x="192" y="77"/>
                    <a:pt x="191" y="77"/>
                    <a:pt x="191" y="77"/>
                  </a:cubicBezTo>
                  <a:cubicBezTo>
                    <a:pt x="190" y="76"/>
                    <a:pt x="189" y="76"/>
                    <a:pt x="188" y="75"/>
                  </a:cubicBezTo>
                  <a:cubicBezTo>
                    <a:pt x="186" y="73"/>
                    <a:pt x="186" y="72"/>
                    <a:pt x="186" y="71"/>
                  </a:cubicBezTo>
                  <a:cubicBezTo>
                    <a:pt x="186" y="70"/>
                    <a:pt x="186" y="70"/>
                    <a:pt x="186" y="70"/>
                  </a:cubicBezTo>
                  <a:cubicBezTo>
                    <a:pt x="185" y="70"/>
                    <a:pt x="184" y="70"/>
                    <a:pt x="182" y="69"/>
                  </a:cubicBezTo>
                  <a:cubicBezTo>
                    <a:pt x="180" y="69"/>
                    <a:pt x="178" y="69"/>
                    <a:pt x="176" y="68"/>
                  </a:cubicBezTo>
                  <a:cubicBezTo>
                    <a:pt x="173" y="66"/>
                    <a:pt x="173" y="65"/>
                    <a:pt x="174" y="64"/>
                  </a:cubicBezTo>
                  <a:cubicBezTo>
                    <a:pt x="174" y="63"/>
                    <a:pt x="175" y="63"/>
                    <a:pt x="174" y="62"/>
                  </a:cubicBezTo>
                  <a:cubicBezTo>
                    <a:pt x="174" y="59"/>
                    <a:pt x="171" y="57"/>
                    <a:pt x="169" y="56"/>
                  </a:cubicBezTo>
                  <a:cubicBezTo>
                    <a:pt x="169" y="56"/>
                    <a:pt x="168" y="56"/>
                    <a:pt x="168" y="56"/>
                  </a:cubicBezTo>
                  <a:cubicBezTo>
                    <a:pt x="168" y="56"/>
                    <a:pt x="168" y="56"/>
                    <a:pt x="168" y="56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8" y="55"/>
                    <a:pt x="168" y="55"/>
                    <a:pt x="168" y="55"/>
                  </a:cubicBezTo>
                  <a:cubicBezTo>
                    <a:pt x="166" y="54"/>
                    <a:pt x="164" y="53"/>
                    <a:pt x="162" y="51"/>
                  </a:cubicBezTo>
                  <a:cubicBezTo>
                    <a:pt x="160" y="49"/>
                    <a:pt x="161" y="48"/>
                    <a:pt x="161" y="46"/>
                  </a:cubicBezTo>
                  <a:cubicBezTo>
                    <a:pt x="161" y="45"/>
                    <a:pt x="162" y="45"/>
                    <a:pt x="161" y="44"/>
                  </a:cubicBezTo>
                  <a:cubicBezTo>
                    <a:pt x="161" y="43"/>
                    <a:pt x="160" y="42"/>
                    <a:pt x="159" y="42"/>
                  </a:cubicBezTo>
                  <a:cubicBezTo>
                    <a:pt x="158" y="42"/>
                    <a:pt x="157" y="41"/>
                    <a:pt x="155" y="39"/>
                  </a:cubicBezTo>
                  <a:cubicBezTo>
                    <a:pt x="152" y="37"/>
                    <a:pt x="153" y="35"/>
                    <a:pt x="155" y="34"/>
                  </a:cubicBezTo>
                  <a:cubicBezTo>
                    <a:pt x="155" y="33"/>
                    <a:pt x="155" y="33"/>
                    <a:pt x="156" y="32"/>
                  </a:cubicBezTo>
                  <a:cubicBezTo>
                    <a:pt x="156" y="32"/>
                    <a:pt x="157" y="32"/>
                    <a:pt x="157" y="32"/>
                  </a:cubicBezTo>
                  <a:cubicBezTo>
                    <a:pt x="157" y="32"/>
                    <a:pt x="156" y="30"/>
                    <a:pt x="155" y="29"/>
                  </a:cubicBezTo>
                  <a:cubicBezTo>
                    <a:pt x="155" y="28"/>
                    <a:pt x="154" y="27"/>
                    <a:pt x="154" y="26"/>
                  </a:cubicBezTo>
                  <a:cubicBezTo>
                    <a:pt x="152" y="24"/>
                    <a:pt x="154" y="22"/>
                    <a:pt x="155" y="20"/>
                  </a:cubicBezTo>
                  <a:cubicBezTo>
                    <a:pt x="155" y="19"/>
                    <a:pt x="156" y="19"/>
                    <a:pt x="156" y="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A47C0821-609A-EDC1-8313-295C7B72E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925" y="1724350"/>
              <a:ext cx="1380769" cy="858926"/>
            </a:xfrm>
            <a:custGeom>
              <a:avLst/>
              <a:gdLst>
                <a:gd name="T0" fmla="*/ 241 w 1258"/>
                <a:gd name="T1" fmla="*/ 175 h 800"/>
                <a:gd name="T2" fmla="*/ 179 w 1258"/>
                <a:gd name="T3" fmla="*/ 222 h 800"/>
                <a:gd name="T4" fmla="*/ 139 w 1258"/>
                <a:gd name="T5" fmla="*/ 242 h 800"/>
                <a:gd name="T6" fmla="*/ 130 w 1258"/>
                <a:gd name="T7" fmla="*/ 305 h 800"/>
                <a:gd name="T8" fmla="*/ 36 w 1258"/>
                <a:gd name="T9" fmla="*/ 338 h 800"/>
                <a:gd name="T10" fmla="*/ 2 w 1258"/>
                <a:gd name="T11" fmla="*/ 364 h 800"/>
                <a:gd name="T12" fmla="*/ 28 w 1258"/>
                <a:gd name="T13" fmla="*/ 416 h 800"/>
                <a:gd name="T14" fmla="*/ 59 w 1258"/>
                <a:gd name="T15" fmla="*/ 449 h 800"/>
                <a:gd name="T16" fmla="*/ 138 w 1258"/>
                <a:gd name="T17" fmla="*/ 458 h 800"/>
                <a:gd name="T18" fmla="*/ 109 w 1258"/>
                <a:gd name="T19" fmla="*/ 505 h 800"/>
                <a:gd name="T20" fmla="*/ 105 w 1258"/>
                <a:gd name="T21" fmla="*/ 545 h 800"/>
                <a:gd name="T22" fmla="*/ 154 w 1258"/>
                <a:gd name="T23" fmla="*/ 580 h 800"/>
                <a:gd name="T24" fmla="*/ 206 w 1258"/>
                <a:gd name="T25" fmla="*/ 601 h 800"/>
                <a:gd name="T26" fmla="*/ 254 w 1258"/>
                <a:gd name="T27" fmla="*/ 628 h 800"/>
                <a:gd name="T28" fmla="*/ 313 w 1258"/>
                <a:gd name="T29" fmla="*/ 640 h 800"/>
                <a:gd name="T30" fmla="*/ 371 w 1258"/>
                <a:gd name="T31" fmla="*/ 629 h 800"/>
                <a:gd name="T32" fmla="*/ 444 w 1258"/>
                <a:gd name="T33" fmla="*/ 603 h 800"/>
                <a:gd name="T34" fmla="*/ 469 w 1258"/>
                <a:gd name="T35" fmla="*/ 619 h 800"/>
                <a:gd name="T36" fmla="*/ 517 w 1258"/>
                <a:gd name="T37" fmla="*/ 645 h 800"/>
                <a:gd name="T38" fmla="*/ 499 w 1258"/>
                <a:gd name="T39" fmla="*/ 692 h 800"/>
                <a:gd name="T40" fmla="*/ 512 w 1258"/>
                <a:gd name="T41" fmla="*/ 715 h 800"/>
                <a:gd name="T42" fmla="*/ 535 w 1258"/>
                <a:gd name="T43" fmla="*/ 757 h 800"/>
                <a:gd name="T44" fmla="*/ 578 w 1258"/>
                <a:gd name="T45" fmla="*/ 775 h 800"/>
                <a:gd name="T46" fmla="*/ 611 w 1258"/>
                <a:gd name="T47" fmla="*/ 744 h 800"/>
                <a:gd name="T48" fmla="*/ 670 w 1258"/>
                <a:gd name="T49" fmla="*/ 740 h 800"/>
                <a:gd name="T50" fmla="*/ 716 w 1258"/>
                <a:gd name="T51" fmla="*/ 764 h 800"/>
                <a:gd name="T52" fmla="*/ 748 w 1258"/>
                <a:gd name="T53" fmla="*/ 799 h 800"/>
                <a:gd name="T54" fmla="*/ 790 w 1258"/>
                <a:gd name="T55" fmla="*/ 764 h 800"/>
                <a:gd name="T56" fmla="*/ 828 w 1258"/>
                <a:gd name="T57" fmla="*/ 748 h 800"/>
                <a:gd name="T58" fmla="*/ 871 w 1258"/>
                <a:gd name="T59" fmla="*/ 741 h 800"/>
                <a:gd name="T60" fmla="*/ 913 w 1258"/>
                <a:gd name="T61" fmla="*/ 706 h 800"/>
                <a:gd name="T62" fmla="*/ 943 w 1258"/>
                <a:gd name="T63" fmla="*/ 672 h 800"/>
                <a:gd name="T64" fmla="*/ 969 w 1258"/>
                <a:gd name="T65" fmla="*/ 631 h 800"/>
                <a:gd name="T66" fmla="*/ 984 w 1258"/>
                <a:gd name="T67" fmla="*/ 604 h 800"/>
                <a:gd name="T68" fmla="*/ 962 w 1258"/>
                <a:gd name="T69" fmla="*/ 579 h 800"/>
                <a:gd name="T70" fmla="*/ 952 w 1258"/>
                <a:gd name="T71" fmla="*/ 533 h 800"/>
                <a:gd name="T72" fmla="*/ 950 w 1258"/>
                <a:gd name="T73" fmla="*/ 483 h 800"/>
                <a:gd name="T74" fmla="*/ 971 w 1258"/>
                <a:gd name="T75" fmla="*/ 432 h 800"/>
                <a:gd name="T76" fmla="*/ 959 w 1258"/>
                <a:gd name="T77" fmla="*/ 411 h 800"/>
                <a:gd name="T78" fmla="*/ 927 w 1258"/>
                <a:gd name="T79" fmla="*/ 372 h 800"/>
                <a:gd name="T80" fmla="*/ 984 w 1258"/>
                <a:gd name="T81" fmla="*/ 360 h 800"/>
                <a:gd name="T82" fmla="*/ 1047 w 1258"/>
                <a:gd name="T83" fmla="*/ 345 h 800"/>
                <a:gd name="T84" fmla="*/ 1124 w 1258"/>
                <a:gd name="T85" fmla="*/ 310 h 800"/>
                <a:gd name="T86" fmla="*/ 1168 w 1258"/>
                <a:gd name="T87" fmla="*/ 281 h 800"/>
                <a:gd name="T88" fmla="*/ 1195 w 1258"/>
                <a:gd name="T89" fmla="*/ 221 h 800"/>
                <a:gd name="T90" fmla="*/ 1239 w 1258"/>
                <a:gd name="T91" fmla="*/ 196 h 800"/>
                <a:gd name="T92" fmla="*/ 1253 w 1258"/>
                <a:gd name="T93" fmla="*/ 140 h 800"/>
                <a:gd name="T94" fmla="*/ 1179 w 1258"/>
                <a:gd name="T95" fmla="*/ 155 h 800"/>
                <a:gd name="T96" fmla="*/ 1137 w 1258"/>
                <a:gd name="T97" fmla="*/ 111 h 800"/>
                <a:gd name="T98" fmla="*/ 1097 w 1258"/>
                <a:gd name="T99" fmla="*/ 62 h 800"/>
                <a:gd name="T100" fmla="*/ 1054 w 1258"/>
                <a:gd name="T101" fmla="*/ 9 h 800"/>
                <a:gd name="T102" fmla="*/ 964 w 1258"/>
                <a:gd name="T103" fmla="*/ 23 h 800"/>
                <a:gd name="T104" fmla="*/ 934 w 1258"/>
                <a:gd name="T105" fmla="*/ 97 h 800"/>
                <a:gd name="T106" fmla="*/ 866 w 1258"/>
                <a:gd name="T107" fmla="*/ 150 h 800"/>
                <a:gd name="T108" fmla="*/ 903 w 1258"/>
                <a:gd name="T109" fmla="*/ 192 h 800"/>
                <a:gd name="T110" fmla="*/ 794 w 1258"/>
                <a:gd name="T111" fmla="*/ 225 h 800"/>
                <a:gd name="T112" fmla="*/ 649 w 1258"/>
                <a:gd name="T113" fmla="*/ 311 h 800"/>
                <a:gd name="T114" fmla="*/ 507 w 1258"/>
                <a:gd name="T115" fmla="*/ 286 h 800"/>
                <a:gd name="T116" fmla="*/ 419 w 1258"/>
                <a:gd name="T117" fmla="*/ 233 h 800"/>
                <a:gd name="T118" fmla="*/ 343 w 1258"/>
                <a:gd name="T119" fmla="*/ 159 h 800"/>
                <a:gd name="T120" fmla="*/ 291 w 1258"/>
                <a:gd name="T121" fmla="*/ 122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58" h="800">
                  <a:moveTo>
                    <a:pt x="291" y="121"/>
                  </a:moveTo>
                  <a:cubicBezTo>
                    <a:pt x="291" y="121"/>
                    <a:pt x="291" y="120"/>
                    <a:pt x="291" y="120"/>
                  </a:cubicBezTo>
                  <a:cubicBezTo>
                    <a:pt x="288" y="121"/>
                    <a:pt x="286" y="121"/>
                    <a:pt x="282" y="121"/>
                  </a:cubicBezTo>
                  <a:cubicBezTo>
                    <a:pt x="281" y="121"/>
                    <a:pt x="280" y="121"/>
                    <a:pt x="279" y="121"/>
                  </a:cubicBezTo>
                  <a:cubicBezTo>
                    <a:pt x="277" y="121"/>
                    <a:pt x="277" y="121"/>
                    <a:pt x="277" y="121"/>
                  </a:cubicBezTo>
                  <a:cubicBezTo>
                    <a:pt x="274" y="121"/>
                    <a:pt x="273" y="121"/>
                    <a:pt x="273" y="121"/>
                  </a:cubicBezTo>
                  <a:cubicBezTo>
                    <a:pt x="273" y="122"/>
                    <a:pt x="272" y="124"/>
                    <a:pt x="271" y="126"/>
                  </a:cubicBezTo>
                  <a:cubicBezTo>
                    <a:pt x="271" y="129"/>
                    <a:pt x="270" y="131"/>
                    <a:pt x="269" y="132"/>
                  </a:cubicBezTo>
                  <a:cubicBezTo>
                    <a:pt x="269" y="133"/>
                    <a:pt x="268" y="134"/>
                    <a:pt x="266" y="135"/>
                  </a:cubicBezTo>
                  <a:cubicBezTo>
                    <a:pt x="264" y="136"/>
                    <a:pt x="263" y="136"/>
                    <a:pt x="260" y="137"/>
                  </a:cubicBezTo>
                  <a:cubicBezTo>
                    <a:pt x="258" y="138"/>
                    <a:pt x="257" y="138"/>
                    <a:pt x="255" y="138"/>
                  </a:cubicBezTo>
                  <a:cubicBezTo>
                    <a:pt x="254" y="138"/>
                    <a:pt x="253" y="138"/>
                    <a:pt x="252" y="139"/>
                  </a:cubicBezTo>
                  <a:cubicBezTo>
                    <a:pt x="251" y="140"/>
                    <a:pt x="250" y="141"/>
                    <a:pt x="249" y="143"/>
                  </a:cubicBezTo>
                  <a:cubicBezTo>
                    <a:pt x="248" y="145"/>
                    <a:pt x="247" y="148"/>
                    <a:pt x="246" y="149"/>
                  </a:cubicBezTo>
                  <a:cubicBezTo>
                    <a:pt x="246" y="150"/>
                    <a:pt x="247" y="156"/>
                    <a:pt x="248" y="159"/>
                  </a:cubicBezTo>
                  <a:cubicBezTo>
                    <a:pt x="248" y="160"/>
                    <a:pt x="248" y="160"/>
                    <a:pt x="248" y="161"/>
                  </a:cubicBezTo>
                  <a:cubicBezTo>
                    <a:pt x="249" y="162"/>
                    <a:pt x="249" y="164"/>
                    <a:pt x="249" y="165"/>
                  </a:cubicBezTo>
                  <a:cubicBezTo>
                    <a:pt x="248" y="167"/>
                    <a:pt x="248" y="168"/>
                    <a:pt x="247" y="170"/>
                  </a:cubicBezTo>
                  <a:cubicBezTo>
                    <a:pt x="246" y="171"/>
                    <a:pt x="244" y="173"/>
                    <a:pt x="241" y="175"/>
                  </a:cubicBezTo>
                  <a:cubicBezTo>
                    <a:pt x="237" y="177"/>
                    <a:pt x="234" y="178"/>
                    <a:pt x="233" y="178"/>
                  </a:cubicBezTo>
                  <a:cubicBezTo>
                    <a:pt x="231" y="178"/>
                    <a:pt x="230" y="178"/>
                    <a:pt x="229" y="178"/>
                  </a:cubicBezTo>
                  <a:cubicBezTo>
                    <a:pt x="229" y="177"/>
                    <a:pt x="228" y="177"/>
                    <a:pt x="227" y="177"/>
                  </a:cubicBezTo>
                  <a:cubicBezTo>
                    <a:pt x="226" y="177"/>
                    <a:pt x="222" y="177"/>
                    <a:pt x="217" y="177"/>
                  </a:cubicBezTo>
                  <a:cubicBezTo>
                    <a:pt x="214" y="177"/>
                    <a:pt x="210" y="177"/>
                    <a:pt x="208" y="177"/>
                  </a:cubicBezTo>
                  <a:cubicBezTo>
                    <a:pt x="205" y="176"/>
                    <a:pt x="202" y="175"/>
                    <a:pt x="200" y="174"/>
                  </a:cubicBezTo>
                  <a:cubicBezTo>
                    <a:pt x="198" y="173"/>
                    <a:pt x="197" y="172"/>
                    <a:pt x="196" y="172"/>
                  </a:cubicBezTo>
                  <a:cubicBezTo>
                    <a:pt x="195" y="171"/>
                    <a:pt x="194" y="171"/>
                    <a:pt x="193" y="172"/>
                  </a:cubicBezTo>
                  <a:cubicBezTo>
                    <a:pt x="193" y="173"/>
                    <a:pt x="192" y="174"/>
                    <a:pt x="192" y="175"/>
                  </a:cubicBezTo>
                  <a:cubicBezTo>
                    <a:pt x="192" y="176"/>
                    <a:pt x="191" y="178"/>
                    <a:pt x="190" y="180"/>
                  </a:cubicBezTo>
                  <a:cubicBezTo>
                    <a:pt x="187" y="190"/>
                    <a:pt x="179" y="210"/>
                    <a:pt x="180" y="212"/>
                  </a:cubicBezTo>
                  <a:cubicBezTo>
                    <a:pt x="180" y="212"/>
                    <a:pt x="180" y="213"/>
                    <a:pt x="181" y="213"/>
                  </a:cubicBezTo>
                  <a:cubicBezTo>
                    <a:pt x="181" y="213"/>
                    <a:pt x="181" y="213"/>
                    <a:pt x="181" y="213"/>
                  </a:cubicBezTo>
                  <a:cubicBezTo>
                    <a:pt x="182" y="213"/>
                    <a:pt x="184" y="214"/>
                    <a:pt x="185" y="215"/>
                  </a:cubicBezTo>
                  <a:cubicBezTo>
                    <a:pt x="185" y="215"/>
                    <a:pt x="186" y="216"/>
                    <a:pt x="186" y="217"/>
                  </a:cubicBezTo>
                  <a:cubicBezTo>
                    <a:pt x="186" y="218"/>
                    <a:pt x="186" y="219"/>
                    <a:pt x="186" y="219"/>
                  </a:cubicBezTo>
                  <a:cubicBezTo>
                    <a:pt x="186" y="220"/>
                    <a:pt x="185" y="221"/>
                    <a:pt x="185" y="221"/>
                  </a:cubicBezTo>
                  <a:cubicBezTo>
                    <a:pt x="185" y="222"/>
                    <a:pt x="184" y="222"/>
                    <a:pt x="184" y="222"/>
                  </a:cubicBezTo>
                  <a:cubicBezTo>
                    <a:pt x="183" y="222"/>
                    <a:pt x="181" y="222"/>
                    <a:pt x="179" y="222"/>
                  </a:cubicBezTo>
                  <a:cubicBezTo>
                    <a:pt x="177" y="223"/>
                    <a:pt x="173" y="223"/>
                    <a:pt x="172" y="223"/>
                  </a:cubicBezTo>
                  <a:cubicBezTo>
                    <a:pt x="170" y="223"/>
                    <a:pt x="169" y="222"/>
                    <a:pt x="168" y="222"/>
                  </a:cubicBezTo>
                  <a:cubicBezTo>
                    <a:pt x="167" y="222"/>
                    <a:pt x="167" y="221"/>
                    <a:pt x="166" y="221"/>
                  </a:cubicBezTo>
                  <a:cubicBezTo>
                    <a:pt x="166" y="221"/>
                    <a:pt x="166" y="220"/>
                    <a:pt x="166" y="220"/>
                  </a:cubicBezTo>
                  <a:cubicBezTo>
                    <a:pt x="165" y="220"/>
                    <a:pt x="165" y="219"/>
                    <a:pt x="163" y="219"/>
                  </a:cubicBezTo>
                  <a:cubicBezTo>
                    <a:pt x="161" y="219"/>
                    <a:pt x="157" y="220"/>
                    <a:pt x="154" y="221"/>
                  </a:cubicBezTo>
                  <a:cubicBezTo>
                    <a:pt x="152" y="221"/>
                    <a:pt x="150" y="222"/>
                    <a:pt x="149" y="222"/>
                  </a:cubicBezTo>
                  <a:cubicBezTo>
                    <a:pt x="146" y="222"/>
                    <a:pt x="143" y="223"/>
                    <a:pt x="141" y="224"/>
                  </a:cubicBezTo>
                  <a:cubicBezTo>
                    <a:pt x="138" y="224"/>
                    <a:pt x="136" y="225"/>
                    <a:pt x="134" y="225"/>
                  </a:cubicBezTo>
                  <a:cubicBezTo>
                    <a:pt x="132" y="226"/>
                    <a:pt x="131" y="227"/>
                    <a:pt x="130" y="227"/>
                  </a:cubicBezTo>
                  <a:cubicBezTo>
                    <a:pt x="130" y="228"/>
                    <a:pt x="129" y="228"/>
                    <a:pt x="129" y="229"/>
                  </a:cubicBezTo>
                  <a:cubicBezTo>
                    <a:pt x="130" y="230"/>
                    <a:pt x="130" y="230"/>
                    <a:pt x="130" y="230"/>
                  </a:cubicBezTo>
                  <a:cubicBezTo>
                    <a:pt x="130" y="230"/>
                    <a:pt x="130" y="230"/>
                    <a:pt x="130" y="230"/>
                  </a:cubicBezTo>
                  <a:cubicBezTo>
                    <a:pt x="130" y="230"/>
                    <a:pt x="131" y="230"/>
                    <a:pt x="133" y="230"/>
                  </a:cubicBezTo>
                  <a:cubicBezTo>
                    <a:pt x="135" y="229"/>
                    <a:pt x="136" y="229"/>
                    <a:pt x="138" y="230"/>
                  </a:cubicBezTo>
                  <a:cubicBezTo>
                    <a:pt x="139" y="230"/>
                    <a:pt x="139" y="231"/>
                    <a:pt x="140" y="232"/>
                  </a:cubicBezTo>
                  <a:cubicBezTo>
                    <a:pt x="141" y="234"/>
                    <a:pt x="141" y="234"/>
                    <a:pt x="140" y="235"/>
                  </a:cubicBezTo>
                  <a:cubicBezTo>
                    <a:pt x="140" y="236"/>
                    <a:pt x="139" y="236"/>
                    <a:pt x="139" y="238"/>
                  </a:cubicBezTo>
                  <a:cubicBezTo>
                    <a:pt x="138" y="239"/>
                    <a:pt x="139" y="240"/>
                    <a:pt x="139" y="242"/>
                  </a:cubicBezTo>
                  <a:cubicBezTo>
                    <a:pt x="139" y="243"/>
                    <a:pt x="139" y="244"/>
                    <a:pt x="139" y="247"/>
                  </a:cubicBezTo>
                  <a:cubicBezTo>
                    <a:pt x="140" y="251"/>
                    <a:pt x="141" y="253"/>
                    <a:pt x="142" y="255"/>
                  </a:cubicBezTo>
                  <a:cubicBezTo>
                    <a:pt x="143" y="257"/>
                    <a:pt x="143" y="258"/>
                    <a:pt x="144" y="260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4" y="260"/>
                    <a:pt x="144" y="260"/>
                    <a:pt x="144" y="260"/>
                  </a:cubicBezTo>
                  <a:cubicBezTo>
                    <a:pt x="146" y="265"/>
                    <a:pt x="148" y="270"/>
                    <a:pt x="146" y="273"/>
                  </a:cubicBezTo>
                  <a:cubicBezTo>
                    <a:pt x="146" y="273"/>
                    <a:pt x="146" y="273"/>
                    <a:pt x="146" y="273"/>
                  </a:cubicBezTo>
                  <a:cubicBezTo>
                    <a:pt x="144" y="275"/>
                    <a:pt x="143" y="275"/>
                    <a:pt x="142" y="275"/>
                  </a:cubicBezTo>
                  <a:cubicBezTo>
                    <a:pt x="142" y="276"/>
                    <a:pt x="141" y="276"/>
                    <a:pt x="140" y="276"/>
                  </a:cubicBezTo>
                  <a:cubicBezTo>
                    <a:pt x="140" y="276"/>
                    <a:pt x="140" y="277"/>
                    <a:pt x="140" y="277"/>
                  </a:cubicBezTo>
                  <a:cubicBezTo>
                    <a:pt x="141" y="278"/>
                    <a:pt x="141" y="279"/>
                    <a:pt x="140" y="280"/>
                  </a:cubicBezTo>
                  <a:cubicBezTo>
                    <a:pt x="140" y="281"/>
                    <a:pt x="139" y="282"/>
                    <a:pt x="138" y="282"/>
                  </a:cubicBezTo>
                  <a:cubicBezTo>
                    <a:pt x="137" y="283"/>
                    <a:pt x="136" y="283"/>
                    <a:pt x="135" y="285"/>
                  </a:cubicBezTo>
                  <a:cubicBezTo>
                    <a:pt x="135" y="287"/>
                    <a:pt x="135" y="289"/>
                    <a:pt x="136" y="290"/>
                  </a:cubicBezTo>
                  <a:cubicBezTo>
                    <a:pt x="136" y="292"/>
                    <a:pt x="136" y="293"/>
                    <a:pt x="136" y="295"/>
                  </a:cubicBezTo>
                  <a:cubicBezTo>
                    <a:pt x="136" y="296"/>
                    <a:pt x="136" y="297"/>
                    <a:pt x="136" y="297"/>
                  </a:cubicBezTo>
                  <a:cubicBezTo>
                    <a:pt x="136" y="298"/>
                    <a:pt x="136" y="299"/>
                    <a:pt x="136" y="300"/>
                  </a:cubicBezTo>
                  <a:cubicBezTo>
                    <a:pt x="135" y="303"/>
                    <a:pt x="135" y="303"/>
                    <a:pt x="132" y="304"/>
                  </a:cubicBezTo>
                  <a:cubicBezTo>
                    <a:pt x="132" y="304"/>
                    <a:pt x="131" y="304"/>
                    <a:pt x="130" y="305"/>
                  </a:cubicBezTo>
                  <a:cubicBezTo>
                    <a:pt x="128" y="305"/>
                    <a:pt x="127" y="305"/>
                    <a:pt x="126" y="306"/>
                  </a:cubicBezTo>
                  <a:cubicBezTo>
                    <a:pt x="124" y="307"/>
                    <a:pt x="121" y="308"/>
                    <a:pt x="117" y="309"/>
                  </a:cubicBezTo>
                  <a:cubicBezTo>
                    <a:pt x="113" y="310"/>
                    <a:pt x="111" y="310"/>
                    <a:pt x="109" y="311"/>
                  </a:cubicBezTo>
                  <a:cubicBezTo>
                    <a:pt x="107" y="312"/>
                    <a:pt x="105" y="313"/>
                    <a:pt x="103" y="315"/>
                  </a:cubicBezTo>
                  <a:cubicBezTo>
                    <a:pt x="100" y="317"/>
                    <a:pt x="99" y="318"/>
                    <a:pt x="98" y="320"/>
                  </a:cubicBezTo>
                  <a:cubicBezTo>
                    <a:pt x="98" y="320"/>
                    <a:pt x="97" y="321"/>
                    <a:pt x="97" y="322"/>
                  </a:cubicBezTo>
                  <a:cubicBezTo>
                    <a:pt x="96" y="323"/>
                    <a:pt x="93" y="324"/>
                    <a:pt x="91" y="324"/>
                  </a:cubicBezTo>
                  <a:cubicBezTo>
                    <a:pt x="88" y="325"/>
                    <a:pt x="85" y="325"/>
                    <a:pt x="83" y="325"/>
                  </a:cubicBezTo>
                  <a:cubicBezTo>
                    <a:pt x="80" y="325"/>
                    <a:pt x="77" y="325"/>
                    <a:pt x="74" y="326"/>
                  </a:cubicBezTo>
                  <a:cubicBezTo>
                    <a:pt x="72" y="326"/>
                    <a:pt x="70" y="327"/>
                    <a:pt x="68" y="328"/>
                  </a:cubicBezTo>
                  <a:cubicBezTo>
                    <a:pt x="66" y="329"/>
                    <a:pt x="64" y="332"/>
                    <a:pt x="61" y="335"/>
                  </a:cubicBezTo>
                  <a:cubicBezTo>
                    <a:pt x="58" y="339"/>
                    <a:pt x="55" y="342"/>
                    <a:pt x="54" y="342"/>
                  </a:cubicBezTo>
                  <a:cubicBezTo>
                    <a:pt x="53" y="342"/>
                    <a:pt x="52" y="342"/>
                    <a:pt x="51" y="343"/>
                  </a:cubicBezTo>
                  <a:cubicBezTo>
                    <a:pt x="49" y="343"/>
                    <a:pt x="44" y="344"/>
                    <a:pt x="42" y="343"/>
                  </a:cubicBezTo>
                  <a:cubicBezTo>
                    <a:pt x="39" y="342"/>
                    <a:pt x="39" y="340"/>
                    <a:pt x="39" y="338"/>
                  </a:cubicBezTo>
                  <a:cubicBezTo>
                    <a:pt x="39" y="338"/>
                    <a:pt x="39" y="338"/>
                    <a:pt x="39" y="338"/>
                  </a:cubicBezTo>
                  <a:cubicBezTo>
                    <a:pt x="39" y="337"/>
                    <a:pt x="39" y="337"/>
                    <a:pt x="38" y="336"/>
                  </a:cubicBezTo>
                  <a:cubicBezTo>
                    <a:pt x="38" y="336"/>
                    <a:pt x="38" y="336"/>
                    <a:pt x="38" y="336"/>
                  </a:cubicBezTo>
                  <a:cubicBezTo>
                    <a:pt x="37" y="336"/>
                    <a:pt x="37" y="337"/>
                    <a:pt x="36" y="338"/>
                  </a:cubicBezTo>
                  <a:cubicBezTo>
                    <a:pt x="36" y="339"/>
                    <a:pt x="35" y="341"/>
                    <a:pt x="33" y="341"/>
                  </a:cubicBezTo>
                  <a:cubicBezTo>
                    <a:pt x="31" y="342"/>
                    <a:pt x="29" y="341"/>
                    <a:pt x="27" y="340"/>
                  </a:cubicBezTo>
                  <a:cubicBezTo>
                    <a:pt x="27" y="340"/>
                    <a:pt x="27" y="340"/>
                    <a:pt x="27" y="340"/>
                  </a:cubicBezTo>
                  <a:cubicBezTo>
                    <a:pt x="27" y="340"/>
                    <a:pt x="27" y="340"/>
                    <a:pt x="27" y="340"/>
                  </a:cubicBezTo>
                  <a:cubicBezTo>
                    <a:pt x="27" y="340"/>
                    <a:pt x="27" y="340"/>
                    <a:pt x="27" y="340"/>
                  </a:cubicBezTo>
                  <a:cubicBezTo>
                    <a:pt x="27" y="340"/>
                    <a:pt x="26" y="340"/>
                    <a:pt x="26" y="340"/>
                  </a:cubicBezTo>
                  <a:cubicBezTo>
                    <a:pt x="25" y="340"/>
                    <a:pt x="25" y="340"/>
                    <a:pt x="25" y="340"/>
                  </a:cubicBezTo>
                  <a:cubicBezTo>
                    <a:pt x="25" y="340"/>
                    <a:pt x="25" y="340"/>
                    <a:pt x="25" y="340"/>
                  </a:cubicBezTo>
                  <a:cubicBezTo>
                    <a:pt x="25" y="340"/>
                    <a:pt x="25" y="340"/>
                    <a:pt x="25" y="340"/>
                  </a:cubicBezTo>
                  <a:cubicBezTo>
                    <a:pt x="25" y="340"/>
                    <a:pt x="25" y="340"/>
                    <a:pt x="25" y="340"/>
                  </a:cubicBezTo>
                  <a:cubicBezTo>
                    <a:pt x="25" y="341"/>
                    <a:pt x="25" y="341"/>
                    <a:pt x="25" y="341"/>
                  </a:cubicBezTo>
                  <a:cubicBezTo>
                    <a:pt x="25" y="342"/>
                    <a:pt x="25" y="343"/>
                    <a:pt x="23" y="344"/>
                  </a:cubicBezTo>
                  <a:cubicBezTo>
                    <a:pt x="22" y="345"/>
                    <a:pt x="16" y="347"/>
                    <a:pt x="13" y="348"/>
                  </a:cubicBezTo>
                  <a:cubicBezTo>
                    <a:pt x="12" y="348"/>
                    <a:pt x="11" y="348"/>
                    <a:pt x="11" y="349"/>
                  </a:cubicBezTo>
                  <a:cubicBezTo>
                    <a:pt x="10" y="349"/>
                    <a:pt x="9" y="349"/>
                    <a:pt x="9" y="350"/>
                  </a:cubicBezTo>
                  <a:cubicBezTo>
                    <a:pt x="9" y="351"/>
                    <a:pt x="8" y="352"/>
                    <a:pt x="8" y="352"/>
                  </a:cubicBezTo>
                  <a:cubicBezTo>
                    <a:pt x="8" y="353"/>
                    <a:pt x="8" y="353"/>
                    <a:pt x="8" y="354"/>
                  </a:cubicBezTo>
                  <a:cubicBezTo>
                    <a:pt x="8" y="356"/>
                    <a:pt x="7" y="359"/>
                    <a:pt x="6" y="361"/>
                  </a:cubicBezTo>
                  <a:cubicBezTo>
                    <a:pt x="5" y="362"/>
                    <a:pt x="4" y="363"/>
                    <a:pt x="2" y="364"/>
                  </a:cubicBezTo>
                  <a:cubicBezTo>
                    <a:pt x="1" y="365"/>
                    <a:pt x="0" y="366"/>
                    <a:pt x="0" y="366"/>
                  </a:cubicBezTo>
                  <a:cubicBezTo>
                    <a:pt x="0" y="367"/>
                    <a:pt x="0" y="367"/>
                    <a:pt x="0" y="368"/>
                  </a:cubicBezTo>
                  <a:cubicBezTo>
                    <a:pt x="0" y="369"/>
                    <a:pt x="1" y="369"/>
                    <a:pt x="1" y="370"/>
                  </a:cubicBezTo>
                  <a:cubicBezTo>
                    <a:pt x="2" y="370"/>
                    <a:pt x="2" y="371"/>
                    <a:pt x="2" y="371"/>
                  </a:cubicBezTo>
                  <a:cubicBezTo>
                    <a:pt x="4" y="373"/>
                    <a:pt x="5" y="375"/>
                    <a:pt x="3" y="377"/>
                  </a:cubicBezTo>
                  <a:cubicBezTo>
                    <a:pt x="3" y="378"/>
                    <a:pt x="2" y="379"/>
                    <a:pt x="2" y="379"/>
                  </a:cubicBezTo>
                  <a:cubicBezTo>
                    <a:pt x="1" y="380"/>
                    <a:pt x="1" y="380"/>
                    <a:pt x="1" y="381"/>
                  </a:cubicBezTo>
                  <a:cubicBezTo>
                    <a:pt x="2" y="382"/>
                    <a:pt x="2" y="382"/>
                    <a:pt x="2" y="382"/>
                  </a:cubicBezTo>
                  <a:cubicBezTo>
                    <a:pt x="3" y="383"/>
                    <a:pt x="4" y="383"/>
                    <a:pt x="6" y="383"/>
                  </a:cubicBezTo>
                  <a:cubicBezTo>
                    <a:pt x="7" y="383"/>
                    <a:pt x="8" y="382"/>
                    <a:pt x="9" y="382"/>
                  </a:cubicBezTo>
                  <a:cubicBezTo>
                    <a:pt x="9" y="382"/>
                    <a:pt x="9" y="382"/>
                    <a:pt x="9" y="382"/>
                  </a:cubicBezTo>
                  <a:cubicBezTo>
                    <a:pt x="11" y="382"/>
                    <a:pt x="13" y="382"/>
                    <a:pt x="15" y="383"/>
                  </a:cubicBezTo>
                  <a:cubicBezTo>
                    <a:pt x="17" y="383"/>
                    <a:pt x="20" y="385"/>
                    <a:pt x="22" y="386"/>
                  </a:cubicBezTo>
                  <a:cubicBezTo>
                    <a:pt x="23" y="388"/>
                    <a:pt x="25" y="390"/>
                    <a:pt x="25" y="391"/>
                  </a:cubicBezTo>
                  <a:cubicBezTo>
                    <a:pt x="26" y="392"/>
                    <a:pt x="26" y="395"/>
                    <a:pt x="26" y="398"/>
                  </a:cubicBezTo>
                  <a:cubicBezTo>
                    <a:pt x="27" y="401"/>
                    <a:pt x="27" y="404"/>
                    <a:pt x="27" y="406"/>
                  </a:cubicBezTo>
                  <a:cubicBezTo>
                    <a:pt x="27" y="407"/>
                    <a:pt x="28" y="408"/>
                    <a:pt x="29" y="409"/>
                  </a:cubicBezTo>
                  <a:cubicBezTo>
                    <a:pt x="29" y="410"/>
                    <a:pt x="30" y="411"/>
                    <a:pt x="30" y="412"/>
                  </a:cubicBezTo>
                  <a:cubicBezTo>
                    <a:pt x="32" y="415"/>
                    <a:pt x="31" y="415"/>
                    <a:pt x="28" y="416"/>
                  </a:cubicBezTo>
                  <a:cubicBezTo>
                    <a:pt x="28" y="416"/>
                    <a:pt x="28" y="416"/>
                    <a:pt x="28" y="416"/>
                  </a:cubicBezTo>
                  <a:cubicBezTo>
                    <a:pt x="28" y="416"/>
                    <a:pt x="28" y="417"/>
                    <a:pt x="28" y="417"/>
                  </a:cubicBezTo>
                  <a:cubicBezTo>
                    <a:pt x="26" y="417"/>
                    <a:pt x="25" y="418"/>
                    <a:pt x="24" y="418"/>
                  </a:cubicBezTo>
                  <a:cubicBezTo>
                    <a:pt x="23" y="418"/>
                    <a:pt x="22" y="418"/>
                    <a:pt x="21" y="418"/>
                  </a:cubicBezTo>
                  <a:cubicBezTo>
                    <a:pt x="21" y="418"/>
                    <a:pt x="21" y="418"/>
                    <a:pt x="20" y="418"/>
                  </a:cubicBezTo>
                  <a:cubicBezTo>
                    <a:pt x="19" y="419"/>
                    <a:pt x="17" y="420"/>
                    <a:pt x="17" y="420"/>
                  </a:cubicBezTo>
                  <a:cubicBezTo>
                    <a:pt x="17" y="420"/>
                    <a:pt x="17" y="420"/>
                    <a:pt x="18" y="421"/>
                  </a:cubicBezTo>
                  <a:cubicBezTo>
                    <a:pt x="18" y="421"/>
                    <a:pt x="18" y="422"/>
                    <a:pt x="19" y="423"/>
                  </a:cubicBezTo>
                  <a:cubicBezTo>
                    <a:pt x="20" y="422"/>
                    <a:pt x="23" y="422"/>
                    <a:pt x="25" y="422"/>
                  </a:cubicBezTo>
                  <a:cubicBezTo>
                    <a:pt x="27" y="422"/>
                    <a:pt x="29" y="422"/>
                    <a:pt x="31" y="423"/>
                  </a:cubicBezTo>
                  <a:cubicBezTo>
                    <a:pt x="32" y="423"/>
                    <a:pt x="34" y="424"/>
                    <a:pt x="36" y="426"/>
                  </a:cubicBezTo>
                  <a:cubicBezTo>
                    <a:pt x="40" y="427"/>
                    <a:pt x="43" y="430"/>
                    <a:pt x="45" y="431"/>
                  </a:cubicBezTo>
                  <a:cubicBezTo>
                    <a:pt x="48" y="434"/>
                    <a:pt x="48" y="435"/>
                    <a:pt x="48" y="439"/>
                  </a:cubicBezTo>
                  <a:cubicBezTo>
                    <a:pt x="48" y="440"/>
                    <a:pt x="48" y="440"/>
                    <a:pt x="48" y="441"/>
                  </a:cubicBezTo>
                  <a:cubicBezTo>
                    <a:pt x="48" y="441"/>
                    <a:pt x="48" y="441"/>
                    <a:pt x="48" y="441"/>
                  </a:cubicBezTo>
                  <a:cubicBezTo>
                    <a:pt x="48" y="441"/>
                    <a:pt x="48" y="441"/>
                    <a:pt x="48" y="441"/>
                  </a:cubicBezTo>
                  <a:cubicBezTo>
                    <a:pt x="48" y="445"/>
                    <a:pt x="48" y="446"/>
                    <a:pt x="51" y="448"/>
                  </a:cubicBezTo>
                  <a:cubicBezTo>
                    <a:pt x="52" y="449"/>
                    <a:pt x="53" y="449"/>
                    <a:pt x="54" y="448"/>
                  </a:cubicBezTo>
                  <a:cubicBezTo>
                    <a:pt x="56" y="448"/>
                    <a:pt x="57" y="448"/>
                    <a:pt x="59" y="449"/>
                  </a:cubicBezTo>
                  <a:cubicBezTo>
                    <a:pt x="61" y="450"/>
                    <a:pt x="61" y="451"/>
                    <a:pt x="61" y="451"/>
                  </a:cubicBezTo>
                  <a:cubicBezTo>
                    <a:pt x="61" y="451"/>
                    <a:pt x="61" y="451"/>
                    <a:pt x="61" y="451"/>
                  </a:cubicBezTo>
                  <a:cubicBezTo>
                    <a:pt x="62" y="452"/>
                    <a:pt x="62" y="453"/>
                    <a:pt x="64" y="454"/>
                  </a:cubicBezTo>
                  <a:cubicBezTo>
                    <a:pt x="69" y="456"/>
                    <a:pt x="73" y="456"/>
                    <a:pt x="76" y="456"/>
                  </a:cubicBezTo>
                  <a:cubicBezTo>
                    <a:pt x="76" y="456"/>
                    <a:pt x="76" y="456"/>
                    <a:pt x="76" y="456"/>
                  </a:cubicBezTo>
                  <a:cubicBezTo>
                    <a:pt x="76" y="456"/>
                    <a:pt x="77" y="456"/>
                    <a:pt x="77" y="456"/>
                  </a:cubicBezTo>
                  <a:cubicBezTo>
                    <a:pt x="78" y="456"/>
                    <a:pt x="81" y="456"/>
                    <a:pt x="83" y="456"/>
                  </a:cubicBezTo>
                  <a:cubicBezTo>
                    <a:pt x="85" y="456"/>
                    <a:pt x="87" y="456"/>
                    <a:pt x="88" y="456"/>
                  </a:cubicBezTo>
                  <a:cubicBezTo>
                    <a:pt x="88" y="456"/>
                    <a:pt x="89" y="455"/>
                    <a:pt x="91" y="454"/>
                  </a:cubicBezTo>
                  <a:cubicBezTo>
                    <a:pt x="92" y="452"/>
                    <a:pt x="95" y="451"/>
                    <a:pt x="97" y="450"/>
                  </a:cubicBezTo>
                  <a:cubicBezTo>
                    <a:pt x="99" y="449"/>
                    <a:pt x="101" y="448"/>
                    <a:pt x="103" y="447"/>
                  </a:cubicBezTo>
                  <a:cubicBezTo>
                    <a:pt x="105" y="447"/>
                    <a:pt x="108" y="446"/>
                    <a:pt x="109" y="446"/>
                  </a:cubicBezTo>
                  <a:cubicBezTo>
                    <a:pt x="110" y="446"/>
                    <a:pt x="111" y="446"/>
                    <a:pt x="111" y="446"/>
                  </a:cubicBezTo>
                  <a:cubicBezTo>
                    <a:pt x="114" y="446"/>
                    <a:pt x="116" y="446"/>
                    <a:pt x="119" y="448"/>
                  </a:cubicBezTo>
                  <a:cubicBezTo>
                    <a:pt x="120" y="448"/>
                    <a:pt x="122" y="450"/>
                    <a:pt x="124" y="451"/>
                  </a:cubicBezTo>
                  <a:cubicBezTo>
                    <a:pt x="126" y="453"/>
                    <a:pt x="128" y="455"/>
                    <a:pt x="130" y="456"/>
                  </a:cubicBezTo>
                  <a:cubicBezTo>
                    <a:pt x="131" y="457"/>
                    <a:pt x="132" y="457"/>
                    <a:pt x="133" y="457"/>
                  </a:cubicBezTo>
                  <a:cubicBezTo>
                    <a:pt x="135" y="456"/>
                    <a:pt x="136" y="456"/>
                    <a:pt x="138" y="458"/>
                  </a:cubicBezTo>
                  <a:cubicBezTo>
                    <a:pt x="138" y="458"/>
                    <a:pt x="138" y="458"/>
                    <a:pt x="138" y="458"/>
                  </a:cubicBezTo>
                  <a:cubicBezTo>
                    <a:pt x="138" y="458"/>
                    <a:pt x="138" y="458"/>
                    <a:pt x="138" y="458"/>
                  </a:cubicBezTo>
                  <a:cubicBezTo>
                    <a:pt x="138" y="458"/>
                    <a:pt x="138" y="458"/>
                    <a:pt x="138" y="458"/>
                  </a:cubicBezTo>
                  <a:cubicBezTo>
                    <a:pt x="139" y="459"/>
                    <a:pt x="140" y="461"/>
                    <a:pt x="139" y="463"/>
                  </a:cubicBezTo>
                  <a:cubicBezTo>
                    <a:pt x="139" y="466"/>
                    <a:pt x="138" y="468"/>
                    <a:pt x="136" y="470"/>
                  </a:cubicBezTo>
                  <a:cubicBezTo>
                    <a:pt x="136" y="470"/>
                    <a:pt x="136" y="470"/>
                    <a:pt x="136" y="470"/>
                  </a:cubicBezTo>
                  <a:cubicBezTo>
                    <a:pt x="136" y="470"/>
                    <a:pt x="136" y="470"/>
                    <a:pt x="136" y="470"/>
                  </a:cubicBezTo>
                  <a:cubicBezTo>
                    <a:pt x="133" y="472"/>
                    <a:pt x="131" y="476"/>
                    <a:pt x="129" y="479"/>
                  </a:cubicBezTo>
                  <a:cubicBezTo>
                    <a:pt x="129" y="480"/>
                    <a:pt x="128" y="481"/>
                    <a:pt x="128" y="482"/>
                  </a:cubicBezTo>
                  <a:cubicBezTo>
                    <a:pt x="126" y="484"/>
                    <a:pt x="125" y="484"/>
                    <a:pt x="124" y="484"/>
                  </a:cubicBezTo>
                  <a:cubicBezTo>
                    <a:pt x="124" y="484"/>
                    <a:pt x="123" y="484"/>
                    <a:pt x="123" y="485"/>
                  </a:cubicBezTo>
                  <a:cubicBezTo>
                    <a:pt x="122" y="486"/>
                    <a:pt x="122" y="486"/>
                    <a:pt x="122" y="487"/>
                  </a:cubicBezTo>
                  <a:cubicBezTo>
                    <a:pt x="122" y="489"/>
                    <a:pt x="122" y="491"/>
                    <a:pt x="119" y="492"/>
                  </a:cubicBezTo>
                  <a:cubicBezTo>
                    <a:pt x="116" y="493"/>
                    <a:pt x="114" y="493"/>
                    <a:pt x="113" y="493"/>
                  </a:cubicBezTo>
                  <a:cubicBezTo>
                    <a:pt x="112" y="493"/>
                    <a:pt x="111" y="494"/>
                    <a:pt x="111" y="494"/>
                  </a:cubicBezTo>
                  <a:cubicBezTo>
                    <a:pt x="111" y="494"/>
                    <a:pt x="111" y="495"/>
                    <a:pt x="111" y="497"/>
                  </a:cubicBezTo>
                  <a:cubicBezTo>
                    <a:pt x="111" y="498"/>
                    <a:pt x="112" y="499"/>
                    <a:pt x="112" y="500"/>
                  </a:cubicBezTo>
                  <a:cubicBezTo>
                    <a:pt x="112" y="501"/>
                    <a:pt x="111" y="502"/>
                    <a:pt x="110" y="503"/>
                  </a:cubicBezTo>
                  <a:cubicBezTo>
                    <a:pt x="110" y="504"/>
                    <a:pt x="109" y="505"/>
                    <a:pt x="109" y="505"/>
                  </a:cubicBezTo>
                  <a:cubicBezTo>
                    <a:pt x="109" y="505"/>
                    <a:pt x="109" y="505"/>
                    <a:pt x="109" y="505"/>
                  </a:cubicBezTo>
                  <a:cubicBezTo>
                    <a:pt x="109" y="506"/>
                    <a:pt x="110" y="507"/>
                    <a:pt x="110" y="507"/>
                  </a:cubicBezTo>
                  <a:cubicBezTo>
                    <a:pt x="111" y="508"/>
                    <a:pt x="112" y="508"/>
                    <a:pt x="113" y="509"/>
                  </a:cubicBezTo>
                  <a:cubicBezTo>
                    <a:pt x="114" y="510"/>
                    <a:pt x="115" y="510"/>
                    <a:pt x="115" y="510"/>
                  </a:cubicBezTo>
                  <a:cubicBezTo>
                    <a:pt x="117" y="510"/>
                    <a:pt x="118" y="510"/>
                    <a:pt x="119" y="512"/>
                  </a:cubicBezTo>
                  <a:cubicBezTo>
                    <a:pt x="120" y="514"/>
                    <a:pt x="120" y="516"/>
                    <a:pt x="120" y="518"/>
                  </a:cubicBezTo>
                  <a:cubicBezTo>
                    <a:pt x="120" y="518"/>
                    <a:pt x="121" y="519"/>
                    <a:pt x="121" y="520"/>
                  </a:cubicBezTo>
                  <a:cubicBezTo>
                    <a:pt x="121" y="521"/>
                    <a:pt x="121" y="522"/>
                    <a:pt x="120" y="524"/>
                  </a:cubicBezTo>
                  <a:cubicBezTo>
                    <a:pt x="119" y="525"/>
                    <a:pt x="118" y="526"/>
                    <a:pt x="116" y="527"/>
                  </a:cubicBezTo>
                  <a:cubicBezTo>
                    <a:pt x="116" y="528"/>
                    <a:pt x="115" y="529"/>
                    <a:pt x="114" y="529"/>
                  </a:cubicBezTo>
                  <a:cubicBezTo>
                    <a:pt x="113" y="530"/>
                    <a:pt x="112" y="531"/>
                    <a:pt x="111" y="532"/>
                  </a:cubicBezTo>
                  <a:cubicBezTo>
                    <a:pt x="109" y="532"/>
                    <a:pt x="107" y="530"/>
                    <a:pt x="106" y="528"/>
                  </a:cubicBezTo>
                  <a:cubicBezTo>
                    <a:pt x="105" y="527"/>
                    <a:pt x="105" y="527"/>
                    <a:pt x="104" y="527"/>
                  </a:cubicBezTo>
                  <a:cubicBezTo>
                    <a:pt x="104" y="527"/>
                    <a:pt x="103" y="526"/>
                    <a:pt x="102" y="526"/>
                  </a:cubicBezTo>
                  <a:cubicBezTo>
                    <a:pt x="101" y="527"/>
                    <a:pt x="101" y="527"/>
                    <a:pt x="101" y="527"/>
                  </a:cubicBezTo>
                  <a:cubicBezTo>
                    <a:pt x="100" y="527"/>
                    <a:pt x="100" y="528"/>
                    <a:pt x="100" y="529"/>
                  </a:cubicBezTo>
                  <a:cubicBezTo>
                    <a:pt x="99" y="530"/>
                    <a:pt x="99" y="531"/>
                    <a:pt x="100" y="532"/>
                  </a:cubicBezTo>
                  <a:cubicBezTo>
                    <a:pt x="100" y="534"/>
                    <a:pt x="101" y="535"/>
                    <a:pt x="102" y="536"/>
                  </a:cubicBezTo>
                  <a:cubicBezTo>
                    <a:pt x="104" y="538"/>
                    <a:pt x="105" y="539"/>
                    <a:pt x="105" y="540"/>
                  </a:cubicBezTo>
                  <a:cubicBezTo>
                    <a:pt x="105" y="541"/>
                    <a:pt x="105" y="543"/>
                    <a:pt x="105" y="545"/>
                  </a:cubicBezTo>
                  <a:cubicBezTo>
                    <a:pt x="105" y="547"/>
                    <a:pt x="105" y="549"/>
                    <a:pt x="105" y="550"/>
                  </a:cubicBezTo>
                  <a:cubicBezTo>
                    <a:pt x="105" y="550"/>
                    <a:pt x="105" y="550"/>
                    <a:pt x="105" y="550"/>
                  </a:cubicBezTo>
                  <a:cubicBezTo>
                    <a:pt x="105" y="550"/>
                    <a:pt x="105" y="550"/>
                    <a:pt x="105" y="550"/>
                  </a:cubicBezTo>
                  <a:cubicBezTo>
                    <a:pt x="105" y="552"/>
                    <a:pt x="105" y="553"/>
                    <a:pt x="106" y="553"/>
                  </a:cubicBezTo>
                  <a:cubicBezTo>
                    <a:pt x="106" y="553"/>
                    <a:pt x="106" y="553"/>
                    <a:pt x="106" y="553"/>
                  </a:cubicBezTo>
                  <a:cubicBezTo>
                    <a:pt x="107" y="553"/>
                    <a:pt x="107" y="553"/>
                    <a:pt x="108" y="553"/>
                  </a:cubicBezTo>
                  <a:cubicBezTo>
                    <a:pt x="109" y="552"/>
                    <a:pt x="110" y="552"/>
                    <a:pt x="111" y="552"/>
                  </a:cubicBezTo>
                  <a:cubicBezTo>
                    <a:pt x="112" y="552"/>
                    <a:pt x="113" y="553"/>
                    <a:pt x="114" y="555"/>
                  </a:cubicBezTo>
                  <a:cubicBezTo>
                    <a:pt x="115" y="556"/>
                    <a:pt x="116" y="557"/>
                    <a:pt x="118" y="558"/>
                  </a:cubicBezTo>
                  <a:cubicBezTo>
                    <a:pt x="119" y="559"/>
                    <a:pt x="121" y="560"/>
                    <a:pt x="122" y="561"/>
                  </a:cubicBezTo>
                  <a:cubicBezTo>
                    <a:pt x="123" y="561"/>
                    <a:pt x="125" y="561"/>
                    <a:pt x="126" y="562"/>
                  </a:cubicBezTo>
                  <a:cubicBezTo>
                    <a:pt x="127" y="562"/>
                    <a:pt x="129" y="563"/>
                    <a:pt x="131" y="563"/>
                  </a:cubicBezTo>
                  <a:cubicBezTo>
                    <a:pt x="133" y="564"/>
                    <a:pt x="135" y="565"/>
                    <a:pt x="136" y="567"/>
                  </a:cubicBezTo>
                  <a:cubicBezTo>
                    <a:pt x="136" y="568"/>
                    <a:pt x="136" y="569"/>
                    <a:pt x="136" y="570"/>
                  </a:cubicBezTo>
                  <a:cubicBezTo>
                    <a:pt x="136" y="570"/>
                    <a:pt x="136" y="571"/>
                    <a:pt x="137" y="571"/>
                  </a:cubicBezTo>
                  <a:cubicBezTo>
                    <a:pt x="137" y="572"/>
                    <a:pt x="140" y="573"/>
                    <a:pt x="143" y="575"/>
                  </a:cubicBezTo>
                  <a:cubicBezTo>
                    <a:pt x="147" y="577"/>
                    <a:pt x="152" y="580"/>
                    <a:pt x="153" y="580"/>
                  </a:cubicBezTo>
                  <a:cubicBezTo>
                    <a:pt x="153" y="580"/>
                    <a:pt x="153" y="580"/>
                    <a:pt x="153" y="580"/>
                  </a:cubicBezTo>
                  <a:cubicBezTo>
                    <a:pt x="153" y="580"/>
                    <a:pt x="154" y="580"/>
                    <a:pt x="154" y="580"/>
                  </a:cubicBezTo>
                  <a:cubicBezTo>
                    <a:pt x="154" y="580"/>
                    <a:pt x="154" y="580"/>
                    <a:pt x="155" y="581"/>
                  </a:cubicBezTo>
                  <a:cubicBezTo>
                    <a:pt x="155" y="581"/>
                    <a:pt x="155" y="581"/>
                    <a:pt x="155" y="581"/>
                  </a:cubicBezTo>
                  <a:cubicBezTo>
                    <a:pt x="155" y="581"/>
                    <a:pt x="155" y="581"/>
                    <a:pt x="156" y="580"/>
                  </a:cubicBezTo>
                  <a:cubicBezTo>
                    <a:pt x="156" y="579"/>
                    <a:pt x="157" y="578"/>
                    <a:pt x="157" y="577"/>
                  </a:cubicBezTo>
                  <a:cubicBezTo>
                    <a:pt x="157" y="577"/>
                    <a:pt x="157" y="577"/>
                    <a:pt x="157" y="577"/>
                  </a:cubicBezTo>
                  <a:cubicBezTo>
                    <a:pt x="158" y="576"/>
                    <a:pt x="159" y="575"/>
                    <a:pt x="160" y="575"/>
                  </a:cubicBezTo>
                  <a:cubicBezTo>
                    <a:pt x="161" y="575"/>
                    <a:pt x="163" y="575"/>
                    <a:pt x="165" y="575"/>
                  </a:cubicBezTo>
                  <a:cubicBezTo>
                    <a:pt x="167" y="575"/>
                    <a:pt x="169" y="575"/>
                    <a:pt x="171" y="576"/>
                  </a:cubicBezTo>
                  <a:cubicBezTo>
                    <a:pt x="173" y="576"/>
                    <a:pt x="174" y="577"/>
                    <a:pt x="174" y="579"/>
                  </a:cubicBezTo>
                  <a:cubicBezTo>
                    <a:pt x="175" y="579"/>
                    <a:pt x="175" y="580"/>
                    <a:pt x="176" y="581"/>
                  </a:cubicBezTo>
                  <a:cubicBezTo>
                    <a:pt x="176" y="581"/>
                    <a:pt x="176" y="581"/>
                    <a:pt x="176" y="581"/>
                  </a:cubicBezTo>
                  <a:cubicBezTo>
                    <a:pt x="179" y="583"/>
                    <a:pt x="182" y="585"/>
                    <a:pt x="185" y="587"/>
                  </a:cubicBezTo>
                  <a:cubicBezTo>
                    <a:pt x="186" y="588"/>
                    <a:pt x="188" y="589"/>
                    <a:pt x="189" y="589"/>
                  </a:cubicBezTo>
                  <a:cubicBezTo>
                    <a:pt x="190" y="590"/>
                    <a:pt x="191" y="590"/>
                    <a:pt x="191" y="591"/>
                  </a:cubicBezTo>
                  <a:cubicBezTo>
                    <a:pt x="192" y="591"/>
                    <a:pt x="193" y="591"/>
                    <a:pt x="194" y="592"/>
                  </a:cubicBezTo>
                  <a:cubicBezTo>
                    <a:pt x="195" y="592"/>
                    <a:pt x="196" y="592"/>
                    <a:pt x="197" y="592"/>
                  </a:cubicBezTo>
                  <a:cubicBezTo>
                    <a:pt x="198" y="593"/>
                    <a:pt x="199" y="594"/>
                    <a:pt x="200" y="595"/>
                  </a:cubicBezTo>
                  <a:cubicBezTo>
                    <a:pt x="201" y="596"/>
                    <a:pt x="202" y="597"/>
                    <a:pt x="203" y="598"/>
                  </a:cubicBezTo>
                  <a:cubicBezTo>
                    <a:pt x="204" y="599"/>
                    <a:pt x="205" y="600"/>
                    <a:pt x="206" y="601"/>
                  </a:cubicBezTo>
                  <a:cubicBezTo>
                    <a:pt x="207" y="601"/>
                    <a:pt x="208" y="601"/>
                    <a:pt x="209" y="601"/>
                  </a:cubicBezTo>
                  <a:cubicBezTo>
                    <a:pt x="210" y="601"/>
                    <a:pt x="211" y="600"/>
                    <a:pt x="212" y="600"/>
                  </a:cubicBezTo>
                  <a:cubicBezTo>
                    <a:pt x="214" y="600"/>
                    <a:pt x="215" y="601"/>
                    <a:pt x="216" y="602"/>
                  </a:cubicBezTo>
                  <a:cubicBezTo>
                    <a:pt x="217" y="602"/>
                    <a:pt x="217" y="603"/>
                    <a:pt x="218" y="605"/>
                  </a:cubicBezTo>
                  <a:cubicBezTo>
                    <a:pt x="218" y="605"/>
                    <a:pt x="218" y="605"/>
                    <a:pt x="218" y="605"/>
                  </a:cubicBezTo>
                  <a:cubicBezTo>
                    <a:pt x="218" y="606"/>
                    <a:pt x="218" y="606"/>
                    <a:pt x="218" y="606"/>
                  </a:cubicBezTo>
                  <a:cubicBezTo>
                    <a:pt x="218" y="606"/>
                    <a:pt x="218" y="606"/>
                    <a:pt x="218" y="606"/>
                  </a:cubicBezTo>
                  <a:cubicBezTo>
                    <a:pt x="219" y="608"/>
                    <a:pt x="220" y="609"/>
                    <a:pt x="222" y="610"/>
                  </a:cubicBezTo>
                  <a:cubicBezTo>
                    <a:pt x="223" y="611"/>
                    <a:pt x="224" y="612"/>
                    <a:pt x="225" y="612"/>
                  </a:cubicBezTo>
                  <a:cubicBezTo>
                    <a:pt x="226" y="613"/>
                    <a:pt x="227" y="614"/>
                    <a:pt x="229" y="614"/>
                  </a:cubicBezTo>
                  <a:cubicBezTo>
                    <a:pt x="231" y="615"/>
                    <a:pt x="231" y="615"/>
                    <a:pt x="232" y="615"/>
                  </a:cubicBezTo>
                  <a:cubicBezTo>
                    <a:pt x="233" y="615"/>
                    <a:pt x="234" y="615"/>
                    <a:pt x="235" y="615"/>
                  </a:cubicBezTo>
                  <a:cubicBezTo>
                    <a:pt x="237" y="616"/>
                    <a:pt x="237" y="617"/>
                    <a:pt x="237" y="618"/>
                  </a:cubicBezTo>
                  <a:cubicBezTo>
                    <a:pt x="237" y="619"/>
                    <a:pt x="237" y="619"/>
                    <a:pt x="238" y="620"/>
                  </a:cubicBezTo>
                  <a:cubicBezTo>
                    <a:pt x="238" y="620"/>
                    <a:pt x="238" y="620"/>
                    <a:pt x="238" y="620"/>
                  </a:cubicBezTo>
                  <a:cubicBezTo>
                    <a:pt x="238" y="621"/>
                    <a:pt x="241" y="621"/>
                    <a:pt x="244" y="621"/>
                  </a:cubicBezTo>
                  <a:cubicBezTo>
                    <a:pt x="245" y="621"/>
                    <a:pt x="246" y="621"/>
                    <a:pt x="247" y="621"/>
                  </a:cubicBezTo>
                  <a:cubicBezTo>
                    <a:pt x="249" y="621"/>
                    <a:pt x="251" y="624"/>
                    <a:pt x="252" y="626"/>
                  </a:cubicBezTo>
                  <a:cubicBezTo>
                    <a:pt x="253" y="627"/>
                    <a:pt x="253" y="628"/>
                    <a:pt x="254" y="628"/>
                  </a:cubicBezTo>
                  <a:cubicBezTo>
                    <a:pt x="254" y="628"/>
                    <a:pt x="254" y="628"/>
                    <a:pt x="254" y="628"/>
                  </a:cubicBezTo>
                  <a:cubicBezTo>
                    <a:pt x="255" y="628"/>
                    <a:pt x="255" y="627"/>
                    <a:pt x="257" y="627"/>
                  </a:cubicBezTo>
                  <a:cubicBezTo>
                    <a:pt x="259" y="626"/>
                    <a:pt x="260" y="627"/>
                    <a:pt x="261" y="628"/>
                  </a:cubicBezTo>
                  <a:cubicBezTo>
                    <a:pt x="261" y="628"/>
                    <a:pt x="261" y="628"/>
                    <a:pt x="261" y="628"/>
                  </a:cubicBezTo>
                  <a:cubicBezTo>
                    <a:pt x="262" y="628"/>
                    <a:pt x="263" y="628"/>
                    <a:pt x="263" y="628"/>
                  </a:cubicBezTo>
                  <a:cubicBezTo>
                    <a:pt x="264" y="629"/>
                    <a:pt x="265" y="628"/>
                    <a:pt x="265" y="628"/>
                  </a:cubicBezTo>
                  <a:cubicBezTo>
                    <a:pt x="266" y="627"/>
                    <a:pt x="267" y="626"/>
                    <a:pt x="269" y="627"/>
                  </a:cubicBezTo>
                  <a:cubicBezTo>
                    <a:pt x="271" y="627"/>
                    <a:pt x="272" y="628"/>
                    <a:pt x="273" y="628"/>
                  </a:cubicBezTo>
                  <a:cubicBezTo>
                    <a:pt x="275" y="629"/>
                    <a:pt x="276" y="630"/>
                    <a:pt x="279" y="630"/>
                  </a:cubicBezTo>
                  <a:cubicBezTo>
                    <a:pt x="281" y="631"/>
                    <a:pt x="284" y="631"/>
                    <a:pt x="287" y="631"/>
                  </a:cubicBezTo>
                  <a:cubicBezTo>
                    <a:pt x="290" y="632"/>
                    <a:pt x="293" y="632"/>
                    <a:pt x="295" y="632"/>
                  </a:cubicBezTo>
                  <a:cubicBezTo>
                    <a:pt x="297" y="631"/>
                    <a:pt x="299" y="630"/>
                    <a:pt x="300" y="629"/>
                  </a:cubicBezTo>
                  <a:cubicBezTo>
                    <a:pt x="301" y="628"/>
                    <a:pt x="302" y="627"/>
                    <a:pt x="302" y="627"/>
                  </a:cubicBezTo>
                  <a:cubicBezTo>
                    <a:pt x="303" y="627"/>
                    <a:pt x="304" y="626"/>
                    <a:pt x="305" y="626"/>
                  </a:cubicBezTo>
                  <a:cubicBezTo>
                    <a:pt x="306" y="626"/>
                    <a:pt x="308" y="625"/>
                    <a:pt x="309" y="626"/>
                  </a:cubicBezTo>
                  <a:cubicBezTo>
                    <a:pt x="311" y="626"/>
                    <a:pt x="312" y="627"/>
                    <a:pt x="313" y="629"/>
                  </a:cubicBezTo>
                  <a:cubicBezTo>
                    <a:pt x="314" y="630"/>
                    <a:pt x="314" y="632"/>
                    <a:pt x="313" y="633"/>
                  </a:cubicBezTo>
                  <a:cubicBezTo>
                    <a:pt x="313" y="634"/>
                    <a:pt x="313" y="636"/>
                    <a:pt x="313" y="637"/>
                  </a:cubicBezTo>
                  <a:cubicBezTo>
                    <a:pt x="313" y="638"/>
                    <a:pt x="313" y="639"/>
                    <a:pt x="313" y="640"/>
                  </a:cubicBezTo>
                  <a:cubicBezTo>
                    <a:pt x="313" y="641"/>
                    <a:pt x="314" y="641"/>
                    <a:pt x="314" y="641"/>
                  </a:cubicBezTo>
                  <a:cubicBezTo>
                    <a:pt x="314" y="641"/>
                    <a:pt x="314" y="641"/>
                    <a:pt x="314" y="641"/>
                  </a:cubicBezTo>
                  <a:cubicBezTo>
                    <a:pt x="314" y="641"/>
                    <a:pt x="314" y="641"/>
                    <a:pt x="314" y="641"/>
                  </a:cubicBezTo>
                  <a:cubicBezTo>
                    <a:pt x="315" y="639"/>
                    <a:pt x="316" y="638"/>
                    <a:pt x="317" y="637"/>
                  </a:cubicBezTo>
                  <a:cubicBezTo>
                    <a:pt x="317" y="636"/>
                    <a:pt x="318" y="635"/>
                    <a:pt x="318" y="635"/>
                  </a:cubicBezTo>
                  <a:cubicBezTo>
                    <a:pt x="318" y="635"/>
                    <a:pt x="318" y="635"/>
                    <a:pt x="318" y="635"/>
                  </a:cubicBezTo>
                  <a:cubicBezTo>
                    <a:pt x="320" y="633"/>
                    <a:pt x="321" y="631"/>
                    <a:pt x="324" y="629"/>
                  </a:cubicBezTo>
                  <a:cubicBezTo>
                    <a:pt x="326" y="628"/>
                    <a:pt x="327" y="627"/>
                    <a:pt x="328" y="626"/>
                  </a:cubicBezTo>
                  <a:cubicBezTo>
                    <a:pt x="330" y="624"/>
                    <a:pt x="332" y="623"/>
                    <a:pt x="334" y="623"/>
                  </a:cubicBezTo>
                  <a:cubicBezTo>
                    <a:pt x="335" y="623"/>
                    <a:pt x="336" y="622"/>
                    <a:pt x="337" y="622"/>
                  </a:cubicBezTo>
                  <a:cubicBezTo>
                    <a:pt x="339" y="622"/>
                    <a:pt x="340" y="621"/>
                    <a:pt x="343" y="623"/>
                  </a:cubicBezTo>
                  <a:cubicBezTo>
                    <a:pt x="343" y="624"/>
                    <a:pt x="344" y="624"/>
                    <a:pt x="344" y="625"/>
                  </a:cubicBezTo>
                  <a:cubicBezTo>
                    <a:pt x="345" y="625"/>
                    <a:pt x="345" y="626"/>
                    <a:pt x="348" y="626"/>
                  </a:cubicBezTo>
                  <a:cubicBezTo>
                    <a:pt x="349" y="627"/>
                    <a:pt x="350" y="627"/>
                    <a:pt x="351" y="627"/>
                  </a:cubicBezTo>
                  <a:cubicBezTo>
                    <a:pt x="353" y="627"/>
                    <a:pt x="353" y="627"/>
                    <a:pt x="355" y="628"/>
                  </a:cubicBezTo>
                  <a:cubicBezTo>
                    <a:pt x="356" y="628"/>
                    <a:pt x="357" y="628"/>
                    <a:pt x="358" y="628"/>
                  </a:cubicBezTo>
                  <a:cubicBezTo>
                    <a:pt x="360" y="627"/>
                    <a:pt x="361" y="627"/>
                    <a:pt x="363" y="627"/>
                  </a:cubicBezTo>
                  <a:cubicBezTo>
                    <a:pt x="365" y="627"/>
                    <a:pt x="367" y="627"/>
                    <a:pt x="368" y="627"/>
                  </a:cubicBezTo>
                  <a:cubicBezTo>
                    <a:pt x="370" y="628"/>
                    <a:pt x="371" y="628"/>
                    <a:pt x="371" y="629"/>
                  </a:cubicBezTo>
                  <a:cubicBezTo>
                    <a:pt x="372" y="630"/>
                    <a:pt x="373" y="632"/>
                    <a:pt x="373" y="633"/>
                  </a:cubicBezTo>
                  <a:cubicBezTo>
                    <a:pt x="374" y="633"/>
                    <a:pt x="375" y="633"/>
                    <a:pt x="376" y="633"/>
                  </a:cubicBezTo>
                  <a:cubicBezTo>
                    <a:pt x="377" y="633"/>
                    <a:pt x="379" y="633"/>
                    <a:pt x="381" y="633"/>
                  </a:cubicBezTo>
                  <a:cubicBezTo>
                    <a:pt x="382" y="632"/>
                    <a:pt x="383" y="632"/>
                    <a:pt x="384" y="632"/>
                  </a:cubicBezTo>
                  <a:cubicBezTo>
                    <a:pt x="386" y="632"/>
                    <a:pt x="387" y="632"/>
                    <a:pt x="389" y="630"/>
                  </a:cubicBezTo>
                  <a:cubicBezTo>
                    <a:pt x="391" y="629"/>
                    <a:pt x="391" y="628"/>
                    <a:pt x="391" y="627"/>
                  </a:cubicBezTo>
                  <a:cubicBezTo>
                    <a:pt x="391" y="626"/>
                    <a:pt x="392" y="626"/>
                    <a:pt x="393" y="624"/>
                  </a:cubicBezTo>
                  <a:cubicBezTo>
                    <a:pt x="394" y="623"/>
                    <a:pt x="395" y="623"/>
                    <a:pt x="396" y="622"/>
                  </a:cubicBezTo>
                  <a:cubicBezTo>
                    <a:pt x="396" y="622"/>
                    <a:pt x="397" y="621"/>
                    <a:pt x="399" y="619"/>
                  </a:cubicBezTo>
                  <a:cubicBezTo>
                    <a:pt x="400" y="619"/>
                    <a:pt x="400" y="618"/>
                    <a:pt x="401" y="617"/>
                  </a:cubicBezTo>
                  <a:cubicBezTo>
                    <a:pt x="402" y="615"/>
                    <a:pt x="403" y="613"/>
                    <a:pt x="406" y="612"/>
                  </a:cubicBezTo>
                  <a:cubicBezTo>
                    <a:pt x="408" y="612"/>
                    <a:pt x="410" y="612"/>
                    <a:pt x="411" y="612"/>
                  </a:cubicBezTo>
                  <a:cubicBezTo>
                    <a:pt x="413" y="612"/>
                    <a:pt x="414" y="612"/>
                    <a:pt x="416" y="610"/>
                  </a:cubicBezTo>
                  <a:cubicBezTo>
                    <a:pt x="418" y="609"/>
                    <a:pt x="419" y="608"/>
                    <a:pt x="421" y="606"/>
                  </a:cubicBezTo>
                  <a:cubicBezTo>
                    <a:pt x="422" y="605"/>
                    <a:pt x="423" y="604"/>
                    <a:pt x="425" y="602"/>
                  </a:cubicBezTo>
                  <a:cubicBezTo>
                    <a:pt x="426" y="601"/>
                    <a:pt x="427" y="601"/>
                    <a:pt x="427" y="600"/>
                  </a:cubicBezTo>
                  <a:cubicBezTo>
                    <a:pt x="429" y="598"/>
                    <a:pt x="430" y="598"/>
                    <a:pt x="434" y="600"/>
                  </a:cubicBezTo>
                  <a:cubicBezTo>
                    <a:pt x="436" y="601"/>
                    <a:pt x="438" y="602"/>
                    <a:pt x="440" y="602"/>
                  </a:cubicBezTo>
                  <a:cubicBezTo>
                    <a:pt x="441" y="603"/>
                    <a:pt x="443" y="603"/>
                    <a:pt x="444" y="603"/>
                  </a:cubicBezTo>
                  <a:cubicBezTo>
                    <a:pt x="446" y="603"/>
                    <a:pt x="447" y="604"/>
                    <a:pt x="447" y="604"/>
                  </a:cubicBezTo>
                  <a:cubicBezTo>
                    <a:pt x="448" y="604"/>
                    <a:pt x="449" y="605"/>
                    <a:pt x="451" y="603"/>
                  </a:cubicBezTo>
                  <a:cubicBezTo>
                    <a:pt x="453" y="602"/>
                    <a:pt x="454" y="601"/>
                    <a:pt x="455" y="600"/>
                  </a:cubicBezTo>
                  <a:cubicBezTo>
                    <a:pt x="457" y="598"/>
                    <a:pt x="459" y="596"/>
                    <a:pt x="460" y="596"/>
                  </a:cubicBezTo>
                  <a:cubicBezTo>
                    <a:pt x="462" y="596"/>
                    <a:pt x="463" y="596"/>
                    <a:pt x="464" y="596"/>
                  </a:cubicBezTo>
                  <a:cubicBezTo>
                    <a:pt x="466" y="597"/>
                    <a:pt x="467" y="598"/>
                    <a:pt x="467" y="599"/>
                  </a:cubicBezTo>
                  <a:cubicBezTo>
                    <a:pt x="469" y="601"/>
                    <a:pt x="467" y="603"/>
                    <a:pt x="465" y="604"/>
                  </a:cubicBezTo>
                  <a:cubicBezTo>
                    <a:pt x="464" y="604"/>
                    <a:pt x="464" y="605"/>
                    <a:pt x="464" y="605"/>
                  </a:cubicBezTo>
                  <a:cubicBezTo>
                    <a:pt x="464" y="605"/>
                    <a:pt x="464" y="606"/>
                    <a:pt x="464" y="606"/>
                  </a:cubicBezTo>
                  <a:cubicBezTo>
                    <a:pt x="464" y="607"/>
                    <a:pt x="464" y="608"/>
                    <a:pt x="464" y="608"/>
                  </a:cubicBezTo>
                  <a:cubicBezTo>
                    <a:pt x="464" y="608"/>
                    <a:pt x="465" y="608"/>
                    <a:pt x="466" y="607"/>
                  </a:cubicBezTo>
                  <a:cubicBezTo>
                    <a:pt x="467" y="607"/>
                    <a:pt x="468" y="606"/>
                    <a:pt x="470" y="606"/>
                  </a:cubicBezTo>
                  <a:cubicBezTo>
                    <a:pt x="471" y="606"/>
                    <a:pt x="472" y="607"/>
                    <a:pt x="472" y="608"/>
                  </a:cubicBezTo>
                  <a:cubicBezTo>
                    <a:pt x="473" y="608"/>
                    <a:pt x="473" y="609"/>
                    <a:pt x="474" y="610"/>
                  </a:cubicBezTo>
                  <a:cubicBezTo>
                    <a:pt x="474" y="610"/>
                    <a:pt x="474" y="611"/>
                    <a:pt x="474" y="612"/>
                  </a:cubicBezTo>
                  <a:cubicBezTo>
                    <a:pt x="474" y="612"/>
                    <a:pt x="474" y="613"/>
                    <a:pt x="474" y="613"/>
                  </a:cubicBezTo>
                  <a:cubicBezTo>
                    <a:pt x="473" y="614"/>
                    <a:pt x="473" y="614"/>
                    <a:pt x="472" y="615"/>
                  </a:cubicBezTo>
                  <a:cubicBezTo>
                    <a:pt x="471" y="615"/>
                    <a:pt x="469" y="617"/>
                    <a:pt x="469" y="618"/>
                  </a:cubicBezTo>
                  <a:cubicBezTo>
                    <a:pt x="469" y="618"/>
                    <a:pt x="469" y="618"/>
                    <a:pt x="469" y="619"/>
                  </a:cubicBezTo>
                  <a:cubicBezTo>
                    <a:pt x="469" y="619"/>
                    <a:pt x="469" y="619"/>
                    <a:pt x="469" y="620"/>
                  </a:cubicBezTo>
                  <a:cubicBezTo>
                    <a:pt x="469" y="620"/>
                    <a:pt x="469" y="619"/>
                    <a:pt x="469" y="619"/>
                  </a:cubicBezTo>
                  <a:cubicBezTo>
                    <a:pt x="470" y="620"/>
                    <a:pt x="472" y="620"/>
                    <a:pt x="473" y="620"/>
                  </a:cubicBezTo>
                  <a:cubicBezTo>
                    <a:pt x="474" y="620"/>
                    <a:pt x="475" y="620"/>
                    <a:pt x="476" y="620"/>
                  </a:cubicBezTo>
                  <a:cubicBezTo>
                    <a:pt x="477" y="620"/>
                    <a:pt x="478" y="619"/>
                    <a:pt x="478" y="619"/>
                  </a:cubicBezTo>
                  <a:cubicBezTo>
                    <a:pt x="480" y="619"/>
                    <a:pt x="481" y="619"/>
                    <a:pt x="482" y="619"/>
                  </a:cubicBezTo>
                  <a:cubicBezTo>
                    <a:pt x="484" y="620"/>
                    <a:pt x="486" y="621"/>
                    <a:pt x="487" y="622"/>
                  </a:cubicBezTo>
                  <a:cubicBezTo>
                    <a:pt x="487" y="622"/>
                    <a:pt x="487" y="622"/>
                    <a:pt x="488" y="621"/>
                  </a:cubicBezTo>
                  <a:cubicBezTo>
                    <a:pt x="489" y="620"/>
                    <a:pt x="490" y="618"/>
                    <a:pt x="491" y="618"/>
                  </a:cubicBezTo>
                  <a:cubicBezTo>
                    <a:pt x="492" y="617"/>
                    <a:pt x="493" y="617"/>
                    <a:pt x="494" y="617"/>
                  </a:cubicBezTo>
                  <a:cubicBezTo>
                    <a:pt x="495" y="618"/>
                    <a:pt x="496" y="619"/>
                    <a:pt x="498" y="620"/>
                  </a:cubicBezTo>
                  <a:cubicBezTo>
                    <a:pt x="499" y="621"/>
                    <a:pt x="500" y="622"/>
                    <a:pt x="501" y="622"/>
                  </a:cubicBezTo>
                  <a:cubicBezTo>
                    <a:pt x="502" y="623"/>
                    <a:pt x="503" y="624"/>
                    <a:pt x="505" y="626"/>
                  </a:cubicBezTo>
                  <a:cubicBezTo>
                    <a:pt x="506" y="627"/>
                    <a:pt x="506" y="629"/>
                    <a:pt x="506" y="631"/>
                  </a:cubicBezTo>
                  <a:cubicBezTo>
                    <a:pt x="505" y="632"/>
                    <a:pt x="505" y="634"/>
                    <a:pt x="506" y="634"/>
                  </a:cubicBezTo>
                  <a:cubicBezTo>
                    <a:pt x="506" y="634"/>
                    <a:pt x="506" y="634"/>
                    <a:pt x="506" y="634"/>
                  </a:cubicBezTo>
                  <a:cubicBezTo>
                    <a:pt x="507" y="635"/>
                    <a:pt x="509" y="635"/>
                    <a:pt x="510" y="635"/>
                  </a:cubicBezTo>
                  <a:cubicBezTo>
                    <a:pt x="512" y="635"/>
                    <a:pt x="513" y="636"/>
                    <a:pt x="515" y="637"/>
                  </a:cubicBezTo>
                  <a:cubicBezTo>
                    <a:pt x="517" y="639"/>
                    <a:pt x="517" y="640"/>
                    <a:pt x="517" y="645"/>
                  </a:cubicBezTo>
                  <a:cubicBezTo>
                    <a:pt x="517" y="646"/>
                    <a:pt x="517" y="646"/>
                    <a:pt x="517" y="646"/>
                  </a:cubicBezTo>
                  <a:cubicBezTo>
                    <a:pt x="517" y="649"/>
                    <a:pt x="517" y="650"/>
                    <a:pt x="517" y="652"/>
                  </a:cubicBezTo>
                  <a:cubicBezTo>
                    <a:pt x="517" y="653"/>
                    <a:pt x="518" y="654"/>
                    <a:pt x="518" y="656"/>
                  </a:cubicBezTo>
                  <a:cubicBezTo>
                    <a:pt x="518" y="662"/>
                    <a:pt x="518" y="663"/>
                    <a:pt x="516" y="665"/>
                  </a:cubicBezTo>
                  <a:cubicBezTo>
                    <a:pt x="516" y="665"/>
                    <a:pt x="516" y="666"/>
                    <a:pt x="516" y="666"/>
                  </a:cubicBezTo>
                  <a:cubicBezTo>
                    <a:pt x="516" y="667"/>
                    <a:pt x="515" y="668"/>
                    <a:pt x="515" y="668"/>
                  </a:cubicBezTo>
                  <a:cubicBezTo>
                    <a:pt x="514" y="669"/>
                    <a:pt x="514" y="669"/>
                    <a:pt x="514" y="671"/>
                  </a:cubicBezTo>
                  <a:cubicBezTo>
                    <a:pt x="515" y="672"/>
                    <a:pt x="515" y="672"/>
                    <a:pt x="515" y="673"/>
                  </a:cubicBezTo>
                  <a:cubicBezTo>
                    <a:pt x="516" y="675"/>
                    <a:pt x="517" y="676"/>
                    <a:pt x="516" y="678"/>
                  </a:cubicBezTo>
                  <a:cubicBezTo>
                    <a:pt x="515" y="678"/>
                    <a:pt x="515" y="680"/>
                    <a:pt x="514" y="680"/>
                  </a:cubicBezTo>
                  <a:cubicBezTo>
                    <a:pt x="512" y="682"/>
                    <a:pt x="510" y="683"/>
                    <a:pt x="509" y="684"/>
                  </a:cubicBezTo>
                  <a:cubicBezTo>
                    <a:pt x="508" y="685"/>
                    <a:pt x="507" y="685"/>
                    <a:pt x="506" y="684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6" y="684"/>
                    <a:pt x="505" y="684"/>
                    <a:pt x="505" y="685"/>
                  </a:cubicBezTo>
                  <a:cubicBezTo>
                    <a:pt x="505" y="685"/>
                    <a:pt x="505" y="685"/>
                    <a:pt x="505" y="686"/>
                  </a:cubicBezTo>
                  <a:cubicBezTo>
                    <a:pt x="505" y="687"/>
                    <a:pt x="504" y="688"/>
                    <a:pt x="504" y="689"/>
                  </a:cubicBezTo>
                  <a:cubicBezTo>
                    <a:pt x="503" y="689"/>
                    <a:pt x="502" y="690"/>
                    <a:pt x="501" y="691"/>
                  </a:cubicBezTo>
                  <a:cubicBezTo>
                    <a:pt x="501" y="691"/>
                    <a:pt x="501" y="691"/>
                    <a:pt x="501" y="691"/>
                  </a:cubicBezTo>
                  <a:cubicBezTo>
                    <a:pt x="500" y="691"/>
                    <a:pt x="499" y="691"/>
                    <a:pt x="499" y="692"/>
                  </a:cubicBezTo>
                  <a:cubicBezTo>
                    <a:pt x="499" y="692"/>
                    <a:pt x="499" y="692"/>
                    <a:pt x="499" y="692"/>
                  </a:cubicBezTo>
                  <a:cubicBezTo>
                    <a:pt x="499" y="692"/>
                    <a:pt x="499" y="693"/>
                    <a:pt x="499" y="694"/>
                  </a:cubicBezTo>
                  <a:cubicBezTo>
                    <a:pt x="499" y="696"/>
                    <a:pt x="498" y="697"/>
                    <a:pt x="498" y="698"/>
                  </a:cubicBezTo>
                  <a:cubicBezTo>
                    <a:pt x="498" y="700"/>
                    <a:pt x="497" y="700"/>
                    <a:pt x="496" y="701"/>
                  </a:cubicBezTo>
                  <a:cubicBezTo>
                    <a:pt x="495" y="701"/>
                    <a:pt x="495" y="702"/>
                    <a:pt x="494" y="702"/>
                  </a:cubicBezTo>
                  <a:cubicBezTo>
                    <a:pt x="494" y="703"/>
                    <a:pt x="494" y="703"/>
                    <a:pt x="494" y="703"/>
                  </a:cubicBezTo>
                  <a:cubicBezTo>
                    <a:pt x="493" y="704"/>
                    <a:pt x="493" y="705"/>
                    <a:pt x="493" y="706"/>
                  </a:cubicBezTo>
                  <a:cubicBezTo>
                    <a:pt x="493" y="707"/>
                    <a:pt x="494" y="707"/>
                    <a:pt x="494" y="708"/>
                  </a:cubicBezTo>
                  <a:cubicBezTo>
                    <a:pt x="495" y="708"/>
                    <a:pt x="496" y="709"/>
                    <a:pt x="496" y="711"/>
                  </a:cubicBezTo>
                  <a:cubicBezTo>
                    <a:pt x="497" y="713"/>
                    <a:pt x="496" y="714"/>
                    <a:pt x="495" y="715"/>
                  </a:cubicBezTo>
                  <a:cubicBezTo>
                    <a:pt x="494" y="716"/>
                    <a:pt x="494" y="716"/>
                    <a:pt x="494" y="716"/>
                  </a:cubicBezTo>
                  <a:cubicBezTo>
                    <a:pt x="494" y="717"/>
                    <a:pt x="494" y="717"/>
                    <a:pt x="494" y="718"/>
                  </a:cubicBezTo>
                  <a:cubicBezTo>
                    <a:pt x="494" y="718"/>
                    <a:pt x="494" y="718"/>
                    <a:pt x="495" y="719"/>
                  </a:cubicBezTo>
                  <a:cubicBezTo>
                    <a:pt x="496" y="719"/>
                    <a:pt x="498" y="718"/>
                    <a:pt x="499" y="717"/>
                  </a:cubicBezTo>
                  <a:cubicBezTo>
                    <a:pt x="499" y="717"/>
                    <a:pt x="500" y="717"/>
                    <a:pt x="500" y="717"/>
                  </a:cubicBezTo>
                  <a:cubicBezTo>
                    <a:pt x="501" y="716"/>
                    <a:pt x="501" y="716"/>
                    <a:pt x="501" y="716"/>
                  </a:cubicBezTo>
                  <a:cubicBezTo>
                    <a:pt x="502" y="715"/>
                    <a:pt x="503" y="714"/>
                    <a:pt x="506" y="714"/>
                  </a:cubicBezTo>
                  <a:cubicBezTo>
                    <a:pt x="507" y="714"/>
                    <a:pt x="508" y="714"/>
                    <a:pt x="509" y="714"/>
                  </a:cubicBezTo>
                  <a:cubicBezTo>
                    <a:pt x="510" y="715"/>
                    <a:pt x="511" y="715"/>
                    <a:pt x="512" y="715"/>
                  </a:cubicBezTo>
                  <a:cubicBezTo>
                    <a:pt x="513" y="714"/>
                    <a:pt x="513" y="714"/>
                    <a:pt x="514" y="714"/>
                  </a:cubicBezTo>
                  <a:cubicBezTo>
                    <a:pt x="516" y="713"/>
                    <a:pt x="518" y="712"/>
                    <a:pt x="519" y="713"/>
                  </a:cubicBezTo>
                  <a:cubicBezTo>
                    <a:pt x="521" y="715"/>
                    <a:pt x="520" y="717"/>
                    <a:pt x="519" y="719"/>
                  </a:cubicBezTo>
                  <a:cubicBezTo>
                    <a:pt x="518" y="720"/>
                    <a:pt x="518" y="721"/>
                    <a:pt x="518" y="721"/>
                  </a:cubicBezTo>
                  <a:cubicBezTo>
                    <a:pt x="518" y="722"/>
                    <a:pt x="518" y="723"/>
                    <a:pt x="518" y="724"/>
                  </a:cubicBezTo>
                  <a:cubicBezTo>
                    <a:pt x="519" y="725"/>
                    <a:pt x="519" y="726"/>
                    <a:pt x="520" y="728"/>
                  </a:cubicBezTo>
                  <a:cubicBezTo>
                    <a:pt x="520" y="729"/>
                    <a:pt x="521" y="729"/>
                    <a:pt x="521" y="730"/>
                  </a:cubicBezTo>
                  <a:cubicBezTo>
                    <a:pt x="521" y="732"/>
                    <a:pt x="522" y="733"/>
                    <a:pt x="524" y="734"/>
                  </a:cubicBezTo>
                  <a:cubicBezTo>
                    <a:pt x="525" y="735"/>
                    <a:pt x="526" y="735"/>
                    <a:pt x="527" y="735"/>
                  </a:cubicBezTo>
                  <a:cubicBezTo>
                    <a:pt x="529" y="736"/>
                    <a:pt x="530" y="736"/>
                    <a:pt x="531" y="737"/>
                  </a:cubicBezTo>
                  <a:cubicBezTo>
                    <a:pt x="532" y="738"/>
                    <a:pt x="532" y="738"/>
                    <a:pt x="533" y="739"/>
                  </a:cubicBezTo>
                  <a:cubicBezTo>
                    <a:pt x="533" y="740"/>
                    <a:pt x="533" y="741"/>
                    <a:pt x="533" y="742"/>
                  </a:cubicBezTo>
                  <a:cubicBezTo>
                    <a:pt x="532" y="743"/>
                    <a:pt x="532" y="744"/>
                    <a:pt x="531" y="744"/>
                  </a:cubicBezTo>
                  <a:cubicBezTo>
                    <a:pt x="531" y="746"/>
                    <a:pt x="529" y="747"/>
                    <a:pt x="529" y="749"/>
                  </a:cubicBezTo>
                  <a:cubicBezTo>
                    <a:pt x="529" y="749"/>
                    <a:pt x="529" y="750"/>
                    <a:pt x="529" y="750"/>
                  </a:cubicBezTo>
                  <a:cubicBezTo>
                    <a:pt x="528" y="753"/>
                    <a:pt x="527" y="755"/>
                    <a:pt x="528" y="756"/>
                  </a:cubicBezTo>
                  <a:cubicBezTo>
                    <a:pt x="528" y="756"/>
                    <a:pt x="528" y="756"/>
                    <a:pt x="528" y="757"/>
                  </a:cubicBezTo>
                  <a:cubicBezTo>
                    <a:pt x="529" y="757"/>
                    <a:pt x="530" y="757"/>
                    <a:pt x="532" y="757"/>
                  </a:cubicBezTo>
                  <a:cubicBezTo>
                    <a:pt x="533" y="757"/>
                    <a:pt x="534" y="757"/>
                    <a:pt x="535" y="757"/>
                  </a:cubicBezTo>
                  <a:cubicBezTo>
                    <a:pt x="536" y="757"/>
                    <a:pt x="538" y="757"/>
                    <a:pt x="540" y="758"/>
                  </a:cubicBezTo>
                  <a:cubicBezTo>
                    <a:pt x="544" y="759"/>
                    <a:pt x="543" y="761"/>
                    <a:pt x="543" y="764"/>
                  </a:cubicBezTo>
                  <a:cubicBezTo>
                    <a:pt x="543" y="765"/>
                    <a:pt x="543" y="765"/>
                    <a:pt x="543" y="766"/>
                  </a:cubicBezTo>
                  <a:cubicBezTo>
                    <a:pt x="544" y="767"/>
                    <a:pt x="545" y="769"/>
                    <a:pt x="546" y="770"/>
                  </a:cubicBezTo>
                  <a:cubicBezTo>
                    <a:pt x="546" y="770"/>
                    <a:pt x="546" y="770"/>
                    <a:pt x="546" y="770"/>
                  </a:cubicBezTo>
                  <a:cubicBezTo>
                    <a:pt x="546" y="771"/>
                    <a:pt x="547" y="772"/>
                    <a:pt x="547" y="772"/>
                  </a:cubicBezTo>
                  <a:cubicBezTo>
                    <a:pt x="548" y="772"/>
                    <a:pt x="548" y="771"/>
                    <a:pt x="549" y="771"/>
                  </a:cubicBezTo>
                  <a:cubicBezTo>
                    <a:pt x="550" y="770"/>
                    <a:pt x="551" y="770"/>
                    <a:pt x="552" y="769"/>
                  </a:cubicBezTo>
                  <a:cubicBezTo>
                    <a:pt x="554" y="768"/>
                    <a:pt x="555" y="768"/>
                    <a:pt x="557" y="767"/>
                  </a:cubicBezTo>
                  <a:cubicBezTo>
                    <a:pt x="558" y="766"/>
                    <a:pt x="560" y="766"/>
                    <a:pt x="561" y="766"/>
                  </a:cubicBezTo>
                  <a:cubicBezTo>
                    <a:pt x="562" y="766"/>
                    <a:pt x="563" y="766"/>
                    <a:pt x="565" y="766"/>
                  </a:cubicBezTo>
                  <a:cubicBezTo>
                    <a:pt x="566" y="767"/>
                    <a:pt x="567" y="768"/>
                    <a:pt x="568" y="769"/>
                  </a:cubicBezTo>
                  <a:cubicBezTo>
                    <a:pt x="568" y="771"/>
                    <a:pt x="568" y="772"/>
                    <a:pt x="569" y="773"/>
                  </a:cubicBezTo>
                  <a:cubicBezTo>
                    <a:pt x="569" y="774"/>
                    <a:pt x="569" y="775"/>
                    <a:pt x="570" y="776"/>
                  </a:cubicBezTo>
                  <a:cubicBezTo>
                    <a:pt x="571" y="777"/>
                    <a:pt x="571" y="777"/>
                    <a:pt x="572" y="778"/>
                  </a:cubicBezTo>
                  <a:cubicBezTo>
                    <a:pt x="573" y="778"/>
                    <a:pt x="574" y="778"/>
                    <a:pt x="576" y="779"/>
                  </a:cubicBezTo>
                  <a:cubicBezTo>
                    <a:pt x="577" y="779"/>
                    <a:pt x="578" y="779"/>
                    <a:pt x="578" y="778"/>
                  </a:cubicBezTo>
                  <a:cubicBezTo>
                    <a:pt x="578" y="778"/>
                    <a:pt x="578" y="778"/>
                    <a:pt x="578" y="777"/>
                  </a:cubicBezTo>
                  <a:cubicBezTo>
                    <a:pt x="578" y="777"/>
                    <a:pt x="578" y="776"/>
                    <a:pt x="578" y="775"/>
                  </a:cubicBezTo>
                  <a:cubicBezTo>
                    <a:pt x="577" y="774"/>
                    <a:pt x="577" y="773"/>
                    <a:pt x="577" y="770"/>
                  </a:cubicBezTo>
                  <a:cubicBezTo>
                    <a:pt x="577" y="768"/>
                    <a:pt x="577" y="767"/>
                    <a:pt x="577" y="767"/>
                  </a:cubicBezTo>
                  <a:cubicBezTo>
                    <a:pt x="577" y="766"/>
                    <a:pt x="578" y="765"/>
                    <a:pt x="577" y="764"/>
                  </a:cubicBezTo>
                  <a:cubicBezTo>
                    <a:pt x="577" y="764"/>
                    <a:pt x="576" y="763"/>
                    <a:pt x="576" y="762"/>
                  </a:cubicBezTo>
                  <a:cubicBezTo>
                    <a:pt x="576" y="762"/>
                    <a:pt x="576" y="762"/>
                    <a:pt x="576" y="762"/>
                  </a:cubicBezTo>
                  <a:cubicBezTo>
                    <a:pt x="574" y="761"/>
                    <a:pt x="573" y="759"/>
                    <a:pt x="573" y="757"/>
                  </a:cubicBezTo>
                  <a:cubicBezTo>
                    <a:pt x="573" y="756"/>
                    <a:pt x="574" y="754"/>
                    <a:pt x="575" y="753"/>
                  </a:cubicBezTo>
                  <a:cubicBezTo>
                    <a:pt x="576" y="752"/>
                    <a:pt x="578" y="751"/>
                    <a:pt x="579" y="750"/>
                  </a:cubicBezTo>
                  <a:cubicBezTo>
                    <a:pt x="580" y="750"/>
                    <a:pt x="582" y="750"/>
                    <a:pt x="583" y="750"/>
                  </a:cubicBezTo>
                  <a:cubicBezTo>
                    <a:pt x="584" y="750"/>
                    <a:pt x="584" y="750"/>
                    <a:pt x="585" y="751"/>
                  </a:cubicBezTo>
                  <a:cubicBezTo>
                    <a:pt x="586" y="751"/>
                    <a:pt x="588" y="749"/>
                    <a:pt x="589" y="748"/>
                  </a:cubicBezTo>
                  <a:cubicBezTo>
                    <a:pt x="589" y="747"/>
                    <a:pt x="590" y="746"/>
                    <a:pt x="591" y="746"/>
                  </a:cubicBezTo>
                  <a:cubicBezTo>
                    <a:pt x="592" y="745"/>
                    <a:pt x="593" y="744"/>
                    <a:pt x="594" y="744"/>
                  </a:cubicBezTo>
                  <a:cubicBezTo>
                    <a:pt x="595" y="744"/>
                    <a:pt x="596" y="745"/>
                    <a:pt x="597" y="746"/>
                  </a:cubicBezTo>
                  <a:cubicBezTo>
                    <a:pt x="598" y="746"/>
                    <a:pt x="599" y="747"/>
                    <a:pt x="600" y="747"/>
                  </a:cubicBezTo>
                  <a:cubicBezTo>
                    <a:pt x="600" y="747"/>
                    <a:pt x="600" y="747"/>
                    <a:pt x="600" y="747"/>
                  </a:cubicBezTo>
                  <a:cubicBezTo>
                    <a:pt x="601" y="748"/>
                    <a:pt x="603" y="749"/>
                    <a:pt x="604" y="749"/>
                  </a:cubicBezTo>
                  <a:cubicBezTo>
                    <a:pt x="605" y="749"/>
                    <a:pt x="606" y="748"/>
                    <a:pt x="607" y="747"/>
                  </a:cubicBezTo>
                  <a:cubicBezTo>
                    <a:pt x="609" y="745"/>
                    <a:pt x="610" y="744"/>
                    <a:pt x="611" y="744"/>
                  </a:cubicBezTo>
                  <a:cubicBezTo>
                    <a:pt x="611" y="744"/>
                    <a:pt x="611" y="744"/>
                    <a:pt x="611" y="744"/>
                  </a:cubicBezTo>
                  <a:cubicBezTo>
                    <a:pt x="613" y="744"/>
                    <a:pt x="613" y="745"/>
                    <a:pt x="614" y="745"/>
                  </a:cubicBezTo>
                  <a:cubicBezTo>
                    <a:pt x="614" y="746"/>
                    <a:pt x="615" y="746"/>
                    <a:pt x="615" y="746"/>
                  </a:cubicBezTo>
                  <a:cubicBezTo>
                    <a:pt x="615" y="746"/>
                    <a:pt x="615" y="746"/>
                    <a:pt x="615" y="746"/>
                  </a:cubicBezTo>
                  <a:cubicBezTo>
                    <a:pt x="615" y="746"/>
                    <a:pt x="615" y="746"/>
                    <a:pt x="615" y="746"/>
                  </a:cubicBezTo>
                  <a:cubicBezTo>
                    <a:pt x="616" y="745"/>
                    <a:pt x="616" y="745"/>
                    <a:pt x="618" y="745"/>
                  </a:cubicBezTo>
                  <a:cubicBezTo>
                    <a:pt x="618" y="745"/>
                    <a:pt x="618" y="745"/>
                    <a:pt x="618" y="745"/>
                  </a:cubicBezTo>
                  <a:cubicBezTo>
                    <a:pt x="620" y="745"/>
                    <a:pt x="622" y="746"/>
                    <a:pt x="624" y="748"/>
                  </a:cubicBezTo>
                  <a:cubicBezTo>
                    <a:pt x="624" y="748"/>
                    <a:pt x="625" y="747"/>
                    <a:pt x="625" y="746"/>
                  </a:cubicBezTo>
                  <a:cubicBezTo>
                    <a:pt x="626" y="745"/>
                    <a:pt x="627" y="744"/>
                    <a:pt x="629" y="744"/>
                  </a:cubicBezTo>
                  <a:cubicBezTo>
                    <a:pt x="631" y="743"/>
                    <a:pt x="632" y="743"/>
                    <a:pt x="633" y="743"/>
                  </a:cubicBezTo>
                  <a:cubicBezTo>
                    <a:pt x="633" y="743"/>
                    <a:pt x="634" y="744"/>
                    <a:pt x="635" y="743"/>
                  </a:cubicBezTo>
                  <a:cubicBezTo>
                    <a:pt x="636" y="743"/>
                    <a:pt x="639" y="740"/>
                    <a:pt x="641" y="738"/>
                  </a:cubicBezTo>
                  <a:cubicBezTo>
                    <a:pt x="642" y="737"/>
                    <a:pt x="643" y="736"/>
                    <a:pt x="644" y="735"/>
                  </a:cubicBezTo>
                  <a:cubicBezTo>
                    <a:pt x="645" y="735"/>
                    <a:pt x="645" y="735"/>
                    <a:pt x="645" y="734"/>
                  </a:cubicBezTo>
                  <a:cubicBezTo>
                    <a:pt x="647" y="733"/>
                    <a:pt x="648" y="732"/>
                    <a:pt x="651" y="732"/>
                  </a:cubicBezTo>
                  <a:cubicBezTo>
                    <a:pt x="653" y="732"/>
                    <a:pt x="654" y="733"/>
                    <a:pt x="656" y="734"/>
                  </a:cubicBezTo>
                  <a:cubicBezTo>
                    <a:pt x="657" y="735"/>
                    <a:pt x="658" y="736"/>
                    <a:pt x="660" y="737"/>
                  </a:cubicBezTo>
                  <a:cubicBezTo>
                    <a:pt x="663" y="740"/>
                    <a:pt x="666" y="740"/>
                    <a:pt x="670" y="740"/>
                  </a:cubicBezTo>
                  <a:cubicBezTo>
                    <a:pt x="671" y="740"/>
                    <a:pt x="672" y="740"/>
                    <a:pt x="672" y="740"/>
                  </a:cubicBezTo>
                  <a:cubicBezTo>
                    <a:pt x="673" y="740"/>
                    <a:pt x="674" y="740"/>
                    <a:pt x="674" y="740"/>
                  </a:cubicBezTo>
                  <a:cubicBezTo>
                    <a:pt x="678" y="740"/>
                    <a:pt x="680" y="740"/>
                    <a:pt x="681" y="742"/>
                  </a:cubicBezTo>
                  <a:cubicBezTo>
                    <a:pt x="682" y="743"/>
                    <a:pt x="682" y="744"/>
                    <a:pt x="682" y="746"/>
                  </a:cubicBezTo>
                  <a:cubicBezTo>
                    <a:pt x="681" y="747"/>
                    <a:pt x="680" y="748"/>
                    <a:pt x="680" y="749"/>
                  </a:cubicBezTo>
                  <a:cubicBezTo>
                    <a:pt x="679" y="750"/>
                    <a:pt x="679" y="750"/>
                    <a:pt x="679" y="751"/>
                  </a:cubicBezTo>
                  <a:cubicBezTo>
                    <a:pt x="679" y="752"/>
                    <a:pt x="680" y="753"/>
                    <a:pt x="680" y="755"/>
                  </a:cubicBezTo>
                  <a:cubicBezTo>
                    <a:pt x="681" y="757"/>
                    <a:pt x="681" y="758"/>
                    <a:pt x="681" y="759"/>
                  </a:cubicBezTo>
                  <a:cubicBezTo>
                    <a:pt x="681" y="760"/>
                    <a:pt x="681" y="760"/>
                    <a:pt x="682" y="760"/>
                  </a:cubicBezTo>
                  <a:cubicBezTo>
                    <a:pt x="684" y="761"/>
                    <a:pt x="685" y="761"/>
                    <a:pt x="686" y="761"/>
                  </a:cubicBezTo>
                  <a:cubicBezTo>
                    <a:pt x="687" y="761"/>
                    <a:pt x="688" y="762"/>
                    <a:pt x="689" y="762"/>
                  </a:cubicBezTo>
                  <a:cubicBezTo>
                    <a:pt x="690" y="763"/>
                    <a:pt x="690" y="764"/>
                    <a:pt x="690" y="764"/>
                  </a:cubicBezTo>
                  <a:cubicBezTo>
                    <a:pt x="691" y="765"/>
                    <a:pt x="691" y="766"/>
                    <a:pt x="693" y="767"/>
                  </a:cubicBezTo>
                  <a:cubicBezTo>
                    <a:pt x="695" y="768"/>
                    <a:pt x="696" y="768"/>
                    <a:pt x="697" y="768"/>
                  </a:cubicBezTo>
                  <a:cubicBezTo>
                    <a:pt x="698" y="768"/>
                    <a:pt x="700" y="768"/>
                    <a:pt x="702" y="768"/>
                  </a:cubicBezTo>
                  <a:cubicBezTo>
                    <a:pt x="704" y="769"/>
                    <a:pt x="705" y="769"/>
                    <a:pt x="706" y="770"/>
                  </a:cubicBezTo>
                  <a:cubicBezTo>
                    <a:pt x="708" y="769"/>
                    <a:pt x="710" y="769"/>
                    <a:pt x="711" y="769"/>
                  </a:cubicBezTo>
                  <a:cubicBezTo>
                    <a:pt x="712" y="768"/>
                    <a:pt x="713" y="768"/>
                    <a:pt x="714" y="767"/>
                  </a:cubicBezTo>
                  <a:cubicBezTo>
                    <a:pt x="716" y="767"/>
                    <a:pt x="715" y="765"/>
                    <a:pt x="716" y="764"/>
                  </a:cubicBezTo>
                  <a:cubicBezTo>
                    <a:pt x="716" y="762"/>
                    <a:pt x="718" y="762"/>
                    <a:pt x="719" y="763"/>
                  </a:cubicBezTo>
                  <a:cubicBezTo>
                    <a:pt x="721" y="763"/>
                    <a:pt x="720" y="765"/>
                    <a:pt x="721" y="766"/>
                  </a:cubicBezTo>
                  <a:cubicBezTo>
                    <a:pt x="722" y="767"/>
                    <a:pt x="723" y="767"/>
                    <a:pt x="725" y="766"/>
                  </a:cubicBezTo>
                  <a:cubicBezTo>
                    <a:pt x="727" y="766"/>
                    <a:pt x="726" y="766"/>
                    <a:pt x="727" y="768"/>
                  </a:cubicBezTo>
                  <a:cubicBezTo>
                    <a:pt x="728" y="769"/>
                    <a:pt x="728" y="768"/>
                    <a:pt x="730" y="770"/>
                  </a:cubicBezTo>
                  <a:cubicBezTo>
                    <a:pt x="731" y="771"/>
                    <a:pt x="731" y="773"/>
                    <a:pt x="733" y="773"/>
                  </a:cubicBezTo>
                  <a:cubicBezTo>
                    <a:pt x="734" y="773"/>
                    <a:pt x="734" y="772"/>
                    <a:pt x="736" y="772"/>
                  </a:cubicBezTo>
                  <a:cubicBezTo>
                    <a:pt x="737" y="772"/>
                    <a:pt x="738" y="772"/>
                    <a:pt x="738" y="771"/>
                  </a:cubicBezTo>
                  <a:cubicBezTo>
                    <a:pt x="739" y="770"/>
                    <a:pt x="738" y="769"/>
                    <a:pt x="737" y="768"/>
                  </a:cubicBezTo>
                  <a:cubicBezTo>
                    <a:pt x="737" y="768"/>
                    <a:pt x="738" y="767"/>
                    <a:pt x="738" y="766"/>
                  </a:cubicBezTo>
                  <a:cubicBezTo>
                    <a:pt x="739" y="766"/>
                    <a:pt x="741" y="766"/>
                    <a:pt x="741" y="768"/>
                  </a:cubicBezTo>
                  <a:cubicBezTo>
                    <a:pt x="742" y="769"/>
                    <a:pt x="742" y="769"/>
                    <a:pt x="744" y="770"/>
                  </a:cubicBezTo>
                  <a:cubicBezTo>
                    <a:pt x="746" y="771"/>
                    <a:pt x="748" y="771"/>
                    <a:pt x="747" y="773"/>
                  </a:cubicBezTo>
                  <a:cubicBezTo>
                    <a:pt x="747" y="774"/>
                    <a:pt x="746" y="774"/>
                    <a:pt x="745" y="776"/>
                  </a:cubicBezTo>
                  <a:cubicBezTo>
                    <a:pt x="744" y="777"/>
                    <a:pt x="744" y="778"/>
                    <a:pt x="743" y="779"/>
                  </a:cubicBezTo>
                  <a:cubicBezTo>
                    <a:pt x="743" y="780"/>
                    <a:pt x="742" y="781"/>
                    <a:pt x="742" y="782"/>
                  </a:cubicBezTo>
                  <a:cubicBezTo>
                    <a:pt x="741" y="783"/>
                    <a:pt x="742" y="788"/>
                    <a:pt x="742" y="789"/>
                  </a:cubicBezTo>
                  <a:cubicBezTo>
                    <a:pt x="742" y="790"/>
                    <a:pt x="745" y="792"/>
                    <a:pt x="746" y="794"/>
                  </a:cubicBezTo>
                  <a:cubicBezTo>
                    <a:pt x="746" y="796"/>
                    <a:pt x="747" y="798"/>
                    <a:pt x="748" y="799"/>
                  </a:cubicBezTo>
                  <a:cubicBezTo>
                    <a:pt x="749" y="800"/>
                    <a:pt x="750" y="800"/>
                    <a:pt x="751" y="800"/>
                  </a:cubicBezTo>
                  <a:cubicBezTo>
                    <a:pt x="753" y="799"/>
                    <a:pt x="753" y="798"/>
                    <a:pt x="754" y="797"/>
                  </a:cubicBezTo>
                  <a:cubicBezTo>
                    <a:pt x="756" y="797"/>
                    <a:pt x="757" y="796"/>
                    <a:pt x="758" y="795"/>
                  </a:cubicBezTo>
                  <a:cubicBezTo>
                    <a:pt x="758" y="794"/>
                    <a:pt x="757" y="794"/>
                    <a:pt x="757" y="793"/>
                  </a:cubicBezTo>
                  <a:cubicBezTo>
                    <a:pt x="756" y="792"/>
                    <a:pt x="755" y="792"/>
                    <a:pt x="755" y="790"/>
                  </a:cubicBezTo>
                  <a:cubicBezTo>
                    <a:pt x="754" y="789"/>
                    <a:pt x="754" y="788"/>
                    <a:pt x="753" y="787"/>
                  </a:cubicBezTo>
                  <a:cubicBezTo>
                    <a:pt x="753" y="785"/>
                    <a:pt x="752" y="786"/>
                    <a:pt x="751" y="785"/>
                  </a:cubicBezTo>
                  <a:cubicBezTo>
                    <a:pt x="751" y="783"/>
                    <a:pt x="751" y="782"/>
                    <a:pt x="752" y="781"/>
                  </a:cubicBezTo>
                  <a:cubicBezTo>
                    <a:pt x="752" y="780"/>
                    <a:pt x="754" y="780"/>
                    <a:pt x="754" y="779"/>
                  </a:cubicBezTo>
                  <a:cubicBezTo>
                    <a:pt x="755" y="778"/>
                    <a:pt x="755" y="777"/>
                    <a:pt x="755" y="776"/>
                  </a:cubicBezTo>
                  <a:cubicBezTo>
                    <a:pt x="754" y="775"/>
                    <a:pt x="754" y="773"/>
                    <a:pt x="756" y="773"/>
                  </a:cubicBezTo>
                  <a:cubicBezTo>
                    <a:pt x="758" y="772"/>
                    <a:pt x="758" y="775"/>
                    <a:pt x="759" y="776"/>
                  </a:cubicBezTo>
                  <a:cubicBezTo>
                    <a:pt x="760" y="777"/>
                    <a:pt x="761" y="777"/>
                    <a:pt x="764" y="776"/>
                  </a:cubicBezTo>
                  <a:cubicBezTo>
                    <a:pt x="766" y="775"/>
                    <a:pt x="764" y="774"/>
                    <a:pt x="766" y="774"/>
                  </a:cubicBezTo>
                  <a:cubicBezTo>
                    <a:pt x="768" y="773"/>
                    <a:pt x="771" y="772"/>
                    <a:pt x="774" y="771"/>
                  </a:cubicBezTo>
                  <a:cubicBezTo>
                    <a:pt x="776" y="769"/>
                    <a:pt x="778" y="769"/>
                    <a:pt x="780" y="769"/>
                  </a:cubicBezTo>
                  <a:cubicBezTo>
                    <a:pt x="781" y="769"/>
                    <a:pt x="784" y="768"/>
                    <a:pt x="785" y="768"/>
                  </a:cubicBezTo>
                  <a:cubicBezTo>
                    <a:pt x="785" y="767"/>
                    <a:pt x="787" y="767"/>
                    <a:pt x="787" y="766"/>
                  </a:cubicBezTo>
                  <a:cubicBezTo>
                    <a:pt x="788" y="765"/>
                    <a:pt x="788" y="764"/>
                    <a:pt x="790" y="764"/>
                  </a:cubicBezTo>
                  <a:cubicBezTo>
                    <a:pt x="791" y="764"/>
                    <a:pt x="792" y="765"/>
                    <a:pt x="793" y="765"/>
                  </a:cubicBezTo>
                  <a:cubicBezTo>
                    <a:pt x="794" y="766"/>
                    <a:pt x="795" y="765"/>
                    <a:pt x="795" y="764"/>
                  </a:cubicBezTo>
                  <a:cubicBezTo>
                    <a:pt x="795" y="763"/>
                    <a:pt x="797" y="760"/>
                    <a:pt x="798" y="760"/>
                  </a:cubicBezTo>
                  <a:cubicBezTo>
                    <a:pt x="799" y="760"/>
                    <a:pt x="799" y="762"/>
                    <a:pt x="800" y="762"/>
                  </a:cubicBezTo>
                  <a:cubicBezTo>
                    <a:pt x="801" y="763"/>
                    <a:pt x="803" y="762"/>
                    <a:pt x="804" y="762"/>
                  </a:cubicBezTo>
                  <a:cubicBezTo>
                    <a:pt x="805" y="761"/>
                    <a:pt x="807" y="762"/>
                    <a:pt x="808" y="762"/>
                  </a:cubicBezTo>
                  <a:cubicBezTo>
                    <a:pt x="810" y="762"/>
                    <a:pt x="811" y="761"/>
                    <a:pt x="812" y="760"/>
                  </a:cubicBezTo>
                  <a:cubicBezTo>
                    <a:pt x="813" y="759"/>
                    <a:pt x="815" y="759"/>
                    <a:pt x="818" y="759"/>
                  </a:cubicBezTo>
                  <a:cubicBezTo>
                    <a:pt x="821" y="759"/>
                    <a:pt x="821" y="757"/>
                    <a:pt x="822" y="756"/>
                  </a:cubicBezTo>
                  <a:cubicBezTo>
                    <a:pt x="823" y="755"/>
                    <a:pt x="822" y="752"/>
                    <a:pt x="822" y="750"/>
                  </a:cubicBezTo>
                  <a:cubicBezTo>
                    <a:pt x="822" y="749"/>
                    <a:pt x="820" y="746"/>
                    <a:pt x="819" y="745"/>
                  </a:cubicBezTo>
                  <a:cubicBezTo>
                    <a:pt x="818" y="743"/>
                    <a:pt x="818" y="742"/>
                    <a:pt x="818" y="741"/>
                  </a:cubicBezTo>
                  <a:cubicBezTo>
                    <a:pt x="817" y="740"/>
                    <a:pt x="818" y="739"/>
                    <a:pt x="819" y="738"/>
                  </a:cubicBezTo>
                  <a:cubicBezTo>
                    <a:pt x="819" y="737"/>
                    <a:pt x="822" y="737"/>
                    <a:pt x="823" y="736"/>
                  </a:cubicBezTo>
                  <a:cubicBezTo>
                    <a:pt x="824" y="736"/>
                    <a:pt x="826" y="736"/>
                    <a:pt x="827" y="736"/>
                  </a:cubicBezTo>
                  <a:cubicBezTo>
                    <a:pt x="828" y="737"/>
                    <a:pt x="828" y="739"/>
                    <a:pt x="826" y="739"/>
                  </a:cubicBezTo>
                  <a:cubicBezTo>
                    <a:pt x="825" y="740"/>
                    <a:pt x="824" y="740"/>
                    <a:pt x="823" y="741"/>
                  </a:cubicBezTo>
                  <a:cubicBezTo>
                    <a:pt x="823" y="741"/>
                    <a:pt x="824" y="742"/>
                    <a:pt x="825" y="744"/>
                  </a:cubicBezTo>
                  <a:cubicBezTo>
                    <a:pt x="826" y="746"/>
                    <a:pt x="827" y="747"/>
                    <a:pt x="828" y="748"/>
                  </a:cubicBezTo>
                  <a:cubicBezTo>
                    <a:pt x="830" y="749"/>
                    <a:pt x="830" y="749"/>
                    <a:pt x="831" y="751"/>
                  </a:cubicBezTo>
                  <a:cubicBezTo>
                    <a:pt x="832" y="752"/>
                    <a:pt x="833" y="752"/>
                    <a:pt x="834" y="753"/>
                  </a:cubicBezTo>
                  <a:cubicBezTo>
                    <a:pt x="836" y="753"/>
                    <a:pt x="837" y="751"/>
                    <a:pt x="838" y="751"/>
                  </a:cubicBezTo>
                  <a:cubicBezTo>
                    <a:pt x="839" y="751"/>
                    <a:pt x="840" y="751"/>
                    <a:pt x="841" y="751"/>
                  </a:cubicBezTo>
                  <a:cubicBezTo>
                    <a:pt x="842" y="750"/>
                    <a:pt x="842" y="750"/>
                    <a:pt x="842" y="748"/>
                  </a:cubicBezTo>
                  <a:cubicBezTo>
                    <a:pt x="842" y="747"/>
                    <a:pt x="841" y="747"/>
                    <a:pt x="842" y="746"/>
                  </a:cubicBezTo>
                  <a:cubicBezTo>
                    <a:pt x="842" y="744"/>
                    <a:pt x="846" y="743"/>
                    <a:pt x="847" y="743"/>
                  </a:cubicBezTo>
                  <a:cubicBezTo>
                    <a:pt x="848" y="743"/>
                    <a:pt x="847" y="744"/>
                    <a:pt x="847" y="746"/>
                  </a:cubicBezTo>
                  <a:cubicBezTo>
                    <a:pt x="846" y="747"/>
                    <a:pt x="848" y="747"/>
                    <a:pt x="849" y="748"/>
                  </a:cubicBezTo>
                  <a:cubicBezTo>
                    <a:pt x="850" y="749"/>
                    <a:pt x="851" y="748"/>
                    <a:pt x="852" y="747"/>
                  </a:cubicBezTo>
                  <a:cubicBezTo>
                    <a:pt x="853" y="747"/>
                    <a:pt x="853" y="746"/>
                    <a:pt x="854" y="744"/>
                  </a:cubicBezTo>
                  <a:cubicBezTo>
                    <a:pt x="855" y="742"/>
                    <a:pt x="856" y="742"/>
                    <a:pt x="858" y="742"/>
                  </a:cubicBezTo>
                  <a:cubicBezTo>
                    <a:pt x="859" y="743"/>
                    <a:pt x="858" y="744"/>
                    <a:pt x="859" y="745"/>
                  </a:cubicBezTo>
                  <a:cubicBezTo>
                    <a:pt x="859" y="747"/>
                    <a:pt x="861" y="746"/>
                    <a:pt x="862" y="745"/>
                  </a:cubicBezTo>
                  <a:cubicBezTo>
                    <a:pt x="862" y="745"/>
                    <a:pt x="861" y="743"/>
                    <a:pt x="861" y="742"/>
                  </a:cubicBezTo>
                  <a:cubicBezTo>
                    <a:pt x="861" y="741"/>
                    <a:pt x="862" y="740"/>
                    <a:pt x="863" y="740"/>
                  </a:cubicBezTo>
                  <a:cubicBezTo>
                    <a:pt x="864" y="740"/>
                    <a:pt x="866" y="741"/>
                    <a:pt x="866" y="742"/>
                  </a:cubicBezTo>
                  <a:cubicBezTo>
                    <a:pt x="867" y="744"/>
                    <a:pt x="868" y="744"/>
                    <a:pt x="869" y="744"/>
                  </a:cubicBezTo>
                  <a:cubicBezTo>
                    <a:pt x="870" y="743"/>
                    <a:pt x="870" y="742"/>
                    <a:pt x="871" y="741"/>
                  </a:cubicBezTo>
                  <a:cubicBezTo>
                    <a:pt x="872" y="740"/>
                    <a:pt x="876" y="740"/>
                    <a:pt x="877" y="740"/>
                  </a:cubicBezTo>
                  <a:cubicBezTo>
                    <a:pt x="878" y="740"/>
                    <a:pt x="881" y="740"/>
                    <a:pt x="882" y="739"/>
                  </a:cubicBezTo>
                  <a:cubicBezTo>
                    <a:pt x="883" y="738"/>
                    <a:pt x="882" y="737"/>
                    <a:pt x="883" y="736"/>
                  </a:cubicBezTo>
                  <a:cubicBezTo>
                    <a:pt x="885" y="736"/>
                    <a:pt x="885" y="734"/>
                    <a:pt x="885" y="732"/>
                  </a:cubicBezTo>
                  <a:cubicBezTo>
                    <a:pt x="885" y="731"/>
                    <a:pt x="886" y="731"/>
                    <a:pt x="887" y="730"/>
                  </a:cubicBezTo>
                  <a:cubicBezTo>
                    <a:pt x="888" y="730"/>
                    <a:pt x="889" y="730"/>
                    <a:pt x="890" y="728"/>
                  </a:cubicBezTo>
                  <a:cubicBezTo>
                    <a:pt x="891" y="727"/>
                    <a:pt x="891" y="726"/>
                    <a:pt x="893" y="725"/>
                  </a:cubicBezTo>
                  <a:cubicBezTo>
                    <a:pt x="894" y="725"/>
                    <a:pt x="894" y="727"/>
                    <a:pt x="895" y="727"/>
                  </a:cubicBezTo>
                  <a:cubicBezTo>
                    <a:pt x="896" y="727"/>
                    <a:pt x="897" y="725"/>
                    <a:pt x="898" y="724"/>
                  </a:cubicBezTo>
                  <a:cubicBezTo>
                    <a:pt x="898" y="724"/>
                    <a:pt x="900" y="724"/>
                    <a:pt x="901" y="722"/>
                  </a:cubicBezTo>
                  <a:cubicBezTo>
                    <a:pt x="901" y="721"/>
                    <a:pt x="901" y="720"/>
                    <a:pt x="901" y="719"/>
                  </a:cubicBezTo>
                  <a:cubicBezTo>
                    <a:pt x="901" y="718"/>
                    <a:pt x="903" y="718"/>
                    <a:pt x="904" y="718"/>
                  </a:cubicBezTo>
                  <a:cubicBezTo>
                    <a:pt x="905" y="719"/>
                    <a:pt x="905" y="720"/>
                    <a:pt x="906" y="720"/>
                  </a:cubicBezTo>
                  <a:cubicBezTo>
                    <a:pt x="907" y="720"/>
                    <a:pt x="908" y="719"/>
                    <a:pt x="909" y="718"/>
                  </a:cubicBezTo>
                  <a:cubicBezTo>
                    <a:pt x="910" y="716"/>
                    <a:pt x="911" y="715"/>
                    <a:pt x="913" y="714"/>
                  </a:cubicBezTo>
                  <a:cubicBezTo>
                    <a:pt x="916" y="713"/>
                    <a:pt x="915" y="713"/>
                    <a:pt x="914" y="711"/>
                  </a:cubicBezTo>
                  <a:cubicBezTo>
                    <a:pt x="914" y="709"/>
                    <a:pt x="912" y="710"/>
                    <a:pt x="911" y="710"/>
                  </a:cubicBezTo>
                  <a:cubicBezTo>
                    <a:pt x="910" y="709"/>
                    <a:pt x="909" y="708"/>
                    <a:pt x="909" y="707"/>
                  </a:cubicBezTo>
                  <a:cubicBezTo>
                    <a:pt x="910" y="705"/>
                    <a:pt x="912" y="707"/>
                    <a:pt x="913" y="706"/>
                  </a:cubicBezTo>
                  <a:cubicBezTo>
                    <a:pt x="914" y="706"/>
                    <a:pt x="915" y="704"/>
                    <a:pt x="916" y="704"/>
                  </a:cubicBezTo>
                  <a:cubicBezTo>
                    <a:pt x="917" y="703"/>
                    <a:pt x="918" y="704"/>
                    <a:pt x="919" y="704"/>
                  </a:cubicBezTo>
                  <a:cubicBezTo>
                    <a:pt x="920" y="705"/>
                    <a:pt x="922" y="703"/>
                    <a:pt x="923" y="703"/>
                  </a:cubicBezTo>
                  <a:cubicBezTo>
                    <a:pt x="925" y="703"/>
                    <a:pt x="925" y="704"/>
                    <a:pt x="926" y="705"/>
                  </a:cubicBezTo>
                  <a:cubicBezTo>
                    <a:pt x="927" y="705"/>
                    <a:pt x="928" y="704"/>
                    <a:pt x="928" y="702"/>
                  </a:cubicBezTo>
                  <a:cubicBezTo>
                    <a:pt x="928" y="700"/>
                    <a:pt x="928" y="700"/>
                    <a:pt x="929" y="699"/>
                  </a:cubicBezTo>
                  <a:cubicBezTo>
                    <a:pt x="930" y="698"/>
                    <a:pt x="932" y="698"/>
                    <a:pt x="933" y="697"/>
                  </a:cubicBezTo>
                  <a:cubicBezTo>
                    <a:pt x="933" y="696"/>
                    <a:pt x="933" y="694"/>
                    <a:pt x="933" y="693"/>
                  </a:cubicBezTo>
                  <a:cubicBezTo>
                    <a:pt x="933" y="692"/>
                    <a:pt x="934" y="691"/>
                    <a:pt x="935" y="691"/>
                  </a:cubicBezTo>
                  <a:cubicBezTo>
                    <a:pt x="936" y="690"/>
                    <a:pt x="938" y="690"/>
                    <a:pt x="938" y="689"/>
                  </a:cubicBezTo>
                  <a:cubicBezTo>
                    <a:pt x="939" y="687"/>
                    <a:pt x="939" y="686"/>
                    <a:pt x="940" y="685"/>
                  </a:cubicBezTo>
                  <a:cubicBezTo>
                    <a:pt x="941" y="683"/>
                    <a:pt x="942" y="684"/>
                    <a:pt x="943" y="682"/>
                  </a:cubicBezTo>
                  <a:cubicBezTo>
                    <a:pt x="943" y="680"/>
                    <a:pt x="945" y="679"/>
                    <a:pt x="946" y="678"/>
                  </a:cubicBezTo>
                  <a:cubicBezTo>
                    <a:pt x="946" y="676"/>
                    <a:pt x="947" y="676"/>
                    <a:pt x="948" y="675"/>
                  </a:cubicBezTo>
                  <a:cubicBezTo>
                    <a:pt x="948" y="674"/>
                    <a:pt x="948" y="674"/>
                    <a:pt x="947" y="673"/>
                  </a:cubicBezTo>
                  <a:cubicBezTo>
                    <a:pt x="946" y="673"/>
                    <a:pt x="942" y="675"/>
                    <a:pt x="941" y="675"/>
                  </a:cubicBezTo>
                  <a:cubicBezTo>
                    <a:pt x="940" y="675"/>
                    <a:pt x="939" y="674"/>
                    <a:pt x="938" y="673"/>
                  </a:cubicBezTo>
                  <a:cubicBezTo>
                    <a:pt x="937" y="672"/>
                    <a:pt x="938" y="671"/>
                    <a:pt x="939" y="670"/>
                  </a:cubicBezTo>
                  <a:cubicBezTo>
                    <a:pt x="940" y="670"/>
                    <a:pt x="942" y="672"/>
                    <a:pt x="943" y="672"/>
                  </a:cubicBezTo>
                  <a:cubicBezTo>
                    <a:pt x="944" y="672"/>
                    <a:pt x="945" y="671"/>
                    <a:pt x="945" y="670"/>
                  </a:cubicBezTo>
                  <a:cubicBezTo>
                    <a:pt x="946" y="668"/>
                    <a:pt x="947" y="669"/>
                    <a:pt x="948" y="668"/>
                  </a:cubicBezTo>
                  <a:cubicBezTo>
                    <a:pt x="950" y="667"/>
                    <a:pt x="949" y="667"/>
                    <a:pt x="949" y="666"/>
                  </a:cubicBezTo>
                  <a:cubicBezTo>
                    <a:pt x="948" y="665"/>
                    <a:pt x="947" y="664"/>
                    <a:pt x="947" y="663"/>
                  </a:cubicBezTo>
                  <a:cubicBezTo>
                    <a:pt x="948" y="662"/>
                    <a:pt x="949" y="662"/>
                    <a:pt x="949" y="661"/>
                  </a:cubicBezTo>
                  <a:cubicBezTo>
                    <a:pt x="949" y="660"/>
                    <a:pt x="947" y="660"/>
                    <a:pt x="946" y="660"/>
                  </a:cubicBezTo>
                  <a:cubicBezTo>
                    <a:pt x="946" y="659"/>
                    <a:pt x="945" y="657"/>
                    <a:pt x="946" y="656"/>
                  </a:cubicBezTo>
                  <a:cubicBezTo>
                    <a:pt x="946" y="655"/>
                    <a:pt x="950" y="656"/>
                    <a:pt x="952" y="656"/>
                  </a:cubicBezTo>
                  <a:cubicBezTo>
                    <a:pt x="953" y="657"/>
                    <a:pt x="953" y="657"/>
                    <a:pt x="955" y="657"/>
                  </a:cubicBezTo>
                  <a:cubicBezTo>
                    <a:pt x="956" y="657"/>
                    <a:pt x="954" y="654"/>
                    <a:pt x="956" y="654"/>
                  </a:cubicBezTo>
                  <a:cubicBezTo>
                    <a:pt x="957" y="653"/>
                    <a:pt x="960" y="650"/>
                    <a:pt x="960" y="650"/>
                  </a:cubicBezTo>
                  <a:cubicBezTo>
                    <a:pt x="961" y="649"/>
                    <a:pt x="961" y="648"/>
                    <a:pt x="960" y="648"/>
                  </a:cubicBezTo>
                  <a:cubicBezTo>
                    <a:pt x="959" y="647"/>
                    <a:pt x="958" y="646"/>
                    <a:pt x="958" y="645"/>
                  </a:cubicBezTo>
                  <a:cubicBezTo>
                    <a:pt x="958" y="644"/>
                    <a:pt x="961" y="643"/>
                    <a:pt x="962" y="645"/>
                  </a:cubicBezTo>
                  <a:cubicBezTo>
                    <a:pt x="962" y="646"/>
                    <a:pt x="964" y="646"/>
                    <a:pt x="964" y="646"/>
                  </a:cubicBezTo>
                  <a:cubicBezTo>
                    <a:pt x="965" y="646"/>
                    <a:pt x="966" y="645"/>
                    <a:pt x="967" y="644"/>
                  </a:cubicBezTo>
                  <a:cubicBezTo>
                    <a:pt x="968" y="643"/>
                    <a:pt x="967" y="642"/>
                    <a:pt x="968" y="640"/>
                  </a:cubicBezTo>
                  <a:cubicBezTo>
                    <a:pt x="968" y="638"/>
                    <a:pt x="968" y="637"/>
                    <a:pt x="969" y="635"/>
                  </a:cubicBezTo>
                  <a:cubicBezTo>
                    <a:pt x="969" y="634"/>
                    <a:pt x="970" y="633"/>
                    <a:pt x="969" y="631"/>
                  </a:cubicBezTo>
                  <a:cubicBezTo>
                    <a:pt x="969" y="630"/>
                    <a:pt x="967" y="629"/>
                    <a:pt x="967" y="628"/>
                  </a:cubicBezTo>
                  <a:cubicBezTo>
                    <a:pt x="966" y="627"/>
                    <a:pt x="966" y="625"/>
                    <a:pt x="967" y="625"/>
                  </a:cubicBezTo>
                  <a:cubicBezTo>
                    <a:pt x="968" y="625"/>
                    <a:pt x="971" y="628"/>
                    <a:pt x="971" y="628"/>
                  </a:cubicBezTo>
                  <a:cubicBezTo>
                    <a:pt x="972" y="628"/>
                    <a:pt x="973" y="628"/>
                    <a:pt x="974" y="626"/>
                  </a:cubicBezTo>
                  <a:cubicBezTo>
                    <a:pt x="975" y="625"/>
                    <a:pt x="977" y="622"/>
                    <a:pt x="978" y="621"/>
                  </a:cubicBezTo>
                  <a:cubicBezTo>
                    <a:pt x="979" y="621"/>
                    <a:pt x="980" y="621"/>
                    <a:pt x="981" y="622"/>
                  </a:cubicBezTo>
                  <a:cubicBezTo>
                    <a:pt x="981" y="623"/>
                    <a:pt x="982" y="625"/>
                    <a:pt x="983" y="625"/>
                  </a:cubicBezTo>
                  <a:cubicBezTo>
                    <a:pt x="984" y="625"/>
                    <a:pt x="985" y="624"/>
                    <a:pt x="986" y="624"/>
                  </a:cubicBezTo>
                  <a:cubicBezTo>
                    <a:pt x="988" y="623"/>
                    <a:pt x="988" y="623"/>
                    <a:pt x="988" y="621"/>
                  </a:cubicBezTo>
                  <a:cubicBezTo>
                    <a:pt x="988" y="619"/>
                    <a:pt x="987" y="617"/>
                    <a:pt x="986" y="617"/>
                  </a:cubicBezTo>
                  <a:cubicBezTo>
                    <a:pt x="985" y="616"/>
                    <a:pt x="983" y="615"/>
                    <a:pt x="982" y="615"/>
                  </a:cubicBezTo>
                  <a:cubicBezTo>
                    <a:pt x="982" y="615"/>
                    <a:pt x="980" y="613"/>
                    <a:pt x="979" y="613"/>
                  </a:cubicBezTo>
                  <a:cubicBezTo>
                    <a:pt x="978" y="612"/>
                    <a:pt x="978" y="610"/>
                    <a:pt x="979" y="610"/>
                  </a:cubicBezTo>
                  <a:cubicBezTo>
                    <a:pt x="980" y="609"/>
                    <a:pt x="982" y="612"/>
                    <a:pt x="982" y="612"/>
                  </a:cubicBezTo>
                  <a:cubicBezTo>
                    <a:pt x="983" y="613"/>
                    <a:pt x="985" y="613"/>
                    <a:pt x="986" y="613"/>
                  </a:cubicBezTo>
                  <a:cubicBezTo>
                    <a:pt x="987" y="612"/>
                    <a:pt x="987" y="611"/>
                    <a:pt x="987" y="610"/>
                  </a:cubicBezTo>
                  <a:cubicBezTo>
                    <a:pt x="986" y="610"/>
                    <a:pt x="987" y="609"/>
                    <a:pt x="988" y="608"/>
                  </a:cubicBezTo>
                  <a:cubicBezTo>
                    <a:pt x="989" y="608"/>
                    <a:pt x="988" y="606"/>
                    <a:pt x="987" y="606"/>
                  </a:cubicBezTo>
                  <a:cubicBezTo>
                    <a:pt x="986" y="605"/>
                    <a:pt x="985" y="604"/>
                    <a:pt x="984" y="604"/>
                  </a:cubicBezTo>
                  <a:cubicBezTo>
                    <a:pt x="984" y="603"/>
                    <a:pt x="986" y="602"/>
                    <a:pt x="987" y="601"/>
                  </a:cubicBezTo>
                  <a:cubicBezTo>
                    <a:pt x="988" y="601"/>
                    <a:pt x="989" y="602"/>
                    <a:pt x="990" y="602"/>
                  </a:cubicBezTo>
                  <a:cubicBezTo>
                    <a:pt x="991" y="602"/>
                    <a:pt x="991" y="601"/>
                    <a:pt x="992" y="600"/>
                  </a:cubicBezTo>
                  <a:cubicBezTo>
                    <a:pt x="993" y="600"/>
                    <a:pt x="994" y="601"/>
                    <a:pt x="995" y="600"/>
                  </a:cubicBezTo>
                  <a:cubicBezTo>
                    <a:pt x="995" y="599"/>
                    <a:pt x="994" y="597"/>
                    <a:pt x="993" y="596"/>
                  </a:cubicBezTo>
                  <a:cubicBezTo>
                    <a:pt x="992" y="596"/>
                    <a:pt x="992" y="597"/>
                    <a:pt x="991" y="598"/>
                  </a:cubicBezTo>
                  <a:cubicBezTo>
                    <a:pt x="989" y="598"/>
                    <a:pt x="986" y="598"/>
                    <a:pt x="985" y="597"/>
                  </a:cubicBezTo>
                  <a:cubicBezTo>
                    <a:pt x="984" y="596"/>
                    <a:pt x="985" y="596"/>
                    <a:pt x="986" y="595"/>
                  </a:cubicBezTo>
                  <a:cubicBezTo>
                    <a:pt x="988" y="594"/>
                    <a:pt x="990" y="594"/>
                    <a:pt x="991" y="593"/>
                  </a:cubicBezTo>
                  <a:cubicBezTo>
                    <a:pt x="992" y="592"/>
                    <a:pt x="994" y="591"/>
                    <a:pt x="995" y="590"/>
                  </a:cubicBezTo>
                  <a:cubicBezTo>
                    <a:pt x="997" y="590"/>
                    <a:pt x="999" y="587"/>
                    <a:pt x="999" y="586"/>
                  </a:cubicBezTo>
                  <a:cubicBezTo>
                    <a:pt x="999" y="585"/>
                    <a:pt x="995" y="586"/>
                    <a:pt x="994" y="585"/>
                  </a:cubicBezTo>
                  <a:cubicBezTo>
                    <a:pt x="993" y="585"/>
                    <a:pt x="992" y="584"/>
                    <a:pt x="991" y="584"/>
                  </a:cubicBezTo>
                  <a:cubicBezTo>
                    <a:pt x="989" y="584"/>
                    <a:pt x="988" y="584"/>
                    <a:pt x="986" y="582"/>
                  </a:cubicBezTo>
                  <a:cubicBezTo>
                    <a:pt x="984" y="581"/>
                    <a:pt x="983" y="579"/>
                    <a:pt x="981" y="578"/>
                  </a:cubicBezTo>
                  <a:cubicBezTo>
                    <a:pt x="978" y="577"/>
                    <a:pt x="978" y="579"/>
                    <a:pt x="976" y="579"/>
                  </a:cubicBezTo>
                  <a:cubicBezTo>
                    <a:pt x="974" y="580"/>
                    <a:pt x="971" y="581"/>
                    <a:pt x="970" y="581"/>
                  </a:cubicBezTo>
                  <a:cubicBezTo>
                    <a:pt x="968" y="581"/>
                    <a:pt x="967" y="580"/>
                    <a:pt x="966" y="578"/>
                  </a:cubicBezTo>
                  <a:cubicBezTo>
                    <a:pt x="965" y="577"/>
                    <a:pt x="964" y="578"/>
                    <a:pt x="962" y="579"/>
                  </a:cubicBezTo>
                  <a:cubicBezTo>
                    <a:pt x="960" y="579"/>
                    <a:pt x="960" y="581"/>
                    <a:pt x="958" y="580"/>
                  </a:cubicBezTo>
                  <a:cubicBezTo>
                    <a:pt x="957" y="579"/>
                    <a:pt x="960" y="578"/>
                    <a:pt x="961" y="577"/>
                  </a:cubicBezTo>
                  <a:cubicBezTo>
                    <a:pt x="961" y="576"/>
                    <a:pt x="963" y="576"/>
                    <a:pt x="964" y="576"/>
                  </a:cubicBezTo>
                  <a:cubicBezTo>
                    <a:pt x="966" y="576"/>
                    <a:pt x="967" y="576"/>
                    <a:pt x="969" y="577"/>
                  </a:cubicBezTo>
                  <a:cubicBezTo>
                    <a:pt x="970" y="577"/>
                    <a:pt x="972" y="576"/>
                    <a:pt x="973" y="576"/>
                  </a:cubicBezTo>
                  <a:cubicBezTo>
                    <a:pt x="974" y="575"/>
                    <a:pt x="978" y="572"/>
                    <a:pt x="980" y="570"/>
                  </a:cubicBezTo>
                  <a:cubicBezTo>
                    <a:pt x="981" y="568"/>
                    <a:pt x="984" y="567"/>
                    <a:pt x="987" y="566"/>
                  </a:cubicBezTo>
                  <a:cubicBezTo>
                    <a:pt x="989" y="565"/>
                    <a:pt x="993" y="563"/>
                    <a:pt x="992" y="561"/>
                  </a:cubicBezTo>
                  <a:cubicBezTo>
                    <a:pt x="992" y="559"/>
                    <a:pt x="991" y="559"/>
                    <a:pt x="990" y="557"/>
                  </a:cubicBezTo>
                  <a:cubicBezTo>
                    <a:pt x="988" y="555"/>
                    <a:pt x="987" y="554"/>
                    <a:pt x="986" y="552"/>
                  </a:cubicBezTo>
                  <a:cubicBezTo>
                    <a:pt x="984" y="551"/>
                    <a:pt x="982" y="550"/>
                    <a:pt x="981" y="549"/>
                  </a:cubicBezTo>
                  <a:cubicBezTo>
                    <a:pt x="979" y="548"/>
                    <a:pt x="976" y="547"/>
                    <a:pt x="975" y="546"/>
                  </a:cubicBezTo>
                  <a:cubicBezTo>
                    <a:pt x="974" y="545"/>
                    <a:pt x="972" y="543"/>
                    <a:pt x="970" y="541"/>
                  </a:cubicBezTo>
                  <a:cubicBezTo>
                    <a:pt x="968" y="540"/>
                    <a:pt x="967" y="540"/>
                    <a:pt x="964" y="540"/>
                  </a:cubicBezTo>
                  <a:cubicBezTo>
                    <a:pt x="962" y="540"/>
                    <a:pt x="961" y="541"/>
                    <a:pt x="960" y="541"/>
                  </a:cubicBezTo>
                  <a:cubicBezTo>
                    <a:pt x="959" y="542"/>
                    <a:pt x="955" y="542"/>
                    <a:pt x="953" y="540"/>
                  </a:cubicBezTo>
                  <a:cubicBezTo>
                    <a:pt x="950" y="537"/>
                    <a:pt x="949" y="538"/>
                    <a:pt x="947" y="537"/>
                  </a:cubicBezTo>
                  <a:cubicBezTo>
                    <a:pt x="946" y="536"/>
                    <a:pt x="946" y="533"/>
                    <a:pt x="947" y="532"/>
                  </a:cubicBezTo>
                  <a:cubicBezTo>
                    <a:pt x="948" y="530"/>
                    <a:pt x="949" y="532"/>
                    <a:pt x="952" y="533"/>
                  </a:cubicBezTo>
                  <a:cubicBezTo>
                    <a:pt x="955" y="535"/>
                    <a:pt x="954" y="536"/>
                    <a:pt x="955" y="538"/>
                  </a:cubicBezTo>
                  <a:cubicBezTo>
                    <a:pt x="957" y="539"/>
                    <a:pt x="959" y="538"/>
                    <a:pt x="960" y="538"/>
                  </a:cubicBezTo>
                  <a:cubicBezTo>
                    <a:pt x="961" y="537"/>
                    <a:pt x="965" y="538"/>
                    <a:pt x="968" y="538"/>
                  </a:cubicBezTo>
                  <a:cubicBezTo>
                    <a:pt x="970" y="538"/>
                    <a:pt x="971" y="538"/>
                    <a:pt x="972" y="540"/>
                  </a:cubicBezTo>
                  <a:cubicBezTo>
                    <a:pt x="973" y="541"/>
                    <a:pt x="974" y="542"/>
                    <a:pt x="977" y="542"/>
                  </a:cubicBezTo>
                  <a:cubicBezTo>
                    <a:pt x="979" y="543"/>
                    <a:pt x="981" y="542"/>
                    <a:pt x="985" y="543"/>
                  </a:cubicBezTo>
                  <a:cubicBezTo>
                    <a:pt x="989" y="543"/>
                    <a:pt x="988" y="544"/>
                    <a:pt x="990" y="545"/>
                  </a:cubicBezTo>
                  <a:cubicBezTo>
                    <a:pt x="992" y="546"/>
                    <a:pt x="993" y="546"/>
                    <a:pt x="992" y="543"/>
                  </a:cubicBezTo>
                  <a:cubicBezTo>
                    <a:pt x="991" y="541"/>
                    <a:pt x="989" y="539"/>
                    <a:pt x="989" y="537"/>
                  </a:cubicBezTo>
                  <a:cubicBezTo>
                    <a:pt x="988" y="536"/>
                    <a:pt x="984" y="536"/>
                    <a:pt x="983" y="535"/>
                  </a:cubicBezTo>
                  <a:cubicBezTo>
                    <a:pt x="982" y="534"/>
                    <a:pt x="982" y="530"/>
                    <a:pt x="981" y="528"/>
                  </a:cubicBezTo>
                  <a:cubicBezTo>
                    <a:pt x="979" y="526"/>
                    <a:pt x="978" y="527"/>
                    <a:pt x="975" y="526"/>
                  </a:cubicBezTo>
                  <a:cubicBezTo>
                    <a:pt x="973" y="525"/>
                    <a:pt x="974" y="525"/>
                    <a:pt x="973" y="522"/>
                  </a:cubicBezTo>
                  <a:cubicBezTo>
                    <a:pt x="972" y="520"/>
                    <a:pt x="973" y="517"/>
                    <a:pt x="972" y="513"/>
                  </a:cubicBezTo>
                  <a:cubicBezTo>
                    <a:pt x="971" y="510"/>
                    <a:pt x="970" y="509"/>
                    <a:pt x="968" y="505"/>
                  </a:cubicBezTo>
                  <a:cubicBezTo>
                    <a:pt x="967" y="502"/>
                    <a:pt x="966" y="500"/>
                    <a:pt x="965" y="495"/>
                  </a:cubicBezTo>
                  <a:cubicBezTo>
                    <a:pt x="963" y="491"/>
                    <a:pt x="962" y="490"/>
                    <a:pt x="961" y="488"/>
                  </a:cubicBezTo>
                  <a:cubicBezTo>
                    <a:pt x="959" y="486"/>
                    <a:pt x="958" y="486"/>
                    <a:pt x="955" y="485"/>
                  </a:cubicBezTo>
                  <a:cubicBezTo>
                    <a:pt x="952" y="484"/>
                    <a:pt x="951" y="484"/>
                    <a:pt x="950" y="483"/>
                  </a:cubicBezTo>
                  <a:cubicBezTo>
                    <a:pt x="948" y="481"/>
                    <a:pt x="946" y="479"/>
                    <a:pt x="943" y="477"/>
                  </a:cubicBezTo>
                  <a:cubicBezTo>
                    <a:pt x="941" y="476"/>
                    <a:pt x="940" y="477"/>
                    <a:pt x="939" y="476"/>
                  </a:cubicBezTo>
                  <a:cubicBezTo>
                    <a:pt x="938" y="475"/>
                    <a:pt x="938" y="473"/>
                    <a:pt x="938" y="471"/>
                  </a:cubicBezTo>
                  <a:cubicBezTo>
                    <a:pt x="938" y="469"/>
                    <a:pt x="940" y="468"/>
                    <a:pt x="941" y="467"/>
                  </a:cubicBezTo>
                  <a:cubicBezTo>
                    <a:pt x="942" y="467"/>
                    <a:pt x="944" y="464"/>
                    <a:pt x="945" y="462"/>
                  </a:cubicBezTo>
                  <a:cubicBezTo>
                    <a:pt x="946" y="459"/>
                    <a:pt x="947" y="457"/>
                    <a:pt x="949" y="456"/>
                  </a:cubicBezTo>
                  <a:cubicBezTo>
                    <a:pt x="951" y="455"/>
                    <a:pt x="953" y="456"/>
                    <a:pt x="953" y="454"/>
                  </a:cubicBezTo>
                  <a:cubicBezTo>
                    <a:pt x="954" y="453"/>
                    <a:pt x="954" y="451"/>
                    <a:pt x="956" y="450"/>
                  </a:cubicBezTo>
                  <a:cubicBezTo>
                    <a:pt x="959" y="448"/>
                    <a:pt x="959" y="449"/>
                    <a:pt x="960" y="448"/>
                  </a:cubicBezTo>
                  <a:cubicBezTo>
                    <a:pt x="960" y="448"/>
                    <a:pt x="960" y="446"/>
                    <a:pt x="959" y="446"/>
                  </a:cubicBezTo>
                  <a:cubicBezTo>
                    <a:pt x="959" y="445"/>
                    <a:pt x="957" y="444"/>
                    <a:pt x="956" y="443"/>
                  </a:cubicBezTo>
                  <a:cubicBezTo>
                    <a:pt x="956" y="442"/>
                    <a:pt x="958" y="440"/>
                    <a:pt x="960" y="439"/>
                  </a:cubicBezTo>
                  <a:cubicBezTo>
                    <a:pt x="961" y="439"/>
                    <a:pt x="963" y="442"/>
                    <a:pt x="963" y="443"/>
                  </a:cubicBezTo>
                  <a:cubicBezTo>
                    <a:pt x="963" y="445"/>
                    <a:pt x="964" y="444"/>
                    <a:pt x="965" y="444"/>
                  </a:cubicBezTo>
                  <a:cubicBezTo>
                    <a:pt x="966" y="444"/>
                    <a:pt x="968" y="444"/>
                    <a:pt x="969" y="443"/>
                  </a:cubicBezTo>
                  <a:cubicBezTo>
                    <a:pt x="970" y="442"/>
                    <a:pt x="969" y="440"/>
                    <a:pt x="969" y="439"/>
                  </a:cubicBezTo>
                  <a:cubicBezTo>
                    <a:pt x="969" y="437"/>
                    <a:pt x="971" y="437"/>
                    <a:pt x="972" y="437"/>
                  </a:cubicBezTo>
                  <a:cubicBezTo>
                    <a:pt x="973" y="436"/>
                    <a:pt x="974" y="435"/>
                    <a:pt x="973" y="434"/>
                  </a:cubicBezTo>
                  <a:cubicBezTo>
                    <a:pt x="973" y="433"/>
                    <a:pt x="971" y="434"/>
                    <a:pt x="971" y="432"/>
                  </a:cubicBezTo>
                  <a:cubicBezTo>
                    <a:pt x="971" y="431"/>
                    <a:pt x="972" y="430"/>
                    <a:pt x="973" y="430"/>
                  </a:cubicBezTo>
                  <a:cubicBezTo>
                    <a:pt x="975" y="430"/>
                    <a:pt x="977" y="431"/>
                    <a:pt x="980" y="430"/>
                  </a:cubicBezTo>
                  <a:cubicBezTo>
                    <a:pt x="983" y="429"/>
                    <a:pt x="983" y="428"/>
                    <a:pt x="987" y="426"/>
                  </a:cubicBezTo>
                  <a:cubicBezTo>
                    <a:pt x="990" y="425"/>
                    <a:pt x="992" y="426"/>
                    <a:pt x="995" y="424"/>
                  </a:cubicBezTo>
                  <a:cubicBezTo>
                    <a:pt x="999" y="422"/>
                    <a:pt x="999" y="422"/>
                    <a:pt x="1000" y="422"/>
                  </a:cubicBezTo>
                  <a:cubicBezTo>
                    <a:pt x="1000" y="423"/>
                    <a:pt x="1001" y="425"/>
                    <a:pt x="1003" y="425"/>
                  </a:cubicBezTo>
                  <a:cubicBezTo>
                    <a:pt x="1004" y="425"/>
                    <a:pt x="1007" y="424"/>
                    <a:pt x="1006" y="423"/>
                  </a:cubicBezTo>
                  <a:cubicBezTo>
                    <a:pt x="1006" y="421"/>
                    <a:pt x="1006" y="420"/>
                    <a:pt x="1007" y="418"/>
                  </a:cubicBezTo>
                  <a:cubicBezTo>
                    <a:pt x="1008" y="416"/>
                    <a:pt x="1010" y="413"/>
                    <a:pt x="1008" y="412"/>
                  </a:cubicBezTo>
                  <a:cubicBezTo>
                    <a:pt x="1006" y="412"/>
                    <a:pt x="1004" y="412"/>
                    <a:pt x="1003" y="412"/>
                  </a:cubicBezTo>
                  <a:cubicBezTo>
                    <a:pt x="1001" y="412"/>
                    <a:pt x="1000" y="410"/>
                    <a:pt x="999" y="410"/>
                  </a:cubicBezTo>
                  <a:cubicBezTo>
                    <a:pt x="998" y="409"/>
                    <a:pt x="997" y="410"/>
                    <a:pt x="995" y="411"/>
                  </a:cubicBezTo>
                  <a:cubicBezTo>
                    <a:pt x="994" y="412"/>
                    <a:pt x="992" y="412"/>
                    <a:pt x="989" y="412"/>
                  </a:cubicBezTo>
                  <a:cubicBezTo>
                    <a:pt x="987" y="413"/>
                    <a:pt x="985" y="412"/>
                    <a:pt x="982" y="410"/>
                  </a:cubicBezTo>
                  <a:cubicBezTo>
                    <a:pt x="979" y="408"/>
                    <a:pt x="979" y="408"/>
                    <a:pt x="977" y="407"/>
                  </a:cubicBezTo>
                  <a:cubicBezTo>
                    <a:pt x="975" y="406"/>
                    <a:pt x="971" y="403"/>
                    <a:pt x="969" y="403"/>
                  </a:cubicBezTo>
                  <a:cubicBezTo>
                    <a:pt x="966" y="403"/>
                    <a:pt x="967" y="405"/>
                    <a:pt x="964" y="405"/>
                  </a:cubicBezTo>
                  <a:cubicBezTo>
                    <a:pt x="962" y="405"/>
                    <a:pt x="961" y="406"/>
                    <a:pt x="960" y="407"/>
                  </a:cubicBezTo>
                  <a:cubicBezTo>
                    <a:pt x="958" y="407"/>
                    <a:pt x="959" y="409"/>
                    <a:pt x="959" y="411"/>
                  </a:cubicBezTo>
                  <a:cubicBezTo>
                    <a:pt x="958" y="413"/>
                    <a:pt x="957" y="412"/>
                    <a:pt x="955" y="413"/>
                  </a:cubicBezTo>
                  <a:cubicBezTo>
                    <a:pt x="952" y="413"/>
                    <a:pt x="952" y="415"/>
                    <a:pt x="950" y="416"/>
                  </a:cubicBezTo>
                  <a:cubicBezTo>
                    <a:pt x="949" y="418"/>
                    <a:pt x="946" y="420"/>
                    <a:pt x="944" y="419"/>
                  </a:cubicBezTo>
                  <a:cubicBezTo>
                    <a:pt x="942" y="419"/>
                    <a:pt x="941" y="417"/>
                    <a:pt x="939" y="417"/>
                  </a:cubicBezTo>
                  <a:cubicBezTo>
                    <a:pt x="937" y="417"/>
                    <a:pt x="935" y="415"/>
                    <a:pt x="934" y="414"/>
                  </a:cubicBezTo>
                  <a:cubicBezTo>
                    <a:pt x="933" y="412"/>
                    <a:pt x="935" y="406"/>
                    <a:pt x="935" y="403"/>
                  </a:cubicBezTo>
                  <a:cubicBezTo>
                    <a:pt x="935" y="400"/>
                    <a:pt x="935" y="401"/>
                    <a:pt x="934" y="399"/>
                  </a:cubicBezTo>
                  <a:cubicBezTo>
                    <a:pt x="933" y="396"/>
                    <a:pt x="933" y="397"/>
                    <a:pt x="932" y="396"/>
                  </a:cubicBezTo>
                  <a:cubicBezTo>
                    <a:pt x="931" y="395"/>
                    <a:pt x="929" y="395"/>
                    <a:pt x="928" y="396"/>
                  </a:cubicBezTo>
                  <a:cubicBezTo>
                    <a:pt x="926" y="396"/>
                    <a:pt x="926" y="399"/>
                    <a:pt x="924" y="399"/>
                  </a:cubicBezTo>
                  <a:cubicBezTo>
                    <a:pt x="922" y="399"/>
                    <a:pt x="922" y="396"/>
                    <a:pt x="921" y="395"/>
                  </a:cubicBezTo>
                  <a:cubicBezTo>
                    <a:pt x="920" y="395"/>
                    <a:pt x="918" y="395"/>
                    <a:pt x="917" y="395"/>
                  </a:cubicBezTo>
                  <a:cubicBezTo>
                    <a:pt x="915" y="395"/>
                    <a:pt x="913" y="394"/>
                    <a:pt x="911" y="393"/>
                  </a:cubicBezTo>
                  <a:cubicBezTo>
                    <a:pt x="910" y="393"/>
                    <a:pt x="908" y="390"/>
                    <a:pt x="907" y="389"/>
                  </a:cubicBezTo>
                  <a:cubicBezTo>
                    <a:pt x="906" y="389"/>
                    <a:pt x="904" y="384"/>
                    <a:pt x="905" y="382"/>
                  </a:cubicBezTo>
                  <a:cubicBezTo>
                    <a:pt x="905" y="380"/>
                    <a:pt x="906" y="378"/>
                    <a:pt x="907" y="375"/>
                  </a:cubicBezTo>
                  <a:cubicBezTo>
                    <a:pt x="908" y="371"/>
                    <a:pt x="912" y="370"/>
                    <a:pt x="914" y="370"/>
                  </a:cubicBezTo>
                  <a:cubicBezTo>
                    <a:pt x="917" y="370"/>
                    <a:pt x="918" y="374"/>
                    <a:pt x="920" y="373"/>
                  </a:cubicBezTo>
                  <a:cubicBezTo>
                    <a:pt x="923" y="373"/>
                    <a:pt x="925" y="372"/>
                    <a:pt x="927" y="372"/>
                  </a:cubicBezTo>
                  <a:cubicBezTo>
                    <a:pt x="929" y="372"/>
                    <a:pt x="933" y="370"/>
                    <a:pt x="935" y="369"/>
                  </a:cubicBezTo>
                  <a:cubicBezTo>
                    <a:pt x="936" y="367"/>
                    <a:pt x="941" y="364"/>
                    <a:pt x="941" y="362"/>
                  </a:cubicBezTo>
                  <a:cubicBezTo>
                    <a:pt x="941" y="360"/>
                    <a:pt x="942" y="357"/>
                    <a:pt x="944" y="356"/>
                  </a:cubicBezTo>
                  <a:cubicBezTo>
                    <a:pt x="945" y="354"/>
                    <a:pt x="949" y="352"/>
                    <a:pt x="953" y="350"/>
                  </a:cubicBezTo>
                  <a:cubicBezTo>
                    <a:pt x="957" y="348"/>
                    <a:pt x="962" y="346"/>
                    <a:pt x="964" y="344"/>
                  </a:cubicBezTo>
                  <a:cubicBezTo>
                    <a:pt x="967" y="342"/>
                    <a:pt x="972" y="335"/>
                    <a:pt x="974" y="333"/>
                  </a:cubicBezTo>
                  <a:cubicBezTo>
                    <a:pt x="975" y="331"/>
                    <a:pt x="978" y="329"/>
                    <a:pt x="980" y="329"/>
                  </a:cubicBezTo>
                  <a:cubicBezTo>
                    <a:pt x="982" y="329"/>
                    <a:pt x="987" y="330"/>
                    <a:pt x="988" y="330"/>
                  </a:cubicBezTo>
                  <a:cubicBezTo>
                    <a:pt x="990" y="329"/>
                    <a:pt x="991" y="327"/>
                    <a:pt x="992" y="327"/>
                  </a:cubicBezTo>
                  <a:cubicBezTo>
                    <a:pt x="994" y="327"/>
                    <a:pt x="993" y="328"/>
                    <a:pt x="992" y="330"/>
                  </a:cubicBezTo>
                  <a:cubicBezTo>
                    <a:pt x="992" y="332"/>
                    <a:pt x="994" y="332"/>
                    <a:pt x="996" y="332"/>
                  </a:cubicBezTo>
                  <a:cubicBezTo>
                    <a:pt x="997" y="333"/>
                    <a:pt x="999" y="335"/>
                    <a:pt x="999" y="336"/>
                  </a:cubicBezTo>
                  <a:cubicBezTo>
                    <a:pt x="1000" y="337"/>
                    <a:pt x="1001" y="338"/>
                    <a:pt x="1002" y="339"/>
                  </a:cubicBezTo>
                  <a:cubicBezTo>
                    <a:pt x="1002" y="340"/>
                    <a:pt x="1000" y="342"/>
                    <a:pt x="999" y="343"/>
                  </a:cubicBezTo>
                  <a:cubicBezTo>
                    <a:pt x="997" y="344"/>
                    <a:pt x="997" y="345"/>
                    <a:pt x="995" y="347"/>
                  </a:cubicBezTo>
                  <a:cubicBezTo>
                    <a:pt x="994" y="348"/>
                    <a:pt x="994" y="349"/>
                    <a:pt x="993" y="352"/>
                  </a:cubicBezTo>
                  <a:cubicBezTo>
                    <a:pt x="992" y="354"/>
                    <a:pt x="991" y="354"/>
                    <a:pt x="989" y="354"/>
                  </a:cubicBezTo>
                  <a:cubicBezTo>
                    <a:pt x="988" y="354"/>
                    <a:pt x="986" y="355"/>
                    <a:pt x="985" y="356"/>
                  </a:cubicBezTo>
                  <a:cubicBezTo>
                    <a:pt x="984" y="357"/>
                    <a:pt x="985" y="358"/>
                    <a:pt x="984" y="360"/>
                  </a:cubicBezTo>
                  <a:cubicBezTo>
                    <a:pt x="984" y="361"/>
                    <a:pt x="981" y="361"/>
                    <a:pt x="981" y="363"/>
                  </a:cubicBezTo>
                  <a:cubicBezTo>
                    <a:pt x="982" y="364"/>
                    <a:pt x="984" y="366"/>
                    <a:pt x="986" y="366"/>
                  </a:cubicBezTo>
                  <a:cubicBezTo>
                    <a:pt x="987" y="366"/>
                    <a:pt x="988" y="365"/>
                    <a:pt x="992" y="365"/>
                  </a:cubicBezTo>
                  <a:cubicBezTo>
                    <a:pt x="995" y="364"/>
                    <a:pt x="995" y="365"/>
                    <a:pt x="994" y="367"/>
                  </a:cubicBezTo>
                  <a:cubicBezTo>
                    <a:pt x="992" y="368"/>
                    <a:pt x="991" y="368"/>
                    <a:pt x="990" y="369"/>
                  </a:cubicBezTo>
                  <a:cubicBezTo>
                    <a:pt x="990" y="370"/>
                    <a:pt x="990" y="371"/>
                    <a:pt x="991" y="373"/>
                  </a:cubicBezTo>
                  <a:cubicBezTo>
                    <a:pt x="991" y="374"/>
                    <a:pt x="990" y="374"/>
                    <a:pt x="988" y="374"/>
                  </a:cubicBezTo>
                  <a:cubicBezTo>
                    <a:pt x="987" y="374"/>
                    <a:pt x="986" y="374"/>
                    <a:pt x="983" y="375"/>
                  </a:cubicBezTo>
                  <a:cubicBezTo>
                    <a:pt x="981" y="375"/>
                    <a:pt x="979" y="376"/>
                    <a:pt x="978" y="377"/>
                  </a:cubicBezTo>
                  <a:cubicBezTo>
                    <a:pt x="977" y="378"/>
                    <a:pt x="979" y="380"/>
                    <a:pt x="980" y="381"/>
                  </a:cubicBezTo>
                  <a:cubicBezTo>
                    <a:pt x="982" y="381"/>
                    <a:pt x="985" y="378"/>
                    <a:pt x="989" y="376"/>
                  </a:cubicBezTo>
                  <a:cubicBezTo>
                    <a:pt x="993" y="373"/>
                    <a:pt x="995" y="373"/>
                    <a:pt x="997" y="371"/>
                  </a:cubicBezTo>
                  <a:cubicBezTo>
                    <a:pt x="1000" y="369"/>
                    <a:pt x="1005" y="365"/>
                    <a:pt x="1007" y="363"/>
                  </a:cubicBezTo>
                  <a:cubicBezTo>
                    <a:pt x="1010" y="361"/>
                    <a:pt x="1017" y="358"/>
                    <a:pt x="1019" y="357"/>
                  </a:cubicBezTo>
                  <a:cubicBezTo>
                    <a:pt x="1021" y="356"/>
                    <a:pt x="1024" y="356"/>
                    <a:pt x="1027" y="356"/>
                  </a:cubicBezTo>
                  <a:cubicBezTo>
                    <a:pt x="1031" y="356"/>
                    <a:pt x="1033" y="356"/>
                    <a:pt x="1037" y="355"/>
                  </a:cubicBezTo>
                  <a:cubicBezTo>
                    <a:pt x="1037" y="355"/>
                    <a:pt x="1038" y="355"/>
                    <a:pt x="1038" y="355"/>
                  </a:cubicBezTo>
                  <a:cubicBezTo>
                    <a:pt x="1039" y="354"/>
                    <a:pt x="1040" y="352"/>
                    <a:pt x="1041" y="350"/>
                  </a:cubicBezTo>
                  <a:cubicBezTo>
                    <a:pt x="1043" y="348"/>
                    <a:pt x="1045" y="347"/>
                    <a:pt x="1047" y="345"/>
                  </a:cubicBezTo>
                  <a:cubicBezTo>
                    <a:pt x="1047" y="345"/>
                    <a:pt x="1047" y="345"/>
                    <a:pt x="1047" y="345"/>
                  </a:cubicBezTo>
                  <a:cubicBezTo>
                    <a:pt x="1049" y="344"/>
                    <a:pt x="1050" y="344"/>
                    <a:pt x="1051" y="343"/>
                  </a:cubicBezTo>
                  <a:cubicBezTo>
                    <a:pt x="1056" y="340"/>
                    <a:pt x="1062" y="337"/>
                    <a:pt x="1065" y="334"/>
                  </a:cubicBezTo>
                  <a:cubicBezTo>
                    <a:pt x="1067" y="332"/>
                    <a:pt x="1068" y="331"/>
                    <a:pt x="1069" y="330"/>
                  </a:cubicBezTo>
                  <a:cubicBezTo>
                    <a:pt x="1070" y="329"/>
                    <a:pt x="1070" y="329"/>
                    <a:pt x="1072" y="328"/>
                  </a:cubicBezTo>
                  <a:cubicBezTo>
                    <a:pt x="1073" y="328"/>
                    <a:pt x="1074" y="328"/>
                    <a:pt x="1075" y="328"/>
                  </a:cubicBezTo>
                  <a:cubicBezTo>
                    <a:pt x="1076" y="328"/>
                    <a:pt x="1077" y="328"/>
                    <a:pt x="1078" y="327"/>
                  </a:cubicBezTo>
                  <a:cubicBezTo>
                    <a:pt x="1079" y="327"/>
                    <a:pt x="1082" y="322"/>
                    <a:pt x="1085" y="318"/>
                  </a:cubicBezTo>
                  <a:cubicBezTo>
                    <a:pt x="1087" y="314"/>
                    <a:pt x="1090" y="311"/>
                    <a:pt x="1091" y="309"/>
                  </a:cubicBezTo>
                  <a:cubicBezTo>
                    <a:pt x="1093" y="307"/>
                    <a:pt x="1094" y="307"/>
                    <a:pt x="1096" y="306"/>
                  </a:cubicBezTo>
                  <a:cubicBezTo>
                    <a:pt x="1097" y="306"/>
                    <a:pt x="1098" y="306"/>
                    <a:pt x="1099" y="307"/>
                  </a:cubicBezTo>
                  <a:cubicBezTo>
                    <a:pt x="1101" y="307"/>
                    <a:pt x="1102" y="309"/>
                    <a:pt x="1103" y="311"/>
                  </a:cubicBezTo>
                  <a:cubicBezTo>
                    <a:pt x="1105" y="312"/>
                    <a:pt x="1106" y="314"/>
                    <a:pt x="1106" y="314"/>
                  </a:cubicBezTo>
                  <a:cubicBezTo>
                    <a:pt x="1106" y="314"/>
                    <a:pt x="1108" y="314"/>
                    <a:pt x="1110" y="314"/>
                  </a:cubicBezTo>
                  <a:cubicBezTo>
                    <a:pt x="1112" y="315"/>
                    <a:pt x="1115" y="315"/>
                    <a:pt x="1116" y="315"/>
                  </a:cubicBezTo>
                  <a:cubicBezTo>
                    <a:pt x="1118" y="315"/>
                    <a:pt x="1119" y="315"/>
                    <a:pt x="1120" y="315"/>
                  </a:cubicBezTo>
                  <a:cubicBezTo>
                    <a:pt x="1121" y="315"/>
                    <a:pt x="1122" y="315"/>
                    <a:pt x="1123" y="315"/>
                  </a:cubicBezTo>
                  <a:cubicBezTo>
                    <a:pt x="1123" y="314"/>
                    <a:pt x="1124" y="313"/>
                    <a:pt x="1124" y="311"/>
                  </a:cubicBezTo>
                  <a:cubicBezTo>
                    <a:pt x="1124" y="311"/>
                    <a:pt x="1124" y="310"/>
                    <a:pt x="1124" y="310"/>
                  </a:cubicBezTo>
                  <a:cubicBezTo>
                    <a:pt x="1124" y="309"/>
                    <a:pt x="1123" y="308"/>
                    <a:pt x="1122" y="306"/>
                  </a:cubicBezTo>
                  <a:cubicBezTo>
                    <a:pt x="1122" y="306"/>
                    <a:pt x="1121" y="305"/>
                    <a:pt x="1121" y="304"/>
                  </a:cubicBezTo>
                  <a:cubicBezTo>
                    <a:pt x="1120" y="303"/>
                    <a:pt x="1120" y="303"/>
                    <a:pt x="1120" y="302"/>
                  </a:cubicBezTo>
                  <a:cubicBezTo>
                    <a:pt x="1120" y="302"/>
                    <a:pt x="1120" y="301"/>
                    <a:pt x="1120" y="301"/>
                  </a:cubicBezTo>
                  <a:cubicBezTo>
                    <a:pt x="1121" y="300"/>
                    <a:pt x="1121" y="300"/>
                    <a:pt x="1121" y="300"/>
                  </a:cubicBezTo>
                  <a:cubicBezTo>
                    <a:pt x="1122" y="299"/>
                    <a:pt x="1123" y="299"/>
                    <a:pt x="1123" y="299"/>
                  </a:cubicBezTo>
                  <a:cubicBezTo>
                    <a:pt x="1124" y="299"/>
                    <a:pt x="1130" y="299"/>
                    <a:pt x="1135" y="298"/>
                  </a:cubicBezTo>
                  <a:cubicBezTo>
                    <a:pt x="1138" y="298"/>
                    <a:pt x="1140" y="298"/>
                    <a:pt x="1140" y="298"/>
                  </a:cubicBezTo>
                  <a:cubicBezTo>
                    <a:pt x="1141" y="298"/>
                    <a:pt x="1142" y="295"/>
                    <a:pt x="1144" y="293"/>
                  </a:cubicBezTo>
                  <a:cubicBezTo>
                    <a:pt x="1145" y="292"/>
                    <a:pt x="1146" y="290"/>
                    <a:pt x="1147" y="290"/>
                  </a:cubicBezTo>
                  <a:cubicBezTo>
                    <a:pt x="1148" y="288"/>
                    <a:pt x="1150" y="288"/>
                    <a:pt x="1151" y="288"/>
                  </a:cubicBezTo>
                  <a:cubicBezTo>
                    <a:pt x="1153" y="288"/>
                    <a:pt x="1154" y="287"/>
                    <a:pt x="1154" y="287"/>
                  </a:cubicBezTo>
                  <a:cubicBezTo>
                    <a:pt x="1154" y="287"/>
                    <a:pt x="1154" y="287"/>
                    <a:pt x="1154" y="287"/>
                  </a:cubicBezTo>
                  <a:cubicBezTo>
                    <a:pt x="1155" y="287"/>
                    <a:pt x="1155" y="285"/>
                    <a:pt x="1155" y="283"/>
                  </a:cubicBezTo>
                  <a:cubicBezTo>
                    <a:pt x="1155" y="282"/>
                    <a:pt x="1155" y="280"/>
                    <a:pt x="1156" y="279"/>
                  </a:cubicBezTo>
                  <a:cubicBezTo>
                    <a:pt x="1156" y="279"/>
                    <a:pt x="1156" y="279"/>
                    <a:pt x="1156" y="278"/>
                  </a:cubicBezTo>
                  <a:cubicBezTo>
                    <a:pt x="1157" y="276"/>
                    <a:pt x="1157" y="276"/>
                    <a:pt x="1160" y="276"/>
                  </a:cubicBezTo>
                  <a:cubicBezTo>
                    <a:pt x="1161" y="276"/>
                    <a:pt x="1163" y="276"/>
                    <a:pt x="1164" y="277"/>
                  </a:cubicBezTo>
                  <a:cubicBezTo>
                    <a:pt x="1166" y="278"/>
                    <a:pt x="1168" y="280"/>
                    <a:pt x="1168" y="281"/>
                  </a:cubicBezTo>
                  <a:cubicBezTo>
                    <a:pt x="1168" y="281"/>
                    <a:pt x="1168" y="282"/>
                    <a:pt x="1168" y="282"/>
                  </a:cubicBezTo>
                  <a:cubicBezTo>
                    <a:pt x="1168" y="282"/>
                    <a:pt x="1168" y="283"/>
                    <a:pt x="1169" y="283"/>
                  </a:cubicBezTo>
                  <a:cubicBezTo>
                    <a:pt x="1170" y="282"/>
                    <a:pt x="1171" y="281"/>
                    <a:pt x="1172" y="281"/>
                  </a:cubicBezTo>
                  <a:cubicBezTo>
                    <a:pt x="1173" y="280"/>
                    <a:pt x="1174" y="280"/>
                    <a:pt x="1176" y="280"/>
                  </a:cubicBezTo>
                  <a:cubicBezTo>
                    <a:pt x="1178" y="279"/>
                    <a:pt x="1180" y="279"/>
                    <a:pt x="1182" y="278"/>
                  </a:cubicBezTo>
                  <a:cubicBezTo>
                    <a:pt x="1183" y="277"/>
                    <a:pt x="1183" y="276"/>
                    <a:pt x="1184" y="274"/>
                  </a:cubicBezTo>
                  <a:cubicBezTo>
                    <a:pt x="1184" y="273"/>
                    <a:pt x="1184" y="272"/>
                    <a:pt x="1184" y="270"/>
                  </a:cubicBezTo>
                  <a:cubicBezTo>
                    <a:pt x="1185" y="267"/>
                    <a:pt x="1185" y="265"/>
                    <a:pt x="1185" y="263"/>
                  </a:cubicBezTo>
                  <a:cubicBezTo>
                    <a:pt x="1185" y="261"/>
                    <a:pt x="1185" y="259"/>
                    <a:pt x="1185" y="257"/>
                  </a:cubicBezTo>
                  <a:cubicBezTo>
                    <a:pt x="1185" y="252"/>
                    <a:pt x="1185" y="251"/>
                    <a:pt x="1185" y="249"/>
                  </a:cubicBezTo>
                  <a:cubicBezTo>
                    <a:pt x="1185" y="249"/>
                    <a:pt x="1185" y="248"/>
                    <a:pt x="1185" y="246"/>
                  </a:cubicBezTo>
                  <a:cubicBezTo>
                    <a:pt x="1184" y="243"/>
                    <a:pt x="1184" y="241"/>
                    <a:pt x="1183" y="239"/>
                  </a:cubicBezTo>
                  <a:cubicBezTo>
                    <a:pt x="1182" y="238"/>
                    <a:pt x="1182" y="237"/>
                    <a:pt x="1182" y="236"/>
                  </a:cubicBezTo>
                  <a:cubicBezTo>
                    <a:pt x="1182" y="235"/>
                    <a:pt x="1181" y="235"/>
                    <a:pt x="1181" y="234"/>
                  </a:cubicBezTo>
                  <a:cubicBezTo>
                    <a:pt x="1180" y="231"/>
                    <a:pt x="1179" y="229"/>
                    <a:pt x="1182" y="228"/>
                  </a:cubicBezTo>
                  <a:cubicBezTo>
                    <a:pt x="1182" y="227"/>
                    <a:pt x="1184" y="227"/>
                    <a:pt x="1185" y="227"/>
                  </a:cubicBezTo>
                  <a:cubicBezTo>
                    <a:pt x="1187" y="226"/>
                    <a:pt x="1188" y="226"/>
                    <a:pt x="1190" y="225"/>
                  </a:cubicBezTo>
                  <a:cubicBezTo>
                    <a:pt x="1192" y="224"/>
                    <a:pt x="1192" y="224"/>
                    <a:pt x="1192" y="223"/>
                  </a:cubicBezTo>
                  <a:cubicBezTo>
                    <a:pt x="1193" y="223"/>
                    <a:pt x="1193" y="222"/>
                    <a:pt x="1195" y="221"/>
                  </a:cubicBezTo>
                  <a:cubicBezTo>
                    <a:pt x="1196" y="220"/>
                    <a:pt x="1196" y="220"/>
                    <a:pt x="1197" y="219"/>
                  </a:cubicBezTo>
                  <a:cubicBezTo>
                    <a:pt x="1198" y="218"/>
                    <a:pt x="1198" y="218"/>
                    <a:pt x="1200" y="217"/>
                  </a:cubicBezTo>
                  <a:cubicBezTo>
                    <a:pt x="1202" y="217"/>
                    <a:pt x="1204" y="218"/>
                    <a:pt x="1206" y="219"/>
                  </a:cubicBezTo>
                  <a:cubicBezTo>
                    <a:pt x="1207" y="220"/>
                    <a:pt x="1209" y="221"/>
                    <a:pt x="1210" y="221"/>
                  </a:cubicBezTo>
                  <a:cubicBezTo>
                    <a:pt x="1212" y="222"/>
                    <a:pt x="1215" y="222"/>
                    <a:pt x="1217" y="223"/>
                  </a:cubicBezTo>
                  <a:cubicBezTo>
                    <a:pt x="1219" y="223"/>
                    <a:pt x="1221" y="223"/>
                    <a:pt x="1222" y="223"/>
                  </a:cubicBezTo>
                  <a:cubicBezTo>
                    <a:pt x="1224" y="223"/>
                    <a:pt x="1224" y="221"/>
                    <a:pt x="1224" y="220"/>
                  </a:cubicBezTo>
                  <a:cubicBezTo>
                    <a:pt x="1224" y="220"/>
                    <a:pt x="1224" y="220"/>
                    <a:pt x="1224" y="220"/>
                  </a:cubicBezTo>
                  <a:cubicBezTo>
                    <a:pt x="1224" y="220"/>
                    <a:pt x="1224" y="219"/>
                    <a:pt x="1224" y="219"/>
                  </a:cubicBezTo>
                  <a:cubicBezTo>
                    <a:pt x="1223" y="219"/>
                    <a:pt x="1223" y="219"/>
                    <a:pt x="1223" y="219"/>
                  </a:cubicBezTo>
                  <a:cubicBezTo>
                    <a:pt x="1223" y="218"/>
                    <a:pt x="1223" y="217"/>
                    <a:pt x="1225" y="215"/>
                  </a:cubicBezTo>
                  <a:cubicBezTo>
                    <a:pt x="1226" y="213"/>
                    <a:pt x="1228" y="212"/>
                    <a:pt x="1230" y="211"/>
                  </a:cubicBezTo>
                  <a:cubicBezTo>
                    <a:pt x="1231" y="210"/>
                    <a:pt x="1232" y="210"/>
                    <a:pt x="1232" y="209"/>
                  </a:cubicBezTo>
                  <a:cubicBezTo>
                    <a:pt x="1232" y="209"/>
                    <a:pt x="1232" y="209"/>
                    <a:pt x="1232" y="209"/>
                  </a:cubicBezTo>
                  <a:cubicBezTo>
                    <a:pt x="1232" y="209"/>
                    <a:pt x="1232" y="208"/>
                    <a:pt x="1232" y="207"/>
                  </a:cubicBezTo>
                  <a:cubicBezTo>
                    <a:pt x="1232" y="206"/>
                    <a:pt x="1232" y="205"/>
                    <a:pt x="1232" y="204"/>
                  </a:cubicBezTo>
                  <a:cubicBezTo>
                    <a:pt x="1233" y="203"/>
                    <a:pt x="1233" y="202"/>
                    <a:pt x="1234" y="201"/>
                  </a:cubicBezTo>
                  <a:cubicBezTo>
                    <a:pt x="1235" y="200"/>
                    <a:pt x="1236" y="199"/>
                    <a:pt x="1237" y="199"/>
                  </a:cubicBezTo>
                  <a:cubicBezTo>
                    <a:pt x="1238" y="198"/>
                    <a:pt x="1238" y="197"/>
                    <a:pt x="1239" y="196"/>
                  </a:cubicBezTo>
                  <a:cubicBezTo>
                    <a:pt x="1239" y="195"/>
                    <a:pt x="1239" y="193"/>
                    <a:pt x="1239" y="192"/>
                  </a:cubicBezTo>
                  <a:cubicBezTo>
                    <a:pt x="1239" y="191"/>
                    <a:pt x="1240" y="190"/>
                    <a:pt x="1240" y="188"/>
                  </a:cubicBezTo>
                  <a:cubicBezTo>
                    <a:pt x="1240" y="187"/>
                    <a:pt x="1241" y="186"/>
                    <a:pt x="1241" y="185"/>
                  </a:cubicBezTo>
                  <a:cubicBezTo>
                    <a:pt x="1241" y="185"/>
                    <a:pt x="1241" y="185"/>
                    <a:pt x="1241" y="185"/>
                  </a:cubicBezTo>
                  <a:cubicBezTo>
                    <a:pt x="1242" y="184"/>
                    <a:pt x="1244" y="181"/>
                    <a:pt x="1245" y="178"/>
                  </a:cubicBezTo>
                  <a:cubicBezTo>
                    <a:pt x="1245" y="176"/>
                    <a:pt x="1245" y="175"/>
                    <a:pt x="1246" y="173"/>
                  </a:cubicBezTo>
                  <a:cubicBezTo>
                    <a:pt x="1246" y="172"/>
                    <a:pt x="1246" y="171"/>
                    <a:pt x="1246" y="169"/>
                  </a:cubicBezTo>
                  <a:cubicBezTo>
                    <a:pt x="1247" y="166"/>
                    <a:pt x="1249" y="164"/>
                    <a:pt x="1251" y="162"/>
                  </a:cubicBezTo>
                  <a:cubicBezTo>
                    <a:pt x="1251" y="162"/>
                    <a:pt x="1251" y="162"/>
                    <a:pt x="1251" y="162"/>
                  </a:cubicBezTo>
                  <a:cubicBezTo>
                    <a:pt x="1252" y="161"/>
                    <a:pt x="1253" y="160"/>
                    <a:pt x="1254" y="160"/>
                  </a:cubicBezTo>
                  <a:cubicBezTo>
                    <a:pt x="1256" y="158"/>
                    <a:pt x="1258" y="157"/>
                    <a:pt x="1258" y="156"/>
                  </a:cubicBezTo>
                  <a:cubicBezTo>
                    <a:pt x="1258" y="156"/>
                    <a:pt x="1258" y="156"/>
                    <a:pt x="1258" y="155"/>
                  </a:cubicBezTo>
                  <a:cubicBezTo>
                    <a:pt x="1257" y="154"/>
                    <a:pt x="1256" y="153"/>
                    <a:pt x="1255" y="152"/>
                  </a:cubicBezTo>
                  <a:cubicBezTo>
                    <a:pt x="1253" y="149"/>
                    <a:pt x="1254" y="148"/>
                    <a:pt x="1254" y="146"/>
                  </a:cubicBezTo>
                  <a:cubicBezTo>
                    <a:pt x="1254" y="146"/>
                    <a:pt x="1255" y="146"/>
                    <a:pt x="1255" y="146"/>
                  </a:cubicBezTo>
                  <a:cubicBezTo>
                    <a:pt x="1255" y="145"/>
                    <a:pt x="1255" y="145"/>
                    <a:pt x="1255" y="145"/>
                  </a:cubicBezTo>
                  <a:cubicBezTo>
                    <a:pt x="1255" y="143"/>
                    <a:pt x="1256" y="143"/>
                    <a:pt x="1255" y="142"/>
                  </a:cubicBezTo>
                  <a:cubicBezTo>
                    <a:pt x="1254" y="141"/>
                    <a:pt x="1253" y="141"/>
                    <a:pt x="1253" y="140"/>
                  </a:cubicBezTo>
                  <a:cubicBezTo>
                    <a:pt x="1253" y="140"/>
                    <a:pt x="1253" y="140"/>
                    <a:pt x="1253" y="140"/>
                  </a:cubicBezTo>
                  <a:cubicBezTo>
                    <a:pt x="1252" y="140"/>
                    <a:pt x="1251" y="140"/>
                    <a:pt x="1250" y="140"/>
                  </a:cubicBezTo>
                  <a:cubicBezTo>
                    <a:pt x="1249" y="140"/>
                    <a:pt x="1248" y="140"/>
                    <a:pt x="1247" y="140"/>
                  </a:cubicBezTo>
                  <a:cubicBezTo>
                    <a:pt x="1246" y="140"/>
                    <a:pt x="1245" y="141"/>
                    <a:pt x="1243" y="142"/>
                  </a:cubicBezTo>
                  <a:cubicBezTo>
                    <a:pt x="1242" y="142"/>
                    <a:pt x="1241" y="143"/>
                    <a:pt x="1239" y="143"/>
                  </a:cubicBezTo>
                  <a:cubicBezTo>
                    <a:pt x="1236" y="145"/>
                    <a:pt x="1232" y="147"/>
                    <a:pt x="1229" y="147"/>
                  </a:cubicBezTo>
                  <a:cubicBezTo>
                    <a:pt x="1224" y="148"/>
                    <a:pt x="1224" y="148"/>
                    <a:pt x="1221" y="149"/>
                  </a:cubicBezTo>
                  <a:cubicBezTo>
                    <a:pt x="1221" y="149"/>
                    <a:pt x="1221" y="149"/>
                    <a:pt x="1221" y="149"/>
                  </a:cubicBezTo>
                  <a:cubicBezTo>
                    <a:pt x="1220" y="149"/>
                    <a:pt x="1220" y="149"/>
                    <a:pt x="1220" y="149"/>
                  </a:cubicBezTo>
                  <a:cubicBezTo>
                    <a:pt x="1219" y="150"/>
                    <a:pt x="1218" y="150"/>
                    <a:pt x="1217" y="151"/>
                  </a:cubicBezTo>
                  <a:cubicBezTo>
                    <a:pt x="1217" y="152"/>
                    <a:pt x="1216" y="152"/>
                    <a:pt x="1216" y="153"/>
                  </a:cubicBezTo>
                  <a:cubicBezTo>
                    <a:pt x="1216" y="154"/>
                    <a:pt x="1215" y="155"/>
                    <a:pt x="1214" y="156"/>
                  </a:cubicBezTo>
                  <a:cubicBezTo>
                    <a:pt x="1214" y="157"/>
                    <a:pt x="1212" y="158"/>
                    <a:pt x="1211" y="158"/>
                  </a:cubicBezTo>
                  <a:cubicBezTo>
                    <a:pt x="1210" y="158"/>
                    <a:pt x="1210" y="158"/>
                    <a:pt x="1210" y="158"/>
                  </a:cubicBezTo>
                  <a:cubicBezTo>
                    <a:pt x="1208" y="158"/>
                    <a:pt x="1204" y="158"/>
                    <a:pt x="1200" y="158"/>
                  </a:cubicBezTo>
                  <a:cubicBezTo>
                    <a:pt x="1196" y="158"/>
                    <a:pt x="1190" y="158"/>
                    <a:pt x="1186" y="158"/>
                  </a:cubicBezTo>
                  <a:cubicBezTo>
                    <a:pt x="1185" y="158"/>
                    <a:pt x="1184" y="158"/>
                    <a:pt x="1184" y="158"/>
                  </a:cubicBezTo>
                  <a:cubicBezTo>
                    <a:pt x="1184" y="158"/>
                    <a:pt x="1184" y="158"/>
                    <a:pt x="1184" y="158"/>
                  </a:cubicBezTo>
                  <a:cubicBezTo>
                    <a:pt x="1183" y="158"/>
                    <a:pt x="1183" y="158"/>
                    <a:pt x="1183" y="158"/>
                  </a:cubicBezTo>
                  <a:cubicBezTo>
                    <a:pt x="1181" y="158"/>
                    <a:pt x="1179" y="158"/>
                    <a:pt x="1179" y="155"/>
                  </a:cubicBezTo>
                  <a:cubicBezTo>
                    <a:pt x="1179" y="154"/>
                    <a:pt x="1179" y="154"/>
                    <a:pt x="1179" y="153"/>
                  </a:cubicBezTo>
                  <a:cubicBezTo>
                    <a:pt x="1179" y="152"/>
                    <a:pt x="1178" y="152"/>
                    <a:pt x="1178" y="151"/>
                  </a:cubicBezTo>
                  <a:cubicBezTo>
                    <a:pt x="1178" y="151"/>
                    <a:pt x="1177" y="150"/>
                    <a:pt x="1176" y="150"/>
                  </a:cubicBezTo>
                  <a:cubicBezTo>
                    <a:pt x="1175" y="149"/>
                    <a:pt x="1174" y="149"/>
                    <a:pt x="1173" y="146"/>
                  </a:cubicBezTo>
                  <a:cubicBezTo>
                    <a:pt x="1173" y="145"/>
                    <a:pt x="1174" y="143"/>
                    <a:pt x="1174" y="142"/>
                  </a:cubicBezTo>
                  <a:cubicBezTo>
                    <a:pt x="1175" y="140"/>
                    <a:pt x="1176" y="139"/>
                    <a:pt x="1175" y="137"/>
                  </a:cubicBezTo>
                  <a:cubicBezTo>
                    <a:pt x="1175" y="136"/>
                    <a:pt x="1175" y="136"/>
                    <a:pt x="1174" y="135"/>
                  </a:cubicBezTo>
                  <a:cubicBezTo>
                    <a:pt x="1174" y="135"/>
                    <a:pt x="1174" y="135"/>
                    <a:pt x="1174" y="135"/>
                  </a:cubicBezTo>
                  <a:cubicBezTo>
                    <a:pt x="1173" y="135"/>
                    <a:pt x="1172" y="134"/>
                    <a:pt x="1171" y="133"/>
                  </a:cubicBezTo>
                  <a:cubicBezTo>
                    <a:pt x="1170" y="131"/>
                    <a:pt x="1171" y="129"/>
                    <a:pt x="1171" y="128"/>
                  </a:cubicBezTo>
                  <a:cubicBezTo>
                    <a:pt x="1171" y="127"/>
                    <a:pt x="1172" y="127"/>
                    <a:pt x="1172" y="127"/>
                  </a:cubicBezTo>
                  <a:cubicBezTo>
                    <a:pt x="1172" y="127"/>
                    <a:pt x="1171" y="127"/>
                    <a:pt x="1170" y="127"/>
                  </a:cubicBezTo>
                  <a:cubicBezTo>
                    <a:pt x="1168" y="127"/>
                    <a:pt x="1165" y="127"/>
                    <a:pt x="1163" y="125"/>
                  </a:cubicBezTo>
                  <a:cubicBezTo>
                    <a:pt x="1161" y="124"/>
                    <a:pt x="1159" y="122"/>
                    <a:pt x="1156" y="119"/>
                  </a:cubicBezTo>
                  <a:cubicBezTo>
                    <a:pt x="1154" y="116"/>
                    <a:pt x="1151" y="113"/>
                    <a:pt x="1150" y="113"/>
                  </a:cubicBezTo>
                  <a:cubicBezTo>
                    <a:pt x="1148" y="112"/>
                    <a:pt x="1148" y="112"/>
                    <a:pt x="1147" y="113"/>
                  </a:cubicBezTo>
                  <a:cubicBezTo>
                    <a:pt x="1147" y="113"/>
                    <a:pt x="1146" y="113"/>
                    <a:pt x="1145" y="113"/>
                  </a:cubicBezTo>
                  <a:cubicBezTo>
                    <a:pt x="1142" y="114"/>
                    <a:pt x="1141" y="113"/>
                    <a:pt x="1137" y="111"/>
                  </a:cubicBezTo>
                  <a:cubicBezTo>
                    <a:pt x="1137" y="111"/>
                    <a:pt x="1137" y="111"/>
                    <a:pt x="1137" y="111"/>
                  </a:cubicBezTo>
                  <a:cubicBezTo>
                    <a:pt x="1137" y="111"/>
                    <a:pt x="1137" y="111"/>
                    <a:pt x="1137" y="111"/>
                  </a:cubicBezTo>
                  <a:cubicBezTo>
                    <a:pt x="1137" y="111"/>
                    <a:pt x="1137" y="111"/>
                    <a:pt x="1137" y="111"/>
                  </a:cubicBezTo>
                  <a:cubicBezTo>
                    <a:pt x="1135" y="110"/>
                    <a:pt x="1134" y="109"/>
                    <a:pt x="1133" y="109"/>
                  </a:cubicBezTo>
                  <a:cubicBezTo>
                    <a:pt x="1132" y="109"/>
                    <a:pt x="1131" y="108"/>
                    <a:pt x="1129" y="108"/>
                  </a:cubicBezTo>
                  <a:cubicBezTo>
                    <a:pt x="1128" y="108"/>
                    <a:pt x="1128" y="108"/>
                    <a:pt x="1128" y="108"/>
                  </a:cubicBezTo>
                  <a:cubicBezTo>
                    <a:pt x="1124" y="108"/>
                    <a:pt x="1117" y="108"/>
                    <a:pt x="1115" y="107"/>
                  </a:cubicBezTo>
                  <a:cubicBezTo>
                    <a:pt x="1115" y="107"/>
                    <a:pt x="1114" y="106"/>
                    <a:pt x="1113" y="105"/>
                  </a:cubicBezTo>
                  <a:cubicBezTo>
                    <a:pt x="1112" y="104"/>
                    <a:pt x="1111" y="102"/>
                    <a:pt x="1111" y="101"/>
                  </a:cubicBezTo>
                  <a:cubicBezTo>
                    <a:pt x="1110" y="100"/>
                    <a:pt x="1109" y="99"/>
                    <a:pt x="1109" y="98"/>
                  </a:cubicBezTo>
                  <a:cubicBezTo>
                    <a:pt x="1109" y="97"/>
                    <a:pt x="1109" y="96"/>
                    <a:pt x="1109" y="94"/>
                  </a:cubicBezTo>
                  <a:cubicBezTo>
                    <a:pt x="1109" y="93"/>
                    <a:pt x="1109" y="92"/>
                    <a:pt x="1109" y="91"/>
                  </a:cubicBezTo>
                  <a:cubicBezTo>
                    <a:pt x="1109" y="91"/>
                    <a:pt x="1110" y="90"/>
                    <a:pt x="1109" y="89"/>
                  </a:cubicBezTo>
                  <a:cubicBezTo>
                    <a:pt x="1109" y="87"/>
                    <a:pt x="1107" y="83"/>
                    <a:pt x="1105" y="80"/>
                  </a:cubicBezTo>
                  <a:cubicBezTo>
                    <a:pt x="1104" y="78"/>
                    <a:pt x="1103" y="77"/>
                    <a:pt x="1103" y="76"/>
                  </a:cubicBezTo>
                  <a:cubicBezTo>
                    <a:pt x="1103" y="75"/>
                    <a:pt x="1102" y="74"/>
                    <a:pt x="1101" y="73"/>
                  </a:cubicBezTo>
                  <a:cubicBezTo>
                    <a:pt x="1100" y="71"/>
                    <a:pt x="1098" y="69"/>
                    <a:pt x="1098" y="67"/>
                  </a:cubicBezTo>
                  <a:cubicBezTo>
                    <a:pt x="1098" y="67"/>
                    <a:pt x="1098" y="67"/>
                    <a:pt x="1098" y="67"/>
                  </a:cubicBezTo>
                  <a:cubicBezTo>
                    <a:pt x="1098" y="67"/>
                    <a:pt x="1098" y="67"/>
                    <a:pt x="1098" y="67"/>
                  </a:cubicBezTo>
                  <a:cubicBezTo>
                    <a:pt x="1098" y="65"/>
                    <a:pt x="1098" y="63"/>
                    <a:pt x="1097" y="62"/>
                  </a:cubicBezTo>
                  <a:cubicBezTo>
                    <a:pt x="1097" y="61"/>
                    <a:pt x="1096" y="61"/>
                    <a:pt x="1095" y="61"/>
                  </a:cubicBezTo>
                  <a:cubicBezTo>
                    <a:pt x="1095" y="61"/>
                    <a:pt x="1094" y="61"/>
                    <a:pt x="1093" y="60"/>
                  </a:cubicBezTo>
                  <a:cubicBezTo>
                    <a:pt x="1093" y="59"/>
                    <a:pt x="1092" y="57"/>
                    <a:pt x="1091" y="55"/>
                  </a:cubicBezTo>
                  <a:cubicBezTo>
                    <a:pt x="1091" y="53"/>
                    <a:pt x="1091" y="52"/>
                    <a:pt x="1090" y="51"/>
                  </a:cubicBezTo>
                  <a:cubicBezTo>
                    <a:pt x="1090" y="50"/>
                    <a:pt x="1089" y="48"/>
                    <a:pt x="1088" y="47"/>
                  </a:cubicBezTo>
                  <a:cubicBezTo>
                    <a:pt x="1087" y="45"/>
                    <a:pt x="1086" y="43"/>
                    <a:pt x="1086" y="41"/>
                  </a:cubicBezTo>
                  <a:cubicBezTo>
                    <a:pt x="1086" y="40"/>
                    <a:pt x="1086" y="39"/>
                    <a:pt x="1086" y="38"/>
                  </a:cubicBezTo>
                  <a:cubicBezTo>
                    <a:pt x="1086" y="37"/>
                    <a:pt x="1087" y="37"/>
                    <a:pt x="1086" y="36"/>
                  </a:cubicBezTo>
                  <a:cubicBezTo>
                    <a:pt x="1086" y="35"/>
                    <a:pt x="1085" y="34"/>
                    <a:pt x="1084" y="31"/>
                  </a:cubicBezTo>
                  <a:cubicBezTo>
                    <a:pt x="1083" y="31"/>
                    <a:pt x="1083" y="31"/>
                    <a:pt x="1083" y="31"/>
                  </a:cubicBezTo>
                  <a:cubicBezTo>
                    <a:pt x="1083" y="30"/>
                    <a:pt x="1082" y="29"/>
                    <a:pt x="1080" y="28"/>
                  </a:cubicBezTo>
                  <a:cubicBezTo>
                    <a:pt x="1079" y="27"/>
                    <a:pt x="1077" y="26"/>
                    <a:pt x="1077" y="23"/>
                  </a:cubicBezTo>
                  <a:cubicBezTo>
                    <a:pt x="1076" y="22"/>
                    <a:pt x="1077" y="21"/>
                    <a:pt x="1077" y="20"/>
                  </a:cubicBezTo>
                  <a:cubicBezTo>
                    <a:pt x="1077" y="20"/>
                    <a:pt x="1077" y="19"/>
                    <a:pt x="1077" y="19"/>
                  </a:cubicBezTo>
                  <a:cubicBezTo>
                    <a:pt x="1076" y="18"/>
                    <a:pt x="1072" y="15"/>
                    <a:pt x="1069" y="12"/>
                  </a:cubicBezTo>
                  <a:cubicBezTo>
                    <a:pt x="1069" y="12"/>
                    <a:pt x="1069" y="12"/>
                    <a:pt x="1069" y="12"/>
                  </a:cubicBezTo>
                  <a:cubicBezTo>
                    <a:pt x="1067" y="11"/>
                    <a:pt x="1065" y="10"/>
                    <a:pt x="1064" y="9"/>
                  </a:cubicBezTo>
                  <a:cubicBezTo>
                    <a:pt x="1062" y="9"/>
                    <a:pt x="1061" y="9"/>
                    <a:pt x="1057" y="9"/>
                  </a:cubicBezTo>
                  <a:cubicBezTo>
                    <a:pt x="1056" y="9"/>
                    <a:pt x="1055" y="9"/>
                    <a:pt x="1054" y="9"/>
                  </a:cubicBezTo>
                  <a:cubicBezTo>
                    <a:pt x="1048" y="9"/>
                    <a:pt x="1047" y="9"/>
                    <a:pt x="1046" y="8"/>
                  </a:cubicBezTo>
                  <a:cubicBezTo>
                    <a:pt x="1046" y="8"/>
                    <a:pt x="1045" y="7"/>
                    <a:pt x="1045" y="7"/>
                  </a:cubicBezTo>
                  <a:cubicBezTo>
                    <a:pt x="1043" y="6"/>
                    <a:pt x="1042" y="5"/>
                    <a:pt x="1040" y="5"/>
                  </a:cubicBezTo>
                  <a:cubicBezTo>
                    <a:pt x="1038" y="4"/>
                    <a:pt x="1036" y="3"/>
                    <a:pt x="1034" y="2"/>
                  </a:cubicBezTo>
                  <a:cubicBezTo>
                    <a:pt x="1032" y="1"/>
                    <a:pt x="1031" y="0"/>
                    <a:pt x="1029" y="0"/>
                  </a:cubicBezTo>
                  <a:cubicBezTo>
                    <a:pt x="1028" y="0"/>
                    <a:pt x="1026" y="0"/>
                    <a:pt x="1025" y="0"/>
                  </a:cubicBezTo>
                  <a:cubicBezTo>
                    <a:pt x="1023" y="0"/>
                    <a:pt x="1015" y="1"/>
                    <a:pt x="1008" y="1"/>
                  </a:cubicBezTo>
                  <a:cubicBezTo>
                    <a:pt x="1004" y="2"/>
                    <a:pt x="1001" y="3"/>
                    <a:pt x="999" y="3"/>
                  </a:cubicBezTo>
                  <a:cubicBezTo>
                    <a:pt x="999" y="3"/>
                    <a:pt x="999" y="3"/>
                    <a:pt x="999" y="3"/>
                  </a:cubicBezTo>
                  <a:cubicBezTo>
                    <a:pt x="994" y="4"/>
                    <a:pt x="984" y="7"/>
                    <a:pt x="979" y="7"/>
                  </a:cubicBezTo>
                  <a:cubicBezTo>
                    <a:pt x="977" y="6"/>
                    <a:pt x="976" y="7"/>
                    <a:pt x="975" y="7"/>
                  </a:cubicBezTo>
                  <a:cubicBezTo>
                    <a:pt x="973" y="8"/>
                    <a:pt x="972" y="8"/>
                    <a:pt x="971" y="9"/>
                  </a:cubicBezTo>
                  <a:cubicBezTo>
                    <a:pt x="970" y="10"/>
                    <a:pt x="965" y="13"/>
                    <a:pt x="962" y="16"/>
                  </a:cubicBezTo>
                  <a:cubicBezTo>
                    <a:pt x="959" y="18"/>
                    <a:pt x="957" y="20"/>
                    <a:pt x="957" y="21"/>
                  </a:cubicBezTo>
                  <a:cubicBezTo>
                    <a:pt x="957" y="22"/>
                    <a:pt x="957" y="22"/>
                    <a:pt x="958" y="23"/>
                  </a:cubicBezTo>
                  <a:cubicBezTo>
                    <a:pt x="958" y="23"/>
                    <a:pt x="959" y="23"/>
                    <a:pt x="959" y="24"/>
                  </a:cubicBezTo>
                  <a:cubicBezTo>
                    <a:pt x="959" y="24"/>
                    <a:pt x="960" y="24"/>
                    <a:pt x="960" y="24"/>
                  </a:cubicBezTo>
                  <a:cubicBezTo>
                    <a:pt x="961" y="24"/>
                    <a:pt x="963" y="24"/>
                    <a:pt x="964" y="23"/>
                  </a:cubicBezTo>
                  <a:cubicBezTo>
                    <a:pt x="964" y="23"/>
                    <a:pt x="964" y="23"/>
                    <a:pt x="964" y="23"/>
                  </a:cubicBezTo>
                  <a:cubicBezTo>
                    <a:pt x="966" y="23"/>
                    <a:pt x="967" y="23"/>
                    <a:pt x="968" y="24"/>
                  </a:cubicBezTo>
                  <a:cubicBezTo>
                    <a:pt x="969" y="25"/>
                    <a:pt x="970" y="26"/>
                    <a:pt x="970" y="27"/>
                  </a:cubicBezTo>
                  <a:cubicBezTo>
                    <a:pt x="970" y="27"/>
                    <a:pt x="970" y="27"/>
                    <a:pt x="970" y="27"/>
                  </a:cubicBezTo>
                  <a:cubicBezTo>
                    <a:pt x="970" y="27"/>
                    <a:pt x="970" y="27"/>
                    <a:pt x="970" y="27"/>
                  </a:cubicBezTo>
                  <a:cubicBezTo>
                    <a:pt x="970" y="27"/>
                    <a:pt x="970" y="27"/>
                    <a:pt x="970" y="27"/>
                  </a:cubicBezTo>
                  <a:cubicBezTo>
                    <a:pt x="970" y="28"/>
                    <a:pt x="970" y="29"/>
                    <a:pt x="970" y="30"/>
                  </a:cubicBezTo>
                  <a:cubicBezTo>
                    <a:pt x="970" y="31"/>
                    <a:pt x="970" y="32"/>
                    <a:pt x="970" y="33"/>
                  </a:cubicBezTo>
                  <a:cubicBezTo>
                    <a:pt x="970" y="34"/>
                    <a:pt x="970" y="35"/>
                    <a:pt x="970" y="35"/>
                  </a:cubicBezTo>
                  <a:cubicBezTo>
                    <a:pt x="971" y="36"/>
                    <a:pt x="971" y="37"/>
                    <a:pt x="970" y="39"/>
                  </a:cubicBezTo>
                  <a:cubicBezTo>
                    <a:pt x="970" y="40"/>
                    <a:pt x="966" y="44"/>
                    <a:pt x="963" y="48"/>
                  </a:cubicBezTo>
                  <a:cubicBezTo>
                    <a:pt x="961" y="50"/>
                    <a:pt x="959" y="51"/>
                    <a:pt x="958" y="53"/>
                  </a:cubicBezTo>
                  <a:cubicBezTo>
                    <a:pt x="957" y="54"/>
                    <a:pt x="955" y="56"/>
                    <a:pt x="954" y="59"/>
                  </a:cubicBezTo>
                  <a:cubicBezTo>
                    <a:pt x="952" y="61"/>
                    <a:pt x="951" y="64"/>
                    <a:pt x="949" y="66"/>
                  </a:cubicBezTo>
                  <a:cubicBezTo>
                    <a:pt x="948" y="68"/>
                    <a:pt x="948" y="69"/>
                    <a:pt x="947" y="70"/>
                  </a:cubicBezTo>
                  <a:cubicBezTo>
                    <a:pt x="945" y="73"/>
                    <a:pt x="943" y="76"/>
                    <a:pt x="943" y="79"/>
                  </a:cubicBezTo>
                  <a:cubicBezTo>
                    <a:pt x="942" y="81"/>
                    <a:pt x="942" y="83"/>
                    <a:pt x="943" y="84"/>
                  </a:cubicBezTo>
                  <a:cubicBezTo>
                    <a:pt x="943" y="86"/>
                    <a:pt x="943" y="88"/>
                    <a:pt x="943" y="89"/>
                  </a:cubicBezTo>
                  <a:cubicBezTo>
                    <a:pt x="942" y="90"/>
                    <a:pt x="942" y="92"/>
                    <a:pt x="940" y="94"/>
                  </a:cubicBezTo>
                  <a:cubicBezTo>
                    <a:pt x="939" y="95"/>
                    <a:pt x="937" y="97"/>
                    <a:pt x="934" y="97"/>
                  </a:cubicBezTo>
                  <a:cubicBezTo>
                    <a:pt x="931" y="98"/>
                    <a:pt x="929" y="98"/>
                    <a:pt x="927" y="98"/>
                  </a:cubicBezTo>
                  <a:cubicBezTo>
                    <a:pt x="926" y="98"/>
                    <a:pt x="925" y="98"/>
                    <a:pt x="924" y="99"/>
                  </a:cubicBezTo>
                  <a:cubicBezTo>
                    <a:pt x="923" y="99"/>
                    <a:pt x="921" y="101"/>
                    <a:pt x="918" y="103"/>
                  </a:cubicBezTo>
                  <a:cubicBezTo>
                    <a:pt x="916" y="105"/>
                    <a:pt x="913" y="108"/>
                    <a:pt x="911" y="108"/>
                  </a:cubicBezTo>
                  <a:cubicBezTo>
                    <a:pt x="909" y="109"/>
                    <a:pt x="903" y="107"/>
                    <a:pt x="898" y="105"/>
                  </a:cubicBezTo>
                  <a:cubicBezTo>
                    <a:pt x="895" y="104"/>
                    <a:pt x="893" y="103"/>
                    <a:pt x="891" y="102"/>
                  </a:cubicBezTo>
                  <a:cubicBezTo>
                    <a:pt x="890" y="102"/>
                    <a:pt x="889" y="102"/>
                    <a:pt x="888" y="101"/>
                  </a:cubicBezTo>
                  <a:cubicBezTo>
                    <a:pt x="887" y="103"/>
                    <a:pt x="883" y="111"/>
                    <a:pt x="879" y="118"/>
                  </a:cubicBezTo>
                  <a:cubicBezTo>
                    <a:pt x="875" y="124"/>
                    <a:pt x="872" y="130"/>
                    <a:pt x="872" y="131"/>
                  </a:cubicBezTo>
                  <a:cubicBezTo>
                    <a:pt x="871" y="132"/>
                    <a:pt x="871" y="133"/>
                    <a:pt x="871" y="133"/>
                  </a:cubicBezTo>
                  <a:cubicBezTo>
                    <a:pt x="870" y="134"/>
                    <a:pt x="870" y="135"/>
                    <a:pt x="870" y="137"/>
                  </a:cubicBezTo>
                  <a:cubicBezTo>
                    <a:pt x="870" y="138"/>
                    <a:pt x="870" y="138"/>
                    <a:pt x="870" y="138"/>
                  </a:cubicBezTo>
                  <a:cubicBezTo>
                    <a:pt x="870" y="140"/>
                    <a:pt x="870" y="140"/>
                    <a:pt x="870" y="141"/>
                  </a:cubicBezTo>
                  <a:cubicBezTo>
                    <a:pt x="869" y="142"/>
                    <a:pt x="869" y="142"/>
                    <a:pt x="868" y="143"/>
                  </a:cubicBezTo>
                  <a:cubicBezTo>
                    <a:pt x="868" y="144"/>
                    <a:pt x="868" y="144"/>
                    <a:pt x="868" y="144"/>
                  </a:cubicBezTo>
                  <a:cubicBezTo>
                    <a:pt x="867" y="145"/>
                    <a:pt x="866" y="146"/>
                    <a:pt x="866" y="146"/>
                  </a:cubicBezTo>
                  <a:cubicBezTo>
                    <a:pt x="866" y="146"/>
                    <a:pt x="866" y="146"/>
                    <a:pt x="866" y="146"/>
                  </a:cubicBezTo>
                  <a:cubicBezTo>
                    <a:pt x="865" y="147"/>
                    <a:pt x="865" y="148"/>
                    <a:pt x="865" y="149"/>
                  </a:cubicBezTo>
                  <a:cubicBezTo>
                    <a:pt x="866" y="149"/>
                    <a:pt x="866" y="150"/>
                    <a:pt x="866" y="150"/>
                  </a:cubicBezTo>
                  <a:cubicBezTo>
                    <a:pt x="867" y="152"/>
                    <a:pt x="868" y="155"/>
                    <a:pt x="870" y="155"/>
                  </a:cubicBezTo>
                  <a:cubicBezTo>
                    <a:pt x="871" y="156"/>
                    <a:pt x="873" y="155"/>
                    <a:pt x="875" y="154"/>
                  </a:cubicBezTo>
                  <a:cubicBezTo>
                    <a:pt x="877" y="153"/>
                    <a:pt x="878" y="153"/>
                    <a:pt x="879" y="153"/>
                  </a:cubicBezTo>
                  <a:cubicBezTo>
                    <a:pt x="881" y="153"/>
                    <a:pt x="882" y="152"/>
                    <a:pt x="884" y="152"/>
                  </a:cubicBezTo>
                  <a:cubicBezTo>
                    <a:pt x="885" y="152"/>
                    <a:pt x="887" y="152"/>
                    <a:pt x="889" y="152"/>
                  </a:cubicBezTo>
                  <a:cubicBezTo>
                    <a:pt x="891" y="152"/>
                    <a:pt x="893" y="153"/>
                    <a:pt x="896" y="155"/>
                  </a:cubicBezTo>
                  <a:cubicBezTo>
                    <a:pt x="897" y="156"/>
                    <a:pt x="899" y="157"/>
                    <a:pt x="900" y="157"/>
                  </a:cubicBezTo>
                  <a:cubicBezTo>
                    <a:pt x="901" y="157"/>
                    <a:pt x="901" y="156"/>
                    <a:pt x="902" y="155"/>
                  </a:cubicBezTo>
                  <a:cubicBezTo>
                    <a:pt x="903" y="154"/>
                    <a:pt x="904" y="152"/>
                    <a:pt x="907" y="150"/>
                  </a:cubicBezTo>
                  <a:cubicBezTo>
                    <a:pt x="910" y="149"/>
                    <a:pt x="913" y="149"/>
                    <a:pt x="916" y="148"/>
                  </a:cubicBezTo>
                  <a:cubicBezTo>
                    <a:pt x="920" y="148"/>
                    <a:pt x="923" y="148"/>
                    <a:pt x="926" y="149"/>
                  </a:cubicBezTo>
                  <a:cubicBezTo>
                    <a:pt x="928" y="150"/>
                    <a:pt x="933" y="153"/>
                    <a:pt x="937" y="157"/>
                  </a:cubicBezTo>
                  <a:cubicBezTo>
                    <a:pt x="943" y="163"/>
                    <a:pt x="950" y="170"/>
                    <a:pt x="952" y="173"/>
                  </a:cubicBezTo>
                  <a:cubicBezTo>
                    <a:pt x="954" y="175"/>
                    <a:pt x="955" y="177"/>
                    <a:pt x="955" y="179"/>
                  </a:cubicBezTo>
                  <a:cubicBezTo>
                    <a:pt x="956" y="181"/>
                    <a:pt x="955" y="183"/>
                    <a:pt x="952" y="184"/>
                  </a:cubicBezTo>
                  <a:cubicBezTo>
                    <a:pt x="950" y="185"/>
                    <a:pt x="942" y="185"/>
                    <a:pt x="934" y="184"/>
                  </a:cubicBezTo>
                  <a:cubicBezTo>
                    <a:pt x="930" y="184"/>
                    <a:pt x="926" y="184"/>
                    <a:pt x="924" y="184"/>
                  </a:cubicBezTo>
                  <a:cubicBezTo>
                    <a:pt x="921" y="185"/>
                    <a:pt x="915" y="187"/>
                    <a:pt x="911" y="189"/>
                  </a:cubicBezTo>
                  <a:cubicBezTo>
                    <a:pt x="907" y="190"/>
                    <a:pt x="904" y="192"/>
                    <a:pt x="903" y="192"/>
                  </a:cubicBezTo>
                  <a:cubicBezTo>
                    <a:pt x="900" y="192"/>
                    <a:pt x="892" y="192"/>
                    <a:pt x="889" y="192"/>
                  </a:cubicBezTo>
                  <a:cubicBezTo>
                    <a:pt x="888" y="192"/>
                    <a:pt x="888" y="192"/>
                    <a:pt x="888" y="192"/>
                  </a:cubicBezTo>
                  <a:cubicBezTo>
                    <a:pt x="888" y="192"/>
                    <a:pt x="886" y="194"/>
                    <a:pt x="884" y="195"/>
                  </a:cubicBezTo>
                  <a:cubicBezTo>
                    <a:pt x="882" y="197"/>
                    <a:pt x="880" y="199"/>
                    <a:pt x="879" y="201"/>
                  </a:cubicBezTo>
                  <a:cubicBezTo>
                    <a:pt x="879" y="202"/>
                    <a:pt x="879" y="203"/>
                    <a:pt x="879" y="204"/>
                  </a:cubicBezTo>
                  <a:cubicBezTo>
                    <a:pt x="879" y="206"/>
                    <a:pt x="879" y="207"/>
                    <a:pt x="877" y="208"/>
                  </a:cubicBezTo>
                  <a:cubicBezTo>
                    <a:pt x="876" y="209"/>
                    <a:pt x="874" y="211"/>
                    <a:pt x="872" y="212"/>
                  </a:cubicBezTo>
                  <a:cubicBezTo>
                    <a:pt x="872" y="212"/>
                    <a:pt x="872" y="212"/>
                    <a:pt x="872" y="212"/>
                  </a:cubicBezTo>
                  <a:cubicBezTo>
                    <a:pt x="871" y="213"/>
                    <a:pt x="869" y="214"/>
                    <a:pt x="868" y="215"/>
                  </a:cubicBezTo>
                  <a:cubicBezTo>
                    <a:pt x="866" y="216"/>
                    <a:pt x="859" y="216"/>
                    <a:pt x="854" y="216"/>
                  </a:cubicBezTo>
                  <a:cubicBezTo>
                    <a:pt x="851" y="216"/>
                    <a:pt x="848" y="216"/>
                    <a:pt x="847" y="216"/>
                  </a:cubicBezTo>
                  <a:cubicBezTo>
                    <a:pt x="844" y="217"/>
                    <a:pt x="832" y="227"/>
                    <a:pt x="828" y="230"/>
                  </a:cubicBezTo>
                  <a:cubicBezTo>
                    <a:pt x="827" y="231"/>
                    <a:pt x="827" y="231"/>
                    <a:pt x="827" y="231"/>
                  </a:cubicBezTo>
                  <a:cubicBezTo>
                    <a:pt x="827" y="231"/>
                    <a:pt x="827" y="231"/>
                    <a:pt x="827" y="231"/>
                  </a:cubicBezTo>
                  <a:cubicBezTo>
                    <a:pt x="825" y="232"/>
                    <a:pt x="824" y="233"/>
                    <a:pt x="822" y="233"/>
                  </a:cubicBezTo>
                  <a:cubicBezTo>
                    <a:pt x="820" y="234"/>
                    <a:pt x="818" y="234"/>
                    <a:pt x="816" y="234"/>
                  </a:cubicBezTo>
                  <a:cubicBezTo>
                    <a:pt x="815" y="233"/>
                    <a:pt x="812" y="232"/>
                    <a:pt x="809" y="231"/>
                  </a:cubicBezTo>
                  <a:cubicBezTo>
                    <a:pt x="806" y="230"/>
                    <a:pt x="803" y="228"/>
                    <a:pt x="801" y="227"/>
                  </a:cubicBezTo>
                  <a:cubicBezTo>
                    <a:pt x="798" y="226"/>
                    <a:pt x="796" y="225"/>
                    <a:pt x="794" y="225"/>
                  </a:cubicBezTo>
                  <a:cubicBezTo>
                    <a:pt x="792" y="225"/>
                    <a:pt x="790" y="226"/>
                    <a:pt x="789" y="226"/>
                  </a:cubicBezTo>
                  <a:cubicBezTo>
                    <a:pt x="788" y="227"/>
                    <a:pt x="785" y="231"/>
                    <a:pt x="783" y="234"/>
                  </a:cubicBezTo>
                  <a:cubicBezTo>
                    <a:pt x="781" y="237"/>
                    <a:pt x="780" y="240"/>
                    <a:pt x="780" y="241"/>
                  </a:cubicBezTo>
                  <a:cubicBezTo>
                    <a:pt x="780" y="242"/>
                    <a:pt x="782" y="245"/>
                    <a:pt x="785" y="249"/>
                  </a:cubicBezTo>
                  <a:cubicBezTo>
                    <a:pt x="787" y="252"/>
                    <a:pt x="789" y="255"/>
                    <a:pt x="789" y="256"/>
                  </a:cubicBezTo>
                  <a:cubicBezTo>
                    <a:pt x="789" y="257"/>
                    <a:pt x="789" y="259"/>
                    <a:pt x="787" y="260"/>
                  </a:cubicBezTo>
                  <a:cubicBezTo>
                    <a:pt x="786" y="261"/>
                    <a:pt x="785" y="262"/>
                    <a:pt x="783" y="263"/>
                  </a:cubicBezTo>
                  <a:cubicBezTo>
                    <a:pt x="783" y="263"/>
                    <a:pt x="782" y="263"/>
                    <a:pt x="781" y="264"/>
                  </a:cubicBezTo>
                  <a:cubicBezTo>
                    <a:pt x="777" y="266"/>
                    <a:pt x="769" y="271"/>
                    <a:pt x="765" y="274"/>
                  </a:cubicBezTo>
                  <a:cubicBezTo>
                    <a:pt x="763" y="277"/>
                    <a:pt x="762" y="278"/>
                    <a:pt x="761" y="279"/>
                  </a:cubicBezTo>
                  <a:cubicBezTo>
                    <a:pt x="760" y="280"/>
                    <a:pt x="759" y="281"/>
                    <a:pt x="758" y="282"/>
                  </a:cubicBezTo>
                  <a:cubicBezTo>
                    <a:pt x="757" y="284"/>
                    <a:pt x="752" y="286"/>
                    <a:pt x="748" y="288"/>
                  </a:cubicBezTo>
                  <a:cubicBezTo>
                    <a:pt x="744" y="290"/>
                    <a:pt x="739" y="291"/>
                    <a:pt x="737" y="291"/>
                  </a:cubicBezTo>
                  <a:cubicBezTo>
                    <a:pt x="735" y="291"/>
                    <a:pt x="731" y="292"/>
                    <a:pt x="726" y="292"/>
                  </a:cubicBezTo>
                  <a:cubicBezTo>
                    <a:pt x="717" y="292"/>
                    <a:pt x="706" y="292"/>
                    <a:pt x="703" y="293"/>
                  </a:cubicBezTo>
                  <a:cubicBezTo>
                    <a:pt x="701" y="293"/>
                    <a:pt x="699" y="293"/>
                    <a:pt x="697" y="294"/>
                  </a:cubicBezTo>
                  <a:cubicBezTo>
                    <a:pt x="691" y="294"/>
                    <a:pt x="682" y="295"/>
                    <a:pt x="675" y="299"/>
                  </a:cubicBezTo>
                  <a:cubicBezTo>
                    <a:pt x="670" y="302"/>
                    <a:pt x="664" y="304"/>
                    <a:pt x="659" y="307"/>
                  </a:cubicBezTo>
                  <a:cubicBezTo>
                    <a:pt x="655" y="308"/>
                    <a:pt x="651" y="310"/>
                    <a:pt x="649" y="311"/>
                  </a:cubicBezTo>
                  <a:cubicBezTo>
                    <a:pt x="645" y="314"/>
                    <a:pt x="640" y="312"/>
                    <a:pt x="637" y="311"/>
                  </a:cubicBezTo>
                  <a:cubicBezTo>
                    <a:pt x="637" y="311"/>
                    <a:pt x="637" y="311"/>
                    <a:pt x="637" y="311"/>
                  </a:cubicBezTo>
                  <a:cubicBezTo>
                    <a:pt x="637" y="311"/>
                    <a:pt x="637" y="311"/>
                    <a:pt x="637" y="311"/>
                  </a:cubicBezTo>
                  <a:cubicBezTo>
                    <a:pt x="635" y="311"/>
                    <a:pt x="635" y="310"/>
                    <a:pt x="634" y="309"/>
                  </a:cubicBezTo>
                  <a:cubicBezTo>
                    <a:pt x="633" y="308"/>
                    <a:pt x="632" y="308"/>
                    <a:pt x="630" y="308"/>
                  </a:cubicBezTo>
                  <a:cubicBezTo>
                    <a:pt x="629" y="308"/>
                    <a:pt x="627" y="308"/>
                    <a:pt x="626" y="308"/>
                  </a:cubicBezTo>
                  <a:cubicBezTo>
                    <a:pt x="626" y="308"/>
                    <a:pt x="626" y="308"/>
                    <a:pt x="626" y="308"/>
                  </a:cubicBezTo>
                  <a:cubicBezTo>
                    <a:pt x="624" y="309"/>
                    <a:pt x="623" y="309"/>
                    <a:pt x="619" y="309"/>
                  </a:cubicBezTo>
                  <a:cubicBezTo>
                    <a:pt x="617" y="308"/>
                    <a:pt x="613" y="307"/>
                    <a:pt x="607" y="305"/>
                  </a:cubicBezTo>
                  <a:cubicBezTo>
                    <a:pt x="600" y="303"/>
                    <a:pt x="591" y="300"/>
                    <a:pt x="589" y="300"/>
                  </a:cubicBezTo>
                  <a:cubicBezTo>
                    <a:pt x="586" y="299"/>
                    <a:pt x="585" y="298"/>
                    <a:pt x="584" y="296"/>
                  </a:cubicBezTo>
                  <a:cubicBezTo>
                    <a:pt x="584" y="296"/>
                    <a:pt x="584" y="296"/>
                    <a:pt x="584" y="296"/>
                  </a:cubicBezTo>
                  <a:cubicBezTo>
                    <a:pt x="582" y="294"/>
                    <a:pt x="581" y="293"/>
                    <a:pt x="580" y="293"/>
                  </a:cubicBezTo>
                  <a:cubicBezTo>
                    <a:pt x="578" y="292"/>
                    <a:pt x="574" y="292"/>
                    <a:pt x="568" y="290"/>
                  </a:cubicBezTo>
                  <a:cubicBezTo>
                    <a:pt x="558" y="289"/>
                    <a:pt x="545" y="286"/>
                    <a:pt x="543" y="287"/>
                  </a:cubicBezTo>
                  <a:cubicBezTo>
                    <a:pt x="541" y="287"/>
                    <a:pt x="540" y="287"/>
                    <a:pt x="539" y="288"/>
                  </a:cubicBezTo>
                  <a:cubicBezTo>
                    <a:pt x="537" y="289"/>
                    <a:pt x="535" y="289"/>
                    <a:pt x="533" y="289"/>
                  </a:cubicBezTo>
                  <a:cubicBezTo>
                    <a:pt x="531" y="289"/>
                    <a:pt x="527" y="289"/>
                    <a:pt x="522" y="288"/>
                  </a:cubicBezTo>
                  <a:cubicBezTo>
                    <a:pt x="517" y="288"/>
                    <a:pt x="511" y="287"/>
                    <a:pt x="507" y="286"/>
                  </a:cubicBezTo>
                  <a:cubicBezTo>
                    <a:pt x="504" y="286"/>
                    <a:pt x="501" y="285"/>
                    <a:pt x="499" y="285"/>
                  </a:cubicBezTo>
                  <a:cubicBezTo>
                    <a:pt x="495" y="284"/>
                    <a:pt x="492" y="283"/>
                    <a:pt x="486" y="283"/>
                  </a:cubicBezTo>
                  <a:cubicBezTo>
                    <a:pt x="482" y="283"/>
                    <a:pt x="479" y="284"/>
                    <a:pt x="477" y="284"/>
                  </a:cubicBezTo>
                  <a:cubicBezTo>
                    <a:pt x="474" y="285"/>
                    <a:pt x="472" y="286"/>
                    <a:pt x="470" y="285"/>
                  </a:cubicBezTo>
                  <a:cubicBezTo>
                    <a:pt x="466" y="284"/>
                    <a:pt x="465" y="282"/>
                    <a:pt x="464" y="280"/>
                  </a:cubicBezTo>
                  <a:cubicBezTo>
                    <a:pt x="463" y="279"/>
                    <a:pt x="463" y="278"/>
                    <a:pt x="462" y="277"/>
                  </a:cubicBezTo>
                  <a:cubicBezTo>
                    <a:pt x="461" y="276"/>
                    <a:pt x="460" y="275"/>
                    <a:pt x="459" y="274"/>
                  </a:cubicBezTo>
                  <a:cubicBezTo>
                    <a:pt x="458" y="273"/>
                    <a:pt x="457" y="272"/>
                    <a:pt x="456" y="270"/>
                  </a:cubicBezTo>
                  <a:cubicBezTo>
                    <a:pt x="455" y="268"/>
                    <a:pt x="455" y="266"/>
                    <a:pt x="454" y="264"/>
                  </a:cubicBezTo>
                  <a:cubicBezTo>
                    <a:pt x="453" y="262"/>
                    <a:pt x="453" y="260"/>
                    <a:pt x="452" y="259"/>
                  </a:cubicBezTo>
                  <a:cubicBezTo>
                    <a:pt x="452" y="256"/>
                    <a:pt x="451" y="256"/>
                    <a:pt x="450" y="255"/>
                  </a:cubicBezTo>
                  <a:cubicBezTo>
                    <a:pt x="449" y="255"/>
                    <a:pt x="449" y="254"/>
                    <a:pt x="448" y="253"/>
                  </a:cubicBezTo>
                  <a:cubicBezTo>
                    <a:pt x="447" y="252"/>
                    <a:pt x="446" y="250"/>
                    <a:pt x="446" y="249"/>
                  </a:cubicBezTo>
                  <a:cubicBezTo>
                    <a:pt x="446" y="248"/>
                    <a:pt x="446" y="248"/>
                    <a:pt x="446" y="247"/>
                  </a:cubicBezTo>
                  <a:cubicBezTo>
                    <a:pt x="445" y="246"/>
                    <a:pt x="445" y="246"/>
                    <a:pt x="444" y="246"/>
                  </a:cubicBezTo>
                  <a:cubicBezTo>
                    <a:pt x="442" y="247"/>
                    <a:pt x="440" y="247"/>
                    <a:pt x="437" y="246"/>
                  </a:cubicBezTo>
                  <a:cubicBezTo>
                    <a:pt x="434" y="245"/>
                    <a:pt x="433" y="244"/>
                    <a:pt x="431" y="242"/>
                  </a:cubicBezTo>
                  <a:cubicBezTo>
                    <a:pt x="429" y="241"/>
                    <a:pt x="427" y="239"/>
                    <a:pt x="424" y="237"/>
                  </a:cubicBezTo>
                  <a:cubicBezTo>
                    <a:pt x="421" y="236"/>
                    <a:pt x="420" y="234"/>
                    <a:pt x="419" y="233"/>
                  </a:cubicBezTo>
                  <a:cubicBezTo>
                    <a:pt x="416" y="231"/>
                    <a:pt x="414" y="229"/>
                    <a:pt x="407" y="228"/>
                  </a:cubicBezTo>
                  <a:cubicBezTo>
                    <a:pt x="400" y="227"/>
                    <a:pt x="395" y="226"/>
                    <a:pt x="389" y="226"/>
                  </a:cubicBezTo>
                  <a:cubicBezTo>
                    <a:pt x="384" y="226"/>
                    <a:pt x="379" y="226"/>
                    <a:pt x="375" y="225"/>
                  </a:cubicBezTo>
                  <a:cubicBezTo>
                    <a:pt x="370" y="225"/>
                    <a:pt x="366" y="225"/>
                    <a:pt x="363" y="224"/>
                  </a:cubicBezTo>
                  <a:cubicBezTo>
                    <a:pt x="360" y="224"/>
                    <a:pt x="357" y="223"/>
                    <a:pt x="356" y="222"/>
                  </a:cubicBezTo>
                  <a:cubicBezTo>
                    <a:pt x="356" y="222"/>
                    <a:pt x="355" y="221"/>
                    <a:pt x="355" y="221"/>
                  </a:cubicBezTo>
                  <a:cubicBezTo>
                    <a:pt x="353" y="219"/>
                    <a:pt x="350" y="217"/>
                    <a:pt x="350" y="214"/>
                  </a:cubicBezTo>
                  <a:cubicBezTo>
                    <a:pt x="350" y="212"/>
                    <a:pt x="350" y="210"/>
                    <a:pt x="351" y="209"/>
                  </a:cubicBezTo>
                  <a:cubicBezTo>
                    <a:pt x="351" y="208"/>
                    <a:pt x="352" y="206"/>
                    <a:pt x="353" y="205"/>
                  </a:cubicBezTo>
                  <a:cubicBezTo>
                    <a:pt x="354" y="203"/>
                    <a:pt x="355" y="202"/>
                    <a:pt x="356" y="201"/>
                  </a:cubicBezTo>
                  <a:cubicBezTo>
                    <a:pt x="356" y="200"/>
                    <a:pt x="356" y="199"/>
                    <a:pt x="356" y="198"/>
                  </a:cubicBezTo>
                  <a:cubicBezTo>
                    <a:pt x="356" y="198"/>
                    <a:pt x="356" y="197"/>
                    <a:pt x="356" y="196"/>
                  </a:cubicBezTo>
                  <a:cubicBezTo>
                    <a:pt x="355" y="195"/>
                    <a:pt x="355" y="193"/>
                    <a:pt x="356" y="191"/>
                  </a:cubicBezTo>
                  <a:cubicBezTo>
                    <a:pt x="356" y="189"/>
                    <a:pt x="357" y="187"/>
                    <a:pt x="356" y="185"/>
                  </a:cubicBezTo>
                  <a:cubicBezTo>
                    <a:pt x="356" y="183"/>
                    <a:pt x="356" y="182"/>
                    <a:pt x="355" y="181"/>
                  </a:cubicBezTo>
                  <a:cubicBezTo>
                    <a:pt x="355" y="180"/>
                    <a:pt x="354" y="180"/>
                    <a:pt x="354" y="179"/>
                  </a:cubicBezTo>
                  <a:cubicBezTo>
                    <a:pt x="352" y="177"/>
                    <a:pt x="349" y="174"/>
                    <a:pt x="347" y="170"/>
                  </a:cubicBezTo>
                  <a:cubicBezTo>
                    <a:pt x="346" y="167"/>
                    <a:pt x="345" y="165"/>
                    <a:pt x="345" y="164"/>
                  </a:cubicBezTo>
                  <a:cubicBezTo>
                    <a:pt x="345" y="162"/>
                    <a:pt x="344" y="161"/>
                    <a:pt x="343" y="159"/>
                  </a:cubicBezTo>
                  <a:cubicBezTo>
                    <a:pt x="342" y="157"/>
                    <a:pt x="342" y="157"/>
                    <a:pt x="341" y="156"/>
                  </a:cubicBezTo>
                  <a:cubicBezTo>
                    <a:pt x="339" y="155"/>
                    <a:pt x="338" y="155"/>
                    <a:pt x="336" y="154"/>
                  </a:cubicBezTo>
                  <a:cubicBezTo>
                    <a:pt x="333" y="153"/>
                    <a:pt x="331" y="152"/>
                    <a:pt x="330" y="151"/>
                  </a:cubicBezTo>
                  <a:cubicBezTo>
                    <a:pt x="328" y="151"/>
                    <a:pt x="327" y="150"/>
                    <a:pt x="326" y="149"/>
                  </a:cubicBezTo>
                  <a:cubicBezTo>
                    <a:pt x="325" y="149"/>
                    <a:pt x="324" y="149"/>
                    <a:pt x="322" y="150"/>
                  </a:cubicBezTo>
                  <a:cubicBezTo>
                    <a:pt x="319" y="150"/>
                    <a:pt x="317" y="151"/>
                    <a:pt x="315" y="149"/>
                  </a:cubicBezTo>
                  <a:cubicBezTo>
                    <a:pt x="314" y="149"/>
                    <a:pt x="314" y="149"/>
                    <a:pt x="313" y="148"/>
                  </a:cubicBezTo>
                  <a:cubicBezTo>
                    <a:pt x="311" y="148"/>
                    <a:pt x="310" y="147"/>
                    <a:pt x="308" y="144"/>
                  </a:cubicBezTo>
                  <a:cubicBezTo>
                    <a:pt x="308" y="143"/>
                    <a:pt x="307" y="142"/>
                    <a:pt x="307" y="142"/>
                  </a:cubicBezTo>
                  <a:cubicBezTo>
                    <a:pt x="307" y="141"/>
                    <a:pt x="307" y="141"/>
                    <a:pt x="305" y="139"/>
                  </a:cubicBezTo>
                  <a:cubicBezTo>
                    <a:pt x="305" y="139"/>
                    <a:pt x="305" y="139"/>
                    <a:pt x="305" y="139"/>
                  </a:cubicBezTo>
                  <a:cubicBezTo>
                    <a:pt x="302" y="138"/>
                    <a:pt x="300" y="137"/>
                    <a:pt x="299" y="136"/>
                  </a:cubicBezTo>
                  <a:cubicBezTo>
                    <a:pt x="298" y="135"/>
                    <a:pt x="297" y="135"/>
                    <a:pt x="296" y="134"/>
                  </a:cubicBezTo>
                  <a:cubicBezTo>
                    <a:pt x="294" y="132"/>
                    <a:pt x="294" y="132"/>
                    <a:pt x="294" y="131"/>
                  </a:cubicBezTo>
                  <a:cubicBezTo>
                    <a:pt x="294" y="131"/>
                    <a:pt x="294" y="131"/>
                    <a:pt x="294" y="131"/>
                  </a:cubicBezTo>
                  <a:cubicBezTo>
                    <a:pt x="294" y="131"/>
                    <a:pt x="294" y="130"/>
                    <a:pt x="294" y="130"/>
                  </a:cubicBezTo>
                  <a:cubicBezTo>
                    <a:pt x="294" y="130"/>
                    <a:pt x="294" y="130"/>
                    <a:pt x="293" y="130"/>
                  </a:cubicBezTo>
                  <a:cubicBezTo>
                    <a:pt x="292" y="129"/>
                    <a:pt x="291" y="129"/>
                    <a:pt x="291" y="126"/>
                  </a:cubicBezTo>
                  <a:cubicBezTo>
                    <a:pt x="290" y="124"/>
                    <a:pt x="290" y="123"/>
                    <a:pt x="291" y="122"/>
                  </a:cubicBezTo>
                  <a:cubicBezTo>
                    <a:pt x="291" y="121"/>
                    <a:pt x="291" y="121"/>
                    <a:pt x="291" y="121"/>
                  </a:cubicBezTo>
                  <a:close/>
                </a:path>
              </a:pathLst>
            </a:custGeom>
            <a:solidFill>
              <a:schemeClr val="accent2"/>
            </a:solidFill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0B22E6E1-7C79-A534-7EBB-0C181DB07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5142" y="2801886"/>
              <a:ext cx="5642" cy="14104"/>
            </a:xfrm>
            <a:custGeom>
              <a:avLst/>
              <a:gdLst>
                <a:gd name="T0" fmla="*/ 1 w 5"/>
                <a:gd name="T1" fmla="*/ 3 h 12"/>
                <a:gd name="T2" fmla="*/ 2 w 5"/>
                <a:gd name="T3" fmla="*/ 7 h 12"/>
                <a:gd name="T4" fmla="*/ 5 w 5"/>
                <a:gd name="T5" fmla="*/ 9 h 12"/>
                <a:gd name="T6" fmla="*/ 1 w 5"/>
                <a:gd name="T7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2">
                  <a:moveTo>
                    <a:pt x="1" y="3"/>
                  </a:moveTo>
                  <a:cubicBezTo>
                    <a:pt x="1" y="5"/>
                    <a:pt x="0" y="5"/>
                    <a:pt x="2" y="7"/>
                  </a:cubicBezTo>
                  <a:cubicBezTo>
                    <a:pt x="3" y="10"/>
                    <a:pt x="5" y="12"/>
                    <a:pt x="5" y="9"/>
                  </a:cubicBezTo>
                  <a:cubicBezTo>
                    <a:pt x="5" y="5"/>
                    <a:pt x="3" y="0"/>
                    <a:pt x="1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DDFC3CAD-FA21-60E5-508B-18FD598E9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4114" y="2711621"/>
              <a:ext cx="118473" cy="91675"/>
            </a:xfrm>
            <a:custGeom>
              <a:avLst/>
              <a:gdLst>
                <a:gd name="T0" fmla="*/ 105 w 108"/>
                <a:gd name="T1" fmla="*/ 3 h 86"/>
                <a:gd name="T2" fmla="*/ 104 w 108"/>
                <a:gd name="T3" fmla="*/ 0 h 86"/>
                <a:gd name="T4" fmla="*/ 99 w 108"/>
                <a:gd name="T5" fmla="*/ 4 h 86"/>
                <a:gd name="T6" fmla="*/ 90 w 108"/>
                <a:gd name="T7" fmla="*/ 5 h 86"/>
                <a:gd name="T8" fmla="*/ 83 w 108"/>
                <a:gd name="T9" fmla="*/ 2 h 86"/>
                <a:gd name="T10" fmla="*/ 77 w 108"/>
                <a:gd name="T11" fmla="*/ 6 h 86"/>
                <a:gd name="T12" fmla="*/ 78 w 108"/>
                <a:gd name="T13" fmla="*/ 12 h 86"/>
                <a:gd name="T14" fmla="*/ 71 w 108"/>
                <a:gd name="T15" fmla="*/ 14 h 86"/>
                <a:gd name="T16" fmla="*/ 66 w 108"/>
                <a:gd name="T17" fmla="*/ 12 h 86"/>
                <a:gd name="T18" fmla="*/ 57 w 108"/>
                <a:gd name="T19" fmla="*/ 10 h 86"/>
                <a:gd name="T20" fmla="*/ 48 w 108"/>
                <a:gd name="T21" fmla="*/ 6 h 86"/>
                <a:gd name="T22" fmla="*/ 28 w 108"/>
                <a:gd name="T23" fmla="*/ 5 h 86"/>
                <a:gd name="T24" fmla="*/ 12 w 108"/>
                <a:gd name="T25" fmla="*/ 11 h 86"/>
                <a:gd name="T26" fmla="*/ 5 w 108"/>
                <a:gd name="T27" fmla="*/ 20 h 86"/>
                <a:gd name="T28" fmla="*/ 0 w 108"/>
                <a:gd name="T29" fmla="*/ 26 h 86"/>
                <a:gd name="T30" fmla="*/ 4 w 108"/>
                <a:gd name="T31" fmla="*/ 32 h 86"/>
                <a:gd name="T32" fmla="*/ 4 w 108"/>
                <a:gd name="T33" fmla="*/ 40 h 86"/>
                <a:gd name="T34" fmla="*/ 9 w 108"/>
                <a:gd name="T35" fmla="*/ 46 h 86"/>
                <a:gd name="T36" fmla="*/ 9 w 108"/>
                <a:gd name="T37" fmla="*/ 52 h 86"/>
                <a:gd name="T38" fmla="*/ 10 w 108"/>
                <a:gd name="T39" fmla="*/ 55 h 86"/>
                <a:gd name="T40" fmla="*/ 14 w 108"/>
                <a:gd name="T41" fmla="*/ 65 h 86"/>
                <a:gd name="T42" fmla="*/ 15 w 108"/>
                <a:gd name="T43" fmla="*/ 76 h 86"/>
                <a:gd name="T44" fmla="*/ 24 w 108"/>
                <a:gd name="T45" fmla="*/ 72 h 86"/>
                <a:gd name="T46" fmla="*/ 25 w 108"/>
                <a:gd name="T47" fmla="*/ 81 h 86"/>
                <a:gd name="T48" fmla="*/ 32 w 108"/>
                <a:gd name="T49" fmla="*/ 83 h 86"/>
                <a:gd name="T50" fmla="*/ 43 w 108"/>
                <a:gd name="T51" fmla="*/ 86 h 86"/>
                <a:gd name="T52" fmla="*/ 56 w 108"/>
                <a:gd name="T53" fmla="*/ 80 h 86"/>
                <a:gd name="T54" fmla="*/ 67 w 108"/>
                <a:gd name="T55" fmla="*/ 75 h 86"/>
                <a:gd name="T56" fmla="*/ 72 w 108"/>
                <a:gd name="T57" fmla="*/ 70 h 86"/>
                <a:gd name="T58" fmla="*/ 71 w 108"/>
                <a:gd name="T59" fmla="*/ 65 h 86"/>
                <a:gd name="T60" fmla="*/ 76 w 108"/>
                <a:gd name="T61" fmla="*/ 59 h 86"/>
                <a:gd name="T62" fmla="*/ 82 w 108"/>
                <a:gd name="T63" fmla="*/ 59 h 86"/>
                <a:gd name="T64" fmla="*/ 88 w 108"/>
                <a:gd name="T65" fmla="*/ 52 h 86"/>
                <a:gd name="T66" fmla="*/ 101 w 108"/>
                <a:gd name="T67" fmla="*/ 42 h 86"/>
                <a:gd name="T68" fmla="*/ 106 w 108"/>
                <a:gd name="T69" fmla="*/ 25 h 86"/>
                <a:gd name="T70" fmla="*/ 103 w 108"/>
                <a:gd name="T71" fmla="*/ 1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8" h="86">
                  <a:moveTo>
                    <a:pt x="104" y="6"/>
                  </a:moveTo>
                  <a:cubicBezTo>
                    <a:pt x="105" y="5"/>
                    <a:pt x="105" y="4"/>
                    <a:pt x="105" y="3"/>
                  </a:cubicBezTo>
                  <a:cubicBezTo>
                    <a:pt x="105" y="3"/>
                    <a:pt x="105" y="2"/>
                    <a:pt x="104" y="1"/>
                  </a:cubicBezTo>
                  <a:cubicBezTo>
                    <a:pt x="104" y="1"/>
                    <a:pt x="104" y="1"/>
                    <a:pt x="104" y="0"/>
                  </a:cubicBezTo>
                  <a:cubicBezTo>
                    <a:pt x="102" y="2"/>
                    <a:pt x="101" y="3"/>
                    <a:pt x="99" y="4"/>
                  </a:cubicBezTo>
                  <a:cubicBezTo>
                    <a:pt x="99" y="4"/>
                    <a:pt x="99" y="4"/>
                    <a:pt x="99" y="4"/>
                  </a:cubicBezTo>
                  <a:cubicBezTo>
                    <a:pt x="98" y="5"/>
                    <a:pt x="96" y="6"/>
                    <a:pt x="95" y="6"/>
                  </a:cubicBezTo>
                  <a:cubicBezTo>
                    <a:pt x="93" y="6"/>
                    <a:pt x="91" y="6"/>
                    <a:pt x="90" y="5"/>
                  </a:cubicBezTo>
                  <a:cubicBezTo>
                    <a:pt x="89" y="5"/>
                    <a:pt x="88" y="4"/>
                    <a:pt x="88" y="4"/>
                  </a:cubicBezTo>
                  <a:cubicBezTo>
                    <a:pt x="86" y="3"/>
                    <a:pt x="85" y="2"/>
                    <a:pt x="83" y="2"/>
                  </a:cubicBezTo>
                  <a:cubicBezTo>
                    <a:pt x="82" y="2"/>
                    <a:pt x="80" y="3"/>
                    <a:pt x="79" y="4"/>
                  </a:cubicBezTo>
                  <a:cubicBezTo>
                    <a:pt x="78" y="5"/>
                    <a:pt x="77" y="6"/>
                    <a:pt x="77" y="6"/>
                  </a:cubicBezTo>
                  <a:cubicBezTo>
                    <a:pt x="76" y="7"/>
                    <a:pt x="77" y="8"/>
                    <a:pt x="77" y="9"/>
                  </a:cubicBezTo>
                  <a:cubicBezTo>
                    <a:pt x="78" y="9"/>
                    <a:pt x="78" y="10"/>
                    <a:pt x="78" y="12"/>
                  </a:cubicBezTo>
                  <a:cubicBezTo>
                    <a:pt x="78" y="14"/>
                    <a:pt x="78" y="14"/>
                    <a:pt x="76" y="15"/>
                  </a:cubicBezTo>
                  <a:cubicBezTo>
                    <a:pt x="75" y="15"/>
                    <a:pt x="74" y="15"/>
                    <a:pt x="71" y="14"/>
                  </a:cubicBezTo>
                  <a:cubicBezTo>
                    <a:pt x="69" y="13"/>
                    <a:pt x="68" y="13"/>
                    <a:pt x="67" y="13"/>
                  </a:cubicBezTo>
                  <a:cubicBezTo>
                    <a:pt x="67" y="12"/>
                    <a:pt x="67" y="12"/>
                    <a:pt x="66" y="12"/>
                  </a:cubicBezTo>
                  <a:cubicBezTo>
                    <a:pt x="64" y="12"/>
                    <a:pt x="63" y="11"/>
                    <a:pt x="62" y="11"/>
                  </a:cubicBezTo>
                  <a:cubicBezTo>
                    <a:pt x="60" y="11"/>
                    <a:pt x="59" y="10"/>
                    <a:pt x="57" y="10"/>
                  </a:cubicBezTo>
                  <a:cubicBezTo>
                    <a:pt x="55" y="9"/>
                    <a:pt x="55" y="8"/>
                    <a:pt x="54" y="8"/>
                  </a:cubicBezTo>
                  <a:cubicBezTo>
                    <a:pt x="53" y="7"/>
                    <a:pt x="51" y="6"/>
                    <a:pt x="48" y="6"/>
                  </a:cubicBezTo>
                  <a:cubicBezTo>
                    <a:pt x="45" y="6"/>
                    <a:pt x="42" y="6"/>
                    <a:pt x="39" y="6"/>
                  </a:cubicBezTo>
                  <a:cubicBezTo>
                    <a:pt x="36" y="6"/>
                    <a:pt x="32" y="5"/>
                    <a:pt x="28" y="5"/>
                  </a:cubicBezTo>
                  <a:cubicBezTo>
                    <a:pt x="24" y="5"/>
                    <a:pt x="22" y="6"/>
                    <a:pt x="19" y="7"/>
                  </a:cubicBezTo>
                  <a:cubicBezTo>
                    <a:pt x="17" y="7"/>
                    <a:pt x="15" y="9"/>
                    <a:pt x="12" y="11"/>
                  </a:cubicBezTo>
                  <a:cubicBezTo>
                    <a:pt x="9" y="13"/>
                    <a:pt x="8" y="15"/>
                    <a:pt x="7" y="16"/>
                  </a:cubicBezTo>
                  <a:cubicBezTo>
                    <a:pt x="7" y="18"/>
                    <a:pt x="6" y="19"/>
                    <a:pt x="5" y="20"/>
                  </a:cubicBezTo>
                  <a:cubicBezTo>
                    <a:pt x="4" y="21"/>
                    <a:pt x="3" y="22"/>
                    <a:pt x="2" y="23"/>
                  </a:cubicBezTo>
                  <a:cubicBezTo>
                    <a:pt x="1" y="24"/>
                    <a:pt x="1" y="25"/>
                    <a:pt x="0" y="26"/>
                  </a:cubicBezTo>
                  <a:cubicBezTo>
                    <a:pt x="0" y="27"/>
                    <a:pt x="1" y="27"/>
                    <a:pt x="1" y="28"/>
                  </a:cubicBezTo>
                  <a:cubicBezTo>
                    <a:pt x="2" y="29"/>
                    <a:pt x="3" y="30"/>
                    <a:pt x="4" y="32"/>
                  </a:cubicBezTo>
                  <a:cubicBezTo>
                    <a:pt x="5" y="34"/>
                    <a:pt x="5" y="35"/>
                    <a:pt x="4" y="36"/>
                  </a:cubicBezTo>
                  <a:cubicBezTo>
                    <a:pt x="4" y="37"/>
                    <a:pt x="4" y="38"/>
                    <a:pt x="4" y="40"/>
                  </a:cubicBezTo>
                  <a:cubicBezTo>
                    <a:pt x="5" y="42"/>
                    <a:pt x="6" y="43"/>
                    <a:pt x="6" y="44"/>
                  </a:cubicBezTo>
                  <a:cubicBezTo>
                    <a:pt x="7" y="44"/>
                    <a:pt x="8" y="45"/>
                    <a:pt x="9" y="46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9" y="47"/>
                    <a:pt x="9" y="49"/>
                    <a:pt x="9" y="52"/>
                  </a:cubicBezTo>
                  <a:cubicBezTo>
                    <a:pt x="9" y="53"/>
                    <a:pt x="9" y="54"/>
                    <a:pt x="9" y="54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13" y="57"/>
                    <a:pt x="11" y="57"/>
                    <a:pt x="12" y="59"/>
                  </a:cubicBezTo>
                  <a:cubicBezTo>
                    <a:pt x="14" y="61"/>
                    <a:pt x="15" y="62"/>
                    <a:pt x="14" y="65"/>
                  </a:cubicBezTo>
                  <a:cubicBezTo>
                    <a:pt x="14" y="69"/>
                    <a:pt x="12" y="68"/>
                    <a:pt x="14" y="70"/>
                  </a:cubicBezTo>
                  <a:cubicBezTo>
                    <a:pt x="16" y="72"/>
                    <a:pt x="14" y="73"/>
                    <a:pt x="15" y="76"/>
                  </a:cubicBezTo>
                  <a:cubicBezTo>
                    <a:pt x="16" y="78"/>
                    <a:pt x="18" y="77"/>
                    <a:pt x="20" y="76"/>
                  </a:cubicBezTo>
                  <a:cubicBezTo>
                    <a:pt x="22" y="75"/>
                    <a:pt x="22" y="72"/>
                    <a:pt x="24" y="72"/>
                  </a:cubicBezTo>
                  <a:cubicBezTo>
                    <a:pt x="25" y="72"/>
                    <a:pt x="25" y="75"/>
                    <a:pt x="26" y="77"/>
                  </a:cubicBezTo>
                  <a:cubicBezTo>
                    <a:pt x="26" y="79"/>
                    <a:pt x="25" y="80"/>
                    <a:pt x="25" y="81"/>
                  </a:cubicBezTo>
                  <a:cubicBezTo>
                    <a:pt x="24" y="82"/>
                    <a:pt x="23" y="84"/>
                    <a:pt x="26" y="84"/>
                  </a:cubicBezTo>
                  <a:cubicBezTo>
                    <a:pt x="28" y="83"/>
                    <a:pt x="30" y="83"/>
                    <a:pt x="32" y="83"/>
                  </a:cubicBezTo>
                  <a:cubicBezTo>
                    <a:pt x="34" y="84"/>
                    <a:pt x="36" y="84"/>
                    <a:pt x="39" y="84"/>
                  </a:cubicBezTo>
                  <a:cubicBezTo>
                    <a:pt x="42" y="85"/>
                    <a:pt x="42" y="85"/>
                    <a:pt x="43" y="86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6" y="85"/>
                    <a:pt x="51" y="82"/>
                    <a:pt x="56" y="80"/>
                  </a:cubicBezTo>
                  <a:cubicBezTo>
                    <a:pt x="60" y="77"/>
                    <a:pt x="63" y="75"/>
                    <a:pt x="65" y="75"/>
                  </a:cubicBezTo>
                  <a:cubicBezTo>
                    <a:pt x="65" y="75"/>
                    <a:pt x="66" y="75"/>
                    <a:pt x="67" y="75"/>
                  </a:cubicBezTo>
                  <a:cubicBezTo>
                    <a:pt x="69" y="75"/>
                    <a:pt x="72" y="75"/>
                    <a:pt x="72" y="73"/>
                  </a:cubicBezTo>
                  <a:cubicBezTo>
                    <a:pt x="73" y="72"/>
                    <a:pt x="72" y="71"/>
                    <a:pt x="72" y="70"/>
                  </a:cubicBezTo>
                  <a:cubicBezTo>
                    <a:pt x="72" y="70"/>
                    <a:pt x="72" y="70"/>
                    <a:pt x="72" y="70"/>
                  </a:cubicBezTo>
                  <a:cubicBezTo>
                    <a:pt x="71" y="69"/>
                    <a:pt x="71" y="68"/>
                    <a:pt x="71" y="65"/>
                  </a:cubicBezTo>
                  <a:cubicBezTo>
                    <a:pt x="70" y="63"/>
                    <a:pt x="71" y="61"/>
                    <a:pt x="71" y="60"/>
                  </a:cubicBezTo>
                  <a:cubicBezTo>
                    <a:pt x="72" y="59"/>
                    <a:pt x="74" y="59"/>
                    <a:pt x="76" y="59"/>
                  </a:cubicBezTo>
                  <a:cubicBezTo>
                    <a:pt x="77" y="59"/>
                    <a:pt x="78" y="59"/>
                    <a:pt x="79" y="59"/>
                  </a:cubicBezTo>
                  <a:cubicBezTo>
                    <a:pt x="80" y="60"/>
                    <a:pt x="81" y="60"/>
                    <a:pt x="82" y="59"/>
                  </a:cubicBezTo>
                  <a:cubicBezTo>
                    <a:pt x="82" y="58"/>
                    <a:pt x="82" y="58"/>
                    <a:pt x="82" y="58"/>
                  </a:cubicBezTo>
                  <a:cubicBezTo>
                    <a:pt x="83" y="55"/>
                    <a:pt x="84" y="53"/>
                    <a:pt x="88" y="52"/>
                  </a:cubicBezTo>
                  <a:cubicBezTo>
                    <a:pt x="88" y="52"/>
                    <a:pt x="89" y="51"/>
                    <a:pt x="90" y="51"/>
                  </a:cubicBezTo>
                  <a:cubicBezTo>
                    <a:pt x="93" y="50"/>
                    <a:pt x="97" y="49"/>
                    <a:pt x="101" y="42"/>
                  </a:cubicBezTo>
                  <a:cubicBezTo>
                    <a:pt x="101" y="41"/>
                    <a:pt x="102" y="40"/>
                    <a:pt x="102" y="40"/>
                  </a:cubicBezTo>
                  <a:cubicBezTo>
                    <a:pt x="106" y="33"/>
                    <a:pt x="108" y="29"/>
                    <a:pt x="106" y="25"/>
                  </a:cubicBezTo>
                  <a:cubicBezTo>
                    <a:pt x="106" y="25"/>
                    <a:pt x="106" y="25"/>
                    <a:pt x="106" y="25"/>
                  </a:cubicBezTo>
                  <a:cubicBezTo>
                    <a:pt x="104" y="20"/>
                    <a:pt x="101" y="13"/>
                    <a:pt x="103" y="10"/>
                  </a:cubicBezTo>
                  <a:cubicBezTo>
                    <a:pt x="103" y="8"/>
                    <a:pt x="104" y="7"/>
                    <a:pt x="104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E715D443-F0E8-29B1-6407-91296A1DF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075" y="2272991"/>
              <a:ext cx="93086" cy="95906"/>
            </a:xfrm>
            <a:custGeom>
              <a:avLst/>
              <a:gdLst>
                <a:gd name="T0" fmla="*/ 45 w 85"/>
                <a:gd name="T1" fmla="*/ 37 h 89"/>
                <a:gd name="T2" fmla="*/ 48 w 85"/>
                <a:gd name="T3" fmla="*/ 37 h 89"/>
                <a:gd name="T4" fmla="*/ 56 w 85"/>
                <a:gd name="T5" fmla="*/ 35 h 89"/>
                <a:gd name="T6" fmla="*/ 74 w 85"/>
                <a:gd name="T7" fmla="*/ 28 h 89"/>
                <a:gd name="T8" fmla="*/ 84 w 85"/>
                <a:gd name="T9" fmla="*/ 24 h 89"/>
                <a:gd name="T10" fmla="*/ 84 w 85"/>
                <a:gd name="T11" fmla="*/ 24 h 89"/>
                <a:gd name="T12" fmla="*/ 85 w 85"/>
                <a:gd name="T13" fmla="*/ 23 h 89"/>
                <a:gd name="T14" fmla="*/ 85 w 85"/>
                <a:gd name="T15" fmla="*/ 23 h 89"/>
                <a:gd name="T16" fmla="*/ 84 w 85"/>
                <a:gd name="T17" fmla="*/ 22 h 89"/>
                <a:gd name="T18" fmla="*/ 81 w 85"/>
                <a:gd name="T19" fmla="*/ 14 h 89"/>
                <a:gd name="T20" fmla="*/ 78 w 85"/>
                <a:gd name="T21" fmla="*/ 0 h 89"/>
                <a:gd name="T22" fmla="*/ 77 w 85"/>
                <a:gd name="T23" fmla="*/ 0 h 89"/>
                <a:gd name="T24" fmla="*/ 70 w 85"/>
                <a:gd name="T25" fmla="*/ 2 h 89"/>
                <a:gd name="T26" fmla="*/ 61 w 85"/>
                <a:gd name="T27" fmla="*/ 8 h 89"/>
                <a:gd name="T28" fmla="*/ 51 w 85"/>
                <a:gd name="T29" fmla="*/ 15 h 89"/>
                <a:gd name="T30" fmla="*/ 47 w 85"/>
                <a:gd name="T31" fmla="*/ 17 h 89"/>
                <a:gd name="T32" fmla="*/ 37 w 85"/>
                <a:gd name="T33" fmla="*/ 21 h 89"/>
                <a:gd name="T34" fmla="*/ 28 w 85"/>
                <a:gd name="T35" fmla="*/ 20 h 89"/>
                <a:gd name="T36" fmla="*/ 21 w 85"/>
                <a:gd name="T37" fmla="*/ 17 h 89"/>
                <a:gd name="T38" fmla="*/ 13 w 85"/>
                <a:gd name="T39" fmla="*/ 12 h 89"/>
                <a:gd name="T40" fmla="*/ 13 w 85"/>
                <a:gd name="T41" fmla="*/ 21 h 89"/>
                <a:gd name="T42" fmla="*/ 13 w 85"/>
                <a:gd name="T43" fmla="*/ 24 h 89"/>
                <a:gd name="T44" fmla="*/ 11 w 85"/>
                <a:gd name="T45" fmla="*/ 40 h 89"/>
                <a:gd name="T46" fmla="*/ 8 w 85"/>
                <a:gd name="T47" fmla="*/ 54 h 89"/>
                <a:gd name="T48" fmla="*/ 6 w 85"/>
                <a:gd name="T49" fmla="*/ 65 h 89"/>
                <a:gd name="T50" fmla="*/ 0 w 85"/>
                <a:gd name="T51" fmla="*/ 89 h 89"/>
                <a:gd name="T52" fmla="*/ 5 w 85"/>
                <a:gd name="T53" fmla="*/ 88 h 89"/>
                <a:gd name="T54" fmla="*/ 12 w 85"/>
                <a:gd name="T55" fmla="*/ 89 h 89"/>
                <a:gd name="T56" fmla="*/ 19 w 85"/>
                <a:gd name="T57" fmla="*/ 89 h 89"/>
                <a:gd name="T58" fmla="*/ 25 w 85"/>
                <a:gd name="T59" fmla="*/ 86 h 89"/>
                <a:gd name="T60" fmla="*/ 26 w 85"/>
                <a:gd name="T61" fmla="*/ 85 h 89"/>
                <a:gd name="T62" fmla="*/ 26 w 85"/>
                <a:gd name="T63" fmla="*/ 85 h 89"/>
                <a:gd name="T64" fmla="*/ 34 w 85"/>
                <a:gd name="T65" fmla="*/ 77 h 89"/>
                <a:gd name="T66" fmla="*/ 34 w 85"/>
                <a:gd name="T67" fmla="*/ 77 h 89"/>
                <a:gd name="T68" fmla="*/ 34 w 85"/>
                <a:gd name="T69" fmla="*/ 77 h 89"/>
                <a:gd name="T70" fmla="*/ 34 w 85"/>
                <a:gd name="T71" fmla="*/ 77 h 89"/>
                <a:gd name="T72" fmla="*/ 38 w 85"/>
                <a:gd name="T73" fmla="*/ 75 h 89"/>
                <a:gd name="T74" fmla="*/ 38 w 85"/>
                <a:gd name="T75" fmla="*/ 75 h 89"/>
                <a:gd name="T76" fmla="*/ 42 w 85"/>
                <a:gd name="T77" fmla="*/ 74 h 89"/>
                <a:gd name="T78" fmla="*/ 45 w 85"/>
                <a:gd name="T79" fmla="*/ 74 h 89"/>
                <a:gd name="T80" fmla="*/ 48 w 85"/>
                <a:gd name="T81" fmla="*/ 73 h 89"/>
                <a:gd name="T82" fmla="*/ 53 w 85"/>
                <a:gd name="T83" fmla="*/ 69 h 89"/>
                <a:gd name="T84" fmla="*/ 59 w 85"/>
                <a:gd name="T85" fmla="*/ 64 h 89"/>
                <a:gd name="T86" fmla="*/ 59 w 85"/>
                <a:gd name="T87" fmla="*/ 63 h 89"/>
                <a:gd name="T88" fmla="*/ 57 w 85"/>
                <a:gd name="T89" fmla="*/ 60 h 89"/>
                <a:gd name="T90" fmla="*/ 47 w 85"/>
                <a:gd name="T91" fmla="*/ 49 h 89"/>
                <a:gd name="T92" fmla="*/ 42 w 85"/>
                <a:gd name="T93" fmla="*/ 43 h 89"/>
                <a:gd name="T94" fmla="*/ 41 w 85"/>
                <a:gd name="T95" fmla="*/ 39 h 89"/>
                <a:gd name="T96" fmla="*/ 45 w 85"/>
                <a:gd name="T97" fmla="*/ 3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5" h="89">
                  <a:moveTo>
                    <a:pt x="45" y="37"/>
                  </a:moveTo>
                  <a:cubicBezTo>
                    <a:pt x="46" y="37"/>
                    <a:pt x="47" y="37"/>
                    <a:pt x="48" y="37"/>
                  </a:cubicBezTo>
                  <a:cubicBezTo>
                    <a:pt x="50" y="37"/>
                    <a:pt x="52" y="37"/>
                    <a:pt x="56" y="35"/>
                  </a:cubicBezTo>
                  <a:cubicBezTo>
                    <a:pt x="60" y="33"/>
                    <a:pt x="68" y="30"/>
                    <a:pt x="74" y="28"/>
                  </a:cubicBezTo>
                  <a:cubicBezTo>
                    <a:pt x="79" y="26"/>
                    <a:pt x="84" y="24"/>
                    <a:pt x="84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5" y="24"/>
                    <a:pt x="85" y="24"/>
                    <a:pt x="85" y="23"/>
                  </a:cubicBezTo>
                  <a:cubicBezTo>
                    <a:pt x="85" y="23"/>
                    <a:pt x="85" y="23"/>
                    <a:pt x="85" y="23"/>
                  </a:cubicBezTo>
                  <a:cubicBezTo>
                    <a:pt x="85" y="23"/>
                    <a:pt x="85" y="23"/>
                    <a:pt x="84" y="22"/>
                  </a:cubicBezTo>
                  <a:cubicBezTo>
                    <a:pt x="83" y="21"/>
                    <a:pt x="82" y="17"/>
                    <a:pt x="81" y="14"/>
                  </a:cubicBezTo>
                  <a:cubicBezTo>
                    <a:pt x="79" y="9"/>
                    <a:pt x="78" y="3"/>
                    <a:pt x="78" y="0"/>
                  </a:cubicBezTo>
                  <a:cubicBezTo>
                    <a:pt x="78" y="0"/>
                    <a:pt x="78" y="0"/>
                    <a:pt x="77" y="0"/>
                  </a:cubicBezTo>
                  <a:cubicBezTo>
                    <a:pt x="76" y="0"/>
                    <a:pt x="74" y="0"/>
                    <a:pt x="70" y="2"/>
                  </a:cubicBezTo>
                  <a:cubicBezTo>
                    <a:pt x="67" y="4"/>
                    <a:pt x="64" y="6"/>
                    <a:pt x="61" y="8"/>
                  </a:cubicBezTo>
                  <a:cubicBezTo>
                    <a:pt x="57" y="11"/>
                    <a:pt x="54" y="13"/>
                    <a:pt x="51" y="15"/>
                  </a:cubicBezTo>
                  <a:cubicBezTo>
                    <a:pt x="49" y="16"/>
                    <a:pt x="48" y="16"/>
                    <a:pt x="47" y="17"/>
                  </a:cubicBezTo>
                  <a:cubicBezTo>
                    <a:pt x="42" y="20"/>
                    <a:pt x="39" y="21"/>
                    <a:pt x="37" y="21"/>
                  </a:cubicBezTo>
                  <a:cubicBezTo>
                    <a:pt x="35" y="21"/>
                    <a:pt x="31" y="21"/>
                    <a:pt x="28" y="20"/>
                  </a:cubicBezTo>
                  <a:cubicBezTo>
                    <a:pt x="25" y="19"/>
                    <a:pt x="23" y="18"/>
                    <a:pt x="21" y="17"/>
                  </a:cubicBezTo>
                  <a:cubicBezTo>
                    <a:pt x="18" y="15"/>
                    <a:pt x="15" y="13"/>
                    <a:pt x="13" y="12"/>
                  </a:cubicBezTo>
                  <a:cubicBezTo>
                    <a:pt x="13" y="15"/>
                    <a:pt x="13" y="19"/>
                    <a:pt x="13" y="21"/>
                  </a:cubicBezTo>
                  <a:cubicBezTo>
                    <a:pt x="13" y="22"/>
                    <a:pt x="13" y="23"/>
                    <a:pt x="13" y="24"/>
                  </a:cubicBezTo>
                  <a:cubicBezTo>
                    <a:pt x="13" y="29"/>
                    <a:pt x="13" y="34"/>
                    <a:pt x="11" y="40"/>
                  </a:cubicBezTo>
                  <a:cubicBezTo>
                    <a:pt x="10" y="43"/>
                    <a:pt x="9" y="49"/>
                    <a:pt x="8" y="54"/>
                  </a:cubicBezTo>
                  <a:cubicBezTo>
                    <a:pt x="7" y="59"/>
                    <a:pt x="6" y="63"/>
                    <a:pt x="6" y="65"/>
                  </a:cubicBezTo>
                  <a:cubicBezTo>
                    <a:pt x="5" y="69"/>
                    <a:pt x="1" y="83"/>
                    <a:pt x="0" y="89"/>
                  </a:cubicBezTo>
                  <a:cubicBezTo>
                    <a:pt x="1" y="88"/>
                    <a:pt x="3" y="88"/>
                    <a:pt x="5" y="88"/>
                  </a:cubicBezTo>
                  <a:cubicBezTo>
                    <a:pt x="7" y="88"/>
                    <a:pt x="10" y="88"/>
                    <a:pt x="12" y="89"/>
                  </a:cubicBezTo>
                  <a:cubicBezTo>
                    <a:pt x="15" y="89"/>
                    <a:pt x="17" y="89"/>
                    <a:pt x="19" y="89"/>
                  </a:cubicBezTo>
                  <a:cubicBezTo>
                    <a:pt x="22" y="89"/>
                    <a:pt x="22" y="89"/>
                    <a:pt x="25" y="86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30" y="81"/>
                    <a:pt x="32" y="79"/>
                    <a:pt x="34" y="77"/>
                  </a:cubicBezTo>
                  <a:cubicBezTo>
                    <a:pt x="34" y="77"/>
                    <a:pt x="34" y="77"/>
                    <a:pt x="34" y="77"/>
                  </a:cubicBezTo>
                  <a:cubicBezTo>
                    <a:pt x="34" y="77"/>
                    <a:pt x="34" y="77"/>
                    <a:pt x="34" y="77"/>
                  </a:cubicBezTo>
                  <a:cubicBezTo>
                    <a:pt x="34" y="77"/>
                    <a:pt x="34" y="77"/>
                    <a:pt x="34" y="77"/>
                  </a:cubicBezTo>
                  <a:cubicBezTo>
                    <a:pt x="35" y="76"/>
                    <a:pt x="36" y="76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5"/>
                    <a:pt x="41" y="74"/>
                    <a:pt x="42" y="74"/>
                  </a:cubicBezTo>
                  <a:cubicBezTo>
                    <a:pt x="43" y="74"/>
                    <a:pt x="44" y="74"/>
                    <a:pt x="45" y="74"/>
                  </a:cubicBezTo>
                  <a:cubicBezTo>
                    <a:pt x="46" y="74"/>
                    <a:pt x="46" y="74"/>
                    <a:pt x="48" y="73"/>
                  </a:cubicBezTo>
                  <a:cubicBezTo>
                    <a:pt x="49" y="73"/>
                    <a:pt x="51" y="71"/>
                    <a:pt x="53" y="69"/>
                  </a:cubicBezTo>
                  <a:cubicBezTo>
                    <a:pt x="56" y="67"/>
                    <a:pt x="59" y="64"/>
                    <a:pt x="59" y="64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62"/>
                    <a:pt x="58" y="62"/>
                    <a:pt x="57" y="60"/>
                  </a:cubicBezTo>
                  <a:cubicBezTo>
                    <a:pt x="56" y="59"/>
                    <a:pt x="51" y="54"/>
                    <a:pt x="47" y="49"/>
                  </a:cubicBezTo>
                  <a:cubicBezTo>
                    <a:pt x="45" y="46"/>
                    <a:pt x="42" y="43"/>
                    <a:pt x="42" y="43"/>
                  </a:cubicBezTo>
                  <a:cubicBezTo>
                    <a:pt x="41" y="41"/>
                    <a:pt x="41" y="40"/>
                    <a:pt x="41" y="39"/>
                  </a:cubicBezTo>
                  <a:cubicBezTo>
                    <a:pt x="42" y="38"/>
                    <a:pt x="43" y="37"/>
                    <a:pt x="45" y="3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EB4381BD-7225-9A61-CA74-E375CB9B2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2734" y="2858301"/>
              <a:ext cx="2821" cy="5642"/>
            </a:xfrm>
            <a:custGeom>
              <a:avLst/>
              <a:gdLst>
                <a:gd name="T0" fmla="*/ 1 w 3"/>
                <a:gd name="T1" fmla="*/ 4 h 5"/>
                <a:gd name="T2" fmla="*/ 2 w 3"/>
                <a:gd name="T3" fmla="*/ 2 h 5"/>
                <a:gd name="T4" fmla="*/ 1 w 3"/>
                <a:gd name="T5" fmla="*/ 0 h 5"/>
                <a:gd name="T6" fmla="*/ 0 w 3"/>
                <a:gd name="T7" fmla="*/ 2 h 5"/>
                <a:gd name="T8" fmla="*/ 1 w 3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4"/>
                  </a:moveTo>
                  <a:cubicBezTo>
                    <a:pt x="2" y="4"/>
                    <a:pt x="2" y="3"/>
                    <a:pt x="2" y="2"/>
                  </a:cubicBezTo>
                  <a:cubicBezTo>
                    <a:pt x="3" y="1"/>
                    <a:pt x="3" y="0"/>
                    <a:pt x="1" y="0"/>
                  </a:cubicBezTo>
                  <a:cubicBezTo>
                    <a:pt x="0" y="1"/>
                    <a:pt x="0" y="0"/>
                    <a:pt x="0" y="2"/>
                  </a:cubicBezTo>
                  <a:cubicBezTo>
                    <a:pt x="0" y="4"/>
                    <a:pt x="0" y="5"/>
                    <a:pt x="1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FCF8E639-96C6-ED17-BF0C-7D29DDC69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5555" y="2873815"/>
              <a:ext cx="4231" cy="4231"/>
            </a:xfrm>
            <a:custGeom>
              <a:avLst/>
              <a:gdLst>
                <a:gd name="T0" fmla="*/ 1 w 4"/>
                <a:gd name="T1" fmla="*/ 1 h 4"/>
                <a:gd name="T2" fmla="*/ 2 w 4"/>
                <a:gd name="T3" fmla="*/ 4 h 4"/>
                <a:gd name="T4" fmla="*/ 4 w 4"/>
                <a:gd name="T5" fmla="*/ 2 h 4"/>
                <a:gd name="T6" fmla="*/ 1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1"/>
                  </a:moveTo>
                  <a:cubicBezTo>
                    <a:pt x="0" y="2"/>
                    <a:pt x="1" y="4"/>
                    <a:pt x="2" y="4"/>
                  </a:cubicBezTo>
                  <a:cubicBezTo>
                    <a:pt x="3" y="4"/>
                    <a:pt x="3" y="4"/>
                    <a:pt x="4" y="2"/>
                  </a:cubicBezTo>
                  <a:cubicBezTo>
                    <a:pt x="4" y="1"/>
                    <a:pt x="2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2EBC9C40-7F57-101B-E1DB-0D452EAFF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7719" y="2882278"/>
              <a:ext cx="217200" cy="132576"/>
            </a:xfrm>
            <a:custGeom>
              <a:avLst/>
              <a:gdLst>
                <a:gd name="T0" fmla="*/ 20 w 198"/>
                <a:gd name="T1" fmla="*/ 115 h 124"/>
                <a:gd name="T2" fmla="*/ 11 w 198"/>
                <a:gd name="T3" fmla="*/ 109 h 124"/>
                <a:gd name="T4" fmla="*/ 1 w 198"/>
                <a:gd name="T5" fmla="*/ 104 h 124"/>
                <a:gd name="T6" fmla="*/ 7 w 198"/>
                <a:gd name="T7" fmla="*/ 116 h 124"/>
                <a:gd name="T8" fmla="*/ 28 w 198"/>
                <a:gd name="T9" fmla="*/ 121 h 124"/>
                <a:gd name="T10" fmla="*/ 45 w 198"/>
                <a:gd name="T11" fmla="*/ 122 h 124"/>
                <a:gd name="T12" fmla="*/ 51 w 198"/>
                <a:gd name="T13" fmla="*/ 114 h 124"/>
                <a:gd name="T14" fmla="*/ 74 w 198"/>
                <a:gd name="T15" fmla="*/ 115 h 124"/>
                <a:gd name="T16" fmla="*/ 83 w 198"/>
                <a:gd name="T17" fmla="*/ 116 h 124"/>
                <a:gd name="T18" fmla="*/ 95 w 198"/>
                <a:gd name="T19" fmla="*/ 114 h 124"/>
                <a:gd name="T20" fmla="*/ 102 w 198"/>
                <a:gd name="T21" fmla="*/ 108 h 124"/>
                <a:gd name="T22" fmla="*/ 105 w 198"/>
                <a:gd name="T23" fmla="*/ 102 h 124"/>
                <a:gd name="T24" fmla="*/ 111 w 198"/>
                <a:gd name="T25" fmla="*/ 92 h 124"/>
                <a:gd name="T26" fmla="*/ 115 w 198"/>
                <a:gd name="T27" fmla="*/ 81 h 124"/>
                <a:gd name="T28" fmla="*/ 121 w 198"/>
                <a:gd name="T29" fmla="*/ 71 h 124"/>
                <a:gd name="T30" fmla="*/ 121 w 198"/>
                <a:gd name="T31" fmla="*/ 60 h 124"/>
                <a:gd name="T32" fmla="*/ 135 w 198"/>
                <a:gd name="T33" fmla="*/ 52 h 124"/>
                <a:gd name="T34" fmla="*/ 155 w 198"/>
                <a:gd name="T35" fmla="*/ 54 h 124"/>
                <a:gd name="T36" fmla="*/ 170 w 198"/>
                <a:gd name="T37" fmla="*/ 53 h 124"/>
                <a:gd name="T38" fmla="*/ 183 w 198"/>
                <a:gd name="T39" fmla="*/ 49 h 124"/>
                <a:gd name="T40" fmla="*/ 184 w 198"/>
                <a:gd name="T41" fmla="*/ 44 h 124"/>
                <a:gd name="T42" fmla="*/ 195 w 198"/>
                <a:gd name="T43" fmla="*/ 35 h 124"/>
                <a:gd name="T44" fmla="*/ 182 w 198"/>
                <a:gd name="T45" fmla="*/ 30 h 124"/>
                <a:gd name="T46" fmla="*/ 170 w 198"/>
                <a:gd name="T47" fmla="*/ 26 h 124"/>
                <a:gd name="T48" fmla="*/ 166 w 198"/>
                <a:gd name="T49" fmla="*/ 24 h 124"/>
                <a:gd name="T50" fmla="*/ 163 w 198"/>
                <a:gd name="T51" fmla="*/ 16 h 124"/>
                <a:gd name="T52" fmla="*/ 161 w 198"/>
                <a:gd name="T53" fmla="*/ 7 h 124"/>
                <a:gd name="T54" fmla="*/ 152 w 198"/>
                <a:gd name="T55" fmla="*/ 4 h 124"/>
                <a:gd name="T56" fmla="*/ 147 w 198"/>
                <a:gd name="T57" fmla="*/ 6 h 124"/>
                <a:gd name="T58" fmla="*/ 144 w 198"/>
                <a:gd name="T59" fmla="*/ 6 h 124"/>
                <a:gd name="T60" fmla="*/ 137 w 198"/>
                <a:gd name="T61" fmla="*/ 15 h 124"/>
                <a:gd name="T62" fmla="*/ 129 w 198"/>
                <a:gd name="T63" fmla="*/ 26 h 124"/>
                <a:gd name="T64" fmla="*/ 122 w 198"/>
                <a:gd name="T65" fmla="*/ 31 h 124"/>
                <a:gd name="T66" fmla="*/ 119 w 198"/>
                <a:gd name="T67" fmla="*/ 42 h 124"/>
                <a:gd name="T68" fmla="*/ 116 w 198"/>
                <a:gd name="T69" fmla="*/ 54 h 124"/>
                <a:gd name="T70" fmla="*/ 108 w 198"/>
                <a:gd name="T71" fmla="*/ 54 h 124"/>
                <a:gd name="T72" fmla="*/ 107 w 198"/>
                <a:gd name="T73" fmla="*/ 59 h 124"/>
                <a:gd name="T74" fmla="*/ 99 w 198"/>
                <a:gd name="T75" fmla="*/ 59 h 124"/>
                <a:gd name="T76" fmla="*/ 88 w 198"/>
                <a:gd name="T77" fmla="*/ 54 h 124"/>
                <a:gd name="T78" fmla="*/ 68 w 198"/>
                <a:gd name="T79" fmla="*/ 79 h 124"/>
                <a:gd name="T80" fmla="*/ 48 w 198"/>
                <a:gd name="T81" fmla="*/ 85 h 124"/>
                <a:gd name="T82" fmla="*/ 39 w 198"/>
                <a:gd name="T83" fmla="*/ 93 h 124"/>
                <a:gd name="T84" fmla="*/ 34 w 198"/>
                <a:gd name="T85" fmla="*/ 97 h 124"/>
                <a:gd name="T86" fmla="*/ 31 w 198"/>
                <a:gd name="T87" fmla="*/ 107 h 124"/>
                <a:gd name="T88" fmla="*/ 31 w 198"/>
                <a:gd name="T89" fmla="*/ 113 h 124"/>
                <a:gd name="T90" fmla="*/ 30 w 198"/>
                <a:gd name="T91" fmla="*/ 117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98" h="124">
                  <a:moveTo>
                    <a:pt x="30" y="117"/>
                  </a:moveTo>
                  <a:cubicBezTo>
                    <a:pt x="28" y="117"/>
                    <a:pt x="28" y="116"/>
                    <a:pt x="26" y="116"/>
                  </a:cubicBezTo>
                  <a:cubicBezTo>
                    <a:pt x="24" y="115"/>
                    <a:pt x="21" y="117"/>
                    <a:pt x="20" y="115"/>
                  </a:cubicBezTo>
                  <a:cubicBezTo>
                    <a:pt x="19" y="113"/>
                    <a:pt x="20" y="113"/>
                    <a:pt x="19" y="111"/>
                  </a:cubicBezTo>
                  <a:cubicBezTo>
                    <a:pt x="18" y="109"/>
                    <a:pt x="16" y="109"/>
                    <a:pt x="15" y="109"/>
                  </a:cubicBezTo>
                  <a:cubicBezTo>
                    <a:pt x="13" y="108"/>
                    <a:pt x="13" y="109"/>
                    <a:pt x="11" y="109"/>
                  </a:cubicBezTo>
                  <a:cubicBezTo>
                    <a:pt x="9" y="109"/>
                    <a:pt x="8" y="109"/>
                    <a:pt x="6" y="109"/>
                  </a:cubicBezTo>
                  <a:cubicBezTo>
                    <a:pt x="5" y="109"/>
                    <a:pt x="4" y="108"/>
                    <a:pt x="3" y="107"/>
                  </a:cubicBezTo>
                  <a:cubicBezTo>
                    <a:pt x="2" y="105"/>
                    <a:pt x="2" y="105"/>
                    <a:pt x="1" y="104"/>
                  </a:cubicBezTo>
                  <a:cubicBezTo>
                    <a:pt x="1" y="104"/>
                    <a:pt x="1" y="104"/>
                    <a:pt x="1" y="104"/>
                  </a:cubicBezTo>
                  <a:cubicBezTo>
                    <a:pt x="0" y="105"/>
                    <a:pt x="0" y="106"/>
                    <a:pt x="0" y="107"/>
                  </a:cubicBezTo>
                  <a:cubicBezTo>
                    <a:pt x="0" y="108"/>
                    <a:pt x="3" y="112"/>
                    <a:pt x="7" y="116"/>
                  </a:cubicBezTo>
                  <a:cubicBezTo>
                    <a:pt x="10" y="119"/>
                    <a:pt x="14" y="123"/>
                    <a:pt x="16" y="123"/>
                  </a:cubicBezTo>
                  <a:cubicBezTo>
                    <a:pt x="19" y="124"/>
                    <a:pt x="22" y="123"/>
                    <a:pt x="25" y="122"/>
                  </a:cubicBezTo>
                  <a:cubicBezTo>
                    <a:pt x="26" y="122"/>
                    <a:pt x="27" y="122"/>
                    <a:pt x="28" y="121"/>
                  </a:cubicBezTo>
                  <a:cubicBezTo>
                    <a:pt x="30" y="121"/>
                    <a:pt x="32" y="121"/>
                    <a:pt x="33" y="121"/>
                  </a:cubicBezTo>
                  <a:cubicBezTo>
                    <a:pt x="35" y="121"/>
                    <a:pt x="37" y="121"/>
                    <a:pt x="39" y="122"/>
                  </a:cubicBezTo>
                  <a:cubicBezTo>
                    <a:pt x="41" y="122"/>
                    <a:pt x="43" y="122"/>
                    <a:pt x="45" y="122"/>
                  </a:cubicBezTo>
                  <a:cubicBezTo>
                    <a:pt x="46" y="122"/>
                    <a:pt x="47" y="122"/>
                    <a:pt x="47" y="121"/>
                  </a:cubicBezTo>
                  <a:cubicBezTo>
                    <a:pt x="48" y="120"/>
                    <a:pt x="48" y="119"/>
                    <a:pt x="48" y="118"/>
                  </a:cubicBezTo>
                  <a:cubicBezTo>
                    <a:pt x="49" y="117"/>
                    <a:pt x="49" y="115"/>
                    <a:pt x="51" y="114"/>
                  </a:cubicBezTo>
                  <a:cubicBezTo>
                    <a:pt x="53" y="113"/>
                    <a:pt x="55" y="112"/>
                    <a:pt x="58" y="112"/>
                  </a:cubicBezTo>
                  <a:cubicBezTo>
                    <a:pt x="61" y="111"/>
                    <a:pt x="64" y="111"/>
                    <a:pt x="65" y="111"/>
                  </a:cubicBezTo>
                  <a:cubicBezTo>
                    <a:pt x="68" y="111"/>
                    <a:pt x="71" y="113"/>
                    <a:pt x="74" y="115"/>
                  </a:cubicBezTo>
                  <a:cubicBezTo>
                    <a:pt x="75" y="116"/>
                    <a:pt x="76" y="116"/>
                    <a:pt x="77" y="117"/>
                  </a:cubicBezTo>
                  <a:cubicBezTo>
                    <a:pt x="78" y="117"/>
                    <a:pt x="79" y="117"/>
                    <a:pt x="80" y="117"/>
                  </a:cubicBezTo>
                  <a:cubicBezTo>
                    <a:pt x="81" y="117"/>
                    <a:pt x="82" y="117"/>
                    <a:pt x="83" y="116"/>
                  </a:cubicBezTo>
                  <a:cubicBezTo>
                    <a:pt x="84" y="116"/>
                    <a:pt x="84" y="116"/>
                    <a:pt x="85" y="116"/>
                  </a:cubicBezTo>
                  <a:cubicBezTo>
                    <a:pt x="86" y="115"/>
                    <a:pt x="87" y="114"/>
                    <a:pt x="91" y="114"/>
                  </a:cubicBezTo>
                  <a:cubicBezTo>
                    <a:pt x="93" y="114"/>
                    <a:pt x="94" y="114"/>
                    <a:pt x="95" y="114"/>
                  </a:cubicBezTo>
                  <a:cubicBezTo>
                    <a:pt x="96" y="114"/>
                    <a:pt x="97" y="114"/>
                    <a:pt x="98" y="114"/>
                  </a:cubicBezTo>
                  <a:cubicBezTo>
                    <a:pt x="100" y="113"/>
                    <a:pt x="101" y="112"/>
                    <a:pt x="101" y="110"/>
                  </a:cubicBezTo>
                  <a:cubicBezTo>
                    <a:pt x="102" y="110"/>
                    <a:pt x="102" y="109"/>
                    <a:pt x="102" y="108"/>
                  </a:cubicBezTo>
                  <a:cubicBezTo>
                    <a:pt x="103" y="107"/>
                    <a:pt x="104" y="107"/>
                    <a:pt x="104" y="106"/>
                  </a:cubicBezTo>
                  <a:cubicBezTo>
                    <a:pt x="105" y="105"/>
                    <a:pt x="105" y="105"/>
                    <a:pt x="105" y="104"/>
                  </a:cubicBezTo>
                  <a:cubicBezTo>
                    <a:pt x="105" y="103"/>
                    <a:pt x="105" y="103"/>
                    <a:pt x="105" y="102"/>
                  </a:cubicBezTo>
                  <a:cubicBezTo>
                    <a:pt x="105" y="100"/>
                    <a:pt x="104" y="98"/>
                    <a:pt x="106" y="96"/>
                  </a:cubicBezTo>
                  <a:cubicBezTo>
                    <a:pt x="107" y="95"/>
                    <a:pt x="108" y="94"/>
                    <a:pt x="109" y="94"/>
                  </a:cubicBezTo>
                  <a:cubicBezTo>
                    <a:pt x="110" y="94"/>
                    <a:pt x="111" y="93"/>
                    <a:pt x="111" y="92"/>
                  </a:cubicBezTo>
                  <a:cubicBezTo>
                    <a:pt x="111" y="92"/>
                    <a:pt x="111" y="91"/>
                    <a:pt x="111" y="90"/>
                  </a:cubicBezTo>
                  <a:cubicBezTo>
                    <a:pt x="110" y="88"/>
                    <a:pt x="110" y="87"/>
                    <a:pt x="112" y="84"/>
                  </a:cubicBezTo>
                  <a:cubicBezTo>
                    <a:pt x="113" y="83"/>
                    <a:pt x="114" y="82"/>
                    <a:pt x="115" y="81"/>
                  </a:cubicBezTo>
                  <a:cubicBezTo>
                    <a:pt x="116" y="81"/>
                    <a:pt x="117" y="81"/>
                    <a:pt x="118" y="80"/>
                  </a:cubicBezTo>
                  <a:cubicBezTo>
                    <a:pt x="119" y="79"/>
                    <a:pt x="120" y="78"/>
                    <a:pt x="120" y="76"/>
                  </a:cubicBezTo>
                  <a:cubicBezTo>
                    <a:pt x="121" y="75"/>
                    <a:pt x="121" y="73"/>
                    <a:pt x="121" y="71"/>
                  </a:cubicBezTo>
                  <a:cubicBezTo>
                    <a:pt x="121" y="70"/>
                    <a:pt x="121" y="68"/>
                    <a:pt x="120" y="67"/>
                  </a:cubicBezTo>
                  <a:cubicBezTo>
                    <a:pt x="120" y="65"/>
                    <a:pt x="120" y="63"/>
                    <a:pt x="121" y="61"/>
                  </a:cubicBezTo>
                  <a:cubicBezTo>
                    <a:pt x="121" y="61"/>
                    <a:pt x="121" y="61"/>
                    <a:pt x="121" y="60"/>
                  </a:cubicBezTo>
                  <a:cubicBezTo>
                    <a:pt x="121" y="60"/>
                    <a:pt x="121" y="60"/>
                    <a:pt x="121" y="60"/>
                  </a:cubicBezTo>
                  <a:cubicBezTo>
                    <a:pt x="122" y="58"/>
                    <a:pt x="123" y="55"/>
                    <a:pt x="127" y="54"/>
                  </a:cubicBezTo>
                  <a:cubicBezTo>
                    <a:pt x="130" y="53"/>
                    <a:pt x="132" y="52"/>
                    <a:pt x="135" y="52"/>
                  </a:cubicBezTo>
                  <a:cubicBezTo>
                    <a:pt x="137" y="52"/>
                    <a:pt x="140" y="52"/>
                    <a:pt x="143" y="53"/>
                  </a:cubicBezTo>
                  <a:cubicBezTo>
                    <a:pt x="146" y="53"/>
                    <a:pt x="149" y="54"/>
                    <a:pt x="151" y="54"/>
                  </a:cubicBezTo>
                  <a:cubicBezTo>
                    <a:pt x="152" y="54"/>
                    <a:pt x="153" y="54"/>
                    <a:pt x="155" y="54"/>
                  </a:cubicBezTo>
                  <a:cubicBezTo>
                    <a:pt x="157" y="54"/>
                    <a:pt x="160" y="55"/>
                    <a:pt x="163" y="56"/>
                  </a:cubicBezTo>
                  <a:cubicBezTo>
                    <a:pt x="163" y="55"/>
                    <a:pt x="163" y="54"/>
                    <a:pt x="165" y="53"/>
                  </a:cubicBezTo>
                  <a:cubicBezTo>
                    <a:pt x="168" y="52"/>
                    <a:pt x="166" y="54"/>
                    <a:pt x="170" y="53"/>
                  </a:cubicBezTo>
                  <a:cubicBezTo>
                    <a:pt x="173" y="53"/>
                    <a:pt x="176" y="54"/>
                    <a:pt x="178" y="55"/>
                  </a:cubicBezTo>
                  <a:cubicBezTo>
                    <a:pt x="179" y="55"/>
                    <a:pt x="182" y="55"/>
                    <a:pt x="184" y="53"/>
                  </a:cubicBezTo>
                  <a:cubicBezTo>
                    <a:pt x="186" y="51"/>
                    <a:pt x="184" y="51"/>
                    <a:pt x="183" y="49"/>
                  </a:cubicBezTo>
                  <a:cubicBezTo>
                    <a:pt x="182" y="48"/>
                    <a:pt x="181" y="47"/>
                    <a:pt x="178" y="47"/>
                  </a:cubicBezTo>
                  <a:cubicBezTo>
                    <a:pt x="176" y="46"/>
                    <a:pt x="177" y="40"/>
                    <a:pt x="179" y="39"/>
                  </a:cubicBezTo>
                  <a:cubicBezTo>
                    <a:pt x="182" y="41"/>
                    <a:pt x="182" y="45"/>
                    <a:pt x="184" y="44"/>
                  </a:cubicBezTo>
                  <a:cubicBezTo>
                    <a:pt x="185" y="43"/>
                    <a:pt x="187" y="42"/>
                    <a:pt x="192" y="39"/>
                  </a:cubicBezTo>
                  <a:cubicBezTo>
                    <a:pt x="196" y="37"/>
                    <a:pt x="197" y="38"/>
                    <a:pt x="197" y="36"/>
                  </a:cubicBezTo>
                  <a:cubicBezTo>
                    <a:pt x="198" y="34"/>
                    <a:pt x="197" y="34"/>
                    <a:pt x="195" y="35"/>
                  </a:cubicBezTo>
                  <a:cubicBezTo>
                    <a:pt x="193" y="35"/>
                    <a:pt x="191" y="35"/>
                    <a:pt x="189" y="33"/>
                  </a:cubicBezTo>
                  <a:cubicBezTo>
                    <a:pt x="187" y="31"/>
                    <a:pt x="188" y="31"/>
                    <a:pt x="187" y="30"/>
                  </a:cubicBezTo>
                  <a:cubicBezTo>
                    <a:pt x="185" y="28"/>
                    <a:pt x="184" y="31"/>
                    <a:pt x="182" y="30"/>
                  </a:cubicBezTo>
                  <a:cubicBezTo>
                    <a:pt x="179" y="30"/>
                    <a:pt x="181" y="29"/>
                    <a:pt x="179" y="26"/>
                  </a:cubicBezTo>
                  <a:cubicBezTo>
                    <a:pt x="177" y="24"/>
                    <a:pt x="176" y="26"/>
                    <a:pt x="174" y="29"/>
                  </a:cubicBezTo>
                  <a:cubicBezTo>
                    <a:pt x="173" y="31"/>
                    <a:pt x="171" y="29"/>
                    <a:pt x="170" y="26"/>
                  </a:cubicBezTo>
                  <a:cubicBezTo>
                    <a:pt x="168" y="24"/>
                    <a:pt x="171" y="24"/>
                    <a:pt x="172" y="22"/>
                  </a:cubicBezTo>
                  <a:cubicBezTo>
                    <a:pt x="174" y="20"/>
                    <a:pt x="171" y="20"/>
                    <a:pt x="170" y="20"/>
                  </a:cubicBezTo>
                  <a:cubicBezTo>
                    <a:pt x="168" y="20"/>
                    <a:pt x="168" y="22"/>
                    <a:pt x="166" y="24"/>
                  </a:cubicBezTo>
                  <a:cubicBezTo>
                    <a:pt x="164" y="26"/>
                    <a:pt x="164" y="24"/>
                    <a:pt x="162" y="24"/>
                  </a:cubicBezTo>
                  <a:cubicBezTo>
                    <a:pt x="160" y="23"/>
                    <a:pt x="162" y="22"/>
                    <a:pt x="164" y="20"/>
                  </a:cubicBezTo>
                  <a:cubicBezTo>
                    <a:pt x="165" y="18"/>
                    <a:pt x="163" y="18"/>
                    <a:pt x="163" y="16"/>
                  </a:cubicBezTo>
                  <a:cubicBezTo>
                    <a:pt x="163" y="14"/>
                    <a:pt x="166" y="15"/>
                    <a:pt x="166" y="12"/>
                  </a:cubicBezTo>
                  <a:cubicBezTo>
                    <a:pt x="166" y="10"/>
                    <a:pt x="165" y="12"/>
                    <a:pt x="163" y="10"/>
                  </a:cubicBezTo>
                  <a:cubicBezTo>
                    <a:pt x="162" y="9"/>
                    <a:pt x="163" y="9"/>
                    <a:pt x="161" y="7"/>
                  </a:cubicBezTo>
                  <a:cubicBezTo>
                    <a:pt x="159" y="6"/>
                    <a:pt x="159" y="7"/>
                    <a:pt x="157" y="7"/>
                  </a:cubicBezTo>
                  <a:cubicBezTo>
                    <a:pt x="154" y="7"/>
                    <a:pt x="156" y="4"/>
                    <a:pt x="154" y="1"/>
                  </a:cubicBezTo>
                  <a:cubicBezTo>
                    <a:pt x="153" y="0"/>
                    <a:pt x="152" y="2"/>
                    <a:pt x="152" y="4"/>
                  </a:cubicBezTo>
                  <a:cubicBezTo>
                    <a:pt x="152" y="5"/>
                    <a:pt x="151" y="5"/>
                    <a:pt x="150" y="6"/>
                  </a:cubicBezTo>
                  <a:cubicBezTo>
                    <a:pt x="150" y="7"/>
                    <a:pt x="149" y="7"/>
                    <a:pt x="149" y="8"/>
                  </a:cubicBezTo>
                  <a:cubicBezTo>
                    <a:pt x="148" y="9"/>
                    <a:pt x="147" y="8"/>
                    <a:pt x="147" y="6"/>
                  </a:cubicBezTo>
                  <a:cubicBezTo>
                    <a:pt x="147" y="5"/>
                    <a:pt x="148" y="4"/>
                    <a:pt x="148" y="3"/>
                  </a:cubicBezTo>
                  <a:cubicBezTo>
                    <a:pt x="148" y="2"/>
                    <a:pt x="147" y="2"/>
                    <a:pt x="146" y="2"/>
                  </a:cubicBezTo>
                  <a:cubicBezTo>
                    <a:pt x="144" y="2"/>
                    <a:pt x="145" y="4"/>
                    <a:pt x="144" y="6"/>
                  </a:cubicBezTo>
                  <a:cubicBezTo>
                    <a:pt x="144" y="7"/>
                    <a:pt x="144" y="7"/>
                    <a:pt x="142" y="8"/>
                  </a:cubicBezTo>
                  <a:cubicBezTo>
                    <a:pt x="140" y="9"/>
                    <a:pt x="141" y="9"/>
                    <a:pt x="140" y="12"/>
                  </a:cubicBezTo>
                  <a:cubicBezTo>
                    <a:pt x="139" y="14"/>
                    <a:pt x="138" y="14"/>
                    <a:pt x="137" y="15"/>
                  </a:cubicBezTo>
                  <a:cubicBezTo>
                    <a:pt x="135" y="16"/>
                    <a:pt x="134" y="17"/>
                    <a:pt x="133" y="18"/>
                  </a:cubicBezTo>
                  <a:cubicBezTo>
                    <a:pt x="132" y="20"/>
                    <a:pt x="133" y="20"/>
                    <a:pt x="131" y="21"/>
                  </a:cubicBezTo>
                  <a:cubicBezTo>
                    <a:pt x="129" y="23"/>
                    <a:pt x="130" y="23"/>
                    <a:pt x="129" y="26"/>
                  </a:cubicBezTo>
                  <a:cubicBezTo>
                    <a:pt x="128" y="29"/>
                    <a:pt x="130" y="28"/>
                    <a:pt x="128" y="30"/>
                  </a:cubicBezTo>
                  <a:cubicBezTo>
                    <a:pt x="127" y="32"/>
                    <a:pt x="127" y="31"/>
                    <a:pt x="124" y="31"/>
                  </a:cubicBezTo>
                  <a:cubicBezTo>
                    <a:pt x="122" y="30"/>
                    <a:pt x="122" y="30"/>
                    <a:pt x="122" y="31"/>
                  </a:cubicBezTo>
                  <a:cubicBezTo>
                    <a:pt x="121" y="31"/>
                    <a:pt x="120" y="32"/>
                    <a:pt x="119" y="33"/>
                  </a:cubicBezTo>
                  <a:cubicBezTo>
                    <a:pt x="119" y="34"/>
                    <a:pt x="119" y="35"/>
                    <a:pt x="120" y="36"/>
                  </a:cubicBezTo>
                  <a:cubicBezTo>
                    <a:pt x="120" y="38"/>
                    <a:pt x="120" y="41"/>
                    <a:pt x="119" y="42"/>
                  </a:cubicBezTo>
                  <a:cubicBezTo>
                    <a:pt x="119" y="42"/>
                    <a:pt x="118" y="42"/>
                    <a:pt x="117" y="42"/>
                  </a:cubicBezTo>
                  <a:cubicBezTo>
                    <a:pt x="117" y="45"/>
                    <a:pt x="118" y="48"/>
                    <a:pt x="118" y="50"/>
                  </a:cubicBezTo>
                  <a:cubicBezTo>
                    <a:pt x="118" y="51"/>
                    <a:pt x="117" y="53"/>
                    <a:pt x="116" y="54"/>
                  </a:cubicBezTo>
                  <a:cubicBezTo>
                    <a:pt x="116" y="55"/>
                    <a:pt x="114" y="55"/>
                    <a:pt x="112" y="55"/>
                  </a:cubicBezTo>
                  <a:cubicBezTo>
                    <a:pt x="111" y="55"/>
                    <a:pt x="110" y="54"/>
                    <a:pt x="110" y="54"/>
                  </a:cubicBezTo>
                  <a:cubicBezTo>
                    <a:pt x="109" y="54"/>
                    <a:pt x="108" y="53"/>
                    <a:pt x="108" y="54"/>
                  </a:cubicBezTo>
                  <a:cubicBezTo>
                    <a:pt x="107" y="54"/>
                    <a:pt x="107" y="55"/>
                    <a:pt x="107" y="56"/>
                  </a:cubicBezTo>
                  <a:cubicBezTo>
                    <a:pt x="107" y="57"/>
                    <a:pt x="108" y="57"/>
                    <a:pt x="107" y="58"/>
                  </a:cubicBezTo>
                  <a:cubicBezTo>
                    <a:pt x="107" y="59"/>
                    <a:pt x="107" y="59"/>
                    <a:pt x="107" y="59"/>
                  </a:cubicBezTo>
                  <a:cubicBezTo>
                    <a:pt x="106" y="60"/>
                    <a:pt x="105" y="61"/>
                    <a:pt x="105" y="61"/>
                  </a:cubicBezTo>
                  <a:cubicBezTo>
                    <a:pt x="104" y="61"/>
                    <a:pt x="103" y="61"/>
                    <a:pt x="102" y="61"/>
                  </a:cubicBezTo>
                  <a:cubicBezTo>
                    <a:pt x="101" y="60"/>
                    <a:pt x="100" y="60"/>
                    <a:pt x="99" y="59"/>
                  </a:cubicBezTo>
                  <a:cubicBezTo>
                    <a:pt x="97" y="58"/>
                    <a:pt x="94" y="54"/>
                    <a:pt x="92" y="51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2"/>
                    <a:pt x="90" y="52"/>
                    <a:pt x="88" y="54"/>
                  </a:cubicBezTo>
                  <a:cubicBezTo>
                    <a:pt x="86" y="56"/>
                    <a:pt x="82" y="61"/>
                    <a:pt x="79" y="65"/>
                  </a:cubicBezTo>
                  <a:cubicBezTo>
                    <a:pt x="77" y="68"/>
                    <a:pt x="76" y="71"/>
                    <a:pt x="73" y="74"/>
                  </a:cubicBezTo>
                  <a:cubicBezTo>
                    <a:pt x="70" y="77"/>
                    <a:pt x="70" y="78"/>
                    <a:pt x="68" y="79"/>
                  </a:cubicBezTo>
                  <a:cubicBezTo>
                    <a:pt x="65" y="81"/>
                    <a:pt x="65" y="80"/>
                    <a:pt x="61" y="82"/>
                  </a:cubicBezTo>
                  <a:cubicBezTo>
                    <a:pt x="57" y="84"/>
                    <a:pt x="57" y="83"/>
                    <a:pt x="53" y="83"/>
                  </a:cubicBezTo>
                  <a:cubicBezTo>
                    <a:pt x="49" y="84"/>
                    <a:pt x="50" y="85"/>
                    <a:pt x="48" y="85"/>
                  </a:cubicBezTo>
                  <a:cubicBezTo>
                    <a:pt x="46" y="86"/>
                    <a:pt x="45" y="86"/>
                    <a:pt x="43" y="87"/>
                  </a:cubicBezTo>
                  <a:cubicBezTo>
                    <a:pt x="42" y="87"/>
                    <a:pt x="40" y="88"/>
                    <a:pt x="40" y="89"/>
                  </a:cubicBezTo>
                  <a:cubicBezTo>
                    <a:pt x="39" y="90"/>
                    <a:pt x="39" y="91"/>
                    <a:pt x="39" y="93"/>
                  </a:cubicBezTo>
                  <a:cubicBezTo>
                    <a:pt x="39" y="95"/>
                    <a:pt x="38" y="94"/>
                    <a:pt x="37" y="95"/>
                  </a:cubicBezTo>
                  <a:cubicBezTo>
                    <a:pt x="36" y="96"/>
                    <a:pt x="36" y="95"/>
                    <a:pt x="35" y="95"/>
                  </a:cubicBezTo>
                  <a:cubicBezTo>
                    <a:pt x="34" y="95"/>
                    <a:pt x="34" y="96"/>
                    <a:pt x="34" y="97"/>
                  </a:cubicBezTo>
                  <a:cubicBezTo>
                    <a:pt x="35" y="98"/>
                    <a:pt x="36" y="99"/>
                    <a:pt x="36" y="100"/>
                  </a:cubicBezTo>
                  <a:cubicBezTo>
                    <a:pt x="35" y="102"/>
                    <a:pt x="34" y="103"/>
                    <a:pt x="33" y="103"/>
                  </a:cubicBezTo>
                  <a:cubicBezTo>
                    <a:pt x="32" y="104"/>
                    <a:pt x="31" y="106"/>
                    <a:pt x="31" y="107"/>
                  </a:cubicBezTo>
                  <a:cubicBezTo>
                    <a:pt x="31" y="108"/>
                    <a:pt x="32" y="109"/>
                    <a:pt x="34" y="110"/>
                  </a:cubicBezTo>
                  <a:cubicBezTo>
                    <a:pt x="35" y="111"/>
                    <a:pt x="34" y="111"/>
                    <a:pt x="33" y="111"/>
                  </a:cubicBezTo>
                  <a:cubicBezTo>
                    <a:pt x="32" y="112"/>
                    <a:pt x="32" y="112"/>
                    <a:pt x="31" y="113"/>
                  </a:cubicBezTo>
                  <a:cubicBezTo>
                    <a:pt x="31" y="114"/>
                    <a:pt x="32" y="115"/>
                    <a:pt x="33" y="115"/>
                  </a:cubicBezTo>
                  <a:cubicBezTo>
                    <a:pt x="34" y="115"/>
                    <a:pt x="34" y="116"/>
                    <a:pt x="34" y="117"/>
                  </a:cubicBezTo>
                  <a:cubicBezTo>
                    <a:pt x="34" y="118"/>
                    <a:pt x="31" y="117"/>
                    <a:pt x="30" y="11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B2060770-7B80-5EDF-FCE5-08BCF9E19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3742" y="2584686"/>
              <a:ext cx="55005" cy="46543"/>
            </a:xfrm>
            <a:custGeom>
              <a:avLst/>
              <a:gdLst>
                <a:gd name="T0" fmla="*/ 2 w 50"/>
                <a:gd name="T1" fmla="*/ 34 h 44"/>
                <a:gd name="T2" fmla="*/ 9 w 50"/>
                <a:gd name="T3" fmla="*/ 37 h 44"/>
                <a:gd name="T4" fmla="*/ 15 w 50"/>
                <a:gd name="T5" fmla="*/ 39 h 44"/>
                <a:gd name="T6" fmla="*/ 22 w 50"/>
                <a:gd name="T7" fmla="*/ 42 h 44"/>
                <a:gd name="T8" fmla="*/ 25 w 50"/>
                <a:gd name="T9" fmla="*/ 37 h 44"/>
                <a:gd name="T10" fmla="*/ 29 w 50"/>
                <a:gd name="T11" fmla="*/ 36 h 44"/>
                <a:gd name="T12" fmla="*/ 34 w 50"/>
                <a:gd name="T13" fmla="*/ 32 h 44"/>
                <a:gd name="T14" fmla="*/ 39 w 50"/>
                <a:gd name="T15" fmla="*/ 29 h 44"/>
                <a:gd name="T16" fmla="*/ 41 w 50"/>
                <a:gd name="T17" fmla="*/ 25 h 44"/>
                <a:gd name="T18" fmla="*/ 40 w 50"/>
                <a:gd name="T19" fmla="*/ 17 h 44"/>
                <a:gd name="T20" fmla="*/ 44 w 50"/>
                <a:gd name="T21" fmla="*/ 12 h 44"/>
                <a:gd name="T22" fmla="*/ 49 w 50"/>
                <a:gd name="T23" fmla="*/ 11 h 44"/>
                <a:gd name="T24" fmla="*/ 49 w 50"/>
                <a:gd name="T25" fmla="*/ 4 h 44"/>
                <a:gd name="T26" fmla="*/ 45 w 50"/>
                <a:gd name="T27" fmla="*/ 1 h 44"/>
                <a:gd name="T28" fmla="*/ 42 w 50"/>
                <a:gd name="T29" fmla="*/ 4 h 44"/>
                <a:gd name="T30" fmla="*/ 36 w 50"/>
                <a:gd name="T31" fmla="*/ 3 h 44"/>
                <a:gd name="T32" fmla="*/ 31 w 50"/>
                <a:gd name="T33" fmla="*/ 4 h 44"/>
                <a:gd name="T34" fmla="*/ 28 w 50"/>
                <a:gd name="T35" fmla="*/ 5 h 44"/>
                <a:gd name="T36" fmla="*/ 24 w 50"/>
                <a:gd name="T37" fmla="*/ 3 h 44"/>
                <a:gd name="T38" fmla="*/ 20 w 50"/>
                <a:gd name="T39" fmla="*/ 6 h 44"/>
                <a:gd name="T40" fmla="*/ 16 w 50"/>
                <a:gd name="T41" fmla="*/ 6 h 44"/>
                <a:gd name="T42" fmla="*/ 14 w 50"/>
                <a:gd name="T43" fmla="*/ 11 h 44"/>
                <a:gd name="T44" fmla="*/ 9 w 50"/>
                <a:gd name="T45" fmla="*/ 13 h 44"/>
                <a:gd name="T46" fmla="*/ 2 w 50"/>
                <a:gd name="T47" fmla="*/ 17 h 44"/>
                <a:gd name="T48" fmla="*/ 1 w 50"/>
                <a:gd name="T49" fmla="*/ 21 h 44"/>
                <a:gd name="T50" fmla="*/ 1 w 50"/>
                <a:gd name="T51" fmla="*/ 29 h 44"/>
                <a:gd name="T52" fmla="*/ 2 w 50"/>
                <a:gd name="T53" fmla="*/ 3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0" h="44">
                  <a:moveTo>
                    <a:pt x="2" y="34"/>
                  </a:moveTo>
                  <a:cubicBezTo>
                    <a:pt x="4" y="36"/>
                    <a:pt x="6" y="37"/>
                    <a:pt x="9" y="37"/>
                  </a:cubicBezTo>
                  <a:cubicBezTo>
                    <a:pt x="11" y="38"/>
                    <a:pt x="12" y="36"/>
                    <a:pt x="15" y="39"/>
                  </a:cubicBezTo>
                  <a:cubicBezTo>
                    <a:pt x="19" y="42"/>
                    <a:pt x="20" y="44"/>
                    <a:pt x="22" y="42"/>
                  </a:cubicBezTo>
                  <a:cubicBezTo>
                    <a:pt x="24" y="41"/>
                    <a:pt x="23" y="39"/>
                    <a:pt x="25" y="37"/>
                  </a:cubicBezTo>
                  <a:cubicBezTo>
                    <a:pt x="26" y="36"/>
                    <a:pt x="26" y="37"/>
                    <a:pt x="29" y="36"/>
                  </a:cubicBezTo>
                  <a:cubicBezTo>
                    <a:pt x="32" y="35"/>
                    <a:pt x="33" y="34"/>
                    <a:pt x="34" y="32"/>
                  </a:cubicBezTo>
                  <a:cubicBezTo>
                    <a:pt x="36" y="29"/>
                    <a:pt x="37" y="30"/>
                    <a:pt x="39" y="29"/>
                  </a:cubicBezTo>
                  <a:cubicBezTo>
                    <a:pt x="41" y="27"/>
                    <a:pt x="41" y="27"/>
                    <a:pt x="41" y="25"/>
                  </a:cubicBezTo>
                  <a:cubicBezTo>
                    <a:pt x="41" y="22"/>
                    <a:pt x="40" y="19"/>
                    <a:pt x="40" y="17"/>
                  </a:cubicBezTo>
                  <a:cubicBezTo>
                    <a:pt x="41" y="15"/>
                    <a:pt x="43" y="13"/>
                    <a:pt x="44" y="12"/>
                  </a:cubicBezTo>
                  <a:cubicBezTo>
                    <a:pt x="46" y="12"/>
                    <a:pt x="48" y="14"/>
                    <a:pt x="49" y="11"/>
                  </a:cubicBezTo>
                  <a:cubicBezTo>
                    <a:pt x="50" y="8"/>
                    <a:pt x="50" y="6"/>
                    <a:pt x="49" y="4"/>
                  </a:cubicBezTo>
                  <a:cubicBezTo>
                    <a:pt x="47" y="3"/>
                    <a:pt x="46" y="0"/>
                    <a:pt x="45" y="1"/>
                  </a:cubicBezTo>
                  <a:cubicBezTo>
                    <a:pt x="43" y="1"/>
                    <a:pt x="43" y="3"/>
                    <a:pt x="42" y="4"/>
                  </a:cubicBezTo>
                  <a:cubicBezTo>
                    <a:pt x="41" y="5"/>
                    <a:pt x="39" y="4"/>
                    <a:pt x="36" y="3"/>
                  </a:cubicBezTo>
                  <a:cubicBezTo>
                    <a:pt x="34" y="2"/>
                    <a:pt x="33" y="2"/>
                    <a:pt x="31" y="4"/>
                  </a:cubicBezTo>
                  <a:cubicBezTo>
                    <a:pt x="30" y="5"/>
                    <a:pt x="29" y="6"/>
                    <a:pt x="28" y="5"/>
                  </a:cubicBezTo>
                  <a:cubicBezTo>
                    <a:pt x="26" y="4"/>
                    <a:pt x="25" y="2"/>
                    <a:pt x="24" y="3"/>
                  </a:cubicBezTo>
                  <a:cubicBezTo>
                    <a:pt x="23" y="4"/>
                    <a:pt x="21" y="6"/>
                    <a:pt x="20" y="6"/>
                  </a:cubicBezTo>
                  <a:cubicBezTo>
                    <a:pt x="20" y="6"/>
                    <a:pt x="18" y="5"/>
                    <a:pt x="16" y="6"/>
                  </a:cubicBezTo>
                  <a:cubicBezTo>
                    <a:pt x="14" y="7"/>
                    <a:pt x="15" y="11"/>
                    <a:pt x="14" y="11"/>
                  </a:cubicBezTo>
                  <a:cubicBezTo>
                    <a:pt x="12" y="12"/>
                    <a:pt x="11" y="12"/>
                    <a:pt x="9" y="13"/>
                  </a:cubicBezTo>
                  <a:cubicBezTo>
                    <a:pt x="7" y="14"/>
                    <a:pt x="2" y="15"/>
                    <a:pt x="2" y="17"/>
                  </a:cubicBezTo>
                  <a:cubicBezTo>
                    <a:pt x="2" y="18"/>
                    <a:pt x="1" y="17"/>
                    <a:pt x="1" y="21"/>
                  </a:cubicBezTo>
                  <a:cubicBezTo>
                    <a:pt x="2" y="25"/>
                    <a:pt x="1" y="26"/>
                    <a:pt x="1" y="29"/>
                  </a:cubicBezTo>
                  <a:cubicBezTo>
                    <a:pt x="1" y="32"/>
                    <a:pt x="0" y="33"/>
                    <a:pt x="2" y="3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A6C7369C-E66A-809C-E1FD-58253A1FC2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07704" y="3476051"/>
              <a:ext cx="104369" cy="70519"/>
            </a:xfrm>
            <a:custGeom>
              <a:avLst/>
              <a:gdLst>
                <a:gd name="T0" fmla="*/ 69 w 96"/>
                <a:gd name="T1" fmla="*/ 56 h 66"/>
                <a:gd name="T2" fmla="*/ 63 w 96"/>
                <a:gd name="T3" fmla="*/ 49 h 66"/>
                <a:gd name="T4" fmla="*/ 53 w 96"/>
                <a:gd name="T5" fmla="*/ 41 h 66"/>
                <a:gd name="T6" fmla="*/ 45 w 96"/>
                <a:gd name="T7" fmla="*/ 36 h 66"/>
                <a:gd name="T8" fmla="*/ 37 w 96"/>
                <a:gd name="T9" fmla="*/ 26 h 66"/>
                <a:gd name="T10" fmla="*/ 28 w 96"/>
                <a:gd name="T11" fmla="*/ 20 h 66"/>
                <a:gd name="T12" fmla="*/ 19 w 96"/>
                <a:gd name="T13" fmla="*/ 15 h 66"/>
                <a:gd name="T14" fmla="*/ 15 w 96"/>
                <a:gd name="T15" fmla="*/ 13 h 66"/>
                <a:gd name="T16" fmla="*/ 13 w 96"/>
                <a:gd name="T17" fmla="*/ 12 h 66"/>
                <a:gd name="T18" fmla="*/ 10 w 96"/>
                <a:gd name="T19" fmla="*/ 11 h 66"/>
                <a:gd name="T20" fmla="*/ 10 w 96"/>
                <a:gd name="T21" fmla="*/ 13 h 66"/>
                <a:gd name="T22" fmla="*/ 12 w 96"/>
                <a:gd name="T23" fmla="*/ 17 h 66"/>
                <a:gd name="T24" fmla="*/ 17 w 96"/>
                <a:gd name="T25" fmla="*/ 25 h 66"/>
                <a:gd name="T26" fmla="*/ 26 w 96"/>
                <a:gd name="T27" fmla="*/ 32 h 66"/>
                <a:gd name="T28" fmla="*/ 33 w 96"/>
                <a:gd name="T29" fmla="*/ 40 h 66"/>
                <a:gd name="T30" fmla="*/ 42 w 96"/>
                <a:gd name="T31" fmla="*/ 44 h 66"/>
                <a:gd name="T32" fmla="*/ 53 w 96"/>
                <a:gd name="T33" fmla="*/ 52 h 66"/>
                <a:gd name="T34" fmla="*/ 63 w 96"/>
                <a:gd name="T35" fmla="*/ 58 h 66"/>
                <a:gd name="T36" fmla="*/ 69 w 96"/>
                <a:gd name="T37" fmla="*/ 56 h 66"/>
                <a:gd name="T38" fmla="*/ 88 w 96"/>
                <a:gd name="T39" fmla="*/ 38 h 66"/>
                <a:gd name="T40" fmla="*/ 88 w 96"/>
                <a:gd name="T41" fmla="*/ 43 h 66"/>
                <a:gd name="T42" fmla="*/ 91 w 96"/>
                <a:gd name="T43" fmla="*/ 44 h 66"/>
                <a:gd name="T44" fmla="*/ 93 w 96"/>
                <a:gd name="T45" fmla="*/ 42 h 66"/>
                <a:gd name="T46" fmla="*/ 95 w 96"/>
                <a:gd name="T47" fmla="*/ 39 h 66"/>
                <a:gd name="T48" fmla="*/ 88 w 96"/>
                <a:gd name="T49" fmla="*/ 38 h 66"/>
                <a:gd name="T50" fmla="*/ 60 w 96"/>
                <a:gd name="T51" fmla="*/ 24 h 66"/>
                <a:gd name="T52" fmla="*/ 63 w 96"/>
                <a:gd name="T53" fmla="*/ 22 h 66"/>
                <a:gd name="T54" fmla="*/ 66 w 96"/>
                <a:gd name="T55" fmla="*/ 19 h 66"/>
                <a:gd name="T56" fmla="*/ 62 w 96"/>
                <a:gd name="T57" fmla="*/ 17 h 66"/>
                <a:gd name="T58" fmla="*/ 61 w 96"/>
                <a:gd name="T59" fmla="*/ 20 h 66"/>
                <a:gd name="T60" fmla="*/ 60 w 96"/>
                <a:gd name="T61" fmla="*/ 24 h 66"/>
                <a:gd name="T62" fmla="*/ 79 w 96"/>
                <a:gd name="T63" fmla="*/ 30 h 66"/>
                <a:gd name="T64" fmla="*/ 77 w 96"/>
                <a:gd name="T65" fmla="*/ 25 h 66"/>
                <a:gd name="T66" fmla="*/ 73 w 96"/>
                <a:gd name="T67" fmla="*/ 27 h 66"/>
                <a:gd name="T68" fmla="*/ 73 w 96"/>
                <a:gd name="T69" fmla="*/ 29 h 66"/>
                <a:gd name="T70" fmla="*/ 75 w 96"/>
                <a:gd name="T71" fmla="*/ 32 h 66"/>
                <a:gd name="T72" fmla="*/ 79 w 96"/>
                <a:gd name="T73" fmla="*/ 33 h 66"/>
                <a:gd name="T74" fmla="*/ 79 w 96"/>
                <a:gd name="T75" fmla="*/ 30 h 66"/>
                <a:gd name="T76" fmla="*/ 81 w 96"/>
                <a:gd name="T77" fmla="*/ 66 h 66"/>
                <a:gd name="T78" fmla="*/ 82 w 96"/>
                <a:gd name="T79" fmla="*/ 64 h 66"/>
                <a:gd name="T80" fmla="*/ 79 w 96"/>
                <a:gd name="T81" fmla="*/ 64 h 66"/>
                <a:gd name="T82" fmla="*/ 81 w 96"/>
                <a:gd name="T83" fmla="*/ 66 h 66"/>
                <a:gd name="T84" fmla="*/ 1 w 96"/>
                <a:gd name="T85" fmla="*/ 1 h 66"/>
                <a:gd name="T86" fmla="*/ 1 w 96"/>
                <a:gd name="T87" fmla="*/ 4 h 66"/>
                <a:gd name="T88" fmla="*/ 3 w 96"/>
                <a:gd name="T89" fmla="*/ 4 h 66"/>
                <a:gd name="T90" fmla="*/ 3 w 96"/>
                <a:gd name="T91" fmla="*/ 2 h 66"/>
                <a:gd name="T92" fmla="*/ 1 w 96"/>
                <a:gd name="T93" fmla="*/ 1 h 66"/>
                <a:gd name="T94" fmla="*/ 43 w 96"/>
                <a:gd name="T95" fmla="*/ 5 h 66"/>
                <a:gd name="T96" fmla="*/ 40 w 96"/>
                <a:gd name="T97" fmla="*/ 3 h 66"/>
                <a:gd name="T98" fmla="*/ 40 w 96"/>
                <a:gd name="T99" fmla="*/ 6 h 66"/>
                <a:gd name="T100" fmla="*/ 43 w 96"/>
                <a:gd name="T101" fmla="*/ 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6" h="66">
                  <a:moveTo>
                    <a:pt x="69" y="56"/>
                  </a:moveTo>
                  <a:cubicBezTo>
                    <a:pt x="70" y="54"/>
                    <a:pt x="66" y="50"/>
                    <a:pt x="63" y="49"/>
                  </a:cubicBezTo>
                  <a:cubicBezTo>
                    <a:pt x="60" y="48"/>
                    <a:pt x="55" y="44"/>
                    <a:pt x="53" y="41"/>
                  </a:cubicBezTo>
                  <a:cubicBezTo>
                    <a:pt x="51" y="39"/>
                    <a:pt x="49" y="39"/>
                    <a:pt x="45" y="36"/>
                  </a:cubicBezTo>
                  <a:cubicBezTo>
                    <a:pt x="41" y="32"/>
                    <a:pt x="39" y="29"/>
                    <a:pt x="37" y="26"/>
                  </a:cubicBezTo>
                  <a:cubicBezTo>
                    <a:pt x="35" y="23"/>
                    <a:pt x="30" y="22"/>
                    <a:pt x="28" y="20"/>
                  </a:cubicBezTo>
                  <a:cubicBezTo>
                    <a:pt x="25" y="19"/>
                    <a:pt x="21" y="16"/>
                    <a:pt x="19" y="15"/>
                  </a:cubicBezTo>
                  <a:cubicBezTo>
                    <a:pt x="17" y="14"/>
                    <a:pt x="16" y="14"/>
                    <a:pt x="15" y="13"/>
                  </a:cubicBezTo>
                  <a:cubicBezTo>
                    <a:pt x="14" y="12"/>
                    <a:pt x="14" y="12"/>
                    <a:pt x="13" y="12"/>
                  </a:cubicBezTo>
                  <a:cubicBezTo>
                    <a:pt x="12" y="12"/>
                    <a:pt x="11" y="11"/>
                    <a:pt x="10" y="11"/>
                  </a:cubicBezTo>
                  <a:cubicBezTo>
                    <a:pt x="10" y="12"/>
                    <a:pt x="9" y="12"/>
                    <a:pt x="10" y="13"/>
                  </a:cubicBezTo>
                  <a:cubicBezTo>
                    <a:pt x="11" y="14"/>
                    <a:pt x="11" y="15"/>
                    <a:pt x="12" y="17"/>
                  </a:cubicBezTo>
                  <a:cubicBezTo>
                    <a:pt x="15" y="20"/>
                    <a:pt x="14" y="22"/>
                    <a:pt x="17" y="25"/>
                  </a:cubicBezTo>
                  <a:cubicBezTo>
                    <a:pt x="20" y="28"/>
                    <a:pt x="23" y="28"/>
                    <a:pt x="26" y="32"/>
                  </a:cubicBezTo>
                  <a:cubicBezTo>
                    <a:pt x="29" y="35"/>
                    <a:pt x="29" y="36"/>
                    <a:pt x="33" y="40"/>
                  </a:cubicBezTo>
                  <a:cubicBezTo>
                    <a:pt x="37" y="43"/>
                    <a:pt x="38" y="44"/>
                    <a:pt x="42" y="44"/>
                  </a:cubicBezTo>
                  <a:cubicBezTo>
                    <a:pt x="45" y="45"/>
                    <a:pt x="50" y="49"/>
                    <a:pt x="53" y="52"/>
                  </a:cubicBezTo>
                  <a:cubicBezTo>
                    <a:pt x="55" y="56"/>
                    <a:pt x="59" y="57"/>
                    <a:pt x="63" y="58"/>
                  </a:cubicBezTo>
                  <a:cubicBezTo>
                    <a:pt x="67" y="59"/>
                    <a:pt x="69" y="59"/>
                    <a:pt x="69" y="56"/>
                  </a:cubicBezTo>
                  <a:close/>
                  <a:moveTo>
                    <a:pt x="88" y="38"/>
                  </a:moveTo>
                  <a:cubicBezTo>
                    <a:pt x="87" y="40"/>
                    <a:pt x="87" y="41"/>
                    <a:pt x="88" y="43"/>
                  </a:cubicBezTo>
                  <a:cubicBezTo>
                    <a:pt x="89" y="44"/>
                    <a:pt x="90" y="45"/>
                    <a:pt x="91" y="44"/>
                  </a:cubicBezTo>
                  <a:cubicBezTo>
                    <a:pt x="92" y="44"/>
                    <a:pt x="91" y="43"/>
                    <a:pt x="93" y="42"/>
                  </a:cubicBezTo>
                  <a:cubicBezTo>
                    <a:pt x="94" y="41"/>
                    <a:pt x="96" y="41"/>
                    <a:pt x="95" y="39"/>
                  </a:cubicBezTo>
                  <a:cubicBezTo>
                    <a:pt x="93" y="38"/>
                    <a:pt x="90" y="36"/>
                    <a:pt x="88" y="38"/>
                  </a:cubicBezTo>
                  <a:close/>
                  <a:moveTo>
                    <a:pt x="60" y="24"/>
                  </a:moveTo>
                  <a:cubicBezTo>
                    <a:pt x="61" y="24"/>
                    <a:pt x="63" y="23"/>
                    <a:pt x="63" y="22"/>
                  </a:cubicBezTo>
                  <a:cubicBezTo>
                    <a:pt x="63" y="21"/>
                    <a:pt x="66" y="20"/>
                    <a:pt x="66" y="19"/>
                  </a:cubicBezTo>
                  <a:cubicBezTo>
                    <a:pt x="65" y="17"/>
                    <a:pt x="62" y="15"/>
                    <a:pt x="62" y="17"/>
                  </a:cubicBezTo>
                  <a:cubicBezTo>
                    <a:pt x="61" y="18"/>
                    <a:pt x="62" y="19"/>
                    <a:pt x="61" y="20"/>
                  </a:cubicBezTo>
                  <a:cubicBezTo>
                    <a:pt x="60" y="22"/>
                    <a:pt x="59" y="24"/>
                    <a:pt x="60" y="24"/>
                  </a:cubicBezTo>
                  <a:close/>
                  <a:moveTo>
                    <a:pt x="79" y="30"/>
                  </a:moveTo>
                  <a:cubicBezTo>
                    <a:pt x="78" y="27"/>
                    <a:pt x="78" y="26"/>
                    <a:pt x="77" y="25"/>
                  </a:cubicBezTo>
                  <a:cubicBezTo>
                    <a:pt x="75" y="25"/>
                    <a:pt x="73" y="24"/>
                    <a:pt x="73" y="27"/>
                  </a:cubicBezTo>
                  <a:cubicBezTo>
                    <a:pt x="73" y="28"/>
                    <a:pt x="72" y="28"/>
                    <a:pt x="73" y="29"/>
                  </a:cubicBezTo>
                  <a:cubicBezTo>
                    <a:pt x="73" y="31"/>
                    <a:pt x="73" y="31"/>
                    <a:pt x="75" y="32"/>
                  </a:cubicBezTo>
                  <a:cubicBezTo>
                    <a:pt x="77" y="34"/>
                    <a:pt x="79" y="35"/>
                    <a:pt x="79" y="33"/>
                  </a:cubicBezTo>
                  <a:cubicBezTo>
                    <a:pt x="80" y="32"/>
                    <a:pt x="80" y="32"/>
                    <a:pt x="79" y="30"/>
                  </a:cubicBezTo>
                  <a:close/>
                  <a:moveTo>
                    <a:pt x="81" y="66"/>
                  </a:moveTo>
                  <a:cubicBezTo>
                    <a:pt x="82" y="65"/>
                    <a:pt x="83" y="65"/>
                    <a:pt x="82" y="64"/>
                  </a:cubicBezTo>
                  <a:cubicBezTo>
                    <a:pt x="81" y="63"/>
                    <a:pt x="78" y="61"/>
                    <a:pt x="79" y="64"/>
                  </a:cubicBezTo>
                  <a:cubicBezTo>
                    <a:pt x="80" y="65"/>
                    <a:pt x="80" y="66"/>
                    <a:pt x="81" y="66"/>
                  </a:cubicBezTo>
                  <a:close/>
                  <a:moveTo>
                    <a:pt x="1" y="1"/>
                  </a:moveTo>
                  <a:cubicBezTo>
                    <a:pt x="0" y="2"/>
                    <a:pt x="1" y="3"/>
                    <a:pt x="1" y="4"/>
                  </a:cubicBezTo>
                  <a:cubicBezTo>
                    <a:pt x="2" y="5"/>
                    <a:pt x="2" y="5"/>
                    <a:pt x="3" y="4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3" y="0"/>
                    <a:pt x="1" y="0"/>
                    <a:pt x="1" y="1"/>
                  </a:cubicBezTo>
                  <a:close/>
                  <a:moveTo>
                    <a:pt x="43" y="5"/>
                  </a:moveTo>
                  <a:cubicBezTo>
                    <a:pt x="43" y="4"/>
                    <a:pt x="41" y="2"/>
                    <a:pt x="40" y="3"/>
                  </a:cubicBezTo>
                  <a:cubicBezTo>
                    <a:pt x="40" y="4"/>
                    <a:pt x="38" y="5"/>
                    <a:pt x="40" y="6"/>
                  </a:cubicBezTo>
                  <a:cubicBezTo>
                    <a:pt x="42" y="6"/>
                    <a:pt x="43" y="6"/>
                    <a:pt x="43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4C604718-5FEC-218C-E033-A6A4BF98E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1135" y="2438006"/>
              <a:ext cx="100137" cy="121293"/>
            </a:xfrm>
            <a:custGeom>
              <a:avLst/>
              <a:gdLst>
                <a:gd name="T0" fmla="*/ 89 w 91"/>
                <a:gd name="T1" fmla="*/ 109 h 113"/>
                <a:gd name="T2" fmla="*/ 91 w 91"/>
                <a:gd name="T3" fmla="*/ 108 h 113"/>
                <a:gd name="T4" fmla="*/ 90 w 91"/>
                <a:gd name="T5" fmla="*/ 94 h 113"/>
                <a:gd name="T6" fmla="*/ 88 w 91"/>
                <a:gd name="T7" fmla="*/ 82 h 113"/>
                <a:gd name="T8" fmla="*/ 85 w 91"/>
                <a:gd name="T9" fmla="*/ 67 h 113"/>
                <a:gd name="T10" fmla="*/ 82 w 91"/>
                <a:gd name="T11" fmla="*/ 60 h 113"/>
                <a:gd name="T12" fmla="*/ 80 w 91"/>
                <a:gd name="T13" fmla="*/ 61 h 113"/>
                <a:gd name="T14" fmla="*/ 78 w 91"/>
                <a:gd name="T15" fmla="*/ 71 h 113"/>
                <a:gd name="T16" fmla="*/ 68 w 91"/>
                <a:gd name="T17" fmla="*/ 73 h 113"/>
                <a:gd name="T18" fmla="*/ 61 w 91"/>
                <a:gd name="T19" fmla="*/ 61 h 113"/>
                <a:gd name="T20" fmla="*/ 65 w 91"/>
                <a:gd name="T21" fmla="*/ 50 h 113"/>
                <a:gd name="T22" fmla="*/ 72 w 91"/>
                <a:gd name="T23" fmla="*/ 48 h 113"/>
                <a:gd name="T24" fmla="*/ 76 w 91"/>
                <a:gd name="T25" fmla="*/ 46 h 113"/>
                <a:gd name="T26" fmla="*/ 82 w 91"/>
                <a:gd name="T27" fmla="*/ 40 h 113"/>
                <a:gd name="T28" fmla="*/ 85 w 91"/>
                <a:gd name="T29" fmla="*/ 34 h 113"/>
                <a:gd name="T30" fmla="*/ 86 w 91"/>
                <a:gd name="T31" fmla="*/ 31 h 113"/>
                <a:gd name="T32" fmla="*/ 85 w 91"/>
                <a:gd name="T33" fmla="*/ 31 h 113"/>
                <a:gd name="T34" fmla="*/ 71 w 91"/>
                <a:gd name="T35" fmla="*/ 29 h 113"/>
                <a:gd name="T36" fmla="*/ 62 w 91"/>
                <a:gd name="T37" fmla="*/ 29 h 113"/>
                <a:gd name="T38" fmla="*/ 45 w 91"/>
                <a:gd name="T39" fmla="*/ 28 h 113"/>
                <a:gd name="T40" fmla="*/ 34 w 91"/>
                <a:gd name="T41" fmla="*/ 25 h 113"/>
                <a:gd name="T42" fmla="*/ 33 w 91"/>
                <a:gd name="T43" fmla="*/ 11 h 113"/>
                <a:gd name="T44" fmla="*/ 33 w 91"/>
                <a:gd name="T45" fmla="*/ 7 h 113"/>
                <a:gd name="T46" fmla="*/ 32 w 91"/>
                <a:gd name="T47" fmla="*/ 6 h 113"/>
                <a:gd name="T48" fmla="*/ 27 w 91"/>
                <a:gd name="T49" fmla="*/ 10 h 113"/>
                <a:gd name="T50" fmla="*/ 20 w 91"/>
                <a:gd name="T51" fmla="*/ 4 h 113"/>
                <a:gd name="T52" fmla="*/ 20 w 91"/>
                <a:gd name="T53" fmla="*/ 3 h 113"/>
                <a:gd name="T54" fmla="*/ 18 w 91"/>
                <a:gd name="T55" fmla="*/ 3 h 113"/>
                <a:gd name="T56" fmla="*/ 18 w 91"/>
                <a:gd name="T57" fmla="*/ 3 h 113"/>
                <a:gd name="T58" fmla="*/ 8 w 91"/>
                <a:gd name="T59" fmla="*/ 0 h 113"/>
                <a:gd name="T60" fmla="*/ 4 w 91"/>
                <a:gd name="T61" fmla="*/ 6 h 113"/>
                <a:gd name="T62" fmla="*/ 2 w 91"/>
                <a:gd name="T63" fmla="*/ 9 h 113"/>
                <a:gd name="T64" fmla="*/ 2 w 91"/>
                <a:gd name="T65" fmla="*/ 10 h 113"/>
                <a:gd name="T66" fmla="*/ 3 w 91"/>
                <a:gd name="T67" fmla="*/ 12 h 113"/>
                <a:gd name="T68" fmla="*/ 8 w 91"/>
                <a:gd name="T69" fmla="*/ 17 h 113"/>
                <a:gd name="T70" fmla="*/ 13 w 91"/>
                <a:gd name="T71" fmla="*/ 19 h 113"/>
                <a:gd name="T72" fmla="*/ 19 w 91"/>
                <a:gd name="T73" fmla="*/ 24 h 113"/>
                <a:gd name="T74" fmla="*/ 16 w 91"/>
                <a:gd name="T75" fmla="*/ 28 h 113"/>
                <a:gd name="T76" fmla="*/ 9 w 91"/>
                <a:gd name="T77" fmla="*/ 29 h 113"/>
                <a:gd name="T78" fmla="*/ 2 w 91"/>
                <a:gd name="T79" fmla="*/ 35 h 113"/>
                <a:gd name="T80" fmla="*/ 3 w 91"/>
                <a:gd name="T81" fmla="*/ 41 h 113"/>
                <a:gd name="T82" fmla="*/ 10 w 91"/>
                <a:gd name="T83" fmla="*/ 45 h 113"/>
                <a:gd name="T84" fmla="*/ 13 w 91"/>
                <a:gd name="T85" fmla="*/ 52 h 113"/>
                <a:gd name="T86" fmla="*/ 12 w 91"/>
                <a:gd name="T87" fmla="*/ 61 h 113"/>
                <a:gd name="T88" fmla="*/ 17 w 91"/>
                <a:gd name="T89" fmla="*/ 70 h 113"/>
                <a:gd name="T90" fmla="*/ 18 w 91"/>
                <a:gd name="T91" fmla="*/ 80 h 113"/>
                <a:gd name="T92" fmla="*/ 21 w 91"/>
                <a:gd name="T93" fmla="*/ 101 h 113"/>
                <a:gd name="T94" fmla="*/ 24 w 91"/>
                <a:gd name="T95" fmla="*/ 99 h 113"/>
                <a:gd name="T96" fmla="*/ 30 w 91"/>
                <a:gd name="T97" fmla="*/ 91 h 113"/>
                <a:gd name="T98" fmla="*/ 37 w 91"/>
                <a:gd name="T99" fmla="*/ 97 h 113"/>
                <a:gd name="T100" fmla="*/ 41 w 91"/>
                <a:gd name="T101" fmla="*/ 92 h 113"/>
                <a:gd name="T102" fmla="*/ 47 w 91"/>
                <a:gd name="T103" fmla="*/ 94 h 113"/>
                <a:gd name="T104" fmla="*/ 53 w 91"/>
                <a:gd name="T105" fmla="*/ 93 h 113"/>
                <a:gd name="T106" fmla="*/ 52 w 91"/>
                <a:gd name="T107" fmla="*/ 82 h 113"/>
                <a:gd name="T108" fmla="*/ 48 w 91"/>
                <a:gd name="T109" fmla="*/ 77 h 113"/>
                <a:gd name="T110" fmla="*/ 49 w 91"/>
                <a:gd name="T111" fmla="*/ 68 h 113"/>
                <a:gd name="T112" fmla="*/ 47 w 91"/>
                <a:gd name="T113" fmla="*/ 56 h 113"/>
                <a:gd name="T114" fmla="*/ 53 w 91"/>
                <a:gd name="T115" fmla="*/ 65 h 113"/>
                <a:gd name="T116" fmla="*/ 55 w 91"/>
                <a:gd name="T117" fmla="*/ 78 h 113"/>
                <a:gd name="T118" fmla="*/ 68 w 91"/>
                <a:gd name="T119" fmla="*/ 78 h 113"/>
                <a:gd name="T120" fmla="*/ 74 w 91"/>
                <a:gd name="T121" fmla="*/ 88 h 113"/>
                <a:gd name="T122" fmla="*/ 77 w 91"/>
                <a:gd name="T123" fmla="*/ 99 h 113"/>
                <a:gd name="T124" fmla="*/ 81 w 91"/>
                <a:gd name="T12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1" h="113">
                  <a:moveTo>
                    <a:pt x="85" y="109"/>
                  </a:moveTo>
                  <a:cubicBezTo>
                    <a:pt x="87" y="108"/>
                    <a:pt x="87" y="108"/>
                    <a:pt x="88" y="109"/>
                  </a:cubicBezTo>
                  <a:cubicBezTo>
                    <a:pt x="89" y="109"/>
                    <a:pt x="89" y="109"/>
                    <a:pt x="89" y="109"/>
                  </a:cubicBezTo>
                  <a:cubicBezTo>
                    <a:pt x="90" y="109"/>
                    <a:pt x="90" y="109"/>
                    <a:pt x="91" y="108"/>
                  </a:cubicBezTo>
                  <a:cubicBezTo>
                    <a:pt x="91" y="108"/>
                    <a:pt x="91" y="108"/>
                    <a:pt x="91" y="108"/>
                  </a:cubicBezTo>
                  <a:cubicBezTo>
                    <a:pt x="91" y="108"/>
                    <a:pt x="91" y="108"/>
                    <a:pt x="91" y="108"/>
                  </a:cubicBezTo>
                  <a:cubicBezTo>
                    <a:pt x="91" y="108"/>
                    <a:pt x="91" y="107"/>
                    <a:pt x="91" y="105"/>
                  </a:cubicBezTo>
                  <a:cubicBezTo>
                    <a:pt x="91" y="103"/>
                    <a:pt x="91" y="101"/>
                    <a:pt x="90" y="100"/>
                  </a:cubicBezTo>
                  <a:cubicBezTo>
                    <a:pt x="90" y="97"/>
                    <a:pt x="90" y="96"/>
                    <a:pt x="90" y="94"/>
                  </a:cubicBezTo>
                  <a:cubicBezTo>
                    <a:pt x="90" y="93"/>
                    <a:pt x="91" y="93"/>
                    <a:pt x="91" y="92"/>
                  </a:cubicBezTo>
                  <a:cubicBezTo>
                    <a:pt x="91" y="90"/>
                    <a:pt x="91" y="89"/>
                    <a:pt x="90" y="88"/>
                  </a:cubicBezTo>
                  <a:cubicBezTo>
                    <a:pt x="90" y="86"/>
                    <a:pt x="89" y="84"/>
                    <a:pt x="88" y="82"/>
                  </a:cubicBezTo>
                  <a:cubicBezTo>
                    <a:pt x="87" y="79"/>
                    <a:pt x="87" y="77"/>
                    <a:pt x="87" y="76"/>
                  </a:cubicBezTo>
                  <a:cubicBezTo>
                    <a:pt x="86" y="74"/>
                    <a:pt x="86" y="73"/>
                    <a:pt x="86" y="71"/>
                  </a:cubicBezTo>
                  <a:cubicBezTo>
                    <a:pt x="85" y="69"/>
                    <a:pt x="85" y="68"/>
                    <a:pt x="85" y="67"/>
                  </a:cubicBezTo>
                  <a:cubicBezTo>
                    <a:pt x="85" y="66"/>
                    <a:pt x="85" y="64"/>
                    <a:pt x="85" y="63"/>
                  </a:cubicBezTo>
                  <a:cubicBezTo>
                    <a:pt x="85" y="62"/>
                    <a:pt x="84" y="61"/>
                    <a:pt x="84" y="60"/>
                  </a:cubicBezTo>
                  <a:cubicBezTo>
                    <a:pt x="84" y="60"/>
                    <a:pt x="83" y="60"/>
                    <a:pt x="82" y="60"/>
                  </a:cubicBezTo>
                  <a:cubicBezTo>
                    <a:pt x="82" y="60"/>
                    <a:pt x="81" y="60"/>
                    <a:pt x="81" y="60"/>
                  </a:cubicBezTo>
                  <a:cubicBezTo>
                    <a:pt x="81" y="60"/>
                    <a:pt x="81" y="60"/>
                    <a:pt x="81" y="60"/>
                  </a:cubicBezTo>
                  <a:cubicBezTo>
                    <a:pt x="81" y="60"/>
                    <a:pt x="81" y="60"/>
                    <a:pt x="80" y="61"/>
                  </a:cubicBezTo>
                  <a:cubicBezTo>
                    <a:pt x="80" y="61"/>
                    <a:pt x="80" y="62"/>
                    <a:pt x="80" y="63"/>
                  </a:cubicBezTo>
                  <a:cubicBezTo>
                    <a:pt x="79" y="65"/>
                    <a:pt x="79" y="67"/>
                    <a:pt x="78" y="69"/>
                  </a:cubicBezTo>
                  <a:cubicBezTo>
                    <a:pt x="78" y="70"/>
                    <a:pt x="78" y="70"/>
                    <a:pt x="78" y="71"/>
                  </a:cubicBezTo>
                  <a:cubicBezTo>
                    <a:pt x="77" y="73"/>
                    <a:pt x="76" y="74"/>
                    <a:pt x="75" y="75"/>
                  </a:cubicBezTo>
                  <a:cubicBezTo>
                    <a:pt x="74" y="75"/>
                    <a:pt x="73" y="75"/>
                    <a:pt x="71" y="75"/>
                  </a:cubicBezTo>
                  <a:cubicBezTo>
                    <a:pt x="70" y="75"/>
                    <a:pt x="69" y="74"/>
                    <a:pt x="68" y="73"/>
                  </a:cubicBezTo>
                  <a:cubicBezTo>
                    <a:pt x="66" y="72"/>
                    <a:pt x="64" y="69"/>
                    <a:pt x="63" y="67"/>
                  </a:cubicBezTo>
                  <a:cubicBezTo>
                    <a:pt x="63" y="66"/>
                    <a:pt x="63" y="66"/>
                    <a:pt x="62" y="66"/>
                  </a:cubicBezTo>
                  <a:cubicBezTo>
                    <a:pt x="62" y="64"/>
                    <a:pt x="62" y="63"/>
                    <a:pt x="61" y="61"/>
                  </a:cubicBezTo>
                  <a:cubicBezTo>
                    <a:pt x="61" y="60"/>
                    <a:pt x="62" y="58"/>
                    <a:pt x="62" y="57"/>
                  </a:cubicBezTo>
                  <a:cubicBezTo>
                    <a:pt x="62" y="53"/>
                    <a:pt x="63" y="52"/>
                    <a:pt x="65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7" y="50"/>
                    <a:pt x="68" y="49"/>
                    <a:pt x="69" y="49"/>
                  </a:cubicBezTo>
                  <a:cubicBezTo>
                    <a:pt x="70" y="48"/>
                    <a:pt x="71" y="48"/>
                    <a:pt x="72" y="48"/>
                  </a:cubicBezTo>
                  <a:cubicBezTo>
                    <a:pt x="72" y="48"/>
                    <a:pt x="73" y="48"/>
                    <a:pt x="73" y="48"/>
                  </a:cubicBezTo>
                  <a:cubicBezTo>
                    <a:pt x="74" y="48"/>
                    <a:pt x="74" y="48"/>
                    <a:pt x="75" y="47"/>
                  </a:cubicBezTo>
                  <a:cubicBezTo>
                    <a:pt x="76" y="47"/>
                    <a:pt x="76" y="46"/>
                    <a:pt x="76" y="46"/>
                  </a:cubicBezTo>
                  <a:cubicBezTo>
                    <a:pt x="76" y="45"/>
                    <a:pt x="77" y="45"/>
                    <a:pt x="78" y="44"/>
                  </a:cubicBezTo>
                  <a:cubicBezTo>
                    <a:pt x="79" y="43"/>
                    <a:pt x="79" y="42"/>
                    <a:pt x="80" y="42"/>
                  </a:cubicBezTo>
                  <a:cubicBezTo>
                    <a:pt x="81" y="41"/>
                    <a:pt x="81" y="40"/>
                    <a:pt x="82" y="40"/>
                  </a:cubicBezTo>
                  <a:cubicBezTo>
                    <a:pt x="82" y="39"/>
                    <a:pt x="82" y="38"/>
                    <a:pt x="83" y="37"/>
                  </a:cubicBezTo>
                  <a:cubicBezTo>
                    <a:pt x="83" y="37"/>
                    <a:pt x="83" y="36"/>
                    <a:pt x="84" y="35"/>
                  </a:cubicBezTo>
                  <a:cubicBezTo>
                    <a:pt x="85" y="35"/>
                    <a:pt x="85" y="35"/>
                    <a:pt x="85" y="34"/>
                  </a:cubicBezTo>
                  <a:cubicBezTo>
                    <a:pt x="85" y="34"/>
                    <a:pt x="85" y="34"/>
                    <a:pt x="85" y="34"/>
                  </a:cubicBezTo>
                  <a:cubicBezTo>
                    <a:pt x="86" y="34"/>
                    <a:pt x="87" y="34"/>
                    <a:pt x="87" y="33"/>
                  </a:cubicBezTo>
                  <a:cubicBezTo>
                    <a:pt x="87" y="32"/>
                    <a:pt x="87" y="32"/>
                    <a:pt x="86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3" y="30"/>
                    <a:pt x="82" y="29"/>
                    <a:pt x="78" y="28"/>
                  </a:cubicBezTo>
                  <a:cubicBezTo>
                    <a:pt x="76" y="28"/>
                    <a:pt x="75" y="28"/>
                    <a:pt x="75" y="29"/>
                  </a:cubicBezTo>
                  <a:cubicBezTo>
                    <a:pt x="74" y="29"/>
                    <a:pt x="73" y="29"/>
                    <a:pt x="71" y="29"/>
                  </a:cubicBezTo>
                  <a:cubicBezTo>
                    <a:pt x="69" y="29"/>
                    <a:pt x="67" y="29"/>
                    <a:pt x="67" y="29"/>
                  </a:cubicBezTo>
                  <a:cubicBezTo>
                    <a:pt x="66" y="29"/>
                    <a:pt x="66" y="28"/>
                    <a:pt x="65" y="28"/>
                  </a:cubicBezTo>
                  <a:cubicBezTo>
                    <a:pt x="64" y="28"/>
                    <a:pt x="64" y="29"/>
                    <a:pt x="62" y="29"/>
                  </a:cubicBezTo>
                  <a:cubicBezTo>
                    <a:pt x="61" y="29"/>
                    <a:pt x="60" y="29"/>
                    <a:pt x="58" y="29"/>
                  </a:cubicBezTo>
                  <a:cubicBezTo>
                    <a:pt x="52" y="29"/>
                    <a:pt x="51" y="29"/>
                    <a:pt x="47" y="28"/>
                  </a:cubicBezTo>
                  <a:cubicBezTo>
                    <a:pt x="46" y="28"/>
                    <a:pt x="45" y="28"/>
                    <a:pt x="45" y="28"/>
                  </a:cubicBezTo>
                  <a:cubicBezTo>
                    <a:pt x="42" y="27"/>
                    <a:pt x="41" y="27"/>
                    <a:pt x="40" y="27"/>
                  </a:cubicBezTo>
                  <a:cubicBezTo>
                    <a:pt x="38" y="27"/>
                    <a:pt x="38" y="27"/>
                    <a:pt x="36" y="26"/>
                  </a:cubicBezTo>
                  <a:cubicBezTo>
                    <a:pt x="35" y="26"/>
                    <a:pt x="34" y="25"/>
                    <a:pt x="34" y="25"/>
                  </a:cubicBezTo>
                  <a:cubicBezTo>
                    <a:pt x="33" y="24"/>
                    <a:pt x="32" y="23"/>
                    <a:pt x="32" y="21"/>
                  </a:cubicBezTo>
                  <a:cubicBezTo>
                    <a:pt x="32" y="20"/>
                    <a:pt x="32" y="18"/>
                    <a:pt x="33" y="16"/>
                  </a:cubicBezTo>
                  <a:cubicBezTo>
                    <a:pt x="33" y="14"/>
                    <a:pt x="33" y="12"/>
                    <a:pt x="33" y="11"/>
                  </a:cubicBezTo>
                  <a:cubicBezTo>
                    <a:pt x="33" y="10"/>
                    <a:pt x="33" y="10"/>
                    <a:pt x="33" y="9"/>
                  </a:cubicBezTo>
                  <a:cubicBezTo>
                    <a:pt x="33" y="8"/>
                    <a:pt x="33" y="8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33" y="6"/>
                    <a:pt x="33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7"/>
                    <a:pt x="31" y="7"/>
                  </a:cubicBezTo>
                  <a:cubicBezTo>
                    <a:pt x="31" y="8"/>
                    <a:pt x="30" y="10"/>
                    <a:pt x="27" y="10"/>
                  </a:cubicBezTo>
                  <a:cubicBezTo>
                    <a:pt x="26" y="10"/>
                    <a:pt x="25" y="10"/>
                    <a:pt x="24" y="9"/>
                  </a:cubicBezTo>
                  <a:cubicBezTo>
                    <a:pt x="23" y="9"/>
                    <a:pt x="23" y="8"/>
                    <a:pt x="22" y="7"/>
                  </a:cubicBezTo>
                  <a:cubicBezTo>
                    <a:pt x="21" y="5"/>
                    <a:pt x="21" y="5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4"/>
                    <a:pt x="17" y="5"/>
                    <a:pt x="14" y="4"/>
                  </a:cubicBezTo>
                  <a:cubicBezTo>
                    <a:pt x="13" y="4"/>
                    <a:pt x="12" y="3"/>
                    <a:pt x="11" y="2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8" y="0"/>
                    <a:pt x="8" y="1"/>
                    <a:pt x="8" y="2"/>
                  </a:cubicBezTo>
                  <a:cubicBezTo>
                    <a:pt x="8" y="2"/>
                    <a:pt x="8" y="2"/>
                    <a:pt x="7" y="2"/>
                  </a:cubicBezTo>
                  <a:cubicBezTo>
                    <a:pt x="7" y="4"/>
                    <a:pt x="6" y="4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3" y="7"/>
                    <a:pt x="3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9"/>
                    <a:pt x="2" y="10"/>
                    <a:pt x="2" y="10"/>
                  </a:cubicBezTo>
                  <a:cubicBezTo>
                    <a:pt x="2" y="11"/>
                    <a:pt x="2" y="11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6" y="12"/>
                    <a:pt x="6" y="14"/>
                    <a:pt x="7" y="15"/>
                  </a:cubicBezTo>
                  <a:cubicBezTo>
                    <a:pt x="7" y="16"/>
                    <a:pt x="8" y="17"/>
                    <a:pt x="8" y="17"/>
                  </a:cubicBezTo>
                  <a:cubicBezTo>
                    <a:pt x="9" y="18"/>
                    <a:pt x="10" y="18"/>
                    <a:pt x="12" y="19"/>
                  </a:cubicBezTo>
                  <a:cubicBezTo>
                    <a:pt x="12" y="19"/>
                    <a:pt x="12" y="19"/>
                    <a:pt x="13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5" y="19"/>
                    <a:pt x="16" y="20"/>
                    <a:pt x="17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8" y="23"/>
                    <a:pt x="18" y="23"/>
                    <a:pt x="19" y="24"/>
                  </a:cubicBezTo>
                  <a:cubicBezTo>
                    <a:pt x="19" y="24"/>
                    <a:pt x="19" y="25"/>
                    <a:pt x="19" y="25"/>
                  </a:cubicBezTo>
                  <a:cubicBezTo>
                    <a:pt x="19" y="26"/>
                    <a:pt x="18" y="26"/>
                    <a:pt x="18" y="27"/>
                  </a:cubicBezTo>
                  <a:cubicBezTo>
                    <a:pt x="18" y="27"/>
                    <a:pt x="17" y="28"/>
                    <a:pt x="16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8"/>
                    <a:pt x="14" y="28"/>
                    <a:pt x="13" y="28"/>
                  </a:cubicBezTo>
                  <a:cubicBezTo>
                    <a:pt x="11" y="28"/>
                    <a:pt x="10" y="28"/>
                    <a:pt x="9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7" y="31"/>
                    <a:pt x="6" y="33"/>
                  </a:cubicBezTo>
                  <a:cubicBezTo>
                    <a:pt x="4" y="34"/>
                    <a:pt x="3" y="35"/>
                    <a:pt x="2" y="35"/>
                  </a:cubicBezTo>
                  <a:cubicBezTo>
                    <a:pt x="2" y="35"/>
                    <a:pt x="1" y="35"/>
                    <a:pt x="1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7"/>
                    <a:pt x="1" y="38"/>
                    <a:pt x="3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6" y="44"/>
                    <a:pt x="8" y="44"/>
                    <a:pt x="10" y="45"/>
                  </a:cubicBezTo>
                  <a:cubicBezTo>
                    <a:pt x="11" y="45"/>
                    <a:pt x="12" y="45"/>
                    <a:pt x="13" y="46"/>
                  </a:cubicBezTo>
                  <a:cubicBezTo>
                    <a:pt x="15" y="48"/>
                    <a:pt x="14" y="49"/>
                    <a:pt x="13" y="52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2" y="55"/>
                    <a:pt x="12" y="57"/>
                    <a:pt x="12" y="58"/>
                  </a:cubicBezTo>
                  <a:cubicBezTo>
                    <a:pt x="12" y="59"/>
                    <a:pt x="12" y="60"/>
                    <a:pt x="12" y="61"/>
                  </a:cubicBezTo>
                  <a:cubicBezTo>
                    <a:pt x="12" y="61"/>
                    <a:pt x="12" y="61"/>
                    <a:pt x="13" y="62"/>
                  </a:cubicBezTo>
                  <a:cubicBezTo>
                    <a:pt x="14" y="63"/>
                    <a:pt x="15" y="64"/>
                    <a:pt x="15" y="66"/>
                  </a:cubicBezTo>
                  <a:cubicBezTo>
                    <a:pt x="15" y="68"/>
                    <a:pt x="16" y="69"/>
                    <a:pt x="17" y="70"/>
                  </a:cubicBezTo>
                  <a:cubicBezTo>
                    <a:pt x="17" y="71"/>
                    <a:pt x="17" y="71"/>
                    <a:pt x="18" y="71"/>
                  </a:cubicBezTo>
                  <a:cubicBezTo>
                    <a:pt x="19" y="73"/>
                    <a:pt x="19" y="74"/>
                    <a:pt x="18" y="75"/>
                  </a:cubicBezTo>
                  <a:cubicBezTo>
                    <a:pt x="18" y="76"/>
                    <a:pt x="18" y="78"/>
                    <a:pt x="18" y="80"/>
                  </a:cubicBezTo>
                  <a:cubicBezTo>
                    <a:pt x="19" y="82"/>
                    <a:pt x="19" y="85"/>
                    <a:pt x="19" y="87"/>
                  </a:cubicBezTo>
                  <a:cubicBezTo>
                    <a:pt x="19" y="89"/>
                    <a:pt x="20" y="91"/>
                    <a:pt x="20" y="93"/>
                  </a:cubicBezTo>
                  <a:cubicBezTo>
                    <a:pt x="21" y="96"/>
                    <a:pt x="21" y="99"/>
                    <a:pt x="21" y="101"/>
                  </a:cubicBezTo>
                  <a:cubicBezTo>
                    <a:pt x="21" y="102"/>
                    <a:pt x="21" y="102"/>
                    <a:pt x="21" y="103"/>
                  </a:cubicBezTo>
                  <a:cubicBezTo>
                    <a:pt x="21" y="103"/>
                    <a:pt x="22" y="103"/>
                    <a:pt x="22" y="102"/>
                  </a:cubicBezTo>
                  <a:cubicBezTo>
                    <a:pt x="23" y="101"/>
                    <a:pt x="23" y="100"/>
                    <a:pt x="24" y="99"/>
                  </a:cubicBezTo>
                  <a:cubicBezTo>
                    <a:pt x="25" y="98"/>
                    <a:pt x="27" y="100"/>
                    <a:pt x="27" y="99"/>
                  </a:cubicBezTo>
                  <a:cubicBezTo>
                    <a:pt x="28" y="98"/>
                    <a:pt x="26" y="94"/>
                    <a:pt x="27" y="92"/>
                  </a:cubicBezTo>
                  <a:cubicBezTo>
                    <a:pt x="28" y="90"/>
                    <a:pt x="29" y="90"/>
                    <a:pt x="30" y="91"/>
                  </a:cubicBezTo>
                  <a:cubicBezTo>
                    <a:pt x="31" y="92"/>
                    <a:pt x="31" y="94"/>
                    <a:pt x="31" y="95"/>
                  </a:cubicBezTo>
                  <a:cubicBezTo>
                    <a:pt x="31" y="97"/>
                    <a:pt x="31" y="97"/>
                    <a:pt x="32" y="99"/>
                  </a:cubicBezTo>
                  <a:cubicBezTo>
                    <a:pt x="33" y="100"/>
                    <a:pt x="36" y="98"/>
                    <a:pt x="37" y="97"/>
                  </a:cubicBezTo>
                  <a:cubicBezTo>
                    <a:pt x="37" y="95"/>
                    <a:pt x="36" y="92"/>
                    <a:pt x="36" y="90"/>
                  </a:cubicBezTo>
                  <a:cubicBezTo>
                    <a:pt x="35" y="88"/>
                    <a:pt x="37" y="89"/>
                    <a:pt x="38" y="89"/>
                  </a:cubicBezTo>
                  <a:cubicBezTo>
                    <a:pt x="38" y="90"/>
                    <a:pt x="39" y="91"/>
                    <a:pt x="41" y="92"/>
                  </a:cubicBezTo>
                  <a:cubicBezTo>
                    <a:pt x="43" y="93"/>
                    <a:pt x="42" y="93"/>
                    <a:pt x="42" y="94"/>
                  </a:cubicBezTo>
                  <a:cubicBezTo>
                    <a:pt x="42" y="96"/>
                    <a:pt x="41" y="97"/>
                    <a:pt x="44" y="98"/>
                  </a:cubicBezTo>
                  <a:cubicBezTo>
                    <a:pt x="46" y="98"/>
                    <a:pt x="45" y="96"/>
                    <a:pt x="47" y="94"/>
                  </a:cubicBezTo>
                  <a:cubicBezTo>
                    <a:pt x="48" y="92"/>
                    <a:pt x="48" y="91"/>
                    <a:pt x="48" y="90"/>
                  </a:cubicBezTo>
                  <a:cubicBezTo>
                    <a:pt x="48" y="89"/>
                    <a:pt x="50" y="89"/>
                    <a:pt x="51" y="91"/>
                  </a:cubicBezTo>
                  <a:cubicBezTo>
                    <a:pt x="52" y="93"/>
                    <a:pt x="53" y="93"/>
                    <a:pt x="53" y="93"/>
                  </a:cubicBezTo>
                  <a:cubicBezTo>
                    <a:pt x="54" y="93"/>
                    <a:pt x="55" y="92"/>
                    <a:pt x="56" y="91"/>
                  </a:cubicBezTo>
                  <a:cubicBezTo>
                    <a:pt x="56" y="89"/>
                    <a:pt x="56" y="86"/>
                    <a:pt x="56" y="85"/>
                  </a:cubicBezTo>
                  <a:cubicBezTo>
                    <a:pt x="56" y="83"/>
                    <a:pt x="54" y="82"/>
                    <a:pt x="52" y="82"/>
                  </a:cubicBezTo>
                  <a:cubicBezTo>
                    <a:pt x="50" y="83"/>
                    <a:pt x="50" y="82"/>
                    <a:pt x="48" y="82"/>
                  </a:cubicBezTo>
                  <a:cubicBezTo>
                    <a:pt x="46" y="82"/>
                    <a:pt x="47" y="81"/>
                    <a:pt x="47" y="80"/>
                  </a:cubicBezTo>
                  <a:cubicBezTo>
                    <a:pt x="47" y="79"/>
                    <a:pt x="47" y="78"/>
                    <a:pt x="48" y="77"/>
                  </a:cubicBezTo>
                  <a:cubicBezTo>
                    <a:pt x="49" y="76"/>
                    <a:pt x="48" y="76"/>
                    <a:pt x="47" y="74"/>
                  </a:cubicBezTo>
                  <a:cubicBezTo>
                    <a:pt x="46" y="72"/>
                    <a:pt x="47" y="72"/>
                    <a:pt x="48" y="71"/>
                  </a:cubicBezTo>
                  <a:cubicBezTo>
                    <a:pt x="49" y="70"/>
                    <a:pt x="49" y="69"/>
                    <a:pt x="49" y="68"/>
                  </a:cubicBezTo>
                  <a:cubicBezTo>
                    <a:pt x="48" y="67"/>
                    <a:pt x="47" y="66"/>
                    <a:pt x="46" y="65"/>
                  </a:cubicBezTo>
                  <a:cubicBezTo>
                    <a:pt x="44" y="64"/>
                    <a:pt x="44" y="62"/>
                    <a:pt x="44" y="61"/>
                  </a:cubicBezTo>
                  <a:cubicBezTo>
                    <a:pt x="45" y="60"/>
                    <a:pt x="45" y="57"/>
                    <a:pt x="47" y="56"/>
                  </a:cubicBezTo>
                  <a:cubicBezTo>
                    <a:pt x="48" y="55"/>
                    <a:pt x="48" y="56"/>
                    <a:pt x="49" y="58"/>
                  </a:cubicBezTo>
                  <a:cubicBezTo>
                    <a:pt x="50" y="59"/>
                    <a:pt x="51" y="60"/>
                    <a:pt x="53" y="61"/>
                  </a:cubicBezTo>
                  <a:cubicBezTo>
                    <a:pt x="55" y="63"/>
                    <a:pt x="54" y="64"/>
                    <a:pt x="53" y="65"/>
                  </a:cubicBezTo>
                  <a:cubicBezTo>
                    <a:pt x="53" y="66"/>
                    <a:pt x="53" y="67"/>
                    <a:pt x="52" y="69"/>
                  </a:cubicBezTo>
                  <a:cubicBezTo>
                    <a:pt x="51" y="71"/>
                    <a:pt x="52" y="72"/>
                    <a:pt x="52" y="73"/>
                  </a:cubicBezTo>
                  <a:cubicBezTo>
                    <a:pt x="52" y="75"/>
                    <a:pt x="53" y="76"/>
                    <a:pt x="55" y="78"/>
                  </a:cubicBezTo>
                  <a:cubicBezTo>
                    <a:pt x="57" y="79"/>
                    <a:pt x="57" y="79"/>
                    <a:pt x="60" y="80"/>
                  </a:cubicBezTo>
                  <a:cubicBezTo>
                    <a:pt x="63" y="80"/>
                    <a:pt x="63" y="80"/>
                    <a:pt x="65" y="78"/>
                  </a:cubicBezTo>
                  <a:cubicBezTo>
                    <a:pt x="66" y="77"/>
                    <a:pt x="66" y="78"/>
                    <a:pt x="68" y="78"/>
                  </a:cubicBezTo>
                  <a:cubicBezTo>
                    <a:pt x="70" y="78"/>
                    <a:pt x="70" y="78"/>
                    <a:pt x="70" y="80"/>
                  </a:cubicBezTo>
                  <a:cubicBezTo>
                    <a:pt x="70" y="82"/>
                    <a:pt x="72" y="85"/>
                    <a:pt x="72" y="86"/>
                  </a:cubicBezTo>
                  <a:cubicBezTo>
                    <a:pt x="72" y="87"/>
                    <a:pt x="73" y="87"/>
                    <a:pt x="74" y="88"/>
                  </a:cubicBezTo>
                  <a:cubicBezTo>
                    <a:pt x="74" y="89"/>
                    <a:pt x="75" y="88"/>
                    <a:pt x="76" y="90"/>
                  </a:cubicBezTo>
                  <a:cubicBezTo>
                    <a:pt x="78" y="91"/>
                    <a:pt x="77" y="93"/>
                    <a:pt x="77" y="95"/>
                  </a:cubicBezTo>
                  <a:cubicBezTo>
                    <a:pt x="77" y="97"/>
                    <a:pt x="77" y="96"/>
                    <a:pt x="77" y="99"/>
                  </a:cubicBezTo>
                  <a:cubicBezTo>
                    <a:pt x="77" y="102"/>
                    <a:pt x="78" y="101"/>
                    <a:pt x="79" y="104"/>
                  </a:cubicBezTo>
                  <a:cubicBezTo>
                    <a:pt x="79" y="107"/>
                    <a:pt x="79" y="107"/>
                    <a:pt x="80" y="110"/>
                  </a:cubicBezTo>
                  <a:cubicBezTo>
                    <a:pt x="81" y="112"/>
                    <a:pt x="81" y="112"/>
                    <a:pt x="81" y="113"/>
                  </a:cubicBezTo>
                  <a:cubicBezTo>
                    <a:pt x="82" y="111"/>
                    <a:pt x="84" y="109"/>
                    <a:pt x="85" y="10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FA797FD5-0CBB-916F-5F09-E96BFFDF8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3992" y="2109386"/>
              <a:ext cx="432989" cy="359649"/>
            </a:xfrm>
            <a:custGeom>
              <a:avLst/>
              <a:gdLst>
                <a:gd name="T0" fmla="*/ 371 w 395"/>
                <a:gd name="T1" fmla="*/ 305 h 334"/>
                <a:gd name="T2" fmla="*/ 390 w 395"/>
                <a:gd name="T3" fmla="*/ 300 h 334"/>
                <a:gd name="T4" fmla="*/ 394 w 395"/>
                <a:gd name="T5" fmla="*/ 289 h 334"/>
                <a:gd name="T6" fmla="*/ 384 w 395"/>
                <a:gd name="T7" fmla="*/ 266 h 334"/>
                <a:gd name="T8" fmla="*/ 346 w 395"/>
                <a:gd name="T9" fmla="*/ 228 h 334"/>
                <a:gd name="T10" fmla="*/ 364 w 395"/>
                <a:gd name="T11" fmla="*/ 199 h 334"/>
                <a:gd name="T12" fmla="*/ 350 w 395"/>
                <a:gd name="T13" fmla="*/ 194 h 334"/>
                <a:gd name="T14" fmla="*/ 344 w 395"/>
                <a:gd name="T15" fmla="*/ 180 h 334"/>
                <a:gd name="T16" fmla="*/ 344 w 395"/>
                <a:gd name="T17" fmla="*/ 148 h 334"/>
                <a:gd name="T18" fmla="*/ 337 w 395"/>
                <a:gd name="T19" fmla="*/ 141 h 334"/>
                <a:gd name="T20" fmla="*/ 340 w 395"/>
                <a:gd name="T21" fmla="*/ 130 h 334"/>
                <a:gd name="T22" fmla="*/ 343 w 395"/>
                <a:gd name="T23" fmla="*/ 120 h 334"/>
                <a:gd name="T24" fmla="*/ 350 w 395"/>
                <a:gd name="T25" fmla="*/ 107 h 334"/>
                <a:gd name="T26" fmla="*/ 351 w 395"/>
                <a:gd name="T27" fmla="*/ 80 h 334"/>
                <a:gd name="T28" fmla="*/ 333 w 395"/>
                <a:gd name="T29" fmla="*/ 70 h 334"/>
                <a:gd name="T30" fmla="*/ 317 w 395"/>
                <a:gd name="T31" fmla="*/ 58 h 334"/>
                <a:gd name="T32" fmla="*/ 291 w 395"/>
                <a:gd name="T33" fmla="*/ 50 h 334"/>
                <a:gd name="T34" fmla="*/ 273 w 395"/>
                <a:gd name="T35" fmla="*/ 41 h 334"/>
                <a:gd name="T36" fmla="*/ 261 w 395"/>
                <a:gd name="T37" fmla="*/ 35 h 334"/>
                <a:gd name="T38" fmla="*/ 244 w 395"/>
                <a:gd name="T39" fmla="*/ 40 h 334"/>
                <a:gd name="T40" fmla="*/ 220 w 395"/>
                <a:gd name="T41" fmla="*/ 51 h 334"/>
                <a:gd name="T42" fmla="*/ 199 w 395"/>
                <a:gd name="T43" fmla="*/ 67 h 334"/>
                <a:gd name="T44" fmla="*/ 134 w 395"/>
                <a:gd name="T45" fmla="*/ 62 h 334"/>
                <a:gd name="T46" fmla="*/ 100 w 395"/>
                <a:gd name="T47" fmla="*/ 31 h 334"/>
                <a:gd name="T48" fmla="*/ 83 w 395"/>
                <a:gd name="T49" fmla="*/ 19 h 334"/>
                <a:gd name="T50" fmla="*/ 84 w 395"/>
                <a:gd name="T51" fmla="*/ 11 h 334"/>
                <a:gd name="T52" fmla="*/ 81 w 395"/>
                <a:gd name="T53" fmla="*/ 1 h 334"/>
                <a:gd name="T54" fmla="*/ 51 w 395"/>
                <a:gd name="T55" fmla="*/ 22 h 334"/>
                <a:gd name="T56" fmla="*/ 19 w 395"/>
                <a:gd name="T57" fmla="*/ 7 h 334"/>
                <a:gd name="T58" fmla="*/ 7 w 395"/>
                <a:gd name="T59" fmla="*/ 7 h 334"/>
                <a:gd name="T60" fmla="*/ 1 w 395"/>
                <a:gd name="T61" fmla="*/ 11 h 334"/>
                <a:gd name="T62" fmla="*/ 7 w 395"/>
                <a:gd name="T63" fmla="*/ 26 h 334"/>
                <a:gd name="T64" fmla="*/ 8 w 395"/>
                <a:gd name="T65" fmla="*/ 36 h 334"/>
                <a:gd name="T66" fmla="*/ 11 w 395"/>
                <a:gd name="T67" fmla="*/ 51 h 334"/>
                <a:gd name="T68" fmla="*/ 17 w 395"/>
                <a:gd name="T69" fmla="*/ 60 h 334"/>
                <a:gd name="T70" fmla="*/ 23 w 395"/>
                <a:gd name="T71" fmla="*/ 75 h 334"/>
                <a:gd name="T72" fmla="*/ 31 w 395"/>
                <a:gd name="T73" fmla="*/ 86 h 334"/>
                <a:gd name="T74" fmla="*/ 45 w 395"/>
                <a:gd name="T75" fmla="*/ 91 h 334"/>
                <a:gd name="T76" fmla="*/ 42 w 395"/>
                <a:gd name="T77" fmla="*/ 98 h 334"/>
                <a:gd name="T78" fmla="*/ 40 w 395"/>
                <a:gd name="T79" fmla="*/ 111 h 334"/>
                <a:gd name="T80" fmla="*/ 31 w 395"/>
                <a:gd name="T81" fmla="*/ 123 h 334"/>
                <a:gd name="T82" fmla="*/ 32 w 395"/>
                <a:gd name="T83" fmla="*/ 130 h 334"/>
                <a:gd name="T84" fmla="*/ 35 w 395"/>
                <a:gd name="T85" fmla="*/ 141 h 334"/>
                <a:gd name="T86" fmla="*/ 42 w 395"/>
                <a:gd name="T87" fmla="*/ 153 h 334"/>
                <a:gd name="T88" fmla="*/ 54 w 395"/>
                <a:gd name="T89" fmla="*/ 161 h 334"/>
                <a:gd name="T90" fmla="*/ 74 w 395"/>
                <a:gd name="T91" fmla="*/ 175 h 334"/>
                <a:gd name="T92" fmla="*/ 75 w 395"/>
                <a:gd name="T93" fmla="*/ 194 h 334"/>
                <a:gd name="T94" fmla="*/ 76 w 395"/>
                <a:gd name="T95" fmla="*/ 201 h 334"/>
                <a:gd name="T96" fmla="*/ 84 w 395"/>
                <a:gd name="T97" fmla="*/ 214 h 334"/>
                <a:gd name="T98" fmla="*/ 95 w 395"/>
                <a:gd name="T99" fmla="*/ 225 h 334"/>
                <a:gd name="T100" fmla="*/ 106 w 395"/>
                <a:gd name="T101" fmla="*/ 218 h 334"/>
                <a:gd name="T102" fmla="*/ 125 w 395"/>
                <a:gd name="T103" fmla="*/ 222 h 334"/>
                <a:gd name="T104" fmla="*/ 137 w 395"/>
                <a:gd name="T105" fmla="*/ 245 h 334"/>
                <a:gd name="T106" fmla="*/ 150 w 395"/>
                <a:gd name="T107" fmla="*/ 268 h 334"/>
                <a:gd name="T108" fmla="*/ 180 w 395"/>
                <a:gd name="T109" fmla="*/ 287 h 334"/>
                <a:gd name="T110" fmla="*/ 217 w 395"/>
                <a:gd name="T111" fmla="*/ 302 h 334"/>
                <a:gd name="T112" fmla="*/ 253 w 395"/>
                <a:gd name="T113" fmla="*/ 289 h 334"/>
                <a:gd name="T114" fmla="*/ 274 w 395"/>
                <a:gd name="T115" fmla="*/ 320 h 334"/>
                <a:gd name="T116" fmla="*/ 314 w 395"/>
                <a:gd name="T117" fmla="*/ 327 h 334"/>
                <a:gd name="T118" fmla="*/ 350 w 395"/>
                <a:gd name="T119" fmla="*/ 332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95" h="334">
                  <a:moveTo>
                    <a:pt x="364" y="318"/>
                  </a:moveTo>
                  <a:cubicBezTo>
                    <a:pt x="364" y="316"/>
                    <a:pt x="365" y="314"/>
                    <a:pt x="365" y="313"/>
                  </a:cubicBezTo>
                  <a:cubicBezTo>
                    <a:pt x="365" y="311"/>
                    <a:pt x="366" y="310"/>
                    <a:pt x="366" y="309"/>
                  </a:cubicBezTo>
                  <a:cubicBezTo>
                    <a:pt x="367" y="308"/>
                    <a:pt x="369" y="306"/>
                    <a:pt x="371" y="305"/>
                  </a:cubicBezTo>
                  <a:cubicBezTo>
                    <a:pt x="373" y="304"/>
                    <a:pt x="376" y="302"/>
                    <a:pt x="378" y="302"/>
                  </a:cubicBezTo>
                  <a:cubicBezTo>
                    <a:pt x="379" y="301"/>
                    <a:pt x="381" y="301"/>
                    <a:pt x="383" y="301"/>
                  </a:cubicBezTo>
                  <a:cubicBezTo>
                    <a:pt x="385" y="301"/>
                    <a:pt x="388" y="301"/>
                    <a:pt x="389" y="300"/>
                  </a:cubicBezTo>
                  <a:cubicBezTo>
                    <a:pt x="390" y="300"/>
                    <a:pt x="390" y="300"/>
                    <a:pt x="390" y="300"/>
                  </a:cubicBezTo>
                  <a:cubicBezTo>
                    <a:pt x="390" y="300"/>
                    <a:pt x="390" y="300"/>
                    <a:pt x="390" y="300"/>
                  </a:cubicBezTo>
                  <a:cubicBezTo>
                    <a:pt x="392" y="299"/>
                    <a:pt x="392" y="299"/>
                    <a:pt x="392" y="298"/>
                  </a:cubicBezTo>
                  <a:cubicBezTo>
                    <a:pt x="392" y="298"/>
                    <a:pt x="393" y="297"/>
                    <a:pt x="393" y="296"/>
                  </a:cubicBezTo>
                  <a:cubicBezTo>
                    <a:pt x="394" y="293"/>
                    <a:pt x="395" y="289"/>
                    <a:pt x="394" y="289"/>
                  </a:cubicBezTo>
                  <a:cubicBezTo>
                    <a:pt x="394" y="288"/>
                    <a:pt x="393" y="289"/>
                    <a:pt x="391" y="288"/>
                  </a:cubicBezTo>
                  <a:cubicBezTo>
                    <a:pt x="389" y="288"/>
                    <a:pt x="386" y="288"/>
                    <a:pt x="385" y="287"/>
                  </a:cubicBezTo>
                  <a:cubicBezTo>
                    <a:pt x="384" y="286"/>
                    <a:pt x="384" y="281"/>
                    <a:pt x="384" y="276"/>
                  </a:cubicBezTo>
                  <a:cubicBezTo>
                    <a:pt x="385" y="272"/>
                    <a:pt x="385" y="267"/>
                    <a:pt x="384" y="266"/>
                  </a:cubicBezTo>
                  <a:cubicBezTo>
                    <a:pt x="384" y="265"/>
                    <a:pt x="380" y="264"/>
                    <a:pt x="375" y="262"/>
                  </a:cubicBezTo>
                  <a:cubicBezTo>
                    <a:pt x="372" y="261"/>
                    <a:pt x="368" y="260"/>
                    <a:pt x="367" y="258"/>
                  </a:cubicBezTo>
                  <a:cubicBezTo>
                    <a:pt x="365" y="257"/>
                    <a:pt x="358" y="247"/>
                    <a:pt x="352" y="239"/>
                  </a:cubicBezTo>
                  <a:cubicBezTo>
                    <a:pt x="349" y="234"/>
                    <a:pt x="346" y="229"/>
                    <a:pt x="346" y="228"/>
                  </a:cubicBezTo>
                  <a:cubicBezTo>
                    <a:pt x="347" y="226"/>
                    <a:pt x="350" y="222"/>
                    <a:pt x="354" y="218"/>
                  </a:cubicBezTo>
                  <a:cubicBezTo>
                    <a:pt x="358" y="214"/>
                    <a:pt x="363" y="209"/>
                    <a:pt x="363" y="207"/>
                  </a:cubicBezTo>
                  <a:cubicBezTo>
                    <a:pt x="364" y="206"/>
                    <a:pt x="364" y="204"/>
                    <a:pt x="364" y="202"/>
                  </a:cubicBezTo>
                  <a:cubicBezTo>
                    <a:pt x="364" y="201"/>
                    <a:pt x="364" y="200"/>
                    <a:pt x="364" y="199"/>
                  </a:cubicBezTo>
                  <a:cubicBezTo>
                    <a:pt x="363" y="199"/>
                    <a:pt x="363" y="199"/>
                    <a:pt x="363" y="199"/>
                  </a:cubicBezTo>
                  <a:cubicBezTo>
                    <a:pt x="363" y="198"/>
                    <a:pt x="362" y="197"/>
                    <a:pt x="361" y="196"/>
                  </a:cubicBezTo>
                  <a:cubicBezTo>
                    <a:pt x="359" y="195"/>
                    <a:pt x="356" y="195"/>
                    <a:pt x="353" y="194"/>
                  </a:cubicBezTo>
                  <a:cubicBezTo>
                    <a:pt x="352" y="194"/>
                    <a:pt x="351" y="194"/>
                    <a:pt x="350" y="194"/>
                  </a:cubicBezTo>
                  <a:cubicBezTo>
                    <a:pt x="349" y="193"/>
                    <a:pt x="348" y="193"/>
                    <a:pt x="347" y="193"/>
                  </a:cubicBezTo>
                  <a:cubicBezTo>
                    <a:pt x="346" y="193"/>
                    <a:pt x="346" y="192"/>
                    <a:pt x="345" y="192"/>
                  </a:cubicBezTo>
                  <a:cubicBezTo>
                    <a:pt x="345" y="191"/>
                    <a:pt x="345" y="191"/>
                    <a:pt x="345" y="191"/>
                  </a:cubicBezTo>
                  <a:cubicBezTo>
                    <a:pt x="344" y="190"/>
                    <a:pt x="344" y="186"/>
                    <a:pt x="344" y="180"/>
                  </a:cubicBezTo>
                  <a:cubicBezTo>
                    <a:pt x="344" y="175"/>
                    <a:pt x="344" y="170"/>
                    <a:pt x="343" y="168"/>
                  </a:cubicBezTo>
                  <a:cubicBezTo>
                    <a:pt x="343" y="166"/>
                    <a:pt x="342" y="164"/>
                    <a:pt x="341" y="161"/>
                  </a:cubicBezTo>
                  <a:cubicBezTo>
                    <a:pt x="341" y="159"/>
                    <a:pt x="340" y="156"/>
                    <a:pt x="340" y="154"/>
                  </a:cubicBezTo>
                  <a:cubicBezTo>
                    <a:pt x="340" y="152"/>
                    <a:pt x="342" y="149"/>
                    <a:pt x="344" y="148"/>
                  </a:cubicBezTo>
                  <a:cubicBezTo>
                    <a:pt x="345" y="147"/>
                    <a:pt x="345" y="147"/>
                    <a:pt x="345" y="146"/>
                  </a:cubicBezTo>
                  <a:cubicBezTo>
                    <a:pt x="345" y="146"/>
                    <a:pt x="345" y="146"/>
                    <a:pt x="345" y="146"/>
                  </a:cubicBezTo>
                  <a:cubicBezTo>
                    <a:pt x="345" y="146"/>
                    <a:pt x="344" y="145"/>
                    <a:pt x="342" y="145"/>
                  </a:cubicBezTo>
                  <a:cubicBezTo>
                    <a:pt x="338" y="145"/>
                    <a:pt x="337" y="143"/>
                    <a:pt x="337" y="141"/>
                  </a:cubicBezTo>
                  <a:cubicBezTo>
                    <a:pt x="337" y="141"/>
                    <a:pt x="337" y="140"/>
                    <a:pt x="338" y="140"/>
                  </a:cubicBezTo>
                  <a:cubicBezTo>
                    <a:pt x="338" y="139"/>
                    <a:pt x="338" y="138"/>
                    <a:pt x="338" y="137"/>
                  </a:cubicBezTo>
                  <a:cubicBezTo>
                    <a:pt x="338" y="133"/>
                    <a:pt x="339" y="132"/>
                    <a:pt x="339" y="131"/>
                  </a:cubicBezTo>
                  <a:cubicBezTo>
                    <a:pt x="340" y="131"/>
                    <a:pt x="340" y="130"/>
                    <a:pt x="340" y="130"/>
                  </a:cubicBezTo>
                  <a:cubicBezTo>
                    <a:pt x="341" y="128"/>
                    <a:pt x="342" y="128"/>
                    <a:pt x="343" y="127"/>
                  </a:cubicBezTo>
                  <a:cubicBezTo>
                    <a:pt x="344" y="127"/>
                    <a:pt x="345" y="127"/>
                    <a:pt x="345" y="127"/>
                  </a:cubicBezTo>
                  <a:cubicBezTo>
                    <a:pt x="344" y="126"/>
                    <a:pt x="344" y="126"/>
                    <a:pt x="344" y="125"/>
                  </a:cubicBezTo>
                  <a:cubicBezTo>
                    <a:pt x="343" y="124"/>
                    <a:pt x="343" y="122"/>
                    <a:pt x="343" y="120"/>
                  </a:cubicBezTo>
                  <a:cubicBezTo>
                    <a:pt x="343" y="119"/>
                    <a:pt x="345" y="118"/>
                    <a:pt x="347" y="117"/>
                  </a:cubicBezTo>
                  <a:cubicBezTo>
                    <a:pt x="348" y="116"/>
                    <a:pt x="349" y="115"/>
                    <a:pt x="349" y="115"/>
                  </a:cubicBezTo>
                  <a:cubicBezTo>
                    <a:pt x="349" y="115"/>
                    <a:pt x="349" y="114"/>
                    <a:pt x="349" y="114"/>
                  </a:cubicBezTo>
                  <a:cubicBezTo>
                    <a:pt x="349" y="112"/>
                    <a:pt x="349" y="111"/>
                    <a:pt x="350" y="107"/>
                  </a:cubicBezTo>
                  <a:cubicBezTo>
                    <a:pt x="351" y="105"/>
                    <a:pt x="352" y="103"/>
                    <a:pt x="352" y="101"/>
                  </a:cubicBezTo>
                  <a:cubicBezTo>
                    <a:pt x="352" y="99"/>
                    <a:pt x="352" y="97"/>
                    <a:pt x="352" y="96"/>
                  </a:cubicBezTo>
                  <a:cubicBezTo>
                    <a:pt x="352" y="95"/>
                    <a:pt x="352" y="93"/>
                    <a:pt x="352" y="91"/>
                  </a:cubicBezTo>
                  <a:cubicBezTo>
                    <a:pt x="352" y="88"/>
                    <a:pt x="351" y="84"/>
                    <a:pt x="351" y="80"/>
                  </a:cubicBezTo>
                  <a:cubicBezTo>
                    <a:pt x="351" y="78"/>
                    <a:pt x="351" y="76"/>
                    <a:pt x="350" y="75"/>
                  </a:cubicBezTo>
                  <a:cubicBezTo>
                    <a:pt x="350" y="74"/>
                    <a:pt x="350" y="73"/>
                    <a:pt x="350" y="73"/>
                  </a:cubicBezTo>
                  <a:cubicBezTo>
                    <a:pt x="349" y="72"/>
                    <a:pt x="348" y="73"/>
                    <a:pt x="346" y="73"/>
                  </a:cubicBezTo>
                  <a:cubicBezTo>
                    <a:pt x="342" y="73"/>
                    <a:pt x="337" y="73"/>
                    <a:pt x="333" y="70"/>
                  </a:cubicBezTo>
                  <a:cubicBezTo>
                    <a:pt x="330" y="68"/>
                    <a:pt x="329" y="67"/>
                    <a:pt x="329" y="65"/>
                  </a:cubicBezTo>
                  <a:cubicBezTo>
                    <a:pt x="328" y="65"/>
                    <a:pt x="328" y="64"/>
                    <a:pt x="327" y="64"/>
                  </a:cubicBezTo>
                  <a:cubicBezTo>
                    <a:pt x="326" y="63"/>
                    <a:pt x="325" y="63"/>
                    <a:pt x="325" y="63"/>
                  </a:cubicBezTo>
                  <a:cubicBezTo>
                    <a:pt x="322" y="62"/>
                    <a:pt x="320" y="62"/>
                    <a:pt x="317" y="58"/>
                  </a:cubicBezTo>
                  <a:cubicBezTo>
                    <a:pt x="316" y="56"/>
                    <a:pt x="314" y="54"/>
                    <a:pt x="313" y="53"/>
                  </a:cubicBezTo>
                  <a:cubicBezTo>
                    <a:pt x="311" y="52"/>
                    <a:pt x="309" y="50"/>
                    <a:pt x="307" y="50"/>
                  </a:cubicBezTo>
                  <a:cubicBezTo>
                    <a:pt x="305" y="50"/>
                    <a:pt x="303" y="50"/>
                    <a:pt x="301" y="50"/>
                  </a:cubicBezTo>
                  <a:cubicBezTo>
                    <a:pt x="297" y="50"/>
                    <a:pt x="294" y="50"/>
                    <a:pt x="291" y="50"/>
                  </a:cubicBezTo>
                  <a:cubicBezTo>
                    <a:pt x="287" y="49"/>
                    <a:pt x="286" y="47"/>
                    <a:pt x="285" y="46"/>
                  </a:cubicBezTo>
                  <a:cubicBezTo>
                    <a:pt x="284" y="45"/>
                    <a:pt x="284" y="44"/>
                    <a:pt x="282" y="43"/>
                  </a:cubicBezTo>
                  <a:cubicBezTo>
                    <a:pt x="280" y="43"/>
                    <a:pt x="279" y="43"/>
                    <a:pt x="278" y="43"/>
                  </a:cubicBezTo>
                  <a:cubicBezTo>
                    <a:pt x="276" y="42"/>
                    <a:pt x="274" y="42"/>
                    <a:pt x="273" y="41"/>
                  </a:cubicBezTo>
                  <a:cubicBezTo>
                    <a:pt x="273" y="40"/>
                    <a:pt x="273" y="40"/>
                    <a:pt x="272" y="40"/>
                  </a:cubicBezTo>
                  <a:cubicBezTo>
                    <a:pt x="272" y="40"/>
                    <a:pt x="272" y="40"/>
                    <a:pt x="272" y="40"/>
                  </a:cubicBezTo>
                  <a:cubicBezTo>
                    <a:pt x="271" y="38"/>
                    <a:pt x="270" y="36"/>
                    <a:pt x="268" y="36"/>
                  </a:cubicBezTo>
                  <a:cubicBezTo>
                    <a:pt x="267" y="35"/>
                    <a:pt x="264" y="35"/>
                    <a:pt x="261" y="35"/>
                  </a:cubicBezTo>
                  <a:cubicBezTo>
                    <a:pt x="259" y="35"/>
                    <a:pt x="256" y="35"/>
                    <a:pt x="256" y="35"/>
                  </a:cubicBezTo>
                  <a:cubicBezTo>
                    <a:pt x="255" y="36"/>
                    <a:pt x="254" y="37"/>
                    <a:pt x="253" y="37"/>
                  </a:cubicBezTo>
                  <a:cubicBezTo>
                    <a:pt x="252" y="38"/>
                    <a:pt x="251" y="39"/>
                    <a:pt x="250" y="39"/>
                  </a:cubicBezTo>
                  <a:cubicBezTo>
                    <a:pt x="249" y="40"/>
                    <a:pt x="247" y="40"/>
                    <a:pt x="244" y="40"/>
                  </a:cubicBezTo>
                  <a:cubicBezTo>
                    <a:pt x="243" y="39"/>
                    <a:pt x="241" y="39"/>
                    <a:pt x="240" y="39"/>
                  </a:cubicBezTo>
                  <a:cubicBezTo>
                    <a:pt x="238" y="39"/>
                    <a:pt x="236" y="40"/>
                    <a:pt x="234" y="40"/>
                  </a:cubicBezTo>
                  <a:cubicBezTo>
                    <a:pt x="232" y="41"/>
                    <a:pt x="231" y="42"/>
                    <a:pt x="229" y="43"/>
                  </a:cubicBezTo>
                  <a:cubicBezTo>
                    <a:pt x="227" y="44"/>
                    <a:pt x="223" y="48"/>
                    <a:pt x="220" y="51"/>
                  </a:cubicBezTo>
                  <a:cubicBezTo>
                    <a:pt x="218" y="54"/>
                    <a:pt x="215" y="56"/>
                    <a:pt x="214" y="57"/>
                  </a:cubicBezTo>
                  <a:cubicBezTo>
                    <a:pt x="213" y="57"/>
                    <a:pt x="208" y="58"/>
                    <a:pt x="204" y="58"/>
                  </a:cubicBezTo>
                  <a:cubicBezTo>
                    <a:pt x="205" y="60"/>
                    <a:pt x="205" y="62"/>
                    <a:pt x="206" y="65"/>
                  </a:cubicBezTo>
                  <a:cubicBezTo>
                    <a:pt x="206" y="68"/>
                    <a:pt x="203" y="67"/>
                    <a:pt x="199" y="67"/>
                  </a:cubicBezTo>
                  <a:cubicBezTo>
                    <a:pt x="195" y="66"/>
                    <a:pt x="192" y="67"/>
                    <a:pt x="186" y="67"/>
                  </a:cubicBezTo>
                  <a:cubicBezTo>
                    <a:pt x="181" y="68"/>
                    <a:pt x="179" y="69"/>
                    <a:pt x="173" y="72"/>
                  </a:cubicBezTo>
                  <a:cubicBezTo>
                    <a:pt x="166" y="75"/>
                    <a:pt x="163" y="73"/>
                    <a:pt x="158" y="73"/>
                  </a:cubicBezTo>
                  <a:cubicBezTo>
                    <a:pt x="152" y="72"/>
                    <a:pt x="137" y="66"/>
                    <a:pt x="134" y="62"/>
                  </a:cubicBezTo>
                  <a:cubicBezTo>
                    <a:pt x="130" y="59"/>
                    <a:pt x="127" y="56"/>
                    <a:pt x="124" y="54"/>
                  </a:cubicBezTo>
                  <a:cubicBezTo>
                    <a:pt x="120" y="52"/>
                    <a:pt x="113" y="53"/>
                    <a:pt x="108" y="51"/>
                  </a:cubicBezTo>
                  <a:cubicBezTo>
                    <a:pt x="102" y="49"/>
                    <a:pt x="104" y="48"/>
                    <a:pt x="103" y="42"/>
                  </a:cubicBezTo>
                  <a:cubicBezTo>
                    <a:pt x="102" y="36"/>
                    <a:pt x="100" y="34"/>
                    <a:pt x="100" y="31"/>
                  </a:cubicBezTo>
                  <a:cubicBezTo>
                    <a:pt x="100" y="31"/>
                    <a:pt x="100" y="31"/>
                    <a:pt x="100" y="31"/>
                  </a:cubicBezTo>
                  <a:cubicBezTo>
                    <a:pt x="97" y="31"/>
                    <a:pt x="93" y="30"/>
                    <a:pt x="91" y="29"/>
                  </a:cubicBezTo>
                  <a:cubicBezTo>
                    <a:pt x="89" y="28"/>
                    <a:pt x="88" y="26"/>
                    <a:pt x="86" y="24"/>
                  </a:cubicBezTo>
                  <a:cubicBezTo>
                    <a:pt x="85" y="23"/>
                    <a:pt x="83" y="21"/>
                    <a:pt x="83" y="19"/>
                  </a:cubicBezTo>
                  <a:cubicBezTo>
                    <a:pt x="82" y="17"/>
                    <a:pt x="84" y="16"/>
                    <a:pt x="85" y="15"/>
                  </a:cubicBezTo>
                  <a:cubicBezTo>
                    <a:pt x="86" y="14"/>
                    <a:pt x="86" y="14"/>
                    <a:pt x="86" y="14"/>
                  </a:cubicBezTo>
                  <a:cubicBezTo>
                    <a:pt x="86" y="14"/>
                    <a:pt x="86" y="13"/>
                    <a:pt x="86" y="13"/>
                  </a:cubicBezTo>
                  <a:cubicBezTo>
                    <a:pt x="85" y="12"/>
                    <a:pt x="84" y="12"/>
                    <a:pt x="84" y="11"/>
                  </a:cubicBezTo>
                  <a:cubicBezTo>
                    <a:pt x="84" y="9"/>
                    <a:pt x="84" y="8"/>
                    <a:pt x="85" y="7"/>
                  </a:cubicBezTo>
                  <a:cubicBezTo>
                    <a:pt x="86" y="7"/>
                    <a:pt x="86" y="6"/>
                    <a:pt x="86" y="6"/>
                  </a:cubicBezTo>
                  <a:cubicBezTo>
                    <a:pt x="86" y="5"/>
                    <a:pt x="85" y="4"/>
                    <a:pt x="84" y="3"/>
                  </a:cubicBezTo>
                  <a:cubicBezTo>
                    <a:pt x="83" y="2"/>
                    <a:pt x="82" y="1"/>
                    <a:pt x="81" y="1"/>
                  </a:cubicBezTo>
                  <a:cubicBezTo>
                    <a:pt x="80" y="0"/>
                    <a:pt x="79" y="0"/>
                    <a:pt x="78" y="1"/>
                  </a:cubicBezTo>
                  <a:cubicBezTo>
                    <a:pt x="76" y="1"/>
                    <a:pt x="74" y="2"/>
                    <a:pt x="72" y="4"/>
                  </a:cubicBezTo>
                  <a:cubicBezTo>
                    <a:pt x="71" y="5"/>
                    <a:pt x="69" y="7"/>
                    <a:pt x="67" y="9"/>
                  </a:cubicBezTo>
                  <a:cubicBezTo>
                    <a:pt x="62" y="13"/>
                    <a:pt x="55" y="20"/>
                    <a:pt x="51" y="22"/>
                  </a:cubicBezTo>
                  <a:cubicBezTo>
                    <a:pt x="45" y="24"/>
                    <a:pt x="36" y="21"/>
                    <a:pt x="32" y="19"/>
                  </a:cubicBezTo>
                  <a:cubicBezTo>
                    <a:pt x="31" y="19"/>
                    <a:pt x="30" y="19"/>
                    <a:pt x="30" y="19"/>
                  </a:cubicBezTo>
                  <a:cubicBezTo>
                    <a:pt x="26" y="17"/>
                    <a:pt x="23" y="13"/>
                    <a:pt x="20" y="9"/>
                  </a:cubicBezTo>
                  <a:cubicBezTo>
                    <a:pt x="20" y="8"/>
                    <a:pt x="19" y="7"/>
                    <a:pt x="19" y="7"/>
                  </a:cubicBezTo>
                  <a:cubicBezTo>
                    <a:pt x="17" y="5"/>
                    <a:pt x="15" y="3"/>
                    <a:pt x="13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10" y="0"/>
                    <a:pt x="10" y="1"/>
                    <a:pt x="10" y="1"/>
                  </a:cubicBezTo>
                  <a:cubicBezTo>
                    <a:pt x="9" y="3"/>
                    <a:pt x="9" y="5"/>
                    <a:pt x="7" y="7"/>
                  </a:cubicBezTo>
                  <a:cubicBezTo>
                    <a:pt x="4" y="9"/>
                    <a:pt x="3" y="9"/>
                    <a:pt x="2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9"/>
                    <a:pt x="1" y="10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2"/>
                    <a:pt x="2" y="13"/>
                  </a:cubicBezTo>
                  <a:cubicBezTo>
                    <a:pt x="2" y="15"/>
                    <a:pt x="3" y="15"/>
                    <a:pt x="3" y="16"/>
                  </a:cubicBezTo>
                  <a:cubicBezTo>
                    <a:pt x="4" y="16"/>
                    <a:pt x="5" y="17"/>
                    <a:pt x="6" y="19"/>
                  </a:cubicBezTo>
                  <a:cubicBezTo>
                    <a:pt x="7" y="21"/>
                    <a:pt x="7" y="24"/>
                    <a:pt x="7" y="26"/>
                  </a:cubicBezTo>
                  <a:cubicBezTo>
                    <a:pt x="7" y="27"/>
                    <a:pt x="7" y="28"/>
                    <a:pt x="7" y="29"/>
                  </a:cubicBezTo>
                  <a:cubicBezTo>
                    <a:pt x="7" y="30"/>
                    <a:pt x="8" y="30"/>
                    <a:pt x="8" y="30"/>
                  </a:cubicBezTo>
                  <a:cubicBezTo>
                    <a:pt x="9" y="30"/>
                    <a:pt x="10" y="31"/>
                    <a:pt x="10" y="31"/>
                  </a:cubicBezTo>
                  <a:cubicBezTo>
                    <a:pt x="11" y="33"/>
                    <a:pt x="10" y="34"/>
                    <a:pt x="8" y="36"/>
                  </a:cubicBezTo>
                  <a:cubicBezTo>
                    <a:pt x="7" y="38"/>
                    <a:pt x="5" y="40"/>
                    <a:pt x="5" y="41"/>
                  </a:cubicBezTo>
                  <a:cubicBezTo>
                    <a:pt x="6" y="42"/>
                    <a:pt x="6" y="42"/>
                    <a:pt x="7" y="43"/>
                  </a:cubicBezTo>
                  <a:cubicBezTo>
                    <a:pt x="9" y="43"/>
                    <a:pt x="10" y="44"/>
                    <a:pt x="10" y="46"/>
                  </a:cubicBezTo>
                  <a:cubicBezTo>
                    <a:pt x="12" y="47"/>
                    <a:pt x="11" y="49"/>
                    <a:pt x="11" y="51"/>
                  </a:cubicBezTo>
                  <a:cubicBezTo>
                    <a:pt x="11" y="51"/>
                    <a:pt x="11" y="52"/>
                    <a:pt x="11" y="53"/>
                  </a:cubicBezTo>
                  <a:cubicBezTo>
                    <a:pt x="11" y="53"/>
                    <a:pt x="12" y="53"/>
                    <a:pt x="12" y="54"/>
                  </a:cubicBezTo>
                  <a:cubicBezTo>
                    <a:pt x="13" y="54"/>
                    <a:pt x="14" y="54"/>
                    <a:pt x="15" y="56"/>
                  </a:cubicBezTo>
                  <a:cubicBezTo>
                    <a:pt x="16" y="57"/>
                    <a:pt x="17" y="59"/>
                    <a:pt x="17" y="60"/>
                  </a:cubicBezTo>
                  <a:cubicBezTo>
                    <a:pt x="18" y="62"/>
                    <a:pt x="18" y="63"/>
                    <a:pt x="18" y="66"/>
                  </a:cubicBezTo>
                  <a:cubicBezTo>
                    <a:pt x="18" y="69"/>
                    <a:pt x="19" y="69"/>
                    <a:pt x="20" y="71"/>
                  </a:cubicBezTo>
                  <a:cubicBezTo>
                    <a:pt x="20" y="71"/>
                    <a:pt x="21" y="72"/>
                    <a:pt x="22" y="73"/>
                  </a:cubicBezTo>
                  <a:cubicBezTo>
                    <a:pt x="22" y="74"/>
                    <a:pt x="23" y="75"/>
                    <a:pt x="23" y="75"/>
                  </a:cubicBezTo>
                  <a:cubicBezTo>
                    <a:pt x="25" y="77"/>
                    <a:pt x="26" y="78"/>
                    <a:pt x="27" y="81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27" y="83"/>
                    <a:pt x="27" y="85"/>
                    <a:pt x="28" y="85"/>
                  </a:cubicBezTo>
                  <a:cubicBezTo>
                    <a:pt x="28" y="86"/>
                    <a:pt x="29" y="86"/>
                    <a:pt x="31" y="86"/>
                  </a:cubicBezTo>
                  <a:cubicBezTo>
                    <a:pt x="34" y="87"/>
                    <a:pt x="34" y="87"/>
                    <a:pt x="35" y="88"/>
                  </a:cubicBezTo>
                  <a:cubicBezTo>
                    <a:pt x="35" y="88"/>
                    <a:pt x="35" y="89"/>
                    <a:pt x="36" y="90"/>
                  </a:cubicBezTo>
                  <a:cubicBezTo>
                    <a:pt x="37" y="91"/>
                    <a:pt x="39" y="90"/>
                    <a:pt x="40" y="90"/>
                  </a:cubicBezTo>
                  <a:cubicBezTo>
                    <a:pt x="42" y="90"/>
                    <a:pt x="43" y="90"/>
                    <a:pt x="45" y="91"/>
                  </a:cubicBezTo>
                  <a:cubicBezTo>
                    <a:pt x="46" y="93"/>
                    <a:pt x="46" y="94"/>
                    <a:pt x="45" y="95"/>
                  </a:cubicBezTo>
                  <a:cubicBezTo>
                    <a:pt x="44" y="95"/>
                    <a:pt x="44" y="95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42" y="96"/>
                    <a:pt x="42" y="97"/>
                    <a:pt x="42" y="98"/>
                  </a:cubicBezTo>
                  <a:cubicBezTo>
                    <a:pt x="42" y="99"/>
                    <a:pt x="42" y="100"/>
                    <a:pt x="42" y="101"/>
                  </a:cubicBezTo>
                  <a:cubicBezTo>
                    <a:pt x="43" y="102"/>
                    <a:pt x="43" y="103"/>
                    <a:pt x="44" y="105"/>
                  </a:cubicBezTo>
                  <a:cubicBezTo>
                    <a:pt x="44" y="106"/>
                    <a:pt x="43" y="107"/>
                    <a:pt x="42" y="108"/>
                  </a:cubicBezTo>
                  <a:cubicBezTo>
                    <a:pt x="42" y="110"/>
                    <a:pt x="41" y="110"/>
                    <a:pt x="40" y="111"/>
                  </a:cubicBezTo>
                  <a:cubicBezTo>
                    <a:pt x="38" y="112"/>
                    <a:pt x="37" y="113"/>
                    <a:pt x="37" y="114"/>
                  </a:cubicBezTo>
                  <a:cubicBezTo>
                    <a:pt x="36" y="115"/>
                    <a:pt x="36" y="116"/>
                    <a:pt x="36" y="117"/>
                  </a:cubicBezTo>
                  <a:cubicBezTo>
                    <a:pt x="36" y="119"/>
                    <a:pt x="36" y="121"/>
                    <a:pt x="34" y="122"/>
                  </a:cubicBezTo>
                  <a:cubicBezTo>
                    <a:pt x="33" y="123"/>
                    <a:pt x="32" y="123"/>
                    <a:pt x="31" y="123"/>
                  </a:cubicBezTo>
                  <a:cubicBezTo>
                    <a:pt x="30" y="123"/>
                    <a:pt x="30" y="123"/>
                    <a:pt x="30" y="123"/>
                  </a:cubicBezTo>
                  <a:cubicBezTo>
                    <a:pt x="29" y="124"/>
                    <a:pt x="30" y="124"/>
                    <a:pt x="30" y="125"/>
                  </a:cubicBezTo>
                  <a:cubicBezTo>
                    <a:pt x="30" y="125"/>
                    <a:pt x="30" y="125"/>
                    <a:pt x="30" y="125"/>
                  </a:cubicBezTo>
                  <a:cubicBezTo>
                    <a:pt x="31" y="126"/>
                    <a:pt x="32" y="128"/>
                    <a:pt x="32" y="130"/>
                  </a:cubicBezTo>
                  <a:cubicBezTo>
                    <a:pt x="31" y="131"/>
                    <a:pt x="31" y="132"/>
                    <a:pt x="30" y="133"/>
                  </a:cubicBezTo>
                  <a:cubicBezTo>
                    <a:pt x="30" y="134"/>
                    <a:pt x="29" y="134"/>
                    <a:pt x="30" y="135"/>
                  </a:cubicBezTo>
                  <a:cubicBezTo>
                    <a:pt x="30" y="136"/>
                    <a:pt x="30" y="137"/>
                    <a:pt x="31" y="137"/>
                  </a:cubicBezTo>
                  <a:cubicBezTo>
                    <a:pt x="32" y="139"/>
                    <a:pt x="34" y="140"/>
                    <a:pt x="35" y="141"/>
                  </a:cubicBezTo>
                  <a:cubicBezTo>
                    <a:pt x="35" y="141"/>
                    <a:pt x="35" y="141"/>
                    <a:pt x="35" y="141"/>
                  </a:cubicBezTo>
                  <a:cubicBezTo>
                    <a:pt x="36" y="141"/>
                    <a:pt x="36" y="141"/>
                    <a:pt x="36" y="141"/>
                  </a:cubicBezTo>
                  <a:cubicBezTo>
                    <a:pt x="38" y="143"/>
                    <a:pt x="39" y="143"/>
                    <a:pt x="40" y="146"/>
                  </a:cubicBezTo>
                  <a:cubicBezTo>
                    <a:pt x="41" y="147"/>
                    <a:pt x="42" y="150"/>
                    <a:pt x="42" y="153"/>
                  </a:cubicBezTo>
                  <a:cubicBezTo>
                    <a:pt x="43" y="155"/>
                    <a:pt x="43" y="157"/>
                    <a:pt x="43" y="157"/>
                  </a:cubicBezTo>
                  <a:cubicBezTo>
                    <a:pt x="44" y="157"/>
                    <a:pt x="44" y="157"/>
                    <a:pt x="45" y="157"/>
                  </a:cubicBezTo>
                  <a:cubicBezTo>
                    <a:pt x="46" y="157"/>
                    <a:pt x="48" y="157"/>
                    <a:pt x="49" y="158"/>
                  </a:cubicBezTo>
                  <a:cubicBezTo>
                    <a:pt x="50" y="158"/>
                    <a:pt x="52" y="159"/>
                    <a:pt x="54" y="161"/>
                  </a:cubicBezTo>
                  <a:cubicBezTo>
                    <a:pt x="58" y="164"/>
                    <a:pt x="62" y="167"/>
                    <a:pt x="63" y="168"/>
                  </a:cubicBezTo>
                  <a:cubicBezTo>
                    <a:pt x="64" y="168"/>
                    <a:pt x="64" y="168"/>
                    <a:pt x="64" y="168"/>
                  </a:cubicBezTo>
                  <a:cubicBezTo>
                    <a:pt x="65" y="168"/>
                    <a:pt x="66" y="168"/>
                    <a:pt x="68" y="169"/>
                  </a:cubicBezTo>
                  <a:cubicBezTo>
                    <a:pt x="70" y="169"/>
                    <a:pt x="72" y="172"/>
                    <a:pt x="74" y="175"/>
                  </a:cubicBezTo>
                  <a:cubicBezTo>
                    <a:pt x="76" y="178"/>
                    <a:pt x="78" y="181"/>
                    <a:pt x="79" y="184"/>
                  </a:cubicBezTo>
                  <a:cubicBezTo>
                    <a:pt x="79" y="186"/>
                    <a:pt x="79" y="187"/>
                    <a:pt x="78" y="189"/>
                  </a:cubicBezTo>
                  <a:cubicBezTo>
                    <a:pt x="77" y="191"/>
                    <a:pt x="76" y="193"/>
                    <a:pt x="75" y="194"/>
                  </a:cubicBezTo>
                  <a:cubicBezTo>
                    <a:pt x="75" y="194"/>
                    <a:pt x="75" y="194"/>
                    <a:pt x="75" y="194"/>
                  </a:cubicBezTo>
                  <a:cubicBezTo>
                    <a:pt x="75" y="195"/>
                    <a:pt x="75" y="195"/>
                    <a:pt x="75" y="196"/>
                  </a:cubicBezTo>
                  <a:cubicBezTo>
                    <a:pt x="74" y="197"/>
                    <a:pt x="74" y="198"/>
                    <a:pt x="74" y="199"/>
                  </a:cubicBezTo>
                  <a:cubicBezTo>
                    <a:pt x="74" y="200"/>
                    <a:pt x="75" y="200"/>
                    <a:pt x="75" y="201"/>
                  </a:cubicBezTo>
                  <a:cubicBezTo>
                    <a:pt x="75" y="201"/>
                    <a:pt x="75" y="201"/>
                    <a:pt x="76" y="201"/>
                  </a:cubicBezTo>
                  <a:cubicBezTo>
                    <a:pt x="77" y="201"/>
                    <a:pt x="78" y="201"/>
                    <a:pt x="79" y="201"/>
                  </a:cubicBezTo>
                  <a:cubicBezTo>
                    <a:pt x="80" y="202"/>
                    <a:pt x="81" y="202"/>
                    <a:pt x="82" y="202"/>
                  </a:cubicBezTo>
                  <a:cubicBezTo>
                    <a:pt x="83" y="203"/>
                    <a:pt x="83" y="205"/>
                    <a:pt x="83" y="207"/>
                  </a:cubicBezTo>
                  <a:cubicBezTo>
                    <a:pt x="83" y="210"/>
                    <a:pt x="83" y="213"/>
                    <a:pt x="84" y="214"/>
                  </a:cubicBezTo>
                  <a:cubicBezTo>
                    <a:pt x="85" y="216"/>
                    <a:pt x="86" y="216"/>
                    <a:pt x="87" y="217"/>
                  </a:cubicBezTo>
                  <a:cubicBezTo>
                    <a:pt x="88" y="217"/>
                    <a:pt x="89" y="218"/>
                    <a:pt x="91" y="220"/>
                  </a:cubicBezTo>
                  <a:cubicBezTo>
                    <a:pt x="92" y="222"/>
                    <a:pt x="93" y="223"/>
                    <a:pt x="95" y="225"/>
                  </a:cubicBezTo>
                  <a:cubicBezTo>
                    <a:pt x="95" y="225"/>
                    <a:pt x="95" y="225"/>
                    <a:pt x="95" y="225"/>
                  </a:cubicBezTo>
                  <a:cubicBezTo>
                    <a:pt x="98" y="225"/>
                    <a:pt x="100" y="223"/>
                    <a:pt x="100" y="222"/>
                  </a:cubicBezTo>
                  <a:cubicBezTo>
                    <a:pt x="99" y="221"/>
                    <a:pt x="99" y="219"/>
                    <a:pt x="100" y="216"/>
                  </a:cubicBezTo>
                  <a:cubicBezTo>
                    <a:pt x="101" y="214"/>
                    <a:pt x="103" y="214"/>
                    <a:pt x="105" y="214"/>
                  </a:cubicBezTo>
                  <a:cubicBezTo>
                    <a:pt x="107" y="214"/>
                    <a:pt x="106" y="216"/>
                    <a:pt x="106" y="218"/>
                  </a:cubicBezTo>
                  <a:cubicBezTo>
                    <a:pt x="106" y="219"/>
                    <a:pt x="107" y="219"/>
                    <a:pt x="107" y="221"/>
                  </a:cubicBezTo>
                  <a:cubicBezTo>
                    <a:pt x="107" y="223"/>
                    <a:pt x="111" y="223"/>
                    <a:pt x="112" y="224"/>
                  </a:cubicBezTo>
                  <a:cubicBezTo>
                    <a:pt x="114" y="225"/>
                    <a:pt x="115" y="225"/>
                    <a:pt x="117" y="223"/>
                  </a:cubicBezTo>
                  <a:cubicBezTo>
                    <a:pt x="119" y="222"/>
                    <a:pt x="123" y="222"/>
                    <a:pt x="125" y="222"/>
                  </a:cubicBezTo>
                  <a:cubicBezTo>
                    <a:pt x="127" y="223"/>
                    <a:pt x="127" y="225"/>
                    <a:pt x="128" y="228"/>
                  </a:cubicBezTo>
                  <a:cubicBezTo>
                    <a:pt x="129" y="231"/>
                    <a:pt x="129" y="230"/>
                    <a:pt x="131" y="234"/>
                  </a:cubicBezTo>
                  <a:cubicBezTo>
                    <a:pt x="134" y="237"/>
                    <a:pt x="134" y="235"/>
                    <a:pt x="135" y="238"/>
                  </a:cubicBezTo>
                  <a:cubicBezTo>
                    <a:pt x="137" y="241"/>
                    <a:pt x="136" y="244"/>
                    <a:pt x="137" y="245"/>
                  </a:cubicBezTo>
                  <a:cubicBezTo>
                    <a:pt x="137" y="246"/>
                    <a:pt x="138" y="246"/>
                    <a:pt x="141" y="247"/>
                  </a:cubicBezTo>
                  <a:cubicBezTo>
                    <a:pt x="143" y="249"/>
                    <a:pt x="141" y="249"/>
                    <a:pt x="142" y="252"/>
                  </a:cubicBezTo>
                  <a:cubicBezTo>
                    <a:pt x="142" y="255"/>
                    <a:pt x="143" y="255"/>
                    <a:pt x="145" y="257"/>
                  </a:cubicBezTo>
                  <a:cubicBezTo>
                    <a:pt x="147" y="259"/>
                    <a:pt x="149" y="265"/>
                    <a:pt x="150" y="268"/>
                  </a:cubicBezTo>
                  <a:cubicBezTo>
                    <a:pt x="150" y="271"/>
                    <a:pt x="152" y="272"/>
                    <a:pt x="155" y="273"/>
                  </a:cubicBezTo>
                  <a:cubicBezTo>
                    <a:pt x="157" y="275"/>
                    <a:pt x="161" y="275"/>
                    <a:pt x="165" y="275"/>
                  </a:cubicBezTo>
                  <a:cubicBezTo>
                    <a:pt x="169" y="276"/>
                    <a:pt x="171" y="278"/>
                    <a:pt x="173" y="280"/>
                  </a:cubicBezTo>
                  <a:cubicBezTo>
                    <a:pt x="176" y="282"/>
                    <a:pt x="178" y="284"/>
                    <a:pt x="180" y="287"/>
                  </a:cubicBezTo>
                  <a:cubicBezTo>
                    <a:pt x="183" y="289"/>
                    <a:pt x="185" y="289"/>
                    <a:pt x="188" y="290"/>
                  </a:cubicBezTo>
                  <a:cubicBezTo>
                    <a:pt x="192" y="291"/>
                    <a:pt x="193" y="294"/>
                    <a:pt x="197" y="297"/>
                  </a:cubicBezTo>
                  <a:cubicBezTo>
                    <a:pt x="200" y="300"/>
                    <a:pt x="202" y="300"/>
                    <a:pt x="206" y="300"/>
                  </a:cubicBezTo>
                  <a:cubicBezTo>
                    <a:pt x="210" y="301"/>
                    <a:pt x="213" y="302"/>
                    <a:pt x="217" y="302"/>
                  </a:cubicBezTo>
                  <a:cubicBezTo>
                    <a:pt x="222" y="302"/>
                    <a:pt x="224" y="301"/>
                    <a:pt x="228" y="300"/>
                  </a:cubicBezTo>
                  <a:cubicBezTo>
                    <a:pt x="232" y="298"/>
                    <a:pt x="233" y="298"/>
                    <a:pt x="236" y="296"/>
                  </a:cubicBezTo>
                  <a:cubicBezTo>
                    <a:pt x="238" y="293"/>
                    <a:pt x="241" y="293"/>
                    <a:pt x="244" y="291"/>
                  </a:cubicBezTo>
                  <a:cubicBezTo>
                    <a:pt x="247" y="289"/>
                    <a:pt x="249" y="289"/>
                    <a:pt x="253" y="289"/>
                  </a:cubicBezTo>
                  <a:cubicBezTo>
                    <a:pt x="257" y="289"/>
                    <a:pt x="260" y="290"/>
                    <a:pt x="262" y="291"/>
                  </a:cubicBezTo>
                  <a:cubicBezTo>
                    <a:pt x="265" y="293"/>
                    <a:pt x="265" y="294"/>
                    <a:pt x="266" y="298"/>
                  </a:cubicBezTo>
                  <a:cubicBezTo>
                    <a:pt x="268" y="301"/>
                    <a:pt x="269" y="304"/>
                    <a:pt x="269" y="307"/>
                  </a:cubicBezTo>
                  <a:cubicBezTo>
                    <a:pt x="269" y="311"/>
                    <a:pt x="272" y="317"/>
                    <a:pt x="274" y="320"/>
                  </a:cubicBezTo>
                  <a:cubicBezTo>
                    <a:pt x="276" y="323"/>
                    <a:pt x="279" y="321"/>
                    <a:pt x="281" y="321"/>
                  </a:cubicBezTo>
                  <a:cubicBezTo>
                    <a:pt x="284" y="322"/>
                    <a:pt x="287" y="323"/>
                    <a:pt x="292" y="323"/>
                  </a:cubicBezTo>
                  <a:cubicBezTo>
                    <a:pt x="296" y="323"/>
                    <a:pt x="301" y="323"/>
                    <a:pt x="304" y="324"/>
                  </a:cubicBezTo>
                  <a:cubicBezTo>
                    <a:pt x="306" y="324"/>
                    <a:pt x="311" y="328"/>
                    <a:pt x="314" y="327"/>
                  </a:cubicBezTo>
                  <a:cubicBezTo>
                    <a:pt x="318" y="326"/>
                    <a:pt x="321" y="326"/>
                    <a:pt x="325" y="326"/>
                  </a:cubicBezTo>
                  <a:cubicBezTo>
                    <a:pt x="328" y="326"/>
                    <a:pt x="328" y="327"/>
                    <a:pt x="332" y="327"/>
                  </a:cubicBezTo>
                  <a:cubicBezTo>
                    <a:pt x="337" y="327"/>
                    <a:pt x="338" y="327"/>
                    <a:pt x="340" y="329"/>
                  </a:cubicBezTo>
                  <a:cubicBezTo>
                    <a:pt x="341" y="331"/>
                    <a:pt x="347" y="331"/>
                    <a:pt x="350" y="332"/>
                  </a:cubicBezTo>
                  <a:cubicBezTo>
                    <a:pt x="353" y="334"/>
                    <a:pt x="357" y="333"/>
                    <a:pt x="361" y="333"/>
                  </a:cubicBezTo>
                  <a:cubicBezTo>
                    <a:pt x="362" y="329"/>
                    <a:pt x="363" y="322"/>
                    <a:pt x="364" y="3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9FFF7172-D6FA-3637-4FB1-0A92984FC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84415" y="3452074"/>
              <a:ext cx="33849" cy="67699"/>
            </a:xfrm>
            <a:custGeom>
              <a:avLst/>
              <a:gdLst>
                <a:gd name="T0" fmla="*/ 3 w 31"/>
                <a:gd name="T1" fmla="*/ 54 h 63"/>
                <a:gd name="T2" fmla="*/ 0 w 31"/>
                <a:gd name="T3" fmla="*/ 54 h 63"/>
                <a:gd name="T4" fmla="*/ 1 w 31"/>
                <a:gd name="T5" fmla="*/ 57 h 63"/>
                <a:gd name="T6" fmla="*/ 3 w 31"/>
                <a:gd name="T7" fmla="*/ 59 h 63"/>
                <a:gd name="T8" fmla="*/ 5 w 31"/>
                <a:gd name="T9" fmla="*/ 56 h 63"/>
                <a:gd name="T10" fmla="*/ 3 w 31"/>
                <a:gd name="T11" fmla="*/ 54 h 63"/>
                <a:gd name="T12" fmla="*/ 27 w 31"/>
                <a:gd name="T13" fmla="*/ 1 h 63"/>
                <a:gd name="T14" fmla="*/ 26 w 31"/>
                <a:gd name="T15" fmla="*/ 3 h 63"/>
                <a:gd name="T16" fmla="*/ 29 w 31"/>
                <a:gd name="T17" fmla="*/ 3 h 63"/>
                <a:gd name="T18" fmla="*/ 30 w 31"/>
                <a:gd name="T19" fmla="*/ 1 h 63"/>
                <a:gd name="T20" fmla="*/ 27 w 31"/>
                <a:gd name="T21" fmla="*/ 1 h 63"/>
                <a:gd name="T22" fmla="*/ 9 w 31"/>
                <a:gd name="T23" fmla="*/ 58 h 63"/>
                <a:gd name="T24" fmla="*/ 8 w 31"/>
                <a:gd name="T25" fmla="*/ 62 h 63"/>
                <a:gd name="T26" fmla="*/ 10 w 31"/>
                <a:gd name="T27" fmla="*/ 60 h 63"/>
                <a:gd name="T28" fmla="*/ 9 w 31"/>
                <a:gd name="T29" fmla="*/ 58 h 63"/>
                <a:gd name="T30" fmla="*/ 9 w 31"/>
                <a:gd name="T31" fmla="*/ 25 h 63"/>
                <a:gd name="T32" fmla="*/ 5 w 31"/>
                <a:gd name="T33" fmla="*/ 24 h 63"/>
                <a:gd name="T34" fmla="*/ 6 w 31"/>
                <a:gd name="T35" fmla="*/ 27 h 63"/>
                <a:gd name="T36" fmla="*/ 9 w 31"/>
                <a:gd name="T37" fmla="*/ 25 h 63"/>
                <a:gd name="T38" fmla="*/ 2 w 31"/>
                <a:gd name="T39" fmla="*/ 44 h 63"/>
                <a:gd name="T40" fmla="*/ 5 w 31"/>
                <a:gd name="T41" fmla="*/ 42 h 63"/>
                <a:gd name="T42" fmla="*/ 2 w 31"/>
                <a:gd name="T43" fmla="*/ 40 h 63"/>
                <a:gd name="T44" fmla="*/ 2 w 31"/>
                <a:gd name="T45" fmla="*/ 44 h 63"/>
                <a:gd name="T46" fmla="*/ 16 w 31"/>
                <a:gd name="T47" fmla="*/ 32 h 63"/>
                <a:gd name="T48" fmla="*/ 16 w 31"/>
                <a:gd name="T49" fmla="*/ 34 h 63"/>
                <a:gd name="T50" fmla="*/ 20 w 31"/>
                <a:gd name="T51" fmla="*/ 33 h 63"/>
                <a:gd name="T52" fmla="*/ 16 w 31"/>
                <a:gd name="T53" fmla="*/ 3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1" h="63">
                  <a:moveTo>
                    <a:pt x="3" y="54"/>
                  </a:moveTo>
                  <a:cubicBezTo>
                    <a:pt x="2" y="54"/>
                    <a:pt x="1" y="53"/>
                    <a:pt x="0" y="54"/>
                  </a:cubicBezTo>
                  <a:cubicBezTo>
                    <a:pt x="0" y="55"/>
                    <a:pt x="0" y="57"/>
                    <a:pt x="1" y="57"/>
                  </a:cubicBezTo>
                  <a:cubicBezTo>
                    <a:pt x="1" y="58"/>
                    <a:pt x="2" y="59"/>
                    <a:pt x="3" y="59"/>
                  </a:cubicBezTo>
                  <a:cubicBezTo>
                    <a:pt x="5" y="59"/>
                    <a:pt x="5" y="57"/>
                    <a:pt x="5" y="56"/>
                  </a:cubicBezTo>
                  <a:cubicBezTo>
                    <a:pt x="5" y="55"/>
                    <a:pt x="4" y="55"/>
                    <a:pt x="3" y="54"/>
                  </a:cubicBezTo>
                  <a:close/>
                  <a:moveTo>
                    <a:pt x="27" y="1"/>
                  </a:moveTo>
                  <a:cubicBezTo>
                    <a:pt x="26" y="1"/>
                    <a:pt x="25" y="2"/>
                    <a:pt x="26" y="3"/>
                  </a:cubicBezTo>
                  <a:cubicBezTo>
                    <a:pt x="27" y="4"/>
                    <a:pt x="27" y="4"/>
                    <a:pt x="29" y="3"/>
                  </a:cubicBezTo>
                  <a:cubicBezTo>
                    <a:pt x="30" y="2"/>
                    <a:pt x="31" y="2"/>
                    <a:pt x="30" y="1"/>
                  </a:cubicBezTo>
                  <a:cubicBezTo>
                    <a:pt x="29" y="0"/>
                    <a:pt x="29" y="0"/>
                    <a:pt x="27" y="1"/>
                  </a:cubicBezTo>
                  <a:close/>
                  <a:moveTo>
                    <a:pt x="9" y="58"/>
                  </a:moveTo>
                  <a:cubicBezTo>
                    <a:pt x="8" y="59"/>
                    <a:pt x="8" y="61"/>
                    <a:pt x="8" y="62"/>
                  </a:cubicBezTo>
                  <a:cubicBezTo>
                    <a:pt x="9" y="63"/>
                    <a:pt x="9" y="62"/>
                    <a:pt x="10" y="60"/>
                  </a:cubicBezTo>
                  <a:cubicBezTo>
                    <a:pt x="10" y="59"/>
                    <a:pt x="10" y="56"/>
                    <a:pt x="9" y="58"/>
                  </a:cubicBezTo>
                  <a:close/>
                  <a:moveTo>
                    <a:pt x="9" y="25"/>
                  </a:moveTo>
                  <a:cubicBezTo>
                    <a:pt x="9" y="23"/>
                    <a:pt x="8" y="21"/>
                    <a:pt x="5" y="24"/>
                  </a:cubicBezTo>
                  <a:cubicBezTo>
                    <a:pt x="4" y="25"/>
                    <a:pt x="5" y="27"/>
                    <a:pt x="6" y="27"/>
                  </a:cubicBezTo>
                  <a:cubicBezTo>
                    <a:pt x="7" y="27"/>
                    <a:pt x="10" y="27"/>
                    <a:pt x="9" y="25"/>
                  </a:cubicBezTo>
                  <a:close/>
                  <a:moveTo>
                    <a:pt x="2" y="44"/>
                  </a:moveTo>
                  <a:cubicBezTo>
                    <a:pt x="3" y="44"/>
                    <a:pt x="4" y="43"/>
                    <a:pt x="5" y="42"/>
                  </a:cubicBezTo>
                  <a:cubicBezTo>
                    <a:pt x="5" y="40"/>
                    <a:pt x="4" y="38"/>
                    <a:pt x="2" y="40"/>
                  </a:cubicBezTo>
                  <a:cubicBezTo>
                    <a:pt x="1" y="42"/>
                    <a:pt x="1" y="44"/>
                    <a:pt x="2" y="44"/>
                  </a:cubicBezTo>
                  <a:close/>
                  <a:moveTo>
                    <a:pt x="16" y="32"/>
                  </a:moveTo>
                  <a:cubicBezTo>
                    <a:pt x="16" y="33"/>
                    <a:pt x="15" y="34"/>
                    <a:pt x="16" y="34"/>
                  </a:cubicBezTo>
                  <a:cubicBezTo>
                    <a:pt x="17" y="34"/>
                    <a:pt x="20" y="34"/>
                    <a:pt x="20" y="33"/>
                  </a:cubicBezTo>
                  <a:cubicBezTo>
                    <a:pt x="20" y="32"/>
                    <a:pt x="18" y="31"/>
                    <a:pt x="16" y="3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1" name="Freeform 49">
              <a:extLst>
                <a:ext uri="{FF2B5EF4-FFF2-40B4-BE49-F238E27FC236}">
                  <a16:creationId xmlns:a16="http://schemas.microsoft.com/office/drawing/2014/main" id="{BC004C01-D926-832E-E4AC-65A46891B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6451" y="2425312"/>
              <a:ext cx="23977" cy="8462"/>
            </a:xfrm>
            <a:custGeom>
              <a:avLst/>
              <a:gdLst>
                <a:gd name="T0" fmla="*/ 17 w 22"/>
                <a:gd name="T1" fmla="*/ 0 h 8"/>
                <a:gd name="T2" fmla="*/ 10 w 22"/>
                <a:gd name="T3" fmla="*/ 3 h 8"/>
                <a:gd name="T4" fmla="*/ 4 w 22"/>
                <a:gd name="T5" fmla="*/ 5 h 8"/>
                <a:gd name="T6" fmla="*/ 3 w 22"/>
                <a:gd name="T7" fmla="*/ 8 h 8"/>
                <a:gd name="T8" fmla="*/ 9 w 22"/>
                <a:gd name="T9" fmla="*/ 7 h 8"/>
                <a:gd name="T10" fmla="*/ 17 w 22"/>
                <a:gd name="T11" fmla="*/ 4 h 8"/>
                <a:gd name="T12" fmla="*/ 22 w 22"/>
                <a:gd name="T13" fmla="*/ 2 h 8"/>
                <a:gd name="T14" fmla="*/ 17 w 22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8">
                  <a:moveTo>
                    <a:pt x="17" y="0"/>
                  </a:moveTo>
                  <a:cubicBezTo>
                    <a:pt x="14" y="0"/>
                    <a:pt x="13" y="3"/>
                    <a:pt x="10" y="3"/>
                  </a:cubicBezTo>
                  <a:cubicBezTo>
                    <a:pt x="8" y="4"/>
                    <a:pt x="6" y="3"/>
                    <a:pt x="4" y="5"/>
                  </a:cubicBezTo>
                  <a:cubicBezTo>
                    <a:pt x="2" y="7"/>
                    <a:pt x="0" y="8"/>
                    <a:pt x="3" y="8"/>
                  </a:cubicBezTo>
                  <a:cubicBezTo>
                    <a:pt x="5" y="8"/>
                    <a:pt x="6" y="7"/>
                    <a:pt x="9" y="7"/>
                  </a:cubicBezTo>
                  <a:cubicBezTo>
                    <a:pt x="12" y="7"/>
                    <a:pt x="15" y="5"/>
                    <a:pt x="17" y="4"/>
                  </a:cubicBezTo>
                  <a:cubicBezTo>
                    <a:pt x="19" y="4"/>
                    <a:pt x="22" y="3"/>
                    <a:pt x="22" y="2"/>
                  </a:cubicBezTo>
                  <a:cubicBezTo>
                    <a:pt x="22" y="0"/>
                    <a:pt x="20" y="0"/>
                    <a:pt x="17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2" name="Freeform 50">
              <a:extLst>
                <a:ext uri="{FF2B5EF4-FFF2-40B4-BE49-F238E27FC236}">
                  <a16:creationId xmlns:a16="http://schemas.microsoft.com/office/drawing/2014/main" id="{9856A00C-2CC8-92CB-07EA-8AA5B8FB9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8564" y="2765216"/>
              <a:ext cx="276436" cy="191813"/>
            </a:xfrm>
            <a:custGeom>
              <a:avLst/>
              <a:gdLst>
                <a:gd name="T0" fmla="*/ 240 w 251"/>
                <a:gd name="T1" fmla="*/ 156 h 179"/>
                <a:gd name="T2" fmla="*/ 251 w 251"/>
                <a:gd name="T3" fmla="*/ 155 h 179"/>
                <a:gd name="T4" fmla="*/ 250 w 251"/>
                <a:gd name="T5" fmla="*/ 144 h 179"/>
                <a:gd name="T6" fmla="*/ 241 w 251"/>
                <a:gd name="T7" fmla="*/ 139 h 179"/>
                <a:gd name="T8" fmla="*/ 232 w 251"/>
                <a:gd name="T9" fmla="*/ 124 h 179"/>
                <a:gd name="T10" fmla="*/ 225 w 251"/>
                <a:gd name="T11" fmla="*/ 113 h 179"/>
                <a:gd name="T12" fmla="*/ 205 w 251"/>
                <a:gd name="T13" fmla="*/ 94 h 179"/>
                <a:gd name="T14" fmla="*/ 197 w 251"/>
                <a:gd name="T15" fmla="*/ 91 h 179"/>
                <a:gd name="T16" fmla="*/ 197 w 251"/>
                <a:gd name="T17" fmla="*/ 82 h 179"/>
                <a:gd name="T18" fmla="*/ 212 w 251"/>
                <a:gd name="T19" fmla="*/ 77 h 179"/>
                <a:gd name="T20" fmla="*/ 216 w 251"/>
                <a:gd name="T21" fmla="*/ 74 h 179"/>
                <a:gd name="T22" fmla="*/ 216 w 251"/>
                <a:gd name="T23" fmla="*/ 56 h 179"/>
                <a:gd name="T24" fmla="*/ 213 w 251"/>
                <a:gd name="T25" fmla="*/ 49 h 179"/>
                <a:gd name="T26" fmla="*/ 207 w 251"/>
                <a:gd name="T27" fmla="*/ 37 h 179"/>
                <a:gd name="T28" fmla="*/ 199 w 251"/>
                <a:gd name="T29" fmla="*/ 30 h 179"/>
                <a:gd name="T30" fmla="*/ 196 w 251"/>
                <a:gd name="T31" fmla="*/ 14 h 179"/>
                <a:gd name="T32" fmla="*/ 199 w 251"/>
                <a:gd name="T33" fmla="*/ 1 h 179"/>
                <a:gd name="T34" fmla="*/ 192 w 251"/>
                <a:gd name="T35" fmla="*/ 1 h 179"/>
                <a:gd name="T36" fmla="*/ 191 w 251"/>
                <a:gd name="T37" fmla="*/ 5 h 179"/>
                <a:gd name="T38" fmla="*/ 182 w 251"/>
                <a:gd name="T39" fmla="*/ 8 h 179"/>
                <a:gd name="T40" fmla="*/ 184 w 251"/>
                <a:gd name="T41" fmla="*/ 14 h 179"/>
                <a:gd name="T42" fmla="*/ 182 w 251"/>
                <a:gd name="T43" fmla="*/ 28 h 179"/>
                <a:gd name="T44" fmla="*/ 172 w 251"/>
                <a:gd name="T45" fmla="*/ 39 h 179"/>
                <a:gd name="T46" fmla="*/ 153 w 251"/>
                <a:gd name="T47" fmla="*/ 54 h 179"/>
                <a:gd name="T48" fmla="*/ 133 w 251"/>
                <a:gd name="T49" fmla="*/ 44 h 179"/>
                <a:gd name="T50" fmla="*/ 123 w 251"/>
                <a:gd name="T51" fmla="*/ 49 h 179"/>
                <a:gd name="T52" fmla="*/ 112 w 251"/>
                <a:gd name="T53" fmla="*/ 53 h 179"/>
                <a:gd name="T54" fmla="*/ 96 w 251"/>
                <a:gd name="T55" fmla="*/ 61 h 179"/>
                <a:gd name="T56" fmla="*/ 90 w 251"/>
                <a:gd name="T57" fmla="*/ 56 h 179"/>
                <a:gd name="T58" fmla="*/ 67 w 251"/>
                <a:gd name="T59" fmla="*/ 57 h 179"/>
                <a:gd name="T60" fmla="*/ 57 w 251"/>
                <a:gd name="T61" fmla="*/ 57 h 179"/>
                <a:gd name="T62" fmla="*/ 54 w 251"/>
                <a:gd name="T63" fmla="*/ 53 h 179"/>
                <a:gd name="T64" fmla="*/ 49 w 251"/>
                <a:gd name="T65" fmla="*/ 43 h 179"/>
                <a:gd name="T66" fmla="*/ 45 w 251"/>
                <a:gd name="T67" fmla="*/ 39 h 179"/>
                <a:gd name="T68" fmla="*/ 31 w 251"/>
                <a:gd name="T69" fmla="*/ 45 h 179"/>
                <a:gd name="T70" fmla="*/ 20 w 251"/>
                <a:gd name="T71" fmla="*/ 51 h 179"/>
                <a:gd name="T72" fmla="*/ 4 w 251"/>
                <a:gd name="T73" fmla="*/ 55 h 179"/>
                <a:gd name="T74" fmla="*/ 3 w 251"/>
                <a:gd name="T75" fmla="*/ 60 h 179"/>
                <a:gd name="T76" fmla="*/ 0 w 251"/>
                <a:gd name="T77" fmla="*/ 65 h 179"/>
                <a:gd name="T78" fmla="*/ 0 w 251"/>
                <a:gd name="T79" fmla="*/ 70 h 179"/>
                <a:gd name="T80" fmla="*/ 11 w 251"/>
                <a:gd name="T81" fmla="*/ 73 h 179"/>
                <a:gd name="T82" fmla="*/ 15 w 251"/>
                <a:gd name="T83" fmla="*/ 80 h 179"/>
                <a:gd name="T84" fmla="*/ 27 w 251"/>
                <a:gd name="T85" fmla="*/ 83 h 179"/>
                <a:gd name="T86" fmla="*/ 36 w 251"/>
                <a:gd name="T87" fmla="*/ 93 h 179"/>
                <a:gd name="T88" fmla="*/ 58 w 251"/>
                <a:gd name="T89" fmla="*/ 114 h 179"/>
                <a:gd name="T90" fmla="*/ 63 w 251"/>
                <a:gd name="T91" fmla="*/ 126 h 179"/>
                <a:gd name="T92" fmla="*/ 77 w 251"/>
                <a:gd name="T93" fmla="*/ 137 h 179"/>
                <a:gd name="T94" fmla="*/ 82 w 251"/>
                <a:gd name="T95" fmla="*/ 148 h 179"/>
                <a:gd name="T96" fmla="*/ 88 w 251"/>
                <a:gd name="T97" fmla="*/ 157 h 179"/>
                <a:gd name="T98" fmla="*/ 100 w 251"/>
                <a:gd name="T99" fmla="*/ 162 h 179"/>
                <a:gd name="T100" fmla="*/ 113 w 251"/>
                <a:gd name="T101" fmla="*/ 162 h 179"/>
                <a:gd name="T102" fmla="*/ 122 w 251"/>
                <a:gd name="T103" fmla="*/ 158 h 179"/>
                <a:gd name="T104" fmla="*/ 130 w 251"/>
                <a:gd name="T105" fmla="*/ 161 h 179"/>
                <a:gd name="T106" fmla="*/ 137 w 251"/>
                <a:gd name="T107" fmla="*/ 169 h 179"/>
                <a:gd name="T108" fmla="*/ 146 w 251"/>
                <a:gd name="T109" fmla="*/ 175 h 179"/>
                <a:gd name="T110" fmla="*/ 150 w 251"/>
                <a:gd name="T111" fmla="*/ 179 h 179"/>
                <a:gd name="T112" fmla="*/ 163 w 251"/>
                <a:gd name="T113" fmla="*/ 177 h 179"/>
                <a:gd name="T114" fmla="*/ 174 w 251"/>
                <a:gd name="T115" fmla="*/ 176 h 179"/>
                <a:gd name="T116" fmla="*/ 183 w 251"/>
                <a:gd name="T117" fmla="*/ 174 h 179"/>
                <a:gd name="T118" fmla="*/ 199 w 251"/>
                <a:gd name="T119" fmla="*/ 173 h 179"/>
                <a:gd name="T120" fmla="*/ 210 w 251"/>
                <a:gd name="T121" fmla="*/ 169 h 179"/>
                <a:gd name="T122" fmla="*/ 211 w 251"/>
                <a:gd name="T123" fmla="*/ 16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1" h="179">
                  <a:moveTo>
                    <a:pt x="221" y="158"/>
                  </a:moveTo>
                  <a:cubicBezTo>
                    <a:pt x="224" y="155"/>
                    <a:pt x="232" y="156"/>
                    <a:pt x="238" y="156"/>
                  </a:cubicBezTo>
                  <a:cubicBezTo>
                    <a:pt x="238" y="156"/>
                    <a:pt x="239" y="156"/>
                    <a:pt x="240" y="156"/>
                  </a:cubicBezTo>
                  <a:cubicBezTo>
                    <a:pt x="243" y="156"/>
                    <a:pt x="246" y="156"/>
                    <a:pt x="248" y="156"/>
                  </a:cubicBezTo>
                  <a:cubicBezTo>
                    <a:pt x="249" y="155"/>
                    <a:pt x="249" y="155"/>
                    <a:pt x="250" y="155"/>
                  </a:cubicBezTo>
                  <a:cubicBezTo>
                    <a:pt x="250" y="155"/>
                    <a:pt x="251" y="155"/>
                    <a:pt x="251" y="155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4"/>
                    <a:pt x="251" y="150"/>
                    <a:pt x="251" y="148"/>
                  </a:cubicBezTo>
                  <a:cubicBezTo>
                    <a:pt x="251" y="147"/>
                    <a:pt x="251" y="146"/>
                    <a:pt x="250" y="144"/>
                  </a:cubicBezTo>
                  <a:cubicBezTo>
                    <a:pt x="250" y="144"/>
                    <a:pt x="250" y="143"/>
                    <a:pt x="249" y="143"/>
                  </a:cubicBezTo>
                  <a:cubicBezTo>
                    <a:pt x="247" y="143"/>
                    <a:pt x="246" y="142"/>
                    <a:pt x="244" y="141"/>
                  </a:cubicBezTo>
                  <a:cubicBezTo>
                    <a:pt x="243" y="141"/>
                    <a:pt x="242" y="140"/>
                    <a:pt x="241" y="139"/>
                  </a:cubicBezTo>
                  <a:cubicBezTo>
                    <a:pt x="237" y="137"/>
                    <a:pt x="236" y="135"/>
                    <a:pt x="236" y="133"/>
                  </a:cubicBezTo>
                  <a:cubicBezTo>
                    <a:pt x="236" y="132"/>
                    <a:pt x="235" y="132"/>
                    <a:pt x="235" y="131"/>
                  </a:cubicBezTo>
                  <a:cubicBezTo>
                    <a:pt x="234" y="128"/>
                    <a:pt x="233" y="126"/>
                    <a:pt x="232" y="124"/>
                  </a:cubicBezTo>
                  <a:cubicBezTo>
                    <a:pt x="232" y="123"/>
                    <a:pt x="232" y="122"/>
                    <a:pt x="232" y="122"/>
                  </a:cubicBezTo>
                  <a:cubicBezTo>
                    <a:pt x="231" y="121"/>
                    <a:pt x="231" y="120"/>
                    <a:pt x="230" y="118"/>
                  </a:cubicBezTo>
                  <a:cubicBezTo>
                    <a:pt x="229" y="117"/>
                    <a:pt x="228" y="115"/>
                    <a:pt x="225" y="113"/>
                  </a:cubicBezTo>
                  <a:cubicBezTo>
                    <a:pt x="223" y="111"/>
                    <a:pt x="219" y="107"/>
                    <a:pt x="216" y="103"/>
                  </a:cubicBezTo>
                  <a:cubicBezTo>
                    <a:pt x="213" y="100"/>
                    <a:pt x="211" y="98"/>
                    <a:pt x="209" y="96"/>
                  </a:cubicBezTo>
                  <a:cubicBezTo>
                    <a:pt x="208" y="95"/>
                    <a:pt x="207" y="95"/>
                    <a:pt x="205" y="94"/>
                  </a:cubicBezTo>
                  <a:cubicBezTo>
                    <a:pt x="205" y="94"/>
                    <a:pt x="205" y="94"/>
                    <a:pt x="205" y="94"/>
                  </a:cubicBezTo>
                  <a:cubicBezTo>
                    <a:pt x="204" y="94"/>
                    <a:pt x="203" y="94"/>
                    <a:pt x="202" y="93"/>
                  </a:cubicBezTo>
                  <a:cubicBezTo>
                    <a:pt x="200" y="92"/>
                    <a:pt x="198" y="92"/>
                    <a:pt x="197" y="91"/>
                  </a:cubicBezTo>
                  <a:cubicBezTo>
                    <a:pt x="196" y="90"/>
                    <a:pt x="195" y="89"/>
                    <a:pt x="195" y="88"/>
                  </a:cubicBezTo>
                  <a:cubicBezTo>
                    <a:pt x="195" y="87"/>
                    <a:pt x="195" y="86"/>
                    <a:pt x="195" y="85"/>
                  </a:cubicBezTo>
                  <a:cubicBezTo>
                    <a:pt x="196" y="84"/>
                    <a:pt x="196" y="83"/>
                    <a:pt x="197" y="82"/>
                  </a:cubicBezTo>
                  <a:cubicBezTo>
                    <a:pt x="197" y="80"/>
                    <a:pt x="198" y="79"/>
                    <a:pt x="199" y="78"/>
                  </a:cubicBezTo>
                  <a:cubicBezTo>
                    <a:pt x="200" y="78"/>
                    <a:pt x="202" y="77"/>
                    <a:pt x="204" y="77"/>
                  </a:cubicBezTo>
                  <a:cubicBezTo>
                    <a:pt x="206" y="77"/>
                    <a:pt x="209" y="77"/>
                    <a:pt x="212" y="77"/>
                  </a:cubicBezTo>
                  <a:cubicBezTo>
                    <a:pt x="214" y="76"/>
                    <a:pt x="215" y="76"/>
                    <a:pt x="215" y="76"/>
                  </a:cubicBezTo>
                  <a:cubicBezTo>
                    <a:pt x="215" y="76"/>
                    <a:pt x="215" y="76"/>
                    <a:pt x="215" y="76"/>
                  </a:cubicBezTo>
                  <a:cubicBezTo>
                    <a:pt x="215" y="76"/>
                    <a:pt x="215" y="75"/>
                    <a:pt x="216" y="74"/>
                  </a:cubicBezTo>
                  <a:cubicBezTo>
                    <a:pt x="216" y="73"/>
                    <a:pt x="216" y="71"/>
                    <a:pt x="216" y="69"/>
                  </a:cubicBezTo>
                  <a:cubicBezTo>
                    <a:pt x="216" y="66"/>
                    <a:pt x="216" y="62"/>
                    <a:pt x="216" y="58"/>
                  </a:cubicBezTo>
                  <a:cubicBezTo>
                    <a:pt x="216" y="56"/>
                    <a:pt x="216" y="56"/>
                    <a:pt x="216" y="56"/>
                  </a:cubicBezTo>
                  <a:cubicBezTo>
                    <a:pt x="216" y="56"/>
                    <a:pt x="216" y="56"/>
                    <a:pt x="216" y="56"/>
                  </a:cubicBezTo>
                  <a:cubicBezTo>
                    <a:pt x="215" y="55"/>
                    <a:pt x="215" y="55"/>
                    <a:pt x="214" y="53"/>
                  </a:cubicBezTo>
                  <a:cubicBezTo>
                    <a:pt x="213" y="52"/>
                    <a:pt x="213" y="51"/>
                    <a:pt x="213" y="49"/>
                  </a:cubicBezTo>
                  <a:cubicBezTo>
                    <a:pt x="213" y="47"/>
                    <a:pt x="213" y="46"/>
                    <a:pt x="213" y="44"/>
                  </a:cubicBezTo>
                  <a:cubicBezTo>
                    <a:pt x="213" y="43"/>
                    <a:pt x="212" y="41"/>
                    <a:pt x="212" y="41"/>
                  </a:cubicBezTo>
                  <a:cubicBezTo>
                    <a:pt x="211" y="39"/>
                    <a:pt x="209" y="38"/>
                    <a:pt x="207" y="37"/>
                  </a:cubicBezTo>
                  <a:cubicBezTo>
                    <a:pt x="206" y="36"/>
                    <a:pt x="205" y="35"/>
                    <a:pt x="204" y="34"/>
                  </a:cubicBezTo>
                  <a:cubicBezTo>
                    <a:pt x="203" y="34"/>
                    <a:pt x="203" y="34"/>
                    <a:pt x="203" y="34"/>
                  </a:cubicBezTo>
                  <a:cubicBezTo>
                    <a:pt x="200" y="32"/>
                    <a:pt x="200" y="32"/>
                    <a:pt x="199" y="30"/>
                  </a:cubicBezTo>
                  <a:cubicBezTo>
                    <a:pt x="198" y="29"/>
                    <a:pt x="198" y="26"/>
                    <a:pt x="198" y="23"/>
                  </a:cubicBezTo>
                  <a:cubicBezTo>
                    <a:pt x="197" y="22"/>
                    <a:pt x="197" y="20"/>
                    <a:pt x="197" y="19"/>
                  </a:cubicBezTo>
                  <a:cubicBezTo>
                    <a:pt x="197" y="17"/>
                    <a:pt x="196" y="16"/>
                    <a:pt x="196" y="14"/>
                  </a:cubicBezTo>
                  <a:cubicBezTo>
                    <a:pt x="196" y="12"/>
                    <a:pt x="196" y="11"/>
                    <a:pt x="197" y="9"/>
                  </a:cubicBezTo>
                  <a:cubicBezTo>
                    <a:pt x="197" y="7"/>
                    <a:pt x="198" y="6"/>
                    <a:pt x="198" y="5"/>
                  </a:cubicBezTo>
                  <a:cubicBezTo>
                    <a:pt x="199" y="3"/>
                    <a:pt x="200" y="2"/>
                    <a:pt x="199" y="1"/>
                  </a:cubicBezTo>
                  <a:cubicBezTo>
                    <a:pt x="199" y="1"/>
                    <a:pt x="199" y="1"/>
                    <a:pt x="199" y="1"/>
                  </a:cubicBezTo>
                  <a:cubicBezTo>
                    <a:pt x="198" y="1"/>
                    <a:pt x="197" y="0"/>
                    <a:pt x="195" y="0"/>
                  </a:cubicBezTo>
                  <a:cubicBezTo>
                    <a:pt x="194" y="0"/>
                    <a:pt x="192" y="1"/>
                    <a:pt x="192" y="1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2" y="1"/>
                    <a:pt x="192" y="2"/>
                    <a:pt x="192" y="2"/>
                  </a:cubicBezTo>
                  <a:cubicBezTo>
                    <a:pt x="192" y="3"/>
                    <a:pt x="192" y="4"/>
                    <a:pt x="191" y="5"/>
                  </a:cubicBezTo>
                  <a:cubicBezTo>
                    <a:pt x="191" y="6"/>
                    <a:pt x="190" y="6"/>
                    <a:pt x="189" y="7"/>
                  </a:cubicBezTo>
                  <a:cubicBezTo>
                    <a:pt x="188" y="7"/>
                    <a:pt x="186" y="7"/>
                    <a:pt x="185" y="7"/>
                  </a:cubicBezTo>
                  <a:cubicBezTo>
                    <a:pt x="183" y="8"/>
                    <a:pt x="182" y="8"/>
                    <a:pt x="182" y="8"/>
                  </a:cubicBezTo>
                  <a:cubicBezTo>
                    <a:pt x="181" y="8"/>
                    <a:pt x="181" y="8"/>
                    <a:pt x="181" y="9"/>
                  </a:cubicBezTo>
                  <a:cubicBezTo>
                    <a:pt x="181" y="9"/>
                    <a:pt x="182" y="10"/>
                    <a:pt x="182" y="11"/>
                  </a:cubicBezTo>
                  <a:cubicBezTo>
                    <a:pt x="183" y="12"/>
                    <a:pt x="183" y="12"/>
                    <a:pt x="184" y="14"/>
                  </a:cubicBezTo>
                  <a:cubicBezTo>
                    <a:pt x="184" y="14"/>
                    <a:pt x="184" y="15"/>
                    <a:pt x="183" y="15"/>
                  </a:cubicBezTo>
                  <a:cubicBezTo>
                    <a:pt x="183" y="17"/>
                    <a:pt x="183" y="19"/>
                    <a:pt x="184" y="21"/>
                  </a:cubicBezTo>
                  <a:cubicBezTo>
                    <a:pt x="185" y="25"/>
                    <a:pt x="184" y="25"/>
                    <a:pt x="182" y="28"/>
                  </a:cubicBezTo>
                  <a:cubicBezTo>
                    <a:pt x="181" y="28"/>
                    <a:pt x="181" y="29"/>
                    <a:pt x="180" y="29"/>
                  </a:cubicBezTo>
                  <a:cubicBezTo>
                    <a:pt x="178" y="32"/>
                    <a:pt x="176" y="34"/>
                    <a:pt x="174" y="36"/>
                  </a:cubicBezTo>
                  <a:cubicBezTo>
                    <a:pt x="174" y="37"/>
                    <a:pt x="173" y="38"/>
                    <a:pt x="172" y="39"/>
                  </a:cubicBezTo>
                  <a:cubicBezTo>
                    <a:pt x="171" y="40"/>
                    <a:pt x="169" y="42"/>
                    <a:pt x="166" y="45"/>
                  </a:cubicBezTo>
                  <a:cubicBezTo>
                    <a:pt x="163" y="48"/>
                    <a:pt x="160" y="51"/>
                    <a:pt x="159" y="52"/>
                  </a:cubicBezTo>
                  <a:cubicBezTo>
                    <a:pt x="157" y="53"/>
                    <a:pt x="156" y="54"/>
                    <a:pt x="153" y="54"/>
                  </a:cubicBezTo>
                  <a:cubicBezTo>
                    <a:pt x="151" y="54"/>
                    <a:pt x="149" y="53"/>
                    <a:pt x="147" y="52"/>
                  </a:cubicBezTo>
                  <a:cubicBezTo>
                    <a:pt x="144" y="51"/>
                    <a:pt x="142" y="49"/>
                    <a:pt x="139" y="47"/>
                  </a:cubicBezTo>
                  <a:cubicBezTo>
                    <a:pt x="137" y="46"/>
                    <a:pt x="135" y="44"/>
                    <a:pt x="133" y="44"/>
                  </a:cubicBezTo>
                  <a:cubicBezTo>
                    <a:pt x="130" y="43"/>
                    <a:pt x="130" y="44"/>
                    <a:pt x="129" y="44"/>
                  </a:cubicBezTo>
                  <a:cubicBezTo>
                    <a:pt x="128" y="45"/>
                    <a:pt x="127" y="46"/>
                    <a:pt x="125" y="46"/>
                  </a:cubicBezTo>
                  <a:cubicBezTo>
                    <a:pt x="124" y="47"/>
                    <a:pt x="124" y="48"/>
                    <a:pt x="123" y="49"/>
                  </a:cubicBezTo>
                  <a:cubicBezTo>
                    <a:pt x="123" y="50"/>
                    <a:pt x="123" y="51"/>
                    <a:pt x="121" y="52"/>
                  </a:cubicBezTo>
                  <a:cubicBezTo>
                    <a:pt x="119" y="54"/>
                    <a:pt x="118" y="54"/>
                    <a:pt x="116" y="53"/>
                  </a:cubicBezTo>
                  <a:cubicBezTo>
                    <a:pt x="115" y="53"/>
                    <a:pt x="113" y="53"/>
                    <a:pt x="112" y="53"/>
                  </a:cubicBezTo>
                  <a:cubicBezTo>
                    <a:pt x="111" y="54"/>
                    <a:pt x="110" y="55"/>
                    <a:pt x="109" y="57"/>
                  </a:cubicBezTo>
                  <a:cubicBezTo>
                    <a:pt x="108" y="58"/>
                    <a:pt x="107" y="60"/>
                    <a:pt x="105" y="61"/>
                  </a:cubicBezTo>
                  <a:cubicBezTo>
                    <a:pt x="102" y="62"/>
                    <a:pt x="99" y="62"/>
                    <a:pt x="96" y="61"/>
                  </a:cubicBezTo>
                  <a:cubicBezTo>
                    <a:pt x="96" y="61"/>
                    <a:pt x="96" y="61"/>
                    <a:pt x="95" y="61"/>
                  </a:cubicBezTo>
                  <a:cubicBezTo>
                    <a:pt x="93" y="60"/>
                    <a:pt x="92" y="59"/>
                    <a:pt x="91" y="57"/>
                  </a:cubicBezTo>
                  <a:cubicBezTo>
                    <a:pt x="90" y="57"/>
                    <a:pt x="90" y="56"/>
                    <a:pt x="90" y="56"/>
                  </a:cubicBezTo>
                  <a:cubicBezTo>
                    <a:pt x="89" y="55"/>
                    <a:pt x="87" y="55"/>
                    <a:pt x="85" y="55"/>
                  </a:cubicBezTo>
                  <a:cubicBezTo>
                    <a:pt x="82" y="54"/>
                    <a:pt x="79" y="55"/>
                    <a:pt x="78" y="55"/>
                  </a:cubicBezTo>
                  <a:cubicBezTo>
                    <a:pt x="75" y="55"/>
                    <a:pt x="71" y="56"/>
                    <a:pt x="67" y="57"/>
                  </a:cubicBezTo>
                  <a:cubicBezTo>
                    <a:pt x="66" y="58"/>
                    <a:pt x="66" y="58"/>
                    <a:pt x="66" y="58"/>
                  </a:cubicBezTo>
                  <a:cubicBezTo>
                    <a:pt x="66" y="58"/>
                    <a:pt x="66" y="58"/>
                    <a:pt x="66" y="58"/>
                  </a:cubicBezTo>
                  <a:cubicBezTo>
                    <a:pt x="62" y="59"/>
                    <a:pt x="59" y="58"/>
                    <a:pt x="57" y="57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4" y="55"/>
                    <a:pt x="54" y="55"/>
                    <a:pt x="54" y="53"/>
                  </a:cubicBezTo>
                  <a:cubicBezTo>
                    <a:pt x="54" y="52"/>
                    <a:pt x="54" y="51"/>
                    <a:pt x="53" y="48"/>
                  </a:cubicBezTo>
                  <a:cubicBezTo>
                    <a:pt x="51" y="46"/>
                    <a:pt x="51" y="45"/>
                    <a:pt x="50" y="45"/>
                  </a:cubicBezTo>
                  <a:cubicBezTo>
                    <a:pt x="50" y="45"/>
                    <a:pt x="49" y="45"/>
                    <a:pt x="49" y="43"/>
                  </a:cubicBezTo>
                  <a:cubicBezTo>
                    <a:pt x="48" y="43"/>
                    <a:pt x="48" y="42"/>
                    <a:pt x="48" y="42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0"/>
                    <a:pt x="47" y="39"/>
                    <a:pt x="45" y="39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1" y="39"/>
                    <a:pt x="37" y="39"/>
                    <a:pt x="34" y="42"/>
                  </a:cubicBezTo>
                  <a:cubicBezTo>
                    <a:pt x="31" y="43"/>
                    <a:pt x="31" y="44"/>
                    <a:pt x="31" y="45"/>
                  </a:cubicBezTo>
                  <a:cubicBezTo>
                    <a:pt x="31" y="47"/>
                    <a:pt x="31" y="48"/>
                    <a:pt x="30" y="49"/>
                  </a:cubicBezTo>
                  <a:cubicBezTo>
                    <a:pt x="27" y="52"/>
                    <a:pt x="25" y="51"/>
                    <a:pt x="22" y="51"/>
                  </a:cubicBezTo>
                  <a:cubicBezTo>
                    <a:pt x="22" y="51"/>
                    <a:pt x="21" y="51"/>
                    <a:pt x="20" y="51"/>
                  </a:cubicBezTo>
                  <a:cubicBezTo>
                    <a:pt x="18" y="51"/>
                    <a:pt x="16" y="51"/>
                    <a:pt x="15" y="52"/>
                  </a:cubicBezTo>
                  <a:cubicBezTo>
                    <a:pt x="14" y="52"/>
                    <a:pt x="12" y="53"/>
                    <a:pt x="11" y="54"/>
                  </a:cubicBezTo>
                  <a:cubicBezTo>
                    <a:pt x="8" y="56"/>
                    <a:pt x="6" y="55"/>
                    <a:pt x="4" y="55"/>
                  </a:cubicBezTo>
                  <a:cubicBezTo>
                    <a:pt x="4" y="55"/>
                    <a:pt x="4" y="55"/>
                    <a:pt x="4" y="54"/>
                  </a:cubicBezTo>
                  <a:cubicBezTo>
                    <a:pt x="4" y="56"/>
                    <a:pt x="3" y="57"/>
                    <a:pt x="3" y="58"/>
                  </a:cubicBezTo>
                  <a:cubicBezTo>
                    <a:pt x="3" y="59"/>
                    <a:pt x="3" y="59"/>
                    <a:pt x="3" y="60"/>
                  </a:cubicBezTo>
                  <a:cubicBezTo>
                    <a:pt x="3" y="62"/>
                    <a:pt x="2" y="63"/>
                    <a:pt x="1" y="64"/>
                  </a:cubicBezTo>
                  <a:cubicBezTo>
                    <a:pt x="0" y="64"/>
                    <a:pt x="0" y="65"/>
                    <a:pt x="0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0" y="68"/>
                    <a:pt x="0" y="68"/>
                    <a:pt x="0" y="69"/>
                  </a:cubicBezTo>
                  <a:cubicBezTo>
                    <a:pt x="0" y="69"/>
                    <a:pt x="0" y="70"/>
                    <a:pt x="0" y="70"/>
                  </a:cubicBezTo>
                  <a:cubicBezTo>
                    <a:pt x="0" y="72"/>
                    <a:pt x="0" y="72"/>
                    <a:pt x="1" y="73"/>
                  </a:cubicBezTo>
                  <a:cubicBezTo>
                    <a:pt x="2" y="73"/>
                    <a:pt x="4" y="73"/>
                    <a:pt x="5" y="73"/>
                  </a:cubicBezTo>
                  <a:cubicBezTo>
                    <a:pt x="7" y="73"/>
                    <a:pt x="10" y="72"/>
                    <a:pt x="11" y="73"/>
                  </a:cubicBezTo>
                  <a:cubicBezTo>
                    <a:pt x="12" y="73"/>
                    <a:pt x="13" y="74"/>
                    <a:pt x="14" y="75"/>
                  </a:cubicBezTo>
                  <a:cubicBezTo>
                    <a:pt x="14" y="76"/>
                    <a:pt x="15" y="77"/>
                    <a:pt x="15" y="78"/>
                  </a:cubicBezTo>
                  <a:cubicBezTo>
                    <a:pt x="15" y="78"/>
                    <a:pt x="15" y="79"/>
                    <a:pt x="15" y="80"/>
                  </a:cubicBezTo>
                  <a:cubicBezTo>
                    <a:pt x="15" y="80"/>
                    <a:pt x="15" y="80"/>
                    <a:pt x="17" y="81"/>
                  </a:cubicBezTo>
                  <a:cubicBezTo>
                    <a:pt x="20" y="82"/>
                    <a:pt x="22" y="82"/>
                    <a:pt x="24" y="83"/>
                  </a:cubicBezTo>
                  <a:cubicBezTo>
                    <a:pt x="25" y="83"/>
                    <a:pt x="26" y="83"/>
                    <a:pt x="27" y="83"/>
                  </a:cubicBezTo>
                  <a:cubicBezTo>
                    <a:pt x="28" y="84"/>
                    <a:pt x="29" y="85"/>
                    <a:pt x="30" y="86"/>
                  </a:cubicBezTo>
                  <a:cubicBezTo>
                    <a:pt x="32" y="87"/>
                    <a:pt x="33" y="88"/>
                    <a:pt x="34" y="90"/>
                  </a:cubicBezTo>
                  <a:cubicBezTo>
                    <a:pt x="36" y="91"/>
                    <a:pt x="36" y="92"/>
                    <a:pt x="36" y="93"/>
                  </a:cubicBezTo>
                  <a:cubicBezTo>
                    <a:pt x="36" y="94"/>
                    <a:pt x="36" y="95"/>
                    <a:pt x="38" y="97"/>
                  </a:cubicBezTo>
                  <a:cubicBezTo>
                    <a:pt x="41" y="99"/>
                    <a:pt x="45" y="102"/>
                    <a:pt x="49" y="106"/>
                  </a:cubicBezTo>
                  <a:cubicBezTo>
                    <a:pt x="53" y="109"/>
                    <a:pt x="56" y="112"/>
                    <a:pt x="58" y="114"/>
                  </a:cubicBezTo>
                  <a:cubicBezTo>
                    <a:pt x="60" y="117"/>
                    <a:pt x="60" y="119"/>
                    <a:pt x="60" y="121"/>
                  </a:cubicBezTo>
                  <a:cubicBezTo>
                    <a:pt x="60" y="122"/>
                    <a:pt x="60" y="122"/>
                    <a:pt x="60" y="123"/>
                  </a:cubicBezTo>
                  <a:cubicBezTo>
                    <a:pt x="60" y="124"/>
                    <a:pt x="61" y="125"/>
                    <a:pt x="63" y="126"/>
                  </a:cubicBezTo>
                  <a:cubicBezTo>
                    <a:pt x="65" y="127"/>
                    <a:pt x="66" y="128"/>
                    <a:pt x="68" y="129"/>
                  </a:cubicBezTo>
                  <a:cubicBezTo>
                    <a:pt x="70" y="130"/>
                    <a:pt x="71" y="131"/>
                    <a:pt x="72" y="132"/>
                  </a:cubicBezTo>
                  <a:cubicBezTo>
                    <a:pt x="75" y="134"/>
                    <a:pt x="76" y="134"/>
                    <a:pt x="77" y="137"/>
                  </a:cubicBezTo>
                  <a:cubicBezTo>
                    <a:pt x="77" y="139"/>
                    <a:pt x="77" y="140"/>
                    <a:pt x="77" y="141"/>
                  </a:cubicBezTo>
                  <a:cubicBezTo>
                    <a:pt x="77" y="142"/>
                    <a:pt x="76" y="142"/>
                    <a:pt x="78" y="144"/>
                  </a:cubicBezTo>
                  <a:cubicBezTo>
                    <a:pt x="79" y="147"/>
                    <a:pt x="80" y="147"/>
                    <a:pt x="82" y="148"/>
                  </a:cubicBezTo>
                  <a:cubicBezTo>
                    <a:pt x="83" y="149"/>
                    <a:pt x="84" y="150"/>
                    <a:pt x="85" y="151"/>
                  </a:cubicBezTo>
                  <a:cubicBezTo>
                    <a:pt x="86" y="153"/>
                    <a:pt x="86" y="154"/>
                    <a:pt x="87" y="155"/>
                  </a:cubicBezTo>
                  <a:cubicBezTo>
                    <a:pt x="87" y="156"/>
                    <a:pt x="87" y="156"/>
                    <a:pt x="88" y="157"/>
                  </a:cubicBezTo>
                  <a:cubicBezTo>
                    <a:pt x="89" y="158"/>
                    <a:pt x="92" y="160"/>
                    <a:pt x="94" y="161"/>
                  </a:cubicBezTo>
                  <a:cubicBezTo>
                    <a:pt x="96" y="162"/>
                    <a:pt x="98" y="163"/>
                    <a:pt x="98" y="163"/>
                  </a:cubicBezTo>
                  <a:cubicBezTo>
                    <a:pt x="99" y="163"/>
                    <a:pt x="99" y="162"/>
                    <a:pt x="100" y="162"/>
                  </a:cubicBezTo>
                  <a:cubicBezTo>
                    <a:pt x="101" y="162"/>
                    <a:pt x="102" y="161"/>
                    <a:pt x="104" y="161"/>
                  </a:cubicBezTo>
                  <a:cubicBezTo>
                    <a:pt x="107" y="161"/>
                    <a:pt x="108" y="161"/>
                    <a:pt x="110" y="161"/>
                  </a:cubicBezTo>
                  <a:cubicBezTo>
                    <a:pt x="111" y="161"/>
                    <a:pt x="112" y="162"/>
                    <a:pt x="113" y="162"/>
                  </a:cubicBezTo>
                  <a:cubicBezTo>
                    <a:pt x="115" y="162"/>
                    <a:pt x="118" y="160"/>
                    <a:pt x="119" y="159"/>
                  </a:cubicBezTo>
                  <a:cubicBezTo>
                    <a:pt x="120" y="159"/>
                    <a:pt x="121" y="158"/>
                    <a:pt x="122" y="158"/>
                  </a:cubicBezTo>
                  <a:cubicBezTo>
                    <a:pt x="122" y="158"/>
                    <a:pt x="122" y="158"/>
                    <a:pt x="122" y="158"/>
                  </a:cubicBezTo>
                  <a:cubicBezTo>
                    <a:pt x="122" y="158"/>
                    <a:pt x="122" y="158"/>
                    <a:pt x="122" y="158"/>
                  </a:cubicBezTo>
                  <a:cubicBezTo>
                    <a:pt x="123" y="158"/>
                    <a:pt x="126" y="157"/>
                    <a:pt x="129" y="158"/>
                  </a:cubicBezTo>
                  <a:cubicBezTo>
                    <a:pt x="131" y="159"/>
                    <a:pt x="130" y="160"/>
                    <a:pt x="130" y="161"/>
                  </a:cubicBezTo>
                  <a:cubicBezTo>
                    <a:pt x="130" y="162"/>
                    <a:pt x="130" y="162"/>
                    <a:pt x="131" y="163"/>
                  </a:cubicBezTo>
                  <a:cubicBezTo>
                    <a:pt x="131" y="164"/>
                    <a:pt x="131" y="165"/>
                    <a:pt x="131" y="165"/>
                  </a:cubicBezTo>
                  <a:cubicBezTo>
                    <a:pt x="131" y="166"/>
                    <a:pt x="132" y="166"/>
                    <a:pt x="137" y="169"/>
                  </a:cubicBezTo>
                  <a:cubicBezTo>
                    <a:pt x="141" y="171"/>
                    <a:pt x="143" y="171"/>
                    <a:pt x="144" y="171"/>
                  </a:cubicBezTo>
                  <a:cubicBezTo>
                    <a:pt x="145" y="171"/>
                    <a:pt x="145" y="171"/>
                    <a:pt x="146" y="173"/>
                  </a:cubicBezTo>
                  <a:cubicBezTo>
                    <a:pt x="146" y="174"/>
                    <a:pt x="146" y="174"/>
                    <a:pt x="146" y="175"/>
                  </a:cubicBezTo>
                  <a:cubicBezTo>
                    <a:pt x="145" y="176"/>
                    <a:pt x="145" y="176"/>
                    <a:pt x="146" y="177"/>
                  </a:cubicBezTo>
                  <a:cubicBezTo>
                    <a:pt x="147" y="178"/>
                    <a:pt x="148" y="178"/>
                    <a:pt x="149" y="179"/>
                  </a:cubicBezTo>
                  <a:cubicBezTo>
                    <a:pt x="149" y="179"/>
                    <a:pt x="150" y="179"/>
                    <a:pt x="150" y="179"/>
                  </a:cubicBezTo>
                  <a:cubicBezTo>
                    <a:pt x="151" y="177"/>
                    <a:pt x="154" y="175"/>
                    <a:pt x="155" y="174"/>
                  </a:cubicBezTo>
                  <a:cubicBezTo>
                    <a:pt x="157" y="174"/>
                    <a:pt x="158" y="174"/>
                    <a:pt x="160" y="175"/>
                  </a:cubicBezTo>
                  <a:cubicBezTo>
                    <a:pt x="161" y="176"/>
                    <a:pt x="162" y="177"/>
                    <a:pt x="163" y="177"/>
                  </a:cubicBezTo>
                  <a:cubicBezTo>
                    <a:pt x="164" y="177"/>
                    <a:pt x="165" y="176"/>
                    <a:pt x="166" y="175"/>
                  </a:cubicBezTo>
                  <a:cubicBezTo>
                    <a:pt x="167" y="175"/>
                    <a:pt x="168" y="174"/>
                    <a:pt x="169" y="174"/>
                  </a:cubicBezTo>
                  <a:cubicBezTo>
                    <a:pt x="171" y="173"/>
                    <a:pt x="173" y="175"/>
                    <a:pt x="174" y="176"/>
                  </a:cubicBezTo>
                  <a:cubicBezTo>
                    <a:pt x="174" y="177"/>
                    <a:pt x="175" y="178"/>
                    <a:pt x="176" y="178"/>
                  </a:cubicBezTo>
                  <a:cubicBezTo>
                    <a:pt x="177" y="178"/>
                    <a:pt x="178" y="178"/>
                    <a:pt x="179" y="177"/>
                  </a:cubicBezTo>
                  <a:cubicBezTo>
                    <a:pt x="180" y="176"/>
                    <a:pt x="182" y="175"/>
                    <a:pt x="183" y="174"/>
                  </a:cubicBezTo>
                  <a:cubicBezTo>
                    <a:pt x="185" y="173"/>
                    <a:pt x="187" y="173"/>
                    <a:pt x="189" y="172"/>
                  </a:cubicBezTo>
                  <a:cubicBezTo>
                    <a:pt x="191" y="172"/>
                    <a:pt x="193" y="172"/>
                    <a:pt x="194" y="172"/>
                  </a:cubicBezTo>
                  <a:cubicBezTo>
                    <a:pt x="196" y="172"/>
                    <a:pt x="197" y="173"/>
                    <a:pt x="199" y="173"/>
                  </a:cubicBezTo>
                  <a:cubicBezTo>
                    <a:pt x="199" y="173"/>
                    <a:pt x="199" y="173"/>
                    <a:pt x="199" y="173"/>
                  </a:cubicBezTo>
                  <a:cubicBezTo>
                    <a:pt x="200" y="173"/>
                    <a:pt x="202" y="174"/>
                    <a:pt x="204" y="174"/>
                  </a:cubicBezTo>
                  <a:cubicBezTo>
                    <a:pt x="206" y="174"/>
                    <a:pt x="208" y="171"/>
                    <a:pt x="210" y="169"/>
                  </a:cubicBezTo>
                  <a:cubicBezTo>
                    <a:pt x="210" y="169"/>
                    <a:pt x="210" y="169"/>
                    <a:pt x="210" y="169"/>
                  </a:cubicBezTo>
                  <a:cubicBezTo>
                    <a:pt x="210" y="168"/>
                    <a:pt x="210" y="168"/>
                    <a:pt x="210" y="168"/>
                  </a:cubicBezTo>
                  <a:cubicBezTo>
                    <a:pt x="211" y="168"/>
                    <a:pt x="211" y="168"/>
                    <a:pt x="211" y="168"/>
                  </a:cubicBezTo>
                  <a:cubicBezTo>
                    <a:pt x="213" y="165"/>
                    <a:pt x="217" y="160"/>
                    <a:pt x="221" y="15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3" name="Freeform 51">
              <a:extLst>
                <a:ext uri="{FF2B5EF4-FFF2-40B4-BE49-F238E27FC236}">
                  <a16:creationId xmlns:a16="http://schemas.microsoft.com/office/drawing/2014/main" id="{23041AB3-C28A-3210-5044-66B8A37E1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491" y="2509936"/>
              <a:ext cx="236945" cy="356828"/>
            </a:xfrm>
            <a:custGeom>
              <a:avLst/>
              <a:gdLst>
                <a:gd name="T0" fmla="*/ 12 w 215"/>
                <a:gd name="T1" fmla="*/ 220 h 333"/>
                <a:gd name="T2" fmla="*/ 26 w 215"/>
                <a:gd name="T3" fmla="*/ 224 h 333"/>
                <a:gd name="T4" fmla="*/ 32 w 215"/>
                <a:gd name="T5" fmla="*/ 239 h 333"/>
                <a:gd name="T6" fmla="*/ 34 w 215"/>
                <a:gd name="T7" fmla="*/ 256 h 333"/>
                <a:gd name="T8" fmla="*/ 39 w 215"/>
                <a:gd name="T9" fmla="*/ 277 h 333"/>
                <a:gd name="T10" fmla="*/ 43 w 215"/>
                <a:gd name="T11" fmla="*/ 286 h 333"/>
                <a:gd name="T12" fmla="*/ 25 w 215"/>
                <a:gd name="T13" fmla="*/ 288 h 333"/>
                <a:gd name="T14" fmla="*/ 14 w 215"/>
                <a:gd name="T15" fmla="*/ 289 h 333"/>
                <a:gd name="T16" fmla="*/ 21 w 215"/>
                <a:gd name="T17" fmla="*/ 301 h 333"/>
                <a:gd name="T18" fmla="*/ 44 w 215"/>
                <a:gd name="T19" fmla="*/ 333 h 333"/>
                <a:gd name="T20" fmla="*/ 59 w 215"/>
                <a:gd name="T21" fmla="*/ 330 h 333"/>
                <a:gd name="T22" fmla="*/ 68 w 215"/>
                <a:gd name="T23" fmla="*/ 333 h 333"/>
                <a:gd name="T24" fmla="*/ 80 w 215"/>
                <a:gd name="T25" fmla="*/ 327 h 333"/>
                <a:gd name="T26" fmla="*/ 101 w 215"/>
                <a:gd name="T27" fmla="*/ 324 h 333"/>
                <a:gd name="T28" fmla="*/ 111 w 215"/>
                <a:gd name="T29" fmla="*/ 311 h 333"/>
                <a:gd name="T30" fmla="*/ 112 w 215"/>
                <a:gd name="T31" fmla="*/ 306 h 333"/>
                <a:gd name="T32" fmla="*/ 128 w 215"/>
                <a:gd name="T33" fmla="*/ 303 h 333"/>
                <a:gd name="T34" fmla="*/ 147 w 215"/>
                <a:gd name="T35" fmla="*/ 296 h 333"/>
                <a:gd name="T36" fmla="*/ 167 w 215"/>
                <a:gd name="T37" fmla="*/ 276 h 333"/>
                <a:gd name="T38" fmla="*/ 173 w 215"/>
                <a:gd name="T39" fmla="*/ 267 h 333"/>
                <a:gd name="T40" fmla="*/ 192 w 215"/>
                <a:gd name="T41" fmla="*/ 262 h 333"/>
                <a:gd name="T42" fmla="*/ 189 w 215"/>
                <a:gd name="T43" fmla="*/ 254 h 333"/>
                <a:gd name="T44" fmla="*/ 186 w 215"/>
                <a:gd name="T45" fmla="*/ 243 h 333"/>
                <a:gd name="T46" fmla="*/ 181 w 215"/>
                <a:gd name="T47" fmla="*/ 234 h 333"/>
                <a:gd name="T48" fmla="*/ 179 w 215"/>
                <a:gd name="T49" fmla="*/ 230 h 333"/>
                <a:gd name="T50" fmla="*/ 173 w 215"/>
                <a:gd name="T51" fmla="*/ 230 h 333"/>
                <a:gd name="T52" fmla="*/ 174 w 215"/>
                <a:gd name="T53" fmla="*/ 220 h 333"/>
                <a:gd name="T54" fmla="*/ 180 w 215"/>
                <a:gd name="T55" fmla="*/ 214 h 333"/>
                <a:gd name="T56" fmla="*/ 179 w 215"/>
                <a:gd name="T57" fmla="*/ 200 h 333"/>
                <a:gd name="T58" fmla="*/ 182 w 215"/>
                <a:gd name="T59" fmla="*/ 199 h 333"/>
                <a:gd name="T60" fmla="*/ 182 w 215"/>
                <a:gd name="T61" fmla="*/ 188 h 333"/>
                <a:gd name="T62" fmla="*/ 191 w 215"/>
                <a:gd name="T63" fmla="*/ 177 h 333"/>
                <a:gd name="T64" fmla="*/ 199 w 215"/>
                <a:gd name="T65" fmla="*/ 163 h 333"/>
                <a:gd name="T66" fmla="*/ 215 w 215"/>
                <a:gd name="T67" fmla="*/ 162 h 333"/>
                <a:gd name="T68" fmla="*/ 214 w 215"/>
                <a:gd name="T69" fmla="*/ 107 h 333"/>
                <a:gd name="T70" fmla="*/ 50 w 215"/>
                <a:gd name="T71" fmla="*/ 1 h 333"/>
                <a:gd name="T72" fmla="*/ 33 w 215"/>
                <a:gd name="T73" fmla="*/ 10 h 333"/>
                <a:gd name="T74" fmla="*/ 36 w 215"/>
                <a:gd name="T75" fmla="*/ 30 h 333"/>
                <a:gd name="T76" fmla="*/ 40 w 215"/>
                <a:gd name="T77" fmla="*/ 46 h 333"/>
                <a:gd name="T78" fmla="*/ 44 w 215"/>
                <a:gd name="T79" fmla="*/ 58 h 333"/>
                <a:gd name="T80" fmla="*/ 50 w 215"/>
                <a:gd name="T81" fmla="*/ 72 h 333"/>
                <a:gd name="T82" fmla="*/ 47 w 215"/>
                <a:gd name="T83" fmla="*/ 86 h 333"/>
                <a:gd name="T84" fmla="*/ 43 w 215"/>
                <a:gd name="T85" fmla="*/ 124 h 333"/>
                <a:gd name="T86" fmla="*/ 38 w 215"/>
                <a:gd name="T87" fmla="*/ 145 h 333"/>
                <a:gd name="T88" fmla="*/ 13 w 215"/>
                <a:gd name="T89" fmla="*/ 175 h 333"/>
                <a:gd name="T90" fmla="*/ 3 w 215"/>
                <a:gd name="T91" fmla="*/ 190 h 333"/>
                <a:gd name="T92" fmla="*/ 8 w 215"/>
                <a:gd name="T93" fmla="*/ 214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5" h="333">
                  <a:moveTo>
                    <a:pt x="8" y="214"/>
                  </a:moveTo>
                  <a:cubicBezTo>
                    <a:pt x="8" y="215"/>
                    <a:pt x="9" y="215"/>
                    <a:pt x="10" y="217"/>
                  </a:cubicBezTo>
                  <a:cubicBezTo>
                    <a:pt x="11" y="218"/>
                    <a:pt x="12" y="219"/>
                    <a:pt x="12" y="220"/>
                  </a:cubicBezTo>
                  <a:cubicBezTo>
                    <a:pt x="13" y="220"/>
                    <a:pt x="13" y="219"/>
                    <a:pt x="13" y="219"/>
                  </a:cubicBezTo>
                  <a:cubicBezTo>
                    <a:pt x="14" y="219"/>
                    <a:pt x="15" y="218"/>
                    <a:pt x="19" y="220"/>
                  </a:cubicBezTo>
                  <a:cubicBezTo>
                    <a:pt x="22" y="220"/>
                    <a:pt x="24" y="222"/>
                    <a:pt x="26" y="224"/>
                  </a:cubicBezTo>
                  <a:cubicBezTo>
                    <a:pt x="28" y="226"/>
                    <a:pt x="29" y="228"/>
                    <a:pt x="29" y="230"/>
                  </a:cubicBezTo>
                  <a:cubicBezTo>
                    <a:pt x="30" y="231"/>
                    <a:pt x="30" y="232"/>
                    <a:pt x="30" y="233"/>
                  </a:cubicBezTo>
                  <a:cubicBezTo>
                    <a:pt x="30" y="234"/>
                    <a:pt x="30" y="235"/>
                    <a:pt x="32" y="239"/>
                  </a:cubicBezTo>
                  <a:cubicBezTo>
                    <a:pt x="33" y="242"/>
                    <a:pt x="34" y="243"/>
                    <a:pt x="35" y="244"/>
                  </a:cubicBezTo>
                  <a:cubicBezTo>
                    <a:pt x="36" y="246"/>
                    <a:pt x="36" y="247"/>
                    <a:pt x="36" y="252"/>
                  </a:cubicBezTo>
                  <a:cubicBezTo>
                    <a:pt x="35" y="254"/>
                    <a:pt x="35" y="255"/>
                    <a:pt x="34" y="256"/>
                  </a:cubicBezTo>
                  <a:cubicBezTo>
                    <a:pt x="34" y="258"/>
                    <a:pt x="33" y="260"/>
                    <a:pt x="34" y="262"/>
                  </a:cubicBezTo>
                  <a:cubicBezTo>
                    <a:pt x="34" y="263"/>
                    <a:pt x="34" y="264"/>
                    <a:pt x="34" y="265"/>
                  </a:cubicBezTo>
                  <a:cubicBezTo>
                    <a:pt x="35" y="269"/>
                    <a:pt x="36" y="273"/>
                    <a:pt x="39" y="277"/>
                  </a:cubicBezTo>
                  <a:cubicBezTo>
                    <a:pt x="42" y="280"/>
                    <a:pt x="43" y="282"/>
                    <a:pt x="44" y="283"/>
                  </a:cubicBezTo>
                  <a:cubicBezTo>
                    <a:pt x="44" y="284"/>
                    <a:pt x="44" y="284"/>
                    <a:pt x="44" y="285"/>
                  </a:cubicBezTo>
                  <a:cubicBezTo>
                    <a:pt x="44" y="285"/>
                    <a:pt x="43" y="286"/>
                    <a:pt x="43" y="286"/>
                  </a:cubicBezTo>
                  <a:cubicBezTo>
                    <a:pt x="43" y="286"/>
                    <a:pt x="42" y="287"/>
                    <a:pt x="42" y="287"/>
                  </a:cubicBezTo>
                  <a:cubicBezTo>
                    <a:pt x="40" y="287"/>
                    <a:pt x="36" y="288"/>
                    <a:pt x="32" y="289"/>
                  </a:cubicBezTo>
                  <a:cubicBezTo>
                    <a:pt x="30" y="289"/>
                    <a:pt x="27" y="289"/>
                    <a:pt x="25" y="288"/>
                  </a:cubicBezTo>
                  <a:cubicBezTo>
                    <a:pt x="23" y="287"/>
                    <a:pt x="21" y="287"/>
                    <a:pt x="20" y="287"/>
                  </a:cubicBezTo>
                  <a:cubicBezTo>
                    <a:pt x="18" y="286"/>
                    <a:pt x="17" y="287"/>
                    <a:pt x="16" y="287"/>
                  </a:cubicBezTo>
                  <a:cubicBezTo>
                    <a:pt x="15" y="288"/>
                    <a:pt x="15" y="288"/>
                    <a:pt x="14" y="289"/>
                  </a:cubicBezTo>
                  <a:cubicBezTo>
                    <a:pt x="14" y="290"/>
                    <a:pt x="13" y="290"/>
                    <a:pt x="13" y="291"/>
                  </a:cubicBezTo>
                  <a:cubicBezTo>
                    <a:pt x="14" y="292"/>
                    <a:pt x="15" y="294"/>
                    <a:pt x="16" y="295"/>
                  </a:cubicBezTo>
                  <a:cubicBezTo>
                    <a:pt x="17" y="297"/>
                    <a:pt x="19" y="299"/>
                    <a:pt x="21" y="301"/>
                  </a:cubicBezTo>
                  <a:cubicBezTo>
                    <a:pt x="23" y="302"/>
                    <a:pt x="25" y="304"/>
                    <a:pt x="27" y="306"/>
                  </a:cubicBezTo>
                  <a:cubicBezTo>
                    <a:pt x="29" y="309"/>
                    <a:pt x="32" y="312"/>
                    <a:pt x="35" y="316"/>
                  </a:cubicBezTo>
                  <a:cubicBezTo>
                    <a:pt x="41" y="323"/>
                    <a:pt x="43" y="330"/>
                    <a:pt x="44" y="333"/>
                  </a:cubicBezTo>
                  <a:cubicBezTo>
                    <a:pt x="45" y="333"/>
                    <a:pt x="46" y="332"/>
                    <a:pt x="47" y="332"/>
                  </a:cubicBezTo>
                  <a:cubicBezTo>
                    <a:pt x="49" y="332"/>
                    <a:pt x="52" y="332"/>
                    <a:pt x="54" y="332"/>
                  </a:cubicBezTo>
                  <a:cubicBezTo>
                    <a:pt x="56" y="331"/>
                    <a:pt x="58" y="331"/>
                    <a:pt x="59" y="330"/>
                  </a:cubicBezTo>
                  <a:cubicBezTo>
                    <a:pt x="60" y="330"/>
                    <a:pt x="60" y="329"/>
                    <a:pt x="61" y="329"/>
                  </a:cubicBezTo>
                  <a:cubicBezTo>
                    <a:pt x="63" y="329"/>
                    <a:pt x="64" y="330"/>
                    <a:pt x="65" y="331"/>
                  </a:cubicBezTo>
                  <a:cubicBezTo>
                    <a:pt x="66" y="332"/>
                    <a:pt x="67" y="333"/>
                    <a:pt x="68" y="333"/>
                  </a:cubicBezTo>
                  <a:cubicBezTo>
                    <a:pt x="69" y="333"/>
                    <a:pt x="72" y="332"/>
                    <a:pt x="74" y="330"/>
                  </a:cubicBezTo>
                  <a:cubicBezTo>
                    <a:pt x="74" y="330"/>
                    <a:pt x="75" y="330"/>
                    <a:pt x="75" y="329"/>
                  </a:cubicBezTo>
                  <a:cubicBezTo>
                    <a:pt x="76" y="329"/>
                    <a:pt x="78" y="328"/>
                    <a:pt x="80" y="327"/>
                  </a:cubicBezTo>
                  <a:cubicBezTo>
                    <a:pt x="82" y="326"/>
                    <a:pt x="84" y="325"/>
                    <a:pt x="87" y="325"/>
                  </a:cubicBezTo>
                  <a:cubicBezTo>
                    <a:pt x="90" y="324"/>
                    <a:pt x="93" y="324"/>
                    <a:pt x="96" y="324"/>
                  </a:cubicBezTo>
                  <a:cubicBezTo>
                    <a:pt x="98" y="324"/>
                    <a:pt x="100" y="324"/>
                    <a:pt x="101" y="324"/>
                  </a:cubicBezTo>
                  <a:cubicBezTo>
                    <a:pt x="104" y="323"/>
                    <a:pt x="106" y="321"/>
                    <a:pt x="108" y="318"/>
                  </a:cubicBezTo>
                  <a:cubicBezTo>
                    <a:pt x="109" y="317"/>
                    <a:pt x="110" y="316"/>
                    <a:pt x="110" y="316"/>
                  </a:cubicBezTo>
                  <a:cubicBezTo>
                    <a:pt x="112" y="314"/>
                    <a:pt x="112" y="312"/>
                    <a:pt x="111" y="311"/>
                  </a:cubicBezTo>
                  <a:cubicBezTo>
                    <a:pt x="111" y="311"/>
                    <a:pt x="111" y="310"/>
                    <a:pt x="111" y="310"/>
                  </a:cubicBezTo>
                  <a:cubicBezTo>
                    <a:pt x="111" y="309"/>
                    <a:pt x="111" y="309"/>
                    <a:pt x="111" y="308"/>
                  </a:cubicBezTo>
                  <a:cubicBezTo>
                    <a:pt x="111" y="307"/>
                    <a:pt x="111" y="306"/>
                    <a:pt x="112" y="306"/>
                  </a:cubicBezTo>
                  <a:cubicBezTo>
                    <a:pt x="112" y="305"/>
                    <a:pt x="113" y="304"/>
                    <a:pt x="114" y="304"/>
                  </a:cubicBezTo>
                  <a:cubicBezTo>
                    <a:pt x="115" y="304"/>
                    <a:pt x="115" y="304"/>
                    <a:pt x="116" y="304"/>
                  </a:cubicBezTo>
                  <a:cubicBezTo>
                    <a:pt x="117" y="304"/>
                    <a:pt x="123" y="303"/>
                    <a:pt x="128" y="303"/>
                  </a:cubicBezTo>
                  <a:cubicBezTo>
                    <a:pt x="131" y="303"/>
                    <a:pt x="135" y="303"/>
                    <a:pt x="137" y="302"/>
                  </a:cubicBezTo>
                  <a:cubicBezTo>
                    <a:pt x="141" y="302"/>
                    <a:pt x="145" y="298"/>
                    <a:pt x="147" y="296"/>
                  </a:cubicBezTo>
                  <a:cubicBezTo>
                    <a:pt x="147" y="296"/>
                    <a:pt x="147" y="296"/>
                    <a:pt x="147" y="296"/>
                  </a:cubicBezTo>
                  <a:cubicBezTo>
                    <a:pt x="147" y="296"/>
                    <a:pt x="147" y="296"/>
                    <a:pt x="147" y="296"/>
                  </a:cubicBezTo>
                  <a:cubicBezTo>
                    <a:pt x="149" y="295"/>
                    <a:pt x="153" y="291"/>
                    <a:pt x="157" y="287"/>
                  </a:cubicBezTo>
                  <a:cubicBezTo>
                    <a:pt x="161" y="282"/>
                    <a:pt x="166" y="277"/>
                    <a:pt x="167" y="276"/>
                  </a:cubicBezTo>
                  <a:cubicBezTo>
                    <a:pt x="167" y="275"/>
                    <a:pt x="167" y="275"/>
                    <a:pt x="167" y="274"/>
                  </a:cubicBezTo>
                  <a:cubicBezTo>
                    <a:pt x="167" y="273"/>
                    <a:pt x="167" y="272"/>
                    <a:pt x="169" y="270"/>
                  </a:cubicBezTo>
                  <a:cubicBezTo>
                    <a:pt x="170" y="269"/>
                    <a:pt x="171" y="268"/>
                    <a:pt x="173" y="267"/>
                  </a:cubicBezTo>
                  <a:cubicBezTo>
                    <a:pt x="176" y="266"/>
                    <a:pt x="179" y="264"/>
                    <a:pt x="180" y="264"/>
                  </a:cubicBezTo>
                  <a:cubicBezTo>
                    <a:pt x="182" y="263"/>
                    <a:pt x="189" y="263"/>
                    <a:pt x="192" y="263"/>
                  </a:cubicBezTo>
                  <a:cubicBezTo>
                    <a:pt x="192" y="263"/>
                    <a:pt x="192" y="263"/>
                    <a:pt x="192" y="262"/>
                  </a:cubicBezTo>
                  <a:cubicBezTo>
                    <a:pt x="193" y="262"/>
                    <a:pt x="193" y="261"/>
                    <a:pt x="193" y="261"/>
                  </a:cubicBezTo>
                  <a:cubicBezTo>
                    <a:pt x="193" y="259"/>
                    <a:pt x="193" y="258"/>
                    <a:pt x="192" y="257"/>
                  </a:cubicBezTo>
                  <a:cubicBezTo>
                    <a:pt x="191" y="256"/>
                    <a:pt x="190" y="255"/>
                    <a:pt x="189" y="254"/>
                  </a:cubicBezTo>
                  <a:cubicBezTo>
                    <a:pt x="187" y="254"/>
                    <a:pt x="186" y="253"/>
                    <a:pt x="186" y="251"/>
                  </a:cubicBezTo>
                  <a:cubicBezTo>
                    <a:pt x="186" y="251"/>
                    <a:pt x="186" y="249"/>
                    <a:pt x="186" y="248"/>
                  </a:cubicBezTo>
                  <a:cubicBezTo>
                    <a:pt x="186" y="246"/>
                    <a:pt x="187" y="243"/>
                    <a:pt x="186" y="243"/>
                  </a:cubicBezTo>
                  <a:cubicBezTo>
                    <a:pt x="186" y="242"/>
                    <a:pt x="186" y="242"/>
                    <a:pt x="185" y="242"/>
                  </a:cubicBezTo>
                  <a:cubicBezTo>
                    <a:pt x="185" y="241"/>
                    <a:pt x="184" y="241"/>
                    <a:pt x="183" y="240"/>
                  </a:cubicBezTo>
                  <a:cubicBezTo>
                    <a:pt x="181" y="238"/>
                    <a:pt x="181" y="236"/>
                    <a:pt x="181" y="234"/>
                  </a:cubicBezTo>
                  <a:cubicBezTo>
                    <a:pt x="181" y="233"/>
                    <a:pt x="181" y="233"/>
                    <a:pt x="181" y="233"/>
                  </a:cubicBezTo>
                  <a:cubicBezTo>
                    <a:pt x="181" y="232"/>
                    <a:pt x="181" y="231"/>
                    <a:pt x="181" y="231"/>
                  </a:cubicBezTo>
                  <a:cubicBezTo>
                    <a:pt x="180" y="230"/>
                    <a:pt x="180" y="230"/>
                    <a:pt x="179" y="230"/>
                  </a:cubicBezTo>
                  <a:cubicBezTo>
                    <a:pt x="177" y="229"/>
                    <a:pt x="176" y="230"/>
                    <a:pt x="175" y="230"/>
                  </a:cubicBezTo>
                  <a:cubicBezTo>
                    <a:pt x="175" y="230"/>
                    <a:pt x="175" y="230"/>
                    <a:pt x="175" y="230"/>
                  </a:cubicBezTo>
                  <a:cubicBezTo>
                    <a:pt x="174" y="230"/>
                    <a:pt x="174" y="230"/>
                    <a:pt x="173" y="230"/>
                  </a:cubicBezTo>
                  <a:cubicBezTo>
                    <a:pt x="172" y="230"/>
                    <a:pt x="171" y="229"/>
                    <a:pt x="171" y="228"/>
                  </a:cubicBezTo>
                  <a:cubicBezTo>
                    <a:pt x="170" y="227"/>
                    <a:pt x="170" y="226"/>
                    <a:pt x="171" y="225"/>
                  </a:cubicBezTo>
                  <a:cubicBezTo>
                    <a:pt x="171" y="223"/>
                    <a:pt x="172" y="222"/>
                    <a:pt x="174" y="220"/>
                  </a:cubicBezTo>
                  <a:cubicBezTo>
                    <a:pt x="174" y="219"/>
                    <a:pt x="175" y="219"/>
                    <a:pt x="175" y="218"/>
                  </a:cubicBezTo>
                  <a:cubicBezTo>
                    <a:pt x="175" y="218"/>
                    <a:pt x="176" y="217"/>
                    <a:pt x="177" y="217"/>
                  </a:cubicBezTo>
                  <a:cubicBezTo>
                    <a:pt x="178" y="216"/>
                    <a:pt x="180" y="215"/>
                    <a:pt x="180" y="214"/>
                  </a:cubicBezTo>
                  <a:cubicBezTo>
                    <a:pt x="180" y="213"/>
                    <a:pt x="179" y="211"/>
                    <a:pt x="178" y="210"/>
                  </a:cubicBezTo>
                  <a:cubicBezTo>
                    <a:pt x="177" y="209"/>
                    <a:pt x="176" y="208"/>
                    <a:pt x="176" y="207"/>
                  </a:cubicBezTo>
                  <a:cubicBezTo>
                    <a:pt x="175" y="204"/>
                    <a:pt x="176" y="202"/>
                    <a:pt x="179" y="200"/>
                  </a:cubicBezTo>
                  <a:cubicBezTo>
                    <a:pt x="179" y="200"/>
                    <a:pt x="179" y="200"/>
                    <a:pt x="179" y="200"/>
                  </a:cubicBezTo>
                  <a:cubicBezTo>
                    <a:pt x="179" y="200"/>
                    <a:pt x="179" y="200"/>
                    <a:pt x="179" y="200"/>
                  </a:cubicBezTo>
                  <a:cubicBezTo>
                    <a:pt x="180" y="199"/>
                    <a:pt x="181" y="199"/>
                    <a:pt x="182" y="199"/>
                  </a:cubicBezTo>
                  <a:cubicBezTo>
                    <a:pt x="183" y="198"/>
                    <a:pt x="184" y="198"/>
                    <a:pt x="184" y="197"/>
                  </a:cubicBezTo>
                  <a:cubicBezTo>
                    <a:pt x="184" y="196"/>
                    <a:pt x="183" y="194"/>
                    <a:pt x="182" y="192"/>
                  </a:cubicBezTo>
                  <a:cubicBezTo>
                    <a:pt x="182" y="191"/>
                    <a:pt x="181" y="189"/>
                    <a:pt x="182" y="188"/>
                  </a:cubicBezTo>
                  <a:cubicBezTo>
                    <a:pt x="182" y="187"/>
                    <a:pt x="184" y="186"/>
                    <a:pt x="186" y="185"/>
                  </a:cubicBezTo>
                  <a:cubicBezTo>
                    <a:pt x="187" y="185"/>
                    <a:pt x="188" y="185"/>
                    <a:pt x="189" y="184"/>
                  </a:cubicBezTo>
                  <a:cubicBezTo>
                    <a:pt x="190" y="183"/>
                    <a:pt x="190" y="180"/>
                    <a:pt x="191" y="177"/>
                  </a:cubicBezTo>
                  <a:cubicBezTo>
                    <a:pt x="191" y="175"/>
                    <a:pt x="191" y="173"/>
                    <a:pt x="192" y="171"/>
                  </a:cubicBezTo>
                  <a:cubicBezTo>
                    <a:pt x="192" y="169"/>
                    <a:pt x="193" y="167"/>
                    <a:pt x="195" y="166"/>
                  </a:cubicBezTo>
                  <a:cubicBezTo>
                    <a:pt x="196" y="164"/>
                    <a:pt x="198" y="163"/>
                    <a:pt x="199" y="163"/>
                  </a:cubicBezTo>
                  <a:cubicBezTo>
                    <a:pt x="200" y="163"/>
                    <a:pt x="202" y="163"/>
                    <a:pt x="204" y="163"/>
                  </a:cubicBezTo>
                  <a:cubicBezTo>
                    <a:pt x="206" y="164"/>
                    <a:pt x="209" y="164"/>
                    <a:pt x="212" y="164"/>
                  </a:cubicBezTo>
                  <a:cubicBezTo>
                    <a:pt x="214" y="164"/>
                    <a:pt x="215" y="163"/>
                    <a:pt x="215" y="162"/>
                  </a:cubicBezTo>
                  <a:cubicBezTo>
                    <a:pt x="215" y="162"/>
                    <a:pt x="215" y="162"/>
                    <a:pt x="215" y="161"/>
                  </a:cubicBezTo>
                  <a:cubicBezTo>
                    <a:pt x="215" y="161"/>
                    <a:pt x="215" y="161"/>
                    <a:pt x="215" y="160"/>
                  </a:cubicBezTo>
                  <a:cubicBezTo>
                    <a:pt x="214" y="159"/>
                    <a:pt x="214" y="130"/>
                    <a:pt x="214" y="107"/>
                  </a:cubicBezTo>
                  <a:cubicBezTo>
                    <a:pt x="214" y="97"/>
                    <a:pt x="214" y="88"/>
                    <a:pt x="214" y="84"/>
                  </a:cubicBezTo>
                  <a:cubicBezTo>
                    <a:pt x="200" y="76"/>
                    <a:pt x="64" y="6"/>
                    <a:pt x="57" y="3"/>
                  </a:cubicBezTo>
                  <a:cubicBezTo>
                    <a:pt x="52" y="0"/>
                    <a:pt x="52" y="0"/>
                    <a:pt x="50" y="1"/>
                  </a:cubicBezTo>
                  <a:cubicBezTo>
                    <a:pt x="50" y="2"/>
                    <a:pt x="49" y="2"/>
                    <a:pt x="48" y="2"/>
                  </a:cubicBezTo>
                  <a:cubicBezTo>
                    <a:pt x="47" y="3"/>
                    <a:pt x="43" y="5"/>
                    <a:pt x="39" y="7"/>
                  </a:cubicBezTo>
                  <a:cubicBezTo>
                    <a:pt x="37" y="8"/>
                    <a:pt x="35" y="9"/>
                    <a:pt x="33" y="10"/>
                  </a:cubicBezTo>
                  <a:cubicBezTo>
                    <a:pt x="34" y="11"/>
                    <a:pt x="35" y="15"/>
                    <a:pt x="35" y="18"/>
                  </a:cubicBezTo>
                  <a:cubicBezTo>
                    <a:pt x="36" y="20"/>
                    <a:pt x="36" y="23"/>
                    <a:pt x="36" y="26"/>
                  </a:cubicBezTo>
                  <a:cubicBezTo>
                    <a:pt x="36" y="27"/>
                    <a:pt x="36" y="29"/>
                    <a:pt x="36" y="30"/>
                  </a:cubicBezTo>
                  <a:cubicBezTo>
                    <a:pt x="36" y="31"/>
                    <a:pt x="36" y="32"/>
                    <a:pt x="36" y="33"/>
                  </a:cubicBezTo>
                  <a:cubicBezTo>
                    <a:pt x="36" y="36"/>
                    <a:pt x="36" y="39"/>
                    <a:pt x="37" y="41"/>
                  </a:cubicBezTo>
                  <a:cubicBezTo>
                    <a:pt x="37" y="43"/>
                    <a:pt x="38" y="44"/>
                    <a:pt x="40" y="46"/>
                  </a:cubicBezTo>
                  <a:cubicBezTo>
                    <a:pt x="41" y="48"/>
                    <a:pt x="43" y="49"/>
                    <a:pt x="43" y="51"/>
                  </a:cubicBezTo>
                  <a:cubicBezTo>
                    <a:pt x="44" y="52"/>
                    <a:pt x="44" y="53"/>
                    <a:pt x="44" y="54"/>
                  </a:cubicBezTo>
                  <a:cubicBezTo>
                    <a:pt x="44" y="55"/>
                    <a:pt x="44" y="56"/>
                    <a:pt x="44" y="58"/>
                  </a:cubicBezTo>
                  <a:cubicBezTo>
                    <a:pt x="45" y="59"/>
                    <a:pt x="46" y="61"/>
                    <a:pt x="48" y="62"/>
                  </a:cubicBezTo>
                  <a:cubicBezTo>
                    <a:pt x="50" y="64"/>
                    <a:pt x="51" y="66"/>
                    <a:pt x="51" y="68"/>
                  </a:cubicBezTo>
                  <a:cubicBezTo>
                    <a:pt x="51" y="70"/>
                    <a:pt x="51" y="71"/>
                    <a:pt x="50" y="72"/>
                  </a:cubicBezTo>
                  <a:cubicBezTo>
                    <a:pt x="49" y="73"/>
                    <a:pt x="49" y="74"/>
                    <a:pt x="48" y="75"/>
                  </a:cubicBezTo>
                  <a:cubicBezTo>
                    <a:pt x="47" y="78"/>
                    <a:pt x="47" y="81"/>
                    <a:pt x="47" y="83"/>
                  </a:cubicBezTo>
                  <a:cubicBezTo>
                    <a:pt x="47" y="84"/>
                    <a:pt x="47" y="85"/>
                    <a:pt x="47" y="86"/>
                  </a:cubicBezTo>
                  <a:cubicBezTo>
                    <a:pt x="46" y="88"/>
                    <a:pt x="45" y="97"/>
                    <a:pt x="45" y="104"/>
                  </a:cubicBezTo>
                  <a:cubicBezTo>
                    <a:pt x="44" y="106"/>
                    <a:pt x="44" y="109"/>
                    <a:pt x="44" y="110"/>
                  </a:cubicBezTo>
                  <a:cubicBezTo>
                    <a:pt x="44" y="113"/>
                    <a:pt x="43" y="119"/>
                    <a:pt x="43" y="124"/>
                  </a:cubicBezTo>
                  <a:cubicBezTo>
                    <a:pt x="43" y="128"/>
                    <a:pt x="43" y="132"/>
                    <a:pt x="43" y="134"/>
                  </a:cubicBezTo>
                  <a:cubicBezTo>
                    <a:pt x="43" y="135"/>
                    <a:pt x="42" y="137"/>
                    <a:pt x="42" y="139"/>
                  </a:cubicBezTo>
                  <a:cubicBezTo>
                    <a:pt x="41" y="141"/>
                    <a:pt x="39" y="143"/>
                    <a:pt x="38" y="145"/>
                  </a:cubicBezTo>
                  <a:cubicBezTo>
                    <a:pt x="37" y="146"/>
                    <a:pt x="33" y="150"/>
                    <a:pt x="29" y="154"/>
                  </a:cubicBezTo>
                  <a:cubicBezTo>
                    <a:pt x="26" y="157"/>
                    <a:pt x="23" y="161"/>
                    <a:pt x="20" y="164"/>
                  </a:cubicBezTo>
                  <a:cubicBezTo>
                    <a:pt x="18" y="167"/>
                    <a:pt x="15" y="171"/>
                    <a:pt x="13" y="175"/>
                  </a:cubicBezTo>
                  <a:cubicBezTo>
                    <a:pt x="11" y="177"/>
                    <a:pt x="10" y="179"/>
                    <a:pt x="10" y="180"/>
                  </a:cubicBezTo>
                  <a:cubicBezTo>
                    <a:pt x="9" y="181"/>
                    <a:pt x="7" y="183"/>
                    <a:pt x="6" y="185"/>
                  </a:cubicBezTo>
                  <a:cubicBezTo>
                    <a:pt x="5" y="187"/>
                    <a:pt x="4" y="189"/>
                    <a:pt x="3" y="190"/>
                  </a:cubicBezTo>
                  <a:cubicBezTo>
                    <a:pt x="3" y="190"/>
                    <a:pt x="3" y="191"/>
                    <a:pt x="2" y="191"/>
                  </a:cubicBezTo>
                  <a:cubicBezTo>
                    <a:pt x="1" y="193"/>
                    <a:pt x="0" y="194"/>
                    <a:pt x="3" y="203"/>
                  </a:cubicBezTo>
                  <a:cubicBezTo>
                    <a:pt x="5" y="210"/>
                    <a:pt x="6" y="211"/>
                    <a:pt x="8" y="21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4" name="Freeform 52">
              <a:extLst>
                <a:ext uri="{FF2B5EF4-FFF2-40B4-BE49-F238E27FC236}">
                  <a16:creationId xmlns:a16="http://schemas.microsoft.com/office/drawing/2014/main" id="{B30803B7-6067-7624-4394-F8AAA7063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063" y="1842823"/>
              <a:ext cx="128345" cy="46543"/>
            </a:xfrm>
            <a:custGeom>
              <a:avLst/>
              <a:gdLst>
                <a:gd name="T0" fmla="*/ 112 w 117"/>
                <a:gd name="T1" fmla="*/ 17 h 44"/>
                <a:gd name="T2" fmla="*/ 117 w 117"/>
                <a:gd name="T3" fmla="*/ 12 h 44"/>
                <a:gd name="T4" fmla="*/ 117 w 117"/>
                <a:gd name="T5" fmla="*/ 12 h 44"/>
                <a:gd name="T6" fmla="*/ 117 w 117"/>
                <a:gd name="T7" fmla="*/ 12 h 44"/>
                <a:gd name="T8" fmla="*/ 110 w 117"/>
                <a:gd name="T9" fmla="*/ 9 h 44"/>
                <a:gd name="T10" fmla="*/ 104 w 117"/>
                <a:gd name="T11" fmla="*/ 6 h 44"/>
                <a:gd name="T12" fmla="*/ 98 w 117"/>
                <a:gd name="T13" fmla="*/ 3 h 44"/>
                <a:gd name="T14" fmla="*/ 91 w 117"/>
                <a:gd name="T15" fmla="*/ 4 h 44"/>
                <a:gd name="T16" fmla="*/ 89 w 117"/>
                <a:gd name="T17" fmla="*/ 5 h 44"/>
                <a:gd name="T18" fmla="*/ 82 w 117"/>
                <a:gd name="T19" fmla="*/ 6 h 44"/>
                <a:gd name="T20" fmla="*/ 76 w 117"/>
                <a:gd name="T21" fmla="*/ 5 h 44"/>
                <a:gd name="T22" fmla="*/ 71 w 117"/>
                <a:gd name="T23" fmla="*/ 5 h 44"/>
                <a:gd name="T24" fmla="*/ 66 w 117"/>
                <a:gd name="T25" fmla="*/ 6 h 44"/>
                <a:gd name="T26" fmla="*/ 59 w 117"/>
                <a:gd name="T27" fmla="*/ 5 h 44"/>
                <a:gd name="T28" fmla="*/ 55 w 117"/>
                <a:gd name="T29" fmla="*/ 1 h 44"/>
                <a:gd name="T30" fmla="*/ 53 w 117"/>
                <a:gd name="T31" fmla="*/ 0 h 44"/>
                <a:gd name="T32" fmla="*/ 53 w 117"/>
                <a:gd name="T33" fmla="*/ 0 h 44"/>
                <a:gd name="T34" fmla="*/ 49 w 117"/>
                <a:gd name="T35" fmla="*/ 1 h 44"/>
                <a:gd name="T36" fmla="*/ 42 w 117"/>
                <a:gd name="T37" fmla="*/ 2 h 44"/>
                <a:gd name="T38" fmla="*/ 38 w 117"/>
                <a:gd name="T39" fmla="*/ 0 h 44"/>
                <a:gd name="T40" fmla="*/ 33 w 117"/>
                <a:gd name="T41" fmla="*/ 2 h 44"/>
                <a:gd name="T42" fmla="*/ 30 w 117"/>
                <a:gd name="T43" fmla="*/ 5 h 44"/>
                <a:gd name="T44" fmla="*/ 27 w 117"/>
                <a:gd name="T45" fmla="*/ 8 h 44"/>
                <a:gd name="T46" fmla="*/ 18 w 117"/>
                <a:gd name="T47" fmla="*/ 16 h 44"/>
                <a:gd name="T48" fmla="*/ 18 w 117"/>
                <a:gd name="T49" fmla="*/ 16 h 44"/>
                <a:gd name="T50" fmla="*/ 17 w 117"/>
                <a:gd name="T51" fmla="*/ 16 h 44"/>
                <a:gd name="T52" fmla="*/ 10 w 117"/>
                <a:gd name="T53" fmla="*/ 18 h 44"/>
                <a:gd name="T54" fmla="*/ 8 w 117"/>
                <a:gd name="T55" fmla="*/ 18 h 44"/>
                <a:gd name="T56" fmla="*/ 4 w 117"/>
                <a:gd name="T57" fmla="*/ 20 h 44"/>
                <a:gd name="T58" fmla="*/ 3 w 117"/>
                <a:gd name="T59" fmla="*/ 22 h 44"/>
                <a:gd name="T60" fmla="*/ 1 w 117"/>
                <a:gd name="T61" fmla="*/ 24 h 44"/>
                <a:gd name="T62" fmla="*/ 1 w 117"/>
                <a:gd name="T63" fmla="*/ 27 h 44"/>
                <a:gd name="T64" fmla="*/ 3 w 117"/>
                <a:gd name="T65" fmla="*/ 33 h 44"/>
                <a:gd name="T66" fmla="*/ 4 w 117"/>
                <a:gd name="T67" fmla="*/ 34 h 44"/>
                <a:gd name="T68" fmla="*/ 7 w 117"/>
                <a:gd name="T69" fmla="*/ 37 h 44"/>
                <a:gd name="T70" fmla="*/ 11 w 117"/>
                <a:gd name="T71" fmla="*/ 39 h 44"/>
                <a:gd name="T72" fmla="*/ 15 w 117"/>
                <a:gd name="T73" fmla="*/ 42 h 44"/>
                <a:gd name="T74" fmla="*/ 18 w 117"/>
                <a:gd name="T75" fmla="*/ 44 h 44"/>
                <a:gd name="T76" fmla="*/ 25 w 117"/>
                <a:gd name="T77" fmla="*/ 44 h 44"/>
                <a:gd name="T78" fmla="*/ 34 w 117"/>
                <a:gd name="T79" fmla="*/ 43 h 44"/>
                <a:gd name="T80" fmla="*/ 37 w 117"/>
                <a:gd name="T81" fmla="*/ 41 h 44"/>
                <a:gd name="T82" fmla="*/ 38 w 117"/>
                <a:gd name="T83" fmla="*/ 39 h 44"/>
                <a:gd name="T84" fmla="*/ 45 w 117"/>
                <a:gd name="T85" fmla="*/ 34 h 44"/>
                <a:gd name="T86" fmla="*/ 46 w 117"/>
                <a:gd name="T87" fmla="*/ 34 h 44"/>
                <a:gd name="T88" fmla="*/ 51 w 117"/>
                <a:gd name="T89" fmla="*/ 32 h 44"/>
                <a:gd name="T90" fmla="*/ 56 w 117"/>
                <a:gd name="T91" fmla="*/ 32 h 44"/>
                <a:gd name="T92" fmla="*/ 60 w 117"/>
                <a:gd name="T93" fmla="*/ 32 h 44"/>
                <a:gd name="T94" fmla="*/ 66 w 117"/>
                <a:gd name="T95" fmla="*/ 32 h 44"/>
                <a:gd name="T96" fmla="*/ 71 w 117"/>
                <a:gd name="T97" fmla="*/ 28 h 44"/>
                <a:gd name="T98" fmla="*/ 76 w 117"/>
                <a:gd name="T99" fmla="*/ 24 h 44"/>
                <a:gd name="T100" fmla="*/ 81 w 117"/>
                <a:gd name="T101" fmla="*/ 23 h 44"/>
                <a:gd name="T102" fmla="*/ 87 w 117"/>
                <a:gd name="T103" fmla="*/ 23 h 44"/>
                <a:gd name="T104" fmla="*/ 93 w 117"/>
                <a:gd name="T105" fmla="*/ 23 h 44"/>
                <a:gd name="T106" fmla="*/ 98 w 117"/>
                <a:gd name="T107" fmla="*/ 25 h 44"/>
                <a:gd name="T108" fmla="*/ 100 w 117"/>
                <a:gd name="T109" fmla="*/ 27 h 44"/>
                <a:gd name="T110" fmla="*/ 104 w 117"/>
                <a:gd name="T111" fmla="*/ 28 h 44"/>
                <a:gd name="T112" fmla="*/ 108 w 117"/>
                <a:gd name="T113" fmla="*/ 27 h 44"/>
                <a:gd name="T114" fmla="*/ 108 w 117"/>
                <a:gd name="T115" fmla="*/ 26 h 44"/>
                <a:gd name="T116" fmla="*/ 108 w 117"/>
                <a:gd name="T117" fmla="*/ 25 h 44"/>
                <a:gd name="T118" fmla="*/ 109 w 117"/>
                <a:gd name="T119" fmla="*/ 21 h 44"/>
                <a:gd name="T120" fmla="*/ 111 w 117"/>
                <a:gd name="T121" fmla="*/ 18 h 44"/>
                <a:gd name="T122" fmla="*/ 112 w 117"/>
                <a:gd name="T123" fmla="*/ 1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7" h="44">
                  <a:moveTo>
                    <a:pt x="112" y="17"/>
                  </a:moveTo>
                  <a:cubicBezTo>
                    <a:pt x="113" y="14"/>
                    <a:pt x="115" y="13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115" y="11"/>
                    <a:pt x="114" y="10"/>
                    <a:pt x="110" y="9"/>
                  </a:cubicBezTo>
                  <a:cubicBezTo>
                    <a:pt x="108" y="8"/>
                    <a:pt x="106" y="7"/>
                    <a:pt x="104" y="6"/>
                  </a:cubicBezTo>
                  <a:cubicBezTo>
                    <a:pt x="103" y="5"/>
                    <a:pt x="101" y="4"/>
                    <a:pt x="98" y="3"/>
                  </a:cubicBezTo>
                  <a:cubicBezTo>
                    <a:pt x="95" y="3"/>
                    <a:pt x="93" y="4"/>
                    <a:pt x="91" y="4"/>
                  </a:cubicBezTo>
                  <a:cubicBezTo>
                    <a:pt x="90" y="5"/>
                    <a:pt x="89" y="5"/>
                    <a:pt x="89" y="5"/>
                  </a:cubicBezTo>
                  <a:cubicBezTo>
                    <a:pt x="87" y="6"/>
                    <a:pt x="85" y="6"/>
                    <a:pt x="82" y="6"/>
                  </a:cubicBezTo>
                  <a:cubicBezTo>
                    <a:pt x="80" y="6"/>
                    <a:pt x="78" y="6"/>
                    <a:pt x="76" y="5"/>
                  </a:cubicBezTo>
                  <a:cubicBezTo>
                    <a:pt x="74" y="5"/>
                    <a:pt x="73" y="5"/>
                    <a:pt x="71" y="5"/>
                  </a:cubicBezTo>
                  <a:cubicBezTo>
                    <a:pt x="70" y="5"/>
                    <a:pt x="68" y="6"/>
                    <a:pt x="66" y="6"/>
                  </a:cubicBezTo>
                  <a:cubicBezTo>
                    <a:pt x="64" y="7"/>
                    <a:pt x="61" y="7"/>
                    <a:pt x="59" y="5"/>
                  </a:cubicBezTo>
                  <a:cubicBezTo>
                    <a:pt x="57" y="4"/>
                    <a:pt x="56" y="2"/>
                    <a:pt x="55" y="1"/>
                  </a:cubicBezTo>
                  <a:cubicBezTo>
                    <a:pt x="55" y="0"/>
                    <a:pt x="54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2" y="0"/>
                    <a:pt x="50" y="0"/>
                    <a:pt x="49" y="1"/>
                  </a:cubicBezTo>
                  <a:cubicBezTo>
                    <a:pt x="47" y="2"/>
                    <a:pt x="44" y="3"/>
                    <a:pt x="42" y="2"/>
                  </a:cubicBezTo>
                  <a:cubicBezTo>
                    <a:pt x="41" y="2"/>
                    <a:pt x="39" y="1"/>
                    <a:pt x="38" y="0"/>
                  </a:cubicBezTo>
                  <a:cubicBezTo>
                    <a:pt x="37" y="0"/>
                    <a:pt x="34" y="2"/>
                    <a:pt x="33" y="2"/>
                  </a:cubicBezTo>
                  <a:cubicBezTo>
                    <a:pt x="33" y="2"/>
                    <a:pt x="31" y="3"/>
                    <a:pt x="30" y="5"/>
                  </a:cubicBezTo>
                  <a:cubicBezTo>
                    <a:pt x="29" y="6"/>
                    <a:pt x="28" y="7"/>
                    <a:pt x="27" y="8"/>
                  </a:cubicBezTo>
                  <a:cubicBezTo>
                    <a:pt x="26" y="11"/>
                    <a:pt x="22" y="13"/>
                    <a:pt x="18" y="16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3" y="18"/>
                    <a:pt x="12" y="18"/>
                    <a:pt x="10" y="18"/>
                  </a:cubicBezTo>
                  <a:cubicBezTo>
                    <a:pt x="9" y="18"/>
                    <a:pt x="9" y="18"/>
                    <a:pt x="8" y="18"/>
                  </a:cubicBezTo>
                  <a:cubicBezTo>
                    <a:pt x="5" y="19"/>
                    <a:pt x="5" y="19"/>
                    <a:pt x="4" y="20"/>
                  </a:cubicBezTo>
                  <a:cubicBezTo>
                    <a:pt x="4" y="21"/>
                    <a:pt x="3" y="21"/>
                    <a:pt x="3" y="22"/>
                  </a:cubicBezTo>
                  <a:cubicBezTo>
                    <a:pt x="2" y="22"/>
                    <a:pt x="2" y="23"/>
                    <a:pt x="1" y="24"/>
                  </a:cubicBezTo>
                  <a:cubicBezTo>
                    <a:pt x="1" y="25"/>
                    <a:pt x="1" y="26"/>
                    <a:pt x="1" y="27"/>
                  </a:cubicBezTo>
                  <a:cubicBezTo>
                    <a:pt x="0" y="29"/>
                    <a:pt x="2" y="31"/>
                    <a:pt x="3" y="33"/>
                  </a:cubicBezTo>
                  <a:cubicBezTo>
                    <a:pt x="4" y="33"/>
                    <a:pt x="4" y="33"/>
                    <a:pt x="4" y="34"/>
                  </a:cubicBezTo>
                  <a:cubicBezTo>
                    <a:pt x="5" y="35"/>
                    <a:pt x="6" y="36"/>
                    <a:pt x="7" y="37"/>
                  </a:cubicBezTo>
                  <a:cubicBezTo>
                    <a:pt x="8" y="37"/>
                    <a:pt x="9" y="38"/>
                    <a:pt x="11" y="39"/>
                  </a:cubicBezTo>
                  <a:cubicBezTo>
                    <a:pt x="13" y="41"/>
                    <a:pt x="14" y="41"/>
                    <a:pt x="15" y="42"/>
                  </a:cubicBezTo>
                  <a:cubicBezTo>
                    <a:pt x="16" y="43"/>
                    <a:pt x="16" y="43"/>
                    <a:pt x="18" y="44"/>
                  </a:cubicBezTo>
                  <a:cubicBezTo>
                    <a:pt x="20" y="44"/>
                    <a:pt x="22" y="44"/>
                    <a:pt x="25" y="44"/>
                  </a:cubicBezTo>
                  <a:cubicBezTo>
                    <a:pt x="28" y="44"/>
                    <a:pt x="31" y="43"/>
                    <a:pt x="34" y="43"/>
                  </a:cubicBezTo>
                  <a:cubicBezTo>
                    <a:pt x="37" y="43"/>
                    <a:pt x="37" y="42"/>
                    <a:pt x="37" y="41"/>
                  </a:cubicBezTo>
                  <a:cubicBezTo>
                    <a:pt x="37" y="41"/>
                    <a:pt x="37" y="40"/>
                    <a:pt x="38" y="39"/>
                  </a:cubicBezTo>
                  <a:cubicBezTo>
                    <a:pt x="39" y="37"/>
                    <a:pt x="42" y="35"/>
                    <a:pt x="45" y="34"/>
                  </a:cubicBezTo>
                  <a:cubicBezTo>
                    <a:pt x="45" y="34"/>
                    <a:pt x="46" y="34"/>
                    <a:pt x="46" y="34"/>
                  </a:cubicBezTo>
                  <a:cubicBezTo>
                    <a:pt x="47" y="33"/>
                    <a:pt x="49" y="33"/>
                    <a:pt x="51" y="32"/>
                  </a:cubicBezTo>
                  <a:cubicBezTo>
                    <a:pt x="52" y="32"/>
                    <a:pt x="54" y="32"/>
                    <a:pt x="56" y="32"/>
                  </a:cubicBezTo>
                  <a:cubicBezTo>
                    <a:pt x="57" y="32"/>
                    <a:pt x="59" y="32"/>
                    <a:pt x="60" y="32"/>
                  </a:cubicBezTo>
                  <a:cubicBezTo>
                    <a:pt x="62" y="33"/>
                    <a:pt x="64" y="33"/>
                    <a:pt x="66" y="32"/>
                  </a:cubicBezTo>
                  <a:cubicBezTo>
                    <a:pt x="67" y="31"/>
                    <a:pt x="69" y="30"/>
                    <a:pt x="71" y="28"/>
                  </a:cubicBezTo>
                  <a:cubicBezTo>
                    <a:pt x="73" y="26"/>
                    <a:pt x="75" y="24"/>
                    <a:pt x="76" y="24"/>
                  </a:cubicBezTo>
                  <a:cubicBezTo>
                    <a:pt x="77" y="23"/>
                    <a:pt x="79" y="23"/>
                    <a:pt x="81" y="23"/>
                  </a:cubicBezTo>
                  <a:cubicBezTo>
                    <a:pt x="83" y="23"/>
                    <a:pt x="85" y="23"/>
                    <a:pt x="87" y="23"/>
                  </a:cubicBezTo>
                  <a:cubicBezTo>
                    <a:pt x="90" y="23"/>
                    <a:pt x="92" y="23"/>
                    <a:pt x="93" y="23"/>
                  </a:cubicBezTo>
                  <a:cubicBezTo>
                    <a:pt x="95" y="23"/>
                    <a:pt x="96" y="24"/>
                    <a:pt x="98" y="25"/>
                  </a:cubicBezTo>
                  <a:cubicBezTo>
                    <a:pt x="99" y="26"/>
                    <a:pt x="99" y="27"/>
                    <a:pt x="100" y="27"/>
                  </a:cubicBezTo>
                  <a:cubicBezTo>
                    <a:pt x="101" y="28"/>
                    <a:pt x="102" y="28"/>
                    <a:pt x="104" y="28"/>
                  </a:cubicBezTo>
                  <a:cubicBezTo>
                    <a:pt x="106" y="28"/>
                    <a:pt x="107" y="27"/>
                    <a:pt x="108" y="27"/>
                  </a:cubicBezTo>
                  <a:cubicBezTo>
                    <a:pt x="108" y="26"/>
                    <a:pt x="108" y="26"/>
                    <a:pt x="108" y="26"/>
                  </a:cubicBezTo>
                  <a:cubicBezTo>
                    <a:pt x="108" y="26"/>
                    <a:pt x="108" y="25"/>
                    <a:pt x="108" y="25"/>
                  </a:cubicBezTo>
                  <a:cubicBezTo>
                    <a:pt x="109" y="24"/>
                    <a:pt x="109" y="22"/>
                    <a:pt x="109" y="21"/>
                  </a:cubicBezTo>
                  <a:cubicBezTo>
                    <a:pt x="110" y="20"/>
                    <a:pt x="110" y="19"/>
                    <a:pt x="111" y="18"/>
                  </a:cubicBezTo>
                  <a:cubicBezTo>
                    <a:pt x="112" y="18"/>
                    <a:pt x="112" y="17"/>
                    <a:pt x="112" y="1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5" name="Freeform 53">
              <a:extLst>
                <a:ext uri="{FF2B5EF4-FFF2-40B4-BE49-F238E27FC236}">
                  <a16:creationId xmlns:a16="http://schemas.microsoft.com/office/drawing/2014/main" id="{CB2511C7-5C28-34DA-439B-7A66F0A66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029" y="1686270"/>
              <a:ext cx="15514" cy="14104"/>
            </a:xfrm>
            <a:custGeom>
              <a:avLst/>
              <a:gdLst>
                <a:gd name="T0" fmla="*/ 9 w 14"/>
                <a:gd name="T1" fmla="*/ 4 h 13"/>
                <a:gd name="T2" fmla="*/ 7 w 14"/>
                <a:gd name="T3" fmla="*/ 2 h 13"/>
                <a:gd name="T4" fmla="*/ 3 w 14"/>
                <a:gd name="T5" fmla="*/ 2 h 13"/>
                <a:gd name="T6" fmla="*/ 1 w 14"/>
                <a:gd name="T7" fmla="*/ 6 h 13"/>
                <a:gd name="T8" fmla="*/ 3 w 14"/>
                <a:gd name="T9" fmla="*/ 11 h 13"/>
                <a:gd name="T10" fmla="*/ 8 w 14"/>
                <a:gd name="T11" fmla="*/ 11 h 13"/>
                <a:gd name="T12" fmla="*/ 12 w 14"/>
                <a:gd name="T13" fmla="*/ 10 h 13"/>
                <a:gd name="T14" fmla="*/ 11 w 14"/>
                <a:gd name="T15" fmla="*/ 7 h 13"/>
                <a:gd name="T16" fmla="*/ 12 w 14"/>
                <a:gd name="T17" fmla="*/ 5 h 13"/>
                <a:gd name="T18" fmla="*/ 9 w 14"/>
                <a:gd name="T19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3">
                  <a:moveTo>
                    <a:pt x="9" y="4"/>
                  </a:moveTo>
                  <a:cubicBezTo>
                    <a:pt x="8" y="3"/>
                    <a:pt x="8" y="3"/>
                    <a:pt x="7" y="2"/>
                  </a:cubicBezTo>
                  <a:cubicBezTo>
                    <a:pt x="7" y="1"/>
                    <a:pt x="4" y="0"/>
                    <a:pt x="3" y="2"/>
                  </a:cubicBezTo>
                  <a:cubicBezTo>
                    <a:pt x="1" y="4"/>
                    <a:pt x="0" y="4"/>
                    <a:pt x="1" y="6"/>
                  </a:cubicBezTo>
                  <a:cubicBezTo>
                    <a:pt x="1" y="8"/>
                    <a:pt x="1" y="9"/>
                    <a:pt x="3" y="11"/>
                  </a:cubicBezTo>
                  <a:cubicBezTo>
                    <a:pt x="6" y="13"/>
                    <a:pt x="7" y="12"/>
                    <a:pt x="8" y="11"/>
                  </a:cubicBezTo>
                  <a:cubicBezTo>
                    <a:pt x="10" y="10"/>
                    <a:pt x="10" y="12"/>
                    <a:pt x="12" y="10"/>
                  </a:cubicBezTo>
                  <a:cubicBezTo>
                    <a:pt x="14" y="8"/>
                    <a:pt x="11" y="9"/>
                    <a:pt x="11" y="7"/>
                  </a:cubicBezTo>
                  <a:cubicBezTo>
                    <a:pt x="10" y="6"/>
                    <a:pt x="11" y="6"/>
                    <a:pt x="12" y="5"/>
                  </a:cubicBezTo>
                  <a:cubicBezTo>
                    <a:pt x="12" y="4"/>
                    <a:pt x="10" y="5"/>
                    <a:pt x="9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6" name="Freeform 54">
              <a:extLst>
                <a:ext uri="{FF2B5EF4-FFF2-40B4-BE49-F238E27FC236}">
                  <a16:creationId xmlns:a16="http://schemas.microsoft.com/office/drawing/2014/main" id="{8B95DADC-67CE-D399-2DE3-A572745A3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587" y="1509971"/>
              <a:ext cx="8462" cy="9873"/>
            </a:xfrm>
            <a:custGeom>
              <a:avLst/>
              <a:gdLst>
                <a:gd name="T0" fmla="*/ 7 w 7"/>
                <a:gd name="T1" fmla="*/ 1 h 9"/>
                <a:gd name="T2" fmla="*/ 5 w 7"/>
                <a:gd name="T3" fmla="*/ 0 h 9"/>
                <a:gd name="T4" fmla="*/ 2 w 7"/>
                <a:gd name="T5" fmla="*/ 4 h 9"/>
                <a:gd name="T6" fmla="*/ 0 w 7"/>
                <a:gd name="T7" fmla="*/ 6 h 9"/>
                <a:gd name="T8" fmla="*/ 4 w 7"/>
                <a:gd name="T9" fmla="*/ 7 h 9"/>
                <a:gd name="T10" fmla="*/ 7 w 7"/>
                <a:gd name="T11" fmla="*/ 5 h 9"/>
                <a:gd name="T12" fmla="*/ 7 w 7"/>
                <a:gd name="T13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9">
                  <a:moveTo>
                    <a:pt x="7" y="1"/>
                  </a:moveTo>
                  <a:cubicBezTo>
                    <a:pt x="7" y="0"/>
                    <a:pt x="7" y="0"/>
                    <a:pt x="5" y="0"/>
                  </a:cubicBezTo>
                  <a:cubicBezTo>
                    <a:pt x="2" y="2"/>
                    <a:pt x="3" y="3"/>
                    <a:pt x="2" y="4"/>
                  </a:cubicBezTo>
                  <a:cubicBezTo>
                    <a:pt x="1" y="4"/>
                    <a:pt x="0" y="4"/>
                    <a:pt x="0" y="6"/>
                  </a:cubicBezTo>
                  <a:cubicBezTo>
                    <a:pt x="1" y="8"/>
                    <a:pt x="2" y="9"/>
                    <a:pt x="4" y="7"/>
                  </a:cubicBezTo>
                  <a:cubicBezTo>
                    <a:pt x="5" y="6"/>
                    <a:pt x="7" y="7"/>
                    <a:pt x="7" y="5"/>
                  </a:cubicBezTo>
                  <a:cubicBezTo>
                    <a:pt x="7" y="2"/>
                    <a:pt x="7" y="2"/>
                    <a:pt x="7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7" name="Freeform 55">
              <a:extLst>
                <a:ext uri="{FF2B5EF4-FFF2-40B4-BE49-F238E27FC236}">
                  <a16:creationId xmlns:a16="http://schemas.microsoft.com/office/drawing/2014/main" id="{C629694F-7963-F2F2-A925-59F73738B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4078" y="2158749"/>
              <a:ext cx="4231" cy="5642"/>
            </a:xfrm>
            <a:custGeom>
              <a:avLst/>
              <a:gdLst>
                <a:gd name="T0" fmla="*/ 4 w 4"/>
                <a:gd name="T1" fmla="*/ 4 h 6"/>
                <a:gd name="T2" fmla="*/ 2 w 4"/>
                <a:gd name="T3" fmla="*/ 3 h 6"/>
                <a:gd name="T4" fmla="*/ 1 w 4"/>
                <a:gd name="T5" fmla="*/ 5 h 6"/>
                <a:gd name="T6" fmla="*/ 4 w 4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4" y="4"/>
                  </a:moveTo>
                  <a:cubicBezTo>
                    <a:pt x="4" y="3"/>
                    <a:pt x="4" y="0"/>
                    <a:pt x="2" y="3"/>
                  </a:cubicBezTo>
                  <a:cubicBezTo>
                    <a:pt x="2" y="4"/>
                    <a:pt x="2" y="4"/>
                    <a:pt x="1" y="5"/>
                  </a:cubicBezTo>
                  <a:cubicBezTo>
                    <a:pt x="0" y="6"/>
                    <a:pt x="4" y="5"/>
                    <a:pt x="4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8" name="Freeform 56">
              <a:extLst>
                <a:ext uri="{FF2B5EF4-FFF2-40B4-BE49-F238E27FC236}">
                  <a16:creationId xmlns:a16="http://schemas.microsoft.com/office/drawing/2014/main" id="{49B18A1B-84D7-4326-D05D-472D911F3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605" y="1937318"/>
              <a:ext cx="88854" cy="104369"/>
            </a:xfrm>
            <a:custGeom>
              <a:avLst/>
              <a:gdLst>
                <a:gd name="T0" fmla="*/ 21 w 80"/>
                <a:gd name="T1" fmla="*/ 0 h 98"/>
                <a:gd name="T2" fmla="*/ 8 w 80"/>
                <a:gd name="T3" fmla="*/ 3 h 98"/>
                <a:gd name="T4" fmla="*/ 0 w 80"/>
                <a:gd name="T5" fmla="*/ 6 h 98"/>
                <a:gd name="T6" fmla="*/ 1 w 80"/>
                <a:gd name="T7" fmla="*/ 14 h 98"/>
                <a:gd name="T8" fmla="*/ 5 w 80"/>
                <a:gd name="T9" fmla="*/ 19 h 98"/>
                <a:gd name="T10" fmla="*/ 5 w 80"/>
                <a:gd name="T11" fmla="*/ 27 h 98"/>
                <a:gd name="T12" fmla="*/ 4 w 80"/>
                <a:gd name="T13" fmla="*/ 30 h 98"/>
                <a:gd name="T14" fmla="*/ 6 w 80"/>
                <a:gd name="T15" fmla="*/ 38 h 98"/>
                <a:gd name="T16" fmla="*/ 5 w 80"/>
                <a:gd name="T17" fmla="*/ 44 h 98"/>
                <a:gd name="T18" fmla="*/ 8 w 80"/>
                <a:gd name="T19" fmla="*/ 47 h 98"/>
                <a:gd name="T20" fmla="*/ 9 w 80"/>
                <a:gd name="T21" fmla="*/ 55 h 98"/>
                <a:gd name="T22" fmla="*/ 9 w 80"/>
                <a:gd name="T23" fmla="*/ 58 h 98"/>
                <a:gd name="T24" fmla="*/ 9 w 80"/>
                <a:gd name="T25" fmla="*/ 64 h 98"/>
                <a:gd name="T26" fmla="*/ 12 w 80"/>
                <a:gd name="T27" fmla="*/ 68 h 98"/>
                <a:gd name="T28" fmla="*/ 14 w 80"/>
                <a:gd name="T29" fmla="*/ 69 h 98"/>
                <a:gd name="T30" fmla="*/ 19 w 80"/>
                <a:gd name="T31" fmla="*/ 71 h 98"/>
                <a:gd name="T32" fmla="*/ 21 w 80"/>
                <a:gd name="T33" fmla="*/ 75 h 98"/>
                <a:gd name="T34" fmla="*/ 22 w 80"/>
                <a:gd name="T35" fmla="*/ 75 h 98"/>
                <a:gd name="T36" fmla="*/ 29 w 80"/>
                <a:gd name="T37" fmla="*/ 80 h 98"/>
                <a:gd name="T38" fmla="*/ 32 w 80"/>
                <a:gd name="T39" fmla="*/ 76 h 98"/>
                <a:gd name="T40" fmla="*/ 33 w 80"/>
                <a:gd name="T41" fmla="*/ 74 h 98"/>
                <a:gd name="T42" fmla="*/ 42 w 80"/>
                <a:gd name="T43" fmla="*/ 73 h 98"/>
                <a:gd name="T44" fmla="*/ 49 w 80"/>
                <a:gd name="T45" fmla="*/ 78 h 98"/>
                <a:gd name="T46" fmla="*/ 50 w 80"/>
                <a:gd name="T47" fmla="*/ 83 h 98"/>
                <a:gd name="T48" fmla="*/ 57 w 80"/>
                <a:gd name="T49" fmla="*/ 87 h 98"/>
                <a:gd name="T50" fmla="*/ 53 w 80"/>
                <a:gd name="T51" fmla="*/ 95 h 98"/>
                <a:gd name="T52" fmla="*/ 54 w 80"/>
                <a:gd name="T53" fmla="*/ 98 h 98"/>
                <a:gd name="T54" fmla="*/ 54 w 80"/>
                <a:gd name="T55" fmla="*/ 97 h 98"/>
                <a:gd name="T56" fmla="*/ 64 w 80"/>
                <a:gd name="T57" fmla="*/ 95 h 98"/>
                <a:gd name="T58" fmla="*/ 69 w 80"/>
                <a:gd name="T59" fmla="*/ 95 h 98"/>
                <a:gd name="T60" fmla="*/ 71 w 80"/>
                <a:gd name="T61" fmla="*/ 93 h 98"/>
                <a:gd name="T62" fmla="*/ 72 w 80"/>
                <a:gd name="T63" fmla="*/ 92 h 98"/>
                <a:gd name="T64" fmla="*/ 70 w 80"/>
                <a:gd name="T65" fmla="*/ 87 h 98"/>
                <a:gd name="T66" fmla="*/ 72 w 80"/>
                <a:gd name="T67" fmla="*/ 81 h 98"/>
                <a:gd name="T68" fmla="*/ 77 w 80"/>
                <a:gd name="T69" fmla="*/ 76 h 98"/>
                <a:gd name="T70" fmla="*/ 78 w 80"/>
                <a:gd name="T71" fmla="*/ 76 h 98"/>
                <a:gd name="T72" fmla="*/ 80 w 80"/>
                <a:gd name="T73" fmla="*/ 73 h 98"/>
                <a:gd name="T74" fmla="*/ 72 w 80"/>
                <a:gd name="T75" fmla="*/ 67 h 98"/>
                <a:gd name="T76" fmla="*/ 69 w 80"/>
                <a:gd name="T77" fmla="*/ 57 h 98"/>
                <a:gd name="T78" fmla="*/ 74 w 80"/>
                <a:gd name="T79" fmla="*/ 49 h 98"/>
                <a:gd name="T80" fmla="*/ 73 w 80"/>
                <a:gd name="T81" fmla="*/ 47 h 98"/>
                <a:gd name="T82" fmla="*/ 72 w 80"/>
                <a:gd name="T83" fmla="*/ 42 h 98"/>
                <a:gd name="T84" fmla="*/ 74 w 80"/>
                <a:gd name="T85" fmla="*/ 40 h 98"/>
                <a:gd name="T86" fmla="*/ 74 w 80"/>
                <a:gd name="T87" fmla="*/ 40 h 98"/>
                <a:gd name="T88" fmla="*/ 70 w 80"/>
                <a:gd name="T89" fmla="*/ 38 h 98"/>
                <a:gd name="T90" fmla="*/ 65 w 80"/>
                <a:gd name="T91" fmla="*/ 42 h 98"/>
                <a:gd name="T92" fmla="*/ 60 w 80"/>
                <a:gd name="T93" fmla="*/ 39 h 98"/>
                <a:gd name="T94" fmla="*/ 49 w 80"/>
                <a:gd name="T95" fmla="*/ 32 h 98"/>
                <a:gd name="T96" fmla="*/ 50 w 80"/>
                <a:gd name="T97" fmla="*/ 29 h 98"/>
                <a:gd name="T98" fmla="*/ 50 w 80"/>
                <a:gd name="T99" fmla="*/ 24 h 98"/>
                <a:gd name="T100" fmla="*/ 49 w 80"/>
                <a:gd name="T101" fmla="*/ 24 h 98"/>
                <a:gd name="T102" fmla="*/ 44 w 80"/>
                <a:gd name="T103" fmla="*/ 22 h 98"/>
                <a:gd name="T104" fmla="*/ 37 w 80"/>
                <a:gd name="T105" fmla="*/ 16 h 98"/>
                <a:gd name="T106" fmla="*/ 33 w 80"/>
                <a:gd name="T107" fmla="*/ 11 h 98"/>
                <a:gd name="T108" fmla="*/ 28 w 80"/>
                <a:gd name="T109" fmla="*/ 5 h 98"/>
                <a:gd name="T110" fmla="*/ 26 w 80"/>
                <a:gd name="T111" fmla="*/ 1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0" h="98">
                  <a:moveTo>
                    <a:pt x="26" y="1"/>
                  </a:moveTo>
                  <a:cubicBezTo>
                    <a:pt x="25" y="0"/>
                    <a:pt x="24" y="0"/>
                    <a:pt x="21" y="0"/>
                  </a:cubicBezTo>
                  <a:cubicBezTo>
                    <a:pt x="17" y="0"/>
                    <a:pt x="16" y="0"/>
                    <a:pt x="13" y="1"/>
                  </a:cubicBezTo>
                  <a:cubicBezTo>
                    <a:pt x="12" y="2"/>
                    <a:pt x="10" y="2"/>
                    <a:pt x="8" y="3"/>
                  </a:cubicBezTo>
                  <a:cubicBezTo>
                    <a:pt x="6" y="4"/>
                    <a:pt x="4" y="4"/>
                    <a:pt x="2" y="5"/>
                  </a:cubicBezTo>
                  <a:cubicBezTo>
                    <a:pt x="1" y="5"/>
                    <a:pt x="1" y="5"/>
                    <a:pt x="0" y="6"/>
                  </a:cubicBezTo>
                  <a:cubicBezTo>
                    <a:pt x="0" y="7"/>
                    <a:pt x="0" y="10"/>
                    <a:pt x="0" y="12"/>
                  </a:cubicBezTo>
                  <a:cubicBezTo>
                    <a:pt x="1" y="13"/>
                    <a:pt x="1" y="13"/>
                    <a:pt x="1" y="14"/>
                  </a:cubicBezTo>
                  <a:cubicBezTo>
                    <a:pt x="2" y="15"/>
                    <a:pt x="2" y="15"/>
                    <a:pt x="3" y="16"/>
                  </a:cubicBezTo>
                  <a:cubicBezTo>
                    <a:pt x="4" y="17"/>
                    <a:pt x="4" y="18"/>
                    <a:pt x="5" y="19"/>
                  </a:cubicBezTo>
                  <a:cubicBezTo>
                    <a:pt x="5" y="21"/>
                    <a:pt x="6" y="22"/>
                    <a:pt x="5" y="24"/>
                  </a:cubicBezTo>
                  <a:cubicBezTo>
                    <a:pt x="5" y="25"/>
                    <a:pt x="5" y="26"/>
                    <a:pt x="5" y="27"/>
                  </a:cubicBezTo>
                  <a:cubicBezTo>
                    <a:pt x="4" y="29"/>
                    <a:pt x="4" y="30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5" y="31"/>
                  </a:cubicBezTo>
                  <a:cubicBezTo>
                    <a:pt x="6" y="32"/>
                    <a:pt x="9" y="34"/>
                    <a:pt x="6" y="38"/>
                  </a:cubicBezTo>
                  <a:cubicBezTo>
                    <a:pt x="5" y="42"/>
                    <a:pt x="5" y="42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6" y="44"/>
                    <a:pt x="6" y="44"/>
                    <a:pt x="6" y="45"/>
                  </a:cubicBezTo>
                  <a:cubicBezTo>
                    <a:pt x="6" y="46"/>
                    <a:pt x="7" y="46"/>
                    <a:pt x="8" y="47"/>
                  </a:cubicBezTo>
                  <a:cubicBezTo>
                    <a:pt x="9" y="48"/>
                    <a:pt x="10" y="49"/>
                    <a:pt x="10" y="51"/>
                  </a:cubicBezTo>
                  <a:cubicBezTo>
                    <a:pt x="10" y="53"/>
                    <a:pt x="9" y="54"/>
                    <a:pt x="9" y="55"/>
                  </a:cubicBezTo>
                  <a:cubicBezTo>
                    <a:pt x="8" y="55"/>
                    <a:pt x="8" y="55"/>
                    <a:pt x="8" y="56"/>
                  </a:cubicBezTo>
                  <a:cubicBezTo>
                    <a:pt x="8" y="56"/>
                    <a:pt x="8" y="57"/>
                    <a:pt x="9" y="58"/>
                  </a:cubicBezTo>
                  <a:cubicBezTo>
                    <a:pt x="9" y="59"/>
                    <a:pt x="10" y="60"/>
                    <a:pt x="10" y="61"/>
                  </a:cubicBezTo>
                  <a:cubicBezTo>
                    <a:pt x="10" y="62"/>
                    <a:pt x="10" y="63"/>
                    <a:pt x="9" y="64"/>
                  </a:cubicBezTo>
                  <a:cubicBezTo>
                    <a:pt x="9" y="64"/>
                    <a:pt x="8" y="65"/>
                    <a:pt x="8" y="65"/>
                  </a:cubicBezTo>
                  <a:cubicBezTo>
                    <a:pt x="9" y="66"/>
                    <a:pt x="11" y="67"/>
                    <a:pt x="12" y="68"/>
                  </a:cubicBezTo>
                  <a:cubicBezTo>
                    <a:pt x="13" y="69"/>
                    <a:pt x="13" y="69"/>
                    <a:pt x="14" y="69"/>
                  </a:cubicBezTo>
                  <a:cubicBezTo>
                    <a:pt x="14" y="69"/>
                    <a:pt x="14" y="69"/>
                    <a:pt x="14" y="69"/>
                  </a:cubicBezTo>
                  <a:cubicBezTo>
                    <a:pt x="15" y="69"/>
                    <a:pt x="16" y="70"/>
                    <a:pt x="18" y="70"/>
                  </a:cubicBezTo>
                  <a:cubicBezTo>
                    <a:pt x="18" y="71"/>
                    <a:pt x="18" y="71"/>
                    <a:pt x="19" y="71"/>
                  </a:cubicBezTo>
                  <a:cubicBezTo>
                    <a:pt x="19" y="72"/>
                    <a:pt x="19" y="72"/>
                    <a:pt x="20" y="72"/>
                  </a:cubicBezTo>
                  <a:cubicBezTo>
                    <a:pt x="20" y="73"/>
                    <a:pt x="20" y="73"/>
                    <a:pt x="21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3" y="78"/>
                    <a:pt x="25" y="80"/>
                    <a:pt x="27" y="81"/>
                  </a:cubicBezTo>
                  <a:cubicBezTo>
                    <a:pt x="27" y="81"/>
                    <a:pt x="28" y="80"/>
                    <a:pt x="29" y="80"/>
                  </a:cubicBezTo>
                  <a:cubicBezTo>
                    <a:pt x="31" y="79"/>
                    <a:pt x="31" y="77"/>
                    <a:pt x="32" y="76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2" y="75"/>
                    <a:pt x="32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2"/>
                    <a:pt x="35" y="72"/>
                    <a:pt x="36" y="72"/>
                  </a:cubicBezTo>
                  <a:cubicBezTo>
                    <a:pt x="38" y="72"/>
                    <a:pt x="39" y="72"/>
                    <a:pt x="42" y="73"/>
                  </a:cubicBezTo>
                  <a:cubicBezTo>
                    <a:pt x="43" y="73"/>
                    <a:pt x="44" y="74"/>
                    <a:pt x="44" y="74"/>
                  </a:cubicBezTo>
                  <a:cubicBezTo>
                    <a:pt x="47" y="74"/>
                    <a:pt x="48" y="74"/>
                    <a:pt x="49" y="78"/>
                  </a:cubicBezTo>
                  <a:cubicBezTo>
                    <a:pt x="49" y="79"/>
                    <a:pt x="49" y="80"/>
                    <a:pt x="49" y="81"/>
                  </a:cubicBezTo>
                  <a:cubicBezTo>
                    <a:pt x="49" y="82"/>
                    <a:pt x="49" y="82"/>
                    <a:pt x="50" y="83"/>
                  </a:cubicBezTo>
                  <a:cubicBezTo>
                    <a:pt x="52" y="84"/>
                    <a:pt x="53" y="84"/>
                    <a:pt x="54" y="84"/>
                  </a:cubicBezTo>
                  <a:cubicBezTo>
                    <a:pt x="56" y="85"/>
                    <a:pt x="56" y="85"/>
                    <a:pt x="57" y="87"/>
                  </a:cubicBezTo>
                  <a:cubicBezTo>
                    <a:pt x="58" y="89"/>
                    <a:pt x="56" y="92"/>
                    <a:pt x="54" y="93"/>
                  </a:cubicBezTo>
                  <a:cubicBezTo>
                    <a:pt x="53" y="94"/>
                    <a:pt x="53" y="95"/>
                    <a:pt x="53" y="95"/>
                  </a:cubicBezTo>
                  <a:cubicBezTo>
                    <a:pt x="53" y="96"/>
                    <a:pt x="52" y="97"/>
                    <a:pt x="52" y="98"/>
                  </a:cubicBezTo>
                  <a:cubicBezTo>
                    <a:pt x="53" y="98"/>
                    <a:pt x="53" y="98"/>
                    <a:pt x="54" y="98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5" y="97"/>
                    <a:pt x="57" y="96"/>
                    <a:pt x="58" y="96"/>
                  </a:cubicBezTo>
                  <a:cubicBezTo>
                    <a:pt x="60" y="95"/>
                    <a:pt x="62" y="95"/>
                    <a:pt x="64" y="95"/>
                  </a:cubicBezTo>
                  <a:cubicBezTo>
                    <a:pt x="67" y="95"/>
                    <a:pt x="68" y="95"/>
                    <a:pt x="69" y="95"/>
                  </a:cubicBezTo>
                  <a:cubicBezTo>
                    <a:pt x="69" y="95"/>
                    <a:pt x="69" y="95"/>
                    <a:pt x="69" y="95"/>
                  </a:cubicBezTo>
                  <a:cubicBezTo>
                    <a:pt x="69" y="95"/>
                    <a:pt x="69" y="95"/>
                    <a:pt x="69" y="95"/>
                  </a:cubicBezTo>
                  <a:cubicBezTo>
                    <a:pt x="69" y="94"/>
                    <a:pt x="70" y="94"/>
                    <a:pt x="71" y="93"/>
                  </a:cubicBezTo>
                  <a:cubicBezTo>
                    <a:pt x="71" y="93"/>
                    <a:pt x="72" y="92"/>
                    <a:pt x="72" y="92"/>
                  </a:cubicBezTo>
                  <a:cubicBezTo>
                    <a:pt x="72" y="92"/>
                    <a:pt x="72" y="92"/>
                    <a:pt x="72" y="92"/>
                  </a:cubicBezTo>
                  <a:cubicBezTo>
                    <a:pt x="72" y="91"/>
                    <a:pt x="72" y="90"/>
                    <a:pt x="71" y="90"/>
                  </a:cubicBezTo>
                  <a:cubicBezTo>
                    <a:pt x="71" y="89"/>
                    <a:pt x="70" y="88"/>
                    <a:pt x="70" y="87"/>
                  </a:cubicBezTo>
                  <a:cubicBezTo>
                    <a:pt x="70" y="86"/>
                    <a:pt x="70" y="84"/>
                    <a:pt x="70" y="83"/>
                  </a:cubicBezTo>
                  <a:cubicBezTo>
                    <a:pt x="71" y="83"/>
                    <a:pt x="71" y="82"/>
                    <a:pt x="72" y="81"/>
                  </a:cubicBezTo>
                  <a:cubicBezTo>
                    <a:pt x="72" y="80"/>
                    <a:pt x="73" y="80"/>
                    <a:pt x="74" y="79"/>
                  </a:cubicBezTo>
                  <a:cubicBezTo>
                    <a:pt x="75" y="78"/>
                    <a:pt x="77" y="77"/>
                    <a:pt x="77" y="76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8" y="76"/>
                    <a:pt x="78" y="76"/>
                    <a:pt x="78" y="76"/>
                  </a:cubicBezTo>
                  <a:cubicBezTo>
                    <a:pt x="79" y="75"/>
                    <a:pt x="79" y="75"/>
                    <a:pt x="79" y="74"/>
                  </a:cubicBezTo>
                  <a:cubicBezTo>
                    <a:pt x="80" y="74"/>
                    <a:pt x="80" y="74"/>
                    <a:pt x="80" y="73"/>
                  </a:cubicBezTo>
                  <a:cubicBezTo>
                    <a:pt x="79" y="73"/>
                    <a:pt x="79" y="73"/>
                    <a:pt x="78" y="72"/>
                  </a:cubicBezTo>
                  <a:cubicBezTo>
                    <a:pt x="76" y="71"/>
                    <a:pt x="74" y="69"/>
                    <a:pt x="72" y="67"/>
                  </a:cubicBezTo>
                  <a:cubicBezTo>
                    <a:pt x="70" y="66"/>
                    <a:pt x="70" y="64"/>
                    <a:pt x="69" y="62"/>
                  </a:cubicBezTo>
                  <a:cubicBezTo>
                    <a:pt x="69" y="60"/>
                    <a:pt x="69" y="59"/>
                    <a:pt x="69" y="57"/>
                  </a:cubicBezTo>
                  <a:cubicBezTo>
                    <a:pt x="70" y="56"/>
                    <a:pt x="71" y="54"/>
                    <a:pt x="72" y="52"/>
                  </a:cubicBezTo>
                  <a:cubicBezTo>
                    <a:pt x="73" y="51"/>
                    <a:pt x="74" y="50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3" y="48"/>
                    <a:pt x="73" y="48"/>
                    <a:pt x="73" y="47"/>
                  </a:cubicBezTo>
                  <a:cubicBezTo>
                    <a:pt x="72" y="47"/>
                    <a:pt x="72" y="46"/>
                    <a:pt x="72" y="44"/>
                  </a:cubicBezTo>
                  <a:cubicBezTo>
                    <a:pt x="71" y="43"/>
                    <a:pt x="72" y="42"/>
                    <a:pt x="72" y="42"/>
                  </a:cubicBezTo>
                  <a:cubicBezTo>
                    <a:pt x="73" y="41"/>
                    <a:pt x="73" y="41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4" y="40"/>
                    <a:pt x="75" y="40"/>
                    <a:pt x="74" y="40"/>
                  </a:cubicBezTo>
                  <a:cubicBezTo>
                    <a:pt x="74" y="39"/>
                    <a:pt x="72" y="38"/>
                    <a:pt x="71" y="38"/>
                  </a:cubicBezTo>
                  <a:cubicBezTo>
                    <a:pt x="71" y="38"/>
                    <a:pt x="70" y="38"/>
                    <a:pt x="70" y="38"/>
                  </a:cubicBezTo>
                  <a:cubicBezTo>
                    <a:pt x="70" y="38"/>
                    <a:pt x="70" y="38"/>
                    <a:pt x="70" y="38"/>
                  </a:cubicBezTo>
                  <a:cubicBezTo>
                    <a:pt x="69" y="40"/>
                    <a:pt x="67" y="42"/>
                    <a:pt x="65" y="42"/>
                  </a:cubicBezTo>
                  <a:cubicBezTo>
                    <a:pt x="63" y="42"/>
                    <a:pt x="63" y="41"/>
                    <a:pt x="62" y="41"/>
                  </a:cubicBezTo>
                  <a:cubicBezTo>
                    <a:pt x="62" y="40"/>
                    <a:pt x="61" y="40"/>
                    <a:pt x="60" y="39"/>
                  </a:cubicBezTo>
                  <a:cubicBezTo>
                    <a:pt x="60" y="39"/>
                    <a:pt x="58" y="38"/>
                    <a:pt x="57" y="38"/>
                  </a:cubicBezTo>
                  <a:cubicBezTo>
                    <a:pt x="53" y="36"/>
                    <a:pt x="49" y="34"/>
                    <a:pt x="49" y="32"/>
                  </a:cubicBezTo>
                  <a:cubicBezTo>
                    <a:pt x="49" y="31"/>
                    <a:pt x="49" y="30"/>
                    <a:pt x="50" y="29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50" y="28"/>
                    <a:pt x="51" y="27"/>
                    <a:pt x="51" y="27"/>
                  </a:cubicBezTo>
                  <a:cubicBezTo>
                    <a:pt x="51" y="25"/>
                    <a:pt x="51" y="25"/>
                    <a:pt x="50" y="24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9" y="24"/>
                    <a:pt x="49" y="24"/>
                    <a:pt x="49" y="24"/>
                  </a:cubicBezTo>
                  <a:cubicBezTo>
                    <a:pt x="48" y="23"/>
                    <a:pt x="46" y="22"/>
                    <a:pt x="44" y="22"/>
                  </a:cubicBezTo>
                  <a:cubicBezTo>
                    <a:pt x="42" y="21"/>
                    <a:pt x="41" y="20"/>
                    <a:pt x="40" y="20"/>
                  </a:cubicBezTo>
                  <a:cubicBezTo>
                    <a:pt x="38" y="18"/>
                    <a:pt x="37" y="17"/>
                    <a:pt x="37" y="16"/>
                  </a:cubicBezTo>
                  <a:cubicBezTo>
                    <a:pt x="37" y="16"/>
                    <a:pt x="37" y="15"/>
                    <a:pt x="36" y="15"/>
                  </a:cubicBezTo>
                  <a:cubicBezTo>
                    <a:pt x="36" y="14"/>
                    <a:pt x="35" y="12"/>
                    <a:pt x="33" y="11"/>
                  </a:cubicBezTo>
                  <a:cubicBezTo>
                    <a:pt x="32" y="9"/>
                    <a:pt x="30" y="7"/>
                    <a:pt x="29" y="6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6" y="3"/>
                    <a:pt x="26" y="2"/>
                    <a:pt x="26" y="1"/>
                  </a:cubicBezTo>
                  <a:cubicBezTo>
                    <a:pt x="26" y="1"/>
                    <a:pt x="26" y="1"/>
                    <a:pt x="26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59" name="Freeform 57">
              <a:extLst>
                <a:ext uri="{FF2B5EF4-FFF2-40B4-BE49-F238E27FC236}">
                  <a16:creationId xmlns:a16="http://schemas.microsoft.com/office/drawing/2014/main" id="{60C24EC8-9F4E-17C4-6DBC-EC3E30D0D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260" y="1916163"/>
              <a:ext cx="70519" cy="36670"/>
            </a:xfrm>
            <a:custGeom>
              <a:avLst/>
              <a:gdLst>
                <a:gd name="T0" fmla="*/ 2 w 64"/>
                <a:gd name="T1" fmla="*/ 16 h 34"/>
                <a:gd name="T2" fmla="*/ 0 w 64"/>
                <a:gd name="T3" fmla="*/ 19 h 34"/>
                <a:gd name="T4" fmla="*/ 0 w 64"/>
                <a:gd name="T5" fmla="*/ 21 h 34"/>
                <a:gd name="T6" fmla="*/ 0 w 64"/>
                <a:gd name="T7" fmla="*/ 24 h 34"/>
                <a:gd name="T8" fmla="*/ 0 w 64"/>
                <a:gd name="T9" fmla="*/ 28 h 34"/>
                <a:gd name="T10" fmla="*/ 2 w 64"/>
                <a:gd name="T11" fmla="*/ 28 h 34"/>
                <a:gd name="T12" fmla="*/ 5 w 64"/>
                <a:gd name="T13" fmla="*/ 28 h 34"/>
                <a:gd name="T14" fmla="*/ 6 w 64"/>
                <a:gd name="T15" fmla="*/ 32 h 34"/>
                <a:gd name="T16" fmla="*/ 10 w 64"/>
                <a:gd name="T17" fmla="*/ 32 h 34"/>
                <a:gd name="T18" fmla="*/ 13 w 64"/>
                <a:gd name="T19" fmla="*/ 33 h 34"/>
                <a:gd name="T20" fmla="*/ 18 w 64"/>
                <a:gd name="T21" fmla="*/ 32 h 34"/>
                <a:gd name="T22" fmla="*/ 21 w 64"/>
                <a:gd name="T23" fmla="*/ 30 h 34"/>
                <a:gd name="T24" fmla="*/ 27 w 64"/>
                <a:gd name="T25" fmla="*/ 29 h 34"/>
                <a:gd name="T26" fmla="*/ 31 w 64"/>
                <a:gd name="T27" fmla="*/ 32 h 34"/>
                <a:gd name="T28" fmla="*/ 36 w 64"/>
                <a:gd name="T29" fmla="*/ 33 h 34"/>
                <a:gd name="T30" fmla="*/ 39 w 64"/>
                <a:gd name="T31" fmla="*/ 31 h 34"/>
                <a:gd name="T32" fmla="*/ 40 w 64"/>
                <a:gd name="T33" fmla="*/ 29 h 34"/>
                <a:gd name="T34" fmla="*/ 44 w 64"/>
                <a:gd name="T35" fmla="*/ 24 h 34"/>
                <a:gd name="T36" fmla="*/ 45 w 64"/>
                <a:gd name="T37" fmla="*/ 22 h 34"/>
                <a:gd name="T38" fmla="*/ 46 w 64"/>
                <a:gd name="T39" fmla="*/ 20 h 34"/>
                <a:gd name="T40" fmla="*/ 47 w 64"/>
                <a:gd name="T41" fmla="*/ 16 h 34"/>
                <a:gd name="T42" fmla="*/ 51 w 64"/>
                <a:gd name="T43" fmla="*/ 13 h 34"/>
                <a:gd name="T44" fmla="*/ 55 w 64"/>
                <a:gd name="T45" fmla="*/ 11 h 34"/>
                <a:gd name="T46" fmla="*/ 64 w 64"/>
                <a:gd name="T47" fmla="*/ 6 h 34"/>
                <a:gd name="T48" fmla="*/ 59 w 64"/>
                <a:gd name="T49" fmla="*/ 0 h 34"/>
                <a:gd name="T50" fmla="*/ 58 w 64"/>
                <a:gd name="T51" fmla="*/ 0 h 34"/>
                <a:gd name="T52" fmla="*/ 57 w 64"/>
                <a:gd name="T53" fmla="*/ 1 h 34"/>
                <a:gd name="T54" fmla="*/ 55 w 64"/>
                <a:gd name="T55" fmla="*/ 3 h 34"/>
                <a:gd name="T56" fmla="*/ 49 w 64"/>
                <a:gd name="T57" fmla="*/ 5 h 34"/>
                <a:gd name="T58" fmla="*/ 47 w 64"/>
                <a:gd name="T59" fmla="*/ 5 h 34"/>
                <a:gd name="T60" fmla="*/ 43 w 64"/>
                <a:gd name="T61" fmla="*/ 5 h 34"/>
                <a:gd name="T62" fmla="*/ 34 w 64"/>
                <a:gd name="T63" fmla="*/ 7 h 34"/>
                <a:gd name="T64" fmla="*/ 34 w 64"/>
                <a:gd name="T65" fmla="*/ 7 h 34"/>
                <a:gd name="T66" fmla="*/ 28 w 64"/>
                <a:gd name="T67" fmla="*/ 12 h 34"/>
                <a:gd name="T68" fmla="*/ 20 w 64"/>
                <a:gd name="T69" fmla="*/ 11 h 34"/>
                <a:gd name="T70" fmla="*/ 20 w 64"/>
                <a:gd name="T71" fmla="*/ 11 h 34"/>
                <a:gd name="T72" fmla="*/ 20 w 64"/>
                <a:gd name="T73" fmla="*/ 11 h 34"/>
                <a:gd name="T74" fmla="*/ 14 w 64"/>
                <a:gd name="T75" fmla="*/ 10 h 34"/>
                <a:gd name="T76" fmla="*/ 9 w 64"/>
                <a:gd name="T77" fmla="*/ 9 h 34"/>
                <a:gd name="T78" fmla="*/ 2 w 64"/>
                <a:gd name="T79" fmla="*/ 16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4" h="34">
                  <a:moveTo>
                    <a:pt x="2" y="16"/>
                  </a:moveTo>
                  <a:cubicBezTo>
                    <a:pt x="0" y="17"/>
                    <a:pt x="0" y="18"/>
                    <a:pt x="0" y="19"/>
                  </a:cubicBezTo>
                  <a:cubicBezTo>
                    <a:pt x="0" y="20"/>
                    <a:pt x="0" y="20"/>
                    <a:pt x="0" y="21"/>
                  </a:cubicBezTo>
                  <a:cubicBezTo>
                    <a:pt x="0" y="22"/>
                    <a:pt x="0" y="23"/>
                    <a:pt x="0" y="24"/>
                  </a:cubicBezTo>
                  <a:cubicBezTo>
                    <a:pt x="0" y="25"/>
                    <a:pt x="0" y="27"/>
                    <a:pt x="0" y="28"/>
                  </a:cubicBezTo>
                  <a:cubicBezTo>
                    <a:pt x="1" y="28"/>
                    <a:pt x="1" y="28"/>
                    <a:pt x="2" y="28"/>
                  </a:cubicBezTo>
                  <a:cubicBezTo>
                    <a:pt x="3" y="28"/>
                    <a:pt x="3" y="27"/>
                    <a:pt x="5" y="28"/>
                  </a:cubicBezTo>
                  <a:cubicBezTo>
                    <a:pt x="6" y="29"/>
                    <a:pt x="7" y="30"/>
                    <a:pt x="6" y="32"/>
                  </a:cubicBezTo>
                  <a:cubicBezTo>
                    <a:pt x="7" y="32"/>
                    <a:pt x="8" y="32"/>
                    <a:pt x="10" y="32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4"/>
                    <a:pt x="18" y="32"/>
                  </a:cubicBezTo>
                  <a:cubicBezTo>
                    <a:pt x="20" y="32"/>
                    <a:pt x="20" y="31"/>
                    <a:pt x="21" y="30"/>
                  </a:cubicBezTo>
                  <a:cubicBezTo>
                    <a:pt x="23" y="29"/>
                    <a:pt x="23" y="28"/>
                    <a:pt x="27" y="29"/>
                  </a:cubicBezTo>
                  <a:cubicBezTo>
                    <a:pt x="29" y="30"/>
                    <a:pt x="30" y="31"/>
                    <a:pt x="31" y="32"/>
                  </a:cubicBezTo>
                  <a:cubicBezTo>
                    <a:pt x="32" y="33"/>
                    <a:pt x="33" y="33"/>
                    <a:pt x="36" y="33"/>
                  </a:cubicBezTo>
                  <a:cubicBezTo>
                    <a:pt x="38" y="33"/>
                    <a:pt x="39" y="33"/>
                    <a:pt x="39" y="31"/>
                  </a:cubicBezTo>
                  <a:cubicBezTo>
                    <a:pt x="39" y="30"/>
                    <a:pt x="40" y="30"/>
                    <a:pt x="40" y="29"/>
                  </a:cubicBezTo>
                  <a:cubicBezTo>
                    <a:pt x="41" y="26"/>
                    <a:pt x="42" y="25"/>
                    <a:pt x="44" y="24"/>
                  </a:cubicBezTo>
                  <a:cubicBezTo>
                    <a:pt x="44" y="24"/>
                    <a:pt x="45" y="23"/>
                    <a:pt x="45" y="22"/>
                  </a:cubicBezTo>
                  <a:cubicBezTo>
                    <a:pt x="46" y="22"/>
                    <a:pt x="46" y="21"/>
                    <a:pt x="46" y="20"/>
                  </a:cubicBezTo>
                  <a:cubicBezTo>
                    <a:pt x="46" y="19"/>
                    <a:pt x="46" y="18"/>
                    <a:pt x="47" y="16"/>
                  </a:cubicBezTo>
                  <a:cubicBezTo>
                    <a:pt x="49" y="14"/>
                    <a:pt x="50" y="14"/>
                    <a:pt x="51" y="13"/>
                  </a:cubicBezTo>
                  <a:cubicBezTo>
                    <a:pt x="52" y="12"/>
                    <a:pt x="53" y="12"/>
                    <a:pt x="55" y="11"/>
                  </a:cubicBezTo>
                  <a:cubicBezTo>
                    <a:pt x="58" y="11"/>
                    <a:pt x="63" y="8"/>
                    <a:pt x="64" y="6"/>
                  </a:cubicBezTo>
                  <a:cubicBezTo>
                    <a:pt x="62" y="3"/>
                    <a:pt x="60" y="1"/>
                    <a:pt x="59" y="0"/>
                  </a:cubicBezTo>
                  <a:cubicBezTo>
                    <a:pt x="59" y="0"/>
                    <a:pt x="59" y="0"/>
                    <a:pt x="58" y="0"/>
                  </a:cubicBezTo>
                  <a:cubicBezTo>
                    <a:pt x="58" y="0"/>
                    <a:pt x="57" y="1"/>
                    <a:pt x="57" y="1"/>
                  </a:cubicBezTo>
                  <a:cubicBezTo>
                    <a:pt x="56" y="2"/>
                    <a:pt x="56" y="2"/>
                    <a:pt x="55" y="3"/>
                  </a:cubicBezTo>
                  <a:cubicBezTo>
                    <a:pt x="53" y="5"/>
                    <a:pt x="51" y="5"/>
                    <a:pt x="49" y="5"/>
                  </a:cubicBezTo>
                  <a:cubicBezTo>
                    <a:pt x="48" y="5"/>
                    <a:pt x="47" y="5"/>
                    <a:pt x="47" y="5"/>
                  </a:cubicBezTo>
                  <a:cubicBezTo>
                    <a:pt x="46" y="5"/>
                    <a:pt x="45" y="5"/>
                    <a:pt x="43" y="5"/>
                  </a:cubicBezTo>
                  <a:cubicBezTo>
                    <a:pt x="40" y="6"/>
                    <a:pt x="35" y="6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2" y="9"/>
                    <a:pt x="30" y="11"/>
                    <a:pt x="28" y="12"/>
                  </a:cubicBezTo>
                  <a:cubicBezTo>
                    <a:pt x="26" y="13"/>
                    <a:pt x="23" y="12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9" y="11"/>
                    <a:pt x="17" y="10"/>
                    <a:pt x="14" y="10"/>
                  </a:cubicBezTo>
                  <a:cubicBezTo>
                    <a:pt x="12" y="9"/>
                    <a:pt x="10" y="9"/>
                    <a:pt x="9" y="9"/>
                  </a:cubicBezTo>
                  <a:cubicBezTo>
                    <a:pt x="8" y="10"/>
                    <a:pt x="5" y="14"/>
                    <a:pt x="2" y="1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0" name="Freeform 58">
              <a:extLst>
                <a:ext uri="{FF2B5EF4-FFF2-40B4-BE49-F238E27FC236}">
                  <a16:creationId xmlns:a16="http://schemas.microsoft.com/office/drawing/2014/main" id="{272F6E7C-8AEC-A417-F151-F584A37F8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428" y="2212344"/>
              <a:ext cx="53595" cy="25387"/>
            </a:xfrm>
            <a:custGeom>
              <a:avLst/>
              <a:gdLst>
                <a:gd name="T0" fmla="*/ 47 w 49"/>
                <a:gd name="T1" fmla="*/ 0 h 24"/>
                <a:gd name="T2" fmla="*/ 38 w 49"/>
                <a:gd name="T3" fmla="*/ 3 h 24"/>
                <a:gd name="T4" fmla="*/ 32 w 49"/>
                <a:gd name="T5" fmla="*/ 6 h 24"/>
                <a:gd name="T6" fmla="*/ 27 w 49"/>
                <a:gd name="T7" fmla="*/ 8 h 24"/>
                <a:gd name="T8" fmla="*/ 20 w 49"/>
                <a:gd name="T9" fmla="*/ 7 h 24"/>
                <a:gd name="T10" fmla="*/ 14 w 49"/>
                <a:gd name="T11" fmla="*/ 8 h 24"/>
                <a:gd name="T12" fmla="*/ 11 w 49"/>
                <a:gd name="T13" fmla="*/ 11 h 24"/>
                <a:gd name="T14" fmla="*/ 7 w 49"/>
                <a:gd name="T15" fmla="*/ 14 h 24"/>
                <a:gd name="T16" fmla="*/ 2 w 49"/>
                <a:gd name="T17" fmla="*/ 15 h 24"/>
                <a:gd name="T18" fmla="*/ 2 w 49"/>
                <a:gd name="T19" fmla="*/ 18 h 24"/>
                <a:gd name="T20" fmla="*/ 5 w 49"/>
                <a:gd name="T21" fmla="*/ 22 h 24"/>
                <a:gd name="T22" fmla="*/ 11 w 49"/>
                <a:gd name="T23" fmla="*/ 23 h 24"/>
                <a:gd name="T24" fmla="*/ 19 w 49"/>
                <a:gd name="T25" fmla="*/ 22 h 24"/>
                <a:gd name="T26" fmla="*/ 25 w 49"/>
                <a:gd name="T27" fmla="*/ 20 h 24"/>
                <a:gd name="T28" fmla="*/ 28 w 49"/>
                <a:gd name="T29" fmla="*/ 18 h 24"/>
                <a:gd name="T30" fmla="*/ 29 w 49"/>
                <a:gd name="T31" fmla="*/ 15 h 24"/>
                <a:gd name="T32" fmla="*/ 32 w 49"/>
                <a:gd name="T33" fmla="*/ 15 h 24"/>
                <a:gd name="T34" fmla="*/ 37 w 49"/>
                <a:gd name="T35" fmla="*/ 14 h 24"/>
                <a:gd name="T36" fmla="*/ 35 w 49"/>
                <a:gd name="T37" fmla="*/ 12 h 24"/>
                <a:gd name="T38" fmla="*/ 34 w 49"/>
                <a:gd name="T39" fmla="*/ 10 h 24"/>
                <a:gd name="T40" fmla="*/ 35 w 49"/>
                <a:gd name="T41" fmla="*/ 7 h 24"/>
                <a:gd name="T42" fmla="*/ 44 w 49"/>
                <a:gd name="T43" fmla="*/ 3 h 24"/>
                <a:gd name="T44" fmla="*/ 47 w 49"/>
                <a:gd name="T4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" h="24">
                  <a:moveTo>
                    <a:pt x="47" y="0"/>
                  </a:moveTo>
                  <a:cubicBezTo>
                    <a:pt x="45" y="0"/>
                    <a:pt x="40" y="2"/>
                    <a:pt x="38" y="3"/>
                  </a:cubicBezTo>
                  <a:cubicBezTo>
                    <a:pt x="35" y="4"/>
                    <a:pt x="34" y="5"/>
                    <a:pt x="32" y="6"/>
                  </a:cubicBezTo>
                  <a:cubicBezTo>
                    <a:pt x="31" y="7"/>
                    <a:pt x="30" y="8"/>
                    <a:pt x="27" y="8"/>
                  </a:cubicBezTo>
                  <a:cubicBezTo>
                    <a:pt x="24" y="8"/>
                    <a:pt x="22" y="8"/>
                    <a:pt x="20" y="7"/>
                  </a:cubicBezTo>
                  <a:cubicBezTo>
                    <a:pt x="17" y="6"/>
                    <a:pt x="15" y="7"/>
                    <a:pt x="14" y="8"/>
                  </a:cubicBezTo>
                  <a:cubicBezTo>
                    <a:pt x="13" y="9"/>
                    <a:pt x="13" y="11"/>
                    <a:pt x="11" y="11"/>
                  </a:cubicBezTo>
                  <a:cubicBezTo>
                    <a:pt x="8" y="11"/>
                    <a:pt x="8" y="12"/>
                    <a:pt x="7" y="14"/>
                  </a:cubicBezTo>
                  <a:cubicBezTo>
                    <a:pt x="5" y="15"/>
                    <a:pt x="4" y="15"/>
                    <a:pt x="2" y="15"/>
                  </a:cubicBezTo>
                  <a:cubicBezTo>
                    <a:pt x="0" y="15"/>
                    <a:pt x="1" y="17"/>
                    <a:pt x="2" y="18"/>
                  </a:cubicBezTo>
                  <a:cubicBezTo>
                    <a:pt x="4" y="19"/>
                    <a:pt x="4" y="20"/>
                    <a:pt x="5" y="22"/>
                  </a:cubicBezTo>
                  <a:cubicBezTo>
                    <a:pt x="6" y="23"/>
                    <a:pt x="9" y="23"/>
                    <a:pt x="11" y="23"/>
                  </a:cubicBezTo>
                  <a:cubicBezTo>
                    <a:pt x="13" y="24"/>
                    <a:pt x="16" y="23"/>
                    <a:pt x="19" y="22"/>
                  </a:cubicBezTo>
                  <a:cubicBezTo>
                    <a:pt x="21" y="21"/>
                    <a:pt x="22" y="21"/>
                    <a:pt x="25" y="20"/>
                  </a:cubicBezTo>
                  <a:cubicBezTo>
                    <a:pt x="27" y="19"/>
                    <a:pt x="27" y="18"/>
                    <a:pt x="28" y="18"/>
                  </a:cubicBezTo>
                  <a:cubicBezTo>
                    <a:pt x="29" y="17"/>
                    <a:pt x="29" y="17"/>
                    <a:pt x="29" y="15"/>
                  </a:cubicBezTo>
                  <a:cubicBezTo>
                    <a:pt x="29" y="14"/>
                    <a:pt x="31" y="15"/>
                    <a:pt x="32" y="15"/>
                  </a:cubicBezTo>
                  <a:cubicBezTo>
                    <a:pt x="34" y="15"/>
                    <a:pt x="36" y="14"/>
                    <a:pt x="37" y="14"/>
                  </a:cubicBezTo>
                  <a:cubicBezTo>
                    <a:pt x="37" y="13"/>
                    <a:pt x="36" y="13"/>
                    <a:pt x="35" y="12"/>
                  </a:cubicBezTo>
                  <a:cubicBezTo>
                    <a:pt x="35" y="11"/>
                    <a:pt x="35" y="11"/>
                    <a:pt x="34" y="10"/>
                  </a:cubicBezTo>
                  <a:cubicBezTo>
                    <a:pt x="34" y="9"/>
                    <a:pt x="34" y="9"/>
                    <a:pt x="35" y="7"/>
                  </a:cubicBezTo>
                  <a:cubicBezTo>
                    <a:pt x="36" y="6"/>
                    <a:pt x="42" y="4"/>
                    <a:pt x="44" y="3"/>
                  </a:cubicBezTo>
                  <a:cubicBezTo>
                    <a:pt x="47" y="1"/>
                    <a:pt x="49" y="0"/>
                    <a:pt x="47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1" name="Freeform 59">
              <a:extLst>
                <a:ext uri="{FF2B5EF4-FFF2-40B4-BE49-F238E27FC236}">
                  <a16:creationId xmlns:a16="http://schemas.microsoft.com/office/drawing/2014/main" id="{41ACB380-2BE2-003D-23C2-0765F7BC7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26" y="2199650"/>
              <a:ext cx="7052" cy="9873"/>
            </a:xfrm>
            <a:custGeom>
              <a:avLst/>
              <a:gdLst>
                <a:gd name="T0" fmla="*/ 3 w 7"/>
                <a:gd name="T1" fmla="*/ 9 h 9"/>
                <a:gd name="T2" fmla="*/ 6 w 7"/>
                <a:gd name="T3" fmla="*/ 7 h 9"/>
                <a:gd name="T4" fmla="*/ 0 w 7"/>
                <a:gd name="T5" fmla="*/ 3 h 9"/>
                <a:gd name="T6" fmla="*/ 2 w 7"/>
                <a:gd name="T7" fmla="*/ 6 h 9"/>
                <a:gd name="T8" fmla="*/ 3 w 7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9">
                  <a:moveTo>
                    <a:pt x="3" y="9"/>
                  </a:moveTo>
                  <a:cubicBezTo>
                    <a:pt x="5" y="9"/>
                    <a:pt x="7" y="9"/>
                    <a:pt x="6" y="7"/>
                  </a:cubicBezTo>
                  <a:cubicBezTo>
                    <a:pt x="6" y="5"/>
                    <a:pt x="2" y="0"/>
                    <a:pt x="0" y="3"/>
                  </a:cubicBezTo>
                  <a:cubicBezTo>
                    <a:pt x="0" y="4"/>
                    <a:pt x="1" y="4"/>
                    <a:pt x="2" y="6"/>
                  </a:cubicBezTo>
                  <a:cubicBezTo>
                    <a:pt x="3" y="7"/>
                    <a:pt x="1" y="8"/>
                    <a:pt x="3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2" name="Freeform 60">
              <a:extLst>
                <a:ext uri="{FF2B5EF4-FFF2-40B4-BE49-F238E27FC236}">
                  <a16:creationId xmlns:a16="http://schemas.microsoft.com/office/drawing/2014/main" id="{CFBE3EEC-331E-B77A-75CC-A344CED60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6634" y="2143235"/>
              <a:ext cx="9873" cy="7052"/>
            </a:xfrm>
            <a:custGeom>
              <a:avLst/>
              <a:gdLst>
                <a:gd name="T0" fmla="*/ 8 w 9"/>
                <a:gd name="T1" fmla="*/ 6 h 7"/>
                <a:gd name="T2" fmla="*/ 6 w 9"/>
                <a:gd name="T3" fmla="*/ 3 h 7"/>
                <a:gd name="T4" fmla="*/ 3 w 9"/>
                <a:gd name="T5" fmla="*/ 1 h 7"/>
                <a:gd name="T6" fmla="*/ 0 w 9"/>
                <a:gd name="T7" fmla="*/ 4 h 7"/>
                <a:gd name="T8" fmla="*/ 2 w 9"/>
                <a:gd name="T9" fmla="*/ 6 h 7"/>
                <a:gd name="T10" fmla="*/ 6 w 9"/>
                <a:gd name="T11" fmla="*/ 6 h 7"/>
                <a:gd name="T12" fmla="*/ 8 w 9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7">
                  <a:moveTo>
                    <a:pt x="8" y="6"/>
                  </a:moveTo>
                  <a:cubicBezTo>
                    <a:pt x="8" y="5"/>
                    <a:pt x="7" y="5"/>
                    <a:pt x="6" y="3"/>
                  </a:cubicBezTo>
                  <a:cubicBezTo>
                    <a:pt x="6" y="0"/>
                    <a:pt x="4" y="0"/>
                    <a:pt x="3" y="1"/>
                  </a:cubicBezTo>
                  <a:cubicBezTo>
                    <a:pt x="2" y="3"/>
                    <a:pt x="0" y="2"/>
                    <a:pt x="0" y="4"/>
                  </a:cubicBezTo>
                  <a:cubicBezTo>
                    <a:pt x="0" y="5"/>
                    <a:pt x="0" y="6"/>
                    <a:pt x="2" y="6"/>
                  </a:cubicBezTo>
                  <a:cubicBezTo>
                    <a:pt x="4" y="6"/>
                    <a:pt x="6" y="6"/>
                    <a:pt x="6" y="6"/>
                  </a:cubicBezTo>
                  <a:cubicBezTo>
                    <a:pt x="7" y="7"/>
                    <a:pt x="9" y="7"/>
                    <a:pt x="8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F29AEC9F-D4EE-72DD-2113-C63D0D97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992" y="2055791"/>
              <a:ext cx="146680" cy="104369"/>
            </a:xfrm>
            <a:custGeom>
              <a:avLst/>
              <a:gdLst>
                <a:gd name="T0" fmla="*/ 125 w 134"/>
                <a:gd name="T1" fmla="*/ 20 h 97"/>
                <a:gd name="T2" fmla="*/ 133 w 134"/>
                <a:gd name="T3" fmla="*/ 9 h 97"/>
                <a:gd name="T4" fmla="*/ 134 w 134"/>
                <a:gd name="T5" fmla="*/ 7 h 97"/>
                <a:gd name="T6" fmla="*/ 125 w 134"/>
                <a:gd name="T7" fmla="*/ 2 h 97"/>
                <a:gd name="T8" fmla="*/ 116 w 134"/>
                <a:gd name="T9" fmla="*/ 10 h 97"/>
                <a:gd name="T10" fmla="*/ 93 w 134"/>
                <a:gd name="T11" fmla="*/ 7 h 97"/>
                <a:gd name="T12" fmla="*/ 93 w 134"/>
                <a:gd name="T13" fmla="*/ 7 h 97"/>
                <a:gd name="T14" fmla="*/ 74 w 134"/>
                <a:gd name="T15" fmla="*/ 8 h 97"/>
                <a:gd name="T16" fmla="*/ 58 w 134"/>
                <a:gd name="T17" fmla="*/ 8 h 97"/>
                <a:gd name="T18" fmla="*/ 55 w 134"/>
                <a:gd name="T19" fmla="*/ 12 h 97"/>
                <a:gd name="T20" fmla="*/ 46 w 134"/>
                <a:gd name="T21" fmla="*/ 15 h 97"/>
                <a:gd name="T22" fmla="*/ 37 w 134"/>
                <a:gd name="T23" fmla="*/ 19 h 97"/>
                <a:gd name="T24" fmla="*/ 22 w 134"/>
                <a:gd name="T25" fmla="*/ 21 h 97"/>
                <a:gd name="T26" fmla="*/ 20 w 134"/>
                <a:gd name="T27" fmla="*/ 27 h 97"/>
                <a:gd name="T28" fmla="*/ 15 w 134"/>
                <a:gd name="T29" fmla="*/ 32 h 97"/>
                <a:gd name="T30" fmla="*/ 8 w 134"/>
                <a:gd name="T31" fmla="*/ 41 h 97"/>
                <a:gd name="T32" fmla="*/ 5 w 134"/>
                <a:gd name="T33" fmla="*/ 45 h 97"/>
                <a:gd name="T34" fmla="*/ 0 w 134"/>
                <a:gd name="T35" fmla="*/ 51 h 97"/>
                <a:gd name="T36" fmla="*/ 12 w 134"/>
                <a:gd name="T37" fmla="*/ 63 h 97"/>
                <a:gd name="T38" fmla="*/ 20 w 134"/>
                <a:gd name="T39" fmla="*/ 68 h 97"/>
                <a:gd name="T40" fmla="*/ 20 w 134"/>
                <a:gd name="T41" fmla="*/ 74 h 97"/>
                <a:gd name="T42" fmla="*/ 38 w 134"/>
                <a:gd name="T43" fmla="*/ 80 h 97"/>
                <a:gd name="T44" fmla="*/ 60 w 134"/>
                <a:gd name="T45" fmla="*/ 83 h 97"/>
                <a:gd name="T46" fmla="*/ 64 w 134"/>
                <a:gd name="T47" fmla="*/ 91 h 97"/>
                <a:gd name="T48" fmla="*/ 76 w 134"/>
                <a:gd name="T49" fmla="*/ 92 h 97"/>
                <a:gd name="T50" fmla="*/ 76 w 134"/>
                <a:gd name="T51" fmla="*/ 84 h 97"/>
                <a:gd name="T52" fmla="*/ 62 w 134"/>
                <a:gd name="T53" fmla="*/ 75 h 97"/>
                <a:gd name="T54" fmla="*/ 50 w 134"/>
                <a:gd name="T55" fmla="*/ 69 h 97"/>
                <a:gd name="T56" fmla="*/ 56 w 134"/>
                <a:gd name="T57" fmla="*/ 63 h 97"/>
                <a:gd name="T58" fmla="*/ 60 w 134"/>
                <a:gd name="T59" fmla="*/ 59 h 97"/>
                <a:gd name="T60" fmla="*/ 62 w 134"/>
                <a:gd name="T61" fmla="*/ 58 h 97"/>
                <a:gd name="T62" fmla="*/ 53 w 134"/>
                <a:gd name="T63" fmla="*/ 44 h 97"/>
                <a:gd name="T64" fmla="*/ 52 w 134"/>
                <a:gd name="T65" fmla="*/ 31 h 97"/>
                <a:gd name="T66" fmla="*/ 58 w 134"/>
                <a:gd name="T67" fmla="*/ 29 h 97"/>
                <a:gd name="T68" fmla="*/ 65 w 134"/>
                <a:gd name="T69" fmla="*/ 35 h 97"/>
                <a:gd name="T70" fmla="*/ 72 w 134"/>
                <a:gd name="T71" fmla="*/ 44 h 97"/>
                <a:gd name="T72" fmla="*/ 69 w 134"/>
                <a:gd name="T73" fmla="*/ 38 h 97"/>
                <a:gd name="T74" fmla="*/ 75 w 134"/>
                <a:gd name="T75" fmla="*/ 39 h 97"/>
                <a:gd name="T76" fmla="*/ 76 w 134"/>
                <a:gd name="T77" fmla="*/ 38 h 97"/>
                <a:gd name="T78" fmla="*/ 78 w 134"/>
                <a:gd name="T79" fmla="*/ 34 h 97"/>
                <a:gd name="T80" fmla="*/ 88 w 134"/>
                <a:gd name="T81" fmla="*/ 37 h 97"/>
                <a:gd name="T82" fmla="*/ 77 w 134"/>
                <a:gd name="T83" fmla="*/ 29 h 97"/>
                <a:gd name="T84" fmla="*/ 80 w 134"/>
                <a:gd name="T85" fmla="*/ 22 h 97"/>
                <a:gd name="T86" fmla="*/ 94 w 134"/>
                <a:gd name="T87" fmla="*/ 19 h 97"/>
                <a:gd name="T88" fmla="*/ 109 w 134"/>
                <a:gd name="T89" fmla="*/ 18 h 97"/>
                <a:gd name="T90" fmla="*/ 122 w 134"/>
                <a:gd name="T91" fmla="*/ 24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4" h="97">
                  <a:moveTo>
                    <a:pt x="122" y="24"/>
                  </a:moveTo>
                  <a:cubicBezTo>
                    <a:pt x="122" y="24"/>
                    <a:pt x="122" y="23"/>
                    <a:pt x="122" y="23"/>
                  </a:cubicBezTo>
                  <a:cubicBezTo>
                    <a:pt x="123" y="22"/>
                    <a:pt x="125" y="21"/>
                    <a:pt x="125" y="20"/>
                  </a:cubicBezTo>
                  <a:cubicBezTo>
                    <a:pt x="126" y="18"/>
                    <a:pt x="127" y="16"/>
                    <a:pt x="127" y="14"/>
                  </a:cubicBezTo>
                  <a:cubicBezTo>
                    <a:pt x="128" y="12"/>
                    <a:pt x="130" y="10"/>
                    <a:pt x="132" y="9"/>
                  </a:cubicBezTo>
                  <a:cubicBezTo>
                    <a:pt x="133" y="9"/>
                    <a:pt x="133" y="9"/>
                    <a:pt x="133" y="9"/>
                  </a:cubicBezTo>
                  <a:cubicBezTo>
                    <a:pt x="133" y="8"/>
                    <a:pt x="133" y="8"/>
                    <a:pt x="133" y="8"/>
                  </a:cubicBezTo>
                  <a:cubicBezTo>
                    <a:pt x="133" y="8"/>
                    <a:pt x="133" y="8"/>
                    <a:pt x="133" y="8"/>
                  </a:cubicBezTo>
                  <a:cubicBezTo>
                    <a:pt x="134" y="8"/>
                    <a:pt x="134" y="7"/>
                    <a:pt x="134" y="7"/>
                  </a:cubicBezTo>
                  <a:cubicBezTo>
                    <a:pt x="134" y="6"/>
                    <a:pt x="132" y="2"/>
                    <a:pt x="131" y="0"/>
                  </a:cubicBezTo>
                  <a:cubicBezTo>
                    <a:pt x="130" y="0"/>
                    <a:pt x="130" y="1"/>
                    <a:pt x="129" y="1"/>
                  </a:cubicBezTo>
                  <a:cubicBezTo>
                    <a:pt x="127" y="1"/>
                    <a:pt x="125" y="2"/>
                    <a:pt x="125" y="2"/>
                  </a:cubicBezTo>
                  <a:cubicBezTo>
                    <a:pt x="125" y="2"/>
                    <a:pt x="124" y="3"/>
                    <a:pt x="124" y="4"/>
                  </a:cubicBezTo>
                  <a:cubicBezTo>
                    <a:pt x="124" y="6"/>
                    <a:pt x="123" y="7"/>
                    <a:pt x="122" y="8"/>
                  </a:cubicBezTo>
                  <a:cubicBezTo>
                    <a:pt x="121" y="9"/>
                    <a:pt x="119" y="9"/>
                    <a:pt x="116" y="10"/>
                  </a:cubicBezTo>
                  <a:cubicBezTo>
                    <a:pt x="113" y="10"/>
                    <a:pt x="109" y="11"/>
                    <a:pt x="107" y="11"/>
                  </a:cubicBezTo>
                  <a:cubicBezTo>
                    <a:pt x="105" y="11"/>
                    <a:pt x="102" y="10"/>
                    <a:pt x="99" y="9"/>
                  </a:cubicBezTo>
                  <a:cubicBezTo>
                    <a:pt x="97" y="9"/>
                    <a:pt x="95" y="8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1" y="5"/>
                    <a:pt x="89" y="4"/>
                    <a:pt x="85" y="5"/>
                  </a:cubicBezTo>
                  <a:cubicBezTo>
                    <a:pt x="82" y="5"/>
                    <a:pt x="80" y="6"/>
                    <a:pt x="78" y="7"/>
                  </a:cubicBezTo>
                  <a:cubicBezTo>
                    <a:pt x="77" y="7"/>
                    <a:pt x="75" y="8"/>
                    <a:pt x="74" y="8"/>
                  </a:cubicBezTo>
                  <a:cubicBezTo>
                    <a:pt x="72" y="9"/>
                    <a:pt x="70" y="9"/>
                    <a:pt x="69" y="9"/>
                  </a:cubicBezTo>
                  <a:cubicBezTo>
                    <a:pt x="68" y="9"/>
                    <a:pt x="66" y="9"/>
                    <a:pt x="65" y="9"/>
                  </a:cubicBezTo>
                  <a:cubicBezTo>
                    <a:pt x="64" y="9"/>
                    <a:pt x="60" y="9"/>
                    <a:pt x="58" y="8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7" y="10"/>
                    <a:pt x="57" y="10"/>
                    <a:pt x="56" y="10"/>
                  </a:cubicBezTo>
                  <a:cubicBezTo>
                    <a:pt x="56" y="11"/>
                    <a:pt x="55" y="11"/>
                    <a:pt x="55" y="12"/>
                  </a:cubicBezTo>
                  <a:cubicBezTo>
                    <a:pt x="55" y="12"/>
                    <a:pt x="54" y="12"/>
                    <a:pt x="54" y="12"/>
                  </a:cubicBezTo>
                  <a:cubicBezTo>
                    <a:pt x="53" y="14"/>
                    <a:pt x="51" y="16"/>
                    <a:pt x="50" y="16"/>
                  </a:cubicBezTo>
                  <a:cubicBezTo>
                    <a:pt x="48" y="16"/>
                    <a:pt x="47" y="16"/>
                    <a:pt x="46" y="15"/>
                  </a:cubicBezTo>
                  <a:cubicBezTo>
                    <a:pt x="45" y="15"/>
                    <a:pt x="44" y="15"/>
                    <a:pt x="43" y="15"/>
                  </a:cubicBezTo>
                  <a:cubicBezTo>
                    <a:pt x="42" y="15"/>
                    <a:pt x="40" y="16"/>
                    <a:pt x="39" y="17"/>
                  </a:cubicBezTo>
                  <a:cubicBezTo>
                    <a:pt x="38" y="18"/>
                    <a:pt x="37" y="18"/>
                    <a:pt x="37" y="19"/>
                  </a:cubicBezTo>
                  <a:cubicBezTo>
                    <a:pt x="35" y="20"/>
                    <a:pt x="32" y="20"/>
                    <a:pt x="30" y="20"/>
                  </a:cubicBezTo>
                  <a:cubicBezTo>
                    <a:pt x="28" y="20"/>
                    <a:pt x="27" y="20"/>
                    <a:pt x="27" y="20"/>
                  </a:cubicBezTo>
                  <a:cubicBezTo>
                    <a:pt x="25" y="20"/>
                    <a:pt x="24" y="21"/>
                    <a:pt x="22" y="21"/>
                  </a:cubicBezTo>
                  <a:cubicBezTo>
                    <a:pt x="21" y="22"/>
                    <a:pt x="20" y="22"/>
                    <a:pt x="20" y="22"/>
                  </a:cubicBezTo>
                  <a:cubicBezTo>
                    <a:pt x="20" y="23"/>
                    <a:pt x="20" y="24"/>
                    <a:pt x="20" y="25"/>
                  </a:cubicBezTo>
                  <a:cubicBezTo>
                    <a:pt x="20" y="25"/>
                    <a:pt x="20" y="26"/>
                    <a:pt x="20" y="27"/>
                  </a:cubicBezTo>
                  <a:cubicBezTo>
                    <a:pt x="20" y="29"/>
                    <a:pt x="18" y="30"/>
                    <a:pt x="16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4" y="33"/>
                    <a:pt x="14" y="34"/>
                    <a:pt x="13" y="35"/>
                  </a:cubicBezTo>
                  <a:cubicBezTo>
                    <a:pt x="13" y="36"/>
                    <a:pt x="12" y="37"/>
                    <a:pt x="12" y="38"/>
                  </a:cubicBezTo>
                  <a:cubicBezTo>
                    <a:pt x="12" y="41"/>
                    <a:pt x="10" y="41"/>
                    <a:pt x="8" y="41"/>
                  </a:cubicBezTo>
                  <a:cubicBezTo>
                    <a:pt x="7" y="42"/>
                    <a:pt x="6" y="42"/>
                    <a:pt x="6" y="42"/>
                  </a:cubicBezTo>
                  <a:cubicBezTo>
                    <a:pt x="6" y="42"/>
                    <a:pt x="5" y="42"/>
                    <a:pt x="5" y="43"/>
                  </a:cubicBezTo>
                  <a:cubicBezTo>
                    <a:pt x="5" y="44"/>
                    <a:pt x="5" y="44"/>
                    <a:pt x="5" y="45"/>
                  </a:cubicBezTo>
                  <a:cubicBezTo>
                    <a:pt x="6" y="46"/>
                    <a:pt x="5" y="47"/>
                    <a:pt x="5" y="48"/>
                  </a:cubicBezTo>
                  <a:cubicBezTo>
                    <a:pt x="5" y="48"/>
                    <a:pt x="4" y="49"/>
                    <a:pt x="3" y="50"/>
                  </a:cubicBezTo>
                  <a:cubicBezTo>
                    <a:pt x="3" y="50"/>
                    <a:pt x="1" y="51"/>
                    <a:pt x="0" y="51"/>
                  </a:cubicBezTo>
                  <a:cubicBezTo>
                    <a:pt x="1" y="52"/>
                    <a:pt x="1" y="53"/>
                    <a:pt x="2" y="55"/>
                  </a:cubicBezTo>
                  <a:cubicBezTo>
                    <a:pt x="3" y="56"/>
                    <a:pt x="6" y="59"/>
                    <a:pt x="7" y="59"/>
                  </a:cubicBezTo>
                  <a:cubicBezTo>
                    <a:pt x="8" y="60"/>
                    <a:pt x="10" y="63"/>
                    <a:pt x="12" y="63"/>
                  </a:cubicBezTo>
                  <a:cubicBezTo>
                    <a:pt x="13" y="64"/>
                    <a:pt x="14" y="64"/>
                    <a:pt x="16" y="63"/>
                  </a:cubicBezTo>
                  <a:cubicBezTo>
                    <a:pt x="18" y="63"/>
                    <a:pt x="20" y="63"/>
                    <a:pt x="20" y="65"/>
                  </a:cubicBezTo>
                  <a:cubicBezTo>
                    <a:pt x="21" y="66"/>
                    <a:pt x="21" y="68"/>
                    <a:pt x="20" y="68"/>
                  </a:cubicBezTo>
                  <a:cubicBezTo>
                    <a:pt x="19" y="68"/>
                    <a:pt x="17" y="68"/>
                    <a:pt x="16" y="68"/>
                  </a:cubicBezTo>
                  <a:cubicBezTo>
                    <a:pt x="15" y="69"/>
                    <a:pt x="15" y="72"/>
                    <a:pt x="16" y="72"/>
                  </a:cubicBezTo>
                  <a:cubicBezTo>
                    <a:pt x="16" y="73"/>
                    <a:pt x="17" y="72"/>
                    <a:pt x="20" y="74"/>
                  </a:cubicBezTo>
                  <a:cubicBezTo>
                    <a:pt x="22" y="77"/>
                    <a:pt x="21" y="77"/>
                    <a:pt x="24" y="78"/>
                  </a:cubicBezTo>
                  <a:cubicBezTo>
                    <a:pt x="27" y="79"/>
                    <a:pt x="27" y="79"/>
                    <a:pt x="30" y="79"/>
                  </a:cubicBezTo>
                  <a:cubicBezTo>
                    <a:pt x="32" y="79"/>
                    <a:pt x="33" y="79"/>
                    <a:pt x="38" y="80"/>
                  </a:cubicBezTo>
                  <a:cubicBezTo>
                    <a:pt x="42" y="80"/>
                    <a:pt x="48" y="80"/>
                    <a:pt x="49" y="80"/>
                  </a:cubicBezTo>
                  <a:cubicBezTo>
                    <a:pt x="51" y="80"/>
                    <a:pt x="53" y="79"/>
                    <a:pt x="55" y="81"/>
                  </a:cubicBezTo>
                  <a:cubicBezTo>
                    <a:pt x="57" y="82"/>
                    <a:pt x="59" y="82"/>
                    <a:pt x="60" y="83"/>
                  </a:cubicBezTo>
                  <a:cubicBezTo>
                    <a:pt x="61" y="84"/>
                    <a:pt x="63" y="84"/>
                    <a:pt x="63" y="85"/>
                  </a:cubicBezTo>
                  <a:cubicBezTo>
                    <a:pt x="64" y="86"/>
                    <a:pt x="62" y="86"/>
                    <a:pt x="62" y="88"/>
                  </a:cubicBezTo>
                  <a:cubicBezTo>
                    <a:pt x="62" y="90"/>
                    <a:pt x="61" y="90"/>
                    <a:pt x="64" y="91"/>
                  </a:cubicBezTo>
                  <a:cubicBezTo>
                    <a:pt x="66" y="91"/>
                    <a:pt x="67" y="90"/>
                    <a:pt x="68" y="89"/>
                  </a:cubicBezTo>
                  <a:cubicBezTo>
                    <a:pt x="70" y="89"/>
                    <a:pt x="71" y="89"/>
                    <a:pt x="72" y="89"/>
                  </a:cubicBezTo>
                  <a:cubicBezTo>
                    <a:pt x="73" y="90"/>
                    <a:pt x="76" y="92"/>
                    <a:pt x="76" y="92"/>
                  </a:cubicBezTo>
                  <a:cubicBezTo>
                    <a:pt x="77" y="93"/>
                    <a:pt x="79" y="97"/>
                    <a:pt x="80" y="96"/>
                  </a:cubicBezTo>
                  <a:cubicBezTo>
                    <a:pt x="81" y="95"/>
                    <a:pt x="79" y="89"/>
                    <a:pt x="79" y="87"/>
                  </a:cubicBezTo>
                  <a:cubicBezTo>
                    <a:pt x="78" y="86"/>
                    <a:pt x="78" y="85"/>
                    <a:pt x="76" y="84"/>
                  </a:cubicBezTo>
                  <a:cubicBezTo>
                    <a:pt x="75" y="84"/>
                    <a:pt x="74" y="84"/>
                    <a:pt x="72" y="82"/>
                  </a:cubicBezTo>
                  <a:cubicBezTo>
                    <a:pt x="71" y="81"/>
                    <a:pt x="72" y="82"/>
                    <a:pt x="69" y="80"/>
                  </a:cubicBezTo>
                  <a:cubicBezTo>
                    <a:pt x="65" y="78"/>
                    <a:pt x="62" y="76"/>
                    <a:pt x="62" y="75"/>
                  </a:cubicBezTo>
                  <a:cubicBezTo>
                    <a:pt x="61" y="74"/>
                    <a:pt x="59" y="73"/>
                    <a:pt x="57" y="72"/>
                  </a:cubicBezTo>
                  <a:cubicBezTo>
                    <a:pt x="56" y="72"/>
                    <a:pt x="54" y="73"/>
                    <a:pt x="53" y="72"/>
                  </a:cubicBezTo>
                  <a:cubicBezTo>
                    <a:pt x="51" y="71"/>
                    <a:pt x="49" y="70"/>
                    <a:pt x="50" y="69"/>
                  </a:cubicBezTo>
                  <a:cubicBezTo>
                    <a:pt x="50" y="69"/>
                    <a:pt x="52" y="68"/>
                    <a:pt x="54" y="67"/>
                  </a:cubicBezTo>
                  <a:cubicBezTo>
                    <a:pt x="56" y="67"/>
                    <a:pt x="56" y="67"/>
                    <a:pt x="57" y="66"/>
                  </a:cubicBezTo>
                  <a:cubicBezTo>
                    <a:pt x="57" y="65"/>
                    <a:pt x="57" y="65"/>
                    <a:pt x="56" y="63"/>
                  </a:cubicBezTo>
                  <a:cubicBezTo>
                    <a:pt x="55" y="62"/>
                    <a:pt x="54" y="61"/>
                    <a:pt x="55" y="60"/>
                  </a:cubicBezTo>
                  <a:cubicBezTo>
                    <a:pt x="56" y="59"/>
                    <a:pt x="56" y="59"/>
                    <a:pt x="57" y="59"/>
                  </a:cubicBezTo>
                  <a:cubicBezTo>
                    <a:pt x="59" y="59"/>
                    <a:pt x="59" y="58"/>
                    <a:pt x="60" y="59"/>
                  </a:cubicBezTo>
                  <a:cubicBezTo>
                    <a:pt x="62" y="60"/>
                    <a:pt x="62" y="62"/>
                    <a:pt x="63" y="62"/>
                  </a:cubicBezTo>
                  <a:cubicBezTo>
                    <a:pt x="64" y="62"/>
                    <a:pt x="65" y="63"/>
                    <a:pt x="65" y="62"/>
                  </a:cubicBezTo>
                  <a:cubicBezTo>
                    <a:pt x="65" y="61"/>
                    <a:pt x="63" y="59"/>
                    <a:pt x="62" y="58"/>
                  </a:cubicBezTo>
                  <a:cubicBezTo>
                    <a:pt x="61" y="57"/>
                    <a:pt x="60" y="56"/>
                    <a:pt x="60" y="55"/>
                  </a:cubicBezTo>
                  <a:cubicBezTo>
                    <a:pt x="59" y="53"/>
                    <a:pt x="57" y="51"/>
                    <a:pt x="56" y="50"/>
                  </a:cubicBezTo>
                  <a:cubicBezTo>
                    <a:pt x="55" y="49"/>
                    <a:pt x="54" y="46"/>
                    <a:pt x="53" y="44"/>
                  </a:cubicBezTo>
                  <a:cubicBezTo>
                    <a:pt x="52" y="42"/>
                    <a:pt x="51" y="41"/>
                    <a:pt x="50" y="39"/>
                  </a:cubicBezTo>
                  <a:cubicBezTo>
                    <a:pt x="50" y="38"/>
                    <a:pt x="49" y="37"/>
                    <a:pt x="50" y="35"/>
                  </a:cubicBezTo>
                  <a:cubicBezTo>
                    <a:pt x="51" y="33"/>
                    <a:pt x="52" y="33"/>
                    <a:pt x="52" y="31"/>
                  </a:cubicBezTo>
                  <a:cubicBezTo>
                    <a:pt x="53" y="29"/>
                    <a:pt x="52" y="28"/>
                    <a:pt x="54" y="27"/>
                  </a:cubicBezTo>
                  <a:cubicBezTo>
                    <a:pt x="56" y="26"/>
                    <a:pt x="57" y="25"/>
                    <a:pt x="58" y="26"/>
                  </a:cubicBezTo>
                  <a:cubicBezTo>
                    <a:pt x="59" y="26"/>
                    <a:pt x="58" y="28"/>
                    <a:pt x="58" y="29"/>
                  </a:cubicBezTo>
                  <a:cubicBezTo>
                    <a:pt x="57" y="30"/>
                    <a:pt x="57" y="31"/>
                    <a:pt x="59" y="32"/>
                  </a:cubicBezTo>
                  <a:cubicBezTo>
                    <a:pt x="61" y="33"/>
                    <a:pt x="63" y="33"/>
                    <a:pt x="64" y="33"/>
                  </a:cubicBezTo>
                  <a:cubicBezTo>
                    <a:pt x="65" y="34"/>
                    <a:pt x="65" y="33"/>
                    <a:pt x="65" y="35"/>
                  </a:cubicBezTo>
                  <a:cubicBezTo>
                    <a:pt x="66" y="37"/>
                    <a:pt x="65" y="37"/>
                    <a:pt x="66" y="39"/>
                  </a:cubicBezTo>
                  <a:cubicBezTo>
                    <a:pt x="66" y="40"/>
                    <a:pt x="66" y="41"/>
                    <a:pt x="67" y="42"/>
                  </a:cubicBezTo>
                  <a:cubicBezTo>
                    <a:pt x="69" y="43"/>
                    <a:pt x="71" y="43"/>
                    <a:pt x="72" y="44"/>
                  </a:cubicBezTo>
                  <a:cubicBezTo>
                    <a:pt x="73" y="44"/>
                    <a:pt x="75" y="45"/>
                    <a:pt x="74" y="43"/>
                  </a:cubicBezTo>
                  <a:cubicBezTo>
                    <a:pt x="73" y="42"/>
                    <a:pt x="73" y="41"/>
                    <a:pt x="71" y="41"/>
                  </a:cubicBezTo>
                  <a:cubicBezTo>
                    <a:pt x="70" y="40"/>
                    <a:pt x="69" y="39"/>
                    <a:pt x="69" y="38"/>
                  </a:cubicBezTo>
                  <a:cubicBezTo>
                    <a:pt x="69" y="37"/>
                    <a:pt x="69" y="36"/>
                    <a:pt x="70" y="36"/>
                  </a:cubicBezTo>
                  <a:cubicBezTo>
                    <a:pt x="71" y="36"/>
                    <a:pt x="72" y="36"/>
                    <a:pt x="73" y="36"/>
                  </a:cubicBezTo>
                  <a:cubicBezTo>
                    <a:pt x="73" y="37"/>
                    <a:pt x="74" y="38"/>
                    <a:pt x="75" y="39"/>
                  </a:cubicBezTo>
                  <a:cubicBezTo>
                    <a:pt x="76" y="40"/>
                    <a:pt x="78" y="41"/>
                    <a:pt x="78" y="41"/>
                  </a:cubicBezTo>
                  <a:cubicBezTo>
                    <a:pt x="79" y="41"/>
                    <a:pt x="79" y="42"/>
                    <a:pt x="79" y="41"/>
                  </a:cubicBezTo>
                  <a:cubicBezTo>
                    <a:pt x="79" y="40"/>
                    <a:pt x="77" y="39"/>
                    <a:pt x="76" y="38"/>
                  </a:cubicBezTo>
                  <a:cubicBezTo>
                    <a:pt x="75" y="38"/>
                    <a:pt x="75" y="37"/>
                    <a:pt x="75" y="36"/>
                  </a:cubicBezTo>
                  <a:cubicBezTo>
                    <a:pt x="75" y="35"/>
                    <a:pt x="75" y="34"/>
                    <a:pt x="76" y="34"/>
                  </a:cubicBezTo>
                  <a:cubicBezTo>
                    <a:pt x="77" y="34"/>
                    <a:pt x="77" y="33"/>
                    <a:pt x="78" y="34"/>
                  </a:cubicBezTo>
                  <a:cubicBezTo>
                    <a:pt x="79" y="34"/>
                    <a:pt x="82" y="36"/>
                    <a:pt x="83" y="36"/>
                  </a:cubicBezTo>
                  <a:cubicBezTo>
                    <a:pt x="84" y="37"/>
                    <a:pt x="87" y="38"/>
                    <a:pt x="87" y="38"/>
                  </a:cubicBezTo>
                  <a:cubicBezTo>
                    <a:pt x="87" y="38"/>
                    <a:pt x="88" y="37"/>
                    <a:pt x="88" y="37"/>
                  </a:cubicBezTo>
                  <a:cubicBezTo>
                    <a:pt x="87" y="36"/>
                    <a:pt x="85" y="36"/>
                    <a:pt x="83" y="35"/>
                  </a:cubicBezTo>
                  <a:cubicBezTo>
                    <a:pt x="82" y="34"/>
                    <a:pt x="79" y="32"/>
                    <a:pt x="79" y="31"/>
                  </a:cubicBezTo>
                  <a:cubicBezTo>
                    <a:pt x="78" y="31"/>
                    <a:pt x="78" y="30"/>
                    <a:pt x="77" y="29"/>
                  </a:cubicBezTo>
                  <a:cubicBezTo>
                    <a:pt x="77" y="28"/>
                    <a:pt x="76" y="28"/>
                    <a:pt x="76" y="26"/>
                  </a:cubicBezTo>
                  <a:cubicBezTo>
                    <a:pt x="75" y="25"/>
                    <a:pt x="74" y="25"/>
                    <a:pt x="76" y="24"/>
                  </a:cubicBezTo>
                  <a:cubicBezTo>
                    <a:pt x="77" y="23"/>
                    <a:pt x="78" y="22"/>
                    <a:pt x="80" y="22"/>
                  </a:cubicBezTo>
                  <a:cubicBezTo>
                    <a:pt x="82" y="21"/>
                    <a:pt x="82" y="21"/>
                    <a:pt x="84" y="20"/>
                  </a:cubicBezTo>
                  <a:cubicBezTo>
                    <a:pt x="85" y="19"/>
                    <a:pt x="86" y="18"/>
                    <a:pt x="88" y="18"/>
                  </a:cubicBezTo>
                  <a:cubicBezTo>
                    <a:pt x="90" y="18"/>
                    <a:pt x="92" y="18"/>
                    <a:pt x="94" y="19"/>
                  </a:cubicBezTo>
                  <a:cubicBezTo>
                    <a:pt x="96" y="19"/>
                    <a:pt x="97" y="20"/>
                    <a:pt x="99" y="19"/>
                  </a:cubicBezTo>
                  <a:cubicBezTo>
                    <a:pt x="101" y="19"/>
                    <a:pt x="101" y="17"/>
                    <a:pt x="103" y="17"/>
                  </a:cubicBezTo>
                  <a:cubicBezTo>
                    <a:pt x="105" y="17"/>
                    <a:pt x="107" y="17"/>
                    <a:pt x="109" y="18"/>
                  </a:cubicBezTo>
                  <a:cubicBezTo>
                    <a:pt x="111" y="19"/>
                    <a:pt x="113" y="20"/>
                    <a:pt x="115" y="21"/>
                  </a:cubicBezTo>
                  <a:cubicBezTo>
                    <a:pt x="117" y="21"/>
                    <a:pt x="119" y="21"/>
                    <a:pt x="121" y="23"/>
                  </a:cubicBezTo>
                  <a:cubicBezTo>
                    <a:pt x="121" y="23"/>
                    <a:pt x="121" y="24"/>
                    <a:pt x="122" y="2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4" name="Freeform 62">
              <a:extLst>
                <a:ext uri="{FF2B5EF4-FFF2-40B4-BE49-F238E27FC236}">
                  <a16:creationId xmlns:a16="http://schemas.microsoft.com/office/drawing/2014/main" id="{3A3E1F63-E943-8033-AAC3-4060AAC49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5488" y="2165801"/>
              <a:ext cx="5642" cy="5642"/>
            </a:xfrm>
            <a:custGeom>
              <a:avLst/>
              <a:gdLst>
                <a:gd name="T0" fmla="*/ 1 w 5"/>
                <a:gd name="T1" fmla="*/ 5 h 5"/>
                <a:gd name="T2" fmla="*/ 4 w 5"/>
                <a:gd name="T3" fmla="*/ 3 h 5"/>
                <a:gd name="T4" fmla="*/ 3 w 5"/>
                <a:gd name="T5" fmla="*/ 1 h 5"/>
                <a:gd name="T6" fmla="*/ 1 w 5"/>
                <a:gd name="T7" fmla="*/ 3 h 5"/>
                <a:gd name="T8" fmla="*/ 1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2" y="5"/>
                    <a:pt x="4" y="4"/>
                    <a:pt x="4" y="3"/>
                  </a:cubicBezTo>
                  <a:cubicBezTo>
                    <a:pt x="5" y="2"/>
                    <a:pt x="5" y="0"/>
                    <a:pt x="3" y="1"/>
                  </a:cubicBezTo>
                  <a:cubicBezTo>
                    <a:pt x="3" y="2"/>
                    <a:pt x="2" y="2"/>
                    <a:pt x="1" y="3"/>
                  </a:cubicBezTo>
                  <a:cubicBezTo>
                    <a:pt x="0" y="5"/>
                    <a:pt x="0" y="5"/>
                    <a:pt x="1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E862FF0D-F55E-0B1B-DC16-80DBA5C2A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4078" y="2182726"/>
              <a:ext cx="7052" cy="5642"/>
            </a:xfrm>
            <a:custGeom>
              <a:avLst/>
              <a:gdLst>
                <a:gd name="T0" fmla="*/ 2 w 6"/>
                <a:gd name="T1" fmla="*/ 5 h 5"/>
                <a:gd name="T2" fmla="*/ 5 w 6"/>
                <a:gd name="T3" fmla="*/ 4 h 5"/>
                <a:gd name="T4" fmla="*/ 6 w 6"/>
                <a:gd name="T5" fmla="*/ 2 h 5"/>
                <a:gd name="T6" fmla="*/ 2 w 6"/>
                <a:gd name="T7" fmla="*/ 3 h 5"/>
                <a:gd name="T8" fmla="*/ 2 w 6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3" y="4"/>
                    <a:pt x="4" y="4"/>
                    <a:pt x="5" y="4"/>
                  </a:cubicBezTo>
                  <a:cubicBezTo>
                    <a:pt x="6" y="3"/>
                    <a:pt x="6" y="3"/>
                    <a:pt x="6" y="2"/>
                  </a:cubicBezTo>
                  <a:cubicBezTo>
                    <a:pt x="6" y="0"/>
                    <a:pt x="3" y="2"/>
                    <a:pt x="2" y="3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07230F2B-AC0E-867F-CC81-F273157E8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969" y="2144645"/>
              <a:ext cx="52184" cy="49364"/>
            </a:xfrm>
            <a:custGeom>
              <a:avLst/>
              <a:gdLst>
                <a:gd name="T0" fmla="*/ 35 w 47"/>
                <a:gd name="T1" fmla="*/ 21 h 46"/>
                <a:gd name="T2" fmla="*/ 40 w 47"/>
                <a:gd name="T3" fmla="*/ 24 h 46"/>
                <a:gd name="T4" fmla="*/ 44 w 47"/>
                <a:gd name="T5" fmla="*/ 23 h 46"/>
                <a:gd name="T6" fmla="*/ 46 w 47"/>
                <a:gd name="T7" fmla="*/ 20 h 46"/>
                <a:gd name="T8" fmla="*/ 42 w 47"/>
                <a:gd name="T9" fmla="*/ 18 h 46"/>
                <a:gd name="T10" fmla="*/ 39 w 47"/>
                <a:gd name="T11" fmla="*/ 13 h 46"/>
                <a:gd name="T12" fmla="*/ 34 w 47"/>
                <a:gd name="T13" fmla="*/ 11 h 46"/>
                <a:gd name="T14" fmla="*/ 30 w 47"/>
                <a:gd name="T15" fmla="*/ 8 h 46"/>
                <a:gd name="T16" fmla="*/ 25 w 47"/>
                <a:gd name="T17" fmla="*/ 4 h 46"/>
                <a:gd name="T18" fmla="*/ 20 w 47"/>
                <a:gd name="T19" fmla="*/ 2 h 46"/>
                <a:gd name="T20" fmla="*/ 14 w 47"/>
                <a:gd name="T21" fmla="*/ 1 h 46"/>
                <a:gd name="T22" fmla="*/ 7 w 47"/>
                <a:gd name="T23" fmla="*/ 5 h 46"/>
                <a:gd name="T24" fmla="*/ 1 w 47"/>
                <a:gd name="T25" fmla="*/ 11 h 46"/>
                <a:gd name="T26" fmla="*/ 4 w 47"/>
                <a:gd name="T27" fmla="*/ 15 h 46"/>
                <a:gd name="T28" fmla="*/ 8 w 47"/>
                <a:gd name="T29" fmla="*/ 18 h 46"/>
                <a:gd name="T30" fmla="*/ 10 w 47"/>
                <a:gd name="T31" fmla="*/ 22 h 46"/>
                <a:gd name="T32" fmla="*/ 9 w 47"/>
                <a:gd name="T33" fmla="*/ 26 h 46"/>
                <a:gd name="T34" fmla="*/ 9 w 47"/>
                <a:gd name="T35" fmla="*/ 31 h 46"/>
                <a:gd name="T36" fmla="*/ 10 w 47"/>
                <a:gd name="T37" fmla="*/ 35 h 46"/>
                <a:gd name="T38" fmla="*/ 17 w 47"/>
                <a:gd name="T39" fmla="*/ 31 h 46"/>
                <a:gd name="T40" fmla="*/ 21 w 47"/>
                <a:gd name="T41" fmla="*/ 32 h 46"/>
                <a:gd name="T42" fmla="*/ 21 w 47"/>
                <a:gd name="T43" fmla="*/ 35 h 46"/>
                <a:gd name="T44" fmla="*/ 24 w 47"/>
                <a:gd name="T45" fmla="*/ 38 h 46"/>
                <a:gd name="T46" fmla="*/ 25 w 47"/>
                <a:gd name="T47" fmla="*/ 43 h 46"/>
                <a:gd name="T48" fmla="*/ 27 w 47"/>
                <a:gd name="T49" fmla="*/ 40 h 46"/>
                <a:gd name="T50" fmla="*/ 29 w 47"/>
                <a:gd name="T51" fmla="*/ 37 h 46"/>
                <a:gd name="T52" fmla="*/ 33 w 47"/>
                <a:gd name="T53" fmla="*/ 39 h 46"/>
                <a:gd name="T54" fmla="*/ 37 w 47"/>
                <a:gd name="T55" fmla="*/ 42 h 46"/>
                <a:gd name="T56" fmla="*/ 40 w 47"/>
                <a:gd name="T57" fmla="*/ 44 h 46"/>
                <a:gd name="T58" fmla="*/ 39 w 47"/>
                <a:gd name="T59" fmla="*/ 41 h 46"/>
                <a:gd name="T60" fmla="*/ 39 w 47"/>
                <a:gd name="T61" fmla="*/ 35 h 46"/>
                <a:gd name="T62" fmla="*/ 36 w 47"/>
                <a:gd name="T63" fmla="*/ 30 h 46"/>
                <a:gd name="T64" fmla="*/ 35 w 47"/>
                <a:gd name="T65" fmla="*/ 25 h 46"/>
                <a:gd name="T66" fmla="*/ 32 w 47"/>
                <a:gd name="T67" fmla="*/ 21 h 46"/>
                <a:gd name="T68" fmla="*/ 35 w 47"/>
                <a:gd name="T69" fmla="*/ 2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" h="46">
                  <a:moveTo>
                    <a:pt x="35" y="21"/>
                  </a:moveTo>
                  <a:cubicBezTo>
                    <a:pt x="37" y="23"/>
                    <a:pt x="37" y="24"/>
                    <a:pt x="40" y="24"/>
                  </a:cubicBezTo>
                  <a:cubicBezTo>
                    <a:pt x="42" y="24"/>
                    <a:pt x="43" y="25"/>
                    <a:pt x="44" y="23"/>
                  </a:cubicBezTo>
                  <a:cubicBezTo>
                    <a:pt x="46" y="22"/>
                    <a:pt x="47" y="22"/>
                    <a:pt x="46" y="20"/>
                  </a:cubicBezTo>
                  <a:cubicBezTo>
                    <a:pt x="46" y="19"/>
                    <a:pt x="43" y="18"/>
                    <a:pt x="42" y="18"/>
                  </a:cubicBezTo>
                  <a:cubicBezTo>
                    <a:pt x="40" y="17"/>
                    <a:pt x="40" y="15"/>
                    <a:pt x="39" y="13"/>
                  </a:cubicBezTo>
                  <a:cubicBezTo>
                    <a:pt x="38" y="12"/>
                    <a:pt x="36" y="12"/>
                    <a:pt x="34" y="11"/>
                  </a:cubicBezTo>
                  <a:cubicBezTo>
                    <a:pt x="33" y="9"/>
                    <a:pt x="33" y="9"/>
                    <a:pt x="30" y="8"/>
                  </a:cubicBezTo>
                  <a:cubicBezTo>
                    <a:pt x="27" y="6"/>
                    <a:pt x="26" y="6"/>
                    <a:pt x="25" y="4"/>
                  </a:cubicBezTo>
                  <a:cubicBezTo>
                    <a:pt x="23" y="3"/>
                    <a:pt x="22" y="2"/>
                    <a:pt x="20" y="2"/>
                  </a:cubicBezTo>
                  <a:cubicBezTo>
                    <a:pt x="17" y="2"/>
                    <a:pt x="17" y="0"/>
                    <a:pt x="14" y="1"/>
                  </a:cubicBezTo>
                  <a:cubicBezTo>
                    <a:pt x="11" y="2"/>
                    <a:pt x="10" y="3"/>
                    <a:pt x="7" y="5"/>
                  </a:cubicBezTo>
                  <a:cubicBezTo>
                    <a:pt x="2" y="9"/>
                    <a:pt x="0" y="8"/>
                    <a:pt x="1" y="11"/>
                  </a:cubicBezTo>
                  <a:cubicBezTo>
                    <a:pt x="1" y="13"/>
                    <a:pt x="2" y="14"/>
                    <a:pt x="4" y="15"/>
                  </a:cubicBezTo>
                  <a:cubicBezTo>
                    <a:pt x="6" y="16"/>
                    <a:pt x="7" y="16"/>
                    <a:pt x="8" y="18"/>
                  </a:cubicBezTo>
                  <a:cubicBezTo>
                    <a:pt x="9" y="21"/>
                    <a:pt x="9" y="20"/>
                    <a:pt x="10" y="22"/>
                  </a:cubicBezTo>
                  <a:cubicBezTo>
                    <a:pt x="10" y="24"/>
                    <a:pt x="9" y="24"/>
                    <a:pt x="9" y="26"/>
                  </a:cubicBezTo>
                  <a:cubicBezTo>
                    <a:pt x="8" y="28"/>
                    <a:pt x="8" y="29"/>
                    <a:pt x="9" y="31"/>
                  </a:cubicBezTo>
                  <a:cubicBezTo>
                    <a:pt x="11" y="34"/>
                    <a:pt x="10" y="34"/>
                    <a:pt x="10" y="35"/>
                  </a:cubicBezTo>
                  <a:cubicBezTo>
                    <a:pt x="11" y="36"/>
                    <a:pt x="15" y="31"/>
                    <a:pt x="17" y="31"/>
                  </a:cubicBezTo>
                  <a:cubicBezTo>
                    <a:pt x="19" y="31"/>
                    <a:pt x="20" y="30"/>
                    <a:pt x="21" y="32"/>
                  </a:cubicBezTo>
                  <a:cubicBezTo>
                    <a:pt x="21" y="34"/>
                    <a:pt x="20" y="33"/>
                    <a:pt x="21" y="35"/>
                  </a:cubicBezTo>
                  <a:cubicBezTo>
                    <a:pt x="22" y="37"/>
                    <a:pt x="22" y="34"/>
                    <a:pt x="24" y="38"/>
                  </a:cubicBezTo>
                  <a:cubicBezTo>
                    <a:pt x="25" y="41"/>
                    <a:pt x="24" y="42"/>
                    <a:pt x="25" y="43"/>
                  </a:cubicBezTo>
                  <a:cubicBezTo>
                    <a:pt x="27" y="43"/>
                    <a:pt x="27" y="42"/>
                    <a:pt x="27" y="40"/>
                  </a:cubicBezTo>
                  <a:cubicBezTo>
                    <a:pt x="28" y="38"/>
                    <a:pt x="28" y="37"/>
                    <a:pt x="29" y="37"/>
                  </a:cubicBezTo>
                  <a:cubicBezTo>
                    <a:pt x="31" y="37"/>
                    <a:pt x="31" y="37"/>
                    <a:pt x="33" y="39"/>
                  </a:cubicBezTo>
                  <a:cubicBezTo>
                    <a:pt x="35" y="41"/>
                    <a:pt x="35" y="40"/>
                    <a:pt x="37" y="42"/>
                  </a:cubicBezTo>
                  <a:cubicBezTo>
                    <a:pt x="38" y="44"/>
                    <a:pt x="40" y="46"/>
                    <a:pt x="40" y="44"/>
                  </a:cubicBezTo>
                  <a:cubicBezTo>
                    <a:pt x="40" y="43"/>
                    <a:pt x="39" y="43"/>
                    <a:pt x="39" y="41"/>
                  </a:cubicBezTo>
                  <a:cubicBezTo>
                    <a:pt x="39" y="38"/>
                    <a:pt x="40" y="37"/>
                    <a:pt x="39" y="35"/>
                  </a:cubicBezTo>
                  <a:cubicBezTo>
                    <a:pt x="37" y="33"/>
                    <a:pt x="37" y="32"/>
                    <a:pt x="36" y="30"/>
                  </a:cubicBezTo>
                  <a:cubicBezTo>
                    <a:pt x="36" y="27"/>
                    <a:pt x="36" y="27"/>
                    <a:pt x="35" y="25"/>
                  </a:cubicBezTo>
                  <a:cubicBezTo>
                    <a:pt x="33" y="24"/>
                    <a:pt x="31" y="22"/>
                    <a:pt x="32" y="21"/>
                  </a:cubicBezTo>
                  <a:cubicBezTo>
                    <a:pt x="33" y="19"/>
                    <a:pt x="34" y="18"/>
                    <a:pt x="35" y="2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7" name="Freeform 65">
              <a:extLst>
                <a:ext uri="{FF2B5EF4-FFF2-40B4-BE49-F238E27FC236}">
                  <a16:creationId xmlns:a16="http://schemas.microsoft.com/office/drawing/2014/main" id="{CB1ECD5C-74E8-95D2-BE6D-BEF697513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899" y="2147466"/>
              <a:ext cx="7052" cy="5642"/>
            </a:xfrm>
            <a:custGeom>
              <a:avLst/>
              <a:gdLst>
                <a:gd name="T0" fmla="*/ 2 w 6"/>
                <a:gd name="T1" fmla="*/ 0 h 6"/>
                <a:gd name="T2" fmla="*/ 0 w 6"/>
                <a:gd name="T3" fmla="*/ 2 h 6"/>
                <a:gd name="T4" fmla="*/ 2 w 6"/>
                <a:gd name="T5" fmla="*/ 5 h 6"/>
                <a:gd name="T6" fmla="*/ 4 w 6"/>
                <a:gd name="T7" fmla="*/ 5 h 6"/>
                <a:gd name="T8" fmla="*/ 5 w 6"/>
                <a:gd name="T9" fmla="*/ 2 h 6"/>
                <a:gd name="T10" fmla="*/ 2 w 6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1" y="4"/>
                    <a:pt x="1" y="3"/>
                    <a:pt x="2" y="5"/>
                  </a:cubicBezTo>
                  <a:cubicBezTo>
                    <a:pt x="3" y="6"/>
                    <a:pt x="4" y="6"/>
                    <a:pt x="4" y="5"/>
                  </a:cubicBezTo>
                  <a:cubicBezTo>
                    <a:pt x="5" y="3"/>
                    <a:pt x="6" y="2"/>
                    <a:pt x="5" y="2"/>
                  </a:cubicBezTo>
                  <a:cubicBezTo>
                    <a:pt x="5" y="1"/>
                    <a:pt x="3" y="0"/>
                    <a:pt x="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8" name="Freeform 66">
              <a:extLst>
                <a:ext uri="{FF2B5EF4-FFF2-40B4-BE49-F238E27FC236}">
                  <a16:creationId xmlns:a16="http://schemas.microsoft.com/office/drawing/2014/main" id="{01F5604D-BC60-7C42-BE5D-636E6B2BB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096" y="2153108"/>
              <a:ext cx="5642" cy="9873"/>
            </a:xfrm>
            <a:custGeom>
              <a:avLst/>
              <a:gdLst>
                <a:gd name="T0" fmla="*/ 3 w 6"/>
                <a:gd name="T1" fmla="*/ 10 h 10"/>
                <a:gd name="T2" fmla="*/ 5 w 6"/>
                <a:gd name="T3" fmla="*/ 7 h 10"/>
                <a:gd name="T4" fmla="*/ 5 w 6"/>
                <a:gd name="T5" fmla="*/ 5 h 10"/>
                <a:gd name="T6" fmla="*/ 0 w 6"/>
                <a:gd name="T7" fmla="*/ 2 h 10"/>
                <a:gd name="T8" fmla="*/ 1 w 6"/>
                <a:gd name="T9" fmla="*/ 5 h 10"/>
                <a:gd name="T10" fmla="*/ 3 w 6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0">
                  <a:moveTo>
                    <a:pt x="3" y="10"/>
                  </a:moveTo>
                  <a:cubicBezTo>
                    <a:pt x="4" y="9"/>
                    <a:pt x="4" y="8"/>
                    <a:pt x="5" y="7"/>
                  </a:cubicBezTo>
                  <a:cubicBezTo>
                    <a:pt x="5" y="6"/>
                    <a:pt x="6" y="6"/>
                    <a:pt x="5" y="5"/>
                  </a:cubicBezTo>
                  <a:cubicBezTo>
                    <a:pt x="4" y="4"/>
                    <a:pt x="0" y="0"/>
                    <a:pt x="0" y="2"/>
                  </a:cubicBezTo>
                  <a:cubicBezTo>
                    <a:pt x="0" y="3"/>
                    <a:pt x="0" y="3"/>
                    <a:pt x="1" y="5"/>
                  </a:cubicBezTo>
                  <a:cubicBezTo>
                    <a:pt x="2" y="6"/>
                    <a:pt x="1" y="10"/>
                    <a:pt x="3" y="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69" name="Freeform 67">
              <a:extLst>
                <a:ext uri="{FF2B5EF4-FFF2-40B4-BE49-F238E27FC236}">
                  <a16:creationId xmlns:a16="http://schemas.microsoft.com/office/drawing/2014/main" id="{304EFA11-13B8-E576-3944-1D372897C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049" y="2194009"/>
              <a:ext cx="5642" cy="8462"/>
            </a:xfrm>
            <a:custGeom>
              <a:avLst/>
              <a:gdLst>
                <a:gd name="T0" fmla="*/ 2 w 5"/>
                <a:gd name="T1" fmla="*/ 0 h 7"/>
                <a:gd name="T2" fmla="*/ 1 w 5"/>
                <a:gd name="T3" fmla="*/ 3 h 7"/>
                <a:gd name="T4" fmla="*/ 3 w 5"/>
                <a:gd name="T5" fmla="*/ 6 h 7"/>
                <a:gd name="T6" fmla="*/ 5 w 5"/>
                <a:gd name="T7" fmla="*/ 6 h 7"/>
                <a:gd name="T8" fmla="*/ 4 w 5"/>
                <a:gd name="T9" fmla="*/ 3 h 7"/>
                <a:gd name="T10" fmla="*/ 2 w 5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2" y="0"/>
                  </a:moveTo>
                  <a:cubicBezTo>
                    <a:pt x="1" y="1"/>
                    <a:pt x="0" y="1"/>
                    <a:pt x="1" y="3"/>
                  </a:cubicBezTo>
                  <a:cubicBezTo>
                    <a:pt x="2" y="4"/>
                    <a:pt x="2" y="5"/>
                    <a:pt x="3" y="6"/>
                  </a:cubicBezTo>
                  <a:cubicBezTo>
                    <a:pt x="4" y="6"/>
                    <a:pt x="5" y="7"/>
                    <a:pt x="5" y="6"/>
                  </a:cubicBezTo>
                  <a:cubicBezTo>
                    <a:pt x="5" y="5"/>
                    <a:pt x="4" y="4"/>
                    <a:pt x="4" y="3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0" name="Freeform 68">
              <a:extLst>
                <a:ext uri="{FF2B5EF4-FFF2-40B4-BE49-F238E27FC236}">
                  <a16:creationId xmlns:a16="http://schemas.microsoft.com/office/drawing/2014/main" id="{D5152F24-977A-DF3E-57CF-C1FF2A710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720" y="2126310"/>
              <a:ext cx="5642" cy="8462"/>
            </a:xfrm>
            <a:custGeom>
              <a:avLst/>
              <a:gdLst>
                <a:gd name="T0" fmla="*/ 0 w 5"/>
                <a:gd name="T1" fmla="*/ 2 h 8"/>
                <a:gd name="T2" fmla="*/ 2 w 5"/>
                <a:gd name="T3" fmla="*/ 4 h 8"/>
                <a:gd name="T4" fmla="*/ 3 w 5"/>
                <a:gd name="T5" fmla="*/ 7 h 8"/>
                <a:gd name="T6" fmla="*/ 5 w 5"/>
                <a:gd name="T7" fmla="*/ 6 h 8"/>
                <a:gd name="T8" fmla="*/ 3 w 5"/>
                <a:gd name="T9" fmla="*/ 3 h 8"/>
                <a:gd name="T10" fmla="*/ 0 w 5"/>
                <a:gd name="T11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cubicBezTo>
                    <a:pt x="0" y="3"/>
                    <a:pt x="1" y="2"/>
                    <a:pt x="2" y="4"/>
                  </a:cubicBezTo>
                  <a:cubicBezTo>
                    <a:pt x="2" y="6"/>
                    <a:pt x="1" y="8"/>
                    <a:pt x="3" y="7"/>
                  </a:cubicBezTo>
                  <a:cubicBezTo>
                    <a:pt x="4" y="7"/>
                    <a:pt x="5" y="7"/>
                    <a:pt x="5" y="6"/>
                  </a:cubicBezTo>
                  <a:cubicBezTo>
                    <a:pt x="4" y="4"/>
                    <a:pt x="4" y="4"/>
                    <a:pt x="3" y="3"/>
                  </a:cubicBezTo>
                  <a:cubicBezTo>
                    <a:pt x="2" y="2"/>
                    <a:pt x="0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1" name="Freeform 69">
              <a:extLst>
                <a:ext uri="{FF2B5EF4-FFF2-40B4-BE49-F238E27FC236}">
                  <a16:creationId xmlns:a16="http://schemas.microsoft.com/office/drawing/2014/main" id="{7A1F901C-B738-2540-B82B-3A03118A2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413" y="2099513"/>
              <a:ext cx="11283" cy="7052"/>
            </a:xfrm>
            <a:custGeom>
              <a:avLst/>
              <a:gdLst>
                <a:gd name="T0" fmla="*/ 7 w 10"/>
                <a:gd name="T1" fmla="*/ 2 h 7"/>
                <a:gd name="T2" fmla="*/ 4 w 10"/>
                <a:gd name="T3" fmla="*/ 2 h 7"/>
                <a:gd name="T4" fmla="*/ 1 w 10"/>
                <a:gd name="T5" fmla="*/ 3 h 7"/>
                <a:gd name="T6" fmla="*/ 2 w 10"/>
                <a:gd name="T7" fmla="*/ 4 h 7"/>
                <a:gd name="T8" fmla="*/ 5 w 10"/>
                <a:gd name="T9" fmla="*/ 5 h 7"/>
                <a:gd name="T10" fmla="*/ 7 w 10"/>
                <a:gd name="T11" fmla="*/ 6 h 7"/>
                <a:gd name="T12" fmla="*/ 9 w 10"/>
                <a:gd name="T13" fmla="*/ 4 h 7"/>
                <a:gd name="T14" fmla="*/ 9 w 10"/>
                <a:gd name="T15" fmla="*/ 1 h 7"/>
                <a:gd name="T16" fmla="*/ 7 w 10"/>
                <a:gd name="T1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7">
                  <a:moveTo>
                    <a:pt x="7" y="2"/>
                  </a:moveTo>
                  <a:cubicBezTo>
                    <a:pt x="6" y="3"/>
                    <a:pt x="5" y="2"/>
                    <a:pt x="4" y="2"/>
                  </a:cubicBezTo>
                  <a:cubicBezTo>
                    <a:pt x="3" y="0"/>
                    <a:pt x="1" y="2"/>
                    <a:pt x="1" y="3"/>
                  </a:cubicBezTo>
                  <a:cubicBezTo>
                    <a:pt x="0" y="5"/>
                    <a:pt x="1" y="5"/>
                    <a:pt x="2" y="4"/>
                  </a:cubicBezTo>
                  <a:cubicBezTo>
                    <a:pt x="3" y="4"/>
                    <a:pt x="4" y="4"/>
                    <a:pt x="5" y="5"/>
                  </a:cubicBezTo>
                  <a:cubicBezTo>
                    <a:pt x="6" y="6"/>
                    <a:pt x="7" y="7"/>
                    <a:pt x="7" y="6"/>
                  </a:cubicBezTo>
                  <a:cubicBezTo>
                    <a:pt x="8" y="6"/>
                    <a:pt x="8" y="5"/>
                    <a:pt x="9" y="4"/>
                  </a:cubicBezTo>
                  <a:cubicBezTo>
                    <a:pt x="10" y="3"/>
                    <a:pt x="10" y="2"/>
                    <a:pt x="9" y="1"/>
                  </a:cubicBezTo>
                  <a:cubicBezTo>
                    <a:pt x="9" y="0"/>
                    <a:pt x="8" y="2"/>
                    <a:pt x="7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2" name="Freeform 70">
              <a:extLst>
                <a:ext uri="{FF2B5EF4-FFF2-40B4-BE49-F238E27FC236}">
                  <a16:creationId xmlns:a16="http://schemas.microsoft.com/office/drawing/2014/main" id="{3541E490-4C84-B6F1-646E-8C274F0DC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3951" y="2151697"/>
              <a:ext cx="14104" cy="14104"/>
            </a:xfrm>
            <a:custGeom>
              <a:avLst/>
              <a:gdLst>
                <a:gd name="T0" fmla="*/ 7 w 12"/>
                <a:gd name="T1" fmla="*/ 4 h 13"/>
                <a:gd name="T2" fmla="*/ 2 w 12"/>
                <a:gd name="T3" fmla="*/ 2 h 13"/>
                <a:gd name="T4" fmla="*/ 2 w 12"/>
                <a:gd name="T5" fmla="*/ 5 h 13"/>
                <a:gd name="T6" fmla="*/ 6 w 12"/>
                <a:gd name="T7" fmla="*/ 7 h 13"/>
                <a:gd name="T8" fmla="*/ 9 w 12"/>
                <a:gd name="T9" fmla="*/ 11 h 13"/>
                <a:gd name="T10" fmla="*/ 11 w 12"/>
                <a:gd name="T11" fmla="*/ 11 h 13"/>
                <a:gd name="T12" fmla="*/ 10 w 12"/>
                <a:gd name="T13" fmla="*/ 9 h 13"/>
                <a:gd name="T14" fmla="*/ 7 w 12"/>
                <a:gd name="T15" fmla="*/ 7 h 13"/>
                <a:gd name="T16" fmla="*/ 7 w 12"/>
                <a:gd name="T17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" h="13">
                  <a:moveTo>
                    <a:pt x="7" y="4"/>
                  </a:moveTo>
                  <a:cubicBezTo>
                    <a:pt x="6" y="3"/>
                    <a:pt x="2" y="0"/>
                    <a:pt x="2" y="2"/>
                  </a:cubicBezTo>
                  <a:cubicBezTo>
                    <a:pt x="2" y="3"/>
                    <a:pt x="0" y="3"/>
                    <a:pt x="2" y="5"/>
                  </a:cubicBezTo>
                  <a:cubicBezTo>
                    <a:pt x="4" y="6"/>
                    <a:pt x="5" y="6"/>
                    <a:pt x="6" y="7"/>
                  </a:cubicBezTo>
                  <a:cubicBezTo>
                    <a:pt x="7" y="9"/>
                    <a:pt x="8" y="11"/>
                    <a:pt x="9" y="11"/>
                  </a:cubicBezTo>
                  <a:cubicBezTo>
                    <a:pt x="10" y="12"/>
                    <a:pt x="10" y="13"/>
                    <a:pt x="11" y="11"/>
                  </a:cubicBezTo>
                  <a:cubicBezTo>
                    <a:pt x="12" y="10"/>
                    <a:pt x="12" y="10"/>
                    <a:pt x="10" y="9"/>
                  </a:cubicBezTo>
                  <a:cubicBezTo>
                    <a:pt x="8" y="8"/>
                    <a:pt x="7" y="8"/>
                    <a:pt x="7" y="7"/>
                  </a:cubicBezTo>
                  <a:cubicBezTo>
                    <a:pt x="7" y="5"/>
                    <a:pt x="8" y="6"/>
                    <a:pt x="7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3" name="Freeform 71">
              <a:extLst>
                <a:ext uri="{FF2B5EF4-FFF2-40B4-BE49-F238E27FC236}">
                  <a16:creationId xmlns:a16="http://schemas.microsoft.com/office/drawing/2014/main" id="{40CA5915-741F-006A-8BDD-8E091AD9E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465" y="2189778"/>
              <a:ext cx="4231" cy="8462"/>
            </a:xfrm>
            <a:custGeom>
              <a:avLst/>
              <a:gdLst>
                <a:gd name="T0" fmla="*/ 2 w 3"/>
                <a:gd name="T1" fmla="*/ 6 h 7"/>
                <a:gd name="T2" fmla="*/ 2 w 3"/>
                <a:gd name="T3" fmla="*/ 2 h 7"/>
                <a:gd name="T4" fmla="*/ 0 w 3"/>
                <a:gd name="T5" fmla="*/ 2 h 7"/>
                <a:gd name="T6" fmla="*/ 1 w 3"/>
                <a:gd name="T7" fmla="*/ 4 h 7"/>
                <a:gd name="T8" fmla="*/ 2 w 3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7">
                  <a:moveTo>
                    <a:pt x="2" y="6"/>
                  </a:moveTo>
                  <a:cubicBezTo>
                    <a:pt x="3" y="5"/>
                    <a:pt x="2" y="4"/>
                    <a:pt x="2" y="2"/>
                  </a:cubicBezTo>
                  <a:cubicBezTo>
                    <a:pt x="2" y="1"/>
                    <a:pt x="0" y="0"/>
                    <a:pt x="0" y="2"/>
                  </a:cubicBezTo>
                  <a:cubicBezTo>
                    <a:pt x="0" y="3"/>
                    <a:pt x="1" y="2"/>
                    <a:pt x="1" y="4"/>
                  </a:cubicBezTo>
                  <a:cubicBezTo>
                    <a:pt x="1" y="5"/>
                    <a:pt x="1" y="7"/>
                    <a:pt x="2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4" name="Freeform 72">
              <a:extLst>
                <a:ext uri="{FF2B5EF4-FFF2-40B4-BE49-F238E27FC236}">
                  <a16:creationId xmlns:a16="http://schemas.microsoft.com/office/drawing/2014/main" id="{7CD3B98B-EE04-1E8B-B27E-D79274833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130" y="2081178"/>
              <a:ext cx="7052" cy="7052"/>
            </a:xfrm>
            <a:custGeom>
              <a:avLst/>
              <a:gdLst>
                <a:gd name="T0" fmla="*/ 2 w 6"/>
                <a:gd name="T1" fmla="*/ 1 h 7"/>
                <a:gd name="T2" fmla="*/ 1 w 6"/>
                <a:gd name="T3" fmla="*/ 3 h 7"/>
                <a:gd name="T4" fmla="*/ 4 w 6"/>
                <a:gd name="T5" fmla="*/ 5 h 7"/>
                <a:gd name="T6" fmla="*/ 6 w 6"/>
                <a:gd name="T7" fmla="*/ 2 h 7"/>
                <a:gd name="T8" fmla="*/ 2 w 6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2" y="1"/>
                  </a:moveTo>
                  <a:cubicBezTo>
                    <a:pt x="1" y="2"/>
                    <a:pt x="0" y="2"/>
                    <a:pt x="1" y="3"/>
                  </a:cubicBezTo>
                  <a:cubicBezTo>
                    <a:pt x="2" y="5"/>
                    <a:pt x="2" y="7"/>
                    <a:pt x="4" y="5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1"/>
                    <a:pt x="4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5" name="Freeform 73">
              <a:extLst>
                <a:ext uri="{FF2B5EF4-FFF2-40B4-BE49-F238E27FC236}">
                  <a16:creationId xmlns:a16="http://schemas.microsoft.com/office/drawing/2014/main" id="{A6C3DB84-C221-C297-2C37-4D30CEF0C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8691" y="2126310"/>
              <a:ext cx="26797" cy="18335"/>
            </a:xfrm>
            <a:custGeom>
              <a:avLst/>
              <a:gdLst>
                <a:gd name="T0" fmla="*/ 7 w 25"/>
                <a:gd name="T1" fmla="*/ 1 h 17"/>
                <a:gd name="T2" fmla="*/ 3 w 25"/>
                <a:gd name="T3" fmla="*/ 0 h 17"/>
                <a:gd name="T4" fmla="*/ 1 w 25"/>
                <a:gd name="T5" fmla="*/ 2 h 17"/>
                <a:gd name="T6" fmla="*/ 4 w 25"/>
                <a:gd name="T7" fmla="*/ 5 h 17"/>
                <a:gd name="T8" fmla="*/ 7 w 25"/>
                <a:gd name="T9" fmla="*/ 9 h 17"/>
                <a:gd name="T10" fmla="*/ 9 w 25"/>
                <a:gd name="T11" fmla="*/ 11 h 17"/>
                <a:gd name="T12" fmla="*/ 12 w 25"/>
                <a:gd name="T13" fmla="*/ 14 h 17"/>
                <a:gd name="T14" fmla="*/ 15 w 25"/>
                <a:gd name="T15" fmla="*/ 14 h 17"/>
                <a:gd name="T16" fmla="*/ 20 w 25"/>
                <a:gd name="T17" fmla="*/ 14 h 17"/>
                <a:gd name="T18" fmla="*/ 23 w 25"/>
                <a:gd name="T19" fmla="*/ 17 h 17"/>
                <a:gd name="T20" fmla="*/ 24 w 25"/>
                <a:gd name="T21" fmla="*/ 15 h 17"/>
                <a:gd name="T22" fmla="*/ 22 w 25"/>
                <a:gd name="T23" fmla="*/ 11 h 17"/>
                <a:gd name="T24" fmla="*/ 20 w 25"/>
                <a:gd name="T25" fmla="*/ 8 h 17"/>
                <a:gd name="T26" fmla="*/ 16 w 25"/>
                <a:gd name="T27" fmla="*/ 8 h 17"/>
                <a:gd name="T28" fmla="*/ 10 w 25"/>
                <a:gd name="T29" fmla="*/ 4 h 17"/>
                <a:gd name="T30" fmla="*/ 7 w 25"/>
                <a:gd name="T3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5" h="17">
                  <a:moveTo>
                    <a:pt x="7" y="1"/>
                  </a:moveTo>
                  <a:cubicBezTo>
                    <a:pt x="6" y="0"/>
                    <a:pt x="4" y="0"/>
                    <a:pt x="3" y="0"/>
                  </a:cubicBezTo>
                  <a:cubicBezTo>
                    <a:pt x="1" y="1"/>
                    <a:pt x="0" y="1"/>
                    <a:pt x="1" y="2"/>
                  </a:cubicBezTo>
                  <a:cubicBezTo>
                    <a:pt x="2" y="4"/>
                    <a:pt x="3" y="3"/>
                    <a:pt x="4" y="5"/>
                  </a:cubicBezTo>
                  <a:cubicBezTo>
                    <a:pt x="5" y="6"/>
                    <a:pt x="6" y="7"/>
                    <a:pt x="7" y="9"/>
                  </a:cubicBezTo>
                  <a:cubicBezTo>
                    <a:pt x="8" y="10"/>
                    <a:pt x="7" y="10"/>
                    <a:pt x="9" y="11"/>
                  </a:cubicBezTo>
                  <a:cubicBezTo>
                    <a:pt x="11" y="13"/>
                    <a:pt x="10" y="13"/>
                    <a:pt x="12" y="14"/>
                  </a:cubicBezTo>
                  <a:cubicBezTo>
                    <a:pt x="13" y="14"/>
                    <a:pt x="12" y="15"/>
                    <a:pt x="15" y="14"/>
                  </a:cubicBezTo>
                  <a:cubicBezTo>
                    <a:pt x="17" y="14"/>
                    <a:pt x="19" y="13"/>
                    <a:pt x="20" y="14"/>
                  </a:cubicBezTo>
                  <a:cubicBezTo>
                    <a:pt x="22" y="16"/>
                    <a:pt x="22" y="17"/>
                    <a:pt x="23" y="17"/>
                  </a:cubicBezTo>
                  <a:cubicBezTo>
                    <a:pt x="24" y="17"/>
                    <a:pt x="25" y="17"/>
                    <a:pt x="24" y="15"/>
                  </a:cubicBezTo>
                  <a:cubicBezTo>
                    <a:pt x="22" y="13"/>
                    <a:pt x="22" y="13"/>
                    <a:pt x="22" y="11"/>
                  </a:cubicBezTo>
                  <a:cubicBezTo>
                    <a:pt x="22" y="10"/>
                    <a:pt x="22" y="8"/>
                    <a:pt x="20" y="8"/>
                  </a:cubicBezTo>
                  <a:cubicBezTo>
                    <a:pt x="18" y="8"/>
                    <a:pt x="18" y="9"/>
                    <a:pt x="16" y="8"/>
                  </a:cubicBezTo>
                  <a:cubicBezTo>
                    <a:pt x="13" y="6"/>
                    <a:pt x="12" y="6"/>
                    <a:pt x="10" y="4"/>
                  </a:cubicBezTo>
                  <a:cubicBezTo>
                    <a:pt x="8" y="3"/>
                    <a:pt x="7" y="2"/>
                    <a:pt x="7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6" name="Freeform 74">
              <a:extLst>
                <a:ext uri="{FF2B5EF4-FFF2-40B4-BE49-F238E27FC236}">
                  <a16:creationId xmlns:a16="http://schemas.microsoft.com/office/drawing/2014/main" id="{E5411A93-5C87-0862-7619-0AE4337F3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875" y="2172853"/>
              <a:ext cx="4231" cy="8462"/>
            </a:xfrm>
            <a:custGeom>
              <a:avLst/>
              <a:gdLst>
                <a:gd name="T0" fmla="*/ 4 w 4"/>
                <a:gd name="T1" fmla="*/ 2 h 7"/>
                <a:gd name="T2" fmla="*/ 1 w 4"/>
                <a:gd name="T3" fmla="*/ 2 h 7"/>
                <a:gd name="T4" fmla="*/ 0 w 4"/>
                <a:gd name="T5" fmla="*/ 5 h 7"/>
                <a:gd name="T6" fmla="*/ 3 w 4"/>
                <a:gd name="T7" fmla="*/ 5 h 7"/>
                <a:gd name="T8" fmla="*/ 4 w 4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7">
                  <a:moveTo>
                    <a:pt x="4" y="2"/>
                  </a:moveTo>
                  <a:cubicBezTo>
                    <a:pt x="3" y="0"/>
                    <a:pt x="0" y="1"/>
                    <a:pt x="1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1" y="7"/>
                    <a:pt x="2" y="6"/>
                    <a:pt x="3" y="5"/>
                  </a:cubicBezTo>
                  <a:cubicBezTo>
                    <a:pt x="4" y="5"/>
                    <a:pt x="4" y="4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7" name="Freeform 75">
              <a:extLst>
                <a:ext uri="{FF2B5EF4-FFF2-40B4-BE49-F238E27FC236}">
                  <a16:creationId xmlns:a16="http://schemas.microsoft.com/office/drawing/2014/main" id="{6E95DE93-94CD-5D6E-98FA-16F1B4C27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974" y="2119258"/>
              <a:ext cx="4231" cy="7052"/>
            </a:xfrm>
            <a:custGeom>
              <a:avLst/>
              <a:gdLst>
                <a:gd name="T0" fmla="*/ 1 w 4"/>
                <a:gd name="T1" fmla="*/ 4 h 6"/>
                <a:gd name="T2" fmla="*/ 3 w 4"/>
                <a:gd name="T3" fmla="*/ 5 h 6"/>
                <a:gd name="T4" fmla="*/ 3 w 4"/>
                <a:gd name="T5" fmla="*/ 3 h 6"/>
                <a:gd name="T6" fmla="*/ 0 w 4"/>
                <a:gd name="T7" fmla="*/ 2 h 6"/>
                <a:gd name="T8" fmla="*/ 1 w 4"/>
                <a:gd name="T9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6">
                  <a:moveTo>
                    <a:pt x="1" y="4"/>
                  </a:moveTo>
                  <a:cubicBezTo>
                    <a:pt x="2" y="5"/>
                    <a:pt x="3" y="6"/>
                    <a:pt x="3" y="5"/>
                  </a:cubicBezTo>
                  <a:cubicBezTo>
                    <a:pt x="3" y="4"/>
                    <a:pt x="4" y="5"/>
                    <a:pt x="3" y="3"/>
                  </a:cubicBezTo>
                  <a:cubicBezTo>
                    <a:pt x="3" y="1"/>
                    <a:pt x="1" y="0"/>
                    <a:pt x="0" y="2"/>
                  </a:cubicBezTo>
                  <a:cubicBezTo>
                    <a:pt x="0" y="3"/>
                    <a:pt x="1" y="3"/>
                    <a:pt x="1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8" name="Freeform 76">
              <a:extLst>
                <a:ext uri="{FF2B5EF4-FFF2-40B4-BE49-F238E27FC236}">
                  <a16:creationId xmlns:a16="http://schemas.microsoft.com/office/drawing/2014/main" id="{8311AF00-AB1E-CF96-948A-B9647B89A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055" y="2181315"/>
              <a:ext cx="4231" cy="7052"/>
            </a:xfrm>
            <a:custGeom>
              <a:avLst/>
              <a:gdLst>
                <a:gd name="T0" fmla="*/ 2 w 3"/>
                <a:gd name="T1" fmla="*/ 6 h 6"/>
                <a:gd name="T2" fmla="*/ 2 w 3"/>
                <a:gd name="T3" fmla="*/ 3 h 6"/>
                <a:gd name="T4" fmla="*/ 0 w 3"/>
                <a:gd name="T5" fmla="*/ 2 h 6"/>
                <a:gd name="T6" fmla="*/ 1 w 3"/>
                <a:gd name="T7" fmla="*/ 5 h 6"/>
                <a:gd name="T8" fmla="*/ 2 w 3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cubicBezTo>
                    <a:pt x="2" y="5"/>
                    <a:pt x="3" y="5"/>
                    <a:pt x="2" y="3"/>
                  </a:cubicBezTo>
                  <a:cubicBezTo>
                    <a:pt x="1" y="2"/>
                    <a:pt x="0" y="0"/>
                    <a:pt x="0" y="2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1" y="6"/>
                    <a:pt x="2" y="6"/>
                    <a:pt x="2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9" name="Freeform 77">
              <a:extLst>
                <a:ext uri="{FF2B5EF4-FFF2-40B4-BE49-F238E27FC236}">
                  <a16:creationId xmlns:a16="http://schemas.microsoft.com/office/drawing/2014/main" id="{EBFA6426-DE32-AE7F-3B5A-33DF21652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6771" y="2164391"/>
              <a:ext cx="4231" cy="5642"/>
            </a:xfrm>
            <a:custGeom>
              <a:avLst/>
              <a:gdLst>
                <a:gd name="T0" fmla="*/ 2 w 4"/>
                <a:gd name="T1" fmla="*/ 1 h 5"/>
                <a:gd name="T2" fmla="*/ 1 w 4"/>
                <a:gd name="T3" fmla="*/ 4 h 5"/>
                <a:gd name="T4" fmla="*/ 2 w 4"/>
                <a:gd name="T5" fmla="*/ 5 h 5"/>
                <a:gd name="T6" fmla="*/ 4 w 4"/>
                <a:gd name="T7" fmla="*/ 2 h 5"/>
                <a:gd name="T8" fmla="*/ 2 w 4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cubicBezTo>
                    <a:pt x="2" y="3"/>
                    <a:pt x="0" y="4"/>
                    <a:pt x="1" y="4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4" y="4"/>
                    <a:pt x="4" y="3"/>
                    <a:pt x="4" y="2"/>
                  </a:cubicBezTo>
                  <a:cubicBezTo>
                    <a:pt x="4" y="2"/>
                    <a:pt x="2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0" name="Freeform 78">
              <a:extLst>
                <a:ext uri="{FF2B5EF4-FFF2-40B4-BE49-F238E27FC236}">
                  <a16:creationId xmlns:a16="http://schemas.microsoft.com/office/drawing/2014/main" id="{014D85D6-14F5-AE15-0E2B-A8F40C371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3951" y="2175674"/>
              <a:ext cx="2821" cy="7052"/>
            </a:xfrm>
            <a:custGeom>
              <a:avLst/>
              <a:gdLst>
                <a:gd name="T0" fmla="*/ 1 w 3"/>
                <a:gd name="T1" fmla="*/ 1 h 6"/>
                <a:gd name="T2" fmla="*/ 1 w 3"/>
                <a:gd name="T3" fmla="*/ 3 h 6"/>
                <a:gd name="T4" fmla="*/ 3 w 3"/>
                <a:gd name="T5" fmla="*/ 5 h 6"/>
                <a:gd name="T6" fmla="*/ 3 w 3"/>
                <a:gd name="T7" fmla="*/ 2 h 6"/>
                <a:gd name="T8" fmla="*/ 1 w 3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6">
                  <a:moveTo>
                    <a:pt x="1" y="1"/>
                  </a:moveTo>
                  <a:cubicBezTo>
                    <a:pt x="0" y="2"/>
                    <a:pt x="0" y="1"/>
                    <a:pt x="1" y="3"/>
                  </a:cubicBezTo>
                  <a:cubicBezTo>
                    <a:pt x="2" y="5"/>
                    <a:pt x="2" y="6"/>
                    <a:pt x="3" y="5"/>
                  </a:cubicBezTo>
                  <a:cubicBezTo>
                    <a:pt x="3" y="4"/>
                    <a:pt x="3" y="4"/>
                    <a:pt x="3" y="2"/>
                  </a:cubicBezTo>
                  <a:cubicBezTo>
                    <a:pt x="2" y="1"/>
                    <a:pt x="1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1" name="Freeform 79">
              <a:extLst>
                <a:ext uri="{FF2B5EF4-FFF2-40B4-BE49-F238E27FC236}">
                  <a16:creationId xmlns:a16="http://schemas.microsoft.com/office/drawing/2014/main" id="{E693BD6A-EB03-13B7-C42F-E8791A5E8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286" y="2085409"/>
              <a:ext cx="7052" cy="5642"/>
            </a:xfrm>
            <a:custGeom>
              <a:avLst/>
              <a:gdLst>
                <a:gd name="T0" fmla="*/ 1 w 7"/>
                <a:gd name="T1" fmla="*/ 2 h 5"/>
                <a:gd name="T2" fmla="*/ 1 w 7"/>
                <a:gd name="T3" fmla="*/ 4 h 5"/>
                <a:gd name="T4" fmla="*/ 5 w 7"/>
                <a:gd name="T5" fmla="*/ 5 h 5"/>
                <a:gd name="T6" fmla="*/ 1 w 7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1" y="2"/>
                  </a:moveTo>
                  <a:cubicBezTo>
                    <a:pt x="0" y="2"/>
                    <a:pt x="0" y="3"/>
                    <a:pt x="1" y="4"/>
                  </a:cubicBezTo>
                  <a:cubicBezTo>
                    <a:pt x="3" y="4"/>
                    <a:pt x="3" y="5"/>
                    <a:pt x="5" y="5"/>
                  </a:cubicBezTo>
                  <a:cubicBezTo>
                    <a:pt x="7" y="5"/>
                    <a:pt x="3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B304DDE4-E1D3-1075-EDB6-6C5120B3E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8564" y="2213754"/>
              <a:ext cx="63467" cy="16925"/>
            </a:xfrm>
            <a:custGeom>
              <a:avLst/>
              <a:gdLst>
                <a:gd name="T0" fmla="*/ 27 w 58"/>
                <a:gd name="T1" fmla="*/ 16 h 16"/>
                <a:gd name="T2" fmla="*/ 33 w 58"/>
                <a:gd name="T3" fmla="*/ 15 h 16"/>
                <a:gd name="T4" fmla="*/ 39 w 58"/>
                <a:gd name="T5" fmla="*/ 14 h 16"/>
                <a:gd name="T6" fmla="*/ 45 w 58"/>
                <a:gd name="T7" fmla="*/ 14 h 16"/>
                <a:gd name="T8" fmla="*/ 49 w 58"/>
                <a:gd name="T9" fmla="*/ 13 h 16"/>
                <a:gd name="T10" fmla="*/ 53 w 58"/>
                <a:gd name="T11" fmla="*/ 13 h 16"/>
                <a:gd name="T12" fmla="*/ 56 w 58"/>
                <a:gd name="T13" fmla="*/ 12 h 16"/>
                <a:gd name="T14" fmla="*/ 57 w 58"/>
                <a:gd name="T15" fmla="*/ 8 h 16"/>
                <a:gd name="T16" fmla="*/ 53 w 58"/>
                <a:gd name="T17" fmla="*/ 9 h 16"/>
                <a:gd name="T18" fmla="*/ 49 w 58"/>
                <a:gd name="T19" fmla="*/ 11 h 16"/>
                <a:gd name="T20" fmla="*/ 46 w 58"/>
                <a:gd name="T21" fmla="*/ 9 h 16"/>
                <a:gd name="T22" fmla="*/ 43 w 58"/>
                <a:gd name="T23" fmla="*/ 7 h 16"/>
                <a:gd name="T24" fmla="*/ 37 w 58"/>
                <a:gd name="T25" fmla="*/ 7 h 16"/>
                <a:gd name="T26" fmla="*/ 33 w 58"/>
                <a:gd name="T27" fmla="*/ 5 h 16"/>
                <a:gd name="T28" fmla="*/ 26 w 58"/>
                <a:gd name="T29" fmla="*/ 5 h 16"/>
                <a:gd name="T30" fmla="*/ 19 w 58"/>
                <a:gd name="T31" fmla="*/ 6 h 16"/>
                <a:gd name="T32" fmla="*/ 15 w 58"/>
                <a:gd name="T33" fmla="*/ 4 h 16"/>
                <a:gd name="T34" fmla="*/ 12 w 58"/>
                <a:gd name="T35" fmla="*/ 3 h 16"/>
                <a:gd name="T36" fmla="*/ 8 w 58"/>
                <a:gd name="T37" fmla="*/ 1 h 16"/>
                <a:gd name="T38" fmla="*/ 4 w 58"/>
                <a:gd name="T39" fmla="*/ 1 h 16"/>
                <a:gd name="T40" fmla="*/ 2 w 58"/>
                <a:gd name="T41" fmla="*/ 4 h 16"/>
                <a:gd name="T42" fmla="*/ 2 w 58"/>
                <a:gd name="T43" fmla="*/ 7 h 16"/>
                <a:gd name="T44" fmla="*/ 7 w 58"/>
                <a:gd name="T45" fmla="*/ 7 h 16"/>
                <a:gd name="T46" fmla="*/ 11 w 58"/>
                <a:gd name="T47" fmla="*/ 8 h 16"/>
                <a:gd name="T48" fmla="*/ 14 w 58"/>
                <a:gd name="T49" fmla="*/ 9 h 16"/>
                <a:gd name="T50" fmla="*/ 19 w 58"/>
                <a:gd name="T51" fmla="*/ 10 h 16"/>
                <a:gd name="T52" fmla="*/ 23 w 58"/>
                <a:gd name="T53" fmla="*/ 11 h 16"/>
                <a:gd name="T54" fmla="*/ 26 w 58"/>
                <a:gd name="T55" fmla="*/ 13 h 16"/>
                <a:gd name="T56" fmla="*/ 27 w 58"/>
                <a:gd name="T5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8" h="16">
                  <a:moveTo>
                    <a:pt x="27" y="16"/>
                  </a:moveTo>
                  <a:cubicBezTo>
                    <a:pt x="29" y="16"/>
                    <a:pt x="31" y="16"/>
                    <a:pt x="33" y="15"/>
                  </a:cubicBezTo>
                  <a:cubicBezTo>
                    <a:pt x="35" y="14"/>
                    <a:pt x="37" y="14"/>
                    <a:pt x="39" y="14"/>
                  </a:cubicBezTo>
                  <a:cubicBezTo>
                    <a:pt x="41" y="14"/>
                    <a:pt x="44" y="14"/>
                    <a:pt x="45" y="14"/>
                  </a:cubicBezTo>
                  <a:cubicBezTo>
                    <a:pt x="46" y="13"/>
                    <a:pt x="49" y="12"/>
                    <a:pt x="49" y="13"/>
                  </a:cubicBezTo>
                  <a:cubicBezTo>
                    <a:pt x="50" y="13"/>
                    <a:pt x="52" y="13"/>
                    <a:pt x="53" y="13"/>
                  </a:cubicBezTo>
                  <a:cubicBezTo>
                    <a:pt x="54" y="13"/>
                    <a:pt x="56" y="13"/>
                    <a:pt x="56" y="12"/>
                  </a:cubicBezTo>
                  <a:cubicBezTo>
                    <a:pt x="56" y="11"/>
                    <a:pt x="58" y="9"/>
                    <a:pt x="57" y="8"/>
                  </a:cubicBezTo>
                  <a:cubicBezTo>
                    <a:pt x="56" y="8"/>
                    <a:pt x="55" y="9"/>
                    <a:pt x="53" y="9"/>
                  </a:cubicBezTo>
                  <a:cubicBezTo>
                    <a:pt x="52" y="10"/>
                    <a:pt x="51" y="11"/>
                    <a:pt x="49" y="11"/>
                  </a:cubicBezTo>
                  <a:cubicBezTo>
                    <a:pt x="47" y="11"/>
                    <a:pt x="46" y="10"/>
                    <a:pt x="46" y="9"/>
                  </a:cubicBezTo>
                  <a:cubicBezTo>
                    <a:pt x="45" y="8"/>
                    <a:pt x="46" y="7"/>
                    <a:pt x="43" y="7"/>
                  </a:cubicBezTo>
                  <a:cubicBezTo>
                    <a:pt x="40" y="7"/>
                    <a:pt x="40" y="9"/>
                    <a:pt x="37" y="7"/>
                  </a:cubicBezTo>
                  <a:cubicBezTo>
                    <a:pt x="35" y="5"/>
                    <a:pt x="37" y="5"/>
                    <a:pt x="33" y="5"/>
                  </a:cubicBezTo>
                  <a:cubicBezTo>
                    <a:pt x="30" y="5"/>
                    <a:pt x="28" y="5"/>
                    <a:pt x="26" y="5"/>
                  </a:cubicBezTo>
                  <a:cubicBezTo>
                    <a:pt x="24" y="6"/>
                    <a:pt x="21" y="6"/>
                    <a:pt x="19" y="6"/>
                  </a:cubicBezTo>
                  <a:cubicBezTo>
                    <a:pt x="18" y="6"/>
                    <a:pt x="16" y="5"/>
                    <a:pt x="15" y="4"/>
                  </a:cubicBezTo>
                  <a:cubicBezTo>
                    <a:pt x="14" y="3"/>
                    <a:pt x="13" y="4"/>
                    <a:pt x="12" y="3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2"/>
                    <a:pt x="6" y="0"/>
                    <a:pt x="4" y="1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0" y="6"/>
                    <a:pt x="2" y="7"/>
                  </a:cubicBezTo>
                  <a:cubicBezTo>
                    <a:pt x="4" y="7"/>
                    <a:pt x="5" y="7"/>
                    <a:pt x="7" y="7"/>
                  </a:cubicBezTo>
                  <a:cubicBezTo>
                    <a:pt x="9" y="7"/>
                    <a:pt x="11" y="7"/>
                    <a:pt x="11" y="8"/>
                  </a:cubicBezTo>
                  <a:cubicBezTo>
                    <a:pt x="12" y="8"/>
                    <a:pt x="12" y="8"/>
                    <a:pt x="14" y="9"/>
                  </a:cubicBezTo>
                  <a:cubicBezTo>
                    <a:pt x="15" y="10"/>
                    <a:pt x="16" y="9"/>
                    <a:pt x="19" y="10"/>
                  </a:cubicBezTo>
                  <a:cubicBezTo>
                    <a:pt x="21" y="11"/>
                    <a:pt x="22" y="11"/>
                    <a:pt x="23" y="11"/>
                  </a:cubicBezTo>
                  <a:cubicBezTo>
                    <a:pt x="25" y="11"/>
                    <a:pt x="26" y="11"/>
                    <a:pt x="26" y="13"/>
                  </a:cubicBezTo>
                  <a:cubicBezTo>
                    <a:pt x="26" y="15"/>
                    <a:pt x="25" y="15"/>
                    <a:pt x="27" y="1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B0A19BBA-2EDF-740A-1A55-338276F01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3823" y="2172853"/>
              <a:ext cx="2821" cy="7052"/>
            </a:xfrm>
            <a:custGeom>
              <a:avLst/>
              <a:gdLst>
                <a:gd name="T0" fmla="*/ 0 w 3"/>
                <a:gd name="T1" fmla="*/ 3 h 6"/>
                <a:gd name="T2" fmla="*/ 1 w 3"/>
                <a:gd name="T3" fmla="*/ 5 h 6"/>
                <a:gd name="T4" fmla="*/ 3 w 3"/>
                <a:gd name="T5" fmla="*/ 5 h 6"/>
                <a:gd name="T6" fmla="*/ 0 w 3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0" y="3"/>
                  </a:moveTo>
                  <a:cubicBezTo>
                    <a:pt x="0" y="4"/>
                    <a:pt x="0" y="5"/>
                    <a:pt x="1" y="5"/>
                  </a:cubicBezTo>
                  <a:cubicBezTo>
                    <a:pt x="1" y="5"/>
                    <a:pt x="2" y="6"/>
                    <a:pt x="3" y="5"/>
                  </a:cubicBezTo>
                  <a:cubicBezTo>
                    <a:pt x="3" y="4"/>
                    <a:pt x="2" y="0"/>
                    <a:pt x="0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4" name="Freeform 82">
              <a:extLst>
                <a:ext uri="{FF2B5EF4-FFF2-40B4-BE49-F238E27FC236}">
                  <a16:creationId xmlns:a16="http://schemas.microsoft.com/office/drawing/2014/main" id="{632BF5C4-E517-C1D7-C057-F04E72972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1" y="3167176"/>
              <a:ext cx="276436" cy="267974"/>
            </a:xfrm>
            <a:custGeom>
              <a:avLst/>
              <a:gdLst>
                <a:gd name="T0" fmla="*/ 28 w 253"/>
                <a:gd name="T1" fmla="*/ 231 h 249"/>
                <a:gd name="T2" fmla="*/ 44 w 253"/>
                <a:gd name="T3" fmla="*/ 238 h 249"/>
                <a:gd name="T4" fmla="*/ 136 w 253"/>
                <a:gd name="T5" fmla="*/ 239 h 249"/>
                <a:gd name="T6" fmla="*/ 162 w 253"/>
                <a:gd name="T7" fmla="*/ 249 h 249"/>
                <a:gd name="T8" fmla="*/ 212 w 253"/>
                <a:gd name="T9" fmla="*/ 249 h 249"/>
                <a:gd name="T10" fmla="*/ 214 w 253"/>
                <a:gd name="T11" fmla="*/ 222 h 249"/>
                <a:gd name="T12" fmla="*/ 211 w 253"/>
                <a:gd name="T13" fmla="*/ 194 h 249"/>
                <a:gd name="T14" fmla="*/ 211 w 253"/>
                <a:gd name="T15" fmla="*/ 151 h 249"/>
                <a:gd name="T16" fmla="*/ 233 w 253"/>
                <a:gd name="T17" fmla="*/ 147 h 249"/>
                <a:gd name="T18" fmla="*/ 251 w 253"/>
                <a:gd name="T19" fmla="*/ 147 h 249"/>
                <a:gd name="T20" fmla="*/ 251 w 253"/>
                <a:gd name="T21" fmla="*/ 137 h 249"/>
                <a:gd name="T22" fmla="*/ 252 w 253"/>
                <a:gd name="T23" fmla="*/ 126 h 249"/>
                <a:gd name="T24" fmla="*/ 249 w 253"/>
                <a:gd name="T25" fmla="*/ 109 h 249"/>
                <a:gd name="T26" fmla="*/ 232 w 253"/>
                <a:gd name="T27" fmla="*/ 109 h 249"/>
                <a:gd name="T28" fmla="*/ 216 w 253"/>
                <a:gd name="T29" fmla="*/ 109 h 249"/>
                <a:gd name="T30" fmla="*/ 215 w 253"/>
                <a:gd name="T31" fmla="*/ 100 h 249"/>
                <a:gd name="T32" fmla="*/ 214 w 253"/>
                <a:gd name="T33" fmla="*/ 85 h 249"/>
                <a:gd name="T34" fmla="*/ 207 w 253"/>
                <a:gd name="T35" fmla="*/ 72 h 249"/>
                <a:gd name="T36" fmla="*/ 209 w 253"/>
                <a:gd name="T37" fmla="*/ 52 h 249"/>
                <a:gd name="T38" fmla="*/ 206 w 253"/>
                <a:gd name="T39" fmla="*/ 40 h 249"/>
                <a:gd name="T40" fmla="*/ 206 w 253"/>
                <a:gd name="T41" fmla="*/ 30 h 249"/>
                <a:gd name="T42" fmla="*/ 189 w 253"/>
                <a:gd name="T43" fmla="*/ 30 h 249"/>
                <a:gd name="T44" fmla="*/ 181 w 253"/>
                <a:gd name="T45" fmla="*/ 24 h 249"/>
                <a:gd name="T46" fmla="*/ 176 w 253"/>
                <a:gd name="T47" fmla="*/ 23 h 249"/>
                <a:gd name="T48" fmla="*/ 162 w 253"/>
                <a:gd name="T49" fmla="*/ 28 h 249"/>
                <a:gd name="T50" fmla="*/ 158 w 253"/>
                <a:gd name="T51" fmla="*/ 43 h 249"/>
                <a:gd name="T52" fmla="*/ 143 w 253"/>
                <a:gd name="T53" fmla="*/ 44 h 249"/>
                <a:gd name="T54" fmla="*/ 127 w 253"/>
                <a:gd name="T55" fmla="*/ 48 h 249"/>
                <a:gd name="T56" fmla="*/ 113 w 253"/>
                <a:gd name="T57" fmla="*/ 35 h 249"/>
                <a:gd name="T58" fmla="*/ 102 w 253"/>
                <a:gd name="T59" fmla="*/ 11 h 249"/>
                <a:gd name="T60" fmla="*/ 88 w 253"/>
                <a:gd name="T61" fmla="*/ 0 h 249"/>
                <a:gd name="T62" fmla="*/ 45 w 253"/>
                <a:gd name="T63" fmla="*/ 0 h 249"/>
                <a:gd name="T64" fmla="*/ 18 w 253"/>
                <a:gd name="T65" fmla="*/ 4 h 249"/>
                <a:gd name="T66" fmla="*/ 18 w 253"/>
                <a:gd name="T67" fmla="*/ 12 h 249"/>
                <a:gd name="T68" fmla="*/ 27 w 253"/>
                <a:gd name="T69" fmla="*/ 31 h 249"/>
                <a:gd name="T70" fmla="*/ 34 w 253"/>
                <a:gd name="T71" fmla="*/ 58 h 249"/>
                <a:gd name="T72" fmla="*/ 29 w 253"/>
                <a:gd name="T73" fmla="*/ 70 h 249"/>
                <a:gd name="T74" fmla="*/ 43 w 253"/>
                <a:gd name="T75" fmla="*/ 98 h 249"/>
                <a:gd name="T76" fmla="*/ 43 w 253"/>
                <a:gd name="T77" fmla="*/ 124 h 249"/>
                <a:gd name="T78" fmla="*/ 36 w 253"/>
                <a:gd name="T79" fmla="*/ 136 h 249"/>
                <a:gd name="T80" fmla="*/ 18 w 253"/>
                <a:gd name="T81" fmla="*/ 157 h 249"/>
                <a:gd name="T82" fmla="*/ 8 w 253"/>
                <a:gd name="T83" fmla="*/ 190 h 249"/>
                <a:gd name="T84" fmla="*/ 0 w 253"/>
                <a:gd name="T85" fmla="*/ 208 h 249"/>
                <a:gd name="T86" fmla="*/ 1 w 253"/>
                <a:gd name="T87" fmla="*/ 234 h 249"/>
                <a:gd name="T88" fmla="*/ 16 w 253"/>
                <a:gd name="T89" fmla="*/ 23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3" h="249">
                  <a:moveTo>
                    <a:pt x="16" y="237"/>
                  </a:moveTo>
                  <a:cubicBezTo>
                    <a:pt x="17" y="237"/>
                    <a:pt x="19" y="236"/>
                    <a:pt x="20" y="235"/>
                  </a:cubicBezTo>
                  <a:cubicBezTo>
                    <a:pt x="22" y="233"/>
                    <a:pt x="25" y="232"/>
                    <a:pt x="28" y="231"/>
                  </a:cubicBezTo>
                  <a:cubicBezTo>
                    <a:pt x="31" y="230"/>
                    <a:pt x="33" y="230"/>
                    <a:pt x="34" y="230"/>
                  </a:cubicBezTo>
                  <a:cubicBezTo>
                    <a:pt x="36" y="231"/>
                    <a:pt x="38" y="232"/>
                    <a:pt x="40" y="234"/>
                  </a:cubicBezTo>
                  <a:cubicBezTo>
                    <a:pt x="41" y="236"/>
                    <a:pt x="43" y="237"/>
                    <a:pt x="44" y="238"/>
                  </a:cubicBezTo>
                  <a:cubicBezTo>
                    <a:pt x="45" y="239"/>
                    <a:pt x="46" y="240"/>
                    <a:pt x="48" y="240"/>
                  </a:cubicBezTo>
                  <a:cubicBezTo>
                    <a:pt x="50" y="240"/>
                    <a:pt x="76" y="240"/>
                    <a:pt x="100" y="239"/>
                  </a:cubicBezTo>
                  <a:cubicBezTo>
                    <a:pt x="118" y="239"/>
                    <a:pt x="134" y="239"/>
                    <a:pt x="136" y="239"/>
                  </a:cubicBezTo>
                  <a:cubicBezTo>
                    <a:pt x="138" y="239"/>
                    <a:pt x="140" y="241"/>
                    <a:pt x="142" y="243"/>
                  </a:cubicBezTo>
                  <a:cubicBezTo>
                    <a:pt x="144" y="244"/>
                    <a:pt x="146" y="246"/>
                    <a:pt x="149" y="247"/>
                  </a:cubicBezTo>
                  <a:cubicBezTo>
                    <a:pt x="150" y="248"/>
                    <a:pt x="156" y="248"/>
                    <a:pt x="162" y="249"/>
                  </a:cubicBezTo>
                  <a:cubicBezTo>
                    <a:pt x="172" y="249"/>
                    <a:pt x="184" y="249"/>
                    <a:pt x="188" y="249"/>
                  </a:cubicBezTo>
                  <a:cubicBezTo>
                    <a:pt x="189" y="249"/>
                    <a:pt x="191" y="249"/>
                    <a:pt x="193" y="249"/>
                  </a:cubicBezTo>
                  <a:cubicBezTo>
                    <a:pt x="200" y="249"/>
                    <a:pt x="209" y="249"/>
                    <a:pt x="212" y="249"/>
                  </a:cubicBezTo>
                  <a:cubicBezTo>
                    <a:pt x="215" y="248"/>
                    <a:pt x="231" y="244"/>
                    <a:pt x="237" y="242"/>
                  </a:cubicBezTo>
                  <a:cubicBezTo>
                    <a:pt x="235" y="240"/>
                    <a:pt x="230" y="236"/>
                    <a:pt x="225" y="231"/>
                  </a:cubicBezTo>
                  <a:cubicBezTo>
                    <a:pt x="220" y="227"/>
                    <a:pt x="215" y="223"/>
                    <a:pt x="214" y="222"/>
                  </a:cubicBezTo>
                  <a:cubicBezTo>
                    <a:pt x="213" y="221"/>
                    <a:pt x="212" y="219"/>
                    <a:pt x="212" y="217"/>
                  </a:cubicBezTo>
                  <a:cubicBezTo>
                    <a:pt x="211" y="215"/>
                    <a:pt x="211" y="213"/>
                    <a:pt x="211" y="212"/>
                  </a:cubicBezTo>
                  <a:cubicBezTo>
                    <a:pt x="211" y="210"/>
                    <a:pt x="211" y="202"/>
                    <a:pt x="211" y="194"/>
                  </a:cubicBezTo>
                  <a:cubicBezTo>
                    <a:pt x="211" y="189"/>
                    <a:pt x="211" y="185"/>
                    <a:pt x="211" y="184"/>
                  </a:cubicBezTo>
                  <a:cubicBezTo>
                    <a:pt x="211" y="182"/>
                    <a:pt x="211" y="175"/>
                    <a:pt x="211" y="167"/>
                  </a:cubicBezTo>
                  <a:cubicBezTo>
                    <a:pt x="211" y="160"/>
                    <a:pt x="211" y="153"/>
                    <a:pt x="211" y="151"/>
                  </a:cubicBezTo>
                  <a:cubicBezTo>
                    <a:pt x="211" y="149"/>
                    <a:pt x="211" y="148"/>
                    <a:pt x="212" y="147"/>
                  </a:cubicBezTo>
                  <a:cubicBezTo>
                    <a:pt x="213" y="147"/>
                    <a:pt x="214" y="146"/>
                    <a:pt x="215" y="146"/>
                  </a:cubicBezTo>
                  <a:cubicBezTo>
                    <a:pt x="216" y="146"/>
                    <a:pt x="225" y="146"/>
                    <a:pt x="233" y="147"/>
                  </a:cubicBezTo>
                  <a:cubicBezTo>
                    <a:pt x="237" y="147"/>
                    <a:pt x="241" y="147"/>
                    <a:pt x="243" y="147"/>
                  </a:cubicBezTo>
                  <a:cubicBezTo>
                    <a:pt x="246" y="147"/>
                    <a:pt x="248" y="147"/>
                    <a:pt x="249" y="147"/>
                  </a:cubicBezTo>
                  <a:cubicBezTo>
                    <a:pt x="250" y="147"/>
                    <a:pt x="251" y="147"/>
                    <a:pt x="251" y="147"/>
                  </a:cubicBezTo>
                  <a:cubicBezTo>
                    <a:pt x="251" y="146"/>
                    <a:pt x="250" y="145"/>
                    <a:pt x="250" y="144"/>
                  </a:cubicBezTo>
                  <a:cubicBezTo>
                    <a:pt x="250" y="144"/>
                    <a:pt x="250" y="143"/>
                    <a:pt x="250" y="143"/>
                  </a:cubicBezTo>
                  <a:cubicBezTo>
                    <a:pt x="249" y="141"/>
                    <a:pt x="250" y="140"/>
                    <a:pt x="251" y="137"/>
                  </a:cubicBezTo>
                  <a:cubicBezTo>
                    <a:pt x="252" y="135"/>
                    <a:pt x="252" y="135"/>
                    <a:pt x="252" y="135"/>
                  </a:cubicBezTo>
                  <a:cubicBezTo>
                    <a:pt x="253" y="133"/>
                    <a:pt x="253" y="131"/>
                    <a:pt x="252" y="129"/>
                  </a:cubicBezTo>
                  <a:cubicBezTo>
                    <a:pt x="252" y="128"/>
                    <a:pt x="252" y="127"/>
                    <a:pt x="252" y="126"/>
                  </a:cubicBezTo>
                  <a:cubicBezTo>
                    <a:pt x="252" y="123"/>
                    <a:pt x="252" y="118"/>
                    <a:pt x="252" y="114"/>
                  </a:cubicBezTo>
                  <a:cubicBezTo>
                    <a:pt x="252" y="111"/>
                    <a:pt x="252" y="109"/>
                    <a:pt x="252" y="107"/>
                  </a:cubicBezTo>
                  <a:cubicBezTo>
                    <a:pt x="251" y="108"/>
                    <a:pt x="250" y="109"/>
                    <a:pt x="249" y="109"/>
                  </a:cubicBezTo>
                  <a:cubicBezTo>
                    <a:pt x="248" y="109"/>
                    <a:pt x="247" y="109"/>
                    <a:pt x="246" y="109"/>
                  </a:cubicBezTo>
                  <a:cubicBezTo>
                    <a:pt x="243" y="109"/>
                    <a:pt x="239" y="109"/>
                    <a:pt x="235" y="109"/>
                  </a:cubicBezTo>
                  <a:cubicBezTo>
                    <a:pt x="234" y="109"/>
                    <a:pt x="233" y="109"/>
                    <a:pt x="232" y="109"/>
                  </a:cubicBezTo>
                  <a:cubicBezTo>
                    <a:pt x="227" y="110"/>
                    <a:pt x="224" y="110"/>
                    <a:pt x="223" y="110"/>
                  </a:cubicBezTo>
                  <a:cubicBezTo>
                    <a:pt x="221" y="111"/>
                    <a:pt x="220" y="111"/>
                    <a:pt x="219" y="111"/>
                  </a:cubicBezTo>
                  <a:cubicBezTo>
                    <a:pt x="217" y="111"/>
                    <a:pt x="216" y="110"/>
                    <a:pt x="216" y="109"/>
                  </a:cubicBezTo>
                  <a:cubicBezTo>
                    <a:pt x="215" y="108"/>
                    <a:pt x="215" y="106"/>
                    <a:pt x="215" y="105"/>
                  </a:cubicBezTo>
                  <a:cubicBezTo>
                    <a:pt x="214" y="104"/>
                    <a:pt x="214" y="104"/>
                    <a:pt x="214" y="104"/>
                  </a:cubicBezTo>
                  <a:cubicBezTo>
                    <a:pt x="214" y="102"/>
                    <a:pt x="215" y="101"/>
                    <a:pt x="215" y="100"/>
                  </a:cubicBezTo>
                  <a:cubicBezTo>
                    <a:pt x="216" y="99"/>
                    <a:pt x="217" y="98"/>
                    <a:pt x="217" y="97"/>
                  </a:cubicBezTo>
                  <a:cubicBezTo>
                    <a:pt x="217" y="97"/>
                    <a:pt x="216" y="94"/>
                    <a:pt x="216" y="92"/>
                  </a:cubicBezTo>
                  <a:cubicBezTo>
                    <a:pt x="215" y="89"/>
                    <a:pt x="215" y="86"/>
                    <a:pt x="214" y="85"/>
                  </a:cubicBezTo>
                  <a:cubicBezTo>
                    <a:pt x="213" y="83"/>
                    <a:pt x="212" y="82"/>
                    <a:pt x="210" y="80"/>
                  </a:cubicBezTo>
                  <a:cubicBezTo>
                    <a:pt x="210" y="79"/>
                    <a:pt x="210" y="79"/>
                    <a:pt x="210" y="79"/>
                  </a:cubicBezTo>
                  <a:cubicBezTo>
                    <a:pt x="207" y="77"/>
                    <a:pt x="207" y="76"/>
                    <a:pt x="207" y="72"/>
                  </a:cubicBezTo>
                  <a:cubicBezTo>
                    <a:pt x="207" y="72"/>
                    <a:pt x="207" y="72"/>
                    <a:pt x="207" y="72"/>
                  </a:cubicBezTo>
                  <a:cubicBezTo>
                    <a:pt x="207" y="69"/>
                    <a:pt x="207" y="65"/>
                    <a:pt x="208" y="60"/>
                  </a:cubicBezTo>
                  <a:cubicBezTo>
                    <a:pt x="208" y="57"/>
                    <a:pt x="209" y="53"/>
                    <a:pt x="209" y="52"/>
                  </a:cubicBezTo>
                  <a:cubicBezTo>
                    <a:pt x="209" y="50"/>
                    <a:pt x="208" y="49"/>
                    <a:pt x="207" y="48"/>
                  </a:cubicBezTo>
                  <a:cubicBezTo>
                    <a:pt x="207" y="47"/>
                    <a:pt x="206" y="45"/>
                    <a:pt x="206" y="43"/>
                  </a:cubicBezTo>
                  <a:cubicBezTo>
                    <a:pt x="206" y="42"/>
                    <a:pt x="206" y="41"/>
                    <a:pt x="206" y="40"/>
                  </a:cubicBezTo>
                  <a:cubicBezTo>
                    <a:pt x="206" y="39"/>
                    <a:pt x="207" y="38"/>
                    <a:pt x="207" y="37"/>
                  </a:cubicBezTo>
                  <a:cubicBezTo>
                    <a:pt x="207" y="36"/>
                    <a:pt x="207" y="36"/>
                    <a:pt x="207" y="35"/>
                  </a:cubicBezTo>
                  <a:cubicBezTo>
                    <a:pt x="207" y="33"/>
                    <a:pt x="207" y="31"/>
                    <a:pt x="206" y="30"/>
                  </a:cubicBezTo>
                  <a:cubicBezTo>
                    <a:pt x="205" y="29"/>
                    <a:pt x="200" y="29"/>
                    <a:pt x="196" y="29"/>
                  </a:cubicBezTo>
                  <a:cubicBezTo>
                    <a:pt x="195" y="30"/>
                    <a:pt x="193" y="30"/>
                    <a:pt x="192" y="30"/>
                  </a:cubicBezTo>
                  <a:cubicBezTo>
                    <a:pt x="191" y="30"/>
                    <a:pt x="190" y="30"/>
                    <a:pt x="189" y="30"/>
                  </a:cubicBezTo>
                  <a:cubicBezTo>
                    <a:pt x="186" y="30"/>
                    <a:pt x="184" y="30"/>
                    <a:pt x="182" y="29"/>
                  </a:cubicBezTo>
                  <a:cubicBezTo>
                    <a:pt x="181" y="28"/>
                    <a:pt x="181" y="26"/>
                    <a:pt x="181" y="25"/>
                  </a:cubicBezTo>
                  <a:cubicBezTo>
                    <a:pt x="181" y="24"/>
                    <a:pt x="181" y="24"/>
                    <a:pt x="181" y="24"/>
                  </a:cubicBezTo>
                  <a:cubicBezTo>
                    <a:pt x="181" y="24"/>
                    <a:pt x="181" y="23"/>
                    <a:pt x="181" y="23"/>
                  </a:cubicBezTo>
                  <a:cubicBezTo>
                    <a:pt x="181" y="23"/>
                    <a:pt x="180" y="23"/>
                    <a:pt x="179" y="23"/>
                  </a:cubicBezTo>
                  <a:cubicBezTo>
                    <a:pt x="178" y="23"/>
                    <a:pt x="177" y="23"/>
                    <a:pt x="176" y="23"/>
                  </a:cubicBezTo>
                  <a:cubicBezTo>
                    <a:pt x="172" y="23"/>
                    <a:pt x="167" y="23"/>
                    <a:pt x="165" y="24"/>
                  </a:cubicBezTo>
                  <a:cubicBezTo>
                    <a:pt x="164" y="24"/>
                    <a:pt x="163" y="24"/>
                    <a:pt x="163" y="25"/>
                  </a:cubicBezTo>
                  <a:cubicBezTo>
                    <a:pt x="162" y="25"/>
                    <a:pt x="162" y="26"/>
                    <a:pt x="162" y="28"/>
                  </a:cubicBezTo>
                  <a:cubicBezTo>
                    <a:pt x="162" y="29"/>
                    <a:pt x="162" y="31"/>
                    <a:pt x="161" y="33"/>
                  </a:cubicBezTo>
                  <a:cubicBezTo>
                    <a:pt x="161" y="35"/>
                    <a:pt x="160" y="38"/>
                    <a:pt x="160" y="39"/>
                  </a:cubicBezTo>
                  <a:cubicBezTo>
                    <a:pt x="160" y="41"/>
                    <a:pt x="159" y="42"/>
                    <a:pt x="158" y="43"/>
                  </a:cubicBezTo>
                  <a:cubicBezTo>
                    <a:pt x="157" y="44"/>
                    <a:pt x="156" y="45"/>
                    <a:pt x="154" y="45"/>
                  </a:cubicBezTo>
                  <a:cubicBezTo>
                    <a:pt x="153" y="45"/>
                    <a:pt x="151" y="45"/>
                    <a:pt x="150" y="44"/>
                  </a:cubicBezTo>
                  <a:cubicBezTo>
                    <a:pt x="148" y="44"/>
                    <a:pt x="145" y="44"/>
                    <a:pt x="143" y="44"/>
                  </a:cubicBezTo>
                  <a:cubicBezTo>
                    <a:pt x="142" y="44"/>
                    <a:pt x="140" y="45"/>
                    <a:pt x="138" y="46"/>
                  </a:cubicBezTo>
                  <a:cubicBezTo>
                    <a:pt x="135" y="47"/>
                    <a:pt x="134" y="48"/>
                    <a:pt x="132" y="48"/>
                  </a:cubicBezTo>
                  <a:cubicBezTo>
                    <a:pt x="130" y="48"/>
                    <a:pt x="128" y="48"/>
                    <a:pt x="127" y="48"/>
                  </a:cubicBezTo>
                  <a:cubicBezTo>
                    <a:pt x="125" y="48"/>
                    <a:pt x="123" y="47"/>
                    <a:pt x="122" y="47"/>
                  </a:cubicBezTo>
                  <a:cubicBezTo>
                    <a:pt x="120" y="47"/>
                    <a:pt x="117" y="42"/>
                    <a:pt x="115" y="38"/>
                  </a:cubicBezTo>
                  <a:cubicBezTo>
                    <a:pt x="114" y="37"/>
                    <a:pt x="113" y="36"/>
                    <a:pt x="113" y="35"/>
                  </a:cubicBezTo>
                  <a:cubicBezTo>
                    <a:pt x="111" y="33"/>
                    <a:pt x="109" y="30"/>
                    <a:pt x="107" y="26"/>
                  </a:cubicBezTo>
                  <a:cubicBezTo>
                    <a:pt x="106" y="23"/>
                    <a:pt x="104" y="20"/>
                    <a:pt x="104" y="17"/>
                  </a:cubicBezTo>
                  <a:cubicBezTo>
                    <a:pt x="103" y="15"/>
                    <a:pt x="103" y="13"/>
                    <a:pt x="102" y="11"/>
                  </a:cubicBezTo>
                  <a:cubicBezTo>
                    <a:pt x="101" y="7"/>
                    <a:pt x="101" y="4"/>
                    <a:pt x="100" y="3"/>
                  </a:cubicBezTo>
                  <a:cubicBezTo>
                    <a:pt x="99" y="2"/>
                    <a:pt x="98" y="1"/>
                    <a:pt x="97" y="1"/>
                  </a:cubicBezTo>
                  <a:cubicBezTo>
                    <a:pt x="95" y="1"/>
                    <a:pt x="93" y="0"/>
                    <a:pt x="88" y="0"/>
                  </a:cubicBezTo>
                  <a:cubicBezTo>
                    <a:pt x="83" y="0"/>
                    <a:pt x="80" y="0"/>
                    <a:pt x="77" y="0"/>
                  </a:cubicBezTo>
                  <a:cubicBezTo>
                    <a:pt x="69" y="0"/>
                    <a:pt x="60" y="0"/>
                    <a:pt x="57" y="0"/>
                  </a:cubicBezTo>
                  <a:cubicBezTo>
                    <a:pt x="54" y="0"/>
                    <a:pt x="50" y="0"/>
                    <a:pt x="45" y="0"/>
                  </a:cubicBezTo>
                  <a:cubicBezTo>
                    <a:pt x="41" y="0"/>
                    <a:pt x="37" y="0"/>
                    <a:pt x="34" y="0"/>
                  </a:cubicBezTo>
                  <a:cubicBezTo>
                    <a:pt x="31" y="0"/>
                    <a:pt x="28" y="1"/>
                    <a:pt x="26" y="2"/>
                  </a:cubicBezTo>
                  <a:cubicBezTo>
                    <a:pt x="22" y="3"/>
                    <a:pt x="19" y="4"/>
                    <a:pt x="18" y="4"/>
                  </a:cubicBezTo>
                  <a:cubicBezTo>
                    <a:pt x="17" y="5"/>
                    <a:pt x="15" y="6"/>
                    <a:pt x="13" y="7"/>
                  </a:cubicBezTo>
                  <a:cubicBezTo>
                    <a:pt x="13" y="8"/>
                    <a:pt x="13" y="8"/>
                    <a:pt x="14" y="9"/>
                  </a:cubicBezTo>
                  <a:cubicBezTo>
                    <a:pt x="15" y="10"/>
                    <a:pt x="17" y="9"/>
                    <a:pt x="18" y="12"/>
                  </a:cubicBezTo>
                  <a:cubicBezTo>
                    <a:pt x="18" y="14"/>
                    <a:pt x="18" y="15"/>
                    <a:pt x="20" y="17"/>
                  </a:cubicBezTo>
                  <a:cubicBezTo>
                    <a:pt x="21" y="20"/>
                    <a:pt x="23" y="22"/>
                    <a:pt x="24" y="23"/>
                  </a:cubicBezTo>
                  <a:cubicBezTo>
                    <a:pt x="24" y="24"/>
                    <a:pt x="26" y="29"/>
                    <a:pt x="27" y="31"/>
                  </a:cubicBezTo>
                  <a:cubicBezTo>
                    <a:pt x="28" y="33"/>
                    <a:pt x="28" y="38"/>
                    <a:pt x="31" y="43"/>
                  </a:cubicBezTo>
                  <a:cubicBezTo>
                    <a:pt x="34" y="47"/>
                    <a:pt x="34" y="48"/>
                    <a:pt x="35" y="50"/>
                  </a:cubicBezTo>
                  <a:cubicBezTo>
                    <a:pt x="35" y="53"/>
                    <a:pt x="35" y="56"/>
                    <a:pt x="34" y="58"/>
                  </a:cubicBezTo>
                  <a:cubicBezTo>
                    <a:pt x="33" y="59"/>
                    <a:pt x="33" y="60"/>
                    <a:pt x="32" y="61"/>
                  </a:cubicBezTo>
                  <a:cubicBezTo>
                    <a:pt x="31" y="63"/>
                    <a:pt x="29" y="63"/>
                    <a:pt x="28" y="65"/>
                  </a:cubicBezTo>
                  <a:cubicBezTo>
                    <a:pt x="28" y="67"/>
                    <a:pt x="28" y="68"/>
                    <a:pt x="29" y="70"/>
                  </a:cubicBezTo>
                  <a:cubicBezTo>
                    <a:pt x="30" y="73"/>
                    <a:pt x="31" y="74"/>
                    <a:pt x="32" y="77"/>
                  </a:cubicBezTo>
                  <a:cubicBezTo>
                    <a:pt x="34" y="81"/>
                    <a:pt x="34" y="85"/>
                    <a:pt x="38" y="90"/>
                  </a:cubicBezTo>
                  <a:cubicBezTo>
                    <a:pt x="41" y="95"/>
                    <a:pt x="42" y="95"/>
                    <a:pt x="43" y="98"/>
                  </a:cubicBezTo>
                  <a:cubicBezTo>
                    <a:pt x="44" y="101"/>
                    <a:pt x="44" y="103"/>
                    <a:pt x="44" y="105"/>
                  </a:cubicBezTo>
                  <a:cubicBezTo>
                    <a:pt x="45" y="107"/>
                    <a:pt x="44" y="115"/>
                    <a:pt x="44" y="118"/>
                  </a:cubicBezTo>
                  <a:cubicBezTo>
                    <a:pt x="44" y="121"/>
                    <a:pt x="44" y="122"/>
                    <a:pt x="43" y="124"/>
                  </a:cubicBezTo>
                  <a:cubicBezTo>
                    <a:pt x="42" y="125"/>
                    <a:pt x="42" y="125"/>
                    <a:pt x="41" y="127"/>
                  </a:cubicBezTo>
                  <a:cubicBezTo>
                    <a:pt x="40" y="129"/>
                    <a:pt x="40" y="131"/>
                    <a:pt x="39" y="133"/>
                  </a:cubicBezTo>
                  <a:cubicBezTo>
                    <a:pt x="38" y="135"/>
                    <a:pt x="38" y="135"/>
                    <a:pt x="36" y="136"/>
                  </a:cubicBezTo>
                  <a:cubicBezTo>
                    <a:pt x="35" y="138"/>
                    <a:pt x="34" y="137"/>
                    <a:pt x="33" y="139"/>
                  </a:cubicBezTo>
                  <a:cubicBezTo>
                    <a:pt x="31" y="140"/>
                    <a:pt x="25" y="144"/>
                    <a:pt x="23" y="148"/>
                  </a:cubicBezTo>
                  <a:cubicBezTo>
                    <a:pt x="20" y="152"/>
                    <a:pt x="19" y="154"/>
                    <a:pt x="18" y="157"/>
                  </a:cubicBezTo>
                  <a:cubicBezTo>
                    <a:pt x="16" y="160"/>
                    <a:pt x="15" y="163"/>
                    <a:pt x="15" y="166"/>
                  </a:cubicBezTo>
                  <a:cubicBezTo>
                    <a:pt x="15" y="170"/>
                    <a:pt x="12" y="175"/>
                    <a:pt x="12" y="179"/>
                  </a:cubicBezTo>
                  <a:cubicBezTo>
                    <a:pt x="11" y="183"/>
                    <a:pt x="9" y="189"/>
                    <a:pt x="8" y="190"/>
                  </a:cubicBezTo>
                  <a:cubicBezTo>
                    <a:pt x="8" y="192"/>
                    <a:pt x="8" y="195"/>
                    <a:pt x="7" y="197"/>
                  </a:cubicBezTo>
                  <a:cubicBezTo>
                    <a:pt x="7" y="200"/>
                    <a:pt x="7" y="201"/>
                    <a:pt x="5" y="203"/>
                  </a:cubicBezTo>
                  <a:cubicBezTo>
                    <a:pt x="3" y="204"/>
                    <a:pt x="1" y="207"/>
                    <a:pt x="0" y="208"/>
                  </a:cubicBezTo>
                  <a:cubicBezTo>
                    <a:pt x="0" y="209"/>
                    <a:pt x="0" y="216"/>
                    <a:pt x="0" y="218"/>
                  </a:cubicBezTo>
                  <a:cubicBezTo>
                    <a:pt x="0" y="220"/>
                    <a:pt x="0" y="222"/>
                    <a:pt x="0" y="225"/>
                  </a:cubicBezTo>
                  <a:cubicBezTo>
                    <a:pt x="0" y="228"/>
                    <a:pt x="0" y="230"/>
                    <a:pt x="1" y="234"/>
                  </a:cubicBezTo>
                  <a:cubicBezTo>
                    <a:pt x="1" y="234"/>
                    <a:pt x="1" y="236"/>
                    <a:pt x="1" y="237"/>
                  </a:cubicBezTo>
                  <a:cubicBezTo>
                    <a:pt x="1" y="237"/>
                    <a:pt x="1" y="237"/>
                    <a:pt x="1" y="237"/>
                  </a:cubicBezTo>
                  <a:cubicBezTo>
                    <a:pt x="6" y="237"/>
                    <a:pt x="13" y="238"/>
                    <a:pt x="16" y="23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5" name="Freeform 83">
              <a:extLst>
                <a:ext uri="{FF2B5EF4-FFF2-40B4-BE49-F238E27FC236}">
                  <a16:creationId xmlns:a16="http://schemas.microsoft.com/office/drawing/2014/main" id="{58AE548E-D44D-C8B4-CFC2-93C9464DBC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4246" y="3303983"/>
              <a:ext cx="163605" cy="313106"/>
            </a:xfrm>
            <a:custGeom>
              <a:avLst/>
              <a:gdLst>
                <a:gd name="T0" fmla="*/ 141 w 150"/>
                <a:gd name="T1" fmla="*/ 31 h 291"/>
                <a:gd name="T2" fmla="*/ 132 w 150"/>
                <a:gd name="T3" fmla="*/ 14 h 291"/>
                <a:gd name="T4" fmla="*/ 125 w 150"/>
                <a:gd name="T5" fmla="*/ 5 h 291"/>
                <a:gd name="T6" fmla="*/ 123 w 150"/>
                <a:gd name="T7" fmla="*/ 1 h 291"/>
                <a:gd name="T8" fmla="*/ 116 w 150"/>
                <a:gd name="T9" fmla="*/ 8 h 291"/>
                <a:gd name="T10" fmla="*/ 120 w 150"/>
                <a:gd name="T11" fmla="*/ 17 h 291"/>
                <a:gd name="T12" fmla="*/ 117 w 150"/>
                <a:gd name="T13" fmla="*/ 27 h 291"/>
                <a:gd name="T14" fmla="*/ 111 w 150"/>
                <a:gd name="T15" fmla="*/ 31 h 291"/>
                <a:gd name="T16" fmla="*/ 106 w 150"/>
                <a:gd name="T17" fmla="*/ 37 h 291"/>
                <a:gd name="T18" fmla="*/ 99 w 150"/>
                <a:gd name="T19" fmla="*/ 34 h 291"/>
                <a:gd name="T20" fmla="*/ 101 w 150"/>
                <a:gd name="T21" fmla="*/ 43 h 291"/>
                <a:gd name="T22" fmla="*/ 96 w 150"/>
                <a:gd name="T23" fmla="*/ 48 h 291"/>
                <a:gd name="T24" fmla="*/ 97 w 150"/>
                <a:gd name="T25" fmla="*/ 53 h 291"/>
                <a:gd name="T26" fmla="*/ 99 w 150"/>
                <a:gd name="T27" fmla="*/ 58 h 291"/>
                <a:gd name="T28" fmla="*/ 93 w 150"/>
                <a:gd name="T29" fmla="*/ 57 h 291"/>
                <a:gd name="T30" fmla="*/ 85 w 150"/>
                <a:gd name="T31" fmla="*/ 64 h 291"/>
                <a:gd name="T32" fmla="*/ 84 w 150"/>
                <a:gd name="T33" fmla="*/ 72 h 291"/>
                <a:gd name="T34" fmla="*/ 78 w 150"/>
                <a:gd name="T35" fmla="*/ 71 h 291"/>
                <a:gd name="T36" fmla="*/ 72 w 150"/>
                <a:gd name="T37" fmla="*/ 72 h 291"/>
                <a:gd name="T38" fmla="*/ 66 w 150"/>
                <a:gd name="T39" fmla="*/ 78 h 291"/>
                <a:gd name="T40" fmla="*/ 66 w 150"/>
                <a:gd name="T41" fmla="*/ 83 h 291"/>
                <a:gd name="T42" fmla="*/ 58 w 150"/>
                <a:gd name="T43" fmla="*/ 81 h 291"/>
                <a:gd name="T44" fmla="*/ 49 w 150"/>
                <a:gd name="T45" fmla="*/ 82 h 291"/>
                <a:gd name="T46" fmla="*/ 40 w 150"/>
                <a:gd name="T47" fmla="*/ 86 h 291"/>
                <a:gd name="T48" fmla="*/ 28 w 150"/>
                <a:gd name="T49" fmla="*/ 89 h 291"/>
                <a:gd name="T50" fmla="*/ 23 w 150"/>
                <a:gd name="T51" fmla="*/ 102 h 291"/>
                <a:gd name="T52" fmla="*/ 16 w 150"/>
                <a:gd name="T53" fmla="*/ 117 h 291"/>
                <a:gd name="T54" fmla="*/ 22 w 150"/>
                <a:gd name="T55" fmla="*/ 142 h 291"/>
                <a:gd name="T56" fmla="*/ 26 w 150"/>
                <a:gd name="T57" fmla="*/ 157 h 291"/>
                <a:gd name="T58" fmla="*/ 21 w 150"/>
                <a:gd name="T59" fmla="*/ 178 h 291"/>
                <a:gd name="T60" fmla="*/ 12 w 150"/>
                <a:gd name="T61" fmla="*/ 195 h 291"/>
                <a:gd name="T62" fmla="*/ 5 w 150"/>
                <a:gd name="T63" fmla="*/ 206 h 291"/>
                <a:gd name="T64" fmla="*/ 0 w 150"/>
                <a:gd name="T65" fmla="*/ 216 h 291"/>
                <a:gd name="T66" fmla="*/ 7 w 150"/>
                <a:gd name="T67" fmla="*/ 239 h 291"/>
                <a:gd name="T68" fmla="*/ 9 w 150"/>
                <a:gd name="T69" fmla="*/ 251 h 291"/>
                <a:gd name="T70" fmla="*/ 12 w 150"/>
                <a:gd name="T71" fmla="*/ 268 h 291"/>
                <a:gd name="T72" fmla="*/ 28 w 150"/>
                <a:gd name="T73" fmla="*/ 284 h 291"/>
                <a:gd name="T74" fmla="*/ 49 w 150"/>
                <a:gd name="T75" fmla="*/ 288 h 291"/>
                <a:gd name="T76" fmla="*/ 73 w 150"/>
                <a:gd name="T77" fmla="*/ 279 h 291"/>
                <a:gd name="T78" fmla="*/ 87 w 150"/>
                <a:gd name="T79" fmla="*/ 260 h 291"/>
                <a:gd name="T80" fmla="*/ 97 w 150"/>
                <a:gd name="T81" fmla="*/ 224 h 291"/>
                <a:gd name="T82" fmla="*/ 117 w 150"/>
                <a:gd name="T83" fmla="*/ 160 h 291"/>
                <a:gd name="T84" fmla="*/ 126 w 150"/>
                <a:gd name="T85" fmla="*/ 126 h 291"/>
                <a:gd name="T86" fmla="*/ 129 w 150"/>
                <a:gd name="T87" fmla="*/ 109 h 291"/>
                <a:gd name="T88" fmla="*/ 135 w 150"/>
                <a:gd name="T89" fmla="*/ 96 h 291"/>
                <a:gd name="T90" fmla="*/ 134 w 150"/>
                <a:gd name="T91" fmla="*/ 78 h 291"/>
                <a:gd name="T92" fmla="*/ 140 w 150"/>
                <a:gd name="T93" fmla="*/ 76 h 291"/>
                <a:gd name="T94" fmla="*/ 149 w 150"/>
                <a:gd name="T95" fmla="*/ 77 h 291"/>
                <a:gd name="T96" fmla="*/ 149 w 150"/>
                <a:gd name="T97" fmla="*/ 59 h 291"/>
                <a:gd name="T98" fmla="*/ 86 w 150"/>
                <a:gd name="T99" fmla="*/ 55 h 291"/>
                <a:gd name="T100" fmla="*/ 88 w 150"/>
                <a:gd name="T101" fmla="*/ 56 h 291"/>
                <a:gd name="T102" fmla="*/ 106 w 150"/>
                <a:gd name="T103" fmla="*/ 29 h 291"/>
                <a:gd name="T104" fmla="*/ 103 w 150"/>
                <a:gd name="T105" fmla="*/ 28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0" h="291">
                  <a:moveTo>
                    <a:pt x="144" y="42"/>
                  </a:moveTo>
                  <a:cubicBezTo>
                    <a:pt x="140" y="35"/>
                    <a:pt x="142" y="36"/>
                    <a:pt x="141" y="31"/>
                  </a:cubicBezTo>
                  <a:cubicBezTo>
                    <a:pt x="140" y="26"/>
                    <a:pt x="141" y="25"/>
                    <a:pt x="139" y="21"/>
                  </a:cubicBezTo>
                  <a:cubicBezTo>
                    <a:pt x="137" y="18"/>
                    <a:pt x="136" y="17"/>
                    <a:pt x="132" y="14"/>
                  </a:cubicBezTo>
                  <a:cubicBezTo>
                    <a:pt x="131" y="11"/>
                    <a:pt x="127" y="10"/>
                    <a:pt x="125" y="8"/>
                  </a:cubicBezTo>
                  <a:cubicBezTo>
                    <a:pt x="124" y="6"/>
                    <a:pt x="125" y="6"/>
                    <a:pt x="125" y="5"/>
                  </a:cubicBezTo>
                  <a:cubicBezTo>
                    <a:pt x="126" y="4"/>
                    <a:pt x="127" y="3"/>
                    <a:pt x="126" y="2"/>
                  </a:cubicBezTo>
                  <a:cubicBezTo>
                    <a:pt x="125" y="0"/>
                    <a:pt x="125" y="0"/>
                    <a:pt x="123" y="1"/>
                  </a:cubicBezTo>
                  <a:cubicBezTo>
                    <a:pt x="122" y="2"/>
                    <a:pt x="122" y="3"/>
                    <a:pt x="120" y="4"/>
                  </a:cubicBezTo>
                  <a:cubicBezTo>
                    <a:pt x="118" y="5"/>
                    <a:pt x="118" y="6"/>
                    <a:pt x="116" y="8"/>
                  </a:cubicBezTo>
                  <a:cubicBezTo>
                    <a:pt x="115" y="9"/>
                    <a:pt x="116" y="10"/>
                    <a:pt x="117" y="12"/>
                  </a:cubicBezTo>
                  <a:cubicBezTo>
                    <a:pt x="119" y="13"/>
                    <a:pt x="120" y="15"/>
                    <a:pt x="120" y="17"/>
                  </a:cubicBezTo>
                  <a:cubicBezTo>
                    <a:pt x="121" y="19"/>
                    <a:pt x="120" y="19"/>
                    <a:pt x="119" y="21"/>
                  </a:cubicBezTo>
                  <a:cubicBezTo>
                    <a:pt x="118" y="24"/>
                    <a:pt x="119" y="25"/>
                    <a:pt x="117" y="27"/>
                  </a:cubicBezTo>
                  <a:cubicBezTo>
                    <a:pt x="115" y="30"/>
                    <a:pt x="115" y="28"/>
                    <a:pt x="113" y="28"/>
                  </a:cubicBezTo>
                  <a:cubicBezTo>
                    <a:pt x="111" y="28"/>
                    <a:pt x="111" y="30"/>
                    <a:pt x="111" y="31"/>
                  </a:cubicBezTo>
                  <a:cubicBezTo>
                    <a:pt x="110" y="32"/>
                    <a:pt x="109" y="32"/>
                    <a:pt x="108" y="33"/>
                  </a:cubicBezTo>
                  <a:cubicBezTo>
                    <a:pt x="107" y="34"/>
                    <a:pt x="107" y="36"/>
                    <a:pt x="106" y="37"/>
                  </a:cubicBezTo>
                  <a:cubicBezTo>
                    <a:pt x="104" y="37"/>
                    <a:pt x="104" y="37"/>
                    <a:pt x="103" y="35"/>
                  </a:cubicBezTo>
                  <a:cubicBezTo>
                    <a:pt x="102" y="34"/>
                    <a:pt x="100" y="33"/>
                    <a:pt x="99" y="34"/>
                  </a:cubicBezTo>
                  <a:cubicBezTo>
                    <a:pt x="99" y="35"/>
                    <a:pt x="99" y="36"/>
                    <a:pt x="100" y="38"/>
                  </a:cubicBezTo>
                  <a:cubicBezTo>
                    <a:pt x="101" y="40"/>
                    <a:pt x="101" y="41"/>
                    <a:pt x="101" y="43"/>
                  </a:cubicBezTo>
                  <a:cubicBezTo>
                    <a:pt x="101" y="45"/>
                    <a:pt x="101" y="48"/>
                    <a:pt x="100" y="48"/>
                  </a:cubicBezTo>
                  <a:cubicBezTo>
                    <a:pt x="98" y="48"/>
                    <a:pt x="97" y="47"/>
                    <a:pt x="96" y="48"/>
                  </a:cubicBezTo>
                  <a:cubicBezTo>
                    <a:pt x="94" y="48"/>
                    <a:pt x="95" y="49"/>
                    <a:pt x="95" y="50"/>
                  </a:cubicBezTo>
                  <a:cubicBezTo>
                    <a:pt x="95" y="52"/>
                    <a:pt x="96" y="52"/>
                    <a:pt x="97" y="53"/>
                  </a:cubicBezTo>
                  <a:cubicBezTo>
                    <a:pt x="99" y="53"/>
                    <a:pt x="99" y="54"/>
                    <a:pt x="100" y="56"/>
                  </a:cubicBezTo>
                  <a:cubicBezTo>
                    <a:pt x="101" y="57"/>
                    <a:pt x="101" y="57"/>
                    <a:pt x="99" y="58"/>
                  </a:cubicBezTo>
                  <a:cubicBezTo>
                    <a:pt x="98" y="58"/>
                    <a:pt x="98" y="57"/>
                    <a:pt x="97" y="56"/>
                  </a:cubicBezTo>
                  <a:cubicBezTo>
                    <a:pt x="96" y="55"/>
                    <a:pt x="94" y="56"/>
                    <a:pt x="93" y="57"/>
                  </a:cubicBezTo>
                  <a:cubicBezTo>
                    <a:pt x="91" y="58"/>
                    <a:pt x="90" y="59"/>
                    <a:pt x="89" y="61"/>
                  </a:cubicBezTo>
                  <a:cubicBezTo>
                    <a:pt x="87" y="62"/>
                    <a:pt x="86" y="64"/>
                    <a:pt x="85" y="64"/>
                  </a:cubicBezTo>
                  <a:cubicBezTo>
                    <a:pt x="83" y="64"/>
                    <a:pt x="82" y="67"/>
                    <a:pt x="83" y="68"/>
                  </a:cubicBezTo>
                  <a:cubicBezTo>
                    <a:pt x="83" y="70"/>
                    <a:pt x="84" y="70"/>
                    <a:pt x="84" y="72"/>
                  </a:cubicBezTo>
                  <a:cubicBezTo>
                    <a:pt x="84" y="74"/>
                    <a:pt x="80" y="74"/>
                    <a:pt x="79" y="74"/>
                  </a:cubicBezTo>
                  <a:cubicBezTo>
                    <a:pt x="77" y="74"/>
                    <a:pt x="78" y="73"/>
                    <a:pt x="78" y="71"/>
                  </a:cubicBezTo>
                  <a:cubicBezTo>
                    <a:pt x="79" y="69"/>
                    <a:pt x="77" y="69"/>
                    <a:pt x="76" y="69"/>
                  </a:cubicBezTo>
                  <a:cubicBezTo>
                    <a:pt x="75" y="69"/>
                    <a:pt x="74" y="70"/>
                    <a:pt x="72" y="72"/>
                  </a:cubicBezTo>
                  <a:cubicBezTo>
                    <a:pt x="71" y="74"/>
                    <a:pt x="70" y="74"/>
                    <a:pt x="68" y="75"/>
                  </a:cubicBezTo>
                  <a:cubicBezTo>
                    <a:pt x="65" y="75"/>
                    <a:pt x="66" y="76"/>
                    <a:pt x="66" y="78"/>
                  </a:cubicBezTo>
                  <a:cubicBezTo>
                    <a:pt x="66" y="80"/>
                    <a:pt x="68" y="80"/>
                    <a:pt x="68" y="81"/>
                  </a:cubicBezTo>
                  <a:cubicBezTo>
                    <a:pt x="68" y="83"/>
                    <a:pt x="68" y="83"/>
                    <a:pt x="66" y="83"/>
                  </a:cubicBezTo>
                  <a:cubicBezTo>
                    <a:pt x="64" y="83"/>
                    <a:pt x="63" y="82"/>
                    <a:pt x="62" y="81"/>
                  </a:cubicBezTo>
                  <a:cubicBezTo>
                    <a:pt x="61" y="80"/>
                    <a:pt x="59" y="80"/>
                    <a:pt x="58" y="81"/>
                  </a:cubicBezTo>
                  <a:cubicBezTo>
                    <a:pt x="56" y="82"/>
                    <a:pt x="56" y="82"/>
                    <a:pt x="54" y="81"/>
                  </a:cubicBezTo>
                  <a:cubicBezTo>
                    <a:pt x="52" y="80"/>
                    <a:pt x="51" y="81"/>
                    <a:pt x="49" y="82"/>
                  </a:cubicBezTo>
                  <a:cubicBezTo>
                    <a:pt x="47" y="84"/>
                    <a:pt x="46" y="85"/>
                    <a:pt x="44" y="85"/>
                  </a:cubicBezTo>
                  <a:cubicBezTo>
                    <a:pt x="41" y="85"/>
                    <a:pt x="41" y="84"/>
                    <a:pt x="40" y="86"/>
                  </a:cubicBezTo>
                  <a:cubicBezTo>
                    <a:pt x="38" y="88"/>
                    <a:pt x="36" y="89"/>
                    <a:pt x="33" y="89"/>
                  </a:cubicBezTo>
                  <a:cubicBezTo>
                    <a:pt x="30" y="89"/>
                    <a:pt x="29" y="89"/>
                    <a:pt x="28" y="89"/>
                  </a:cubicBezTo>
                  <a:cubicBezTo>
                    <a:pt x="26" y="90"/>
                    <a:pt x="26" y="91"/>
                    <a:pt x="25" y="93"/>
                  </a:cubicBezTo>
                  <a:cubicBezTo>
                    <a:pt x="25" y="95"/>
                    <a:pt x="25" y="97"/>
                    <a:pt x="23" y="102"/>
                  </a:cubicBezTo>
                  <a:cubicBezTo>
                    <a:pt x="21" y="108"/>
                    <a:pt x="21" y="110"/>
                    <a:pt x="19" y="113"/>
                  </a:cubicBezTo>
                  <a:cubicBezTo>
                    <a:pt x="17" y="115"/>
                    <a:pt x="16" y="116"/>
                    <a:pt x="16" y="117"/>
                  </a:cubicBezTo>
                  <a:cubicBezTo>
                    <a:pt x="16" y="119"/>
                    <a:pt x="17" y="125"/>
                    <a:pt x="18" y="129"/>
                  </a:cubicBezTo>
                  <a:cubicBezTo>
                    <a:pt x="20" y="132"/>
                    <a:pt x="21" y="137"/>
                    <a:pt x="22" y="142"/>
                  </a:cubicBezTo>
                  <a:cubicBezTo>
                    <a:pt x="22" y="146"/>
                    <a:pt x="22" y="148"/>
                    <a:pt x="23" y="151"/>
                  </a:cubicBezTo>
                  <a:cubicBezTo>
                    <a:pt x="23" y="154"/>
                    <a:pt x="25" y="155"/>
                    <a:pt x="26" y="157"/>
                  </a:cubicBezTo>
                  <a:cubicBezTo>
                    <a:pt x="27" y="159"/>
                    <a:pt x="26" y="161"/>
                    <a:pt x="25" y="164"/>
                  </a:cubicBezTo>
                  <a:cubicBezTo>
                    <a:pt x="25" y="168"/>
                    <a:pt x="25" y="173"/>
                    <a:pt x="21" y="178"/>
                  </a:cubicBezTo>
                  <a:cubicBezTo>
                    <a:pt x="17" y="183"/>
                    <a:pt x="18" y="182"/>
                    <a:pt x="16" y="186"/>
                  </a:cubicBezTo>
                  <a:cubicBezTo>
                    <a:pt x="13" y="190"/>
                    <a:pt x="13" y="195"/>
                    <a:pt x="12" y="195"/>
                  </a:cubicBezTo>
                  <a:cubicBezTo>
                    <a:pt x="11" y="196"/>
                    <a:pt x="8" y="196"/>
                    <a:pt x="6" y="198"/>
                  </a:cubicBezTo>
                  <a:cubicBezTo>
                    <a:pt x="5" y="199"/>
                    <a:pt x="6" y="201"/>
                    <a:pt x="5" y="206"/>
                  </a:cubicBezTo>
                  <a:cubicBezTo>
                    <a:pt x="4" y="210"/>
                    <a:pt x="3" y="207"/>
                    <a:pt x="2" y="210"/>
                  </a:cubicBezTo>
                  <a:cubicBezTo>
                    <a:pt x="0" y="212"/>
                    <a:pt x="0" y="213"/>
                    <a:pt x="0" y="216"/>
                  </a:cubicBezTo>
                  <a:cubicBezTo>
                    <a:pt x="0" y="218"/>
                    <a:pt x="2" y="223"/>
                    <a:pt x="2" y="229"/>
                  </a:cubicBezTo>
                  <a:cubicBezTo>
                    <a:pt x="3" y="234"/>
                    <a:pt x="6" y="235"/>
                    <a:pt x="7" y="239"/>
                  </a:cubicBezTo>
                  <a:cubicBezTo>
                    <a:pt x="9" y="242"/>
                    <a:pt x="10" y="244"/>
                    <a:pt x="10" y="245"/>
                  </a:cubicBezTo>
                  <a:cubicBezTo>
                    <a:pt x="10" y="247"/>
                    <a:pt x="8" y="248"/>
                    <a:pt x="9" y="251"/>
                  </a:cubicBezTo>
                  <a:cubicBezTo>
                    <a:pt x="9" y="255"/>
                    <a:pt x="9" y="258"/>
                    <a:pt x="9" y="261"/>
                  </a:cubicBezTo>
                  <a:cubicBezTo>
                    <a:pt x="9" y="264"/>
                    <a:pt x="10" y="264"/>
                    <a:pt x="12" y="268"/>
                  </a:cubicBezTo>
                  <a:cubicBezTo>
                    <a:pt x="14" y="272"/>
                    <a:pt x="15" y="274"/>
                    <a:pt x="19" y="278"/>
                  </a:cubicBezTo>
                  <a:cubicBezTo>
                    <a:pt x="23" y="282"/>
                    <a:pt x="24" y="282"/>
                    <a:pt x="28" y="284"/>
                  </a:cubicBezTo>
                  <a:cubicBezTo>
                    <a:pt x="32" y="285"/>
                    <a:pt x="32" y="287"/>
                    <a:pt x="38" y="289"/>
                  </a:cubicBezTo>
                  <a:cubicBezTo>
                    <a:pt x="43" y="291"/>
                    <a:pt x="46" y="290"/>
                    <a:pt x="49" y="288"/>
                  </a:cubicBezTo>
                  <a:cubicBezTo>
                    <a:pt x="52" y="286"/>
                    <a:pt x="56" y="284"/>
                    <a:pt x="61" y="281"/>
                  </a:cubicBezTo>
                  <a:cubicBezTo>
                    <a:pt x="65" y="278"/>
                    <a:pt x="69" y="279"/>
                    <a:pt x="73" y="279"/>
                  </a:cubicBezTo>
                  <a:cubicBezTo>
                    <a:pt x="78" y="278"/>
                    <a:pt x="78" y="278"/>
                    <a:pt x="79" y="275"/>
                  </a:cubicBezTo>
                  <a:cubicBezTo>
                    <a:pt x="81" y="272"/>
                    <a:pt x="84" y="266"/>
                    <a:pt x="87" y="260"/>
                  </a:cubicBezTo>
                  <a:cubicBezTo>
                    <a:pt x="90" y="254"/>
                    <a:pt x="89" y="251"/>
                    <a:pt x="91" y="245"/>
                  </a:cubicBezTo>
                  <a:cubicBezTo>
                    <a:pt x="93" y="238"/>
                    <a:pt x="96" y="228"/>
                    <a:pt x="97" y="224"/>
                  </a:cubicBezTo>
                  <a:cubicBezTo>
                    <a:pt x="98" y="220"/>
                    <a:pt x="101" y="203"/>
                    <a:pt x="108" y="191"/>
                  </a:cubicBezTo>
                  <a:cubicBezTo>
                    <a:pt x="114" y="180"/>
                    <a:pt x="115" y="169"/>
                    <a:pt x="117" y="160"/>
                  </a:cubicBezTo>
                  <a:cubicBezTo>
                    <a:pt x="118" y="151"/>
                    <a:pt x="120" y="150"/>
                    <a:pt x="121" y="143"/>
                  </a:cubicBezTo>
                  <a:cubicBezTo>
                    <a:pt x="122" y="135"/>
                    <a:pt x="126" y="129"/>
                    <a:pt x="126" y="126"/>
                  </a:cubicBezTo>
                  <a:cubicBezTo>
                    <a:pt x="127" y="123"/>
                    <a:pt x="130" y="121"/>
                    <a:pt x="129" y="117"/>
                  </a:cubicBezTo>
                  <a:cubicBezTo>
                    <a:pt x="128" y="113"/>
                    <a:pt x="128" y="111"/>
                    <a:pt x="129" y="109"/>
                  </a:cubicBezTo>
                  <a:cubicBezTo>
                    <a:pt x="130" y="107"/>
                    <a:pt x="136" y="103"/>
                    <a:pt x="135" y="100"/>
                  </a:cubicBezTo>
                  <a:cubicBezTo>
                    <a:pt x="134" y="98"/>
                    <a:pt x="134" y="98"/>
                    <a:pt x="135" y="96"/>
                  </a:cubicBezTo>
                  <a:cubicBezTo>
                    <a:pt x="135" y="93"/>
                    <a:pt x="137" y="89"/>
                    <a:pt x="135" y="85"/>
                  </a:cubicBezTo>
                  <a:cubicBezTo>
                    <a:pt x="133" y="82"/>
                    <a:pt x="134" y="82"/>
                    <a:pt x="134" y="78"/>
                  </a:cubicBezTo>
                  <a:cubicBezTo>
                    <a:pt x="134" y="74"/>
                    <a:pt x="134" y="72"/>
                    <a:pt x="136" y="72"/>
                  </a:cubicBezTo>
                  <a:cubicBezTo>
                    <a:pt x="137" y="71"/>
                    <a:pt x="139" y="73"/>
                    <a:pt x="140" y="76"/>
                  </a:cubicBezTo>
                  <a:cubicBezTo>
                    <a:pt x="142" y="79"/>
                    <a:pt x="143" y="81"/>
                    <a:pt x="145" y="81"/>
                  </a:cubicBezTo>
                  <a:cubicBezTo>
                    <a:pt x="146" y="80"/>
                    <a:pt x="148" y="79"/>
                    <a:pt x="149" y="77"/>
                  </a:cubicBezTo>
                  <a:cubicBezTo>
                    <a:pt x="150" y="76"/>
                    <a:pt x="150" y="71"/>
                    <a:pt x="150" y="68"/>
                  </a:cubicBezTo>
                  <a:cubicBezTo>
                    <a:pt x="150" y="65"/>
                    <a:pt x="150" y="62"/>
                    <a:pt x="149" y="59"/>
                  </a:cubicBezTo>
                  <a:cubicBezTo>
                    <a:pt x="149" y="55"/>
                    <a:pt x="148" y="50"/>
                    <a:pt x="144" y="42"/>
                  </a:cubicBezTo>
                  <a:close/>
                  <a:moveTo>
                    <a:pt x="86" y="55"/>
                  </a:moveTo>
                  <a:cubicBezTo>
                    <a:pt x="86" y="56"/>
                    <a:pt x="85" y="57"/>
                    <a:pt x="85" y="58"/>
                  </a:cubicBezTo>
                  <a:cubicBezTo>
                    <a:pt x="86" y="58"/>
                    <a:pt x="88" y="57"/>
                    <a:pt x="88" y="56"/>
                  </a:cubicBezTo>
                  <a:cubicBezTo>
                    <a:pt x="89" y="55"/>
                    <a:pt x="88" y="53"/>
                    <a:pt x="86" y="55"/>
                  </a:cubicBezTo>
                  <a:close/>
                  <a:moveTo>
                    <a:pt x="106" y="29"/>
                  </a:moveTo>
                  <a:cubicBezTo>
                    <a:pt x="107" y="28"/>
                    <a:pt x="107" y="23"/>
                    <a:pt x="104" y="25"/>
                  </a:cubicBezTo>
                  <a:cubicBezTo>
                    <a:pt x="103" y="26"/>
                    <a:pt x="102" y="27"/>
                    <a:pt x="103" y="28"/>
                  </a:cubicBezTo>
                  <a:cubicBezTo>
                    <a:pt x="104" y="28"/>
                    <a:pt x="105" y="29"/>
                    <a:pt x="106" y="2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6" name="Freeform 84">
              <a:extLst>
                <a:ext uri="{FF2B5EF4-FFF2-40B4-BE49-F238E27FC236}">
                  <a16:creationId xmlns:a16="http://schemas.microsoft.com/office/drawing/2014/main" id="{776F2710-13A7-49D3-B237-4D8763FFD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4989" y="3622731"/>
              <a:ext cx="26797" cy="31029"/>
            </a:xfrm>
            <a:custGeom>
              <a:avLst/>
              <a:gdLst>
                <a:gd name="T0" fmla="*/ 16 w 25"/>
                <a:gd name="T1" fmla="*/ 2 h 30"/>
                <a:gd name="T2" fmla="*/ 15 w 25"/>
                <a:gd name="T3" fmla="*/ 1 h 30"/>
                <a:gd name="T4" fmla="*/ 13 w 25"/>
                <a:gd name="T5" fmla="*/ 0 h 30"/>
                <a:gd name="T6" fmla="*/ 7 w 25"/>
                <a:gd name="T7" fmla="*/ 4 h 30"/>
                <a:gd name="T8" fmla="*/ 2 w 25"/>
                <a:gd name="T9" fmla="*/ 9 h 30"/>
                <a:gd name="T10" fmla="*/ 2 w 25"/>
                <a:gd name="T11" fmla="*/ 10 h 30"/>
                <a:gd name="T12" fmla="*/ 0 w 25"/>
                <a:gd name="T13" fmla="*/ 17 h 30"/>
                <a:gd name="T14" fmla="*/ 2 w 25"/>
                <a:gd name="T15" fmla="*/ 21 h 30"/>
                <a:gd name="T16" fmla="*/ 5 w 25"/>
                <a:gd name="T17" fmla="*/ 25 h 30"/>
                <a:gd name="T18" fmla="*/ 8 w 25"/>
                <a:gd name="T19" fmla="*/ 29 h 30"/>
                <a:gd name="T20" fmla="*/ 8 w 25"/>
                <a:gd name="T21" fmla="*/ 29 h 30"/>
                <a:gd name="T22" fmla="*/ 10 w 25"/>
                <a:gd name="T23" fmla="*/ 29 h 30"/>
                <a:gd name="T24" fmla="*/ 13 w 25"/>
                <a:gd name="T25" fmla="*/ 29 h 30"/>
                <a:gd name="T26" fmla="*/ 19 w 25"/>
                <a:gd name="T27" fmla="*/ 29 h 30"/>
                <a:gd name="T28" fmla="*/ 21 w 25"/>
                <a:gd name="T29" fmla="*/ 26 h 30"/>
                <a:gd name="T30" fmla="*/ 22 w 25"/>
                <a:gd name="T31" fmla="*/ 24 h 30"/>
                <a:gd name="T32" fmla="*/ 25 w 25"/>
                <a:gd name="T33" fmla="*/ 21 h 30"/>
                <a:gd name="T34" fmla="*/ 24 w 25"/>
                <a:gd name="T35" fmla="*/ 14 h 30"/>
                <a:gd name="T36" fmla="*/ 24 w 25"/>
                <a:gd name="T37" fmla="*/ 7 h 30"/>
                <a:gd name="T38" fmla="*/ 23 w 25"/>
                <a:gd name="T39" fmla="*/ 4 h 30"/>
                <a:gd name="T40" fmla="*/ 19 w 25"/>
                <a:gd name="T41" fmla="*/ 4 h 30"/>
                <a:gd name="T42" fmla="*/ 16 w 25"/>
                <a:gd name="T43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" h="30">
                  <a:moveTo>
                    <a:pt x="16" y="2"/>
                  </a:moveTo>
                  <a:cubicBezTo>
                    <a:pt x="16" y="2"/>
                    <a:pt x="15" y="1"/>
                    <a:pt x="15" y="1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11" y="1"/>
                    <a:pt x="9" y="2"/>
                    <a:pt x="7" y="4"/>
                  </a:cubicBezTo>
                  <a:cubicBezTo>
                    <a:pt x="5" y="6"/>
                    <a:pt x="3" y="8"/>
                    <a:pt x="2" y="9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" y="13"/>
                    <a:pt x="0" y="14"/>
                    <a:pt x="0" y="17"/>
                  </a:cubicBezTo>
                  <a:cubicBezTo>
                    <a:pt x="1" y="19"/>
                    <a:pt x="2" y="20"/>
                    <a:pt x="2" y="21"/>
                  </a:cubicBezTo>
                  <a:cubicBezTo>
                    <a:pt x="3" y="22"/>
                    <a:pt x="4" y="23"/>
                    <a:pt x="5" y="25"/>
                  </a:cubicBezTo>
                  <a:cubicBezTo>
                    <a:pt x="6" y="27"/>
                    <a:pt x="7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9"/>
                    <a:pt x="9" y="29"/>
                    <a:pt x="10" y="29"/>
                  </a:cubicBezTo>
                  <a:cubicBezTo>
                    <a:pt x="11" y="29"/>
                    <a:pt x="12" y="29"/>
                    <a:pt x="13" y="29"/>
                  </a:cubicBezTo>
                  <a:cubicBezTo>
                    <a:pt x="16" y="30"/>
                    <a:pt x="18" y="30"/>
                    <a:pt x="19" y="29"/>
                  </a:cubicBezTo>
                  <a:cubicBezTo>
                    <a:pt x="20" y="29"/>
                    <a:pt x="21" y="28"/>
                    <a:pt x="21" y="26"/>
                  </a:cubicBezTo>
                  <a:cubicBezTo>
                    <a:pt x="21" y="26"/>
                    <a:pt x="22" y="25"/>
                    <a:pt x="22" y="24"/>
                  </a:cubicBezTo>
                  <a:cubicBezTo>
                    <a:pt x="23" y="23"/>
                    <a:pt x="24" y="22"/>
                    <a:pt x="25" y="21"/>
                  </a:cubicBezTo>
                  <a:cubicBezTo>
                    <a:pt x="24" y="19"/>
                    <a:pt x="24" y="17"/>
                    <a:pt x="24" y="14"/>
                  </a:cubicBezTo>
                  <a:cubicBezTo>
                    <a:pt x="24" y="12"/>
                    <a:pt x="24" y="10"/>
                    <a:pt x="24" y="7"/>
                  </a:cubicBezTo>
                  <a:cubicBezTo>
                    <a:pt x="24" y="6"/>
                    <a:pt x="23" y="5"/>
                    <a:pt x="23" y="4"/>
                  </a:cubicBezTo>
                  <a:cubicBezTo>
                    <a:pt x="22" y="4"/>
                    <a:pt x="21" y="4"/>
                    <a:pt x="19" y="4"/>
                  </a:cubicBezTo>
                  <a:cubicBezTo>
                    <a:pt x="18" y="3"/>
                    <a:pt x="17" y="3"/>
                    <a:pt x="16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7" name="Freeform 85">
              <a:extLst>
                <a:ext uri="{FF2B5EF4-FFF2-40B4-BE49-F238E27FC236}">
                  <a16:creationId xmlns:a16="http://schemas.microsoft.com/office/drawing/2014/main" id="{639ACC63-007C-99E2-B6C7-B9FABAE26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123" y="2986646"/>
              <a:ext cx="124114" cy="135397"/>
            </a:xfrm>
            <a:custGeom>
              <a:avLst/>
              <a:gdLst>
                <a:gd name="T0" fmla="*/ 56 w 114"/>
                <a:gd name="T1" fmla="*/ 119 h 125"/>
                <a:gd name="T2" fmla="*/ 59 w 114"/>
                <a:gd name="T3" fmla="*/ 120 h 125"/>
                <a:gd name="T4" fmla="*/ 62 w 114"/>
                <a:gd name="T5" fmla="*/ 118 h 125"/>
                <a:gd name="T6" fmla="*/ 61 w 114"/>
                <a:gd name="T7" fmla="*/ 116 h 125"/>
                <a:gd name="T8" fmla="*/ 58 w 114"/>
                <a:gd name="T9" fmla="*/ 108 h 125"/>
                <a:gd name="T10" fmla="*/ 56 w 114"/>
                <a:gd name="T11" fmla="*/ 102 h 125"/>
                <a:gd name="T12" fmla="*/ 59 w 114"/>
                <a:gd name="T13" fmla="*/ 94 h 125"/>
                <a:gd name="T14" fmla="*/ 68 w 114"/>
                <a:gd name="T15" fmla="*/ 94 h 125"/>
                <a:gd name="T16" fmla="*/ 73 w 114"/>
                <a:gd name="T17" fmla="*/ 86 h 125"/>
                <a:gd name="T18" fmla="*/ 81 w 114"/>
                <a:gd name="T19" fmla="*/ 86 h 125"/>
                <a:gd name="T20" fmla="*/ 86 w 114"/>
                <a:gd name="T21" fmla="*/ 93 h 125"/>
                <a:gd name="T22" fmla="*/ 91 w 114"/>
                <a:gd name="T23" fmla="*/ 93 h 125"/>
                <a:gd name="T24" fmla="*/ 96 w 114"/>
                <a:gd name="T25" fmla="*/ 93 h 125"/>
                <a:gd name="T26" fmla="*/ 99 w 114"/>
                <a:gd name="T27" fmla="*/ 91 h 125"/>
                <a:gd name="T28" fmla="*/ 104 w 114"/>
                <a:gd name="T29" fmla="*/ 94 h 125"/>
                <a:gd name="T30" fmla="*/ 105 w 114"/>
                <a:gd name="T31" fmla="*/ 95 h 125"/>
                <a:gd name="T32" fmla="*/ 109 w 114"/>
                <a:gd name="T33" fmla="*/ 93 h 125"/>
                <a:gd name="T34" fmla="*/ 114 w 114"/>
                <a:gd name="T35" fmla="*/ 75 h 125"/>
                <a:gd name="T36" fmla="*/ 114 w 114"/>
                <a:gd name="T37" fmla="*/ 65 h 125"/>
                <a:gd name="T38" fmla="*/ 114 w 114"/>
                <a:gd name="T39" fmla="*/ 61 h 125"/>
                <a:gd name="T40" fmla="*/ 110 w 114"/>
                <a:gd name="T41" fmla="*/ 57 h 125"/>
                <a:gd name="T42" fmla="*/ 104 w 114"/>
                <a:gd name="T43" fmla="*/ 44 h 125"/>
                <a:gd name="T44" fmla="*/ 110 w 114"/>
                <a:gd name="T45" fmla="*/ 33 h 125"/>
                <a:gd name="T46" fmla="*/ 111 w 114"/>
                <a:gd name="T47" fmla="*/ 24 h 125"/>
                <a:gd name="T48" fmla="*/ 101 w 114"/>
                <a:gd name="T49" fmla="*/ 19 h 125"/>
                <a:gd name="T50" fmla="*/ 91 w 114"/>
                <a:gd name="T51" fmla="*/ 21 h 125"/>
                <a:gd name="T52" fmla="*/ 90 w 114"/>
                <a:gd name="T53" fmla="*/ 2 h 125"/>
                <a:gd name="T54" fmla="*/ 82 w 114"/>
                <a:gd name="T55" fmla="*/ 0 h 125"/>
                <a:gd name="T56" fmla="*/ 80 w 114"/>
                <a:gd name="T57" fmla="*/ 0 h 125"/>
                <a:gd name="T58" fmla="*/ 61 w 114"/>
                <a:gd name="T59" fmla="*/ 0 h 125"/>
                <a:gd name="T60" fmla="*/ 52 w 114"/>
                <a:gd name="T61" fmla="*/ 1 h 125"/>
                <a:gd name="T62" fmla="*/ 53 w 114"/>
                <a:gd name="T63" fmla="*/ 16 h 125"/>
                <a:gd name="T64" fmla="*/ 50 w 114"/>
                <a:gd name="T65" fmla="*/ 26 h 125"/>
                <a:gd name="T66" fmla="*/ 16 w 114"/>
                <a:gd name="T67" fmla="*/ 27 h 125"/>
                <a:gd name="T68" fmla="*/ 16 w 114"/>
                <a:gd name="T69" fmla="*/ 35 h 125"/>
                <a:gd name="T70" fmla="*/ 13 w 114"/>
                <a:gd name="T71" fmla="*/ 36 h 125"/>
                <a:gd name="T72" fmla="*/ 14 w 114"/>
                <a:gd name="T73" fmla="*/ 40 h 125"/>
                <a:gd name="T74" fmla="*/ 22 w 114"/>
                <a:gd name="T75" fmla="*/ 41 h 125"/>
                <a:gd name="T76" fmla="*/ 19 w 114"/>
                <a:gd name="T77" fmla="*/ 45 h 125"/>
                <a:gd name="T78" fmla="*/ 12 w 114"/>
                <a:gd name="T79" fmla="*/ 43 h 125"/>
                <a:gd name="T80" fmla="*/ 10 w 114"/>
                <a:gd name="T81" fmla="*/ 47 h 125"/>
                <a:gd name="T82" fmla="*/ 6 w 114"/>
                <a:gd name="T83" fmla="*/ 60 h 125"/>
                <a:gd name="T84" fmla="*/ 1 w 114"/>
                <a:gd name="T85" fmla="*/ 62 h 125"/>
                <a:gd name="T86" fmla="*/ 4 w 114"/>
                <a:gd name="T87" fmla="*/ 73 h 125"/>
                <a:gd name="T88" fmla="*/ 11 w 114"/>
                <a:gd name="T89" fmla="*/ 74 h 125"/>
                <a:gd name="T90" fmla="*/ 12 w 114"/>
                <a:gd name="T91" fmla="*/ 78 h 125"/>
                <a:gd name="T92" fmla="*/ 13 w 114"/>
                <a:gd name="T93" fmla="*/ 81 h 125"/>
                <a:gd name="T94" fmla="*/ 10 w 114"/>
                <a:gd name="T95" fmla="*/ 84 h 125"/>
                <a:gd name="T96" fmla="*/ 16 w 114"/>
                <a:gd name="T97" fmla="*/ 90 h 125"/>
                <a:gd name="T98" fmla="*/ 21 w 114"/>
                <a:gd name="T99" fmla="*/ 97 h 125"/>
                <a:gd name="T100" fmla="*/ 26 w 114"/>
                <a:gd name="T101" fmla="*/ 99 h 125"/>
                <a:gd name="T102" fmla="*/ 24 w 114"/>
                <a:gd name="T103" fmla="*/ 102 h 125"/>
                <a:gd name="T104" fmla="*/ 30 w 114"/>
                <a:gd name="T105" fmla="*/ 107 h 125"/>
                <a:gd name="T106" fmla="*/ 43 w 114"/>
                <a:gd name="T107" fmla="*/ 121 h 125"/>
                <a:gd name="T108" fmla="*/ 48 w 114"/>
                <a:gd name="T109" fmla="*/ 12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" h="125">
                  <a:moveTo>
                    <a:pt x="51" y="119"/>
                  </a:moveTo>
                  <a:cubicBezTo>
                    <a:pt x="53" y="118"/>
                    <a:pt x="55" y="118"/>
                    <a:pt x="56" y="119"/>
                  </a:cubicBezTo>
                  <a:cubicBezTo>
                    <a:pt x="57" y="119"/>
                    <a:pt x="58" y="120"/>
                    <a:pt x="58" y="120"/>
                  </a:cubicBezTo>
                  <a:cubicBezTo>
                    <a:pt x="58" y="120"/>
                    <a:pt x="59" y="120"/>
                    <a:pt x="59" y="120"/>
                  </a:cubicBezTo>
                  <a:cubicBezTo>
                    <a:pt x="60" y="120"/>
                    <a:pt x="60" y="119"/>
                    <a:pt x="61" y="119"/>
                  </a:cubicBezTo>
                  <a:cubicBezTo>
                    <a:pt x="61" y="119"/>
                    <a:pt x="62" y="118"/>
                    <a:pt x="62" y="118"/>
                  </a:cubicBezTo>
                  <a:cubicBezTo>
                    <a:pt x="62" y="117"/>
                    <a:pt x="62" y="117"/>
                    <a:pt x="62" y="117"/>
                  </a:cubicBezTo>
                  <a:cubicBezTo>
                    <a:pt x="62" y="117"/>
                    <a:pt x="62" y="116"/>
                    <a:pt x="61" y="116"/>
                  </a:cubicBezTo>
                  <a:cubicBezTo>
                    <a:pt x="60" y="115"/>
                    <a:pt x="59" y="114"/>
                    <a:pt x="59" y="112"/>
                  </a:cubicBezTo>
                  <a:cubicBezTo>
                    <a:pt x="60" y="110"/>
                    <a:pt x="58" y="109"/>
                    <a:pt x="58" y="108"/>
                  </a:cubicBezTo>
                  <a:cubicBezTo>
                    <a:pt x="57" y="107"/>
                    <a:pt x="57" y="106"/>
                    <a:pt x="56" y="106"/>
                  </a:cubicBezTo>
                  <a:cubicBezTo>
                    <a:pt x="56" y="105"/>
                    <a:pt x="56" y="103"/>
                    <a:pt x="56" y="102"/>
                  </a:cubicBezTo>
                  <a:cubicBezTo>
                    <a:pt x="56" y="100"/>
                    <a:pt x="56" y="99"/>
                    <a:pt x="57" y="97"/>
                  </a:cubicBezTo>
                  <a:cubicBezTo>
                    <a:pt x="57" y="96"/>
                    <a:pt x="58" y="95"/>
                    <a:pt x="59" y="94"/>
                  </a:cubicBezTo>
                  <a:cubicBezTo>
                    <a:pt x="60" y="94"/>
                    <a:pt x="62" y="94"/>
                    <a:pt x="65" y="94"/>
                  </a:cubicBezTo>
                  <a:cubicBezTo>
                    <a:pt x="66" y="94"/>
                    <a:pt x="67" y="94"/>
                    <a:pt x="68" y="94"/>
                  </a:cubicBezTo>
                  <a:cubicBezTo>
                    <a:pt x="70" y="94"/>
                    <a:pt x="71" y="94"/>
                    <a:pt x="72" y="91"/>
                  </a:cubicBezTo>
                  <a:cubicBezTo>
                    <a:pt x="72" y="89"/>
                    <a:pt x="73" y="87"/>
                    <a:pt x="73" y="86"/>
                  </a:cubicBezTo>
                  <a:cubicBezTo>
                    <a:pt x="74" y="84"/>
                    <a:pt x="75" y="84"/>
                    <a:pt x="77" y="84"/>
                  </a:cubicBezTo>
                  <a:cubicBezTo>
                    <a:pt x="78" y="84"/>
                    <a:pt x="80" y="85"/>
                    <a:pt x="81" y="86"/>
                  </a:cubicBezTo>
                  <a:cubicBezTo>
                    <a:pt x="82" y="87"/>
                    <a:pt x="83" y="89"/>
                    <a:pt x="84" y="90"/>
                  </a:cubicBezTo>
                  <a:cubicBezTo>
                    <a:pt x="84" y="92"/>
                    <a:pt x="85" y="92"/>
                    <a:pt x="86" y="93"/>
                  </a:cubicBezTo>
                  <a:cubicBezTo>
                    <a:pt x="86" y="93"/>
                    <a:pt x="88" y="93"/>
                    <a:pt x="89" y="93"/>
                  </a:cubicBezTo>
                  <a:cubicBezTo>
                    <a:pt x="89" y="93"/>
                    <a:pt x="90" y="93"/>
                    <a:pt x="91" y="93"/>
                  </a:cubicBezTo>
                  <a:cubicBezTo>
                    <a:pt x="93" y="93"/>
                    <a:pt x="96" y="93"/>
                    <a:pt x="96" y="93"/>
                  </a:cubicBezTo>
                  <a:cubicBezTo>
                    <a:pt x="96" y="93"/>
                    <a:pt x="96" y="93"/>
                    <a:pt x="96" y="93"/>
                  </a:cubicBezTo>
                  <a:cubicBezTo>
                    <a:pt x="96" y="93"/>
                    <a:pt x="96" y="92"/>
                    <a:pt x="97" y="92"/>
                  </a:cubicBezTo>
                  <a:cubicBezTo>
                    <a:pt x="97" y="92"/>
                    <a:pt x="98" y="91"/>
                    <a:pt x="99" y="91"/>
                  </a:cubicBezTo>
                  <a:cubicBezTo>
                    <a:pt x="99" y="91"/>
                    <a:pt x="100" y="91"/>
                    <a:pt x="101" y="92"/>
                  </a:cubicBezTo>
                  <a:cubicBezTo>
                    <a:pt x="102" y="92"/>
                    <a:pt x="103" y="93"/>
                    <a:pt x="104" y="94"/>
                  </a:cubicBezTo>
                  <a:cubicBezTo>
                    <a:pt x="104" y="94"/>
                    <a:pt x="104" y="94"/>
                    <a:pt x="104" y="95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106" y="95"/>
                    <a:pt x="107" y="94"/>
                    <a:pt x="107" y="94"/>
                  </a:cubicBezTo>
                  <a:cubicBezTo>
                    <a:pt x="108" y="94"/>
                    <a:pt x="108" y="93"/>
                    <a:pt x="109" y="93"/>
                  </a:cubicBezTo>
                  <a:cubicBezTo>
                    <a:pt x="109" y="92"/>
                    <a:pt x="111" y="89"/>
                    <a:pt x="112" y="85"/>
                  </a:cubicBezTo>
                  <a:cubicBezTo>
                    <a:pt x="113" y="82"/>
                    <a:pt x="113" y="78"/>
                    <a:pt x="114" y="75"/>
                  </a:cubicBezTo>
                  <a:cubicBezTo>
                    <a:pt x="114" y="73"/>
                    <a:pt x="114" y="72"/>
                    <a:pt x="114" y="70"/>
                  </a:cubicBezTo>
                  <a:cubicBezTo>
                    <a:pt x="114" y="69"/>
                    <a:pt x="113" y="67"/>
                    <a:pt x="114" y="65"/>
                  </a:cubicBezTo>
                  <a:cubicBezTo>
                    <a:pt x="114" y="63"/>
                    <a:pt x="114" y="62"/>
                    <a:pt x="114" y="61"/>
                  </a:cubicBezTo>
                  <a:cubicBezTo>
                    <a:pt x="114" y="61"/>
                    <a:pt x="114" y="61"/>
                    <a:pt x="114" y="61"/>
                  </a:cubicBezTo>
                  <a:cubicBezTo>
                    <a:pt x="113" y="60"/>
                    <a:pt x="112" y="59"/>
                    <a:pt x="112" y="58"/>
                  </a:cubicBezTo>
                  <a:cubicBezTo>
                    <a:pt x="112" y="58"/>
                    <a:pt x="111" y="57"/>
                    <a:pt x="110" y="57"/>
                  </a:cubicBezTo>
                  <a:cubicBezTo>
                    <a:pt x="108" y="55"/>
                    <a:pt x="105" y="53"/>
                    <a:pt x="104" y="50"/>
                  </a:cubicBezTo>
                  <a:cubicBezTo>
                    <a:pt x="103" y="48"/>
                    <a:pt x="103" y="46"/>
                    <a:pt x="104" y="44"/>
                  </a:cubicBezTo>
                  <a:cubicBezTo>
                    <a:pt x="104" y="42"/>
                    <a:pt x="105" y="40"/>
                    <a:pt x="107" y="37"/>
                  </a:cubicBezTo>
                  <a:cubicBezTo>
                    <a:pt x="108" y="36"/>
                    <a:pt x="109" y="34"/>
                    <a:pt x="110" y="33"/>
                  </a:cubicBezTo>
                  <a:cubicBezTo>
                    <a:pt x="111" y="31"/>
                    <a:pt x="112" y="30"/>
                    <a:pt x="112" y="28"/>
                  </a:cubicBezTo>
                  <a:cubicBezTo>
                    <a:pt x="112" y="27"/>
                    <a:pt x="112" y="25"/>
                    <a:pt x="111" y="24"/>
                  </a:cubicBezTo>
                  <a:cubicBezTo>
                    <a:pt x="109" y="22"/>
                    <a:pt x="108" y="20"/>
                    <a:pt x="107" y="19"/>
                  </a:cubicBezTo>
                  <a:cubicBezTo>
                    <a:pt x="105" y="18"/>
                    <a:pt x="104" y="19"/>
                    <a:pt x="101" y="19"/>
                  </a:cubicBezTo>
                  <a:cubicBezTo>
                    <a:pt x="100" y="20"/>
                    <a:pt x="99" y="20"/>
                    <a:pt x="97" y="21"/>
                  </a:cubicBezTo>
                  <a:cubicBezTo>
                    <a:pt x="95" y="21"/>
                    <a:pt x="93" y="21"/>
                    <a:pt x="91" y="21"/>
                  </a:cubicBezTo>
                  <a:cubicBezTo>
                    <a:pt x="89" y="20"/>
                    <a:pt x="88" y="19"/>
                    <a:pt x="88" y="17"/>
                  </a:cubicBezTo>
                  <a:cubicBezTo>
                    <a:pt x="88" y="14"/>
                    <a:pt x="89" y="5"/>
                    <a:pt x="90" y="2"/>
                  </a:cubicBezTo>
                  <a:cubicBezTo>
                    <a:pt x="89" y="2"/>
                    <a:pt x="89" y="2"/>
                    <a:pt x="89" y="2"/>
                  </a:cubicBezTo>
                  <a:cubicBezTo>
                    <a:pt x="86" y="0"/>
                    <a:pt x="86" y="0"/>
                    <a:pt x="82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8" y="0"/>
                    <a:pt x="76" y="0"/>
                    <a:pt x="73" y="0"/>
                  </a:cubicBezTo>
                  <a:cubicBezTo>
                    <a:pt x="69" y="0"/>
                    <a:pt x="64" y="0"/>
                    <a:pt x="61" y="0"/>
                  </a:cubicBezTo>
                  <a:cubicBezTo>
                    <a:pt x="58" y="0"/>
                    <a:pt x="57" y="0"/>
                    <a:pt x="56" y="0"/>
                  </a:cubicBezTo>
                  <a:cubicBezTo>
                    <a:pt x="54" y="1"/>
                    <a:pt x="54" y="1"/>
                    <a:pt x="52" y="1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5"/>
                    <a:pt x="53" y="14"/>
                    <a:pt x="53" y="16"/>
                  </a:cubicBezTo>
                  <a:cubicBezTo>
                    <a:pt x="53" y="16"/>
                    <a:pt x="53" y="17"/>
                    <a:pt x="53" y="17"/>
                  </a:cubicBezTo>
                  <a:cubicBezTo>
                    <a:pt x="53" y="20"/>
                    <a:pt x="53" y="24"/>
                    <a:pt x="50" y="26"/>
                  </a:cubicBezTo>
                  <a:cubicBezTo>
                    <a:pt x="48" y="27"/>
                    <a:pt x="32" y="27"/>
                    <a:pt x="22" y="27"/>
                  </a:cubicBezTo>
                  <a:cubicBezTo>
                    <a:pt x="20" y="27"/>
                    <a:pt x="18" y="27"/>
                    <a:pt x="16" y="27"/>
                  </a:cubicBezTo>
                  <a:cubicBezTo>
                    <a:pt x="16" y="28"/>
                    <a:pt x="16" y="31"/>
                    <a:pt x="16" y="32"/>
                  </a:cubicBezTo>
                  <a:cubicBezTo>
                    <a:pt x="16" y="32"/>
                    <a:pt x="16" y="34"/>
                    <a:pt x="16" y="35"/>
                  </a:cubicBezTo>
                  <a:cubicBezTo>
                    <a:pt x="16" y="36"/>
                    <a:pt x="15" y="37"/>
                    <a:pt x="15" y="37"/>
                  </a:cubicBezTo>
                  <a:cubicBezTo>
                    <a:pt x="15" y="37"/>
                    <a:pt x="13" y="36"/>
                    <a:pt x="13" y="36"/>
                  </a:cubicBezTo>
                  <a:cubicBezTo>
                    <a:pt x="13" y="36"/>
                    <a:pt x="12" y="36"/>
                    <a:pt x="12" y="37"/>
                  </a:cubicBezTo>
                  <a:cubicBezTo>
                    <a:pt x="12" y="38"/>
                    <a:pt x="13" y="39"/>
                    <a:pt x="14" y="40"/>
                  </a:cubicBezTo>
                  <a:cubicBezTo>
                    <a:pt x="15" y="40"/>
                    <a:pt x="16" y="40"/>
                    <a:pt x="18" y="41"/>
                  </a:cubicBezTo>
                  <a:cubicBezTo>
                    <a:pt x="19" y="41"/>
                    <a:pt x="22" y="41"/>
                    <a:pt x="22" y="41"/>
                  </a:cubicBezTo>
                  <a:cubicBezTo>
                    <a:pt x="23" y="42"/>
                    <a:pt x="22" y="43"/>
                    <a:pt x="22" y="43"/>
                  </a:cubicBezTo>
                  <a:cubicBezTo>
                    <a:pt x="21" y="44"/>
                    <a:pt x="20" y="45"/>
                    <a:pt x="19" y="45"/>
                  </a:cubicBezTo>
                  <a:cubicBezTo>
                    <a:pt x="17" y="44"/>
                    <a:pt x="17" y="43"/>
                    <a:pt x="16" y="43"/>
                  </a:cubicBezTo>
                  <a:cubicBezTo>
                    <a:pt x="14" y="43"/>
                    <a:pt x="13" y="44"/>
                    <a:pt x="12" y="43"/>
                  </a:cubicBezTo>
                  <a:cubicBezTo>
                    <a:pt x="11" y="42"/>
                    <a:pt x="11" y="41"/>
                    <a:pt x="11" y="42"/>
                  </a:cubicBezTo>
                  <a:cubicBezTo>
                    <a:pt x="10" y="43"/>
                    <a:pt x="10" y="45"/>
                    <a:pt x="10" y="47"/>
                  </a:cubicBezTo>
                  <a:cubicBezTo>
                    <a:pt x="10" y="50"/>
                    <a:pt x="10" y="52"/>
                    <a:pt x="9" y="54"/>
                  </a:cubicBezTo>
                  <a:cubicBezTo>
                    <a:pt x="8" y="56"/>
                    <a:pt x="6" y="57"/>
                    <a:pt x="6" y="60"/>
                  </a:cubicBezTo>
                  <a:cubicBezTo>
                    <a:pt x="5" y="62"/>
                    <a:pt x="4" y="65"/>
                    <a:pt x="4" y="65"/>
                  </a:cubicBezTo>
                  <a:cubicBezTo>
                    <a:pt x="3" y="65"/>
                    <a:pt x="2" y="61"/>
                    <a:pt x="1" y="62"/>
                  </a:cubicBezTo>
                  <a:cubicBezTo>
                    <a:pt x="0" y="63"/>
                    <a:pt x="1" y="65"/>
                    <a:pt x="1" y="66"/>
                  </a:cubicBezTo>
                  <a:cubicBezTo>
                    <a:pt x="2" y="68"/>
                    <a:pt x="3" y="71"/>
                    <a:pt x="4" y="73"/>
                  </a:cubicBezTo>
                  <a:cubicBezTo>
                    <a:pt x="6" y="74"/>
                    <a:pt x="7" y="75"/>
                    <a:pt x="8" y="75"/>
                  </a:cubicBezTo>
                  <a:cubicBezTo>
                    <a:pt x="9" y="75"/>
                    <a:pt x="11" y="73"/>
                    <a:pt x="11" y="74"/>
                  </a:cubicBezTo>
                  <a:cubicBezTo>
                    <a:pt x="12" y="76"/>
                    <a:pt x="11" y="76"/>
                    <a:pt x="11" y="77"/>
                  </a:cubicBezTo>
                  <a:cubicBezTo>
                    <a:pt x="11" y="78"/>
                    <a:pt x="11" y="78"/>
                    <a:pt x="12" y="78"/>
                  </a:cubicBezTo>
                  <a:cubicBezTo>
                    <a:pt x="13" y="79"/>
                    <a:pt x="14" y="79"/>
                    <a:pt x="14" y="80"/>
                  </a:cubicBezTo>
                  <a:cubicBezTo>
                    <a:pt x="14" y="81"/>
                    <a:pt x="14" y="81"/>
                    <a:pt x="13" y="81"/>
                  </a:cubicBezTo>
                  <a:cubicBezTo>
                    <a:pt x="12" y="81"/>
                    <a:pt x="10" y="81"/>
                    <a:pt x="10" y="81"/>
                  </a:cubicBezTo>
                  <a:cubicBezTo>
                    <a:pt x="9" y="82"/>
                    <a:pt x="9" y="83"/>
                    <a:pt x="10" y="84"/>
                  </a:cubicBezTo>
                  <a:cubicBezTo>
                    <a:pt x="11" y="85"/>
                    <a:pt x="13" y="85"/>
                    <a:pt x="14" y="86"/>
                  </a:cubicBezTo>
                  <a:cubicBezTo>
                    <a:pt x="15" y="88"/>
                    <a:pt x="15" y="88"/>
                    <a:pt x="16" y="90"/>
                  </a:cubicBezTo>
                  <a:cubicBezTo>
                    <a:pt x="16" y="92"/>
                    <a:pt x="16" y="94"/>
                    <a:pt x="17" y="95"/>
                  </a:cubicBezTo>
                  <a:cubicBezTo>
                    <a:pt x="18" y="96"/>
                    <a:pt x="19" y="96"/>
                    <a:pt x="21" y="97"/>
                  </a:cubicBezTo>
                  <a:cubicBezTo>
                    <a:pt x="22" y="97"/>
                    <a:pt x="24" y="97"/>
                    <a:pt x="25" y="98"/>
                  </a:cubicBezTo>
                  <a:cubicBezTo>
                    <a:pt x="26" y="98"/>
                    <a:pt x="26" y="98"/>
                    <a:pt x="26" y="99"/>
                  </a:cubicBezTo>
                  <a:cubicBezTo>
                    <a:pt x="26" y="99"/>
                    <a:pt x="25" y="100"/>
                    <a:pt x="25" y="100"/>
                  </a:cubicBezTo>
                  <a:cubicBezTo>
                    <a:pt x="24" y="101"/>
                    <a:pt x="23" y="102"/>
                    <a:pt x="24" y="102"/>
                  </a:cubicBezTo>
                  <a:cubicBezTo>
                    <a:pt x="25" y="103"/>
                    <a:pt x="26" y="104"/>
                    <a:pt x="27" y="105"/>
                  </a:cubicBezTo>
                  <a:cubicBezTo>
                    <a:pt x="28" y="106"/>
                    <a:pt x="30" y="107"/>
                    <a:pt x="30" y="107"/>
                  </a:cubicBezTo>
                  <a:cubicBezTo>
                    <a:pt x="30" y="107"/>
                    <a:pt x="34" y="112"/>
                    <a:pt x="36" y="115"/>
                  </a:cubicBezTo>
                  <a:cubicBezTo>
                    <a:pt x="38" y="117"/>
                    <a:pt x="42" y="120"/>
                    <a:pt x="43" y="121"/>
                  </a:cubicBezTo>
                  <a:cubicBezTo>
                    <a:pt x="44" y="122"/>
                    <a:pt x="45" y="123"/>
                    <a:pt x="47" y="125"/>
                  </a:cubicBezTo>
                  <a:cubicBezTo>
                    <a:pt x="47" y="124"/>
                    <a:pt x="48" y="123"/>
                    <a:pt x="48" y="122"/>
                  </a:cubicBezTo>
                  <a:cubicBezTo>
                    <a:pt x="49" y="120"/>
                    <a:pt x="50" y="119"/>
                    <a:pt x="51" y="11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8" name="Freeform 86">
              <a:extLst>
                <a:ext uri="{FF2B5EF4-FFF2-40B4-BE49-F238E27FC236}">
                  <a16:creationId xmlns:a16="http://schemas.microsoft.com/office/drawing/2014/main" id="{EC274CBE-F28E-4A73-C16A-396F10C28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7846" y="2815989"/>
              <a:ext cx="59236" cy="67699"/>
            </a:xfrm>
            <a:custGeom>
              <a:avLst/>
              <a:gdLst>
                <a:gd name="T0" fmla="*/ 44 w 53"/>
                <a:gd name="T1" fmla="*/ 50 h 62"/>
                <a:gd name="T2" fmla="*/ 44 w 53"/>
                <a:gd name="T3" fmla="*/ 50 h 62"/>
                <a:gd name="T4" fmla="*/ 44 w 53"/>
                <a:gd name="T5" fmla="*/ 50 h 62"/>
                <a:gd name="T6" fmla="*/ 51 w 53"/>
                <a:gd name="T7" fmla="*/ 41 h 62"/>
                <a:gd name="T8" fmla="*/ 51 w 53"/>
                <a:gd name="T9" fmla="*/ 35 h 62"/>
                <a:gd name="T10" fmla="*/ 52 w 53"/>
                <a:gd name="T11" fmla="*/ 26 h 62"/>
                <a:gd name="T12" fmla="*/ 50 w 53"/>
                <a:gd name="T13" fmla="*/ 19 h 62"/>
                <a:gd name="T14" fmla="*/ 49 w 53"/>
                <a:gd name="T15" fmla="*/ 17 h 62"/>
                <a:gd name="T16" fmla="*/ 47 w 53"/>
                <a:gd name="T17" fmla="*/ 15 h 62"/>
                <a:gd name="T18" fmla="*/ 43 w 53"/>
                <a:gd name="T19" fmla="*/ 8 h 62"/>
                <a:gd name="T20" fmla="*/ 41 w 53"/>
                <a:gd name="T21" fmla="*/ 4 h 62"/>
                <a:gd name="T22" fmla="*/ 40 w 53"/>
                <a:gd name="T23" fmla="*/ 2 h 62"/>
                <a:gd name="T24" fmla="*/ 39 w 53"/>
                <a:gd name="T25" fmla="*/ 1 h 62"/>
                <a:gd name="T26" fmla="*/ 39 w 53"/>
                <a:gd name="T27" fmla="*/ 1 h 62"/>
                <a:gd name="T28" fmla="*/ 38 w 53"/>
                <a:gd name="T29" fmla="*/ 1 h 62"/>
                <a:gd name="T30" fmla="*/ 38 w 53"/>
                <a:gd name="T31" fmla="*/ 1 h 62"/>
                <a:gd name="T32" fmla="*/ 34 w 53"/>
                <a:gd name="T33" fmla="*/ 0 h 62"/>
                <a:gd name="T34" fmla="*/ 29 w 53"/>
                <a:gd name="T35" fmla="*/ 2 h 62"/>
                <a:gd name="T36" fmla="*/ 20 w 53"/>
                <a:gd name="T37" fmla="*/ 3 h 62"/>
                <a:gd name="T38" fmla="*/ 17 w 53"/>
                <a:gd name="T39" fmla="*/ 3 h 62"/>
                <a:gd name="T40" fmla="*/ 13 w 53"/>
                <a:gd name="T41" fmla="*/ 5 h 62"/>
                <a:gd name="T42" fmla="*/ 12 w 53"/>
                <a:gd name="T43" fmla="*/ 6 h 62"/>
                <a:gd name="T44" fmla="*/ 9 w 53"/>
                <a:gd name="T45" fmla="*/ 10 h 62"/>
                <a:gd name="T46" fmla="*/ 7 w 53"/>
                <a:gd name="T47" fmla="*/ 15 h 62"/>
                <a:gd name="T48" fmla="*/ 2 w 53"/>
                <a:gd name="T49" fmla="*/ 19 h 62"/>
                <a:gd name="T50" fmla="*/ 2 w 53"/>
                <a:gd name="T51" fmla="*/ 20 h 62"/>
                <a:gd name="T52" fmla="*/ 1 w 53"/>
                <a:gd name="T53" fmla="*/ 24 h 62"/>
                <a:gd name="T54" fmla="*/ 2 w 53"/>
                <a:gd name="T55" fmla="*/ 26 h 62"/>
                <a:gd name="T56" fmla="*/ 6 w 53"/>
                <a:gd name="T57" fmla="*/ 26 h 62"/>
                <a:gd name="T58" fmla="*/ 4 w 53"/>
                <a:gd name="T59" fmla="*/ 30 h 62"/>
                <a:gd name="T60" fmla="*/ 2 w 53"/>
                <a:gd name="T61" fmla="*/ 33 h 62"/>
                <a:gd name="T62" fmla="*/ 5 w 53"/>
                <a:gd name="T63" fmla="*/ 37 h 62"/>
                <a:gd name="T64" fmla="*/ 6 w 53"/>
                <a:gd name="T65" fmla="*/ 41 h 62"/>
                <a:gd name="T66" fmla="*/ 6 w 53"/>
                <a:gd name="T67" fmla="*/ 43 h 62"/>
                <a:gd name="T68" fmla="*/ 10 w 53"/>
                <a:gd name="T69" fmla="*/ 44 h 62"/>
                <a:gd name="T70" fmla="*/ 12 w 53"/>
                <a:gd name="T71" fmla="*/ 45 h 62"/>
                <a:gd name="T72" fmla="*/ 14 w 53"/>
                <a:gd name="T73" fmla="*/ 47 h 62"/>
                <a:gd name="T74" fmla="*/ 17 w 53"/>
                <a:gd name="T75" fmla="*/ 48 h 62"/>
                <a:gd name="T76" fmla="*/ 16 w 53"/>
                <a:gd name="T77" fmla="*/ 51 h 62"/>
                <a:gd name="T78" fmla="*/ 13 w 53"/>
                <a:gd name="T79" fmla="*/ 50 h 62"/>
                <a:gd name="T80" fmla="*/ 7 w 53"/>
                <a:gd name="T81" fmla="*/ 48 h 62"/>
                <a:gd name="T82" fmla="*/ 11 w 53"/>
                <a:gd name="T83" fmla="*/ 51 h 62"/>
                <a:gd name="T84" fmla="*/ 18 w 53"/>
                <a:gd name="T85" fmla="*/ 54 h 62"/>
                <a:gd name="T86" fmla="*/ 25 w 53"/>
                <a:gd name="T87" fmla="*/ 57 h 62"/>
                <a:gd name="T88" fmla="*/ 32 w 53"/>
                <a:gd name="T89" fmla="*/ 62 h 62"/>
                <a:gd name="T90" fmla="*/ 44 w 53"/>
                <a:gd name="T91" fmla="*/ 5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3" h="62"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7" y="46"/>
                    <a:pt x="51" y="43"/>
                    <a:pt x="51" y="41"/>
                  </a:cubicBezTo>
                  <a:cubicBezTo>
                    <a:pt x="51" y="39"/>
                    <a:pt x="51" y="38"/>
                    <a:pt x="51" y="35"/>
                  </a:cubicBezTo>
                  <a:cubicBezTo>
                    <a:pt x="52" y="33"/>
                    <a:pt x="52" y="29"/>
                    <a:pt x="52" y="26"/>
                  </a:cubicBezTo>
                  <a:cubicBezTo>
                    <a:pt x="53" y="22"/>
                    <a:pt x="52" y="21"/>
                    <a:pt x="50" y="19"/>
                  </a:cubicBezTo>
                  <a:cubicBezTo>
                    <a:pt x="50" y="18"/>
                    <a:pt x="49" y="18"/>
                    <a:pt x="49" y="17"/>
                  </a:cubicBezTo>
                  <a:cubicBezTo>
                    <a:pt x="48" y="16"/>
                    <a:pt x="48" y="15"/>
                    <a:pt x="47" y="15"/>
                  </a:cubicBezTo>
                  <a:cubicBezTo>
                    <a:pt x="46" y="13"/>
                    <a:pt x="45" y="12"/>
                    <a:pt x="43" y="8"/>
                  </a:cubicBezTo>
                  <a:cubicBezTo>
                    <a:pt x="42" y="6"/>
                    <a:pt x="42" y="5"/>
                    <a:pt x="41" y="4"/>
                  </a:cubicBezTo>
                  <a:cubicBezTo>
                    <a:pt x="41" y="3"/>
                    <a:pt x="41" y="3"/>
                    <a:pt x="40" y="2"/>
                  </a:cubicBezTo>
                  <a:cubicBezTo>
                    <a:pt x="40" y="2"/>
                    <a:pt x="40" y="2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6" y="0"/>
                    <a:pt x="36" y="0"/>
                    <a:pt x="34" y="0"/>
                  </a:cubicBezTo>
                  <a:cubicBezTo>
                    <a:pt x="33" y="1"/>
                    <a:pt x="32" y="2"/>
                    <a:pt x="29" y="2"/>
                  </a:cubicBezTo>
                  <a:cubicBezTo>
                    <a:pt x="24" y="3"/>
                    <a:pt x="22" y="3"/>
                    <a:pt x="20" y="3"/>
                  </a:cubicBezTo>
                  <a:cubicBezTo>
                    <a:pt x="19" y="3"/>
                    <a:pt x="18" y="3"/>
                    <a:pt x="17" y="3"/>
                  </a:cubicBezTo>
                  <a:cubicBezTo>
                    <a:pt x="15" y="3"/>
                    <a:pt x="14" y="4"/>
                    <a:pt x="13" y="5"/>
                  </a:cubicBezTo>
                  <a:cubicBezTo>
                    <a:pt x="13" y="5"/>
                    <a:pt x="12" y="6"/>
                    <a:pt x="12" y="6"/>
                  </a:cubicBezTo>
                  <a:cubicBezTo>
                    <a:pt x="11" y="7"/>
                    <a:pt x="10" y="9"/>
                    <a:pt x="9" y="10"/>
                  </a:cubicBezTo>
                  <a:cubicBezTo>
                    <a:pt x="8" y="11"/>
                    <a:pt x="7" y="13"/>
                    <a:pt x="7" y="15"/>
                  </a:cubicBezTo>
                  <a:cubicBezTo>
                    <a:pt x="6" y="18"/>
                    <a:pt x="4" y="19"/>
                    <a:pt x="2" y="19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0" y="26"/>
                    <a:pt x="2" y="26"/>
                  </a:cubicBezTo>
                  <a:cubicBezTo>
                    <a:pt x="4" y="26"/>
                    <a:pt x="6" y="25"/>
                    <a:pt x="6" y="26"/>
                  </a:cubicBezTo>
                  <a:cubicBezTo>
                    <a:pt x="6" y="27"/>
                    <a:pt x="5" y="29"/>
                    <a:pt x="4" y="30"/>
                  </a:cubicBezTo>
                  <a:cubicBezTo>
                    <a:pt x="3" y="31"/>
                    <a:pt x="1" y="31"/>
                    <a:pt x="2" y="33"/>
                  </a:cubicBezTo>
                  <a:cubicBezTo>
                    <a:pt x="2" y="34"/>
                    <a:pt x="4" y="36"/>
                    <a:pt x="5" y="37"/>
                  </a:cubicBezTo>
                  <a:cubicBezTo>
                    <a:pt x="5" y="38"/>
                    <a:pt x="6" y="40"/>
                    <a:pt x="6" y="41"/>
                  </a:cubicBezTo>
                  <a:cubicBezTo>
                    <a:pt x="6" y="42"/>
                    <a:pt x="5" y="43"/>
                    <a:pt x="6" y="43"/>
                  </a:cubicBezTo>
                  <a:cubicBezTo>
                    <a:pt x="8" y="44"/>
                    <a:pt x="9" y="44"/>
                    <a:pt x="10" y="44"/>
                  </a:cubicBezTo>
                  <a:cubicBezTo>
                    <a:pt x="11" y="44"/>
                    <a:pt x="12" y="44"/>
                    <a:pt x="12" y="45"/>
                  </a:cubicBezTo>
                  <a:cubicBezTo>
                    <a:pt x="13" y="46"/>
                    <a:pt x="13" y="47"/>
                    <a:pt x="14" y="47"/>
                  </a:cubicBezTo>
                  <a:cubicBezTo>
                    <a:pt x="15" y="47"/>
                    <a:pt x="16" y="46"/>
                    <a:pt x="17" y="48"/>
                  </a:cubicBezTo>
                  <a:cubicBezTo>
                    <a:pt x="17" y="49"/>
                    <a:pt x="16" y="50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2" y="49"/>
                    <a:pt x="7" y="47"/>
                    <a:pt x="7" y="48"/>
                  </a:cubicBezTo>
                  <a:cubicBezTo>
                    <a:pt x="8" y="49"/>
                    <a:pt x="9" y="50"/>
                    <a:pt x="11" y="51"/>
                  </a:cubicBezTo>
                  <a:cubicBezTo>
                    <a:pt x="13" y="53"/>
                    <a:pt x="16" y="53"/>
                    <a:pt x="18" y="54"/>
                  </a:cubicBezTo>
                  <a:cubicBezTo>
                    <a:pt x="19" y="55"/>
                    <a:pt x="18" y="52"/>
                    <a:pt x="25" y="57"/>
                  </a:cubicBezTo>
                  <a:cubicBezTo>
                    <a:pt x="29" y="60"/>
                    <a:pt x="31" y="61"/>
                    <a:pt x="32" y="62"/>
                  </a:cubicBezTo>
                  <a:cubicBezTo>
                    <a:pt x="35" y="59"/>
                    <a:pt x="41" y="52"/>
                    <a:pt x="44" y="5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89" name="Freeform 87">
              <a:extLst>
                <a:ext uri="{FF2B5EF4-FFF2-40B4-BE49-F238E27FC236}">
                  <a16:creationId xmlns:a16="http://schemas.microsoft.com/office/drawing/2014/main" id="{31D3FDE7-5D6C-0EA3-C7A8-3F2FA3A96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3625" y="2801886"/>
              <a:ext cx="132576" cy="136808"/>
            </a:xfrm>
            <a:custGeom>
              <a:avLst/>
              <a:gdLst>
                <a:gd name="T0" fmla="*/ 110 w 121"/>
                <a:gd name="T1" fmla="*/ 98 h 128"/>
                <a:gd name="T2" fmla="*/ 107 w 121"/>
                <a:gd name="T3" fmla="*/ 88 h 128"/>
                <a:gd name="T4" fmla="*/ 110 w 121"/>
                <a:gd name="T5" fmla="*/ 71 h 128"/>
                <a:gd name="T6" fmla="*/ 119 w 121"/>
                <a:gd name="T7" fmla="*/ 53 h 128"/>
                <a:gd name="T8" fmla="*/ 121 w 121"/>
                <a:gd name="T9" fmla="*/ 44 h 128"/>
                <a:gd name="T10" fmla="*/ 119 w 121"/>
                <a:gd name="T11" fmla="*/ 40 h 128"/>
                <a:gd name="T12" fmla="*/ 117 w 121"/>
                <a:gd name="T13" fmla="*/ 29 h 128"/>
                <a:gd name="T14" fmla="*/ 114 w 121"/>
                <a:gd name="T15" fmla="*/ 22 h 128"/>
                <a:gd name="T16" fmla="*/ 104 w 121"/>
                <a:gd name="T17" fmla="*/ 15 h 128"/>
                <a:gd name="T18" fmla="*/ 94 w 121"/>
                <a:gd name="T19" fmla="*/ 16 h 128"/>
                <a:gd name="T20" fmla="*/ 85 w 121"/>
                <a:gd name="T21" fmla="*/ 21 h 128"/>
                <a:gd name="T22" fmla="*/ 77 w 121"/>
                <a:gd name="T23" fmla="*/ 18 h 128"/>
                <a:gd name="T24" fmla="*/ 70 w 121"/>
                <a:gd name="T25" fmla="*/ 10 h 128"/>
                <a:gd name="T26" fmla="*/ 65 w 121"/>
                <a:gd name="T27" fmla="*/ 5 h 128"/>
                <a:gd name="T28" fmla="*/ 56 w 121"/>
                <a:gd name="T29" fmla="*/ 6 h 128"/>
                <a:gd name="T30" fmla="*/ 48 w 121"/>
                <a:gd name="T31" fmla="*/ 8 h 128"/>
                <a:gd name="T32" fmla="*/ 46 w 121"/>
                <a:gd name="T33" fmla="*/ 1 h 128"/>
                <a:gd name="T34" fmla="*/ 43 w 121"/>
                <a:gd name="T35" fmla="*/ 0 h 128"/>
                <a:gd name="T36" fmla="*/ 40 w 121"/>
                <a:gd name="T37" fmla="*/ 2 h 128"/>
                <a:gd name="T38" fmla="*/ 33 w 121"/>
                <a:gd name="T39" fmla="*/ 8 h 128"/>
                <a:gd name="T40" fmla="*/ 30 w 121"/>
                <a:gd name="T41" fmla="*/ 9 h 128"/>
                <a:gd name="T42" fmla="*/ 21 w 121"/>
                <a:gd name="T43" fmla="*/ 7 h 128"/>
                <a:gd name="T44" fmla="*/ 16 w 121"/>
                <a:gd name="T45" fmla="*/ 6 h 128"/>
                <a:gd name="T46" fmla="*/ 9 w 121"/>
                <a:gd name="T47" fmla="*/ 12 h 128"/>
                <a:gd name="T48" fmla="*/ 10 w 121"/>
                <a:gd name="T49" fmla="*/ 19 h 128"/>
                <a:gd name="T50" fmla="*/ 13 w 121"/>
                <a:gd name="T51" fmla="*/ 24 h 128"/>
                <a:gd name="T52" fmla="*/ 16 w 121"/>
                <a:gd name="T53" fmla="*/ 32 h 128"/>
                <a:gd name="T54" fmla="*/ 15 w 121"/>
                <a:gd name="T55" fmla="*/ 36 h 128"/>
                <a:gd name="T56" fmla="*/ 17 w 121"/>
                <a:gd name="T57" fmla="*/ 40 h 128"/>
                <a:gd name="T58" fmla="*/ 18 w 121"/>
                <a:gd name="T59" fmla="*/ 43 h 128"/>
                <a:gd name="T60" fmla="*/ 12 w 121"/>
                <a:gd name="T61" fmla="*/ 46 h 128"/>
                <a:gd name="T62" fmla="*/ 8 w 121"/>
                <a:gd name="T63" fmla="*/ 45 h 128"/>
                <a:gd name="T64" fmla="*/ 7 w 121"/>
                <a:gd name="T65" fmla="*/ 46 h 128"/>
                <a:gd name="T66" fmla="*/ 7 w 121"/>
                <a:gd name="T67" fmla="*/ 48 h 128"/>
                <a:gd name="T68" fmla="*/ 11 w 121"/>
                <a:gd name="T69" fmla="*/ 54 h 128"/>
                <a:gd name="T70" fmla="*/ 8 w 121"/>
                <a:gd name="T71" fmla="*/ 63 h 128"/>
                <a:gd name="T72" fmla="*/ 7 w 121"/>
                <a:gd name="T73" fmla="*/ 63 h 128"/>
                <a:gd name="T74" fmla="*/ 4 w 121"/>
                <a:gd name="T75" fmla="*/ 68 h 128"/>
                <a:gd name="T76" fmla="*/ 3 w 121"/>
                <a:gd name="T77" fmla="*/ 81 h 128"/>
                <a:gd name="T78" fmla="*/ 2 w 121"/>
                <a:gd name="T79" fmla="*/ 83 h 128"/>
                <a:gd name="T80" fmla="*/ 1 w 121"/>
                <a:gd name="T81" fmla="*/ 85 h 128"/>
                <a:gd name="T82" fmla="*/ 2 w 121"/>
                <a:gd name="T83" fmla="*/ 86 h 128"/>
                <a:gd name="T84" fmla="*/ 7 w 121"/>
                <a:gd name="T85" fmla="*/ 88 h 128"/>
                <a:gd name="T86" fmla="*/ 20 w 121"/>
                <a:gd name="T87" fmla="*/ 95 h 128"/>
                <a:gd name="T88" fmla="*/ 24 w 121"/>
                <a:gd name="T89" fmla="*/ 105 h 128"/>
                <a:gd name="T90" fmla="*/ 21 w 121"/>
                <a:gd name="T91" fmla="*/ 118 h 128"/>
                <a:gd name="T92" fmla="*/ 21 w 121"/>
                <a:gd name="T93" fmla="*/ 128 h 128"/>
                <a:gd name="T94" fmla="*/ 32 w 121"/>
                <a:gd name="T95" fmla="*/ 123 h 128"/>
                <a:gd name="T96" fmla="*/ 62 w 121"/>
                <a:gd name="T97" fmla="*/ 114 h 128"/>
                <a:gd name="T98" fmla="*/ 74 w 121"/>
                <a:gd name="T99" fmla="*/ 112 h 128"/>
                <a:gd name="T100" fmla="*/ 89 w 121"/>
                <a:gd name="T101" fmla="*/ 108 h 128"/>
                <a:gd name="T102" fmla="*/ 97 w 121"/>
                <a:gd name="T103" fmla="*/ 107 h 128"/>
                <a:gd name="T104" fmla="*/ 105 w 121"/>
                <a:gd name="T105" fmla="*/ 111 h 128"/>
                <a:gd name="T106" fmla="*/ 114 w 121"/>
                <a:gd name="T107" fmla="*/ 113 h 128"/>
                <a:gd name="T108" fmla="*/ 116 w 121"/>
                <a:gd name="T109" fmla="*/ 11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1" h="128">
                  <a:moveTo>
                    <a:pt x="114" y="104"/>
                  </a:moveTo>
                  <a:cubicBezTo>
                    <a:pt x="111" y="101"/>
                    <a:pt x="111" y="100"/>
                    <a:pt x="110" y="98"/>
                  </a:cubicBezTo>
                  <a:cubicBezTo>
                    <a:pt x="110" y="97"/>
                    <a:pt x="110" y="96"/>
                    <a:pt x="109" y="95"/>
                  </a:cubicBezTo>
                  <a:cubicBezTo>
                    <a:pt x="108" y="93"/>
                    <a:pt x="108" y="91"/>
                    <a:pt x="107" y="88"/>
                  </a:cubicBezTo>
                  <a:cubicBezTo>
                    <a:pt x="107" y="86"/>
                    <a:pt x="107" y="83"/>
                    <a:pt x="107" y="80"/>
                  </a:cubicBezTo>
                  <a:cubicBezTo>
                    <a:pt x="107" y="78"/>
                    <a:pt x="108" y="75"/>
                    <a:pt x="110" y="71"/>
                  </a:cubicBezTo>
                  <a:cubicBezTo>
                    <a:pt x="112" y="65"/>
                    <a:pt x="115" y="59"/>
                    <a:pt x="116" y="58"/>
                  </a:cubicBezTo>
                  <a:cubicBezTo>
                    <a:pt x="117" y="56"/>
                    <a:pt x="118" y="54"/>
                    <a:pt x="119" y="53"/>
                  </a:cubicBezTo>
                  <a:cubicBezTo>
                    <a:pt x="120" y="51"/>
                    <a:pt x="121" y="49"/>
                    <a:pt x="121" y="48"/>
                  </a:cubicBezTo>
                  <a:cubicBezTo>
                    <a:pt x="121" y="46"/>
                    <a:pt x="121" y="45"/>
                    <a:pt x="121" y="44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1" y="43"/>
                    <a:pt x="120" y="41"/>
                    <a:pt x="119" y="40"/>
                  </a:cubicBezTo>
                  <a:cubicBezTo>
                    <a:pt x="118" y="38"/>
                    <a:pt x="118" y="36"/>
                    <a:pt x="117" y="35"/>
                  </a:cubicBezTo>
                  <a:cubicBezTo>
                    <a:pt x="117" y="33"/>
                    <a:pt x="117" y="31"/>
                    <a:pt x="117" y="29"/>
                  </a:cubicBezTo>
                  <a:cubicBezTo>
                    <a:pt x="118" y="25"/>
                    <a:pt x="117" y="24"/>
                    <a:pt x="115" y="22"/>
                  </a:cubicBezTo>
                  <a:cubicBezTo>
                    <a:pt x="114" y="22"/>
                    <a:pt x="114" y="22"/>
                    <a:pt x="114" y="22"/>
                  </a:cubicBezTo>
                  <a:cubicBezTo>
                    <a:pt x="113" y="20"/>
                    <a:pt x="112" y="19"/>
                    <a:pt x="110" y="18"/>
                  </a:cubicBezTo>
                  <a:cubicBezTo>
                    <a:pt x="108" y="16"/>
                    <a:pt x="106" y="16"/>
                    <a:pt x="104" y="15"/>
                  </a:cubicBezTo>
                  <a:cubicBezTo>
                    <a:pt x="100" y="15"/>
                    <a:pt x="98" y="15"/>
                    <a:pt x="96" y="16"/>
                  </a:cubicBezTo>
                  <a:cubicBezTo>
                    <a:pt x="95" y="16"/>
                    <a:pt x="95" y="16"/>
                    <a:pt x="94" y="16"/>
                  </a:cubicBezTo>
                  <a:cubicBezTo>
                    <a:pt x="92" y="16"/>
                    <a:pt x="90" y="18"/>
                    <a:pt x="89" y="19"/>
                  </a:cubicBezTo>
                  <a:cubicBezTo>
                    <a:pt x="87" y="20"/>
                    <a:pt x="86" y="21"/>
                    <a:pt x="85" y="21"/>
                  </a:cubicBezTo>
                  <a:cubicBezTo>
                    <a:pt x="83" y="21"/>
                    <a:pt x="82" y="21"/>
                    <a:pt x="81" y="20"/>
                  </a:cubicBezTo>
                  <a:cubicBezTo>
                    <a:pt x="80" y="20"/>
                    <a:pt x="78" y="19"/>
                    <a:pt x="77" y="18"/>
                  </a:cubicBezTo>
                  <a:cubicBezTo>
                    <a:pt x="75" y="17"/>
                    <a:pt x="73" y="16"/>
                    <a:pt x="72" y="15"/>
                  </a:cubicBezTo>
                  <a:cubicBezTo>
                    <a:pt x="71" y="14"/>
                    <a:pt x="71" y="12"/>
                    <a:pt x="70" y="10"/>
                  </a:cubicBezTo>
                  <a:cubicBezTo>
                    <a:pt x="69" y="8"/>
                    <a:pt x="68" y="7"/>
                    <a:pt x="67" y="7"/>
                  </a:cubicBezTo>
                  <a:cubicBezTo>
                    <a:pt x="67" y="6"/>
                    <a:pt x="66" y="6"/>
                    <a:pt x="65" y="5"/>
                  </a:cubicBezTo>
                  <a:cubicBezTo>
                    <a:pt x="64" y="5"/>
                    <a:pt x="63" y="5"/>
                    <a:pt x="61" y="5"/>
                  </a:cubicBezTo>
                  <a:cubicBezTo>
                    <a:pt x="60" y="5"/>
                    <a:pt x="58" y="6"/>
                    <a:pt x="56" y="6"/>
                  </a:cubicBezTo>
                  <a:cubicBezTo>
                    <a:pt x="56" y="7"/>
                    <a:pt x="56" y="7"/>
                    <a:pt x="56" y="7"/>
                  </a:cubicBezTo>
                  <a:cubicBezTo>
                    <a:pt x="53" y="9"/>
                    <a:pt x="51" y="10"/>
                    <a:pt x="48" y="8"/>
                  </a:cubicBezTo>
                  <a:cubicBezTo>
                    <a:pt x="45" y="7"/>
                    <a:pt x="45" y="4"/>
                    <a:pt x="45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2" y="0"/>
                    <a:pt x="41" y="0"/>
                    <a:pt x="41" y="0"/>
                  </a:cubicBezTo>
                  <a:cubicBezTo>
                    <a:pt x="40" y="0"/>
                    <a:pt x="40" y="1"/>
                    <a:pt x="40" y="2"/>
                  </a:cubicBezTo>
                  <a:cubicBezTo>
                    <a:pt x="39" y="4"/>
                    <a:pt x="39" y="5"/>
                    <a:pt x="36" y="6"/>
                  </a:cubicBezTo>
                  <a:cubicBezTo>
                    <a:pt x="35" y="6"/>
                    <a:pt x="34" y="7"/>
                    <a:pt x="33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9"/>
                    <a:pt x="30" y="9"/>
                  </a:cubicBezTo>
                  <a:cubicBezTo>
                    <a:pt x="27" y="10"/>
                    <a:pt x="25" y="9"/>
                    <a:pt x="23" y="8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0" y="6"/>
                    <a:pt x="19" y="5"/>
                    <a:pt x="18" y="5"/>
                  </a:cubicBezTo>
                  <a:cubicBezTo>
                    <a:pt x="17" y="5"/>
                    <a:pt x="16" y="6"/>
                    <a:pt x="16" y="6"/>
                  </a:cubicBezTo>
                  <a:cubicBezTo>
                    <a:pt x="15" y="7"/>
                    <a:pt x="13" y="9"/>
                    <a:pt x="11" y="10"/>
                  </a:cubicBezTo>
                  <a:cubicBezTo>
                    <a:pt x="10" y="11"/>
                    <a:pt x="9" y="12"/>
                    <a:pt x="9" y="12"/>
                  </a:cubicBezTo>
                  <a:cubicBezTo>
                    <a:pt x="9" y="13"/>
                    <a:pt x="9" y="14"/>
                    <a:pt x="9" y="15"/>
                  </a:cubicBezTo>
                  <a:cubicBezTo>
                    <a:pt x="9" y="16"/>
                    <a:pt x="9" y="18"/>
                    <a:pt x="10" y="19"/>
                  </a:cubicBezTo>
                  <a:cubicBezTo>
                    <a:pt x="10" y="21"/>
                    <a:pt x="10" y="22"/>
                    <a:pt x="11" y="22"/>
                  </a:cubicBezTo>
                  <a:cubicBezTo>
                    <a:pt x="11" y="23"/>
                    <a:pt x="12" y="23"/>
                    <a:pt x="13" y="24"/>
                  </a:cubicBezTo>
                  <a:cubicBezTo>
                    <a:pt x="14" y="24"/>
                    <a:pt x="15" y="25"/>
                    <a:pt x="16" y="27"/>
                  </a:cubicBezTo>
                  <a:cubicBezTo>
                    <a:pt x="16" y="28"/>
                    <a:pt x="16" y="30"/>
                    <a:pt x="16" y="32"/>
                  </a:cubicBezTo>
                  <a:cubicBezTo>
                    <a:pt x="15" y="33"/>
                    <a:pt x="15" y="34"/>
                    <a:pt x="15" y="34"/>
                  </a:cubicBezTo>
                  <a:cubicBezTo>
                    <a:pt x="15" y="35"/>
                    <a:pt x="15" y="35"/>
                    <a:pt x="15" y="36"/>
                  </a:cubicBezTo>
                  <a:cubicBezTo>
                    <a:pt x="15" y="37"/>
                    <a:pt x="15" y="38"/>
                    <a:pt x="16" y="39"/>
                  </a:cubicBezTo>
                  <a:cubicBezTo>
                    <a:pt x="16" y="39"/>
                    <a:pt x="16" y="40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1"/>
                    <a:pt x="18" y="42"/>
                    <a:pt x="18" y="43"/>
                  </a:cubicBezTo>
                  <a:cubicBezTo>
                    <a:pt x="18" y="45"/>
                    <a:pt x="18" y="47"/>
                    <a:pt x="16" y="47"/>
                  </a:cubicBezTo>
                  <a:cubicBezTo>
                    <a:pt x="15" y="48"/>
                    <a:pt x="13" y="47"/>
                    <a:pt x="12" y="46"/>
                  </a:cubicBezTo>
                  <a:cubicBezTo>
                    <a:pt x="11" y="46"/>
                    <a:pt x="10" y="46"/>
                    <a:pt x="9" y="46"/>
                  </a:cubicBezTo>
                  <a:cubicBezTo>
                    <a:pt x="9" y="45"/>
                    <a:pt x="8" y="45"/>
                    <a:pt x="8" y="45"/>
                  </a:cubicBezTo>
                  <a:cubicBezTo>
                    <a:pt x="8" y="45"/>
                    <a:pt x="8" y="46"/>
                    <a:pt x="7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9"/>
                    <a:pt x="8" y="49"/>
                    <a:pt x="9" y="50"/>
                  </a:cubicBezTo>
                  <a:cubicBezTo>
                    <a:pt x="10" y="51"/>
                    <a:pt x="11" y="52"/>
                    <a:pt x="11" y="54"/>
                  </a:cubicBezTo>
                  <a:cubicBezTo>
                    <a:pt x="11" y="58"/>
                    <a:pt x="9" y="60"/>
                    <a:pt x="8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6" y="65"/>
                    <a:pt x="5" y="65"/>
                    <a:pt x="4" y="66"/>
                  </a:cubicBezTo>
                  <a:cubicBezTo>
                    <a:pt x="4" y="66"/>
                    <a:pt x="4" y="67"/>
                    <a:pt x="4" y="68"/>
                  </a:cubicBezTo>
                  <a:cubicBezTo>
                    <a:pt x="5" y="70"/>
                    <a:pt x="5" y="73"/>
                    <a:pt x="5" y="75"/>
                  </a:cubicBezTo>
                  <a:cubicBezTo>
                    <a:pt x="5" y="78"/>
                    <a:pt x="5" y="78"/>
                    <a:pt x="3" y="81"/>
                  </a:cubicBezTo>
                  <a:cubicBezTo>
                    <a:pt x="3" y="81"/>
                    <a:pt x="3" y="81"/>
                    <a:pt x="3" y="81"/>
                  </a:cubicBezTo>
                  <a:cubicBezTo>
                    <a:pt x="3" y="81"/>
                    <a:pt x="2" y="82"/>
                    <a:pt x="2" y="83"/>
                  </a:cubicBezTo>
                  <a:cubicBezTo>
                    <a:pt x="0" y="85"/>
                    <a:pt x="0" y="85"/>
                    <a:pt x="1" y="85"/>
                  </a:cubicBezTo>
                  <a:cubicBezTo>
                    <a:pt x="1" y="85"/>
                    <a:pt x="1" y="85"/>
                    <a:pt x="1" y="85"/>
                  </a:cubicBezTo>
                  <a:cubicBezTo>
                    <a:pt x="1" y="86"/>
                    <a:pt x="1" y="86"/>
                    <a:pt x="2" y="86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3" y="87"/>
                    <a:pt x="3" y="87"/>
                  </a:cubicBezTo>
                  <a:cubicBezTo>
                    <a:pt x="5" y="88"/>
                    <a:pt x="6" y="88"/>
                    <a:pt x="7" y="88"/>
                  </a:cubicBezTo>
                  <a:cubicBezTo>
                    <a:pt x="9" y="89"/>
                    <a:pt x="11" y="89"/>
                    <a:pt x="14" y="91"/>
                  </a:cubicBezTo>
                  <a:cubicBezTo>
                    <a:pt x="19" y="93"/>
                    <a:pt x="19" y="94"/>
                    <a:pt x="20" y="95"/>
                  </a:cubicBezTo>
                  <a:cubicBezTo>
                    <a:pt x="21" y="96"/>
                    <a:pt x="21" y="97"/>
                    <a:pt x="22" y="98"/>
                  </a:cubicBezTo>
                  <a:cubicBezTo>
                    <a:pt x="23" y="101"/>
                    <a:pt x="24" y="102"/>
                    <a:pt x="24" y="105"/>
                  </a:cubicBezTo>
                  <a:cubicBezTo>
                    <a:pt x="24" y="107"/>
                    <a:pt x="24" y="109"/>
                    <a:pt x="23" y="112"/>
                  </a:cubicBezTo>
                  <a:cubicBezTo>
                    <a:pt x="22" y="116"/>
                    <a:pt x="21" y="117"/>
                    <a:pt x="21" y="118"/>
                  </a:cubicBezTo>
                  <a:cubicBezTo>
                    <a:pt x="20" y="118"/>
                    <a:pt x="20" y="119"/>
                    <a:pt x="20" y="120"/>
                  </a:cubicBezTo>
                  <a:cubicBezTo>
                    <a:pt x="20" y="122"/>
                    <a:pt x="20" y="125"/>
                    <a:pt x="21" y="128"/>
                  </a:cubicBezTo>
                  <a:cubicBezTo>
                    <a:pt x="21" y="128"/>
                    <a:pt x="21" y="128"/>
                    <a:pt x="21" y="128"/>
                  </a:cubicBezTo>
                  <a:cubicBezTo>
                    <a:pt x="23" y="128"/>
                    <a:pt x="29" y="125"/>
                    <a:pt x="32" y="123"/>
                  </a:cubicBezTo>
                  <a:cubicBezTo>
                    <a:pt x="35" y="122"/>
                    <a:pt x="41" y="119"/>
                    <a:pt x="49" y="117"/>
                  </a:cubicBezTo>
                  <a:cubicBezTo>
                    <a:pt x="57" y="116"/>
                    <a:pt x="60" y="114"/>
                    <a:pt x="62" y="114"/>
                  </a:cubicBezTo>
                  <a:cubicBezTo>
                    <a:pt x="65" y="114"/>
                    <a:pt x="65" y="112"/>
                    <a:pt x="67" y="112"/>
                  </a:cubicBezTo>
                  <a:cubicBezTo>
                    <a:pt x="69" y="112"/>
                    <a:pt x="72" y="112"/>
                    <a:pt x="74" y="112"/>
                  </a:cubicBezTo>
                  <a:cubicBezTo>
                    <a:pt x="76" y="112"/>
                    <a:pt x="78" y="111"/>
                    <a:pt x="81" y="110"/>
                  </a:cubicBezTo>
                  <a:cubicBezTo>
                    <a:pt x="84" y="109"/>
                    <a:pt x="87" y="108"/>
                    <a:pt x="89" y="108"/>
                  </a:cubicBezTo>
                  <a:cubicBezTo>
                    <a:pt x="91" y="109"/>
                    <a:pt x="93" y="109"/>
                    <a:pt x="95" y="109"/>
                  </a:cubicBezTo>
                  <a:cubicBezTo>
                    <a:pt x="96" y="108"/>
                    <a:pt x="95" y="106"/>
                    <a:pt x="97" y="107"/>
                  </a:cubicBezTo>
                  <a:cubicBezTo>
                    <a:pt x="100" y="109"/>
                    <a:pt x="99" y="111"/>
                    <a:pt x="101" y="111"/>
                  </a:cubicBezTo>
                  <a:cubicBezTo>
                    <a:pt x="102" y="111"/>
                    <a:pt x="104" y="112"/>
                    <a:pt x="105" y="111"/>
                  </a:cubicBezTo>
                  <a:cubicBezTo>
                    <a:pt x="106" y="110"/>
                    <a:pt x="107" y="108"/>
                    <a:pt x="109" y="108"/>
                  </a:cubicBezTo>
                  <a:cubicBezTo>
                    <a:pt x="111" y="109"/>
                    <a:pt x="112" y="110"/>
                    <a:pt x="114" y="113"/>
                  </a:cubicBezTo>
                  <a:cubicBezTo>
                    <a:pt x="115" y="113"/>
                    <a:pt x="115" y="114"/>
                    <a:pt x="116" y="114"/>
                  </a:cubicBezTo>
                  <a:cubicBezTo>
                    <a:pt x="116" y="113"/>
                    <a:pt x="116" y="112"/>
                    <a:pt x="116" y="111"/>
                  </a:cubicBezTo>
                  <a:cubicBezTo>
                    <a:pt x="116" y="108"/>
                    <a:pt x="115" y="106"/>
                    <a:pt x="114" y="10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0" name="Freeform 88">
              <a:extLst>
                <a:ext uri="{FF2B5EF4-FFF2-40B4-BE49-F238E27FC236}">
                  <a16:creationId xmlns:a16="http://schemas.microsoft.com/office/drawing/2014/main" id="{CF0452A7-610D-A2D8-76EE-0F89B1B23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183" y="2762395"/>
              <a:ext cx="64878" cy="135397"/>
            </a:xfrm>
            <a:custGeom>
              <a:avLst/>
              <a:gdLst>
                <a:gd name="T0" fmla="*/ 42 w 59"/>
                <a:gd name="T1" fmla="*/ 69 h 126"/>
                <a:gd name="T2" fmla="*/ 44 w 59"/>
                <a:gd name="T3" fmla="*/ 67 h 126"/>
                <a:gd name="T4" fmla="*/ 48 w 59"/>
                <a:gd name="T5" fmla="*/ 61 h 126"/>
                <a:gd name="T6" fmla="*/ 50 w 59"/>
                <a:gd name="T7" fmla="*/ 55 h 126"/>
                <a:gd name="T8" fmla="*/ 54 w 59"/>
                <a:gd name="T9" fmla="*/ 49 h 126"/>
                <a:gd name="T10" fmla="*/ 58 w 59"/>
                <a:gd name="T11" fmla="*/ 42 h 126"/>
                <a:gd name="T12" fmla="*/ 59 w 59"/>
                <a:gd name="T13" fmla="*/ 34 h 126"/>
                <a:gd name="T14" fmla="*/ 58 w 59"/>
                <a:gd name="T15" fmla="*/ 28 h 126"/>
                <a:gd name="T16" fmla="*/ 57 w 59"/>
                <a:gd name="T17" fmla="*/ 26 h 126"/>
                <a:gd name="T18" fmla="*/ 55 w 59"/>
                <a:gd name="T19" fmla="*/ 20 h 126"/>
                <a:gd name="T20" fmla="*/ 55 w 59"/>
                <a:gd name="T21" fmla="*/ 17 h 126"/>
                <a:gd name="T22" fmla="*/ 55 w 59"/>
                <a:gd name="T23" fmla="*/ 13 h 126"/>
                <a:gd name="T24" fmla="*/ 42 w 59"/>
                <a:gd name="T25" fmla="*/ 3 h 126"/>
                <a:gd name="T26" fmla="*/ 42 w 59"/>
                <a:gd name="T27" fmla="*/ 3 h 126"/>
                <a:gd name="T28" fmla="*/ 41 w 59"/>
                <a:gd name="T29" fmla="*/ 2 h 126"/>
                <a:gd name="T30" fmla="*/ 38 w 59"/>
                <a:gd name="T31" fmla="*/ 1 h 126"/>
                <a:gd name="T32" fmla="*/ 33 w 59"/>
                <a:gd name="T33" fmla="*/ 3 h 126"/>
                <a:gd name="T34" fmla="*/ 29 w 59"/>
                <a:gd name="T35" fmla="*/ 5 h 126"/>
                <a:gd name="T36" fmla="*/ 30 w 59"/>
                <a:gd name="T37" fmla="*/ 6 h 126"/>
                <a:gd name="T38" fmla="*/ 32 w 59"/>
                <a:gd name="T39" fmla="*/ 11 h 126"/>
                <a:gd name="T40" fmla="*/ 30 w 59"/>
                <a:gd name="T41" fmla="*/ 15 h 126"/>
                <a:gd name="T42" fmla="*/ 28 w 59"/>
                <a:gd name="T43" fmla="*/ 18 h 126"/>
                <a:gd name="T44" fmla="*/ 23 w 59"/>
                <a:gd name="T45" fmla="*/ 20 h 126"/>
                <a:gd name="T46" fmla="*/ 21 w 59"/>
                <a:gd name="T47" fmla="*/ 20 h 126"/>
                <a:gd name="T48" fmla="*/ 17 w 59"/>
                <a:gd name="T49" fmla="*/ 21 h 126"/>
                <a:gd name="T50" fmla="*/ 10 w 59"/>
                <a:gd name="T51" fmla="*/ 22 h 126"/>
                <a:gd name="T52" fmla="*/ 4 w 59"/>
                <a:gd name="T53" fmla="*/ 28 h 126"/>
                <a:gd name="T54" fmla="*/ 1 w 59"/>
                <a:gd name="T55" fmla="*/ 34 h 126"/>
                <a:gd name="T56" fmla="*/ 0 w 59"/>
                <a:gd name="T57" fmla="*/ 37 h 126"/>
                <a:gd name="T58" fmla="*/ 2 w 59"/>
                <a:gd name="T59" fmla="*/ 41 h 126"/>
                <a:gd name="T60" fmla="*/ 7 w 59"/>
                <a:gd name="T61" fmla="*/ 45 h 126"/>
                <a:gd name="T62" fmla="*/ 11 w 59"/>
                <a:gd name="T63" fmla="*/ 49 h 126"/>
                <a:gd name="T64" fmla="*/ 12 w 59"/>
                <a:gd name="T65" fmla="*/ 53 h 126"/>
                <a:gd name="T66" fmla="*/ 12 w 59"/>
                <a:gd name="T67" fmla="*/ 60 h 126"/>
                <a:gd name="T68" fmla="*/ 14 w 59"/>
                <a:gd name="T69" fmla="*/ 65 h 126"/>
                <a:gd name="T70" fmla="*/ 16 w 59"/>
                <a:gd name="T71" fmla="*/ 67 h 126"/>
                <a:gd name="T72" fmla="*/ 16 w 59"/>
                <a:gd name="T73" fmla="*/ 67 h 126"/>
                <a:gd name="T74" fmla="*/ 17 w 59"/>
                <a:gd name="T75" fmla="*/ 75 h 126"/>
                <a:gd name="T76" fmla="*/ 18 w 59"/>
                <a:gd name="T77" fmla="*/ 84 h 126"/>
                <a:gd name="T78" fmla="*/ 18 w 59"/>
                <a:gd name="T79" fmla="*/ 89 h 126"/>
                <a:gd name="T80" fmla="*/ 18 w 59"/>
                <a:gd name="T81" fmla="*/ 105 h 126"/>
                <a:gd name="T82" fmla="*/ 17 w 59"/>
                <a:gd name="T83" fmla="*/ 111 h 126"/>
                <a:gd name="T84" fmla="*/ 17 w 59"/>
                <a:gd name="T85" fmla="*/ 117 h 126"/>
                <a:gd name="T86" fmla="*/ 18 w 59"/>
                <a:gd name="T87" fmla="*/ 121 h 126"/>
                <a:gd name="T88" fmla="*/ 20 w 59"/>
                <a:gd name="T89" fmla="*/ 123 h 126"/>
                <a:gd name="T90" fmla="*/ 20 w 59"/>
                <a:gd name="T91" fmla="*/ 123 h 126"/>
                <a:gd name="T92" fmla="*/ 20 w 59"/>
                <a:gd name="T93" fmla="*/ 126 h 126"/>
                <a:gd name="T94" fmla="*/ 23 w 59"/>
                <a:gd name="T95" fmla="*/ 126 h 126"/>
                <a:gd name="T96" fmla="*/ 30 w 59"/>
                <a:gd name="T97" fmla="*/ 125 h 126"/>
                <a:gd name="T98" fmla="*/ 37 w 59"/>
                <a:gd name="T99" fmla="*/ 125 h 126"/>
                <a:gd name="T100" fmla="*/ 37 w 59"/>
                <a:gd name="T101" fmla="*/ 119 h 126"/>
                <a:gd name="T102" fmla="*/ 37 w 59"/>
                <a:gd name="T103" fmla="*/ 110 h 126"/>
                <a:gd name="T104" fmla="*/ 37 w 59"/>
                <a:gd name="T105" fmla="*/ 101 h 126"/>
                <a:gd name="T106" fmla="*/ 37 w 59"/>
                <a:gd name="T107" fmla="*/ 95 h 126"/>
                <a:gd name="T108" fmla="*/ 37 w 59"/>
                <a:gd name="T109" fmla="*/ 86 h 126"/>
                <a:gd name="T110" fmla="*/ 37 w 59"/>
                <a:gd name="T111" fmla="*/ 78 h 126"/>
                <a:gd name="T112" fmla="*/ 39 w 59"/>
                <a:gd name="T113" fmla="*/ 71 h 126"/>
                <a:gd name="T114" fmla="*/ 42 w 59"/>
                <a:gd name="T115" fmla="*/ 6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9" h="126">
                  <a:moveTo>
                    <a:pt x="42" y="69"/>
                  </a:moveTo>
                  <a:cubicBezTo>
                    <a:pt x="42" y="69"/>
                    <a:pt x="43" y="69"/>
                    <a:pt x="44" y="67"/>
                  </a:cubicBezTo>
                  <a:cubicBezTo>
                    <a:pt x="46" y="66"/>
                    <a:pt x="47" y="63"/>
                    <a:pt x="48" y="61"/>
                  </a:cubicBezTo>
                  <a:cubicBezTo>
                    <a:pt x="48" y="59"/>
                    <a:pt x="49" y="57"/>
                    <a:pt x="50" y="55"/>
                  </a:cubicBezTo>
                  <a:cubicBezTo>
                    <a:pt x="51" y="52"/>
                    <a:pt x="53" y="50"/>
                    <a:pt x="54" y="49"/>
                  </a:cubicBezTo>
                  <a:cubicBezTo>
                    <a:pt x="56" y="47"/>
                    <a:pt x="57" y="45"/>
                    <a:pt x="58" y="42"/>
                  </a:cubicBezTo>
                  <a:cubicBezTo>
                    <a:pt x="58" y="39"/>
                    <a:pt x="59" y="36"/>
                    <a:pt x="59" y="34"/>
                  </a:cubicBezTo>
                  <a:cubicBezTo>
                    <a:pt x="59" y="32"/>
                    <a:pt x="59" y="30"/>
                    <a:pt x="58" y="28"/>
                  </a:cubicBezTo>
                  <a:cubicBezTo>
                    <a:pt x="58" y="27"/>
                    <a:pt x="57" y="26"/>
                    <a:pt x="57" y="26"/>
                  </a:cubicBezTo>
                  <a:cubicBezTo>
                    <a:pt x="56" y="25"/>
                    <a:pt x="55" y="24"/>
                    <a:pt x="55" y="20"/>
                  </a:cubicBezTo>
                  <a:cubicBezTo>
                    <a:pt x="55" y="19"/>
                    <a:pt x="55" y="18"/>
                    <a:pt x="55" y="17"/>
                  </a:cubicBezTo>
                  <a:cubicBezTo>
                    <a:pt x="55" y="16"/>
                    <a:pt x="54" y="15"/>
                    <a:pt x="55" y="13"/>
                  </a:cubicBezTo>
                  <a:cubicBezTo>
                    <a:pt x="53" y="12"/>
                    <a:pt x="45" y="5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2"/>
                    <a:pt x="41" y="2"/>
                  </a:cubicBezTo>
                  <a:cubicBezTo>
                    <a:pt x="40" y="1"/>
                    <a:pt x="40" y="0"/>
                    <a:pt x="38" y="1"/>
                  </a:cubicBezTo>
                  <a:cubicBezTo>
                    <a:pt x="36" y="2"/>
                    <a:pt x="35" y="3"/>
                    <a:pt x="33" y="3"/>
                  </a:cubicBezTo>
                  <a:cubicBezTo>
                    <a:pt x="32" y="4"/>
                    <a:pt x="31" y="5"/>
                    <a:pt x="29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8"/>
                    <a:pt x="32" y="10"/>
                    <a:pt x="32" y="11"/>
                  </a:cubicBezTo>
                  <a:cubicBezTo>
                    <a:pt x="32" y="13"/>
                    <a:pt x="31" y="14"/>
                    <a:pt x="30" y="15"/>
                  </a:cubicBezTo>
                  <a:cubicBezTo>
                    <a:pt x="29" y="16"/>
                    <a:pt x="28" y="17"/>
                    <a:pt x="28" y="18"/>
                  </a:cubicBezTo>
                  <a:cubicBezTo>
                    <a:pt x="26" y="20"/>
                    <a:pt x="25" y="20"/>
                    <a:pt x="23" y="20"/>
                  </a:cubicBezTo>
                  <a:cubicBezTo>
                    <a:pt x="22" y="20"/>
                    <a:pt x="22" y="20"/>
                    <a:pt x="21" y="20"/>
                  </a:cubicBezTo>
                  <a:cubicBezTo>
                    <a:pt x="20" y="21"/>
                    <a:pt x="18" y="21"/>
                    <a:pt x="17" y="21"/>
                  </a:cubicBezTo>
                  <a:cubicBezTo>
                    <a:pt x="14" y="21"/>
                    <a:pt x="11" y="21"/>
                    <a:pt x="10" y="22"/>
                  </a:cubicBezTo>
                  <a:cubicBezTo>
                    <a:pt x="9" y="23"/>
                    <a:pt x="6" y="25"/>
                    <a:pt x="4" y="28"/>
                  </a:cubicBezTo>
                  <a:cubicBezTo>
                    <a:pt x="3" y="30"/>
                    <a:pt x="1" y="33"/>
                    <a:pt x="1" y="34"/>
                  </a:cubicBezTo>
                  <a:cubicBezTo>
                    <a:pt x="0" y="35"/>
                    <a:pt x="0" y="36"/>
                    <a:pt x="0" y="37"/>
                  </a:cubicBezTo>
                  <a:cubicBezTo>
                    <a:pt x="1" y="39"/>
                    <a:pt x="1" y="40"/>
                    <a:pt x="2" y="41"/>
                  </a:cubicBezTo>
                  <a:cubicBezTo>
                    <a:pt x="2" y="42"/>
                    <a:pt x="5" y="43"/>
                    <a:pt x="7" y="45"/>
                  </a:cubicBezTo>
                  <a:cubicBezTo>
                    <a:pt x="9" y="47"/>
                    <a:pt x="11" y="48"/>
                    <a:pt x="11" y="49"/>
                  </a:cubicBezTo>
                  <a:cubicBezTo>
                    <a:pt x="12" y="50"/>
                    <a:pt x="12" y="51"/>
                    <a:pt x="12" y="53"/>
                  </a:cubicBezTo>
                  <a:cubicBezTo>
                    <a:pt x="12" y="55"/>
                    <a:pt x="12" y="58"/>
                    <a:pt x="12" y="60"/>
                  </a:cubicBezTo>
                  <a:cubicBezTo>
                    <a:pt x="13" y="63"/>
                    <a:pt x="13" y="64"/>
                    <a:pt x="14" y="65"/>
                  </a:cubicBezTo>
                  <a:cubicBezTo>
                    <a:pt x="15" y="65"/>
                    <a:pt x="15" y="66"/>
                    <a:pt x="16" y="67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69"/>
                    <a:pt x="17" y="72"/>
                    <a:pt x="17" y="75"/>
                  </a:cubicBezTo>
                  <a:cubicBezTo>
                    <a:pt x="17" y="77"/>
                    <a:pt x="18" y="81"/>
                    <a:pt x="18" y="84"/>
                  </a:cubicBezTo>
                  <a:cubicBezTo>
                    <a:pt x="18" y="86"/>
                    <a:pt x="18" y="87"/>
                    <a:pt x="18" y="89"/>
                  </a:cubicBezTo>
                  <a:cubicBezTo>
                    <a:pt x="18" y="95"/>
                    <a:pt x="19" y="101"/>
                    <a:pt x="18" y="105"/>
                  </a:cubicBezTo>
                  <a:cubicBezTo>
                    <a:pt x="17" y="107"/>
                    <a:pt x="17" y="109"/>
                    <a:pt x="17" y="111"/>
                  </a:cubicBezTo>
                  <a:cubicBezTo>
                    <a:pt x="16" y="113"/>
                    <a:pt x="16" y="115"/>
                    <a:pt x="17" y="117"/>
                  </a:cubicBezTo>
                  <a:cubicBezTo>
                    <a:pt x="17" y="119"/>
                    <a:pt x="17" y="120"/>
                    <a:pt x="18" y="121"/>
                  </a:cubicBezTo>
                  <a:cubicBezTo>
                    <a:pt x="19" y="121"/>
                    <a:pt x="19" y="122"/>
                    <a:pt x="20" y="123"/>
                  </a:cubicBezTo>
                  <a:cubicBezTo>
                    <a:pt x="20" y="123"/>
                    <a:pt x="20" y="123"/>
                    <a:pt x="20" y="123"/>
                  </a:cubicBezTo>
                  <a:cubicBezTo>
                    <a:pt x="20" y="124"/>
                    <a:pt x="21" y="125"/>
                    <a:pt x="20" y="126"/>
                  </a:cubicBezTo>
                  <a:cubicBezTo>
                    <a:pt x="21" y="126"/>
                    <a:pt x="22" y="126"/>
                    <a:pt x="23" y="126"/>
                  </a:cubicBezTo>
                  <a:cubicBezTo>
                    <a:pt x="27" y="126"/>
                    <a:pt x="26" y="126"/>
                    <a:pt x="30" y="125"/>
                  </a:cubicBezTo>
                  <a:cubicBezTo>
                    <a:pt x="34" y="125"/>
                    <a:pt x="34" y="125"/>
                    <a:pt x="37" y="125"/>
                  </a:cubicBezTo>
                  <a:cubicBezTo>
                    <a:pt x="37" y="124"/>
                    <a:pt x="37" y="122"/>
                    <a:pt x="37" y="119"/>
                  </a:cubicBezTo>
                  <a:cubicBezTo>
                    <a:pt x="37" y="114"/>
                    <a:pt x="37" y="112"/>
                    <a:pt x="37" y="110"/>
                  </a:cubicBezTo>
                  <a:cubicBezTo>
                    <a:pt x="37" y="108"/>
                    <a:pt x="37" y="106"/>
                    <a:pt x="37" y="101"/>
                  </a:cubicBezTo>
                  <a:cubicBezTo>
                    <a:pt x="37" y="98"/>
                    <a:pt x="37" y="96"/>
                    <a:pt x="37" y="95"/>
                  </a:cubicBezTo>
                  <a:cubicBezTo>
                    <a:pt x="37" y="93"/>
                    <a:pt x="37" y="91"/>
                    <a:pt x="37" y="86"/>
                  </a:cubicBezTo>
                  <a:cubicBezTo>
                    <a:pt x="37" y="82"/>
                    <a:pt x="37" y="80"/>
                    <a:pt x="37" y="78"/>
                  </a:cubicBezTo>
                  <a:cubicBezTo>
                    <a:pt x="37" y="75"/>
                    <a:pt x="37" y="74"/>
                    <a:pt x="39" y="71"/>
                  </a:cubicBezTo>
                  <a:cubicBezTo>
                    <a:pt x="41" y="69"/>
                    <a:pt x="41" y="69"/>
                    <a:pt x="42" y="6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E53F1550-0632-ECA8-B50F-34C9492A7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134" y="1667935"/>
              <a:ext cx="97317" cy="115652"/>
            </a:xfrm>
            <a:custGeom>
              <a:avLst/>
              <a:gdLst>
                <a:gd name="T0" fmla="*/ 11 w 88"/>
                <a:gd name="T1" fmla="*/ 96 h 107"/>
                <a:gd name="T2" fmla="*/ 9 w 88"/>
                <a:gd name="T3" fmla="*/ 100 h 107"/>
                <a:gd name="T4" fmla="*/ 12 w 88"/>
                <a:gd name="T5" fmla="*/ 102 h 107"/>
                <a:gd name="T6" fmla="*/ 12 w 88"/>
                <a:gd name="T7" fmla="*/ 107 h 107"/>
                <a:gd name="T8" fmla="*/ 29 w 88"/>
                <a:gd name="T9" fmla="*/ 104 h 107"/>
                <a:gd name="T10" fmla="*/ 37 w 88"/>
                <a:gd name="T11" fmla="*/ 97 h 107"/>
                <a:gd name="T12" fmla="*/ 43 w 88"/>
                <a:gd name="T13" fmla="*/ 98 h 107"/>
                <a:gd name="T14" fmla="*/ 55 w 88"/>
                <a:gd name="T15" fmla="*/ 89 h 107"/>
                <a:gd name="T16" fmla="*/ 67 w 88"/>
                <a:gd name="T17" fmla="*/ 86 h 107"/>
                <a:gd name="T18" fmla="*/ 74 w 88"/>
                <a:gd name="T19" fmla="*/ 86 h 107"/>
                <a:gd name="T20" fmla="*/ 78 w 88"/>
                <a:gd name="T21" fmla="*/ 85 h 107"/>
                <a:gd name="T22" fmla="*/ 84 w 88"/>
                <a:gd name="T23" fmla="*/ 72 h 107"/>
                <a:gd name="T24" fmla="*/ 85 w 88"/>
                <a:gd name="T25" fmla="*/ 56 h 107"/>
                <a:gd name="T26" fmla="*/ 81 w 88"/>
                <a:gd name="T27" fmla="*/ 44 h 107"/>
                <a:gd name="T28" fmla="*/ 80 w 88"/>
                <a:gd name="T29" fmla="*/ 35 h 107"/>
                <a:gd name="T30" fmla="*/ 68 w 88"/>
                <a:gd name="T31" fmla="*/ 30 h 107"/>
                <a:gd name="T32" fmla="*/ 64 w 88"/>
                <a:gd name="T33" fmla="*/ 30 h 107"/>
                <a:gd name="T34" fmla="*/ 55 w 88"/>
                <a:gd name="T35" fmla="*/ 32 h 107"/>
                <a:gd name="T36" fmla="*/ 48 w 88"/>
                <a:gd name="T37" fmla="*/ 20 h 107"/>
                <a:gd name="T38" fmla="*/ 56 w 88"/>
                <a:gd name="T39" fmla="*/ 13 h 107"/>
                <a:gd name="T40" fmla="*/ 62 w 88"/>
                <a:gd name="T41" fmla="*/ 6 h 107"/>
                <a:gd name="T42" fmla="*/ 64 w 88"/>
                <a:gd name="T43" fmla="*/ 1 h 107"/>
                <a:gd name="T44" fmla="*/ 58 w 88"/>
                <a:gd name="T45" fmla="*/ 4 h 107"/>
                <a:gd name="T46" fmla="*/ 51 w 88"/>
                <a:gd name="T47" fmla="*/ 5 h 107"/>
                <a:gd name="T48" fmla="*/ 45 w 88"/>
                <a:gd name="T49" fmla="*/ 5 h 107"/>
                <a:gd name="T50" fmla="*/ 39 w 88"/>
                <a:gd name="T51" fmla="*/ 9 h 107"/>
                <a:gd name="T52" fmla="*/ 32 w 88"/>
                <a:gd name="T53" fmla="*/ 17 h 107"/>
                <a:gd name="T54" fmla="*/ 42 w 88"/>
                <a:gd name="T55" fmla="*/ 18 h 107"/>
                <a:gd name="T56" fmla="*/ 41 w 88"/>
                <a:gd name="T57" fmla="*/ 25 h 107"/>
                <a:gd name="T58" fmla="*/ 35 w 88"/>
                <a:gd name="T59" fmla="*/ 32 h 107"/>
                <a:gd name="T60" fmla="*/ 25 w 88"/>
                <a:gd name="T61" fmla="*/ 31 h 107"/>
                <a:gd name="T62" fmla="*/ 18 w 88"/>
                <a:gd name="T63" fmla="*/ 29 h 107"/>
                <a:gd name="T64" fmla="*/ 8 w 88"/>
                <a:gd name="T65" fmla="*/ 29 h 107"/>
                <a:gd name="T66" fmla="*/ 8 w 88"/>
                <a:gd name="T67" fmla="*/ 33 h 107"/>
                <a:gd name="T68" fmla="*/ 10 w 88"/>
                <a:gd name="T69" fmla="*/ 39 h 107"/>
                <a:gd name="T70" fmla="*/ 10 w 88"/>
                <a:gd name="T71" fmla="*/ 43 h 107"/>
                <a:gd name="T72" fmla="*/ 10 w 88"/>
                <a:gd name="T73" fmla="*/ 49 h 107"/>
                <a:gd name="T74" fmla="*/ 7 w 88"/>
                <a:gd name="T75" fmla="*/ 54 h 107"/>
                <a:gd name="T76" fmla="*/ 14 w 88"/>
                <a:gd name="T77" fmla="*/ 56 h 107"/>
                <a:gd name="T78" fmla="*/ 25 w 88"/>
                <a:gd name="T79" fmla="*/ 58 h 107"/>
                <a:gd name="T80" fmla="*/ 24 w 88"/>
                <a:gd name="T81" fmla="*/ 61 h 107"/>
                <a:gd name="T82" fmla="*/ 17 w 88"/>
                <a:gd name="T83" fmla="*/ 69 h 107"/>
                <a:gd name="T84" fmla="*/ 20 w 88"/>
                <a:gd name="T85" fmla="*/ 73 h 107"/>
                <a:gd name="T86" fmla="*/ 31 w 88"/>
                <a:gd name="T87" fmla="*/ 75 h 107"/>
                <a:gd name="T88" fmla="*/ 18 w 88"/>
                <a:gd name="T89" fmla="*/ 78 h 107"/>
                <a:gd name="T90" fmla="*/ 9 w 88"/>
                <a:gd name="T91" fmla="*/ 82 h 107"/>
                <a:gd name="T92" fmla="*/ 5 w 88"/>
                <a:gd name="T93" fmla="*/ 9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8" h="107">
                  <a:moveTo>
                    <a:pt x="2" y="96"/>
                  </a:moveTo>
                  <a:cubicBezTo>
                    <a:pt x="4" y="96"/>
                    <a:pt x="5" y="96"/>
                    <a:pt x="6" y="96"/>
                  </a:cubicBezTo>
                  <a:cubicBezTo>
                    <a:pt x="7" y="96"/>
                    <a:pt x="9" y="97"/>
                    <a:pt x="11" y="96"/>
                  </a:cubicBezTo>
                  <a:cubicBezTo>
                    <a:pt x="13" y="96"/>
                    <a:pt x="13" y="95"/>
                    <a:pt x="14" y="96"/>
                  </a:cubicBezTo>
                  <a:cubicBezTo>
                    <a:pt x="15" y="96"/>
                    <a:pt x="14" y="97"/>
                    <a:pt x="13" y="98"/>
                  </a:cubicBezTo>
                  <a:cubicBezTo>
                    <a:pt x="11" y="99"/>
                    <a:pt x="11" y="100"/>
                    <a:pt x="9" y="100"/>
                  </a:cubicBezTo>
                  <a:cubicBezTo>
                    <a:pt x="8" y="100"/>
                    <a:pt x="8" y="101"/>
                    <a:pt x="7" y="101"/>
                  </a:cubicBezTo>
                  <a:cubicBezTo>
                    <a:pt x="6" y="102"/>
                    <a:pt x="8" y="102"/>
                    <a:pt x="9" y="102"/>
                  </a:cubicBezTo>
                  <a:cubicBezTo>
                    <a:pt x="11" y="103"/>
                    <a:pt x="11" y="102"/>
                    <a:pt x="12" y="102"/>
                  </a:cubicBezTo>
                  <a:cubicBezTo>
                    <a:pt x="13" y="101"/>
                    <a:pt x="14" y="102"/>
                    <a:pt x="14" y="103"/>
                  </a:cubicBezTo>
                  <a:cubicBezTo>
                    <a:pt x="14" y="103"/>
                    <a:pt x="13" y="103"/>
                    <a:pt x="13" y="104"/>
                  </a:cubicBezTo>
                  <a:cubicBezTo>
                    <a:pt x="12" y="105"/>
                    <a:pt x="10" y="106"/>
                    <a:pt x="12" y="107"/>
                  </a:cubicBezTo>
                  <a:cubicBezTo>
                    <a:pt x="14" y="107"/>
                    <a:pt x="15" y="107"/>
                    <a:pt x="17" y="107"/>
                  </a:cubicBezTo>
                  <a:cubicBezTo>
                    <a:pt x="19" y="106"/>
                    <a:pt x="20" y="106"/>
                    <a:pt x="22" y="105"/>
                  </a:cubicBezTo>
                  <a:cubicBezTo>
                    <a:pt x="24" y="104"/>
                    <a:pt x="27" y="104"/>
                    <a:pt x="29" y="104"/>
                  </a:cubicBezTo>
                  <a:cubicBezTo>
                    <a:pt x="31" y="104"/>
                    <a:pt x="32" y="103"/>
                    <a:pt x="34" y="102"/>
                  </a:cubicBezTo>
                  <a:cubicBezTo>
                    <a:pt x="36" y="101"/>
                    <a:pt x="36" y="101"/>
                    <a:pt x="37" y="100"/>
                  </a:cubicBezTo>
                  <a:cubicBezTo>
                    <a:pt x="37" y="100"/>
                    <a:pt x="38" y="98"/>
                    <a:pt x="37" y="97"/>
                  </a:cubicBezTo>
                  <a:cubicBezTo>
                    <a:pt x="36" y="96"/>
                    <a:pt x="36" y="95"/>
                    <a:pt x="36" y="95"/>
                  </a:cubicBezTo>
                  <a:cubicBezTo>
                    <a:pt x="36" y="94"/>
                    <a:pt x="39" y="95"/>
                    <a:pt x="40" y="97"/>
                  </a:cubicBezTo>
                  <a:cubicBezTo>
                    <a:pt x="41" y="98"/>
                    <a:pt x="42" y="98"/>
                    <a:pt x="43" y="98"/>
                  </a:cubicBezTo>
                  <a:cubicBezTo>
                    <a:pt x="44" y="98"/>
                    <a:pt x="45" y="97"/>
                    <a:pt x="46" y="96"/>
                  </a:cubicBezTo>
                  <a:cubicBezTo>
                    <a:pt x="47" y="95"/>
                    <a:pt x="48" y="93"/>
                    <a:pt x="50" y="92"/>
                  </a:cubicBezTo>
                  <a:cubicBezTo>
                    <a:pt x="52" y="90"/>
                    <a:pt x="53" y="91"/>
                    <a:pt x="55" y="89"/>
                  </a:cubicBezTo>
                  <a:cubicBezTo>
                    <a:pt x="57" y="88"/>
                    <a:pt x="58" y="89"/>
                    <a:pt x="61" y="90"/>
                  </a:cubicBezTo>
                  <a:cubicBezTo>
                    <a:pt x="64" y="90"/>
                    <a:pt x="64" y="90"/>
                    <a:pt x="65" y="90"/>
                  </a:cubicBezTo>
                  <a:cubicBezTo>
                    <a:pt x="66" y="89"/>
                    <a:pt x="66" y="87"/>
                    <a:pt x="67" y="86"/>
                  </a:cubicBezTo>
                  <a:cubicBezTo>
                    <a:pt x="68" y="86"/>
                    <a:pt x="67" y="87"/>
                    <a:pt x="68" y="88"/>
                  </a:cubicBezTo>
                  <a:cubicBezTo>
                    <a:pt x="68" y="89"/>
                    <a:pt x="69" y="88"/>
                    <a:pt x="70" y="87"/>
                  </a:cubicBezTo>
                  <a:cubicBezTo>
                    <a:pt x="71" y="86"/>
                    <a:pt x="71" y="86"/>
                    <a:pt x="74" y="86"/>
                  </a:cubicBezTo>
                  <a:cubicBezTo>
                    <a:pt x="77" y="86"/>
                    <a:pt x="76" y="87"/>
                    <a:pt x="77" y="88"/>
                  </a:cubicBezTo>
                  <a:cubicBezTo>
                    <a:pt x="78" y="89"/>
                    <a:pt x="79" y="89"/>
                    <a:pt x="79" y="88"/>
                  </a:cubicBezTo>
                  <a:cubicBezTo>
                    <a:pt x="80" y="87"/>
                    <a:pt x="79" y="86"/>
                    <a:pt x="78" y="85"/>
                  </a:cubicBezTo>
                  <a:cubicBezTo>
                    <a:pt x="76" y="84"/>
                    <a:pt x="78" y="82"/>
                    <a:pt x="80" y="82"/>
                  </a:cubicBezTo>
                  <a:cubicBezTo>
                    <a:pt x="81" y="81"/>
                    <a:pt x="82" y="81"/>
                    <a:pt x="82" y="79"/>
                  </a:cubicBezTo>
                  <a:cubicBezTo>
                    <a:pt x="83" y="77"/>
                    <a:pt x="83" y="76"/>
                    <a:pt x="84" y="72"/>
                  </a:cubicBezTo>
                  <a:cubicBezTo>
                    <a:pt x="86" y="69"/>
                    <a:pt x="86" y="70"/>
                    <a:pt x="87" y="66"/>
                  </a:cubicBezTo>
                  <a:cubicBezTo>
                    <a:pt x="88" y="63"/>
                    <a:pt x="87" y="65"/>
                    <a:pt x="86" y="62"/>
                  </a:cubicBezTo>
                  <a:cubicBezTo>
                    <a:pt x="85" y="59"/>
                    <a:pt x="86" y="59"/>
                    <a:pt x="85" y="56"/>
                  </a:cubicBezTo>
                  <a:cubicBezTo>
                    <a:pt x="84" y="53"/>
                    <a:pt x="85" y="54"/>
                    <a:pt x="85" y="52"/>
                  </a:cubicBezTo>
                  <a:cubicBezTo>
                    <a:pt x="85" y="50"/>
                    <a:pt x="86" y="49"/>
                    <a:pt x="85" y="47"/>
                  </a:cubicBezTo>
                  <a:cubicBezTo>
                    <a:pt x="84" y="44"/>
                    <a:pt x="83" y="45"/>
                    <a:pt x="81" y="44"/>
                  </a:cubicBezTo>
                  <a:cubicBezTo>
                    <a:pt x="79" y="43"/>
                    <a:pt x="80" y="42"/>
                    <a:pt x="80" y="40"/>
                  </a:cubicBezTo>
                  <a:cubicBezTo>
                    <a:pt x="80" y="39"/>
                    <a:pt x="81" y="38"/>
                    <a:pt x="83" y="37"/>
                  </a:cubicBezTo>
                  <a:cubicBezTo>
                    <a:pt x="82" y="36"/>
                    <a:pt x="81" y="36"/>
                    <a:pt x="80" y="35"/>
                  </a:cubicBezTo>
                  <a:cubicBezTo>
                    <a:pt x="79" y="35"/>
                    <a:pt x="78" y="35"/>
                    <a:pt x="77" y="35"/>
                  </a:cubicBezTo>
                  <a:cubicBezTo>
                    <a:pt x="75" y="36"/>
                    <a:pt x="74" y="36"/>
                    <a:pt x="72" y="32"/>
                  </a:cubicBezTo>
                  <a:cubicBezTo>
                    <a:pt x="71" y="30"/>
                    <a:pt x="70" y="30"/>
                    <a:pt x="68" y="30"/>
                  </a:cubicBezTo>
                  <a:cubicBezTo>
                    <a:pt x="68" y="30"/>
                    <a:pt x="67" y="30"/>
                    <a:pt x="66" y="30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5" y="29"/>
                    <a:pt x="65" y="30"/>
                    <a:pt x="64" y="30"/>
                  </a:cubicBezTo>
                  <a:cubicBezTo>
                    <a:pt x="64" y="30"/>
                    <a:pt x="63" y="31"/>
                    <a:pt x="63" y="31"/>
                  </a:cubicBezTo>
                  <a:cubicBezTo>
                    <a:pt x="62" y="32"/>
                    <a:pt x="61" y="33"/>
                    <a:pt x="60" y="33"/>
                  </a:cubicBezTo>
                  <a:cubicBezTo>
                    <a:pt x="58" y="33"/>
                    <a:pt x="57" y="33"/>
                    <a:pt x="55" y="32"/>
                  </a:cubicBezTo>
                  <a:cubicBezTo>
                    <a:pt x="53" y="32"/>
                    <a:pt x="51" y="31"/>
                    <a:pt x="49" y="30"/>
                  </a:cubicBezTo>
                  <a:cubicBezTo>
                    <a:pt x="48" y="29"/>
                    <a:pt x="47" y="27"/>
                    <a:pt x="47" y="25"/>
                  </a:cubicBezTo>
                  <a:cubicBezTo>
                    <a:pt x="46" y="23"/>
                    <a:pt x="47" y="22"/>
                    <a:pt x="48" y="20"/>
                  </a:cubicBezTo>
                  <a:cubicBezTo>
                    <a:pt x="49" y="18"/>
                    <a:pt x="51" y="17"/>
                    <a:pt x="52" y="16"/>
                  </a:cubicBezTo>
                  <a:cubicBezTo>
                    <a:pt x="53" y="16"/>
                    <a:pt x="53" y="15"/>
                    <a:pt x="54" y="15"/>
                  </a:cubicBezTo>
                  <a:cubicBezTo>
                    <a:pt x="54" y="15"/>
                    <a:pt x="55" y="15"/>
                    <a:pt x="56" y="13"/>
                  </a:cubicBezTo>
                  <a:cubicBezTo>
                    <a:pt x="56" y="10"/>
                    <a:pt x="58" y="9"/>
                    <a:pt x="60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6"/>
                    <a:pt x="61" y="6"/>
                    <a:pt x="62" y="6"/>
                  </a:cubicBezTo>
                  <a:cubicBezTo>
                    <a:pt x="62" y="5"/>
                    <a:pt x="63" y="5"/>
                    <a:pt x="64" y="4"/>
                  </a:cubicBezTo>
                  <a:cubicBezTo>
                    <a:pt x="65" y="4"/>
                    <a:pt x="65" y="3"/>
                    <a:pt x="65" y="3"/>
                  </a:cubicBezTo>
                  <a:cubicBezTo>
                    <a:pt x="66" y="2"/>
                    <a:pt x="65" y="2"/>
                    <a:pt x="64" y="1"/>
                  </a:cubicBezTo>
                  <a:cubicBezTo>
                    <a:pt x="62" y="0"/>
                    <a:pt x="62" y="0"/>
                    <a:pt x="60" y="0"/>
                  </a:cubicBezTo>
                  <a:cubicBezTo>
                    <a:pt x="58" y="0"/>
                    <a:pt x="59" y="0"/>
                    <a:pt x="58" y="1"/>
                  </a:cubicBezTo>
                  <a:cubicBezTo>
                    <a:pt x="57" y="2"/>
                    <a:pt x="58" y="3"/>
                    <a:pt x="58" y="4"/>
                  </a:cubicBezTo>
                  <a:cubicBezTo>
                    <a:pt x="58" y="5"/>
                    <a:pt x="58" y="6"/>
                    <a:pt x="57" y="7"/>
                  </a:cubicBezTo>
                  <a:cubicBezTo>
                    <a:pt x="57" y="8"/>
                    <a:pt x="55" y="8"/>
                    <a:pt x="54" y="8"/>
                  </a:cubicBezTo>
                  <a:cubicBezTo>
                    <a:pt x="53" y="7"/>
                    <a:pt x="52" y="6"/>
                    <a:pt x="51" y="5"/>
                  </a:cubicBezTo>
                  <a:cubicBezTo>
                    <a:pt x="50" y="4"/>
                    <a:pt x="50" y="4"/>
                    <a:pt x="49" y="4"/>
                  </a:cubicBezTo>
                  <a:cubicBezTo>
                    <a:pt x="48" y="3"/>
                    <a:pt x="48" y="4"/>
                    <a:pt x="47" y="4"/>
                  </a:cubicBezTo>
                  <a:cubicBezTo>
                    <a:pt x="46" y="4"/>
                    <a:pt x="45" y="5"/>
                    <a:pt x="45" y="5"/>
                  </a:cubicBezTo>
                  <a:cubicBezTo>
                    <a:pt x="44" y="5"/>
                    <a:pt x="43" y="5"/>
                    <a:pt x="42" y="5"/>
                  </a:cubicBezTo>
                  <a:cubicBezTo>
                    <a:pt x="42" y="5"/>
                    <a:pt x="40" y="6"/>
                    <a:pt x="40" y="6"/>
                  </a:cubicBezTo>
                  <a:cubicBezTo>
                    <a:pt x="40" y="7"/>
                    <a:pt x="39" y="8"/>
                    <a:pt x="39" y="9"/>
                  </a:cubicBezTo>
                  <a:cubicBezTo>
                    <a:pt x="38" y="10"/>
                    <a:pt x="37" y="11"/>
                    <a:pt x="37" y="13"/>
                  </a:cubicBezTo>
                  <a:cubicBezTo>
                    <a:pt x="36" y="14"/>
                    <a:pt x="35" y="15"/>
                    <a:pt x="34" y="16"/>
                  </a:cubicBezTo>
                  <a:cubicBezTo>
                    <a:pt x="34" y="16"/>
                    <a:pt x="32" y="17"/>
                    <a:pt x="32" y="17"/>
                  </a:cubicBezTo>
                  <a:cubicBezTo>
                    <a:pt x="32" y="18"/>
                    <a:pt x="33" y="18"/>
                    <a:pt x="34" y="17"/>
                  </a:cubicBezTo>
                  <a:cubicBezTo>
                    <a:pt x="36" y="17"/>
                    <a:pt x="36" y="18"/>
                    <a:pt x="37" y="18"/>
                  </a:cubicBezTo>
                  <a:cubicBezTo>
                    <a:pt x="39" y="18"/>
                    <a:pt x="40" y="18"/>
                    <a:pt x="42" y="18"/>
                  </a:cubicBezTo>
                  <a:cubicBezTo>
                    <a:pt x="44" y="18"/>
                    <a:pt x="43" y="19"/>
                    <a:pt x="44" y="20"/>
                  </a:cubicBezTo>
                  <a:cubicBezTo>
                    <a:pt x="44" y="21"/>
                    <a:pt x="44" y="22"/>
                    <a:pt x="44" y="23"/>
                  </a:cubicBezTo>
                  <a:cubicBezTo>
                    <a:pt x="44" y="24"/>
                    <a:pt x="42" y="24"/>
                    <a:pt x="41" y="25"/>
                  </a:cubicBezTo>
                  <a:cubicBezTo>
                    <a:pt x="39" y="25"/>
                    <a:pt x="39" y="26"/>
                    <a:pt x="38" y="26"/>
                  </a:cubicBezTo>
                  <a:cubicBezTo>
                    <a:pt x="37" y="27"/>
                    <a:pt x="37" y="27"/>
                    <a:pt x="37" y="29"/>
                  </a:cubicBezTo>
                  <a:cubicBezTo>
                    <a:pt x="37" y="31"/>
                    <a:pt x="37" y="31"/>
                    <a:pt x="35" y="32"/>
                  </a:cubicBezTo>
                  <a:cubicBezTo>
                    <a:pt x="34" y="33"/>
                    <a:pt x="33" y="31"/>
                    <a:pt x="32" y="32"/>
                  </a:cubicBezTo>
                  <a:cubicBezTo>
                    <a:pt x="30" y="32"/>
                    <a:pt x="30" y="31"/>
                    <a:pt x="28" y="30"/>
                  </a:cubicBezTo>
                  <a:cubicBezTo>
                    <a:pt x="27" y="30"/>
                    <a:pt x="26" y="30"/>
                    <a:pt x="25" y="31"/>
                  </a:cubicBezTo>
                  <a:cubicBezTo>
                    <a:pt x="24" y="31"/>
                    <a:pt x="25" y="33"/>
                    <a:pt x="24" y="34"/>
                  </a:cubicBezTo>
                  <a:cubicBezTo>
                    <a:pt x="23" y="34"/>
                    <a:pt x="21" y="33"/>
                    <a:pt x="21" y="31"/>
                  </a:cubicBezTo>
                  <a:cubicBezTo>
                    <a:pt x="20" y="30"/>
                    <a:pt x="20" y="30"/>
                    <a:pt x="18" y="29"/>
                  </a:cubicBezTo>
                  <a:cubicBezTo>
                    <a:pt x="17" y="28"/>
                    <a:pt x="16" y="29"/>
                    <a:pt x="14" y="28"/>
                  </a:cubicBezTo>
                  <a:cubicBezTo>
                    <a:pt x="12" y="28"/>
                    <a:pt x="12" y="28"/>
                    <a:pt x="11" y="29"/>
                  </a:cubicBezTo>
                  <a:cubicBezTo>
                    <a:pt x="9" y="29"/>
                    <a:pt x="9" y="29"/>
                    <a:pt x="8" y="29"/>
                  </a:cubicBezTo>
                  <a:cubicBezTo>
                    <a:pt x="8" y="29"/>
                    <a:pt x="7" y="29"/>
                    <a:pt x="7" y="30"/>
                  </a:cubicBezTo>
                  <a:cubicBezTo>
                    <a:pt x="6" y="30"/>
                    <a:pt x="7" y="30"/>
                    <a:pt x="7" y="32"/>
                  </a:cubicBezTo>
                  <a:cubicBezTo>
                    <a:pt x="7" y="33"/>
                    <a:pt x="7" y="32"/>
                    <a:pt x="8" y="33"/>
                  </a:cubicBezTo>
                  <a:cubicBezTo>
                    <a:pt x="9" y="34"/>
                    <a:pt x="9" y="35"/>
                    <a:pt x="8" y="35"/>
                  </a:cubicBezTo>
                  <a:cubicBezTo>
                    <a:pt x="8" y="36"/>
                    <a:pt x="8" y="37"/>
                    <a:pt x="8" y="38"/>
                  </a:cubicBezTo>
                  <a:cubicBezTo>
                    <a:pt x="8" y="39"/>
                    <a:pt x="9" y="39"/>
                    <a:pt x="10" y="39"/>
                  </a:cubicBezTo>
                  <a:cubicBezTo>
                    <a:pt x="12" y="39"/>
                    <a:pt x="13" y="39"/>
                    <a:pt x="14" y="40"/>
                  </a:cubicBezTo>
                  <a:cubicBezTo>
                    <a:pt x="15" y="41"/>
                    <a:pt x="14" y="41"/>
                    <a:pt x="13" y="42"/>
                  </a:cubicBezTo>
                  <a:cubicBezTo>
                    <a:pt x="12" y="42"/>
                    <a:pt x="11" y="42"/>
                    <a:pt x="10" y="43"/>
                  </a:cubicBezTo>
                  <a:cubicBezTo>
                    <a:pt x="9" y="43"/>
                    <a:pt x="9" y="44"/>
                    <a:pt x="10" y="46"/>
                  </a:cubicBezTo>
                  <a:cubicBezTo>
                    <a:pt x="11" y="47"/>
                    <a:pt x="11" y="46"/>
                    <a:pt x="11" y="48"/>
                  </a:cubicBezTo>
                  <a:cubicBezTo>
                    <a:pt x="11" y="49"/>
                    <a:pt x="11" y="48"/>
                    <a:pt x="10" y="49"/>
                  </a:cubicBezTo>
                  <a:cubicBezTo>
                    <a:pt x="8" y="49"/>
                    <a:pt x="9" y="50"/>
                    <a:pt x="7" y="50"/>
                  </a:cubicBezTo>
                  <a:cubicBezTo>
                    <a:pt x="6" y="50"/>
                    <a:pt x="4" y="51"/>
                    <a:pt x="5" y="52"/>
                  </a:cubicBezTo>
                  <a:cubicBezTo>
                    <a:pt x="6" y="52"/>
                    <a:pt x="6" y="53"/>
                    <a:pt x="7" y="54"/>
                  </a:cubicBezTo>
                  <a:cubicBezTo>
                    <a:pt x="8" y="55"/>
                    <a:pt x="9" y="55"/>
                    <a:pt x="11" y="54"/>
                  </a:cubicBezTo>
                  <a:cubicBezTo>
                    <a:pt x="13" y="53"/>
                    <a:pt x="13" y="54"/>
                    <a:pt x="14" y="54"/>
                  </a:cubicBezTo>
                  <a:cubicBezTo>
                    <a:pt x="15" y="55"/>
                    <a:pt x="14" y="56"/>
                    <a:pt x="14" y="56"/>
                  </a:cubicBezTo>
                  <a:cubicBezTo>
                    <a:pt x="14" y="57"/>
                    <a:pt x="15" y="58"/>
                    <a:pt x="17" y="58"/>
                  </a:cubicBezTo>
                  <a:cubicBezTo>
                    <a:pt x="20" y="58"/>
                    <a:pt x="20" y="58"/>
                    <a:pt x="21" y="58"/>
                  </a:cubicBezTo>
                  <a:cubicBezTo>
                    <a:pt x="22" y="59"/>
                    <a:pt x="23" y="59"/>
                    <a:pt x="25" y="58"/>
                  </a:cubicBezTo>
                  <a:cubicBezTo>
                    <a:pt x="27" y="57"/>
                    <a:pt x="27" y="57"/>
                    <a:pt x="28" y="58"/>
                  </a:cubicBezTo>
                  <a:cubicBezTo>
                    <a:pt x="29" y="59"/>
                    <a:pt x="28" y="59"/>
                    <a:pt x="27" y="60"/>
                  </a:cubicBezTo>
                  <a:cubicBezTo>
                    <a:pt x="26" y="62"/>
                    <a:pt x="26" y="61"/>
                    <a:pt x="24" y="61"/>
                  </a:cubicBezTo>
                  <a:cubicBezTo>
                    <a:pt x="23" y="61"/>
                    <a:pt x="22" y="61"/>
                    <a:pt x="21" y="62"/>
                  </a:cubicBezTo>
                  <a:cubicBezTo>
                    <a:pt x="19" y="63"/>
                    <a:pt x="18" y="64"/>
                    <a:pt x="17" y="65"/>
                  </a:cubicBezTo>
                  <a:cubicBezTo>
                    <a:pt x="16" y="67"/>
                    <a:pt x="17" y="67"/>
                    <a:pt x="17" y="69"/>
                  </a:cubicBezTo>
                  <a:cubicBezTo>
                    <a:pt x="18" y="71"/>
                    <a:pt x="17" y="70"/>
                    <a:pt x="16" y="72"/>
                  </a:cubicBezTo>
                  <a:cubicBezTo>
                    <a:pt x="14" y="73"/>
                    <a:pt x="16" y="74"/>
                    <a:pt x="17" y="74"/>
                  </a:cubicBezTo>
                  <a:cubicBezTo>
                    <a:pt x="18" y="74"/>
                    <a:pt x="19" y="74"/>
                    <a:pt x="20" y="73"/>
                  </a:cubicBezTo>
                  <a:cubicBezTo>
                    <a:pt x="22" y="73"/>
                    <a:pt x="22" y="72"/>
                    <a:pt x="25" y="71"/>
                  </a:cubicBezTo>
                  <a:cubicBezTo>
                    <a:pt x="28" y="70"/>
                    <a:pt x="28" y="71"/>
                    <a:pt x="29" y="72"/>
                  </a:cubicBezTo>
                  <a:cubicBezTo>
                    <a:pt x="30" y="73"/>
                    <a:pt x="31" y="74"/>
                    <a:pt x="31" y="75"/>
                  </a:cubicBezTo>
                  <a:cubicBezTo>
                    <a:pt x="31" y="76"/>
                    <a:pt x="29" y="76"/>
                    <a:pt x="27" y="76"/>
                  </a:cubicBezTo>
                  <a:cubicBezTo>
                    <a:pt x="25" y="76"/>
                    <a:pt x="25" y="76"/>
                    <a:pt x="24" y="77"/>
                  </a:cubicBezTo>
                  <a:cubicBezTo>
                    <a:pt x="22" y="78"/>
                    <a:pt x="20" y="78"/>
                    <a:pt x="18" y="78"/>
                  </a:cubicBezTo>
                  <a:cubicBezTo>
                    <a:pt x="16" y="77"/>
                    <a:pt x="15" y="78"/>
                    <a:pt x="14" y="78"/>
                  </a:cubicBezTo>
                  <a:cubicBezTo>
                    <a:pt x="13" y="79"/>
                    <a:pt x="13" y="80"/>
                    <a:pt x="12" y="80"/>
                  </a:cubicBezTo>
                  <a:cubicBezTo>
                    <a:pt x="10" y="81"/>
                    <a:pt x="10" y="81"/>
                    <a:pt x="9" y="82"/>
                  </a:cubicBezTo>
                  <a:cubicBezTo>
                    <a:pt x="8" y="84"/>
                    <a:pt x="9" y="84"/>
                    <a:pt x="10" y="85"/>
                  </a:cubicBezTo>
                  <a:cubicBezTo>
                    <a:pt x="11" y="87"/>
                    <a:pt x="11" y="88"/>
                    <a:pt x="10" y="90"/>
                  </a:cubicBezTo>
                  <a:cubicBezTo>
                    <a:pt x="9" y="91"/>
                    <a:pt x="7" y="91"/>
                    <a:pt x="5" y="92"/>
                  </a:cubicBezTo>
                  <a:cubicBezTo>
                    <a:pt x="3" y="93"/>
                    <a:pt x="3" y="93"/>
                    <a:pt x="2" y="94"/>
                  </a:cubicBezTo>
                  <a:cubicBezTo>
                    <a:pt x="0" y="95"/>
                    <a:pt x="1" y="96"/>
                    <a:pt x="2" y="9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2" name="Freeform 90">
              <a:extLst>
                <a:ext uri="{FF2B5EF4-FFF2-40B4-BE49-F238E27FC236}">
                  <a16:creationId xmlns:a16="http://schemas.microsoft.com/office/drawing/2014/main" id="{0D315573-D834-3200-7CCF-23292069D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119" y="2666488"/>
              <a:ext cx="138218" cy="95906"/>
            </a:xfrm>
            <a:custGeom>
              <a:avLst/>
              <a:gdLst>
                <a:gd name="T0" fmla="*/ 31 w 125"/>
                <a:gd name="T1" fmla="*/ 87 h 89"/>
                <a:gd name="T2" fmla="*/ 43 w 125"/>
                <a:gd name="T3" fmla="*/ 86 h 89"/>
                <a:gd name="T4" fmla="*/ 56 w 125"/>
                <a:gd name="T5" fmla="*/ 82 h 89"/>
                <a:gd name="T6" fmla="*/ 72 w 125"/>
                <a:gd name="T7" fmla="*/ 81 h 89"/>
                <a:gd name="T8" fmla="*/ 93 w 125"/>
                <a:gd name="T9" fmla="*/ 83 h 89"/>
                <a:gd name="T10" fmla="*/ 104 w 125"/>
                <a:gd name="T11" fmla="*/ 87 h 89"/>
                <a:gd name="T12" fmla="*/ 125 w 125"/>
                <a:gd name="T13" fmla="*/ 85 h 89"/>
                <a:gd name="T14" fmla="*/ 124 w 125"/>
                <a:gd name="T15" fmla="*/ 75 h 89"/>
                <a:gd name="T16" fmla="*/ 119 w 125"/>
                <a:gd name="T17" fmla="*/ 69 h 89"/>
                <a:gd name="T18" fmla="*/ 115 w 125"/>
                <a:gd name="T19" fmla="*/ 66 h 89"/>
                <a:gd name="T20" fmla="*/ 113 w 125"/>
                <a:gd name="T21" fmla="*/ 62 h 89"/>
                <a:gd name="T22" fmla="*/ 110 w 125"/>
                <a:gd name="T23" fmla="*/ 50 h 89"/>
                <a:gd name="T24" fmla="*/ 107 w 125"/>
                <a:gd name="T25" fmla="*/ 41 h 89"/>
                <a:gd name="T26" fmla="*/ 97 w 125"/>
                <a:gd name="T27" fmla="*/ 30 h 89"/>
                <a:gd name="T28" fmla="*/ 87 w 125"/>
                <a:gd name="T29" fmla="*/ 21 h 89"/>
                <a:gd name="T30" fmla="*/ 83 w 125"/>
                <a:gd name="T31" fmla="*/ 11 h 89"/>
                <a:gd name="T32" fmla="*/ 73 w 125"/>
                <a:gd name="T33" fmla="*/ 9 h 89"/>
                <a:gd name="T34" fmla="*/ 66 w 125"/>
                <a:gd name="T35" fmla="*/ 1 h 89"/>
                <a:gd name="T36" fmla="*/ 55 w 125"/>
                <a:gd name="T37" fmla="*/ 1 h 89"/>
                <a:gd name="T38" fmla="*/ 38 w 125"/>
                <a:gd name="T39" fmla="*/ 3 h 89"/>
                <a:gd name="T40" fmla="*/ 28 w 125"/>
                <a:gd name="T41" fmla="*/ 3 h 89"/>
                <a:gd name="T42" fmla="*/ 22 w 125"/>
                <a:gd name="T43" fmla="*/ 8 h 89"/>
                <a:gd name="T44" fmla="*/ 12 w 125"/>
                <a:gd name="T45" fmla="*/ 29 h 89"/>
                <a:gd name="T46" fmla="*/ 4 w 125"/>
                <a:gd name="T47" fmla="*/ 37 h 89"/>
                <a:gd name="T48" fmla="*/ 3 w 125"/>
                <a:gd name="T49" fmla="*/ 41 h 89"/>
                <a:gd name="T50" fmla="*/ 13 w 125"/>
                <a:gd name="T51" fmla="*/ 51 h 89"/>
                <a:gd name="T52" fmla="*/ 20 w 125"/>
                <a:gd name="T53" fmla="*/ 52 h 89"/>
                <a:gd name="T54" fmla="*/ 18 w 125"/>
                <a:gd name="T55" fmla="*/ 58 h 89"/>
                <a:gd name="T56" fmla="*/ 21 w 125"/>
                <a:gd name="T57" fmla="*/ 61 h 89"/>
                <a:gd name="T58" fmla="*/ 33 w 125"/>
                <a:gd name="T59" fmla="*/ 60 h 89"/>
                <a:gd name="T60" fmla="*/ 40 w 125"/>
                <a:gd name="T61" fmla="*/ 58 h 89"/>
                <a:gd name="T62" fmla="*/ 48 w 125"/>
                <a:gd name="T63" fmla="*/ 56 h 89"/>
                <a:gd name="T64" fmla="*/ 63 w 125"/>
                <a:gd name="T65" fmla="*/ 61 h 89"/>
                <a:gd name="T66" fmla="*/ 72 w 125"/>
                <a:gd name="T67" fmla="*/ 62 h 89"/>
                <a:gd name="T68" fmla="*/ 78 w 125"/>
                <a:gd name="T69" fmla="*/ 66 h 89"/>
                <a:gd name="T70" fmla="*/ 76 w 125"/>
                <a:gd name="T71" fmla="*/ 70 h 89"/>
                <a:gd name="T72" fmla="*/ 71 w 125"/>
                <a:gd name="T73" fmla="*/ 72 h 89"/>
                <a:gd name="T74" fmla="*/ 57 w 125"/>
                <a:gd name="T75" fmla="*/ 70 h 89"/>
                <a:gd name="T76" fmla="*/ 44 w 125"/>
                <a:gd name="T77" fmla="*/ 70 h 89"/>
                <a:gd name="T78" fmla="*/ 33 w 125"/>
                <a:gd name="T79" fmla="*/ 75 h 89"/>
                <a:gd name="T80" fmla="*/ 17 w 125"/>
                <a:gd name="T81" fmla="*/ 80 h 89"/>
                <a:gd name="T82" fmla="*/ 24 w 125"/>
                <a:gd name="T83" fmla="*/ 83 h 89"/>
                <a:gd name="T84" fmla="*/ 32 w 125"/>
                <a:gd name="T85" fmla="*/ 80 h 89"/>
                <a:gd name="T86" fmla="*/ 39 w 125"/>
                <a:gd name="T87" fmla="*/ 83 h 89"/>
                <a:gd name="T88" fmla="*/ 45 w 125"/>
                <a:gd name="T89" fmla="*/ 80 h 89"/>
                <a:gd name="T90" fmla="*/ 40 w 125"/>
                <a:gd name="T91" fmla="*/ 85 h 89"/>
                <a:gd name="T92" fmla="*/ 29 w 125"/>
                <a:gd name="T93" fmla="*/ 86 h 89"/>
                <a:gd name="T94" fmla="*/ 17 w 125"/>
                <a:gd name="T95" fmla="*/ 87 h 89"/>
                <a:gd name="T96" fmla="*/ 22 w 125"/>
                <a:gd name="T97" fmla="*/ 8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5" h="89">
                  <a:moveTo>
                    <a:pt x="27" y="87"/>
                  </a:moveTo>
                  <a:cubicBezTo>
                    <a:pt x="28" y="87"/>
                    <a:pt x="30" y="87"/>
                    <a:pt x="31" y="87"/>
                  </a:cubicBezTo>
                  <a:cubicBezTo>
                    <a:pt x="32" y="87"/>
                    <a:pt x="33" y="86"/>
                    <a:pt x="35" y="86"/>
                  </a:cubicBezTo>
                  <a:cubicBezTo>
                    <a:pt x="37" y="86"/>
                    <a:pt x="40" y="86"/>
                    <a:pt x="43" y="86"/>
                  </a:cubicBezTo>
                  <a:cubicBezTo>
                    <a:pt x="44" y="86"/>
                    <a:pt x="46" y="85"/>
                    <a:pt x="48" y="84"/>
                  </a:cubicBezTo>
                  <a:cubicBezTo>
                    <a:pt x="50" y="84"/>
                    <a:pt x="53" y="83"/>
                    <a:pt x="56" y="82"/>
                  </a:cubicBezTo>
                  <a:cubicBezTo>
                    <a:pt x="59" y="82"/>
                    <a:pt x="61" y="82"/>
                    <a:pt x="63" y="82"/>
                  </a:cubicBezTo>
                  <a:cubicBezTo>
                    <a:pt x="65" y="82"/>
                    <a:pt x="68" y="81"/>
                    <a:pt x="72" y="81"/>
                  </a:cubicBezTo>
                  <a:cubicBezTo>
                    <a:pt x="75" y="81"/>
                    <a:pt x="77" y="81"/>
                    <a:pt x="79" y="81"/>
                  </a:cubicBezTo>
                  <a:cubicBezTo>
                    <a:pt x="84" y="80"/>
                    <a:pt x="88" y="80"/>
                    <a:pt x="93" y="83"/>
                  </a:cubicBezTo>
                  <a:cubicBezTo>
                    <a:pt x="96" y="84"/>
                    <a:pt x="97" y="85"/>
                    <a:pt x="98" y="86"/>
                  </a:cubicBezTo>
                  <a:cubicBezTo>
                    <a:pt x="99" y="87"/>
                    <a:pt x="100" y="87"/>
                    <a:pt x="104" y="87"/>
                  </a:cubicBezTo>
                  <a:cubicBezTo>
                    <a:pt x="112" y="87"/>
                    <a:pt x="122" y="87"/>
                    <a:pt x="125" y="87"/>
                  </a:cubicBezTo>
                  <a:cubicBezTo>
                    <a:pt x="125" y="86"/>
                    <a:pt x="125" y="86"/>
                    <a:pt x="125" y="85"/>
                  </a:cubicBezTo>
                  <a:cubicBezTo>
                    <a:pt x="125" y="84"/>
                    <a:pt x="125" y="82"/>
                    <a:pt x="125" y="80"/>
                  </a:cubicBezTo>
                  <a:cubicBezTo>
                    <a:pt x="125" y="79"/>
                    <a:pt x="124" y="77"/>
                    <a:pt x="124" y="75"/>
                  </a:cubicBezTo>
                  <a:cubicBezTo>
                    <a:pt x="123" y="73"/>
                    <a:pt x="123" y="72"/>
                    <a:pt x="122" y="72"/>
                  </a:cubicBezTo>
                  <a:cubicBezTo>
                    <a:pt x="121" y="71"/>
                    <a:pt x="120" y="70"/>
                    <a:pt x="119" y="69"/>
                  </a:cubicBezTo>
                  <a:cubicBezTo>
                    <a:pt x="118" y="69"/>
                    <a:pt x="118" y="69"/>
                    <a:pt x="118" y="69"/>
                  </a:cubicBezTo>
                  <a:cubicBezTo>
                    <a:pt x="117" y="68"/>
                    <a:pt x="116" y="67"/>
                    <a:pt x="115" y="66"/>
                  </a:cubicBezTo>
                  <a:cubicBezTo>
                    <a:pt x="115" y="66"/>
                    <a:pt x="114" y="65"/>
                    <a:pt x="114" y="64"/>
                  </a:cubicBezTo>
                  <a:cubicBezTo>
                    <a:pt x="114" y="64"/>
                    <a:pt x="113" y="63"/>
                    <a:pt x="113" y="62"/>
                  </a:cubicBezTo>
                  <a:cubicBezTo>
                    <a:pt x="111" y="59"/>
                    <a:pt x="111" y="58"/>
                    <a:pt x="111" y="56"/>
                  </a:cubicBezTo>
                  <a:cubicBezTo>
                    <a:pt x="111" y="55"/>
                    <a:pt x="111" y="54"/>
                    <a:pt x="110" y="50"/>
                  </a:cubicBezTo>
                  <a:cubicBezTo>
                    <a:pt x="110" y="47"/>
                    <a:pt x="109" y="46"/>
                    <a:pt x="109" y="45"/>
                  </a:cubicBezTo>
                  <a:cubicBezTo>
                    <a:pt x="108" y="43"/>
                    <a:pt x="108" y="42"/>
                    <a:pt x="107" y="41"/>
                  </a:cubicBezTo>
                  <a:cubicBezTo>
                    <a:pt x="106" y="39"/>
                    <a:pt x="105" y="38"/>
                    <a:pt x="103" y="36"/>
                  </a:cubicBezTo>
                  <a:cubicBezTo>
                    <a:pt x="101" y="35"/>
                    <a:pt x="99" y="33"/>
                    <a:pt x="97" y="30"/>
                  </a:cubicBezTo>
                  <a:cubicBezTo>
                    <a:pt x="93" y="26"/>
                    <a:pt x="92" y="25"/>
                    <a:pt x="91" y="24"/>
                  </a:cubicBezTo>
                  <a:cubicBezTo>
                    <a:pt x="90" y="23"/>
                    <a:pt x="89" y="22"/>
                    <a:pt x="87" y="21"/>
                  </a:cubicBezTo>
                  <a:cubicBezTo>
                    <a:pt x="84" y="18"/>
                    <a:pt x="84" y="15"/>
                    <a:pt x="83" y="13"/>
                  </a:cubicBezTo>
                  <a:cubicBezTo>
                    <a:pt x="83" y="12"/>
                    <a:pt x="83" y="11"/>
                    <a:pt x="83" y="11"/>
                  </a:cubicBezTo>
                  <a:cubicBezTo>
                    <a:pt x="82" y="10"/>
                    <a:pt x="81" y="10"/>
                    <a:pt x="79" y="10"/>
                  </a:cubicBezTo>
                  <a:cubicBezTo>
                    <a:pt x="78" y="10"/>
                    <a:pt x="76" y="10"/>
                    <a:pt x="73" y="9"/>
                  </a:cubicBezTo>
                  <a:cubicBezTo>
                    <a:pt x="71" y="8"/>
                    <a:pt x="70" y="6"/>
                    <a:pt x="68" y="4"/>
                  </a:cubicBezTo>
                  <a:cubicBezTo>
                    <a:pt x="68" y="3"/>
                    <a:pt x="67" y="2"/>
                    <a:pt x="66" y="1"/>
                  </a:cubicBezTo>
                  <a:cubicBezTo>
                    <a:pt x="64" y="0"/>
                    <a:pt x="62" y="0"/>
                    <a:pt x="60" y="0"/>
                  </a:cubicBezTo>
                  <a:cubicBezTo>
                    <a:pt x="58" y="1"/>
                    <a:pt x="57" y="1"/>
                    <a:pt x="55" y="1"/>
                  </a:cubicBezTo>
                  <a:cubicBezTo>
                    <a:pt x="52" y="1"/>
                    <a:pt x="49" y="1"/>
                    <a:pt x="47" y="2"/>
                  </a:cubicBezTo>
                  <a:cubicBezTo>
                    <a:pt x="44" y="2"/>
                    <a:pt x="41" y="3"/>
                    <a:pt x="38" y="3"/>
                  </a:cubicBezTo>
                  <a:cubicBezTo>
                    <a:pt x="36" y="3"/>
                    <a:pt x="34" y="3"/>
                    <a:pt x="33" y="3"/>
                  </a:cubicBezTo>
                  <a:cubicBezTo>
                    <a:pt x="31" y="3"/>
                    <a:pt x="30" y="3"/>
                    <a:pt x="28" y="3"/>
                  </a:cubicBezTo>
                  <a:cubicBezTo>
                    <a:pt x="26" y="4"/>
                    <a:pt x="24" y="5"/>
                    <a:pt x="22" y="6"/>
                  </a:cubicBezTo>
                  <a:cubicBezTo>
                    <a:pt x="22" y="7"/>
                    <a:pt x="22" y="7"/>
                    <a:pt x="22" y="8"/>
                  </a:cubicBezTo>
                  <a:cubicBezTo>
                    <a:pt x="22" y="13"/>
                    <a:pt x="21" y="14"/>
                    <a:pt x="20" y="17"/>
                  </a:cubicBezTo>
                  <a:cubicBezTo>
                    <a:pt x="19" y="19"/>
                    <a:pt x="14" y="26"/>
                    <a:pt x="12" y="29"/>
                  </a:cubicBezTo>
                  <a:cubicBezTo>
                    <a:pt x="10" y="32"/>
                    <a:pt x="10" y="33"/>
                    <a:pt x="8" y="35"/>
                  </a:cubicBezTo>
                  <a:cubicBezTo>
                    <a:pt x="6" y="37"/>
                    <a:pt x="6" y="38"/>
                    <a:pt x="4" y="37"/>
                  </a:cubicBezTo>
                  <a:cubicBezTo>
                    <a:pt x="1" y="37"/>
                    <a:pt x="0" y="36"/>
                    <a:pt x="0" y="38"/>
                  </a:cubicBezTo>
                  <a:cubicBezTo>
                    <a:pt x="0" y="40"/>
                    <a:pt x="1" y="41"/>
                    <a:pt x="3" y="41"/>
                  </a:cubicBezTo>
                  <a:cubicBezTo>
                    <a:pt x="6" y="42"/>
                    <a:pt x="8" y="42"/>
                    <a:pt x="9" y="44"/>
                  </a:cubicBezTo>
                  <a:cubicBezTo>
                    <a:pt x="11" y="46"/>
                    <a:pt x="11" y="49"/>
                    <a:pt x="13" y="51"/>
                  </a:cubicBezTo>
                  <a:cubicBezTo>
                    <a:pt x="14" y="53"/>
                    <a:pt x="15" y="54"/>
                    <a:pt x="16" y="54"/>
                  </a:cubicBezTo>
                  <a:cubicBezTo>
                    <a:pt x="17" y="53"/>
                    <a:pt x="19" y="51"/>
                    <a:pt x="20" y="52"/>
                  </a:cubicBezTo>
                  <a:cubicBezTo>
                    <a:pt x="20" y="53"/>
                    <a:pt x="19" y="54"/>
                    <a:pt x="19" y="55"/>
                  </a:cubicBezTo>
                  <a:cubicBezTo>
                    <a:pt x="18" y="56"/>
                    <a:pt x="16" y="57"/>
                    <a:pt x="18" y="58"/>
                  </a:cubicBezTo>
                  <a:cubicBezTo>
                    <a:pt x="19" y="60"/>
                    <a:pt x="20" y="60"/>
                    <a:pt x="20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23" y="61"/>
                    <a:pt x="24" y="61"/>
                    <a:pt x="26" y="61"/>
                  </a:cubicBezTo>
                  <a:cubicBezTo>
                    <a:pt x="28" y="61"/>
                    <a:pt x="30" y="61"/>
                    <a:pt x="33" y="60"/>
                  </a:cubicBezTo>
                  <a:cubicBezTo>
                    <a:pt x="34" y="60"/>
                    <a:pt x="35" y="59"/>
                    <a:pt x="36" y="59"/>
                  </a:cubicBezTo>
                  <a:cubicBezTo>
                    <a:pt x="38" y="59"/>
                    <a:pt x="39" y="58"/>
                    <a:pt x="40" y="58"/>
                  </a:cubicBezTo>
                  <a:cubicBezTo>
                    <a:pt x="42" y="58"/>
                    <a:pt x="43" y="57"/>
                    <a:pt x="46" y="57"/>
                  </a:cubicBezTo>
                  <a:cubicBezTo>
                    <a:pt x="47" y="57"/>
                    <a:pt x="48" y="56"/>
                    <a:pt x="48" y="56"/>
                  </a:cubicBezTo>
                  <a:cubicBezTo>
                    <a:pt x="51" y="55"/>
                    <a:pt x="52" y="55"/>
                    <a:pt x="57" y="57"/>
                  </a:cubicBezTo>
                  <a:cubicBezTo>
                    <a:pt x="59" y="59"/>
                    <a:pt x="61" y="60"/>
                    <a:pt x="63" y="61"/>
                  </a:cubicBezTo>
                  <a:cubicBezTo>
                    <a:pt x="64" y="62"/>
                    <a:pt x="66" y="62"/>
                    <a:pt x="69" y="62"/>
                  </a:cubicBezTo>
                  <a:cubicBezTo>
                    <a:pt x="70" y="62"/>
                    <a:pt x="71" y="62"/>
                    <a:pt x="72" y="62"/>
                  </a:cubicBezTo>
                  <a:cubicBezTo>
                    <a:pt x="76" y="62"/>
                    <a:pt x="78" y="62"/>
                    <a:pt x="78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68"/>
                    <a:pt x="77" y="69"/>
                    <a:pt x="76" y="70"/>
                  </a:cubicBezTo>
                  <a:cubicBezTo>
                    <a:pt x="75" y="71"/>
                    <a:pt x="74" y="71"/>
                    <a:pt x="73" y="72"/>
                  </a:cubicBezTo>
                  <a:cubicBezTo>
                    <a:pt x="72" y="72"/>
                    <a:pt x="72" y="72"/>
                    <a:pt x="71" y="72"/>
                  </a:cubicBezTo>
                  <a:cubicBezTo>
                    <a:pt x="70" y="72"/>
                    <a:pt x="67" y="71"/>
                    <a:pt x="65" y="71"/>
                  </a:cubicBezTo>
                  <a:cubicBezTo>
                    <a:pt x="62" y="71"/>
                    <a:pt x="59" y="70"/>
                    <a:pt x="57" y="70"/>
                  </a:cubicBezTo>
                  <a:cubicBezTo>
                    <a:pt x="54" y="69"/>
                    <a:pt x="51" y="69"/>
                    <a:pt x="49" y="69"/>
                  </a:cubicBezTo>
                  <a:cubicBezTo>
                    <a:pt x="47" y="69"/>
                    <a:pt x="45" y="69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0" y="72"/>
                    <a:pt x="39" y="73"/>
                    <a:pt x="33" y="75"/>
                  </a:cubicBezTo>
                  <a:cubicBezTo>
                    <a:pt x="29" y="77"/>
                    <a:pt x="22" y="76"/>
                    <a:pt x="17" y="76"/>
                  </a:cubicBezTo>
                  <a:cubicBezTo>
                    <a:pt x="17" y="78"/>
                    <a:pt x="17" y="79"/>
                    <a:pt x="17" y="80"/>
                  </a:cubicBezTo>
                  <a:cubicBezTo>
                    <a:pt x="16" y="81"/>
                    <a:pt x="17" y="82"/>
                    <a:pt x="18" y="83"/>
                  </a:cubicBezTo>
                  <a:cubicBezTo>
                    <a:pt x="19" y="83"/>
                    <a:pt x="23" y="83"/>
                    <a:pt x="24" y="83"/>
                  </a:cubicBezTo>
                  <a:cubicBezTo>
                    <a:pt x="25" y="83"/>
                    <a:pt x="26" y="83"/>
                    <a:pt x="28" y="82"/>
                  </a:cubicBezTo>
                  <a:cubicBezTo>
                    <a:pt x="30" y="81"/>
                    <a:pt x="30" y="80"/>
                    <a:pt x="32" y="80"/>
                  </a:cubicBezTo>
                  <a:cubicBezTo>
                    <a:pt x="33" y="81"/>
                    <a:pt x="33" y="82"/>
                    <a:pt x="35" y="82"/>
                  </a:cubicBezTo>
                  <a:cubicBezTo>
                    <a:pt x="36" y="83"/>
                    <a:pt x="38" y="84"/>
                    <a:pt x="39" y="83"/>
                  </a:cubicBezTo>
                  <a:cubicBezTo>
                    <a:pt x="39" y="81"/>
                    <a:pt x="41" y="79"/>
                    <a:pt x="42" y="79"/>
                  </a:cubicBezTo>
                  <a:cubicBezTo>
                    <a:pt x="43" y="79"/>
                    <a:pt x="45" y="79"/>
                    <a:pt x="45" y="80"/>
                  </a:cubicBezTo>
                  <a:cubicBezTo>
                    <a:pt x="45" y="81"/>
                    <a:pt x="43" y="82"/>
                    <a:pt x="42" y="83"/>
                  </a:cubicBezTo>
                  <a:cubicBezTo>
                    <a:pt x="42" y="84"/>
                    <a:pt x="41" y="85"/>
                    <a:pt x="40" y="85"/>
                  </a:cubicBezTo>
                  <a:cubicBezTo>
                    <a:pt x="39" y="85"/>
                    <a:pt x="36" y="85"/>
                    <a:pt x="35" y="85"/>
                  </a:cubicBezTo>
                  <a:cubicBezTo>
                    <a:pt x="34" y="85"/>
                    <a:pt x="31" y="86"/>
                    <a:pt x="29" y="86"/>
                  </a:cubicBezTo>
                  <a:cubicBezTo>
                    <a:pt x="27" y="85"/>
                    <a:pt x="24" y="85"/>
                    <a:pt x="23" y="85"/>
                  </a:cubicBezTo>
                  <a:cubicBezTo>
                    <a:pt x="21" y="86"/>
                    <a:pt x="18" y="86"/>
                    <a:pt x="17" y="87"/>
                  </a:cubicBezTo>
                  <a:cubicBezTo>
                    <a:pt x="16" y="88"/>
                    <a:pt x="15" y="88"/>
                    <a:pt x="15" y="89"/>
                  </a:cubicBezTo>
                  <a:cubicBezTo>
                    <a:pt x="17" y="89"/>
                    <a:pt x="20" y="88"/>
                    <a:pt x="22" y="88"/>
                  </a:cubicBezTo>
                  <a:cubicBezTo>
                    <a:pt x="23" y="87"/>
                    <a:pt x="25" y="87"/>
                    <a:pt x="27" y="8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CACBE598-7E22-CB88-5676-126CB85C7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96" y="1955653"/>
              <a:ext cx="380805" cy="217200"/>
            </a:xfrm>
            <a:custGeom>
              <a:avLst/>
              <a:gdLst>
                <a:gd name="T0" fmla="*/ 246 w 347"/>
                <a:gd name="T1" fmla="*/ 191 h 203"/>
                <a:gd name="T2" fmla="*/ 248 w 347"/>
                <a:gd name="T3" fmla="*/ 174 h 203"/>
                <a:gd name="T4" fmla="*/ 243 w 347"/>
                <a:gd name="T5" fmla="*/ 162 h 203"/>
                <a:gd name="T6" fmla="*/ 235 w 347"/>
                <a:gd name="T7" fmla="*/ 148 h 203"/>
                <a:gd name="T8" fmla="*/ 251 w 347"/>
                <a:gd name="T9" fmla="*/ 146 h 203"/>
                <a:gd name="T10" fmla="*/ 257 w 347"/>
                <a:gd name="T11" fmla="*/ 143 h 203"/>
                <a:gd name="T12" fmla="*/ 264 w 347"/>
                <a:gd name="T13" fmla="*/ 132 h 203"/>
                <a:gd name="T14" fmla="*/ 271 w 347"/>
                <a:gd name="T15" fmla="*/ 120 h 203"/>
                <a:gd name="T16" fmla="*/ 278 w 347"/>
                <a:gd name="T17" fmla="*/ 118 h 203"/>
                <a:gd name="T18" fmla="*/ 293 w 347"/>
                <a:gd name="T19" fmla="*/ 112 h 203"/>
                <a:gd name="T20" fmla="*/ 303 w 347"/>
                <a:gd name="T21" fmla="*/ 118 h 203"/>
                <a:gd name="T22" fmla="*/ 310 w 347"/>
                <a:gd name="T23" fmla="*/ 128 h 203"/>
                <a:gd name="T24" fmla="*/ 321 w 347"/>
                <a:gd name="T25" fmla="*/ 130 h 203"/>
                <a:gd name="T26" fmla="*/ 332 w 347"/>
                <a:gd name="T27" fmla="*/ 124 h 203"/>
                <a:gd name="T28" fmla="*/ 341 w 347"/>
                <a:gd name="T29" fmla="*/ 121 h 203"/>
                <a:gd name="T30" fmla="*/ 344 w 347"/>
                <a:gd name="T31" fmla="*/ 116 h 203"/>
                <a:gd name="T32" fmla="*/ 330 w 347"/>
                <a:gd name="T33" fmla="*/ 108 h 203"/>
                <a:gd name="T34" fmla="*/ 322 w 347"/>
                <a:gd name="T35" fmla="*/ 106 h 203"/>
                <a:gd name="T36" fmla="*/ 305 w 347"/>
                <a:gd name="T37" fmla="*/ 106 h 203"/>
                <a:gd name="T38" fmla="*/ 298 w 347"/>
                <a:gd name="T39" fmla="*/ 102 h 203"/>
                <a:gd name="T40" fmla="*/ 300 w 347"/>
                <a:gd name="T41" fmla="*/ 92 h 203"/>
                <a:gd name="T42" fmla="*/ 311 w 347"/>
                <a:gd name="T43" fmla="*/ 83 h 203"/>
                <a:gd name="T44" fmla="*/ 307 w 347"/>
                <a:gd name="T45" fmla="*/ 83 h 203"/>
                <a:gd name="T46" fmla="*/ 269 w 347"/>
                <a:gd name="T47" fmla="*/ 107 h 203"/>
                <a:gd name="T48" fmla="*/ 260 w 347"/>
                <a:gd name="T49" fmla="*/ 122 h 203"/>
                <a:gd name="T50" fmla="*/ 247 w 347"/>
                <a:gd name="T51" fmla="*/ 117 h 203"/>
                <a:gd name="T52" fmla="*/ 245 w 347"/>
                <a:gd name="T53" fmla="*/ 108 h 203"/>
                <a:gd name="T54" fmla="*/ 223 w 347"/>
                <a:gd name="T55" fmla="*/ 108 h 203"/>
                <a:gd name="T56" fmla="*/ 216 w 347"/>
                <a:gd name="T57" fmla="*/ 90 h 203"/>
                <a:gd name="T58" fmla="*/ 206 w 347"/>
                <a:gd name="T59" fmla="*/ 70 h 203"/>
                <a:gd name="T60" fmla="*/ 194 w 347"/>
                <a:gd name="T61" fmla="*/ 57 h 203"/>
                <a:gd name="T62" fmla="*/ 178 w 347"/>
                <a:gd name="T63" fmla="*/ 48 h 203"/>
                <a:gd name="T64" fmla="*/ 147 w 347"/>
                <a:gd name="T65" fmla="*/ 48 h 203"/>
                <a:gd name="T66" fmla="*/ 117 w 347"/>
                <a:gd name="T67" fmla="*/ 45 h 203"/>
                <a:gd name="T68" fmla="*/ 98 w 347"/>
                <a:gd name="T69" fmla="*/ 26 h 203"/>
                <a:gd name="T70" fmla="*/ 56 w 347"/>
                <a:gd name="T71" fmla="*/ 1 h 203"/>
                <a:gd name="T72" fmla="*/ 45 w 347"/>
                <a:gd name="T73" fmla="*/ 22 h 203"/>
                <a:gd name="T74" fmla="*/ 50 w 347"/>
                <a:gd name="T75" fmla="*/ 0 h 203"/>
                <a:gd name="T76" fmla="*/ 1 w 347"/>
                <a:gd name="T77" fmla="*/ 15 h 203"/>
                <a:gd name="T78" fmla="*/ 20 w 347"/>
                <a:gd name="T79" fmla="*/ 102 h 203"/>
                <a:gd name="T80" fmla="*/ 22 w 347"/>
                <a:gd name="T81" fmla="*/ 86 h 203"/>
                <a:gd name="T82" fmla="*/ 32 w 347"/>
                <a:gd name="T83" fmla="*/ 83 h 203"/>
                <a:gd name="T84" fmla="*/ 36 w 347"/>
                <a:gd name="T85" fmla="*/ 80 h 203"/>
                <a:gd name="T86" fmla="*/ 48 w 347"/>
                <a:gd name="T87" fmla="*/ 77 h 203"/>
                <a:gd name="T88" fmla="*/ 50 w 347"/>
                <a:gd name="T89" fmla="*/ 68 h 203"/>
                <a:gd name="T90" fmla="*/ 63 w 347"/>
                <a:gd name="T91" fmla="*/ 73 h 203"/>
                <a:gd name="T92" fmla="*/ 78 w 347"/>
                <a:gd name="T93" fmla="*/ 79 h 203"/>
                <a:gd name="T94" fmla="*/ 84 w 347"/>
                <a:gd name="T95" fmla="*/ 89 h 203"/>
                <a:gd name="T96" fmla="*/ 87 w 347"/>
                <a:gd name="T97" fmla="*/ 103 h 203"/>
                <a:gd name="T98" fmla="*/ 108 w 347"/>
                <a:gd name="T99" fmla="*/ 105 h 203"/>
                <a:gd name="T100" fmla="*/ 123 w 347"/>
                <a:gd name="T101" fmla="*/ 118 h 203"/>
                <a:gd name="T102" fmla="*/ 134 w 347"/>
                <a:gd name="T103" fmla="*/ 136 h 203"/>
                <a:gd name="T104" fmla="*/ 171 w 347"/>
                <a:gd name="T105" fmla="*/ 160 h 203"/>
                <a:gd name="T106" fmla="*/ 200 w 347"/>
                <a:gd name="T107" fmla="*/ 176 h 203"/>
                <a:gd name="T108" fmla="*/ 215 w 347"/>
                <a:gd name="T109" fmla="*/ 182 h 203"/>
                <a:gd name="T110" fmla="*/ 217 w 347"/>
                <a:gd name="T111" fmla="*/ 198 h 203"/>
                <a:gd name="T112" fmla="*/ 235 w 347"/>
                <a:gd name="T113" fmla="*/ 202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47" h="203">
                  <a:moveTo>
                    <a:pt x="240" y="202"/>
                  </a:moveTo>
                  <a:cubicBezTo>
                    <a:pt x="240" y="201"/>
                    <a:pt x="241" y="199"/>
                    <a:pt x="241" y="198"/>
                  </a:cubicBezTo>
                  <a:cubicBezTo>
                    <a:pt x="241" y="197"/>
                    <a:pt x="242" y="195"/>
                    <a:pt x="244" y="193"/>
                  </a:cubicBezTo>
                  <a:cubicBezTo>
                    <a:pt x="245" y="192"/>
                    <a:pt x="245" y="192"/>
                    <a:pt x="246" y="191"/>
                  </a:cubicBezTo>
                  <a:cubicBezTo>
                    <a:pt x="247" y="189"/>
                    <a:pt x="248" y="188"/>
                    <a:pt x="249" y="188"/>
                  </a:cubicBezTo>
                  <a:cubicBezTo>
                    <a:pt x="251" y="186"/>
                    <a:pt x="252" y="184"/>
                    <a:pt x="252" y="182"/>
                  </a:cubicBezTo>
                  <a:cubicBezTo>
                    <a:pt x="252" y="180"/>
                    <a:pt x="251" y="179"/>
                    <a:pt x="250" y="179"/>
                  </a:cubicBezTo>
                  <a:cubicBezTo>
                    <a:pt x="249" y="178"/>
                    <a:pt x="248" y="177"/>
                    <a:pt x="248" y="174"/>
                  </a:cubicBezTo>
                  <a:cubicBezTo>
                    <a:pt x="248" y="173"/>
                    <a:pt x="248" y="171"/>
                    <a:pt x="248" y="170"/>
                  </a:cubicBezTo>
                  <a:cubicBezTo>
                    <a:pt x="248" y="168"/>
                    <a:pt x="249" y="166"/>
                    <a:pt x="248" y="165"/>
                  </a:cubicBezTo>
                  <a:cubicBezTo>
                    <a:pt x="248" y="164"/>
                    <a:pt x="248" y="164"/>
                    <a:pt x="248" y="164"/>
                  </a:cubicBezTo>
                  <a:cubicBezTo>
                    <a:pt x="247" y="162"/>
                    <a:pt x="247" y="162"/>
                    <a:pt x="243" y="162"/>
                  </a:cubicBezTo>
                  <a:cubicBezTo>
                    <a:pt x="241" y="161"/>
                    <a:pt x="239" y="160"/>
                    <a:pt x="237" y="159"/>
                  </a:cubicBezTo>
                  <a:cubicBezTo>
                    <a:pt x="235" y="157"/>
                    <a:pt x="233" y="155"/>
                    <a:pt x="233" y="154"/>
                  </a:cubicBezTo>
                  <a:cubicBezTo>
                    <a:pt x="233" y="153"/>
                    <a:pt x="233" y="153"/>
                    <a:pt x="233" y="153"/>
                  </a:cubicBezTo>
                  <a:cubicBezTo>
                    <a:pt x="233" y="152"/>
                    <a:pt x="234" y="150"/>
                    <a:pt x="235" y="148"/>
                  </a:cubicBezTo>
                  <a:cubicBezTo>
                    <a:pt x="236" y="146"/>
                    <a:pt x="238" y="145"/>
                    <a:pt x="240" y="145"/>
                  </a:cubicBezTo>
                  <a:cubicBezTo>
                    <a:pt x="240" y="144"/>
                    <a:pt x="241" y="144"/>
                    <a:pt x="241" y="144"/>
                  </a:cubicBezTo>
                  <a:cubicBezTo>
                    <a:pt x="244" y="144"/>
                    <a:pt x="246" y="145"/>
                    <a:pt x="248" y="145"/>
                  </a:cubicBezTo>
                  <a:cubicBezTo>
                    <a:pt x="249" y="145"/>
                    <a:pt x="250" y="146"/>
                    <a:pt x="251" y="146"/>
                  </a:cubicBezTo>
                  <a:cubicBezTo>
                    <a:pt x="252" y="146"/>
                    <a:pt x="253" y="146"/>
                    <a:pt x="254" y="146"/>
                  </a:cubicBezTo>
                  <a:cubicBezTo>
                    <a:pt x="255" y="146"/>
                    <a:pt x="256" y="145"/>
                    <a:pt x="256" y="144"/>
                  </a:cubicBezTo>
                  <a:cubicBezTo>
                    <a:pt x="256" y="144"/>
                    <a:pt x="256" y="144"/>
                    <a:pt x="256" y="144"/>
                  </a:cubicBezTo>
                  <a:cubicBezTo>
                    <a:pt x="256" y="144"/>
                    <a:pt x="256" y="143"/>
                    <a:pt x="257" y="143"/>
                  </a:cubicBezTo>
                  <a:cubicBezTo>
                    <a:pt x="258" y="140"/>
                    <a:pt x="259" y="138"/>
                    <a:pt x="261" y="137"/>
                  </a:cubicBezTo>
                  <a:cubicBezTo>
                    <a:pt x="262" y="136"/>
                    <a:pt x="262" y="136"/>
                    <a:pt x="262" y="135"/>
                  </a:cubicBezTo>
                  <a:cubicBezTo>
                    <a:pt x="262" y="135"/>
                    <a:pt x="262" y="135"/>
                    <a:pt x="262" y="135"/>
                  </a:cubicBezTo>
                  <a:cubicBezTo>
                    <a:pt x="263" y="134"/>
                    <a:pt x="263" y="133"/>
                    <a:pt x="264" y="132"/>
                  </a:cubicBezTo>
                  <a:cubicBezTo>
                    <a:pt x="265" y="131"/>
                    <a:pt x="267" y="130"/>
                    <a:pt x="268" y="130"/>
                  </a:cubicBezTo>
                  <a:cubicBezTo>
                    <a:pt x="269" y="130"/>
                    <a:pt x="270" y="130"/>
                    <a:pt x="270" y="130"/>
                  </a:cubicBezTo>
                  <a:cubicBezTo>
                    <a:pt x="270" y="130"/>
                    <a:pt x="270" y="129"/>
                    <a:pt x="270" y="127"/>
                  </a:cubicBezTo>
                  <a:cubicBezTo>
                    <a:pt x="270" y="125"/>
                    <a:pt x="270" y="122"/>
                    <a:pt x="271" y="120"/>
                  </a:cubicBezTo>
                  <a:cubicBezTo>
                    <a:pt x="271" y="120"/>
                    <a:pt x="271" y="120"/>
                    <a:pt x="271" y="120"/>
                  </a:cubicBezTo>
                  <a:cubicBezTo>
                    <a:pt x="272" y="118"/>
                    <a:pt x="273" y="117"/>
                    <a:pt x="274" y="117"/>
                  </a:cubicBezTo>
                  <a:cubicBezTo>
                    <a:pt x="275" y="117"/>
                    <a:pt x="277" y="117"/>
                    <a:pt x="278" y="118"/>
                  </a:cubicBezTo>
                  <a:cubicBezTo>
                    <a:pt x="278" y="118"/>
                    <a:pt x="278" y="118"/>
                    <a:pt x="278" y="118"/>
                  </a:cubicBezTo>
                  <a:cubicBezTo>
                    <a:pt x="279" y="118"/>
                    <a:pt x="279" y="118"/>
                    <a:pt x="280" y="119"/>
                  </a:cubicBezTo>
                  <a:cubicBezTo>
                    <a:pt x="281" y="119"/>
                    <a:pt x="281" y="119"/>
                    <a:pt x="283" y="118"/>
                  </a:cubicBezTo>
                  <a:cubicBezTo>
                    <a:pt x="286" y="116"/>
                    <a:pt x="291" y="114"/>
                    <a:pt x="293" y="113"/>
                  </a:cubicBezTo>
                  <a:cubicBezTo>
                    <a:pt x="293" y="112"/>
                    <a:pt x="293" y="112"/>
                    <a:pt x="293" y="112"/>
                  </a:cubicBezTo>
                  <a:cubicBezTo>
                    <a:pt x="294" y="112"/>
                    <a:pt x="295" y="112"/>
                    <a:pt x="297" y="112"/>
                  </a:cubicBezTo>
                  <a:cubicBezTo>
                    <a:pt x="298" y="112"/>
                    <a:pt x="299" y="113"/>
                    <a:pt x="300" y="114"/>
                  </a:cubicBezTo>
                  <a:cubicBezTo>
                    <a:pt x="300" y="114"/>
                    <a:pt x="300" y="114"/>
                    <a:pt x="300" y="114"/>
                  </a:cubicBezTo>
                  <a:cubicBezTo>
                    <a:pt x="302" y="115"/>
                    <a:pt x="302" y="117"/>
                    <a:pt x="303" y="118"/>
                  </a:cubicBezTo>
                  <a:cubicBezTo>
                    <a:pt x="303" y="119"/>
                    <a:pt x="302" y="121"/>
                    <a:pt x="301" y="123"/>
                  </a:cubicBezTo>
                  <a:cubicBezTo>
                    <a:pt x="301" y="124"/>
                    <a:pt x="300" y="125"/>
                    <a:pt x="300" y="126"/>
                  </a:cubicBezTo>
                  <a:cubicBezTo>
                    <a:pt x="300" y="127"/>
                    <a:pt x="300" y="127"/>
                    <a:pt x="301" y="128"/>
                  </a:cubicBezTo>
                  <a:cubicBezTo>
                    <a:pt x="303" y="129"/>
                    <a:pt x="308" y="129"/>
                    <a:pt x="310" y="128"/>
                  </a:cubicBezTo>
                  <a:cubicBezTo>
                    <a:pt x="310" y="128"/>
                    <a:pt x="310" y="128"/>
                    <a:pt x="311" y="128"/>
                  </a:cubicBezTo>
                  <a:cubicBezTo>
                    <a:pt x="311" y="128"/>
                    <a:pt x="311" y="128"/>
                    <a:pt x="312" y="128"/>
                  </a:cubicBezTo>
                  <a:cubicBezTo>
                    <a:pt x="314" y="127"/>
                    <a:pt x="315" y="127"/>
                    <a:pt x="318" y="128"/>
                  </a:cubicBezTo>
                  <a:cubicBezTo>
                    <a:pt x="319" y="129"/>
                    <a:pt x="320" y="130"/>
                    <a:pt x="321" y="130"/>
                  </a:cubicBezTo>
                  <a:cubicBezTo>
                    <a:pt x="322" y="131"/>
                    <a:pt x="322" y="131"/>
                    <a:pt x="323" y="131"/>
                  </a:cubicBezTo>
                  <a:cubicBezTo>
                    <a:pt x="325" y="131"/>
                    <a:pt x="327" y="129"/>
                    <a:pt x="328" y="128"/>
                  </a:cubicBezTo>
                  <a:cubicBezTo>
                    <a:pt x="328" y="127"/>
                    <a:pt x="328" y="127"/>
                    <a:pt x="329" y="126"/>
                  </a:cubicBezTo>
                  <a:cubicBezTo>
                    <a:pt x="330" y="125"/>
                    <a:pt x="331" y="125"/>
                    <a:pt x="332" y="124"/>
                  </a:cubicBezTo>
                  <a:cubicBezTo>
                    <a:pt x="333" y="124"/>
                    <a:pt x="334" y="124"/>
                    <a:pt x="335" y="123"/>
                  </a:cubicBezTo>
                  <a:cubicBezTo>
                    <a:pt x="335" y="123"/>
                    <a:pt x="336" y="123"/>
                    <a:pt x="336" y="123"/>
                  </a:cubicBezTo>
                  <a:cubicBezTo>
                    <a:pt x="337" y="122"/>
                    <a:pt x="337" y="122"/>
                    <a:pt x="339" y="122"/>
                  </a:cubicBezTo>
                  <a:cubicBezTo>
                    <a:pt x="340" y="121"/>
                    <a:pt x="340" y="121"/>
                    <a:pt x="341" y="121"/>
                  </a:cubicBezTo>
                  <a:cubicBezTo>
                    <a:pt x="342" y="122"/>
                    <a:pt x="343" y="122"/>
                    <a:pt x="344" y="121"/>
                  </a:cubicBezTo>
                  <a:cubicBezTo>
                    <a:pt x="344" y="120"/>
                    <a:pt x="345" y="119"/>
                    <a:pt x="346" y="118"/>
                  </a:cubicBezTo>
                  <a:cubicBezTo>
                    <a:pt x="346" y="118"/>
                    <a:pt x="347" y="118"/>
                    <a:pt x="347" y="117"/>
                  </a:cubicBezTo>
                  <a:cubicBezTo>
                    <a:pt x="346" y="117"/>
                    <a:pt x="345" y="117"/>
                    <a:pt x="344" y="116"/>
                  </a:cubicBezTo>
                  <a:cubicBezTo>
                    <a:pt x="342" y="115"/>
                    <a:pt x="341" y="115"/>
                    <a:pt x="340" y="114"/>
                  </a:cubicBezTo>
                  <a:cubicBezTo>
                    <a:pt x="339" y="113"/>
                    <a:pt x="338" y="113"/>
                    <a:pt x="337" y="112"/>
                  </a:cubicBezTo>
                  <a:cubicBezTo>
                    <a:pt x="334" y="112"/>
                    <a:pt x="333" y="110"/>
                    <a:pt x="331" y="108"/>
                  </a:cubicBezTo>
                  <a:cubicBezTo>
                    <a:pt x="330" y="108"/>
                    <a:pt x="330" y="108"/>
                    <a:pt x="330" y="108"/>
                  </a:cubicBezTo>
                  <a:cubicBezTo>
                    <a:pt x="330" y="107"/>
                    <a:pt x="329" y="107"/>
                    <a:pt x="329" y="106"/>
                  </a:cubicBezTo>
                  <a:cubicBezTo>
                    <a:pt x="327" y="104"/>
                    <a:pt x="326" y="102"/>
                    <a:pt x="325" y="102"/>
                  </a:cubicBezTo>
                  <a:cubicBezTo>
                    <a:pt x="324" y="103"/>
                    <a:pt x="323" y="103"/>
                    <a:pt x="323" y="104"/>
                  </a:cubicBezTo>
                  <a:cubicBezTo>
                    <a:pt x="322" y="105"/>
                    <a:pt x="322" y="105"/>
                    <a:pt x="322" y="106"/>
                  </a:cubicBezTo>
                  <a:cubicBezTo>
                    <a:pt x="321" y="106"/>
                    <a:pt x="321" y="107"/>
                    <a:pt x="321" y="107"/>
                  </a:cubicBezTo>
                  <a:cubicBezTo>
                    <a:pt x="320" y="109"/>
                    <a:pt x="319" y="109"/>
                    <a:pt x="315" y="109"/>
                  </a:cubicBezTo>
                  <a:cubicBezTo>
                    <a:pt x="314" y="109"/>
                    <a:pt x="314" y="109"/>
                    <a:pt x="314" y="109"/>
                  </a:cubicBezTo>
                  <a:cubicBezTo>
                    <a:pt x="310" y="109"/>
                    <a:pt x="306" y="109"/>
                    <a:pt x="305" y="106"/>
                  </a:cubicBezTo>
                  <a:cubicBezTo>
                    <a:pt x="305" y="105"/>
                    <a:pt x="305" y="104"/>
                    <a:pt x="305" y="103"/>
                  </a:cubicBezTo>
                  <a:cubicBezTo>
                    <a:pt x="305" y="103"/>
                    <a:pt x="305" y="102"/>
                    <a:pt x="304" y="102"/>
                  </a:cubicBezTo>
                  <a:cubicBezTo>
                    <a:pt x="303" y="102"/>
                    <a:pt x="303" y="102"/>
                    <a:pt x="302" y="102"/>
                  </a:cubicBezTo>
                  <a:cubicBezTo>
                    <a:pt x="301" y="102"/>
                    <a:pt x="300" y="103"/>
                    <a:pt x="298" y="102"/>
                  </a:cubicBezTo>
                  <a:cubicBezTo>
                    <a:pt x="296" y="102"/>
                    <a:pt x="295" y="101"/>
                    <a:pt x="295" y="100"/>
                  </a:cubicBezTo>
                  <a:cubicBezTo>
                    <a:pt x="294" y="99"/>
                    <a:pt x="294" y="98"/>
                    <a:pt x="294" y="98"/>
                  </a:cubicBezTo>
                  <a:cubicBezTo>
                    <a:pt x="294" y="97"/>
                    <a:pt x="295" y="96"/>
                    <a:pt x="296" y="95"/>
                  </a:cubicBezTo>
                  <a:cubicBezTo>
                    <a:pt x="298" y="94"/>
                    <a:pt x="299" y="93"/>
                    <a:pt x="300" y="92"/>
                  </a:cubicBezTo>
                  <a:cubicBezTo>
                    <a:pt x="302" y="91"/>
                    <a:pt x="304" y="90"/>
                    <a:pt x="306" y="88"/>
                  </a:cubicBezTo>
                  <a:cubicBezTo>
                    <a:pt x="307" y="87"/>
                    <a:pt x="309" y="86"/>
                    <a:pt x="310" y="85"/>
                  </a:cubicBezTo>
                  <a:cubicBezTo>
                    <a:pt x="312" y="84"/>
                    <a:pt x="312" y="84"/>
                    <a:pt x="311" y="83"/>
                  </a:cubicBezTo>
                  <a:cubicBezTo>
                    <a:pt x="311" y="83"/>
                    <a:pt x="311" y="83"/>
                    <a:pt x="311" y="83"/>
                  </a:cubicBezTo>
                  <a:cubicBezTo>
                    <a:pt x="311" y="83"/>
                    <a:pt x="311" y="83"/>
                    <a:pt x="311" y="83"/>
                  </a:cubicBezTo>
                  <a:cubicBezTo>
                    <a:pt x="311" y="83"/>
                    <a:pt x="311" y="83"/>
                    <a:pt x="311" y="83"/>
                  </a:cubicBezTo>
                  <a:cubicBezTo>
                    <a:pt x="311" y="82"/>
                    <a:pt x="310" y="82"/>
                    <a:pt x="309" y="81"/>
                  </a:cubicBezTo>
                  <a:cubicBezTo>
                    <a:pt x="308" y="82"/>
                    <a:pt x="308" y="83"/>
                    <a:pt x="307" y="83"/>
                  </a:cubicBezTo>
                  <a:cubicBezTo>
                    <a:pt x="307" y="84"/>
                    <a:pt x="303" y="86"/>
                    <a:pt x="299" y="88"/>
                  </a:cubicBezTo>
                  <a:cubicBezTo>
                    <a:pt x="294" y="90"/>
                    <a:pt x="288" y="93"/>
                    <a:pt x="284" y="95"/>
                  </a:cubicBezTo>
                  <a:cubicBezTo>
                    <a:pt x="280" y="97"/>
                    <a:pt x="277" y="99"/>
                    <a:pt x="275" y="101"/>
                  </a:cubicBezTo>
                  <a:cubicBezTo>
                    <a:pt x="272" y="103"/>
                    <a:pt x="270" y="106"/>
                    <a:pt x="269" y="107"/>
                  </a:cubicBezTo>
                  <a:cubicBezTo>
                    <a:pt x="267" y="109"/>
                    <a:pt x="266" y="111"/>
                    <a:pt x="264" y="112"/>
                  </a:cubicBezTo>
                  <a:cubicBezTo>
                    <a:pt x="263" y="113"/>
                    <a:pt x="262" y="114"/>
                    <a:pt x="262" y="114"/>
                  </a:cubicBezTo>
                  <a:cubicBezTo>
                    <a:pt x="261" y="115"/>
                    <a:pt x="261" y="116"/>
                    <a:pt x="261" y="117"/>
                  </a:cubicBezTo>
                  <a:cubicBezTo>
                    <a:pt x="261" y="119"/>
                    <a:pt x="261" y="121"/>
                    <a:pt x="260" y="122"/>
                  </a:cubicBezTo>
                  <a:cubicBezTo>
                    <a:pt x="259" y="123"/>
                    <a:pt x="258" y="123"/>
                    <a:pt x="257" y="123"/>
                  </a:cubicBezTo>
                  <a:cubicBezTo>
                    <a:pt x="256" y="123"/>
                    <a:pt x="255" y="123"/>
                    <a:pt x="254" y="123"/>
                  </a:cubicBezTo>
                  <a:cubicBezTo>
                    <a:pt x="253" y="122"/>
                    <a:pt x="252" y="121"/>
                    <a:pt x="250" y="120"/>
                  </a:cubicBezTo>
                  <a:cubicBezTo>
                    <a:pt x="249" y="119"/>
                    <a:pt x="248" y="118"/>
                    <a:pt x="247" y="117"/>
                  </a:cubicBezTo>
                  <a:cubicBezTo>
                    <a:pt x="246" y="116"/>
                    <a:pt x="247" y="115"/>
                    <a:pt x="247" y="114"/>
                  </a:cubicBezTo>
                  <a:cubicBezTo>
                    <a:pt x="248" y="113"/>
                    <a:pt x="248" y="112"/>
                    <a:pt x="248" y="112"/>
                  </a:cubicBezTo>
                  <a:cubicBezTo>
                    <a:pt x="248" y="111"/>
                    <a:pt x="248" y="111"/>
                    <a:pt x="247" y="110"/>
                  </a:cubicBezTo>
                  <a:cubicBezTo>
                    <a:pt x="247" y="109"/>
                    <a:pt x="246" y="109"/>
                    <a:pt x="245" y="108"/>
                  </a:cubicBezTo>
                  <a:cubicBezTo>
                    <a:pt x="244" y="107"/>
                    <a:pt x="240" y="108"/>
                    <a:pt x="237" y="108"/>
                  </a:cubicBezTo>
                  <a:cubicBezTo>
                    <a:pt x="236" y="108"/>
                    <a:pt x="234" y="109"/>
                    <a:pt x="234" y="109"/>
                  </a:cubicBezTo>
                  <a:cubicBezTo>
                    <a:pt x="233" y="109"/>
                    <a:pt x="232" y="109"/>
                    <a:pt x="231" y="109"/>
                  </a:cubicBezTo>
                  <a:cubicBezTo>
                    <a:pt x="228" y="109"/>
                    <a:pt x="225" y="109"/>
                    <a:pt x="223" y="108"/>
                  </a:cubicBezTo>
                  <a:cubicBezTo>
                    <a:pt x="221" y="108"/>
                    <a:pt x="220" y="106"/>
                    <a:pt x="220" y="104"/>
                  </a:cubicBezTo>
                  <a:cubicBezTo>
                    <a:pt x="220" y="103"/>
                    <a:pt x="219" y="102"/>
                    <a:pt x="219" y="101"/>
                  </a:cubicBezTo>
                  <a:cubicBezTo>
                    <a:pt x="218" y="100"/>
                    <a:pt x="218" y="98"/>
                    <a:pt x="218" y="96"/>
                  </a:cubicBezTo>
                  <a:cubicBezTo>
                    <a:pt x="217" y="93"/>
                    <a:pt x="217" y="91"/>
                    <a:pt x="216" y="90"/>
                  </a:cubicBezTo>
                  <a:cubicBezTo>
                    <a:pt x="215" y="89"/>
                    <a:pt x="213" y="89"/>
                    <a:pt x="212" y="89"/>
                  </a:cubicBezTo>
                  <a:cubicBezTo>
                    <a:pt x="211" y="89"/>
                    <a:pt x="209" y="89"/>
                    <a:pt x="208" y="89"/>
                  </a:cubicBezTo>
                  <a:cubicBezTo>
                    <a:pt x="206" y="88"/>
                    <a:pt x="206" y="83"/>
                    <a:pt x="206" y="77"/>
                  </a:cubicBezTo>
                  <a:cubicBezTo>
                    <a:pt x="206" y="75"/>
                    <a:pt x="206" y="72"/>
                    <a:pt x="206" y="70"/>
                  </a:cubicBezTo>
                  <a:cubicBezTo>
                    <a:pt x="205" y="66"/>
                    <a:pt x="205" y="65"/>
                    <a:pt x="204" y="6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1" y="64"/>
                    <a:pt x="198" y="61"/>
                    <a:pt x="196" y="59"/>
                  </a:cubicBezTo>
                  <a:cubicBezTo>
                    <a:pt x="195" y="58"/>
                    <a:pt x="194" y="57"/>
                    <a:pt x="194" y="57"/>
                  </a:cubicBezTo>
                  <a:cubicBezTo>
                    <a:pt x="193" y="56"/>
                    <a:pt x="191" y="54"/>
                    <a:pt x="190" y="52"/>
                  </a:cubicBezTo>
                  <a:cubicBezTo>
                    <a:pt x="187" y="49"/>
                    <a:pt x="184" y="46"/>
                    <a:pt x="183" y="45"/>
                  </a:cubicBezTo>
                  <a:cubicBezTo>
                    <a:pt x="183" y="45"/>
                    <a:pt x="182" y="46"/>
                    <a:pt x="180" y="47"/>
                  </a:cubicBezTo>
                  <a:cubicBezTo>
                    <a:pt x="180" y="47"/>
                    <a:pt x="179" y="48"/>
                    <a:pt x="178" y="48"/>
                  </a:cubicBezTo>
                  <a:cubicBezTo>
                    <a:pt x="177" y="49"/>
                    <a:pt x="175" y="49"/>
                    <a:pt x="173" y="49"/>
                  </a:cubicBezTo>
                  <a:cubicBezTo>
                    <a:pt x="170" y="50"/>
                    <a:pt x="168" y="49"/>
                    <a:pt x="165" y="49"/>
                  </a:cubicBezTo>
                  <a:cubicBezTo>
                    <a:pt x="164" y="49"/>
                    <a:pt x="163" y="49"/>
                    <a:pt x="162" y="49"/>
                  </a:cubicBezTo>
                  <a:cubicBezTo>
                    <a:pt x="158" y="48"/>
                    <a:pt x="151" y="48"/>
                    <a:pt x="147" y="48"/>
                  </a:cubicBezTo>
                  <a:cubicBezTo>
                    <a:pt x="144" y="49"/>
                    <a:pt x="141" y="49"/>
                    <a:pt x="137" y="50"/>
                  </a:cubicBezTo>
                  <a:cubicBezTo>
                    <a:pt x="132" y="51"/>
                    <a:pt x="127" y="52"/>
                    <a:pt x="126" y="52"/>
                  </a:cubicBezTo>
                  <a:cubicBezTo>
                    <a:pt x="123" y="52"/>
                    <a:pt x="122" y="50"/>
                    <a:pt x="120" y="48"/>
                  </a:cubicBezTo>
                  <a:cubicBezTo>
                    <a:pt x="119" y="47"/>
                    <a:pt x="118" y="46"/>
                    <a:pt x="117" y="45"/>
                  </a:cubicBezTo>
                  <a:cubicBezTo>
                    <a:pt x="115" y="44"/>
                    <a:pt x="113" y="42"/>
                    <a:pt x="111" y="40"/>
                  </a:cubicBezTo>
                  <a:cubicBezTo>
                    <a:pt x="109" y="37"/>
                    <a:pt x="106" y="34"/>
                    <a:pt x="105" y="32"/>
                  </a:cubicBezTo>
                  <a:cubicBezTo>
                    <a:pt x="104" y="31"/>
                    <a:pt x="103" y="30"/>
                    <a:pt x="102" y="29"/>
                  </a:cubicBezTo>
                  <a:cubicBezTo>
                    <a:pt x="100" y="28"/>
                    <a:pt x="99" y="27"/>
                    <a:pt x="98" y="26"/>
                  </a:cubicBezTo>
                  <a:cubicBezTo>
                    <a:pt x="96" y="25"/>
                    <a:pt x="85" y="19"/>
                    <a:pt x="77" y="13"/>
                  </a:cubicBezTo>
                  <a:cubicBezTo>
                    <a:pt x="71" y="10"/>
                    <a:pt x="67" y="7"/>
                    <a:pt x="65" y="6"/>
                  </a:cubicBezTo>
                  <a:cubicBezTo>
                    <a:pt x="63" y="5"/>
                    <a:pt x="61" y="4"/>
                    <a:pt x="60" y="3"/>
                  </a:cubicBezTo>
                  <a:cubicBezTo>
                    <a:pt x="58" y="2"/>
                    <a:pt x="57" y="1"/>
                    <a:pt x="56" y="1"/>
                  </a:cubicBezTo>
                  <a:cubicBezTo>
                    <a:pt x="54" y="3"/>
                    <a:pt x="54" y="3"/>
                    <a:pt x="53" y="7"/>
                  </a:cubicBezTo>
                  <a:cubicBezTo>
                    <a:pt x="51" y="10"/>
                    <a:pt x="54" y="13"/>
                    <a:pt x="54" y="18"/>
                  </a:cubicBezTo>
                  <a:cubicBezTo>
                    <a:pt x="55" y="22"/>
                    <a:pt x="50" y="25"/>
                    <a:pt x="47" y="26"/>
                  </a:cubicBezTo>
                  <a:cubicBezTo>
                    <a:pt x="44" y="27"/>
                    <a:pt x="45" y="25"/>
                    <a:pt x="45" y="22"/>
                  </a:cubicBezTo>
                  <a:cubicBezTo>
                    <a:pt x="45" y="19"/>
                    <a:pt x="47" y="19"/>
                    <a:pt x="46" y="16"/>
                  </a:cubicBezTo>
                  <a:cubicBezTo>
                    <a:pt x="46" y="14"/>
                    <a:pt x="46" y="13"/>
                    <a:pt x="45" y="8"/>
                  </a:cubicBezTo>
                  <a:cubicBezTo>
                    <a:pt x="45" y="4"/>
                    <a:pt x="47" y="5"/>
                    <a:pt x="49" y="1"/>
                  </a:cubicBezTo>
                  <a:cubicBezTo>
                    <a:pt x="49" y="1"/>
                    <a:pt x="49" y="1"/>
                    <a:pt x="50" y="0"/>
                  </a:cubicBezTo>
                  <a:cubicBezTo>
                    <a:pt x="48" y="0"/>
                    <a:pt x="46" y="1"/>
                    <a:pt x="44" y="1"/>
                  </a:cubicBezTo>
                  <a:cubicBezTo>
                    <a:pt x="40" y="2"/>
                    <a:pt x="29" y="5"/>
                    <a:pt x="19" y="8"/>
                  </a:cubicBezTo>
                  <a:cubicBezTo>
                    <a:pt x="11" y="10"/>
                    <a:pt x="4" y="12"/>
                    <a:pt x="3" y="12"/>
                  </a:cubicBezTo>
                  <a:cubicBezTo>
                    <a:pt x="2" y="13"/>
                    <a:pt x="1" y="14"/>
                    <a:pt x="1" y="15"/>
                  </a:cubicBezTo>
                  <a:cubicBezTo>
                    <a:pt x="0" y="16"/>
                    <a:pt x="0" y="18"/>
                    <a:pt x="0" y="19"/>
                  </a:cubicBezTo>
                  <a:cubicBezTo>
                    <a:pt x="0" y="25"/>
                    <a:pt x="1" y="91"/>
                    <a:pt x="1" y="102"/>
                  </a:cubicBezTo>
                  <a:cubicBezTo>
                    <a:pt x="2" y="102"/>
                    <a:pt x="2" y="102"/>
                    <a:pt x="3" y="102"/>
                  </a:cubicBezTo>
                  <a:cubicBezTo>
                    <a:pt x="10" y="102"/>
                    <a:pt x="17" y="102"/>
                    <a:pt x="20" y="102"/>
                  </a:cubicBezTo>
                  <a:cubicBezTo>
                    <a:pt x="20" y="102"/>
                    <a:pt x="19" y="102"/>
                    <a:pt x="19" y="101"/>
                  </a:cubicBezTo>
                  <a:cubicBezTo>
                    <a:pt x="19" y="100"/>
                    <a:pt x="18" y="99"/>
                    <a:pt x="17" y="97"/>
                  </a:cubicBezTo>
                  <a:cubicBezTo>
                    <a:pt x="17" y="95"/>
                    <a:pt x="18" y="93"/>
                    <a:pt x="19" y="91"/>
                  </a:cubicBezTo>
                  <a:cubicBezTo>
                    <a:pt x="19" y="89"/>
                    <a:pt x="20" y="87"/>
                    <a:pt x="22" y="86"/>
                  </a:cubicBezTo>
                  <a:cubicBezTo>
                    <a:pt x="24" y="85"/>
                    <a:pt x="25" y="85"/>
                    <a:pt x="26" y="84"/>
                  </a:cubicBezTo>
                  <a:cubicBezTo>
                    <a:pt x="28" y="84"/>
                    <a:pt x="29" y="84"/>
                    <a:pt x="31" y="83"/>
                  </a:cubicBezTo>
                  <a:cubicBezTo>
                    <a:pt x="31" y="83"/>
                    <a:pt x="31" y="83"/>
                    <a:pt x="31" y="83"/>
                  </a:cubicBezTo>
                  <a:cubicBezTo>
                    <a:pt x="32" y="83"/>
                    <a:pt x="32" y="83"/>
                    <a:pt x="32" y="83"/>
                  </a:cubicBezTo>
                  <a:cubicBezTo>
                    <a:pt x="34" y="82"/>
                    <a:pt x="35" y="82"/>
                    <a:pt x="35" y="82"/>
                  </a:cubicBezTo>
                  <a:cubicBezTo>
                    <a:pt x="35" y="82"/>
                    <a:pt x="35" y="81"/>
                    <a:pt x="36" y="80"/>
                  </a:cubicBezTo>
                  <a:cubicBezTo>
                    <a:pt x="36" y="80"/>
                    <a:pt x="36" y="80"/>
                    <a:pt x="36" y="80"/>
                  </a:cubicBezTo>
                  <a:cubicBezTo>
                    <a:pt x="36" y="80"/>
                    <a:pt x="36" y="80"/>
                    <a:pt x="36" y="80"/>
                  </a:cubicBezTo>
                  <a:cubicBezTo>
                    <a:pt x="36" y="79"/>
                    <a:pt x="36" y="79"/>
                    <a:pt x="36" y="78"/>
                  </a:cubicBezTo>
                  <a:cubicBezTo>
                    <a:pt x="37" y="75"/>
                    <a:pt x="37" y="73"/>
                    <a:pt x="41" y="73"/>
                  </a:cubicBezTo>
                  <a:cubicBezTo>
                    <a:pt x="43" y="74"/>
                    <a:pt x="44" y="75"/>
                    <a:pt x="46" y="76"/>
                  </a:cubicBezTo>
                  <a:cubicBezTo>
                    <a:pt x="47" y="76"/>
                    <a:pt x="48" y="77"/>
                    <a:pt x="48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77"/>
                    <a:pt x="47" y="77"/>
                    <a:pt x="47" y="76"/>
                  </a:cubicBezTo>
                  <a:cubicBezTo>
                    <a:pt x="47" y="75"/>
                    <a:pt x="47" y="73"/>
                    <a:pt x="48" y="71"/>
                  </a:cubicBezTo>
                  <a:cubicBezTo>
                    <a:pt x="49" y="70"/>
                    <a:pt x="50" y="69"/>
                    <a:pt x="50" y="68"/>
                  </a:cubicBezTo>
                  <a:cubicBezTo>
                    <a:pt x="52" y="67"/>
                    <a:pt x="53" y="67"/>
                    <a:pt x="54" y="68"/>
                  </a:cubicBezTo>
                  <a:cubicBezTo>
                    <a:pt x="56" y="68"/>
                    <a:pt x="56" y="69"/>
                    <a:pt x="57" y="70"/>
                  </a:cubicBezTo>
                  <a:cubicBezTo>
                    <a:pt x="58" y="71"/>
                    <a:pt x="59" y="73"/>
                    <a:pt x="61" y="73"/>
                  </a:cubicBezTo>
                  <a:cubicBezTo>
                    <a:pt x="62" y="73"/>
                    <a:pt x="62" y="73"/>
                    <a:pt x="63" y="73"/>
                  </a:cubicBezTo>
                  <a:cubicBezTo>
                    <a:pt x="64" y="73"/>
                    <a:pt x="65" y="74"/>
                    <a:pt x="67" y="75"/>
                  </a:cubicBezTo>
                  <a:cubicBezTo>
                    <a:pt x="69" y="77"/>
                    <a:pt x="70" y="77"/>
                    <a:pt x="72" y="78"/>
                  </a:cubicBezTo>
                  <a:cubicBezTo>
                    <a:pt x="73" y="78"/>
                    <a:pt x="75" y="79"/>
                    <a:pt x="76" y="79"/>
                  </a:cubicBezTo>
                  <a:cubicBezTo>
                    <a:pt x="76" y="79"/>
                    <a:pt x="77" y="79"/>
                    <a:pt x="78" y="79"/>
                  </a:cubicBezTo>
                  <a:cubicBezTo>
                    <a:pt x="80" y="79"/>
                    <a:pt x="82" y="79"/>
                    <a:pt x="82" y="82"/>
                  </a:cubicBezTo>
                  <a:cubicBezTo>
                    <a:pt x="83" y="83"/>
                    <a:pt x="82" y="84"/>
                    <a:pt x="82" y="85"/>
                  </a:cubicBezTo>
                  <a:cubicBezTo>
                    <a:pt x="82" y="85"/>
                    <a:pt x="81" y="86"/>
                    <a:pt x="82" y="87"/>
                  </a:cubicBezTo>
                  <a:cubicBezTo>
                    <a:pt x="83" y="89"/>
                    <a:pt x="84" y="89"/>
                    <a:pt x="84" y="89"/>
                  </a:cubicBezTo>
                  <a:cubicBezTo>
                    <a:pt x="86" y="90"/>
                    <a:pt x="86" y="91"/>
                    <a:pt x="86" y="94"/>
                  </a:cubicBezTo>
                  <a:cubicBezTo>
                    <a:pt x="86" y="95"/>
                    <a:pt x="85" y="96"/>
                    <a:pt x="85" y="97"/>
                  </a:cubicBezTo>
                  <a:cubicBezTo>
                    <a:pt x="84" y="98"/>
                    <a:pt x="84" y="98"/>
                    <a:pt x="85" y="100"/>
                  </a:cubicBezTo>
                  <a:cubicBezTo>
                    <a:pt x="86" y="101"/>
                    <a:pt x="86" y="102"/>
                    <a:pt x="87" y="103"/>
                  </a:cubicBezTo>
                  <a:cubicBezTo>
                    <a:pt x="87" y="103"/>
                    <a:pt x="87" y="103"/>
                    <a:pt x="92" y="104"/>
                  </a:cubicBezTo>
                  <a:cubicBezTo>
                    <a:pt x="97" y="104"/>
                    <a:pt x="99" y="105"/>
                    <a:pt x="101" y="106"/>
                  </a:cubicBezTo>
                  <a:cubicBezTo>
                    <a:pt x="102" y="106"/>
                    <a:pt x="103" y="106"/>
                    <a:pt x="105" y="106"/>
                  </a:cubicBezTo>
                  <a:cubicBezTo>
                    <a:pt x="106" y="105"/>
                    <a:pt x="107" y="105"/>
                    <a:pt x="108" y="105"/>
                  </a:cubicBezTo>
                  <a:cubicBezTo>
                    <a:pt x="109" y="104"/>
                    <a:pt x="110" y="103"/>
                    <a:pt x="112" y="104"/>
                  </a:cubicBezTo>
                  <a:cubicBezTo>
                    <a:pt x="114" y="104"/>
                    <a:pt x="116" y="106"/>
                    <a:pt x="118" y="108"/>
                  </a:cubicBezTo>
                  <a:cubicBezTo>
                    <a:pt x="120" y="109"/>
                    <a:pt x="121" y="111"/>
                    <a:pt x="122" y="113"/>
                  </a:cubicBezTo>
                  <a:cubicBezTo>
                    <a:pt x="123" y="115"/>
                    <a:pt x="123" y="117"/>
                    <a:pt x="123" y="118"/>
                  </a:cubicBezTo>
                  <a:cubicBezTo>
                    <a:pt x="124" y="119"/>
                    <a:pt x="124" y="120"/>
                    <a:pt x="126" y="122"/>
                  </a:cubicBezTo>
                  <a:cubicBezTo>
                    <a:pt x="127" y="123"/>
                    <a:pt x="128" y="124"/>
                    <a:pt x="128" y="124"/>
                  </a:cubicBezTo>
                  <a:cubicBezTo>
                    <a:pt x="131" y="126"/>
                    <a:pt x="131" y="127"/>
                    <a:pt x="132" y="131"/>
                  </a:cubicBezTo>
                  <a:cubicBezTo>
                    <a:pt x="133" y="133"/>
                    <a:pt x="133" y="135"/>
                    <a:pt x="134" y="136"/>
                  </a:cubicBezTo>
                  <a:cubicBezTo>
                    <a:pt x="135" y="137"/>
                    <a:pt x="136" y="138"/>
                    <a:pt x="138" y="139"/>
                  </a:cubicBezTo>
                  <a:cubicBezTo>
                    <a:pt x="140" y="140"/>
                    <a:pt x="143" y="142"/>
                    <a:pt x="147" y="145"/>
                  </a:cubicBezTo>
                  <a:cubicBezTo>
                    <a:pt x="154" y="150"/>
                    <a:pt x="163" y="156"/>
                    <a:pt x="168" y="158"/>
                  </a:cubicBezTo>
                  <a:cubicBezTo>
                    <a:pt x="169" y="159"/>
                    <a:pt x="170" y="160"/>
                    <a:pt x="171" y="160"/>
                  </a:cubicBezTo>
                  <a:cubicBezTo>
                    <a:pt x="176" y="163"/>
                    <a:pt x="177" y="163"/>
                    <a:pt x="181" y="166"/>
                  </a:cubicBezTo>
                  <a:cubicBezTo>
                    <a:pt x="183" y="167"/>
                    <a:pt x="184" y="169"/>
                    <a:pt x="186" y="170"/>
                  </a:cubicBezTo>
                  <a:cubicBezTo>
                    <a:pt x="189" y="173"/>
                    <a:pt x="192" y="176"/>
                    <a:pt x="195" y="177"/>
                  </a:cubicBezTo>
                  <a:cubicBezTo>
                    <a:pt x="197" y="177"/>
                    <a:pt x="198" y="177"/>
                    <a:pt x="200" y="176"/>
                  </a:cubicBezTo>
                  <a:cubicBezTo>
                    <a:pt x="201" y="176"/>
                    <a:pt x="203" y="176"/>
                    <a:pt x="205" y="177"/>
                  </a:cubicBezTo>
                  <a:cubicBezTo>
                    <a:pt x="206" y="177"/>
                    <a:pt x="209" y="178"/>
                    <a:pt x="210" y="179"/>
                  </a:cubicBezTo>
                  <a:cubicBezTo>
                    <a:pt x="212" y="180"/>
                    <a:pt x="214" y="181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8" y="184"/>
                    <a:pt x="219" y="184"/>
                    <a:pt x="218" y="188"/>
                  </a:cubicBezTo>
                  <a:cubicBezTo>
                    <a:pt x="218" y="191"/>
                    <a:pt x="217" y="195"/>
                    <a:pt x="217" y="198"/>
                  </a:cubicBezTo>
                  <a:cubicBezTo>
                    <a:pt x="220" y="198"/>
                    <a:pt x="222" y="198"/>
                    <a:pt x="224" y="198"/>
                  </a:cubicBezTo>
                  <a:cubicBezTo>
                    <a:pt x="227" y="199"/>
                    <a:pt x="227" y="200"/>
                    <a:pt x="227" y="201"/>
                  </a:cubicBezTo>
                  <a:cubicBezTo>
                    <a:pt x="227" y="201"/>
                    <a:pt x="228" y="202"/>
                    <a:pt x="230" y="202"/>
                  </a:cubicBezTo>
                  <a:cubicBezTo>
                    <a:pt x="232" y="202"/>
                    <a:pt x="234" y="202"/>
                    <a:pt x="235" y="202"/>
                  </a:cubicBezTo>
                  <a:cubicBezTo>
                    <a:pt x="237" y="203"/>
                    <a:pt x="239" y="203"/>
                    <a:pt x="240" y="203"/>
                  </a:cubicBezTo>
                  <a:cubicBezTo>
                    <a:pt x="240" y="203"/>
                    <a:pt x="240" y="202"/>
                    <a:pt x="240" y="20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8DC331A0-4590-652C-08BB-4BA3FF00D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318" y="2758164"/>
              <a:ext cx="8462" cy="12693"/>
            </a:xfrm>
            <a:custGeom>
              <a:avLst/>
              <a:gdLst>
                <a:gd name="T0" fmla="*/ 0 w 8"/>
                <a:gd name="T1" fmla="*/ 3 h 12"/>
                <a:gd name="T2" fmla="*/ 3 w 8"/>
                <a:gd name="T3" fmla="*/ 4 h 12"/>
                <a:gd name="T4" fmla="*/ 6 w 8"/>
                <a:gd name="T5" fmla="*/ 7 h 12"/>
                <a:gd name="T6" fmla="*/ 8 w 8"/>
                <a:gd name="T7" fmla="*/ 11 h 12"/>
                <a:gd name="T8" fmla="*/ 6 w 8"/>
                <a:gd name="T9" fmla="*/ 9 h 12"/>
                <a:gd name="T10" fmla="*/ 2 w 8"/>
                <a:gd name="T11" fmla="*/ 6 h 12"/>
                <a:gd name="T12" fmla="*/ 0 w 8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2">
                  <a:moveTo>
                    <a:pt x="0" y="3"/>
                  </a:moveTo>
                  <a:cubicBezTo>
                    <a:pt x="0" y="0"/>
                    <a:pt x="2" y="3"/>
                    <a:pt x="3" y="4"/>
                  </a:cubicBezTo>
                  <a:cubicBezTo>
                    <a:pt x="4" y="5"/>
                    <a:pt x="5" y="5"/>
                    <a:pt x="6" y="7"/>
                  </a:cubicBezTo>
                  <a:cubicBezTo>
                    <a:pt x="7" y="8"/>
                    <a:pt x="8" y="9"/>
                    <a:pt x="8" y="11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5" y="7"/>
                    <a:pt x="4" y="7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ADD1C20-88BE-B777-54C2-B155AFA5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832" y="2760984"/>
              <a:ext cx="7052" cy="11283"/>
            </a:xfrm>
            <a:custGeom>
              <a:avLst/>
              <a:gdLst>
                <a:gd name="T0" fmla="*/ 1 w 6"/>
                <a:gd name="T1" fmla="*/ 2 h 11"/>
                <a:gd name="T2" fmla="*/ 5 w 6"/>
                <a:gd name="T3" fmla="*/ 3 h 11"/>
                <a:gd name="T4" fmla="*/ 5 w 6"/>
                <a:gd name="T5" fmla="*/ 8 h 11"/>
                <a:gd name="T6" fmla="*/ 2 w 6"/>
                <a:gd name="T7" fmla="*/ 6 h 11"/>
                <a:gd name="T8" fmla="*/ 1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1" y="2"/>
                  </a:moveTo>
                  <a:cubicBezTo>
                    <a:pt x="1" y="0"/>
                    <a:pt x="5" y="1"/>
                    <a:pt x="5" y="3"/>
                  </a:cubicBezTo>
                  <a:cubicBezTo>
                    <a:pt x="6" y="5"/>
                    <a:pt x="6" y="6"/>
                    <a:pt x="5" y="8"/>
                  </a:cubicBezTo>
                  <a:cubicBezTo>
                    <a:pt x="5" y="11"/>
                    <a:pt x="3" y="8"/>
                    <a:pt x="2" y="6"/>
                  </a:cubicBezTo>
                  <a:cubicBezTo>
                    <a:pt x="2" y="4"/>
                    <a:pt x="0" y="4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32140AE8-FE91-7CA9-A169-81FB097DE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752" y="2753932"/>
              <a:ext cx="7052" cy="7052"/>
            </a:xfrm>
            <a:custGeom>
              <a:avLst/>
              <a:gdLst>
                <a:gd name="T0" fmla="*/ 1 w 6"/>
                <a:gd name="T1" fmla="*/ 2 h 6"/>
                <a:gd name="T2" fmla="*/ 5 w 6"/>
                <a:gd name="T3" fmla="*/ 4 h 6"/>
                <a:gd name="T4" fmla="*/ 3 w 6"/>
                <a:gd name="T5" fmla="*/ 5 h 6"/>
                <a:gd name="T6" fmla="*/ 1 w 6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1" y="2"/>
                  </a:moveTo>
                  <a:cubicBezTo>
                    <a:pt x="2" y="0"/>
                    <a:pt x="4" y="1"/>
                    <a:pt x="5" y="4"/>
                  </a:cubicBezTo>
                  <a:cubicBezTo>
                    <a:pt x="6" y="6"/>
                    <a:pt x="6" y="6"/>
                    <a:pt x="3" y="5"/>
                  </a:cubicBezTo>
                  <a:cubicBezTo>
                    <a:pt x="0" y="4"/>
                    <a:pt x="2" y="4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66064FC0-358C-870F-D396-4399E2CBA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87" y="2847018"/>
              <a:ext cx="2821" cy="8462"/>
            </a:xfrm>
            <a:custGeom>
              <a:avLst/>
              <a:gdLst>
                <a:gd name="T0" fmla="*/ 1 w 3"/>
                <a:gd name="T1" fmla="*/ 1 h 7"/>
                <a:gd name="T2" fmla="*/ 0 w 3"/>
                <a:gd name="T3" fmla="*/ 2 h 7"/>
                <a:gd name="T4" fmla="*/ 1 w 3"/>
                <a:gd name="T5" fmla="*/ 4 h 7"/>
                <a:gd name="T6" fmla="*/ 2 w 3"/>
                <a:gd name="T7" fmla="*/ 6 h 7"/>
                <a:gd name="T8" fmla="*/ 3 w 3"/>
                <a:gd name="T9" fmla="*/ 2 h 7"/>
                <a:gd name="T10" fmla="*/ 1 w 3"/>
                <a:gd name="T11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7"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3"/>
                    <a:pt x="1" y="4"/>
                    <a:pt x="1" y="4"/>
                  </a:cubicBezTo>
                  <a:cubicBezTo>
                    <a:pt x="1" y="5"/>
                    <a:pt x="2" y="7"/>
                    <a:pt x="2" y="6"/>
                  </a:cubicBezTo>
                  <a:cubicBezTo>
                    <a:pt x="3" y="6"/>
                    <a:pt x="3" y="4"/>
                    <a:pt x="3" y="2"/>
                  </a:cubicBezTo>
                  <a:cubicBezTo>
                    <a:pt x="3" y="1"/>
                    <a:pt x="3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F3ADB96F-154A-C436-A7B6-41EAEB109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246" y="2852660"/>
              <a:ext cx="2821" cy="4231"/>
            </a:xfrm>
            <a:custGeom>
              <a:avLst/>
              <a:gdLst>
                <a:gd name="T0" fmla="*/ 0 w 3"/>
                <a:gd name="T1" fmla="*/ 1 h 4"/>
                <a:gd name="T2" fmla="*/ 1 w 3"/>
                <a:gd name="T3" fmla="*/ 4 h 4"/>
                <a:gd name="T4" fmla="*/ 2 w 3"/>
                <a:gd name="T5" fmla="*/ 2 h 4"/>
                <a:gd name="T6" fmla="*/ 0 w 3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0" y="1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3" y="0"/>
                    <a:pt x="1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8CE0236C-481E-8EEE-BBBD-314EB0DB1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189" y="2865353"/>
              <a:ext cx="7052" cy="9873"/>
            </a:xfrm>
            <a:custGeom>
              <a:avLst/>
              <a:gdLst>
                <a:gd name="T0" fmla="*/ 1 w 6"/>
                <a:gd name="T1" fmla="*/ 3 h 8"/>
                <a:gd name="T2" fmla="*/ 1 w 6"/>
                <a:gd name="T3" fmla="*/ 6 h 8"/>
                <a:gd name="T4" fmla="*/ 6 w 6"/>
                <a:gd name="T5" fmla="*/ 7 h 8"/>
                <a:gd name="T6" fmla="*/ 5 w 6"/>
                <a:gd name="T7" fmla="*/ 2 h 8"/>
                <a:gd name="T8" fmla="*/ 1 w 6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1" y="3"/>
                  </a:moveTo>
                  <a:cubicBezTo>
                    <a:pt x="0" y="3"/>
                    <a:pt x="0" y="5"/>
                    <a:pt x="1" y="6"/>
                  </a:cubicBezTo>
                  <a:cubicBezTo>
                    <a:pt x="2" y="6"/>
                    <a:pt x="5" y="8"/>
                    <a:pt x="6" y="7"/>
                  </a:cubicBezTo>
                  <a:cubicBezTo>
                    <a:pt x="6" y="7"/>
                    <a:pt x="5" y="5"/>
                    <a:pt x="5" y="2"/>
                  </a:cubicBezTo>
                  <a:cubicBezTo>
                    <a:pt x="5" y="0"/>
                    <a:pt x="3" y="1"/>
                    <a:pt x="1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C542866-5730-1B7B-B103-4C37A285A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581" y="2282863"/>
              <a:ext cx="9873" cy="5642"/>
            </a:xfrm>
            <a:custGeom>
              <a:avLst/>
              <a:gdLst>
                <a:gd name="T0" fmla="*/ 5 w 9"/>
                <a:gd name="T1" fmla="*/ 4 h 5"/>
                <a:gd name="T2" fmla="*/ 7 w 9"/>
                <a:gd name="T3" fmla="*/ 3 h 5"/>
                <a:gd name="T4" fmla="*/ 9 w 9"/>
                <a:gd name="T5" fmla="*/ 2 h 5"/>
                <a:gd name="T6" fmla="*/ 4 w 9"/>
                <a:gd name="T7" fmla="*/ 1 h 5"/>
                <a:gd name="T8" fmla="*/ 1 w 9"/>
                <a:gd name="T9" fmla="*/ 1 h 5"/>
                <a:gd name="T10" fmla="*/ 2 w 9"/>
                <a:gd name="T11" fmla="*/ 3 h 5"/>
                <a:gd name="T12" fmla="*/ 5 w 9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">
                  <a:moveTo>
                    <a:pt x="5" y="4"/>
                  </a:moveTo>
                  <a:cubicBezTo>
                    <a:pt x="6" y="4"/>
                    <a:pt x="6" y="4"/>
                    <a:pt x="7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8" y="1"/>
                    <a:pt x="5" y="2"/>
                    <a:pt x="4" y="1"/>
                  </a:cubicBezTo>
                  <a:cubicBezTo>
                    <a:pt x="3" y="1"/>
                    <a:pt x="1" y="0"/>
                    <a:pt x="1" y="1"/>
                  </a:cubicBezTo>
                  <a:cubicBezTo>
                    <a:pt x="0" y="2"/>
                    <a:pt x="1" y="2"/>
                    <a:pt x="2" y="3"/>
                  </a:cubicBezTo>
                  <a:cubicBezTo>
                    <a:pt x="3" y="4"/>
                    <a:pt x="3" y="5"/>
                    <a:pt x="5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42DC124-DA4D-8399-02BA-A9BDCCBBA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506" y="2275811"/>
              <a:ext cx="4231" cy="4231"/>
            </a:xfrm>
            <a:custGeom>
              <a:avLst/>
              <a:gdLst>
                <a:gd name="T0" fmla="*/ 3 w 4"/>
                <a:gd name="T1" fmla="*/ 3 h 4"/>
                <a:gd name="T2" fmla="*/ 2 w 4"/>
                <a:gd name="T3" fmla="*/ 1 h 4"/>
                <a:gd name="T4" fmla="*/ 1 w 4"/>
                <a:gd name="T5" fmla="*/ 4 h 4"/>
                <a:gd name="T6" fmla="*/ 3 w 4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4" y="2"/>
                    <a:pt x="4" y="0"/>
                    <a:pt x="2" y="1"/>
                  </a:cubicBezTo>
                  <a:cubicBezTo>
                    <a:pt x="2" y="2"/>
                    <a:pt x="0" y="3"/>
                    <a:pt x="1" y="4"/>
                  </a:cubicBezTo>
                  <a:cubicBezTo>
                    <a:pt x="2" y="4"/>
                    <a:pt x="2" y="4"/>
                    <a:pt x="3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F7906238-4E12-F256-8F4D-B89A41898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061" y="2473265"/>
              <a:ext cx="4231" cy="9873"/>
            </a:xfrm>
            <a:custGeom>
              <a:avLst/>
              <a:gdLst>
                <a:gd name="T0" fmla="*/ 0 w 3"/>
                <a:gd name="T1" fmla="*/ 3 h 8"/>
                <a:gd name="T2" fmla="*/ 2 w 3"/>
                <a:gd name="T3" fmla="*/ 7 h 8"/>
                <a:gd name="T4" fmla="*/ 2 w 3"/>
                <a:gd name="T5" fmla="*/ 4 h 8"/>
                <a:gd name="T6" fmla="*/ 0 w 3"/>
                <a:gd name="T7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8">
                  <a:moveTo>
                    <a:pt x="0" y="3"/>
                  </a:moveTo>
                  <a:cubicBezTo>
                    <a:pt x="0" y="6"/>
                    <a:pt x="2" y="8"/>
                    <a:pt x="2" y="7"/>
                  </a:cubicBezTo>
                  <a:cubicBezTo>
                    <a:pt x="3" y="7"/>
                    <a:pt x="2" y="5"/>
                    <a:pt x="2" y="4"/>
                  </a:cubicBezTo>
                  <a:cubicBezTo>
                    <a:pt x="2" y="4"/>
                    <a:pt x="1" y="0"/>
                    <a:pt x="0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C7663DDE-67EE-1F85-66F0-8632A8031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4139" y="2752522"/>
              <a:ext cx="25387" cy="9873"/>
            </a:xfrm>
            <a:custGeom>
              <a:avLst/>
              <a:gdLst>
                <a:gd name="T0" fmla="*/ 18 w 23"/>
                <a:gd name="T1" fmla="*/ 2 h 8"/>
                <a:gd name="T2" fmla="*/ 16 w 23"/>
                <a:gd name="T3" fmla="*/ 1 h 8"/>
                <a:gd name="T4" fmla="*/ 11 w 23"/>
                <a:gd name="T5" fmla="*/ 2 h 8"/>
                <a:gd name="T6" fmla="*/ 7 w 23"/>
                <a:gd name="T7" fmla="*/ 3 h 8"/>
                <a:gd name="T8" fmla="*/ 5 w 23"/>
                <a:gd name="T9" fmla="*/ 1 h 8"/>
                <a:gd name="T10" fmla="*/ 1 w 23"/>
                <a:gd name="T11" fmla="*/ 2 h 8"/>
                <a:gd name="T12" fmla="*/ 0 w 23"/>
                <a:gd name="T13" fmla="*/ 5 h 8"/>
                <a:gd name="T14" fmla="*/ 4 w 23"/>
                <a:gd name="T15" fmla="*/ 7 h 8"/>
                <a:gd name="T16" fmla="*/ 9 w 23"/>
                <a:gd name="T17" fmla="*/ 8 h 8"/>
                <a:gd name="T18" fmla="*/ 14 w 23"/>
                <a:gd name="T19" fmla="*/ 7 h 8"/>
                <a:gd name="T20" fmla="*/ 20 w 23"/>
                <a:gd name="T21" fmla="*/ 5 h 8"/>
                <a:gd name="T22" fmla="*/ 22 w 23"/>
                <a:gd name="T23" fmla="*/ 3 h 8"/>
                <a:gd name="T24" fmla="*/ 18 w 23"/>
                <a:gd name="T2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" h="8">
                  <a:moveTo>
                    <a:pt x="18" y="2"/>
                  </a:moveTo>
                  <a:cubicBezTo>
                    <a:pt x="17" y="2"/>
                    <a:pt x="17" y="1"/>
                    <a:pt x="16" y="1"/>
                  </a:cubicBezTo>
                  <a:cubicBezTo>
                    <a:pt x="14" y="0"/>
                    <a:pt x="13" y="1"/>
                    <a:pt x="11" y="2"/>
                  </a:cubicBezTo>
                  <a:cubicBezTo>
                    <a:pt x="10" y="3"/>
                    <a:pt x="8" y="3"/>
                    <a:pt x="7" y="3"/>
                  </a:cubicBezTo>
                  <a:cubicBezTo>
                    <a:pt x="7" y="2"/>
                    <a:pt x="6" y="2"/>
                    <a:pt x="5" y="1"/>
                  </a:cubicBezTo>
                  <a:cubicBezTo>
                    <a:pt x="3" y="0"/>
                    <a:pt x="2" y="2"/>
                    <a:pt x="1" y="2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1" y="5"/>
                    <a:pt x="3" y="6"/>
                    <a:pt x="4" y="7"/>
                  </a:cubicBezTo>
                  <a:cubicBezTo>
                    <a:pt x="6" y="8"/>
                    <a:pt x="7" y="8"/>
                    <a:pt x="9" y="8"/>
                  </a:cubicBezTo>
                  <a:cubicBezTo>
                    <a:pt x="10" y="8"/>
                    <a:pt x="12" y="8"/>
                    <a:pt x="14" y="7"/>
                  </a:cubicBezTo>
                  <a:cubicBezTo>
                    <a:pt x="15" y="7"/>
                    <a:pt x="18" y="6"/>
                    <a:pt x="20" y="5"/>
                  </a:cubicBezTo>
                  <a:cubicBezTo>
                    <a:pt x="23" y="5"/>
                    <a:pt x="23" y="4"/>
                    <a:pt x="22" y="3"/>
                  </a:cubicBezTo>
                  <a:cubicBezTo>
                    <a:pt x="22" y="3"/>
                    <a:pt x="20" y="3"/>
                    <a:pt x="18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8786AF1C-D904-0C9E-7B61-631C792B0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3111" y="2762395"/>
              <a:ext cx="8462" cy="5642"/>
            </a:xfrm>
            <a:custGeom>
              <a:avLst/>
              <a:gdLst>
                <a:gd name="T0" fmla="*/ 4 w 7"/>
                <a:gd name="T1" fmla="*/ 2 h 5"/>
                <a:gd name="T2" fmla="*/ 0 w 7"/>
                <a:gd name="T3" fmla="*/ 2 h 5"/>
                <a:gd name="T4" fmla="*/ 3 w 7"/>
                <a:gd name="T5" fmla="*/ 3 h 5"/>
                <a:gd name="T6" fmla="*/ 5 w 7"/>
                <a:gd name="T7" fmla="*/ 4 h 5"/>
                <a:gd name="T8" fmla="*/ 6 w 7"/>
                <a:gd name="T9" fmla="*/ 3 h 5"/>
                <a:gd name="T10" fmla="*/ 4 w 7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5">
                  <a:moveTo>
                    <a:pt x="4" y="2"/>
                  </a:moveTo>
                  <a:cubicBezTo>
                    <a:pt x="2" y="0"/>
                    <a:pt x="0" y="1"/>
                    <a:pt x="0" y="2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5" y="3"/>
                    <a:pt x="4" y="4"/>
                    <a:pt x="5" y="4"/>
                  </a:cubicBezTo>
                  <a:cubicBezTo>
                    <a:pt x="6" y="5"/>
                    <a:pt x="7" y="4"/>
                    <a:pt x="6" y="3"/>
                  </a:cubicBezTo>
                  <a:cubicBezTo>
                    <a:pt x="6" y="3"/>
                    <a:pt x="5" y="3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03067DE7-423D-BBAA-6E11-5E590427DF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31" y="1845643"/>
              <a:ext cx="2205846" cy="767250"/>
            </a:xfrm>
            <a:custGeom>
              <a:avLst/>
              <a:gdLst>
                <a:gd name="T0" fmla="*/ 1522 w 2010"/>
                <a:gd name="T1" fmla="*/ 69 h 715"/>
                <a:gd name="T2" fmla="*/ 1608 w 2010"/>
                <a:gd name="T3" fmla="*/ 87 h 715"/>
                <a:gd name="T4" fmla="*/ 1529 w 2010"/>
                <a:gd name="T5" fmla="*/ 122 h 715"/>
                <a:gd name="T6" fmla="*/ 1564 w 2010"/>
                <a:gd name="T7" fmla="*/ 160 h 715"/>
                <a:gd name="T8" fmla="*/ 1623 w 2010"/>
                <a:gd name="T9" fmla="*/ 115 h 715"/>
                <a:gd name="T10" fmla="*/ 1627 w 2010"/>
                <a:gd name="T11" fmla="*/ 190 h 715"/>
                <a:gd name="T12" fmla="*/ 1727 w 2010"/>
                <a:gd name="T13" fmla="*/ 154 h 715"/>
                <a:gd name="T14" fmla="*/ 1874 w 2010"/>
                <a:gd name="T15" fmla="*/ 107 h 715"/>
                <a:gd name="T16" fmla="*/ 1944 w 2010"/>
                <a:gd name="T17" fmla="*/ 82 h 715"/>
                <a:gd name="T18" fmla="*/ 1944 w 2010"/>
                <a:gd name="T19" fmla="*/ 126 h 715"/>
                <a:gd name="T20" fmla="*/ 1895 w 2010"/>
                <a:gd name="T21" fmla="*/ 149 h 715"/>
                <a:gd name="T22" fmla="*/ 1877 w 2010"/>
                <a:gd name="T23" fmla="*/ 201 h 715"/>
                <a:gd name="T24" fmla="*/ 1818 w 2010"/>
                <a:gd name="T25" fmla="*/ 218 h 715"/>
                <a:gd name="T26" fmla="*/ 1796 w 2010"/>
                <a:gd name="T27" fmla="*/ 258 h 715"/>
                <a:gd name="T28" fmla="*/ 1793 w 2010"/>
                <a:gd name="T29" fmla="*/ 266 h 715"/>
                <a:gd name="T30" fmla="*/ 1779 w 2010"/>
                <a:gd name="T31" fmla="*/ 277 h 715"/>
                <a:gd name="T32" fmla="*/ 1776 w 2010"/>
                <a:gd name="T33" fmla="*/ 248 h 715"/>
                <a:gd name="T34" fmla="*/ 1767 w 2010"/>
                <a:gd name="T35" fmla="*/ 278 h 715"/>
                <a:gd name="T36" fmla="*/ 1765 w 2010"/>
                <a:gd name="T37" fmla="*/ 286 h 715"/>
                <a:gd name="T38" fmla="*/ 1765 w 2010"/>
                <a:gd name="T39" fmla="*/ 302 h 715"/>
                <a:gd name="T40" fmla="*/ 1761 w 2010"/>
                <a:gd name="T41" fmla="*/ 308 h 715"/>
                <a:gd name="T42" fmla="*/ 1763 w 2010"/>
                <a:gd name="T43" fmla="*/ 332 h 715"/>
                <a:gd name="T44" fmla="*/ 1777 w 2010"/>
                <a:gd name="T45" fmla="*/ 337 h 715"/>
                <a:gd name="T46" fmla="*/ 1760 w 2010"/>
                <a:gd name="T47" fmla="*/ 348 h 715"/>
                <a:gd name="T48" fmla="*/ 1749 w 2010"/>
                <a:gd name="T49" fmla="*/ 363 h 715"/>
                <a:gd name="T50" fmla="*/ 1710 w 2010"/>
                <a:gd name="T51" fmla="*/ 394 h 715"/>
                <a:gd name="T52" fmla="*/ 1669 w 2010"/>
                <a:gd name="T53" fmla="*/ 430 h 715"/>
                <a:gd name="T54" fmla="*/ 1676 w 2010"/>
                <a:gd name="T55" fmla="*/ 499 h 715"/>
                <a:gd name="T56" fmla="*/ 1687 w 2010"/>
                <a:gd name="T57" fmla="*/ 575 h 715"/>
                <a:gd name="T58" fmla="*/ 1656 w 2010"/>
                <a:gd name="T59" fmla="*/ 555 h 715"/>
                <a:gd name="T60" fmla="*/ 1644 w 2010"/>
                <a:gd name="T61" fmla="*/ 518 h 715"/>
                <a:gd name="T62" fmla="*/ 1605 w 2010"/>
                <a:gd name="T63" fmla="*/ 470 h 715"/>
                <a:gd name="T64" fmla="*/ 1566 w 2010"/>
                <a:gd name="T65" fmla="*/ 460 h 715"/>
                <a:gd name="T66" fmla="*/ 1521 w 2010"/>
                <a:gd name="T67" fmla="*/ 463 h 715"/>
                <a:gd name="T68" fmla="*/ 1499 w 2010"/>
                <a:gd name="T69" fmla="*/ 475 h 715"/>
                <a:gd name="T70" fmla="*/ 1487 w 2010"/>
                <a:gd name="T71" fmla="*/ 481 h 715"/>
                <a:gd name="T72" fmla="*/ 1445 w 2010"/>
                <a:gd name="T73" fmla="*/ 476 h 715"/>
                <a:gd name="T74" fmla="*/ 1408 w 2010"/>
                <a:gd name="T75" fmla="*/ 473 h 715"/>
                <a:gd name="T76" fmla="*/ 1363 w 2010"/>
                <a:gd name="T77" fmla="*/ 503 h 715"/>
                <a:gd name="T78" fmla="*/ 1341 w 2010"/>
                <a:gd name="T79" fmla="*/ 512 h 715"/>
                <a:gd name="T80" fmla="*/ 1332 w 2010"/>
                <a:gd name="T81" fmla="*/ 531 h 715"/>
                <a:gd name="T82" fmla="*/ 1316 w 2010"/>
                <a:gd name="T83" fmla="*/ 557 h 715"/>
                <a:gd name="T84" fmla="*/ 1213 w 2010"/>
                <a:gd name="T85" fmla="*/ 492 h 715"/>
                <a:gd name="T86" fmla="*/ 975 w 2010"/>
                <a:gd name="T87" fmla="*/ 409 h 715"/>
                <a:gd name="T88" fmla="*/ 836 w 2010"/>
                <a:gd name="T89" fmla="*/ 333 h 715"/>
                <a:gd name="T90" fmla="*/ 838 w 2010"/>
                <a:gd name="T91" fmla="*/ 284 h 715"/>
                <a:gd name="T92" fmla="*/ 779 w 2010"/>
                <a:gd name="T93" fmla="*/ 225 h 715"/>
                <a:gd name="T94" fmla="*/ 786 w 2010"/>
                <a:gd name="T95" fmla="*/ 123 h 715"/>
                <a:gd name="T96" fmla="*/ 785 w 2010"/>
                <a:gd name="T97" fmla="*/ 59 h 715"/>
                <a:gd name="T98" fmla="*/ 803 w 2010"/>
                <a:gd name="T99" fmla="*/ 51 h 715"/>
                <a:gd name="T100" fmla="*/ 812 w 2010"/>
                <a:gd name="T101" fmla="*/ 10 h 715"/>
                <a:gd name="T102" fmla="*/ 1387 w 2010"/>
                <a:gd name="T103" fmla="*/ 5 h 715"/>
                <a:gd name="T104" fmla="*/ 1465 w 2010"/>
                <a:gd name="T105" fmla="*/ 32 h 715"/>
                <a:gd name="T106" fmla="*/ 145 w 2010"/>
                <a:gd name="T107" fmla="*/ 706 h 715"/>
                <a:gd name="T108" fmla="*/ 102 w 2010"/>
                <a:gd name="T109" fmla="*/ 665 h 715"/>
                <a:gd name="T110" fmla="*/ 90 w 2010"/>
                <a:gd name="T111" fmla="*/ 663 h 715"/>
                <a:gd name="T112" fmla="*/ 859 w 2010"/>
                <a:gd name="T113" fmla="*/ 378 h 715"/>
                <a:gd name="T114" fmla="*/ 900 w 2010"/>
                <a:gd name="T115" fmla="*/ 409 h 715"/>
                <a:gd name="T116" fmla="*/ 2006 w 2010"/>
                <a:gd name="T117" fmla="*/ 418 h 715"/>
                <a:gd name="T118" fmla="*/ 1846 w 2010"/>
                <a:gd name="T119" fmla="*/ 211 h 715"/>
                <a:gd name="T120" fmla="*/ 1898 w 2010"/>
                <a:gd name="T121" fmla="*/ 20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010" h="715">
                  <a:moveTo>
                    <a:pt x="1473" y="44"/>
                  </a:moveTo>
                  <a:cubicBezTo>
                    <a:pt x="1469" y="46"/>
                    <a:pt x="1466" y="44"/>
                    <a:pt x="1464" y="50"/>
                  </a:cubicBezTo>
                  <a:cubicBezTo>
                    <a:pt x="1462" y="55"/>
                    <a:pt x="1457" y="56"/>
                    <a:pt x="1453" y="58"/>
                  </a:cubicBezTo>
                  <a:cubicBezTo>
                    <a:pt x="1450" y="61"/>
                    <a:pt x="1444" y="65"/>
                    <a:pt x="1445" y="67"/>
                  </a:cubicBezTo>
                  <a:cubicBezTo>
                    <a:pt x="1447" y="69"/>
                    <a:pt x="1447" y="71"/>
                    <a:pt x="1451" y="69"/>
                  </a:cubicBezTo>
                  <a:cubicBezTo>
                    <a:pt x="1455" y="67"/>
                    <a:pt x="1461" y="64"/>
                    <a:pt x="1464" y="64"/>
                  </a:cubicBezTo>
                  <a:cubicBezTo>
                    <a:pt x="1466" y="63"/>
                    <a:pt x="1468" y="62"/>
                    <a:pt x="1470" y="63"/>
                  </a:cubicBezTo>
                  <a:cubicBezTo>
                    <a:pt x="1472" y="64"/>
                    <a:pt x="1471" y="65"/>
                    <a:pt x="1471" y="67"/>
                  </a:cubicBezTo>
                  <a:cubicBezTo>
                    <a:pt x="1472" y="70"/>
                    <a:pt x="1474" y="71"/>
                    <a:pt x="1476" y="71"/>
                  </a:cubicBezTo>
                  <a:cubicBezTo>
                    <a:pt x="1479" y="72"/>
                    <a:pt x="1479" y="73"/>
                    <a:pt x="1483" y="70"/>
                  </a:cubicBezTo>
                  <a:cubicBezTo>
                    <a:pt x="1487" y="68"/>
                    <a:pt x="1487" y="66"/>
                    <a:pt x="1492" y="66"/>
                  </a:cubicBezTo>
                  <a:cubicBezTo>
                    <a:pt x="1497" y="66"/>
                    <a:pt x="1495" y="64"/>
                    <a:pt x="1500" y="62"/>
                  </a:cubicBezTo>
                  <a:cubicBezTo>
                    <a:pt x="1505" y="60"/>
                    <a:pt x="1509" y="58"/>
                    <a:pt x="1511" y="58"/>
                  </a:cubicBezTo>
                  <a:cubicBezTo>
                    <a:pt x="1513" y="58"/>
                    <a:pt x="1515" y="59"/>
                    <a:pt x="1516" y="61"/>
                  </a:cubicBezTo>
                  <a:cubicBezTo>
                    <a:pt x="1517" y="63"/>
                    <a:pt x="1515" y="64"/>
                    <a:pt x="1516" y="66"/>
                  </a:cubicBezTo>
                  <a:cubicBezTo>
                    <a:pt x="1518" y="69"/>
                    <a:pt x="1521" y="71"/>
                    <a:pt x="1522" y="69"/>
                  </a:cubicBezTo>
                  <a:cubicBezTo>
                    <a:pt x="1523" y="67"/>
                    <a:pt x="1523" y="63"/>
                    <a:pt x="1528" y="65"/>
                  </a:cubicBezTo>
                  <a:cubicBezTo>
                    <a:pt x="1532" y="66"/>
                    <a:pt x="1534" y="70"/>
                    <a:pt x="1537" y="72"/>
                  </a:cubicBezTo>
                  <a:cubicBezTo>
                    <a:pt x="1539" y="74"/>
                    <a:pt x="1541" y="74"/>
                    <a:pt x="1546" y="75"/>
                  </a:cubicBezTo>
                  <a:cubicBezTo>
                    <a:pt x="1551" y="76"/>
                    <a:pt x="1547" y="76"/>
                    <a:pt x="1556" y="75"/>
                  </a:cubicBezTo>
                  <a:cubicBezTo>
                    <a:pt x="1564" y="75"/>
                    <a:pt x="1562" y="72"/>
                    <a:pt x="1567" y="71"/>
                  </a:cubicBezTo>
                  <a:cubicBezTo>
                    <a:pt x="1573" y="70"/>
                    <a:pt x="1575" y="69"/>
                    <a:pt x="1578" y="69"/>
                  </a:cubicBezTo>
                  <a:cubicBezTo>
                    <a:pt x="1582" y="69"/>
                    <a:pt x="1582" y="66"/>
                    <a:pt x="1587" y="69"/>
                  </a:cubicBezTo>
                  <a:cubicBezTo>
                    <a:pt x="1589" y="70"/>
                    <a:pt x="1591" y="71"/>
                    <a:pt x="1592" y="71"/>
                  </a:cubicBezTo>
                  <a:cubicBezTo>
                    <a:pt x="1594" y="75"/>
                    <a:pt x="1595" y="76"/>
                    <a:pt x="1599" y="76"/>
                  </a:cubicBezTo>
                  <a:cubicBezTo>
                    <a:pt x="1600" y="76"/>
                    <a:pt x="1601" y="76"/>
                    <a:pt x="1603" y="76"/>
                  </a:cubicBezTo>
                  <a:cubicBezTo>
                    <a:pt x="1604" y="76"/>
                    <a:pt x="1605" y="75"/>
                    <a:pt x="1606" y="76"/>
                  </a:cubicBezTo>
                  <a:cubicBezTo>
                    <a:pt x="1606" y="76"/>
                    <a:pt x="1606" y="76"/>
                    <a:pt x="1606" y="77"/>
                  </a:cubicBezTo>
                  <a:cubicBezTo>
                    <a:pt x="1607" y="78"/>
                    <a:pt x="1607" y="80"/>
                    <a:pt x="1608" y="81"/>
                  </a:cubicBezTo>
                  <a:cubicBezTo>
                    <a:pt x="1608" y="82"/>
                    <a:pt x="1608" y="83"/>
                    <a:pt x="1609" y="83"/>
                  </a:cubicBezTo>
                  <a:cubicBezTo>
                    <a:pt x="1609" y="84"/>
                    <a:pt x="1609" y="84"/>
                    <a:pt x="1609" y="84"/>
                  </a:cubicBezTo>
                  <a:cubicBezTo>
                    <a:pt x="1609" y="86"/>
                    <a:pt x="1610" y="87"/>
                    <a:pt x="1608" y="87"/>
                  </a:cubicBezTo>
                  <a:cubicBezTo>
                    <a:pt x="1606" y="87"/>
                    <a:pt x="1602" y="86"/>
                    <a:pt x="1600" y="87"/>
                  </a:cubicBezTo>
                  <a:cubicBezTo>
                    <a:pt x="1598" y="88"/>
                    <a:pt x="1598" y="89"/>
                    <a:pt x="1596" y="89"/>
                  </a:cubicBezTo>
                  <a:cubicBezTo>
                    <a:pt x="1594" y="89"/>
                    <a:pt x="1591" y="88"/>
                    <a:pt x="1589" y="87"/>
                  </a:cubicBezTo>
                  <a:cubicBezTo>
                    <a:pt x="1587" y="86"/>
                    <a:pt x="1585" y="84"/>
                    <a:pt x="1583" y="85"/>
                  </a:cubicBezTo>
                  <a:cubicBezTo>
                    <a:pt x="1580" y="86"/>
                    <a:pt x="1579" y="87"/>
                    <a:pt x="1576" y="88"/>
                  </a:cubicBezTo>
                  <a:cubicBezTo>
                    <a:pt x="1573" y="90"/>
                    <a:pt x="1574" y="90"/>
                    <a:pt x="1570" y="89"/>
                  </a:cubicBezTo>
                  <a:cubicBezTo>
                    <a:pt x="1566" y="89"/>
                    <a:pt x="1564" y="89"/>
                    <a:pt x="1562" y="90"/>
                  </a:cubicBezTo>
                  <a:cubicBezTo>
                    <a:pt x="1560" y="92"/>
                    <a:pt x="1559" y="96"/>
                    <a:pt x="1557" y="96"/>
                  </a:cubicBezTo>
                  <a:cubicBezTo>
                    <a:pt x="1555" y="96"/>
                    <a:pt x="1554" y="97"/>
                    <a:pt x="1555" y="94"/>
                  </a:cubicBezTo>
                  <a:cubicBezTo>
                    <a:pt x="1556" y="92"/>
                    <a:pt x="1557" y="90"/>
                    <a:pt x="1554" y="91"/>
                  </a:cubicBezTo>
                  <a:cubicBezTo>
                    <a:pt x="1552" y="92"/>
                    <a:pt x="1551" y="94"/>
                    <a:pt x="1550" y="92"/>
                  </a:cubicBezTo>
                  <a:cubicBezTo>
                    <a:pt x="1549" y="91"/>
                    <a:pt x="1548" y="90"/>
                    <a:pt x="1547" y="91"/>
                  </a:cubicBezTo>
                  <a:cubicBezTo>
                    <a:pt x="1545" y="92"/>
                    <a:pt x="1544" y="91"/>
                    <a:pt x="1541" y="100"/>
                  </a:cubicBezTo>
                  <a:cubicBezTo>
                    <a:pt x="1539" y="105"/>
                    <a:pt x="1537" y="105"/>
                    <a:pt x="1535" y="108"/>
                  </a:cubicBezTo>
                  <a:cubicBezTo>
                    <a:pt x="1533" y="112"/>
                    <a:pt x="1529" y="113"/>
                    <a:pt x="1529" y="117"/>
                  </a:cubicBezTo>
                  <a:cubicBezTo>
                    <a:pt x="1528" y="121"/>
                    <a:pt x="1525" y="124"/>
                    <a:pt x="1529" y="122"/>
                  </a:cubicBezTo>
                  <a:cubicBezTo>
                    <a:pt x="1534" y="121"/>
                    <a:pt x="1535" y="119"/>
                    <a:pt x="1537" y="116"/>
                  </a:cubicBezTo>
                  <a:cubicBezTo>
                    <a:pt x="1540" y="114"/>
                    <a:pt x="1544" y="112"/>
                    <a:pt x="1544" y="111"/>
                  </a:cubicBezTo>
                  <a:cubicBezTo>
                    <a:pt x="1544" y="109"/>
                    <a:pt x="1545" y="107"/>
                    <a:pt x="1546" y="107"/>
                  </a:cubicBezTo>
                  <a:cubicBezTo>
                    <a:pt x="1547" y="107"/>
                    <a:pt x="1547" y="112"/>
                    <a:pt x="1546" y="114"/>
                  </a:cubicBezTo>
                  <a:cubicBezTo>
                    <a:pt x="1546" y="115"/>
                    <a:pt x="1543" y="117"/>
                    <a:pt x="1542" y="119"/>
                  </a:cubicBezTo>
                  <a:cubicBezTo>
                    <a:pt x="1541" y="120"/>
                    <a:pt x="1541" y="122"/>
                    <a:pt x="1540" y="126"/>
                  </a:cubicBezTo>
                  <a:cubicBezTo>
                    <a:pt x="1539" y="129"/>
                    <a:pt x="1540" y="127"/>
                    <a:pt x="1537" y="134"/>
                  </a:cubicBezTo>
                  <a:cubicBezTo>
                    <a:pt x="1534" y="141"/>
                    <a:pt x="1535" y="142"/>
                    <a:pt x="1534" y="148"/>
                  </a:cubicBezTo>
                  <a:cubicBezTo>
                    <a:pt x="1532" y="154"/>
                    <a:pt x="1530" y="153"/>
                    <a:pt x="1531" y="159"/>
                  </a:cubicBezTo>
                  <a:cubicBezTo>
                    <a:pt x="1532" y="166"/>
                    <a:pt x="1531" y="168"/>
                    <a:pt x="1532" y="173"/>
                  </a:cubicBezTo>
                  <a:cubicBezTo>
                    <a:pt x="1533" y="179"/>
                    <a:pt x="1531" y="180"/>
                    <a:pt x="1533" y="185"/>
                  </a:cubicBezTo>
                  <a:cubicBezTo>
                    <a:pt x="1536" y="189"/>
                    <a:pt x="1536" y="191"/>
                    <a:pt x="1539" y="194"/>
                  </a:cubicBezTo>
                  <a:cubicBezTo>
                    <a:pt x="1543" y="197"/>
                    <a:pt x="1542" y="200"/>
                    <a:pt x="1547" y="195"/>
                  </a:cubicBezTo>
                  <a:cubicBezTo>
                    <a:pt x="1552" y="190"/>
                    <a:pt x="1554" y="189"/>
                    <a:pt x="1558" y="185"/>
                  </a:cubicBezTo>
                  <a:cubicBezTo>
                    <a:pt x="1562" y="181"/>
                    <a:pt x="1563" y="180"/>
                    <a:pt x="1564" y="173"/>
                  </a:cubicBezTo>
                  <a:cubicBezTo>
                    <a:pt x="1564" y="166"/>
                    <a:pt x="1567" y="166"/>
                    <a:pt x="1564" y="160"/>
                  </a:cubicBezTo>
                  <a:cubicBezTo>
                    <a:pt x="1560" y="154"/>
                    <a:pt x="1557" y="155"/>
                    <a:pt x="1558" y="148"/>
                  </a:cubicBezTo>
                  <a:cubicBezTo>
                    <a:pt x="1559" y="140"/>
                    <a:pt x="1555" y="139"/>
                    <a:pt x="1559" y="132"/>
                  </a:cubicBezTo>
                  <a:cubicBezTo>
                    <a:pt x="1564" y="124"/>
                    <a:pt x="1564" y="123"/>
                    <a:pt x="1566" y="118"/>
                  </a:cubicBezTo>
                  <a:cubicBezTo>
                    <a:pt x="1568" y="114"/>
                    <a:pt x="1568" y="116"/>
                    <a:pt x="1572" y="113"/>
                  </a:cubicBezTo>
                  <a:cubicBezTo>
                    <a:pt x="1576" y="110"/>
                    <a:pt x="1575" y="110"/>
                    <a:pt x="1576" y="110"/>
                  </a:cubicBezTo>
                  <a:cubicBezTo>
                    <a:pt x="1577" y="110"/>
                    <a:pt x="1577" y="113"/>
                    <a:pt x="1577" y="115"/>
                  </a:cubicBezTo>
                  <a:cubicBezTo>
                    <a:pt x="1577" y="118"/>
                    <a:pt x="1581" y="115"/>
                    <a:pt x="1581" y="113"/>
                  </a:cubicBezTo>
                  <a:cubicBezTo>
                    <a:pt x="1581" y="111"/>
                    <a:pt x="1579" y="109"/>
                    <a:pt x="1583" y="107"/>
                  </a:cubicBezTo>
                  <a:cubicBezTo>
                    <a:pt x="1586" y="105"/>
                    <a:pt x="1589" y="106"/>
                    <a:pt x="1590" y="105"/>
                  </a:cubicBezTo>
                  <a:cubicBezTo>
                    <a:pt x="1590" y="103"/>
                    <a:pt x="1590" y="101"/>
                    <a:pt x="1590" y="98"/>
                  </a:cubicBezTo>
                  <a:cubicBezTo>
                    <a:pt x="1590" y="96"/>
                    <a:pt x="1590" y="94"/>
                    <a:pt x="1592" y="93"/>
                  </a:cubicBezTo>
                  <a:cubicBezTo>
                    <a:pt x="1594" y="93"/>
                    <a:pt x="1596" y="92"/>
                    <a:pt x="1601" y="96"/>
                  </a:cubicBezTo>
                  <a:cubicBezTo>
                    <a:pt x="1605" y="100"/>
                    <a:pt x="1606" y="99"/>
                    <a:pt x="1610" y="101"/>
                  </a:cubicBezTo>
                  <a:cubicBezTo>
                    <a:pt x="1614" y="103"/>
                    <a:pt x="1616" y="103"/>
                    <a:pt x="1618" y="105"/>
                  </a:cubicBezTo>
                  <a:cubicBezTo>
                    <a:pt x="1621" y="107"/>
                    <a:pt x="1622" y="107"/>
                    <a:pt x="1623" y="110"/>
                  </a:cubicBezTo>
                  <a:cubicBezTo>
                    <a:pt x="1623" y="113"/>
                    <a:pt x="1621" y="111"/>
                    <a:pt x="1623" y="115"/>
                  </a:cubicBezTo>
                  <a:cubicBezTo>
                    <a:pt x="1624" y="118"/>
                    <a:pt x="1626" y="118"/>
                    <a:pt x="1625" y="121"/>
                  </a:cubicBezTo>
                  <a:cubicBezTo>
                    <a:pt x="1624" y="125"/>
                    <a:pt x="1625" y="127"/>
                    <a:pt x="1623" y="128"/>
                  </a:cubicBezTo>
                  <a:cubicBezTo>
                    <a:pt x="1622" y="129"/>
                    <a:pt x="1620" y="128"/>
                    <a:pt x="1619" y="131"/>
                  </a:cubicBezTo>
                  <a:cubicBezTo>
                    <a:pt x="1618" y="134"/>
                    <a:pt x="1619" y="135"/>
                    <a:pt x="1617" y="137"/>
                  </a:cubicBezTo>
                  <a:cubicBezTo>
                    <a:pt x="1615" y="138"/>
                    <a:pt x="1612" y="138"/>
                    <a:pt x="1612" y="140"/>
                  </a:cubicBezTo>
                  <a:cubicBezTo>
                    <a:pt x="1612" y="143"/>
                    <a:pt x="1609" y="146"/>
                    <a:pt x="1612" y="146"/>
                  </a:cubicBezTo>
                  <a:cubicBezTo>
                    <a:pt x="1616" y="146"/>
                    <a:pt x="1616" y="147"/>
                    <a:pt x="1621" y="143"/>
                  </a:cubicBezTo>
                  <a:cubicBezTo>
                    <a:pt x="1625" y="140"/>
                    <a:pt x="1627" y="139"/>
                    <a:pt x="1630" y="138"/>
                  </a:cubicBezTo>
                  <a:cubicBezTo>
                    <a:pt x="1633" y="136"/>
                    <a:pt x="1635" y="138"/>
                    <a:pt x="1636" y="141"/>
                  </a:cubicBezTo>
                  <a:cubicBezTo>
                    <a:pt x="1637" y="145"/>
                    <a:pt x="1638" y="147"/>
                    <a:pt x="1639" y="150"/>
                  </a:cubicBezTo>
                  <a:cubicBezTo>
                    <a:pt x="1640" y="153"/>
                    <a:pt x="1638" y="161"/>
                    <a:pt x="1642" y="161"/>
                  </a:cubicBezTo>
                  <a:cubicBezTo>
                    <a:pt x="1640" y="166"/>
                    <a:pt x="1639" y="169"/>
                    <a:pt x="1638" y="170"/>
                  </a:cubicBezTo>
                  <a:cubicBezTo>
                    <a:pt x="1637" y="171"/>
                    <a:pt x="1635" y="173"/>
                    <a:pt x="1633" y="175"/>
                  </a:cubicBezTo>
                  <a:cubicBezTo>
                    <a:pt x="1631" y="177"/>
                    <a:pt x="1629" y="178"/>
                    <a:pt x="1629" y="179"/>
                  </a:cubicBezTo>
                  <a:cubicBezTo>
                    <a:pt x="1628" y="180"/>
                    <a:pt x="1626" y="182"/>
                    <a:pt x="1626" y="185"/>
                  </a:cubicBezTo>
                  <a:cubicBezTo>
                    <a:pt x="1626" y="187"/>
                    <a:pt x="1626" y="189"/>
                    <a:pt x="1627" y="190"/>
                  </a:cubicBezTo>
                  <a:cubicBezTo>
                    <a:pt x="1625" y="191"/>
                    <a:pt x="1623" y="192"/>
                    <a:pt x="1622" y="192"/>
                  </a:cubicBezTo>
                  <a:cubicBezTo>
                    <a:pt x="1620" y="194"/>
                    <a:pt x="1621" y="195"/>
                    <a:pt x="1623" y="197"/>
                  </a:cubicBezTo>
                  <a:cubicBezTo>
                    <a:pt x="1624" y="200"/>
                    <a:pt x="1629" y="199"/>
                    <a:pt x="1631" y="200"/>
                  </a:cubicBezTo>
                  <a:cubicBezTo>
                    <a:pt x="1634" y="200"/>
                    <a:pt x="1632" y="201"/>
                    <a:pt x="1634" y="203"/>
                  </a:cubicBezTo>
                  <a:cubicBezTo>
                    <a:pt x="1635" y="204"/>
                    <a:pt x="1638" y="203"/>
                    <a:pt x="1642" y="203"/>
                  </a:cubicBezTo>
                  <a:cubicBezTo>
                    <a:pt x="1646" y="204"/>
                    <a:pt x="1653" y="203"/>
                    <a:pt x="1657" y="200"/>
                  </a:cubicBezTo>
                  <a:cubicBezTo>
                    <a:pt x="1662" y="198"/>
                    <a:pt x="1664" y="196"/>
                    <a:pt x="1669" y="193"/>
                  </a:cubicBezTo>
                  <a:cubicBezTo>
                    <a:pt x="1673" y="190"/>
                    <a:pt x="1681" y="189"/>
                    <a:pt x="1687" y="187"/>
                  </a:cubicBezTo>
                  <a:cubicBezTo>
                    <a:pt x="1693" y="185"/>
                    <a:pt x="1695" y="184"/>
                    <a:pt x="1698" y="182"/>
                  </a:cubicBezTo>
                  <a:cubicBezTo>
                    <a:pt x="1701" y="179"/>
                    <a:pt x="1705" y="178"/>
                    <a:pt x="1708" y="175"/>
                  </a:cubicBezTo>
                  <a:cubicBezTo>
                    <a:pt x="1712" y="173"/>
                    <a:pt x="1715" y="174"/>
                    <a:pt x="1717" y="172"/>
                  </a:cubicBezTo>
                  <a:cubicBezTo>
                    <a:pt x="1720" y="171"/>
                    <a:pt x="1719" y="169"/>
                    <a:pt x="1717" y="167"/>
                  </a:cubicBezTo>
                  <a:cubicBezTo>
                    <a:pt x="1716" y="166"/>
                    <a:pt x="1716" y="165"/>
                    <a:pt x="1715" y="165"/>
                  </a:cubicBezTo>
                  <a:cubicBezTo>
                    <a:pt x="1714" y="162"/>
                    <a:pt x="1713" y="159"/>
                    <a:pt x="1713" y="156"/>
                  </a:cubicBezTo>
                  <a:cubicBezTo>
                    <a:pt x="1714" y="156"/>
                    <a:pt x="1714" y="156"/>
                    <a:pt x="1715" y="156"/>
                  </a:cubicBezTo>
                  <a:cubicBezTo>
                    <a:pt x="1721" y="155"/>
                    <a:pt x="1724" y="154"/>
                    <a:pt x="1727" y="154"/>
                  </a:cubicBezTo>
                  <a:cubicBezTo>
                    <a:pt x="1731" y="154"/>
                    <a:pt x="1737" y="154"/>
                    <a:pt x="1740" y="155"/>
                  </a:cubicBezTo>
                  <a:cubicBezTo>
                    <a:pt x="1743" y="157"/>
                    <a:pt x="1747" y="157"/>
                    <a:pt x="1751" y="157"/>
                  </a:cubicBezTo>
                  <a:cubicBezTo>
                    <a:pt x="1756" y="157"/>
                    <a:pt x="1763" y="156"/>
                    <a:pt x="1765" y="153"/>
                  </a:cubicBezTo>
                  <a:cubicBezTo>
                    <a:pt x="1767" y="150"/>
                    <a:pt x="1770" y="150"/>
                    <a:pt x="1770" y="148"/>
                  </a:cubicBezTo>
                  <a:cubicBezTo>
                    <a:pt x="1770" y="146"/>
                    <a:pt x="1769" y="144"/>
                    <a:pt x="1770" y="142"/>
                  </a:cubicBezTo>
                  <a:cubicBezTo>
                    <a:pt x="1771" y="140"/>
                    <a:pt x="1774" y="142"/>
                    <a:pt x="1773" y="137"/>
                  </a:cubicBezTo>
                  <a:cubicBezTo>
                    <a:pt x="1773" y="135"/>
                    <a:pt x="1773" y="134"/>
                    <a:pt x="1773" y="133"/>
                  </a:cubicBezTo>
                  <a:cubicBezTo>
                    <a:pt x="1775" y="131"/>
                    <a:pt x="1777" y="129"/>
                    <a:pt x="1779" y="128"/>
                  </a:cubicBezTo>
                  <a:cubicBezTo>
                    <a:pt x="1787" y="122"/>
                    <a:pt x="1796" y="116"/>
                    <a:pt x="1797" y="116"/>
                  </a:cubicBezTo>
                  <a:cubicBezTo>
                    <a:pt x="1798" y="115"/>
                    <a:pt x="1802" y="115"/>
                    <a:pt x="1807" y="114"/>
                  </a:cubicBezTo>
                  <a:cubicBezTo>
                    <a:pt x="1810" y="114"/>
                    <a:pt x="1814" y="114"/>
                    <a:pt x="1816" y="115"/>
                  </a:cubicBezTo>
                  <a:cubicBezTo>
                    <a:pt x="1818" y="115"/>
                    <a:pt x="1825" y="115"/>
                    <a:pt x="1832" y="115"/>
                  </a:cubicBezTo>
                  <a:cubicBezTo>
                    <a:pt x="1846" y="115"/>
                    <a:pt x="1863" y="114"/>
                    <a:pt x="1865" y="114"/>
                  </a:cubicBezTo>
                  <a:cubicBezTo>
                    <a:pt x="1867" y="114"/>
                    <a:pt x="1868" y="112"/>
                    <a:pt x="1869" y="110"/>
                  </a:cubicBezTo>
                  <a:cubicBezTo>
                    <a:pt x="1870" y="108"/>
                    <a:pt x="1871" y="107"/>
                    <a:pt x="1871" y="107"/>
                  </a:cubicBezTo>
                  <a:cubicBezTo>
                    <a:pt x="1872" y="106"/>
                    <a:pt x="1873" y="107"/>
                    <a:pt x="1874" y="107"/>
                  </a:cubicBezTo>
                  <a:cubicBezTo>
                    <a:pt x="1875" y="107"/>
                    <a:pt x="1876" y="107"/>
                    <a:pt x="1878" y="107"/>
                  </a:cubicBezTo>
                  <a:cubicBezTo>
                    <a:pt x="1882" y="108"/>
                    <a:pt x="1889" y="97"/>
                    <a:pt x="1892" y="92"/>
                  </a:cubicBezTo>
                  <a:cubicBezTo>
                    <a:pt x="1893" y="91"/>
                    <a:pt x="1893" y="91"/>
                    <a:pt x="1893" y="91"/>
                  </a:cubicBezTo>
                  <a:cubicBezTo>
                    <a:pt x="1895" y="88"/>
                    <a:pt x="1895" y="87"/>
                    <a:pt x="1895" y="85"/>
                  </a:cubicBezTo>
                  <a:cubicBezTo>
                    <a:pt x="1895" y="85"/>
                    <a:pt x="1895" y="84"/>
                    <a:pt x="1896" y="83"/>
                  </a:cubicBezTo>
                  <a:cubicBezTo>
                    <a:pt x="1897" y="81"/>
                    <a:pt x="1899" y="77"/>
                    <a:pt x="1901" y="74"/>
                  </a:cubicBezTo>
                  <a:cubicBezTo>
                    <a:pt x="1902" y="71"/>
                    <a:pt x="1904" y="68"/>
                    <a:pt x="1905" y="66"/>
                  </a:cubicBezTo>
                  <a:cubicBezTo>
                    <a:pt x="1905" y="66"/>
                    <a:pt x="1906" y="65"/>
                    <a:pt x="1906" y="64"/>
                  </a:cubicBezTo>
                  <a:cubicBezTo>
                    <a:pt x="1909" y="59"/>
                    <a:pt x="1912" y="54"/>
                    <a:pt x="1914" y="53"/>
                  </a:cubicBezTo>
                  <a:cubicBezTo>
                    <a:pt x="1915" y="52"/>
                    <a:pt x="1916" y="53"/>
                    <a:pt x="1917" y="54"/>
                  </a:cubicBezTo>
                  <a:cubicBezTo>
                    <a:pt x="1918" y="55"/>
                    <a:pt x="1919" y="56"/>
                    <a:pt x="1921" y="57"/>
                  </a:cubicBezTo>
                  <a:cubicBezTo>
                    <a:pt x="1923" y="58"/>
                    <a:pt x="1926" y="57"/>
                    <a:pt x="1928" y="56"/>
                  </a:cubicBezTo>
                  <a:cubicBezTo>
                    <a:pt x="1930" y="55"/>
                    <a:pt x="1932" y="55"/>
                    <a:pt x="1933" y="55"/>
                  </a:cubicBezTo>
                  <a:cubicBezTo>
                    <a:pt x="1934" y="55"/>
                    <a:pt x="1936" y="55"/>
                    <a:pt x="1937" y="56"/>
                  </a:cubicBezTo>
                  <a:cubicBezTo>
                    <a:pt x="1939" y="57"/>
                    <a:pt x="1941" y="59"/>
                    <a:pt x="1942" y="61"/>
                  </a:cubicBezTo>
                  <a:cubicBezTo>
                    <a:pt x="1944" y="62"/>
                    <a:pt x="1944" y="73"/>
                    <a:pt x="1944" y="82"/>
                  </a:cubicBezTo>
                  <a:cubicBezTo>
                    <a:pt x="1943" y="88"/>
                    <a:pt x="1943" y="94"/>
                    <a:pt x="1944" y="95"/>
                  </a:cubicBezTo>
                  <a:cubicBezTo>
                    <a:pt x="1945" y="96"/>
                    <a:pt x="1946" y="96"/>
                    <a:pt x="1947" y="97"/>
                  </a:cubicBezTo>
                  <a:cubicBezTo>
                    <a:pt x="1948" y="97"/>
                    <a:pt x="1949" y="97"/>
                    <a:pt x="1950" y="99"/>
                  </a:cubicBezTo>
                  <a:cubicBezTo>
                    <a:pt x="1951" y="101"/>
                    <a:pt x="1951" y="103"/>
                    <a:pt x="1951" y="105"/>
                  </a:cubicBezTo>
                  <a:cubicBezTo>
                    <a:pt x="1951" y="105"/>
                    <a:pt x="1951" y="105"/>
                    <a:pt x="1951" y="105"/>
                  </a:cubicBezTo>
                  <a:cubicBezTo>
                    <a:pt x="1951" y="106"/>
                    <a:pt x="1952" y="106"/>
                    <a:pt x="1952" y="107"/>
                  </a:cubicBezTo>
                  <a:cubicBezTo>
                    <a:pt x="1952" y="110"/>
                    <a:pt x="1954" y="110"/>
                    <a:pt x="1955" y="110"/>
                  </a:cubicBezTo>
                  <a:cubicBezTo>
                    <a:pt x="1956" y="110"/>
                    <a:pt x="1957" y="110"/>
                    <a:pt x="1957" y="111"/>
                  </a:cubicBezTo>
                  <a:cubicBezTo>
                    <a:pt x="1957" y="111"/>
                    <a:pt x="1958" y="111"/>
                    <a:pt x="1958" y="111"/>
                  </a:cubicBezTo>
                  <a:cubicBezTo>
                    <a:pt x="1958" y="112"/>
                    <a:pt x="1958" y="114"/>
                    <a:pt x="1959" y="115"/>
                  </a:cubicBezTo>
                  <a:cubicBezTo>
                    <a:pt x="1960" y="116"/>
                    <a:pt x="1962" y="116"/>
                    <a:pt x="1963" y="117"/>
                  </a:cubicBezTo>
                  <a:cubicBezTo>
                    <a:pt x="1963" y="119"/>
                    <a:pt x="1963" y="120"/>
                    <a:pt x="1962" y="120"/>
                  </a:cubicBezTo>
                  <a:cubicBezTo>
                    <a:pt x="1961" y="121"/>
                    <a:pt x="1960" y="121"/>
                    <a:pt x="1959" y="121"/>
                  </a:cubicBezTo>
                  <a:cubicBezTo>
                    <a:pt x="1958" y="122"/>
                    <a:pt x="1957" y="121"/>
                    <a:pt x="1954" y="121"/>
                  </a:cubicBezTo>
                  <a:cubicBezTo>
                    <a:pt x="1951" y="121"/>
                    <a:pt x="1951" y="121"/>
                    <a:pt x="1949" y="123"/>
                  </a:cubicBezTo>
                  <a:cubicBezTo>
                    <a:pt x="1947" y="124"/>
                    <a:pt x="1944" y="125"/>
                    <a:pt x="1944" y="126"/>
                  </a:cubicBezTo>
                  <a:cubicBezTo>
                    <a:pt x="1943" y="127"/>
                    <a:pt x="1942" y="127"/>
                    <a:pt x="1941" y="127"/>
                  </a:cubicBezTo>
                  <a:cubicBezTo>
                    <a:pt x="1940" y="128"/>
                    <a:pt x="1939" y="126"/>
                    <a:pt x="1938" y="126"/>
                  </a:cubicBezTo>
                  <a:cubicBezTo>
                    <a:pt x="1937" y="126"/>
                    <a:pt x="1935" y="126"/>
                    <a:pt x="1934" y="126"/>
                  </a:cubicBezTo>
                  <a:cubicBezTo>
                    <a:pt x="1934" y="127"/>
                    <a:pt x="1933" y="127"/>
                    <a:pt x="1932" y="129"/>
                  </a:cubicBezTo>
                  <a:cubicBezTo>
                    <a:pt x="1931" y="130"/>
                    <a:pt x="1930" y="131"/>
                    <a:pt x="1929" y="130"/>
                  </a:cubicBezTo>
                  <a:cubicBezTo>
                    <a:pt x="1928" y="130"/>
                    <a:pt x="1927" y="129"/>
                    <a:pt x="1927" y="129"/>
                  </a:cubicBezTo>
                  <a:cubicBezTo>
                    <a:pt x="1927" y="129"/>
                    <a:pt x="1926" y="127"/>
                    <a:pt x="1926" y="126"/>
                  </a:cubicBezTo>
                  <a:cubicBezTo>
                    <a:pt x="1925" y="124"/>
                    <a:pt x="1922" y="123"/>
                    <a:pt x="1922" y="125"/>
                  </a:cubicBezTo>
                  <a:cubicBezTo>
                    <a:pt x="1922" y="127"/>
                    <a:pt x="1923" y="128"/>
                    <a:pt x="1922" y="130"/>
                  </a:cubicBezTo>
                  <a:cubicBezTo>
                    <a:pt x="1920" y="132"/>
                    <a:pt x="1920" y="135"/>
                    <a:pt x="1919" y="136"/>
                  </a:cubicBezTo>
                  <a:cubicBezTo>
                    <a:pt x="1918" y="137"/>
                    <a:pt x="1916" y="138"/>
                    <a:pt x="1914" y="138"/>
                  </a:cubicBezTo>
                  <a:cubicBezTo>
                    <a:pt x="1913" y="138"/>
                    <a:pt x="1911" y="137"/>
                    <a:pt x="1910" y="138"/>
                  </a:cubicBezTo>
                  <a:cubicBezTo>
                    <a:pt x="1909" y="138"/>
                    <a:pt x="1905" y="136"/>
                    <a:pt x="1904" y="138"/>
                  </a:cubicBezTo>
                  <a:cubicBezTo>
                    <a:pt x="1903" y="140"/>
                    <a:pt x="1903" y="143"/>
                    <a:pt x="1901" y="143"/>
                  </a:cubicBezTo>
                  <a:cubicBezTo>
                    <a:pt x="1899" y="143"/>
                    <a:pt x="1897" y="143"/>
                    <a:pt x="1896" y="144"/>
                  </a:cubicBezTo>
                  <a:cubicBezTo>
                    <a:pt x="1896" y="145"/>
                    <a:pt x="1895" y="149"/>
                    <a:pt x="1895" y="149"/>
                  </a:cubicBezTo>
                  <a:cubicBezTo>
                    <a:pt x="1895" y="149"/>
                    <a:pt x="1890" y="154"/>
                    <a:pt x="1889" y="155"/>
                  </a:cubicBezTo>
                  <a:cubicBezTo>
                    <a:pt x="1888" y="157"/>
                    <a:pt x="1885" y="159"/>
                    <a:pt x="1885" y="160"/>
                  </a:cubicBezTo>
                  <a:cubicBezTo>
                    <a:pt x="1884" y="161"/>
                    <a:pt x="1883" y="162"/>
                    <a:pt x="1883" y="164"/>
                  </a:cubicBezTo>
                  <a:cubicBezTo>
                    <a:pt x="1883" y="166"/>
                    <a:pt x="1882" y="166"/>
                    <a:pt x="1883" y="167"/>
                  </a:cubicBezTo>
                  <a:cubicBezTo>
                    <a:pt x="1884" y="169"/>
                    <a:pt x="1885" y="170"/>
                    <a:pt x="1885" y="171"/>
                  </a:cubicBezTo>
                  <a:cubicBezTo>
                    <a:pt x="1885" y="172"/>
                    <a:pt x="1886" y="173"/>
                    <a:pt x="1885" y="174"/>
                  </a:cubicBezTo>
                  <a:cubicBezTo>
                    <a:pt x="1884" y="174"/>
                    <a:pt x="1883" y="174"/>
                    <a:pt x="1881" y="176"/>
                  </a:cubicBezTo>
                  <a:cubicBezTo>
                    <a:pt x="1880" y="177"/>
                    <a:pt x="1879" y="177"/>
                    <a:pt x="1879" y="179"/>
                  </a:cubicBezTo>
                  <a:cubicBezTo>
                    <a:pt x="1879" y="180"/>
                    <a:pt x="1879" y="180"/>
                    <a:pt x="1881" y="181"/>
                  </a:cubicBezTo>
                  <a:cubicBezTo>
                    <a:pt x="1882" y="183"/>
                    <a:pt x="1884" y="184"/>
                    <a:pt x="1885" y="186"/>
                  </a:cubicBezTo>
                  <a:cubicBezTo>
                    <a:pt x="1886" y="188"/>
                    <a:pt x="1887" y="188"/>
                    <a:pt x="1887" y="190"/>
                  </a:cubicBezTo>
                  <a:cubicBezTo>
                    <a:pt x="1888" y="191"/>
                    <a:pt x="1888" y="192"/>
                    <a:pt x="1889" y="193"/>
                  </a:cubicBezTo>
                  <a:cubicBezTo>
                    <a:pt x="1890" y="194"/>
                    <a:pt x="1890" y="195"/>
                    <a:pt x="1889" y="195"/>
                  </a:cubicBezTo>
                  <a:cubicBezTo>
                    <a:pt x="1889" y="195"/>
                    <a:pt x="1885" y="195"/>
                    <a:pt x="1884" y="195"/>
                  </a:cubicBezTo>
                  <a:cubicBezTo>
                    <a:pt x="1882" y="196"/>
                    <a:pt x="1881" y="198"/>
                    <a:pt x="1881" y="199"/>
                  </a:cubicBezTo>
                  <a:cubicBezTo>
                    <a:pt x="1880" y="200"/>
                    <a:pt x="1878" y="201"/>
                    <a:pt x="1877" y="201"/>
                  </a:cubicBezTo>
                  <a:cubicBezTo>
                    <a:pt x="1877" y="200"/>
                    <a:pt x="1876" y="199"/>
                    <a:pt x="1876" y="198"/>
                  </a:cubicBezTo>
                  <a:cubicBezTo>
                    <a:pt x="1876" y="197"/>
                    <a:pt x="1877" y="196"/>
                    <a:pt x="1877" y="195"/>
                  </a:cubicBezTo>
                  <a:cubicBezTo>
                    <a:pt x="1876" y="193"/>
                    <a:pt x="1876" y="192"/>
                    <a:pt x="1875" y="193"/>
                  </a:cubicBezTo>
                  <a:cubicBezTo>
                    <a:pt x="1875" y="194"/>
                    <a:pt x="1874" y="196"/>
                    <a:pt x="1873" y="195"/>
                  </a:cubicBezTo>
                  <a:cubicBezTo>
                    <a:pt x="1871" y="195"/>
                    <a:pt x="1871" y="194"/>
                    <a:pt x="1871" y="194"/>
                  </a:cubicBezTo>
                  <a:cubicBezTo>
                    <a:pt x="1871" y="194"/>
                    <a:pt x="1869" y="193"/>
                    <a:pt x="1869" y="194"/>
                  </a:cubicBezTo>
                  <a:cubicBezTo>
                    <a:pt x="1869" y="195"/>
                    <a:pt x="1869" y="197"/>
                    <a:pt x="1869" y="198"/>
                  </a:cubicBezTo>
                  <a:cubicBezTo>
                    <a:pt x="1870" y="200"/>
                    <a:pt x="1869" y="201"/>
                    <a:pt x="1869" y="202"/>
                  </a:cubicBezTo>
                  <a:cubicBezTo>
                    <a:pt x="1868" y="204"/>
                    <a:pt x="1867" y="204"/>
                    <a:pt x="1866" y="204"/>
                  </a:cubicBezTo>
                  <a:cubicBezTo>
                    <a:pt x="1865" y="205"/>
                    <a:pt x="1861" y="205"/>
                    <a:pt x="1859" y="205"/>
                  </a:cubicBezTo>
                  <a:cubicBezTo>
                    <a:pt x="1858" y="205"/>
                    <a:pt x="1850" y="205"/>
                    <a:pt x="1848" y="205"/>
                  </a:cubicBezTo>
                  <a:cubicBezTo>
                    <a:pt x="1847" y="205"/>
                    <a:pt x="1839" y="206"/>
                    <a:pt x="1835" y="207"/>
                  </a:cubicBezTo>
                  <a:cubicBezTo>
                    <a:pt x="1832" y="209"/>
                    <a:pt x="1827" y="210"/>
                    <a:pt x="1826" y="212"/>
                  </a:cubicBezTo>
                  <a:cubicBezTo>
                    <a:pt x="1825" y="213"/>
                    <a:pt x="1822" y="214"/>
                    <a:pt x="1821" y="215"/>
                  </a:cubicBezTo>
                  <a:cubicBezTo>
                    <a:pt x="1820" y="216"/>
                    <a:pt x="1821" y="217"/>
                    <a:pt x="1820" y="218"/>
                  </a:cubicBezTo>
                  <a:cubicBezTo>
                    <a:pt x="1818" y="219"/>
                    <a:pt x="1819" y="219"/>
                    <a:pt x="1818" y="218"/>
                  </a:cubicBezTo>
                  <a:cubicBezTo>
                    <a:pt x="1818" y="218"/>
                    <a:pt x="1818" y="217"/>
                    <a:pt x="1817" y="217"/>
                  </a:cubicBezTo>
                  <a:cubicBezTo>
                    <a:pt x="1816" y="217"/>
                    <a:pt x="1816" y="216"/>
                    <a:pt x="1815" y="217"/>
                  </a:cubicBezTo>
                  <a:cubicBezTo>
                    <a:pt x="1814" y="218"/>
                    <a:pt x="1813" y="218"/>
                    <a:pt x="1814" y="220"/>
                  </a:cubicBezTo>
                  <a:cubicBezTo>
                    <a:pt x="1814" y="221"/>
                    <a:pt x="1815" y="222"/>
                    <a:pt x="1814" y="223"/>
                  </a:cubicBezTo>
                  <a:cubicBezTo>
                    <a:pt x="1813" y="223"/>
                    <a:pt x="1813" y="223"/>
                    <a:pt x="1812" y="224"/>
                  </a:cubicBezTo>
                  <a:cubicBezTo>
                    <a:pt x="1812" y="226"/>
                    <a:pt x="1814" y="227"/>
                    <a:pt x="1814" y="227"/>
                  </a:cubicBezTo>
                  <a:cubicBezTo>
                    <a:pt x="1814" y="227"/>
                    <a:pt x="1816" y="227"/>
                    <a:pt x="1816" y="228"/>
                  </a:cubicBezTo>
                  <a:cubicBezTo>
                    <a:pt x="1816" y="229"/>
                    <a:pt x="1816" y="231"/>
                    <a:pt x="1816" y="232"/>
                  </a:cubicBezTo>
                  <a:cubicBezTo>
                    <a:pt x="1816" y="234"/>
                    <a:pt x="1816" y="235"/>
                    <a:pt x="1815" y="237"/>
                  </a:cubicBezTo>
                  <a:cubicBezTo>
                    <a:pt x="1815" y="239"/>
                    <a:pt x="1815" y="239"/>
                    <a:pt x="1815" y="242"/>
                  </a:cubicBezTo>
                  <a:cubicBezTo>
                    <a:pt x="1815" y="244"/>
                    <a:pt x="1813" y="246"/>
                    <a:pt x="1813" y="247"/>
                  </a:cubicBezTo>
                  <a:cubicBezTo>
                    <a:pt x="1812" y="248"/>
                    <a:pt x="1809" y="250"/>
                    <a:pt x="1807" y="253"/>
                  </a:cubicBezTo>
                  <a:cubicBezTo>
                    <a:pt x="1804" y="255"/>
                    <a:pt x="1803" y="258"/>
                    <a:pt x="1802" y="259"/>
                  </a:cubicBezTo>
                  <a:cubicBezTo>
                    <a:pt x="1801" y="260"/>
                    <a:pt x="1800" y="262"/>
                    <a:pt x="1799" y="263"/>
                  </a:cubicBezTo>
                  <a:cubicBezTo>
                    <a:pt x="1797" y="263"/>
                    <a:pt x="1797" y="263"/>
                    <a:pt x="1797" y="261"/>
                  </a:cubicBezTo>
                  <a:cubicBezTo>
                    <a:pt x="1797" y="260"/>
                    <a:pt x="1797" y="259"/>
                    <a:pt x="1796" y="258"/>
                  </a:cubicBezTo>
                  <a:cubicBezTo>
                    <a:pt x="1795" y="258"/>
                    <a:pt x="1794" y="258"/>
                    <a:pt x="1793" y="257"/>
                  </a:cubicBezTo>
                  <a:cubicBezTo>
                    <a:pt x="1791" y="256"/>
                    <a:pt x="1790" y="257"/>
                    <a:pt x="1789" y="255"/>
                  </a:cubicBezTo>
                  <a:cubicBezTo>
                    <a:pt x="1789" y="253"/>
                    <a:pt x="1788" y="253"/>
                    <a:pt x="1788" y="252"/>
                  </a:cubicBezTo>
                  <a:cubicBezTo>
                    <a:pt x="1788" y="251"/>
                    <a:pt x="1788" y="251"/>
                    <a:pt x="1788" y="249"/>
                  </a:cubicBezTo>
                  <a:cubicBezTo>
                    <a:pt x="1788" y="248"/>
                    <a:pt x="1788" y="246"/>
                    <a:pt x="1789" y="246"/>
                  </a:cubicBezTo>
                  <a:cubicBezTo>
                    <a:pt x="1790" y="245"/>
                    <a:pt x="1789" y="245"/>
                    <a:pt x="1790" y="243"/>
                  </a:cubicBezTo>
                  <a:cubicBezTo>
                    <a:pt x="1792" y="242"/>
                    <a:pt x="1793" y="241"/>
                    <a:pt x="1794" y="240"/>
                  </a:cubicBezTo>
                  <a:cubicBezTo>
                    <a:pt x="1795" y="239"/>
                    <a:pt x="1795" y="238"/>
                    <a:pt x="1795" y="238"/>
                  </a:cubicBezTo>
                  <a:cubicBezTo>
                    <a:pt x="1795" y="238"/>
                    <a:pt x="1794" y="236"/>
                    <a:pt x="1793" y="237"/>
                  </a:cubicBezTo>
                  <a:cubicBezTo>
                    <a:pt x="1792" y="239"/>
                    <a:pt x="1790" y="241"/>
                    <a:pt x="1789" y="242"/>
                  </a:cubicBezTo>
                  <a:cubicBezTo>
                    <a:pt x="1787" y="243"/>
                    <a:pt x="1786" y="243"/>
                    <a:pt x="1785" y="245"/>
                  </a:cubicBezTo>
                  <a:cubicBezTo>
                    <a:pt x="1785" y="247"/>
                    <a:pt x="1783" y="249"/>
                    <a:pt x="1784" y="252"/>
                  </a:cubicBezTo>
                  <a:cubicBezTo>
                    <a:pt x="1785" y="254"/>
                    <a:pt x="1786" y="256"/>
                    <a:pt x="1787" y="257"/>
                  </a:cubicBezTo>
                  <a:cubicBezTo>
                    <a:pt x="1787" y="258"/>
                    <a:pt x="1787" y="259"/>
                    <a:pt x="1788" y="260"/>
                  </a:cubicBezTo>
                  <a:cubicBezTo>
                    <a:pt x="1789" y="261"/>
                    <a:pt x="1789" y="261"/>
                    <a:pt x="1791" y="263"/>
                  </a:cubicBezTo>
                  <a:cubicBezTo>
                    <a:pt x="1792" y="264"/>
                    <a:pt x="1792" y="264"/>
                    <a:pt x="1793" y="266"/>
                  </a:cubicBezTo>
                  <a:cubicBezTo>
                    <a:pt x="1793" y="267"/>
                    <a:pt x="1791" y="269"/>
                    <a:pt x="1791" y="270"/>
                  </a:cubicBezTo>
                  <a:cubicBezTo>
                    <a:pt x="1791" y="271"/>
                    <a:pt x="1792" y="271"/>
                    <a:pt x="1793" y="272"/>
                  </a:cubicBezTo>
                  <a:cubicBezTo>
                    <a:pt x="1794" y="273"/>
                    <a:pt x="1795" y="274"/>
                    <a:pt x="1794" y="276"/>
                  </a:cubicBezTo>
                  <a:cubicBezTo>
                    <a:pt x="1793" y="277"/>
                    <a:pt x="1792" y="280"/>
                    <a:pt x="1791" y="281"/>
                  </a:cubicBezTo>
                  <a:cubicBezTo>
                    <a:pt x="1790" y="282"/>
                    <a:pt x="1789" y="285"/>
                    <a:pt x="1789" y="287"/>
                  </a:cubicBezTo>
                  <a:cubicBezTo>
                    <a:pt x="1789" y="288"/>
                    <a:pt x="1787" y="290"/>
                    <a:pt x="1786" y="292"/>
                  </a:cubicBezTo>
                  <a:cubicBezTo>
                    <a:pt x="1785" y="293"/>
                    <a:pt x="1784" y="297"/>
                    <a:pt x="1783" y="298"/>
                  </a:cubicBezTo>
                  <a:cubicBezTo>
                    <a:pt x="1781" y="300"/>
                    <a:pt x="1779" y="304"/>
                    <a:pt x="1778" y="303"/>
                  </a:cubicBezTo>
                  <a:cubicBezTo>
                    <a:pt x="1776" y="303"/>
                    <a:pt x="1777" y="302"/>
                    <a:pt x="1777" y="300"/>
                  </a:cubicBezTo>
                  <a:cubicBezTo>
                    <a:pt x="1777" y="298"/>
                    <a:pt x="1778" y="297"/>
                    <a:pt x="1778" y="295"/>
                  </a:cubicBezTo>
                  <a:cubicBezTo>
                    <a:pt x="1779" y="293"/>
                    <a:pt x="1780" y="291"/>
                    <a:pt x="1780" y="291"/>
                  </a:cubicBezTo>
                  <a:cubicBezTo>
                    <a:pt x="1780" y="291"/>
                    <a:pt x="1783" y="289"/>
                    <a:pt x="1783" y="288"/>
                  </a:cubicBezTo>
                  <a:cubicBezTo>
                    <a:pt x="1782" y="287"/>
                    <a:pt x="1780" y="286"/>
                    <a:pt x="1780" y="286"/>
                  </a:cubicBezTo>
                  <a:cubicBezTo>
                    <a:pt x="1780" y="285"/>
                    <a:pt x="1781" y="285"/>
                    <a:pt x="1780" y="283"/>
                  </a:cubicBezTo>
                  <a:cubicBezTo>
                    <a:pt x="1779" y="282"/>
                    <a:pt x="1779" y="281"/>
                    <a:pt x="1779" y="280"/>
                  </a:cubicBezTo>
                  <a:cubicBezTo>
                    <a:pt x="1779" y="279"/>
                    <a:pt x="1779" y="277"/>
                    <a:pt x="1779" y="277"/>
                  </a:cubicBezTo>
                  <a:cubicBezTo>
                    <a:pt x="1778" y="277"/>
                    <a:pt x="1779" y="278"/>
                    <a:pt x="1777" y="278"/>
                  </a:cubicBezTo>
                  <a:cubicBezTo>
                    <a:pt x="1775" y="278"/>
                    <a:pt x="1772" y="278"/>
                    <a:pt x="1772" y="278"/>
                  </a:cubicBezTo>
                  <a:cubicBezTo>
                    <a:pt x="1772" y="277"/>
                    <a:pt x="1771" y="275"/>
                    <a:pt x="1771" y="274"/>
                  </a:cubicBezTo>
                  <a:cubicBezTo>
                    <a:pt x="1771" y="273"/>
                    <a:pt x="1772" y="271"/>
                    <a:pt x="1773" y="272"/>
                  </a:cubicBezTo>
                  <a:cubicBezTo>
                    <a:pt x="1774" y="273"/>
                    <a:pt x="1775" y="273"/>
                    <a:pt x="1776" y="272"/>
                  </a:cubicBezTo>
                  <a:cubicBezTo>
                    <a:pt x="1776" y="271"/>
                    <a:pt x="1774" y="269"/>
                    <a:pt x="1774" y="269"/>
                  </a:cubicBezTo>
                  <a:cubicBezTo>
                    <a:pt x="1774" y="269"/>
                    <a:pt x="1773" y="267"/>
                    <a:pt x="1773" y="266"/>
                  </a:cubicBezTo>
                  <a:cubicBezTo>
                    <a:pt x="1773" y="266"/>
                    <a:pt x="1772" y="264"/>
                    <a:pt x="1772" y="263"/>
                  </a:cubicBezTo>
                  <a:cubicBezTo>
                    <a:pt x="1772" y="262"/>
                    <a:pt x="1773" y="261"/>
                    <a:pt x="1773" y="260"/>
                  </a:cubicBezTo>
                  <a:cubicBezTo>
                    <a:pt x="1774" y="259"/>
                    <a:pt x="1774" y="258"/>
                    <a:pt x="1773" y="258"/>
                  </a:cubicBezTo>
                  <a:cubicBezTo>
                    <a:pt x="1772" y="257"/>
                    <a:pt x="1772" y="257"/>
                    <a:pt x="1772" y="255"/>
                  </a:cubicBezTo>
                  <a:cubicBezTo>
                    <a:pt x="1772" y="254"/>
                    <a:pt x="1772" y="253"/>
                    <a:pt x="1773" y="253"/>
                  </a:cubicBezTo>
                  <a:cubicBezTo>
                    <a:pt x="1774" y="253"/>
                    <a:pt x="1776" y="254"/>
                    <a:pt x="1776" y="253"/>
                  </a:cubicBezTo>
                  <a:cubicBezTo>
                    <a:pt x="1776" y="253"/>
                    <a:pt x="1776" y="252"/>
                    <a:pt x="1776" y="251"/>
                  </a:cubicBezTo>
                  <a:cubicBezTo>
                    <a:pt x="1776" y="251"/>
                    <a:pt x="1775" y="250"/>
                    <a:pt x="1776" y="250"/>
                  </a:cubicBezTo>
                  <a:cubicBezTo>
                    <a:pt x="1777" y="249"/>
                    <a:pt x="1776" y="248"/>
                    <a:pt x="1776" y="248"/>
                  </a:cubicBezTo>
                  <a:cubicBezTo>
                    <a:pt x="1776" y="247"/>
                    <a:pt x="1774" y="247"/>
                    <a:pt x="1773" y="248"/>
                  </a:cubicBezTo>
                  <a:cubicBezTo>
                    <a:pt x="1771" y="249"/>
                    <a:pt x="1772" y="250"/>
                    <a:pt x="1770" y="251"/>
                  </a:cubicBezTo>
                  <a:cubicBezTo>
                    <a:pt x="1768" y="253"/>
                    <a:pt x="1768" y="252"/>
                    <a:pt x="1766" y="253"/>
                  </a:cubicBezTo>
                  <a:cubicBezTo>
                    <a:pt x="1765" y="254"/>
                    <a:pt x="1764" y="253"/>
                    <a:pt x="1763" y="255"/>
                  </a:cubicBezTo>
                  <a:cubicBezTo>
                    <a:pt x="1763" y="257"/>
                    <a:pt x="1764" y="258"/>
                    <a:pt x="1764" y="259"/>
                  </a:cubicBezTo>
                  <a:cubicBezTo>
                    <a:pt x="1765" y="260"/>
                    <a:pt x="1766" y="260"/>
                    <a:pt x="1766" y="262"/>
                  </a:cubicBezTo>
                  <a:cubicBezTo>
                    <a:pt x="1766" y="263"/>
                    <a:pt x="1767" y="263"/>
                    <a:pt x="1767" y="264"/>
                  </a:cubicBezTo>
                  <a:cubicBezTo>
                    <a:pt x="1767" y="265"/>
                    <a:pt x="1766" y="267"/>
                    <a:pt x="1766" y="268"/>
                  </a:cubicBezTo>
                  <a:cubicBezTo>
                    <a:pt x="1765" y="269"/>
                    <a:pt x="1765" y="270"/>
                    <a:pt x="1765" y="272"/>
                  </a:cubicBezTo>
                  <a:cubicBezTo>
                    <a:pt x="1766" y="273"/>
                    <a:pt x="1766" y="274"/>
                    <a:pt x="1765" y="275"/>
                  </a:cubicBezTo>
                  <a:cubicBezTo>
                    <a:pt x="1765" y="275"/>
                    <a:pt x="1764" y="274"/>
                    <a:pt x="1763" y="274"/>
                  </a:cubicBezTo>
                  <a:cubicBezTo>
                    <a:pt x="1763" y="273"/>
                    <a:pt x="1763" y="272"/>
                    <a:pt x="1763" y="271"/>
                  </a:cubicBezTo>
                  <a:cubicBezTo>
                    <a:pt x="1762" y="270"/>
                    <a:pt x="1761" y="270"/>
                    <a:pt x="1761" y="271"/>
                  </a:cubicBezTo>
                  <a:cubicBezTo>
                    <a:pt x="1760" y="272"/>
                    <a:pt x="1759" y="273"/>
                    <a:pt x="1760" y="274"/>
                  </a:cubicBezTo>
                  <a:cubicBezTo>
                    <a:pt x="1761" y="275"/>
                    <a:pt x="1762" y="276"/>
                    <a:pt x="1763" y="277"/>
                  </a:cubicBezTo>
                  <a:cubicBezTo>
                    <a:pt x="1764" y="277"/>
                    <a:pt x="1765" y="277"/>
                    <a:pt x="1767" y="278"/>
                  </a:cubicBezTo>
                  <a:cubicBezTo>
                    <a:pt x="1768" y="279"/>
                    <a:pt x="1769" y="281"/>
                    <a:pt x="1769" y="282"/>
                  </a:cubicBezTo>
                  <a:cubicBezTo>
                    <a:pt x="1769" y="283"/>
                    <a:pt x="1768" y="283"/>
                    <a:pt x="1767" y="283"/>
                  </a:cubicBezTo>
                  <a:cubicBezTo>
                    <a:pt x="1766" y="282"/>
                    <a:pt x="1765" y="281"/>
                    <a:pt x="1764" y="281"/>
                  </a:cubicBezTo>
                  <a:cubicBezTo>
                    <a:pt x="1762" y="280"/>
                    <a:pt x="1760" y="280"/>
                    <a:pt x="1759" y="279"/>
                  </a:cubicBezTo>
                  <a:cubicBezTo>
                    <a:pt x="1758" y="278"/>
                    <a:pt x="1759" y="277"/>
                    <a:pt x="1757" y="276"/>
                  </a:cubicBezTo>
                  <a:cubicBezTo>
                    <a:pt x="1755" y="276"/>
                    <a:pt x="1754" y="275"/>
                    <a:pt x="1753" y="274"/>
                  </a:cubicBezTo>
                  <a:cubicBezTo>
                    <a:pt x="1753" y="274"/>
                    <a:pt x="1753" y="272"/>
                    <a:pt x="1753" y="271"/>
                  </a:cubicBezTo>
                  <a:cubicBezTo>
                    <a:pt x="1753" y="270"/>
                    <a:pt x="1753" y="269"/>
                    <a:pt x="1752" y="269"/>
                  </a:cubicBezTo>
                  <a:cubicBezTo>
                    <a:pt x="1751" y="269"/>
                    <a:pt x="1751" y="270"/>
                    <a:pt x="1750" y="272"/>
                  </a:cubicBezTo>
                  <a:cubicBezTo>
                    <a:pt x="1750" y="273"/>
                    <a:pt x="1749" y="273"/>
                    <a:pt x="1748" y="274"/>
                  </a:cubicBezTo>
                  <a:cubicBezTo>
                    <a:pt x="1748" y="275"/>
                    <a:pt x="1746" y="276"/>
                    <a:pt x="1747" y="277"/>
                  </a:cubicBezTo>
                  <a:cubicBezTo>
                    <a:pt x="1748" y="278"/>
                    <a:pt x="1747" y="279"/>
                    <a:pt x="1749" y="279"/>
                  </a:cubicBezTo>
                  <a:cubicBezTo>
                    <a:pt x="1751" y="279"/>
                    <a:pt x="1752" y="277"/>
                    <a:pt x="1754" y="279"/>
                  </a:cubicBezTo>
                  <a:cubicBezTo>
                    <a:pt x="1755" y="281"/>
                    <a:pt x="1755" y="281"/>
                    <a:pt x="1757" y="282"/>
                  </a:cubicBezTo>
                  <a:cubicBezTo>
                    <a:pt x="1759" y="283"/>
                    <a:pt x="1760" y="282"/>
                    <a:pt x="1761" y="283"/>
                  </a:cubicBezTo>
                  <a:cubicBezTo>
                    <a:pt x="1762" y="285"/>
                    <a:pt x="1765" y="286"/>
                    <a:pt x="1765" y="286"/>
                  </a:cubicBezTo>
                  <a:cubicBezTo>
                    <a:pt x="1765" y="286"/>
                    <a:pt x="1766" y="287"/>
                    <a:pt x="1767" y="287"/>
                  </a:cubicBezTo>
                  <a:cubicBezTo>
                    <a:pt x="1767" y="288"/>
                    <a:pt x="1769" y="288"/>
                    <a:pt x="1769" y="290"/>
                  </a:cubicBezTo>
                  <a:cubicBezTo>
                    <a:pt x="1769" y="291"/>
                    <a:pt x="1768" y="292"/>
                    <a:pt x="1768" y="292"/>
                  </a:cubicBezTo>
                  <a:cubicBezTo>
                    <a:pt x="1767" y="293"/>
                    <a:pt x="1765" y="292"/>
                    <a:pt x="1764" y="291"/>
                  </a:cubicBezTo>
                  <a:cubicBezTo>
                    <a:pt x="1763" y="290"/>
                    <a:pt x="1762" y="288"/>
                    <a:pt x="1761" y="288"/>
                  </a:cubicBezTo>
                  <a:cubicBezTo>
                    <a:pt x="1761" y="288"/>
                    <a:pt x="1759" y="287"/>
                    <a:pt x="1758" y="286"/>
                  </a:cubicBezTo>
                  <a:cubicBezTo>
                    <a:pt x="1757" y="285"/>
                    <a:pt x="1756" y="284"/>
                    <a:pt x="1755" y="283"/>
                  </a:cubicBezTo>
                  <a:cubicBezTo>
                    <a:pt x="1754" y="283"/>
                    <a:pt x="1753" y="282"/>
                    <a:pt x="1752" y="282"/>
                  </a:cubicBezTo>
                  <a:cubicBezTo>
                    <a:pt x="1751" y="283"/>
                    <a:pt x="1750" y="283"/>
                    <a:pt x="1752" y="285"/>
                  </a:cubicBezTo>
                  <a:cubicBezTo>
                    <a:pt x="1754" y="286"/>
                    <a:pt x="1755" y="285"/>
                    <a:pt x="1756" y="288"/>
                  </a:cubicBezTo>
                  <a:cubicBezTo>
                    <a:pt x="1758" y="290"/>
                    <a:pt x="1758" y="290"/>
                    <a:pt x="1760" y="291"/>
                  </a:cubicBezTo>
                  <a:cubicBezTo>
                    <a:pt x="1762" y="292"/>
                    <a:pt x="1764" y="293"/>
                    <a:pt x="1764" y="294"/>
                  </a:cubicBezTo>
                  <a:cubicBezTo>
                    <a:pt x="1765" y="295"/>
                    <a:pt x="1768" y="296"/>
                    <a:pt x="1769" y="297"/>
                  </a:cubicBezTo>
                  <a:cubicBezTo>
                    <a:pt x="1769" y="297"/>
                    <a:pt x="1770" y="299"/>
                    <a:pt x="1770" y="300"/>
                  </a:cubicBezTo>
                  <a:cubicBezTo>
                    <a:pt x="1770" y="301"/>
                    <a:pt x="1769" y="303"/>
                    <a:pt x="1768" y="303"/>
                  </a:cubicBezTo>
                  <a:cubicBezTo>
                    <a:pt x="1768" y="303"/>
                    <a:pt x="1766" y="302"/>
                    <a:pt x="1765" y="302"/>
                  </a:cubicBezTo>
                  <a:cubicBezTo>
                    <a:pt x="1765" y="301"/>
                    <a:pt x="1765" y="300"/>
                    <a:pt x="1764" y="299"/>
                  </a:cubicBezTo>
                  <a:cubicBezTo>
                    <a:pt x="1763" y="299"/>
                    <a:pt x="1761" y="297"/>
                    <a:pt x="1760" y="297"/>
                  </a:cubicBezTo>
                  <a:cubicBezTo>
                    <a:pt x="1759" y="297"/>
                    <a:pt x="1758" y="297"/>
                    <a:pt x="1758" y="298"/>
                  </a:cubicBezTo>
                  <a:cubicBezTo>
                    <a:pt x="1759" y="299"/>
                    <a:pt x="1759" y="299"/>
                    <a:pt x="1760" y="300"/>
                  </a:cubicBezTo>
                  <a:cubicBezTo>
                    <a:pt x="1761" y="301"/>
                    <a:pt x="1762" y="300"/>
                    <a:pt x="1763" y="302"/>
                  </a:cubicBezTo>
                  <a:cubicBezTo>
                    <a:pt x="1764" y="304"/>
                    <a:pt x="1764" y="303"/>
                    <a:pt x="1765" y="304"/>
                  </a:cubicBezTo>
                  <a:cubicBezTo>
                    <a:pt x="1766" y="306"/>
                    <a:pt x="1767" y="306"/>
                    <a:pt x="1767" y="307"/>
                  </a:cubicBezTo>
                  <a:cubicBezTo>
                    <a:pt x="1767" y="309"/>
                    <a:pt x="1766" y="309"/>
                    <a:pt x="1766" y="309"/>
                  </a:cubicBezTo>
                  <a:cubicBezTo>
                    <a:pt x="1765" y="308"/>
                    <a:pt x="1764" y="307"/>
                    <a:pt x="1764" y="306"/>
                  </a:cubicBezTo>
                  <a:cubicBezTo>
                    <a:pt x="1763" y="305"/>
                    <a:pt x="1762" y="304"/>
                    <a:pt x="1760" y="304"/>
                  </a:cubicBezTo>
                  <a:cubicBezTo>
                    <a:pt x="1759" y="303"/>
                    <a:pt x="1758" y="303"/>
                    <a:pt x="1756" y="303"/>
                  </a:cubicBezTo>
                  <a:cubicBezTo>
                    <a:pt x="1755" y="303"/>
                    <a:pt x="1754" y="302"/>
                    <a:pt x="1752" y="302"/>
                  </a:cubicBezTo>
                  <a:cubicBezTo>
                    <a:pt x="1751" y="302"/>
                    <a:pt x="1749" y="301"/>
                    <a:pt x="1749" y="302"/>
                  </a:cubicBezTo>
                  <a:cubicBezTo>
                    <a:pt x="1749" y="304"/>
                    <a:pt x="1749" y="304"/>
                    <a:pt x="1752" y="304"/>
                  </a:cubicBezTo>
                  <a:cubicBezTo>
                    <a:pt x="1754" y="304"/>
                    <a:pt x="1758" y="305"/>
                    <a:pt x="1759" y="306"/>
                  </a:cubicBezTo>
                  <a:cubicBezTo>
                    <a:pt x="1760" y="307"/>
                    <a:pt x="1761" y="306"/>
                    <a:pt x="1761" y="308"/>
                  </a:cubicBezTo>
                  <a:cubicBezTo>
                    <a:pt x="1762" y="309"/>
                    <a:pt x="1762" y="311"/>
                    <a:pt x="1763" y="312"/>
                  </a:cubicBezTo>
                  <a:cubicBezTo>
                    <a:pt x="1764" y="313"/>
                    <a:pt x="1764" y="314"/>
                    <a:pt x="1766" y="313"/>
                  </a:cubicBezTo>
                  <a:cubicBezTo>
                    <a:pt x="1767" y="313"/>
                    <a:pt x="1769" y="312"/>
                    <a:pt x="1770" y="312"/>
                  </a:cubicBezTo>
                  <a:cubicBezTo>
                    <a:pt x="1772" y="312"/>
                    <a:pt x="1774" y="312"/>
                    <a:pt x="1774" y="313"/>
                  </a:cubicBezTo>
                  <a:cubicBezTo>
                    <a:pt x="1775" y="314"/>
                    <a:pt x="1775" y="317"/>
                    <a:pt x="1776" y="317"/>
                  </a:cubicBezTo>
                  <a:cubicBezTo>
                    <a:pt x="1776" y="318"/>
                    <a:pt x="1775" y="318"/>
                    <a:pt x="1774" y="320"/>
                  </a:cubicBezTo>
                  <a:cubicBezTo>
                    <a:pt x="1774" y="322"/>
                    <a:pt x="1775" y="323"/>
                    <a:pt x="1775" y="323"/>
                  </a:cubicBezTo>
                  <a:cubicBezTo>
                    <a:pt x="1775" y="324"/>
                    <a:pt x="1776" y="325"/>
                    <a:pt x="1775" y="326"/>
                  </a:cubicBezTo>
                  <a:cubicBezTo>
                    <a:pt x="1775" y="327"/>
                    <a:pt x="1774" y="327"/>
                    <a:pt x="1773" y="327"/>
                  </a:cubicBezTo>
                  <a:cubicBezTo>
                    <a:pt x="1773" y="327"/>
                    <a:pt x="1772" y="326"/>
                    <a:pt x="1772" y="326"/>
                  </a:cubicBezTo>
                  <a:cubicBezTo>
                    <a:pt x="1771" y="326"/>
                    <a:pt x="1771" y="327"/>
                    <a:pt x="1770" y="328"/>
                  </a:cubicBezTo>
                  <a:cubicBezTo>
                    <a:pt x="1770" y="328"/>
                    <a:pt x="1770" y="329"/>
                    <a:pt x="1769" y="329"/>
                  </a:cubicBezTo>
                  <a:cubicBezTo>
                    <a:pt x="1768" y="329"/>
                    <a:pt x="1768" y="328"/>
                    <a:pt x="1767" y="328"/>
                  </a:cubicBezTo>
                  <a:cubicBezTo>
                    <a:pt x="1767" y="328"/>
                    <a:pt x="1766" y="328"/>
                    <a:pt x="1766" y="329"/>
                  </a:cubicBezTo>
                  <a:cubicBezTo>
                    <a:pt x="1765" y="330"/>
                    <a:pt x="1766" y="330"/>
                    <a:pt x="1766" y="331"/>
                  </a:cubicBezTo>
                  <a:cubicBezTo>
                    <a:pt x="1765" y="332"/>
                    <a:pt x="1764" y="332"/>
                    <a:pt x="1763" y="332"/>
                  </a:cubicBezTo>
                  <a:cubicBezTo>
                    <a:pt x="1763" y="332"/>
                    <a:pt x="1762" y="331"/>
                    <a:pt x="1762" y="331"/>
                  </a:cubicBezTo>
                  <a:cubicBezTo>
                    <a:pt x="1761" y="330"/>
                    <a:pt x="1761" y="331"/>
                    <a:pt x="1762" y="329"/>
                  </a:cubicBezTo>
                  <a:cubicBezTo>
                    <a:pt x="1762" y="328"/>
                    <a:pt x="1762" y="327"/>
                    <a:pt x="1762" y="327"/>
                  </a:cubicBezTo>
                  <a:cubicBezTo>
                    <a:pt x="1762" y="326"/>
                    <a:pt x="1761" y="325"/>
                    <a:pt x="1761" y="325"/>
                  </a:cubicBezTo>
                  <a:cubicBezTo>
                    <a:pt x="1760" y="325"/>
                    <a:pt x="1759" y="325"/>
                    <a:pt x="1759" y="326"/>
                  </a:cubicBezTo>
                  <a:cubicBezTo>
                    <a:pt x="1760" y="327"/>
                    <a:pt x="1760" y="329"/>
                    <a:pt x="1760" y="330"/>
                  </a:cubicBezTo>
                  <a:cubicBezTo>
                    <a:pt x="1760" y="331"/>
                    <a:pt x="1760" y="333"/>
                    <a:pt x="1760" y="333"/>
                  </a:cubicBezTo>
                  <a:cubicBezTo>
                    <a:pt x="1759" y="334"/>
                    <a:pt x="1759" y="335"/>
                    <a:pt x="1760" y="336"/>
                  </a:cubicBezTo>
                  <a:cubicBezTo>
                    <a:pt x="1761" y="336"/>
                    <a:pt x="1763" y="336"/>
                    <a:pt x="1764" y="335"/>
                  </a:cubicBezTo>
                  <a:cubicBezTo>
                    <a:pt x="1765" y="335"/>
                    <a:pt x="1766" y="334"/>
                    <a:pt x="1768" y="335"/>
                  </a:cubicBezTo>
                  <a:cubicBezTo>
                    <a:pt x="1770" y="335"/>
                    <a:pt x="1771" y="334"/>
                    <a:pt x="1772" y="334"/>
                  </a:cubicBezTo>
                  <a:cubicBezTo>
                    <a:pt x="1773" y="335"/>
                    <a:pt x="1774" y="336"/>
                    <a:pt x="1774" y="336"/>
                  </a:cubicBezTo>
                  <a:cubicBezTo>
                    <a:pt x="1774" y="337"/>
                    <a:pt x="1773" y="338"/>
                    <a:pt x="1773" y="339"/>
                  </a:cubicBezTo>
                  <a:cubicBezTo>
                    <a:pt x="1773" y="339"/>
                    <a:pt x="1773" y="341"/>
                    <a:pt x="1774" y="340"/>
                  </a:cubicBezTo>
                  <a:cubicBezTo>
                    <a:pt x="1774" y="340"/>
                    <a:pt x="1775" y="339"/>
                    <a:pt x="1776" y="338"/>
                  </a:cubicBezTo>
                  <a:cubicBezTo>
                    <a:pt x="1776" y="338"/>
                    <a:pt x="1776" y="337"/>
                    <a:pt x="1777" y="337"/>
                  </a:cubicBezTo>
                  <a:cubicBezTo>
                    <a:pt x="1778" y="337"/>
                    <a:pt x="1780" y="337"/>
                    <a:pt x="1780" y="338"/>
                  </a:cubicBezTo>
                  <a:cubicBezTo>
                    <a:pt x="1780" y="339"/>
                    <a:pt x="1780" y="341"/>
                    <a:pt x="1780" y="341"/>
                  </a:cubicBezTo>
                  <a:cubicBezTo>
                    <a:pt x="1780" y="341"/>
                    <a:pt x="1780" y="343"/>
                    <a:pt x="1778" y="343"/>
                  </a:cubicBezTo>
                  <a:cubicBezTo>
                    <a:pt x="1777" y="344"/>
                    <a:pt x="1775" y="343"/>
                    <a:pt x="1774" y="344"/>
                  </a:cubicBezTo>
                  <a:cubicBezTo>
                    <a:pt x="1773" y="345"/>
                    <a:pt x="1772" y="346"/>
                    <a:pt x="1771" y="347"/>
                  </a:cubicBezTo>
                  <a:cubicBezTo>
                    <a:pt x="1770" y="347"/>
                    <a:pt x="1769" y="347"/>
                    <a:pt x="1768" y="347"/>
                  </a:cubicBezTo>
                  <a:cubicBezTo>
                    <a:pt x="1767" y="346"/>
                    <a:pt x="1768" y="346"/>
                    <a:pt x="1766" y="346"/>
                  </a:cubicBezTo>
                  <a:cubicBezTo>
                    <a:pt x="1765" y="345"/>
                    <a:pt x="1765" y="345"/>
                    <a:pt x="1764" y="345"/>
                  </a:cubicBezTo>
                  <a:cubicBezTo>
                    <a:pt x="1764" y="344"/>
                    <a:pt x="1764" y="344"/>
                    <a:pt x="1763" y="344"/>
                  </a:cubicBezTo>
                  <a:cubicBezTo>
                    <a:pt x="1761" y="345"/>
                    <a:pt x="1761" y="345"/>
                    <a:pt x="1760" y="345"/>
                  </a:cubicBezTo>
                  <a:cubicBezTo>
                    <a:pt x="1759" y="345"/>
                    <a:pt x="1760" y="345"/>
                    <a:pt x="1758" y="345"/>
                  </a:cubicBezTo>
                  <a:cubicBezTo>
                    <a:pt x="1757" y="345"/>
                    <a:pt x="1756" y="345"/>
                    <a:pt x="1756" y="344"/>
                  </a:cubicBezTo>
                  <a:cubicBezTo>
                    <a:pt x="1755" y="343"/>
                    <a:pt x="1754" y="343"/>
                    <a:pt x="1753" y="343"/>
                  </a:cubicBezTo>
                  <a:cubicBezTo>
                    <a:pt x="1753" y="344"/>
                    <a:pt x="1753" y="346"/>
                    <a:pt x="1754" y="346"/>
                  </a:cubicBezTo>
                  <a:cubicBezTo>
                    <a:pt x="1755" y="346"/>
                    <a:pt x="1755" y="345"/>
                    <a:pt x="1757" y="346"/>
                  </a:cubicBezTo>
                  <a:cubicBezTo>
                    <a:pt x="1758" y="347"/>
                    <a:pt x="1758" y="348"/>
                    <a:pt x="1760" y="348"/>
                  </a:cubicBezTo>
                  <a:cubicBezTo>
                    <a:pt x="1761" y="349"/>
                    <a:pt x="1762" y="349"/>
                    <a:pt x="1763" y="349"/>
                  </a:cubicBezTo>
                  <a:cubicBezTo>
                    <a:pt x="1764" y="350"/>
                    <a:pt x="1765" y="351"/>
                    <a:pt x="1765" y="352"/>
                  </a:cubicBezTo>
                  <a:cubicBezTo>
                    <a:pt x="1764" y="353"/>
                    <a:pt x="1763" y="353"/>
                    <a:pt x="1762" y="354"/>
                  </a:cubicBezTo>
                  <a:cubicBezTo>
                    <a:pt x="1761" y="355"/>
                    <a:pt x="1760" y="355"/>
                    <a:pt x="1758" y="355"/>
                  </a:cubicBezTo>
                  <a:cubicBezTo>
                    <a:pt x="1757" y="355"/>
                    <a:pt x="1756" y="354"/>
                    <a:pt x="1756" y="354"/>
                  </a:cubicBezTo>
                  <a:cubicBezTo>
                    <a:pt x="1756" y="353"/>
                    <a:pt x="1754" y="352"/>
                    <a:pt x="1753" y="352"/>
                  </a:cubicBezTo>
                  <a:cubicBezTo>
                    <a:pt x="1753" y="353"/>
                    <a:pt x="1752" y="354"/>
                    <a:pt x="1754" y="355"/>
                  </a:cubicBezTo>
                  <a:cubicBezTo>
                    <a:pt x="1755" y="356"/>
                    <a:pt x="1756" y="358"/>
                    <a:pt x="1757" y="358"/>
                  </a:cubicBezTo>
                  <a:cubicBezTo>
                    <a:pt x="1758" y="359"/>
                    <a:pt x="1758" y="359"/>
                    <a:pt x="1760" y="359"/>
                  </a:cubicBezTo>
                  <a:cubicBezTo>
                    <a:pt x="1761" y="359"/>
                    <a:pt x="1763" y="358"/>
                    <a:pt x="1764" y="358"/>
                  </a:cubicBezTo>
                  <a:cubicBezTo>
                    <a:pt x="1765" y="358"/>
                    <a:pt x="1766" y="359"/>
                    <a:pt x="1765" y="360"/>
                  </a:cubicBezTo>
                  <a:cubicBezTo>
                    <a:pt x="1765" y="360"/>
                    <a:pt x="1762" y="359"/>
                    <a:pt x="1762" y="360"/>
                  </a:cubicBezTo>
                  <a:cubicBezTo>
                    <a:pt x="1761" y="361"/>
                    <a:pt x="1758" y="362"/>
                    <a:pt x="1758" y="362"/>
                  </a:cubicBezTo>
                  <a:cubicBezTo>
                    <a:pt x="1758" y="362"/>
                    <a:pt x="1756" y="363"/>
                    <a:pt x="1755" y="363"/>
                  </a:cubicBezTo>
                  <a:cubicBezTo>
                    <a:pt x="1754" y="363"/>
                    <a:pt x="1755" y="362"/>
                    <a:pt x="1753" y="362"/>
                  </a:cubicBezTo>
                  <a:cubicBezTo>
                    <a:pt x="1751" y="362"/>
                    <a:pt x="1750" y="363"/>
                    <a:pt x="1749" y="363"/>
                  </a:cubicBezTo>
                  <a:cubicBezTo>
                    <a:pt x="1748" y="363"/>
                    <a:pt x="1748" y="362"/>
                    <a:pt x="1747" y="362"/>
                  </a:cubicBezTo>
                  <a:cubicBezTo>
                    <a:pt x="1746" y="362"/>
                    <a:pt x="1744" y="363"/>
                    <a:pt x="1744" y="363"/>
                  </a:cubicBezTo>
                  <a:cubicBezTo>
                    <a:pt x="1744" y="364"/>
                    <a:pt x="1745" y="365"/>
                    <a:pt x="1745" y="365"/>
                  </a:cubicBezTo>
                  <a:cubicBezTo>
                    <a:pt x="1746" y="366"/>
                    <a:pt x="1746" y="367"/>
                    <a:pt x="1746" y="368"/>
                  </a:cubicBezTo>
                  <a:cubicBezTo>
                    <a:pt x="1745" y="368"/>
                    <a:pt x="1743" y="368"/>
                    <a:pt x="1743" y="369"/>
                  </a:cubicBezTo>
                  <a:cubicBezTo>
                    <a:pt x="1742" y="370"/>
                    <a:pt x="1742" y="370"/>
                    <a:pt x="1741" y="372"/>
                  </a:cubicBezTo>
                  <a:cubicBezTo>
                    <a:pt x="1740" y="373"/>
                    <a:pt x="1739" y="373"/>
                    <a:pt x="1739" y="374"/>
                  </a:cubicBezTo>
                  <a:cubicBezTo>
                    <a:pt x="1738" y="375"/>
                    <a:pt x="1736" y="375"/>
                    <a:pt x="1735" y="376"/>
                  </a:cubicBezTo>
                  <a:cubicBezTo>
                    <a:pt x="1735" y="377"/>
                    <a:pt x="1735" y="378"/>
                    <a:pt x="1734" y="379"/>
                  </a:cubicBezTo>
                  <a:cubicBezTo>
                    <a:pt x="1734" y="380"/>
                    <a:pt x="1733" y="381"/>
                    <a:pt x="1732" y="382"/>
                  </a:cubicBezTo>
                  <a:cubicBezTo>
                    <a:pt x="1730" y="382"/>
                    <a:pt x="1729" y="382"/>
                    <a:pt x="1727" y="382"/>
                  </a:cubicBezTo>
                  <a:cubicBezTo>
                    <a:pt x="1726" y="382"/>
                    <a:pt x="1726" y="382"/>
                    <a:pt x="1724" y="382"/>
                  </a:cubicBezTo>
                  <a:cubicBezTo>
                    <a:pt x="1723" y="382"/>
                    <a:pt x="1722" y="382"/>
                    <a:pt x="1721" y="383"/>
                  </a:cubicBezTo>
                  <a:cubicBezTo>
                    <a:pt x="1720" y="384"/>
                    <a:pt x="1718" y="385"/>
                    <a:pt x="1717" y="386"/>
                  </a:cubicBezTo>
                  <a:cubicBezTo>
                    <a:pt x="1716" y="387"/>
                    <a:pt x="1713" y="388"/>
                    <a:pt x="1713" y="390"/>
                  </a:cubicBezTo>
                  <a:cubicBezTo>
                    <a:pt x="1712" y="392"/>
                    <a:pt x="1711" y="392"/>
                    <a:pt x="1710" y="394"/>
                  </a:cubicBezTo>
                  <a:cubicBezTo>
                    <a:pt x="1709" y="395"/>
                    <a:pt x="1709" y="394"/>
                    <a:pt x="1708" y="395"/>
                  </a:cubicBezTo>
                  <a:cubicBezTo>
                    <a:pt x="1707" y="397"/>
                    <a:pt x="1707" y="400"/>
                    <a:pt x="1707" y="400"/>
                  </a:cubicBezTo>
                  <a:cubicBezTo>
                    <a:pt x="1706" y="400"/>
                    <a:pt x="1704" y="401"/>
                    <a:pt x="1704" y="401"/>
                  </a:cubicBezTo>
                  <a:cubicBezTo>
                    <a:pt x="1703" y="402"/>
                    <a:pt x="1701" y="405"/>
                    <a:pt x="1699" y="406"/>
                  </a:cubicBezTo>
                  <a:cubicBezTo>
                    <a:pt x="1698" y="407"/>
                    <a:pt x="1698" y="407"/>
                    <a:pt x="1696" y="407"/>
                  </a:cubicBezTo>
                  <a:cubicBezTo>
                    <a:pt x="1694" y="407"/>
                    <a:pt x="1693" y="407"/>
                    <a:pt x="1693" y="408"/>
                  </a:cubicBezTo>
                  <a:cubicBezTo>
                    <a:pt x="1692" y="409"/>
                    <a:pt x="1691" y="411"/>
                    <a:pt x="1691" y="411"/>
                  </a:cubicBezTo>
                  <a:cubicBezTo>
                    <a:pt x="1690" y="411"/>
                    <a:pt x="1689" y="411"/>
                    <a:pt x="1688" y="411"/>
                  </a:cubicBezTo>
                  <a:cubicBezTo>
                    <a:pt x="1687" y="411"/>
                    <a:pt x="1685" y="411"/>
                    <a:pt x="1684" y="412"/>
                  </a:cubicBezTo>
                  <a:cubicBezTo>
                    <a:pt x="1683" y="413"/>
                    <a:pt x="1682" y="413"/>
                    <a:pt x="1680" y="413"/>
                  </a:cubicBezTo>
                  <a:cubicBezTo>
                    <a:pt x="1679" y="413"/>
                    <a:pt x="1678" y="415"/>
                    <a:pt x="1677" y="414"/>
                  </a:cubicBezTo>
                  <a:cubicBezTo>
                    <a:pt x="1677" y="414"/>
                    <a:pt x="1676" y="413"/>
                    <a:pt x="1675" y="414"/>
                  </a:cubicBezTo>
                  <a:cubicBezTo>
                    <a:pt x="1675" y="415"/>
                    <a:pt x="1676" y="417"/>
                    <a:pt x="1676" y="418"/>
                  </a:cubicBezTo>
                  <a:cubicBezTo>
                    <a:pt x="1677" y="419"/>
                    <a:pt x="1677" y="422"/>
                    <a:pt x="1676" y="423"/>
                  </a:cubicBezTo>
                  <a:cubicBezTo>
                    <a:pt x="1675" y="423"/>
                    <a:pt x="1673" y="425"/>
                    <a:pt x="1672" y="427"/>
                  </a:cubicBezTo>
                  <a:cubicBezTo>
                    <a:pt x="1671" y="429"/>
                    <a:pt x="1670" y="430"/>
                    <a:pt x="1669" y="430"/>
                  </a:cubicBezTo>
                  <a:cubicBezTo>
                    <a:pt x="1668" y="431"/>
                    <a:pt x="1666" y="430"/>
                    <a:pt x="1666" y="432"/>
                  </a:cubicBezTo>
                  <a:cubicBezTo>
                    <a:pt x="1665" y="433"/>
                    <a:pt x="1665" y="434"/>
                    <a:pt x="1665" y="436"/>
                  </a:cubicBezTo>
                  <a:cubicBezTo>
                    <a:pt x="1665" y="437"/>
                    <a:pt x="1665" y="438"/>
                    <a:pt x="1664" y="439"/>
                  </a:cubicBezTo>
                  <a:cubicBezTo>
                    <a:pt x="1663" y="439"/>
                    <a:pt x="1662" y="439"/>
                    <a:pt x="1662" y="440"/>
                  </a:cubicBezTo>
                  <a:cubicBezTo>
                    <a:pt x="1662" y="441"/>
                    <a:pt x="1664" y="441"/>
                    <a:pt x="1664" y="443"/>
                  </a:cubicBezTo>
                  <a:cubicBezTo>
                    <a:pt x="1664" y="444"/>
                    <a:pt x="1662" y="442"/>
                    <a:pt x="1661" y="445"/>
                  </a:cubicBezTo>
                  <a:cubicBezTo>
                    <a:pt x="1661" y="447"/>
                    <a:pt x="1661" y="448"/>
                    <a:pt x="1660" y="450"/>
                  </a:cubicBezTo>
                  <a:cubicBezTo>
                    <a:pt x="1660" y="452"/>
                    <a:pt x="1660" y="453"/>
                    <a:pt x="1661" y="456"/>
                  </a:cubicBezTo>
                  <a:cubicBezTo>
                    <a:pt x="1661" y="459"/>
                    <a:pt x="1662" y="461"/>
                    <a:pt x="1663" y="462"/>
                  </a:cubicBezTo>
                  <a:cubicBezTo>
                    <a:pt x="1664" y="464"/>
                    <a:pt x="1663" y="470"/>
                    <a:pt x="1665" y="474"/>
                  </a:cubicBezTo>
                  <a:cubicBezTo>
                    <a:pt x="1667" y="478"/>
                    <a:pt x="1667" y="480"/>
                    <a:pt x="1669" y="484"/>
                  </a:cubicBezTo>
                  <a:cubicBezTo>
                    <a:pt x="1670" y="487"/>
                    <a:pt x="1672" y="490"/>
                    <a:pt x="1674" y="492"/>
                  </a:cubicBezTo>
                  <a:cubicBezTo>
                    <a:pt x="1676" y="494"/>
                    <a:pt x="1678" y="497"/>
                    <a:pt x="1679" y="499"/>
                  </a:cubicBezTo>
                  <a:cubicBezTo>
                    <a:pt x="1680" y="501"/>
                    <a:pt x="1680" y="503"/>
                    <a:pt x="1679" y="503"/>
                  </a:cubicBezTo>
                  <a:cubicBezTo>
                    <a:pt x="1679" y="502"/>
                    <a:pt x="1679" y="502"/>
                    <a:pt x="1678" y="501"/>
                  </a:cubicBezTo>
                  <a:cubicBezTo>
                    <a:pt x="1678" y="501"/>
                    <a:pt x="1677" y="500"/>
                    <a:pt x="1676" y="499"/>
                  </a:cubicBezTo>
                  <a:cubicBezTo>
                    <a:pt x="1676" y="498"/>
                    <a:pt x="1675" y="497"/>
                    <a:pt x="1675" y="498"/>
                  </a:cubicBezTo>
                  <a:cubicBezTo>
                    <a:pt x="1674" y="498"/>
                    <a:pt x="1674" y="498"/>
                    <a:pt x="1675" y="500"/>
                  </a:cubicBezTo>
                  <a:cubicBezTo>
                    <a:pt x="1675" y="501"/>
                    <a:pt x="1676" y="502"/>
                    <a:pt x="1677" y="503"/>
                  </a:cubicBezTo>
                  <a:cubicBezTo>
                    <a:pt x="1677" y="505"/>
                    <a:pt x="1677" y="505"/>
                    <a:pt x="1679" y="510"/>
                  </a:cubicBezTo>
                  <a:cubicBezTo>
                    <a:pt x="1680" y="514"/>
                    <a:pt x="1680" y="516"/>
                    <a:pt x="1682" y="519"/>
                  </a:cubicBezTo>
                  <a:cubicBezTo>
                    <a:pt x="1684" y="522"/>
                    <a:pt x="1685" y="525"/>
                    <a:pt x="1686" y="526"/>
                  </a:cubicBezTo>
                  <a:cubicBezTo>
                    <a:pt x="1686" y="526"/>
                    <a:pt x="1687" y="528"/>
                    <a:pt x="1687" y="530"/>
                  </a:cubicBezTo>
                  <a:cubicBezTo>
                    <a:pt x="1687" y="532"/>
                    <a:pt x="1685" y="533"/>
                    <a:pt x="1686" y="534"/>
                  </a:cubicBezTo>
                  <a:cubicBezTo>
                    <a:pt x="1686" y="535"/>
                    <a:pt x="1686" y="535"/>
                    <a:pt x="1688" y="537"/>
                  </a:cubicBezTo>
                  <a:cubicBezTo>
                    <a:pt x="1689" y="539"/>
                    <a:pt x="1690" y="539"/>
                    <a:pt x="1690" y="541"/>
                  </a:cubicBezTo>
                  <a:cubicBezTo>
                    <a:pt x="1691" y="543"/>
                    <a:pt x="1691" y="544"/>
                    <a:pt x="1691" y="546"/>
                  </a:cubicBezTo>
                  <a:cubicBezTo>
                    <a:pt x="1690" y="548"/>
                    <a:pt x="1690" y="549"/>
                    <a:pt x="1690" y="552"/>
                  </a:cubicBezTo>
                  <a:cubicBezTo>
                    <a:pt x="1690" y="555"/>
                    <a:pt x="1690" y="558"/>
                    <a:pt x="1690" y="559"/>
                  </a:cubicBezTo>
                  <a:cubicBezTo>
                    <a:pt x="1690" y="559"/>
                    <a:pt x="1691" y="564"/>
                    <a:pt x="1690" y="566"/>
                  </a:cubicBezTo>
                  <a:cubicBezTo>
                    <a:pt x="1689" y="568"/>
                    <a:pt x="1689" y="568"/>
                    <a:pt x="1688" y="570"/>
                  </a:cubicBezTo>
                  <a:cubicBezTo>
                    <a:pt x="1687" y="572"/>
                    <a:pt x="1687" y="574"/>
                    <a:pt x="1687" y="575"/>
                  </a:cubicBezTo>
                  <a:cubicBezTo>
                    <a:pt x="1687" y="576"/>
                    <a:pt x="1687" y="577"/>
                    <a:pt x="1686" y="578"/>
                  </a:cubicBezTo>
                  <a:cubicBezTo>
                    <a:pt x="1685" y="579"/>
                    <a:pt x="1682" y="582"/>
                    <a:pt x="1682" y="583"/>
                  </a:cubicBezTo>
                  <a:cubicBezTo>
                    <a:pt x="1681" y="584"/>
                    <a:pt x="1680" y="584"/>
                    <a:pt x="1680" y="584"/>
                  </a:cubicBezTo>
                  <a:cubicBezTo>
                    <a:pt x="1680" y="583"/>
                    <a:pt x="1680" y="583"/>
                    <a:pt x="1681" y="581"/>
                  </a:cubicBezTo>
                  <a:cubicBezTo>
                    <a:pt x="1681" y="580"/>
                    <a:pt x="1683" y="580"/>
                    <a:pt x="1683" y="579"/>
                  </a:cubicBezTo>
                  <a:cubicBezTo>
                    <a:pt x="1683" y="578"/>
                    <a:pt x="1682" y="577"/>
                    <a:pt x="1681" y="577"/>
                  </a:cubicBezTo>
                  <a:cubicBezTo>
                    <a:pt x="1680" y="577"/>
                    <a:pt x="1680" y="578"/>
                    <a:pt x="1679" y="579"/>
                  </a:cubicBezTo>
                  <a:cubicBezTo>
                    <a:pt x="1678" y="580"/>
                    <a:pt x="1675" y="581"/>
                    <a:pt x="1674" y="580"/>
                  </a:cubicBezTo>
                  <a:cubicBezTo>
                    <a:pt x="1672" y="579"/>
                    <a:pt x="1669" y="578"/>
                    <a:pt x="1670" y="578"/>
                  </a:cubicBezTo>
                  <a:cubicBezTo>
                    <a:pt x="1670" y="577"/>
                    <a:pt x="1673" y="578"/>
                    <a:pt x="1673" y="576"/>
                  </a:cubicBezTo>
                  <a:cubicBezTo>
                    <a:pt x="1672" y="574"/>
                    <a:pt x="1671" y="574"/>
                    <a:pt x="1669" y="573"/>
                  </a:cubicBezTo>
                  <a:cubicBezTo>
                    <a:pt x="1666" y="572"/>
                    <a:pt x="1667" y="571"/>
                    <a:pt x="1665" y="569"/>
                  </a:cubicBezTo>
                  <a:cubicBezTo>
                    <a:pt x="1663" y="567"/>
                    <a:pt x="1663" y="565"/>
                    <a:pt x="1661" y="565"/>
                  </a:cubicBezTo>
                  <a:cubicBezTo>
                    <a:pt x="1659" y="564"/>
                    <a:pt x="1657" y="566"/>
                    <a:pt x="1657" y="564"/>
                  </a:cubicBezTo>
                  <a:cubicBezTo>
                    <a:pt x="1656" y="562"/>
                    <a:pt x="1656" y="561"/>
                    <a:pt x="1656" y="560"/>
                  </a:cubicBezTo>
                  <a:cubicBezTo>
                    <a:pt x="1656" y="558"/>
                    <a:pt x="1657" y="557"/>
                    <a:pt x="1656" y="555"/>
                  </a:cubicBezTo>
                  <a:cubicBezTo>
                    <a:pt x="1654" y="553"/>
                    <a:pt x="1654" y="552"/>
                    <a:pt x="1654" y="552"/>
                  </a:cubicBezTo>
                  <a:cubicBezTo>
                    <a:pt x="1654" y="551"/>
                    <a:pt x="1654" y="550"/>
                    <a:pt x="1655" y="549"/>
                  </a:cubicBezTo>
                  <a:cubicBezTo>
                    <a:pt x="1655" y="548"/>
                    <a:pt x="1657" y="548"/>
                    <a:pt x="1657" y="547"/>
                  </a:cubicBezTo>
                  <a:cubicBezTo>
                    <a:pt x="1657" y="545"/>
                    <a:pt x="1655" y="545"/>
                    <a:pt x="1654" y="545"/>
                  </a:cubicBezTo>
                  <a:cubicBezTo>
                    <a:pt x="1654" y="546"/>
                    <a:pt x="1651" y="546"/>
                    <a:pt x="1651" y="546"/>
                  </a:cubicBezTo>
                  <a:cubicBezTo>
                    <a:pt x="1650" y="546"/>
                    <a:pt x="1650" y="544"/>
                    <a:pt x="1650" y="543"/>
                  </a:cubicBezTo>
                  <a:cubicBezTo>
                    <a:pt x="1650" y="543"/>
                    <a:pt x="1650" y="542"/>
                    <a:pt x="1651" y="541"/>
                  </a:cubicBezTo>
                  <a:cubicBezTo>
                    <a:pt x="1652" y="541"/>
                    <a:pt x="1653" y="539"/>
                    <a:pt x="1653" y="539"/>
                  </a:cubicBezTo>
                  <a:cubicBezTo>
                    <a:pt x="1653" y="539"/>
                    <a:pt x="1652" y="538"/>
                    <a:pt x="1651" y="538"/>
                  </a:cubicBezTo>
                  <a:cubicBezTo>
                    <a:pt x="1650" y="539"/>
                    <a:pt x="1649" y="540"/>
                    <a:pt x="1648" y="540"/>
                  </a:cubicBezTo>
                  <a:cubicBezTo>
                    <a:pt x="1646" y="540"/>
                    <a:pt x="1645" y="540"/>
                    <a:pt x="1643" y="538"/>
                  </a:cubicBezTo>
                  <a:cubicBezTo>
                    <a:pt x="1642" y="537"/>
                    <a:pt x="1641" y="533"/>
                    <a:pt x="1640" y="532"/>
                  </a:cubicBezTo>
                  <a:cubicBezTo>
                    <a:pt x="1639" y="531"/>
                    <a:pt x="1637" y="529"/>
                    <a:pt x="1637" y="528"/>
                  </a:cubicBezTo>
                  <a:cubicBezTo>
                    <a:pt x="1638" y="527"/>
                    <a:pt x="1638" y="527"/>
                    <a:pt x="1639" y="526"/>
                  </a:cubicBezTo>
                  <a:cubicBezTo>
                    <a:pt x="1641" y="524"/>
                    <a:pt x="1642" y="525"/>
                    <a:pt x="1643" y="523"/>
                  </a:cubicBezTo>
                  <a:cubicBezTo>
                    <a:pt x="1644" y="520"/>
                    <a:pt x="1645" y="518"/>
                    <a:pt x="1644" y="518"/>
                  </a:cubicBezTo>
                  <a:cubicBezTo>
                    <a:pt x="1643" y="518"/>
                    <a:pt x="1642" y="520"/>
                    <a:pt x="1641" y="520"/>
                  </a:cubicBezTo>
                  <a:cubicBezTo>
                    <a:pt x="1641" y="520"/>
                    <a:pt x="1640" y="519"/>
                    <a:pt x="1639" y="519"/>
                  </a:cubicBezTo>
                  <a:cubicBezTo>
                    <a:pt x="1638" y="519"/>
                    <a:pt x="1638" y="519"/>
                    <a:pt x="1638" y="521"/>
                  </a:cubicBezTo>
                  <a:cubicBezTo>
                    <a:pt x="1638" y="523"/>
                    <a:pt x="1636" y="523"/>
                    <a:pt x="1635" y="522"/>
                  </a:cubicBezTo>
                  <a:cubicBezTo>
                    <a:pt x="1634" y="521"/>
                    <a:pt x="1634" y="517"/>
                    <a:pt x="1634" y="515"/>
                  </a:cubicBezTo>
                  <a:cubicBezTo>
                    <a:pt x="1635" y="513"/>
                    <a:pt x="1634" y="511"/>
                    <a:pt x="1636" y="509"/>
                  </a:cubicBezTo>
                  <a:cubicBezTo>
                    <a:pt x="1637" y="506"/>
                    <a:pt x="1637" y="504"/>
                    <a:pt x="1638" y="503"/>
                  </a:cubicBezTo>
                  <a:cubicBezTo>
                    <a:pt x="1638" y="502"/>
                    <a:pt x="1638" y="500"/>
                    <a:pt x="1637" y="498"/>
                  </a:cubicBezTo>
                  <a:cubicBezTo>
                    <a:pt x="1636" y="496"/>
                    <a:pt x="1635" y="496"/>
                    <a:pt x="1635" y="493"/>
                  </a:cubicBezTo>
                  <a:cubicBezTo>
                    <a:pt x="1635" y="491"/>
                    <a:pt x="1633" y="489"/>
                    <a:pt x="1633" y="489"/>
                  </a:cubicBezTo>
                  <a:cubicBezTo>
                    <a:pt x="1632" y="488"/>
                    <a:pt x="1624" y="485"/>
                    <a:pt x="1624" y="483"/>
                  </a:cubicBezTo>
                  <a:cubicBezTo>
                    <a:pt x="1623" y="481"/>
                    <a:pt x="1623" y="480"/>
                    <a:pt x="1623" y="479"/>
                  </a:cubicBezTo>
                  <a:cubicBezTo>
                    <a:pt x="1622" y="478"/>
                    <a:pt x="1618" y="474"/>
                    <a:pt x="1618" y="474"/>
                  </a:cubicBezTo>
                  <a:cubicBezTo>
                    <a:pt x="1617" y="474"/>
                    <a:pt x="1614" y="473"/>
                    <a:pt x="1613" y="471"/>
                  </a:cubicBezTo>
                  <a:cubicBezTo>
                    <a:pt x="1612" y="470"/>
                    <a:pt x="1611" y="469"/>
                    <a:pt x="1610" y="469"/>
                  </a:cubicBezTo>
                  <a:cubicBezTo>
                    <a:pt x="1608" y="470"/>
                    <a:pt x="1607" y="469"/>
                    <a:pt x="1605" y="470"/>
                  </a:cubicBezTo>
                  <a:cubicBezTo>
                    <a:pt x="1604" y="472"/>
                    <a:pt x="1604" y="472"/>
                    <a:pt x="1603" y="473"/>
                  </a:cubicBezTo>
                  <a:cubicBezTo>
                    <a:pt x="1601" y="473"/>
                    <a:pt x="1599" y="473"/>
                    <a:pt x="1598" y="474"/>
                  </a:cubicBezTo>
                  <a:cubicBezTo>
                    <a:pt x="1597" y="475"/>
                    <a:pt x="1596" y="477"/>
                    <a:pt x="1595" y="477"/>
                  </a:cubicBezTo>
                  <a:cubicBezTo>
                    <a:pt x="1594" y="478"/>
                    <a:pt x="1593" y="478"/>
                    <a:pt x="1592" y="479"/>
                  </a:cubicBezTo>
                  <a:cubicBezTo>
                    <a:pt x="1591" y="479"/>
                    <a:pt x="1591" y="481"/>
                    <a:pt x="1589" y="479"/>
                  </a:cubicBezTo>
                  <a:cubicBezTo>
                    <a:pt x="1587" y="478"/>
                    <a:pt x="1584" y="477"/>
                    <a:pt x="1583" y="476"/>
                  </a:cubicBezTo>
                  <a:cubicBezTo>
                    <a:pt x="1581" y="476"/>
                    <a:pt x="1580" y="473"/>
                    <a:pt x="1580" y="473"/>
                  </a:cubicBezTo>
                  <a:cubicBezTo>
                    <a:pt x="1580" y="472"/>
                    <a:pt x="1581" y="471"/>
                    <a:pt x="1580" y="470"/>
                  </a:cubicBezTo>
                  <a:cubicBezTo>
                    <a:pt x="1579" y="469"/>
                    <a:pt x="1578" y="469"/>
                    <a:pt x="1578" y="468"/>
                  </a:cubicBezTo>
                  <a:cubicBezTo>
                    <a:pt x="1578" y="467"/>
                    <a:pt x="1577" y="467"/>
                    <a:pt x="1577" y="466"/>
                  </a:cubicBezTo>
                  <a:cubicBezTo>
                    <a:pt x="1578" y="465"/>
                    <a:pt x="1578" y="464"/>
                    <a:pt x="1577" y="464"/>
                  </a:cubicBezTo>
                  <a:cubicBezTo>
                    <a:pt x="1576" y="464"/>
                    <a:pt x="1575" y="464"/>
                    <a:pt x="1574" y="465"/>
                  </a:cubicBezTo>
                  <a:cubicBezTo>
                    <a:pt x="1573" y="466"/>
                    <a:pt x="1573" y="466"/>
                    <a:pt x="1571" y="466"/>
                  </a:cubicBezTo>
                  <a:cubicBezTo>
                    <a:pt x="1570" y="466"/>
                    <a:pt x="1568" y="465"/>
                    <a:pt x="1567" y="465"/>
                  </a:cubicBezTo>
                  <a:cubicBezTo>
                    <a:pt x="1567" y="465"/>
                    <a:pt x="1566" y="465"/>
                    <a:pt x="1566" y="463"/>
                  </a:cubicBezTo>
                  <a:cubicBezTo>
                    <a:pt x="1566" y="461"/>
                    <a:pt x="1567" y="461"/>
                    <a:pt x="1566" y="460"/>
                  </a:cubicBezTo>
                  <a:cubicBezTo>
                    <a:pt x="1565" y="460"/>
                    <a:pt x="1565" y="460"/>
                    <a:pt x="1563" y="461"/>
                  </a:cubicBezTo>
                  <a:cubicBezTo>
                    <a:pt x="1561" y="462"/>
                    <a:pt x="1560" y="462"/>
                    <a:pt x="1559" y="462"/>
                  </a:cubicBezTo>
                  <a:cubicBezTo>
                    <a:pt x="1557" y="462"/>
                    <a:pt x="1557" y="462"/>
                    <a:pt x="1555" y="462"/>
                  </a:cubicBezTo>
                  <a:cubicBezTo>
                    <a:pt x="1554" y="462"/>
                    <a:pt x="1552" y="463"/>
                    <a:pt x="1552" y="462"/>
                  </a:cubicBezTo>
                  <a:cubicBezTo>
                    <a:pt x="1551" y="462"/>
                    <a:pt x="1550" y="461"/>
                    <a:pt x="1550" y="460"/>
                  </a:cubicBezTo>
                  <a:cubicBezTo>
                    <a:pt x="1549" y="459"/>
                    <a:pt x="1548" y="458"/>
                    <a:pt x="1547" y="458"/>
                  </a:cubicBezTo>
                  <a:cubicBezTo>
                    <a:pt x="1545" y="459"/>
                    <a:pt x="1545" y="460"/>
                    <a:pt x="1543" y="462"/>
                  </a:cubicBezTo>
                  <a:cubicBezTo>
                    <a:pt x="1542" y="463"/>
                    <a:pt x="1541" y="463"/>
                    <a:pt x="1541" y="463"/>
                  </a:cubicBezTo>
                  <a:cubicBezTo>
                    <a:pt x="1540" y="462"/>
                    <a:pt x="1539" y="462"/>
                    <a:pt x="1537" y="463"/>
                  </a:cubicBezTo>
                  <a:cubicBezTo>
                    <a:pt x="1536" y="465"/>
                    <a:pt x="1535" y="466"/>
                    <a:pt x="1535" y="465"/>
                  </a:cubicBezTo>
                  <a:cubicBezTo>
                    <a:pt x="1534" y="465"/>
                    <a:pt x="1532" y="463"/>
                    <a:pt x="1532" y="463"/>
                  </a:cubicBezTo>
                  <a:cubicBezTo>
                    <a:pt x="1532" y="463"/>
                    <a:pt x="1530" y="461"/>
                    <a:pt x="1529" y="460"/>
                  </a:cubicBezTo>
                  <a:cubicBezTo>
                    <a:pt x="1529" y="458"/>
                    <a:pt x="1529" y="455"/>
                    <a:pt x="1527" y="456"/>
                  </a:cubicBezTo>
                  <a:cubicBezTo>
                    <a:pt x="1525" y="457"/>
                    <a:pt x="1526" y="460"/>
                    <a:pt x="1526" y="461"/>
                  </a:cubicBezTo>
                  <a:cubicBezTo>
                    <a:pt x="1526" y="463"/>
                    <a:pt x="1526" y="465"/>
                    <a:pt x="1524" y="465"/>
                  </a:cubicBezTo>
                  <a:cubicBezTo>
                    <a:pt x="1523" y="465"/>
                    <a:pt x="1522" y="464"/>
                    <a:pt x="1521" y="463"/>
                  </a:cubicBezTo>
                  <a:cubicBezTo>
                    <a:pt x="1521" y="462"/>
                    <a:pt x="1518" y="461"/>
                    <a:pt x="1515" y="462"/>
                  </a:cubicBezTo>
                  <a:cubicBezTo>
                    <a:pt x="1512" y="462"/>
                    <a:pt x="1511" y="463"/>
                    <a:pt x="1509" y="463"/>
                  </a:cubicBezTo>
                  <a:cubicBezTo>
                    <a:pt x="1506" y="462"/>
                    <a:pt x="1504" y="461"/>
                    <a:pt x="1503" y="463"/>
                  </a:cubicBezTo>
                  <a:cubicBezTo>
                    <a:pt x="1502" y="464"/>
                    <a:pt x="1500" y="464"/>
                    <a:pt x="1499" y="465"/>
                  </a:cubicBezTo>
                  <a:cubicBezTo>
                    <a:pt x="1498" y="466"/>
                    <a:pt x="1498" y="467"/>
                    <a:pt x="1495" y="466"/>
                  </a:cubicBezTo>
                  <a:cubicBezTo>
                    <a:pt x="1491" y="465"/>
                    <a:pt x="1486" y="464"/>
                    <a:pt x="1484" y="465"/>
                  </a:cubicBezTo>
                  <a:cubicBezTo>
                    <a:pt x="1483" y="466"/>
                    <a:pt x="1480" y="466"/>
                    <a:pt x="1479" y="467"/>
                  </a:cubicBezTo>
                  <a:cubicBezTo>
                    <a:pt x="1478" y="469"/>
                    <a:pt x="1479" y="470"/>
                    <a:pt x="1482" y="470"/>
                  </a:cubicBezTo>
                  <a:cubicBezTo>
                    <a:pt x="1484" y="470"/>
                    <a:pt x="1486" y="469"/>
                    <a:pt x="1487" y="469"/>
                  </a:cubicBezTo>
                  <a:cubicBezTo>
                    <a:pt x="1489" y="469"/>
                    <a:pt x="1490" y="469"/>
                    <a:pt x="1491" y="470"/>
                  </a:cubicBezTo>
                  <a:cubicBezTo>
                    <a:pt x="1491" y="470"/>
                    <a:pt x="1492" y="470"/>
                    <a:pt x="1492" y="472"/>
                  </a:cubicBezTo>
                  <a:cubicBezTo>
                    <a:pt x="1491" y="473"/>
                    <a:pt x="1491" y="474"/>
                    <a:pt x="1493" y="474"/>
                  </a:cubicBezTo>
                  <a:cubicBezTo>
                    <a:pt x="1494" y="474"/>
                    <a:pt x="1495" y="473"/>
                    <a:pt x="1496" y="472"/>
                  </a:cubicBezTo>
                  <a:cubicBezTo>
                    <a:pt x="1497" y="471"/>
                    <a:pt x="1499" y="471"/>
                    <a:pt x="1501" y="470"/>
                  </a:cubicBezTo>
                  <a:cubicBezTo>
                    <a:pt x="1503" y="470"/>
                    <a:pt x="1501" y="471"/>
                    <a:pt x="1500" y="472"/>
                  </a:cubicBezTo>
                  <a:cubicBezTo>
                    <a:pt x="1499" y="473"/>
                    <a:pt x="1499" y="474"/>
                    <a:pt x="1499" y="475"/>
                  </a:cubicBezTo>
                  <a:cubicBezTo>
                    <a:pt x="1499" y="476"/>
                    <a:pt x="1498" y="477"/>
                    <a:pt x="1497" y="477"/>
                  </a:cubicBezTo>
                  <a:cubicBezTo>
                    <a:pt x="1497" y="477"/>
                    <a:pt x="1495" y="477"/>
                    <a:pt x="1495" y="478"/>
                  </a:cubicBezTo>
                  <a:cubicBezTo>
                    <a:pt x="1495" y="479"/>
                    <a:pt x="1496" y="480"/>
                    <a:pt x="1495" y="480"/>
                  </a:cubicBezTo>
                  <a:cubicBezTo>
                    <a:pt x="1493" y="480"/>
                    <a:pt x="1492" y="480"/>
                    <a:pt x="1492" y="481"/>
                  </a:cubicBezTo>
                  <a:cubicBezTo>
                    <a:pt x="1492" y="482"/>
                    <a:pt x="1492" y="483"/>
                    <a:pt x="1494" y="484"/>
                  </a:cubicBezTo>
                  <a:cubicBezTo>
                    <a:pt x="1496" y="485"/>
                    <a:pt x="1496" y="485"/>
                    <a:pt x="1498" y="485"/>
                  </a:cubicBezTo>
                  <a:cubicBezTo>
                    <a:pt x="1499" y="485"/>
                    <a:pt x="1500" y="484"/>
                    <a:pt x="1502" y="486"/>
                  </a:cubicBezTo>
                  <a:cubicBezTo>
                    <a:pt x="1503" y="488"/>
                    <a:pt x="1503" y="488"/>
                    <a:pt x="1505" y="489"/>
                  </a:cubicBezTo>
                  <a:cubicBezTo>
                    <a:pt x="1506" y="489"/>
                    <a:pt x="1507" y="491"/>
                    <a:pt x="1506" y="492"/>
                  </a:cubicBezTo>
                  <a:cubicBezTo>
                    <a:pt x="1506" y="493"/>
                    <a:pt x="1505" y="493"/>
                    <a:pt x="1504" y="494"/>
                  </a:cubicBezTo>
                  <a:cubicBezTo>
                    <a:pt x="1502" y="495"/>
                    <a:pt x="1499" y="496"/>
                    <a:pt x="1499" y="495"/>
                  </a:cubicBezTo>
                  <a:cubicBezTo>
                    <a:pt x="1499" y="493"/>
                    <a:pt x="1502" y="493"/>
                    <a:pt x="1500" y="491"/>
                  </a:cubicBezTo>
                  <a:cubicBezTo>
                    <a:pt x="1498" y="490"/>
                    <a:pt x="1495" y="489"/>
                    <a:pt x="1495" y="489"/>
                  </a:cubicBezTo>
                  <a:cubicBezTo>
                    <a:pt x="1494" y="488"/>
                    <a:pt x="1494" y="486"/>
                    <a:pt x="1493" y="485"/>
                  </a:cubicBezTo>
                  <a:cubicBezTo>
                    <a:pt x="1492" y="485"/>
                    <a:pt x="1491" y="484"/>
                    <a:pt x="1490" y="483"/>
                  </a:cubicBezTo>
                  <a:cubicBezTo>
                    <a:pt x="1489" y="483"/>
                    <a:pt x="1488" y="482"/>
                    <a:pt x="1487" y="481"/>
                  </a:cubicBezTo>
                  <a:cubicBezTo>
                    <a:pt x="1485" y="481"/>
                    <a:pt x="1482" y="480"/>
                    <a:pt x="1482" y="481"/>
                  </a:cubicBezTo>
                  <a:cubicBezTo>
                    <a:pt x="1482" y="482"/>
                    <a:pt x="1483" y="483"/>
                    <a:pt x="1484" y="484"/>
                  </a:cubicBezTo>
                  <a:cubicBezTo>
                    <a:pt x="1485" y="485"/>
                    <a:pt x="1486" y="485"/>
                    <a:pt x="1486" y="486"/>
                  </a:cubicBezTo>
                  <a:cubicBezTo>
                    <a:pt x="1486" y="488"/>
                    <a:pt x="1486" y="489"/>
                    <a:pt x="1485" y="490"/>
                  </a:cubicBezTo>
                  <a:cubicBezTo>
                    <a:pt x="1484" y="491"/>
                    <a:pt x="1482" y="493"/>
                    <a:pt x="1481" y="491"/>
                  </a:cubicBezTo>
                  <a:cubicBezTo>
                    <a:pt x="1481" y="490"/>
                    <a:pt x="1481" y="489"/>
                    <a:pt x="1481" y="488"/>
                  </a:cubicBezTo>
                  <a:cubicBezTo>
                    <a:pt x="1480" y="487"/>
                    <a:pt x="1478" y="486"/>
                    <a:pt x="1477" y="486"/>
                  </a:cubicBezTo>
                  <a:cubicBezTo>
                    <a:pt x="1476" y="486"/>
                    <a:pt x="1474" y="489"/>
                    <a:pt x="1473" y="489"/>
                  </a:cubicBezTo>
                  <a:cubicBezTo>
                    <a:pt x="1473" y="489"/>
                    <a:pt x="1471" y="492"/>
                    <a:pt x="1470" y="491"/>
                  </a:cubicBezTo>
                  <a:cubicBezTo>
                    <a:pt x="1468" y="489"/>
                    <a:pt x="1467" y="488"/>
                    <a:pt x="1465" y="487"/>
                  </a:cubicBezTo>
                  <a:cubicBezTo>
                    <a:pt x="1463" y="485"/>
                    <a:pt x="1462" y="487"/>
                    <a:pt x="1462" y="484"/>
                  </a:cubicBezTo>
                  <a:cubicBezTo>
                    <a:pt x="1463" y="481"/>
                    <a:pt x="1461" y="478"/>
                    <a:pt x="1460" y="479"/>
                  </a:cubicBezTo>
                  <a:cubicBezTo>
                    <a:pt x="1460" y="480"/>
                    <a:pt x="1460" y="483"/>
                    <a:pt x="1459" y="483"/>
                  </a:cubicBezTo>
                  <a:cubicBezTo>
                    <a:pt x="1457" y="482"/>
                    <a:pt x="1455" y="481"/>
                    <a:pt x="1454" y="479"/>
                  </a:cubicBezTo>
                  <a:cubicBezTo>
                    <a:pt x="1453" y="477"/>
                    <a:pt x="1453" y="477"/>
                    <a:pt x="1451" y="476"/>
                  </a:cubicBezTo>
                  <a:cubicBezTo>
                    <a:pt x="1448" y="475"/>
                    <a:pt x="1447" y="475"/>
                    <a:pt x="1445" y="476"/>
                  </a:cubicBezTo>
                  <a:cubicBezTo>
                    <a:pt x="1442" y="477"/>
                    <a:pt x="1440" y="478"/>
                    <a:pt x="1442" y="478"/>
                  </a:cubicBezTo>
                  <a:cubicBezTo>
                    <a:pt x="1443" y="479"/>
                    <a:pt x="1443" y="480"/>
                    <a:pt x="1445" y="479"/>
                  </a:cubicBezTo>
                  <a:cubicBezTo>
                    <a:pt x="1447" y="479"/>
                    <a:pt x="1447" y="479"/>
                    <a:pt x="1449" y="479"/>
                  </a:cubicBezTo>
                  <a:cubicBezTo>
                    <a:pt x="1450" y="480"/>
                    <a:pt x="1452" y="480"/>
                    <a:pt x="1451" y="481"/>
                  </a:cubicBezTo>
                  <a:cubicBezTo>
                    <a:pt x="1451" y="481"/>
                    <a:pt x="1449" y="482"/>
                    <a:pt x="1448" y="481"/>
                  </a:cubicBezTo>
                  <a:cubicBezTo>
                    <a:pt x="1447" y="480"/>
                    <a:pt x="1447" y="480"/>
                    <a:pt x="1445" y="481"/>
                  </a:cubicBezTo>
                  <a:cubicBezTo>
                    <a:pt x="1443" y="481"/>
                    <a:pt x="1443" y="481"/>
                    <a:pt x="1441" y="482"/>
                  </a:cubicBezTo>
                  <a:cubicBezTo>
                    <a:pt x="1438" y="482"/>
                    <a:pt x="1435" y="481"/>
                    <a:pt x="1433" y="480"/>
                  </a:cubicBezTo>
                  <a:cubicBezTo>
                    <a:pt x="1431" y="479"/>
                    <a:pt x="1431" y="477"/>
                    <a:pt x="1427" y="477"/>
                  </a:cubicBezTo>
                  <a:cubicBezTo>
                    <a:pt x="1423" y="476"/>
                    <a:pt x="1421" y="475"/>
                    <a:pt x="1421" y="474"/>
                  </a:cubicBezTo>
                  <a:cubicBezTo>
                    <a:pt x="1420" y="473"/>
                    <a:pt x="1419" y="469"/>
                    <a:pt x="1418" y="470"/>
                  </a:cubicBezTo>
                  <a:cubicBezTo>
                    <a:pt x="1417" y="470"/>
                    <a:pt x="1417" y="471"/>
                    <a:pt x="1417" y="473"/>
                  </a:cubicBezTo>
                  <a:cubicBezTo>
                    <a:pt x="1417" y="476"/>
                    <a:pt x="1417" y="477"/>
                    <a:pt x="1415" y="477"/>
                  </a:cubicBezTo>
                  <a:cubicBezTo>
                    <a:pt x="1414" y="477"/>
                    <a:pt x="1410" y="477"/>
                    <a:pt x="1410" y="477"/>
                  </a:cubicBezTo>
                  <a:cubicBezTo>
                    <a:pt x="1410" y="477"/>
                    <a:pt x="1409" y="476"/>
                    <a:pt x="1409" y="475"/>
                  </a:cubicBezTo>
                  <a:cubicBezTo>
                    <a:pt x="1409" y="474"/>
                    <a:pt x="1409" y="472"/>
                    <a:pt x="1408" y="473"/>
                  </a:cubicBezTo>
                  <a:cubicBezTo>
                    <a:pt x="1408" y="473"/>
                    <a:pt x="1409" y="476"/>
                    <a:pt x="1407" y="477"/>
                  </a:cubicBezTo>
                  <a:cubicBezTo>
                    <a:pt x="1406" y="478"/>
                    <a:pt x="1406" y="478"/>
                    <a:pt x="1404" y="479"/>
                  </a:cubicBezTo>
                  <a:cubicBezTo>
                    <a:pt x="1402" y="480"/>
                    <a:pt x="1399" y="480"/>
                    <a:pt x="1398" y="481"/>
                  </a:cubicBezTo>
                  <a:cubicBezTo>
                    <a:pt x="1396" y="482"/>
                    <a:pt x="1394" y="483"/>
                    <a:pt x="1392" y="482"/>
                  </a:cubicBezTo>
                  <a:cubicBezTo>
                    <a:pt x="1391" y="481"/>
                    <a:pt x="1388" y="481"/>
                    <a:pt x="1388" y="480"/>
                  </a:cubicBezTo>
                  <a:cubicBezTo>
                    <a:pt x="1388" y="479"/>
                    <a:pt x="1390" y="476"/>
                    <a:pt x="1388" y="476"/>
                  </a:cubicBezTo>
                  <a:cubicBezTo>
                    <a:pt x="1387" y="476"/>
                    <a:pt x="1388" y="479"/>
                    <a:pt x="1386" y="479"/>
                  </a:cubicBezTo>
                  <a:cubicBezTo>
                    <a:pt x="1384" y="479"/>
                    <a:pt x="1381" y="476"/>
                    <a:pt x="1382" y="479"/>
                  </a:cubicBezTo>
                  <a:cubicBezTo>
                    <a:pt x="1382" y="481"/>
                    <a:pt x="1384" y="483"/>
                    <a:pt x="1384" y="484"/>
                  </a:cubicBezTo>
                  <a:cubicBezTo>
                    <a:pt x="1385" y="485"/>
                    <a:pt x="1386" y="486"/>
                    <a:pt x="1383" y="487"/>
                  </a:cubicBezTo>
                  <a:cubicBezTo>
                    <a:pt x="1381" y="487"/>
                    <a:pt x="1379" y="489"/>
                    <a:pt x="1378" y="490"/>
                  </a:cubicBezTo>
                  <a:cubicBezTo>
                    <a:pt x="1378" y="492"/>
                    <a:pt x="1378" y="493"/>
                    <a:pt x="1377" y="494"/>
                  </a:cubicBezTo>
                  <a:cubicBezTo>
                    <a:pt x="1376" y="495"/>
                    <a:pt x="1376" y="496"/>
                    <a:pt x="1376" y="496"/>
                  </a:cubicBezTo>
                  <a:cubicBezTo>
                    <a:pt x="1375" y="496"/>
                    <a:pt x="1374" y="497"/>
                    <a:pt x="1372" y="497"/>
                  </a:cubicBezTo>
                  <a:cubicBezTo>
                    <a:pt x="1372" y="497"/>
                    <a:pt x="1371" y="498"/>
                    <a:pt x="1369" y="498"/>
                  </a:cubicBezTo>
                  <a:cubicBezTo>
                    <a:pt x="1365" y="500"/>
                    <a:pt x="1364" y="502"/>
                    <a:pt x="1363" y="503"/>
                  </a:cubicBezTo>
                  <a:cubicBezTo>
                    <a:pt x="1362" y="504"/>
                    <a:pt x="1361" y="504"/>
                    <a:pt x="1360" y="503"/>
                  </a:cubicBezTo>
                  <a:cubicBezTo>
                    <a:pt x="1359" y="502"/>
                    <a:pt x="1358" y="501"/>
                    <a:pt x="1357" y="501"/>
                  </a:cubicBezTo>
                  <a:cubicBezTo>
                    <a:pt x="1356" y="501"/>
                    <a:pt x="1355" y="499"/>
                    <a:pt x="1354" y="499"/>
                  </a:cubicBezTo>
                  <a:cubicBezTo>
                    <a:pt x="1353" y="499"/>
                    <a:pt x="1352" y="501"/>
                    <a:pt x="1352" y="501"/>
                  </a:cubicBezTo>
                  <a:cubicBezTo>
                    <a:pt x="1352" y="501"/>
                    <a:pt x="1350" y="501"/>
                    <a:pt x="1350" y="501"/>
                  </a:cubicBezTo>
                  <a:cubicBezTo>
                    <a:pt x="1351" y="502"/>
                    <a:pt x="1352" y="503"/>
                    <a:pt x="1353" y="504"/>
                  </a:cubicBezTo>
                  <a:cubicBezTo>
                    <a:pt x="1354" y="505"/>
                    <a:pt x="1353" y="506"/>
                    <a:pt x="1355" y="506"/>
                  </a:cubicBezTo>
                  <a:cubicBezTo>
                    <a:pt x="1357" y="506"/>
                    <a:pt x="1358" y="505"/>
                    <a:pt x="1358" y="505"/>
                  </a:cubicBezTo>
                  <a:cubicBezTo>
                    <a:pt x="1357" y="506"/>
                    <a:pt x="1356" y="506"/>
                    <a:pt x="1355" y="507"/>
                  </a:cubicBezTo>
                  <a:cubicBezTo>
                    <a:pt x="1353" y="508"/>
                    <a:pt x="1352" y="508"/>
                    <a:pt x="1352" y="509"/>
                  </a:cubicBezTo>
                  <a:cubicBezTo>
                    <a:pt x="1351" y="510"/>
                    <a:pt x="1349" y="512"/>
                    <a:pt x="1349" y="510"/>
                  </a:cubicBezTo>
                  <a:cubicBezTo>
                    <a:pt x="1349" y="508"/>
                    <a:pt x="1349" y="508"/>
                    <a:pt x="1348" y="507"/>
                  </a:cubicBezTo>
                  <a:cubicBezTo>
                    <a:pt x="1348" y="506"/>
                    <a:pt x="1348" y="505"/>
                    <a:pt x="1347" y="506"/>
                  </a:cubicBezTo>
                  <a:cubicBezTo>
                    <a:pt x="1345" y="508"/>
                    <a:pt x="1346" y="508"/>
                    <a:pt x="1345" y="509"/>
                  </a:cubicBezTo>
                  <a:cubicBezTo>
                    <a:pt x="1344" y="511"/>
                    <a:pt x="1344" y="511"/>
                    <a:pt x="1343" y="511"/>
                  </a:cubicBezTo>
                  <a:cubicBezTo>
                    <a:pt x="1342" y="511"/>
                    <a:pt x="1341" y="511"/>
                    <a:pt x="1341" y="512"/>
                  </a:cubicBezTo>
                  <a:cubicBezTo>
                    <a:pt x="1342" y="513"/>
                    <a:pt x="1344" y="514"/>
                    <a:pt x="1345" y="514"/>
                  </a:cubicBezTo>
                  <a:cubicBezTo>
                    <a:pt x="1346" y="514"/>
                    <a:pt x="1347" y="512"/>
                    <a:pt x="1347" y="513"/>
                  </a:cubicBezTo>
                  <a:cubicBezTo>
                    <a:pt x="1347" y="514"/>
                    <a:pt x="1346" y="514"/>
                    <a:pt x="1345" y="515"/>
                  </a:cubicBezTo>
                  <a:cubicBezTo>
                    <a:pt x="1344" y="516"/>
                    <a:pt x="1344" y="517"/>
                    <a:pt x="1343" y="517"/>
                  </a:cubicBezTo>
                  <a:cubicBezTo>
                    <a:pt x="1342" y="517"/>
                    <a:pt x="1341" y="515"/>
                    <a:pt x="1341" y="515"/>
                  </a:cubicBezTo>
                  <a:cubicBezTo>
                    <a:pt x="1341" y="515"/>
                    <a:pt x="1340" y="515"/>
                    <a:pt x="1340" y="516"/>
                  </a:cubicBezTo>
                  <a:cubicBezTo>
                    <a:pt x="1339" y="517"/>
                    <a:pt x="1340" y="518"/>
                    <a:pt x="1338" y="519"/>
                  </a:cubicBezTo>
                  <a:cubicBezTo>
                    <a:pt x="1337" y="519"/>
                    <a:pt x="1334" y="519"/>
                    <a:pt x="1334" y="519"/>
                  </a:cubicBezTo>
                  <a:cubicBezTo>
                    <a:pt x="1334" y="519"/>
                    <a:pt x="1332" y="518"/>
                    <a:pt x="1333" y="520"/>
                  </a:cubicBezTo>
                  <a:cubicBezTo>
                    <a:pt x="1333" y="521"/>
                    <a:pt x="1334" y="521"/>
                    <a:pt x="1336" y="522"/>
                  </a:cubicBezTo>
                  <a:cubicBezTo>
                    <a:pt x="1337" y="523"/>
                    <a:pt x="1338" y="522"/>
                    <a:pt x="1339" y="521"/>
                  </a:cubicBezTo>
                  <a:cubicBezTo>
                    <a:pt x="1340" y="520"/>
                    <a:pt x="1342" y="519"/>
                    <a:pt x="1341" y="521"/>
                  </a:cubicBezTo>
                  <a:cubicBezTo>
                    <a:pt x="1341" y="522"/>
                    <a:pt x="1339" y="523"/>
                    <a:pt x="1338" y="524"/>
                  </a:cubicBezTo>
                  <a:cubicBezTo>
                    <a:pt x="1338" y="525"/>
                    <a:pt x="1336" y="526"/>
                    <a:pt x="1336" y="527"/>
                  </a:cubicBezTo>
                  <a:cubicBezTo>
                    <a:pt x="1335" y="528"/>
                    <a:pt x="1336" y="530"/>
                    <a:pt x="1335" y="530"/>
                  </a:cubicBezTo>
                  <a:cubicBezTo>
                    <a:pt x="1334" y="531"/>
                    <a:pt x="1333" y="531"/>
                    <a:pt x="1332" y="531"/>
                  </a:cubicBezTo>
                  <a:cubicBezTo>
                    <a:pt x="1332" y="531"/>
                    <a:pt x="1330" y="532"/>
                    <a:pt x="1329" y="530"/>
                  </a:cubicBezTo>
                  <a:cubicBezTo>
                    <a:pt x="1328" y="529"/>
                    <a:pt x="1327" y="527"/>
                    <a:pt x="1326" y="529"/>
                  </a:cubicBezTo>
                  <a:cubicBezTo>
                    <a:pt x="1326" y="530"/>
                    <a:pt x="1325" y="533"/>
                    <a:pt x="1326" y="533"/>
                  </a:cubicBezTo>
                  <a:cubicBezTo>
                    <a:pt x="1327" y="534"/>
                    <a:pt x="1330" y="534"/>
                    <a:pt x="1330" y="534"/>
                  </a:cubicBezTo>
                  <a:cubicBezTo>
                    <a:pt x="1331" y="534"/>
                    <a:pt x="1331" y="535"/>
                    <a:pt x="1331" y="536"/>
                  </a:cubicBezTo>
                  <a:cubicBezTo>
                    <a:pt x="1331" y="538"/>
                    <a:pt x="1331" y="537"/>
                    <a:pt x="1331" y="539"/>
                  </a:cubicBezTo>
                  <a:cubicBezTo>
                    <a:pt x="1332" y="541"/>
                    <a:pt x="1331" y="543"/>
                    <a:pt x="1333" y="544"/>
                  </a:cubicBezTo>
                  <a:cubicBezTo>
                    <a:pt x="1334" y="545"/>
                    <a:pt x="1332" y="547"/>
                    <a:pt x="1333" y="549"/>
                  </a:cubicBezTo>
                  <a:cubicBezTo>
                    <a:pt x="1334" y="551"/>
                    <a:pt x="1334" y="552"/>
                    <a:pt x="1336" y="555"/>
                  </a:cubicBezTo>
                  <a:cubicBezTo>
                    <a:pt x="1337" y="558"/>
                    <a:pt x="1338" y="559"/>
                    <a:pt x="1338" y="560"/>
                  </a:cubicBezTo>
                  <a:cubicBezTo>
                    <a:pt x="1338" y="561"/>
                    <a:pt x="1338" y="562"/>
                    <a:pt x="1338" y="563"/>
                  </a:cubicBezTo>
                  <a:cubicBezTo>
                    <a:pt x="1336" y="563"/>
                    <a:pt x="1334" y="564"/>
                    <a:pt x="1333" y="563"/>
                  </a:cubicBezTo>
                  <a:cubicBezTo>
                    <a:pt x="1332" y="563"/>
                    <a:pt x="1332" y="562"/>
                    <a:pt x="1331" y="562"/>
                  </a:cubicBezTo>
                  <a:cubicBezTo>
                    <a:pt x="1330" y="560"/>
                    <a:pt x="1328" y="559"/>
                    <a:pt x="1327" y="559"/>
                  </a:cubicBezTo>
                  <a:cubicBezTo>
                    <a:pt x="1326" y="558"/>
                    <a:pt x="1324" y="558"/>
                    <a:pt x="1323" y="558"/>
                  </a:cubicBezTo>
                  <a:cubicBezTo>
                    <a:pt x="1320" y="558"/>
                    <a:pt x="1318" y="558"/>
                    <a:pt x="1316" y="557"/>
                  </a:cubicBezTo>
                  <a:cubicBezTo>
                    <a:pt x="1314" y="557"/>
                    <a:pt x="1312" y="556"/>
                    <a:pt x="1310" y="555"/>
                  </a:cubicBezTo>
                  <a:cubicBezTo>
                    <a:pt x="1306" y="553"/>
                    <a:pt x="1300" y="551"/>
                    <a:pt x="1300" y="550"/>
                  </a:cubicBezTo>
                  <a:cubicBezTo>
                    <a:pt x="1299" y="549"/>
                    <a:pt x="1297" y="546"/>
                    <a:pt x="1296" y="542"/>
                  </a:cubicBezTo>
                  <a:cubicBezTo>
                    <a:pt x="1295" y="540"/>
                    <a:pt x="1294" y="537"/>
                    <a:pt x="1294" y="535"/>
                  </a:cubicBezTo>
                  <a:cubicBezTo>
                    <a:pt x="1294" y="533"/>
                    <a:pt x="1294" y="532"/>
                    <a:pt x="1294" y="530"/>
                  </a:cubicBezTo>
                  <a:cubicBezTo>
                    <a:pt x="1293" y="528"/>
                    <a:pt x="1293" y="527"/>
                    <a:pt x="1292" y="526"/>
                  </a:cubicBezTo>
                  <a:cubicBezTo>
                    <a:pt x="1292" y="524"/>
                    <a:pt x="1289" y="523"/>
                    <a:pt x="1287" y="522"/>
                  </a:cubicBezTo>
                  <a:cubicBezTo>
                    <a:pt x="1286" y="522"/>
                    <a:pt x="1285" y="521"/>
                    <a:pt x="1284" y="521"/>
                  </a:cubicBezTo>
                  <a:cubicBezTo>
                    <a:pt x="1283" y="520"/>
                    <a:pt x="1278" y="512"/>
                    <a:pt x="1274" y="504"/>
                  </a:cubicBezTo>
                  <a:cubicBezTo>
                    <a:pt x="1269" y="497"/>
                    <a:pt x="1265" y="490"/>
                    <a:pt x="1264" y="488"/>
                  </a:cubicBezTo>
                  <a:cubicBezTo>
                    <a:pt x="1262" y="486"/>
                    <a:pt x="1259" y="482"/>
                    <a:pt x="1255" y="479"/>
                  </a:cubicBezTo>
                  <a:cubicBezTo>
                    <a:pt x="1253" y="477"/>
                    <a:pt x="1250" y="475"/>
                    <a:pt x="1248" y="475"/>
                  </a:cubicBezTo>
                  <a:cubicBezTo>
                    <a:pt x="1245" y="474"/>
                    <a:pt x="1240" y="473"/>
                    <a:pt x="1235" y="474"/>
                  </a:cubicBezTo>
                  <a:cubicBezTo>
                    <a:pt x="1230" y="474"/>
                    <a:pt x="1226" y="475"/>
                    <a:pt x="1224" y="477"/>
                  </a:cubicBezTo>
                  <a:cubicBezTo>
                    <a:pt x="1223" y="478"/>
                    <a:pt x="1221" y="481"/>
                    <a:pt x="1219" y="484"/>
                  </a:cubicBezTo>
                  <a:cubicBezTo>
                    <a:pt x="1217" y="488"/>
                    <a:pt x="1214" y="492"/>
                    <a:pt x="1213" y="492"/>
                  </a:cubicBezTo>
                  <a:cubicBezTo>
                    <a:pt x="1211" y="492"/>
                    <a:pt x="1207" y="490"/>
                    <a:pt x="1203" y="488"/>
                  </a:cubicBezTo>
                  <a:cubicBezTo>
                    <a:pt x="1198" y="485"/>
                    <a:pt x="1194" y="482"/>
                    <a:pt x="1191" y="480"/>
                  </a:cubicBezTo>
                  <a:cubicBezTo>
                    <a:pt x="1187" y="476"/>
                    <a:pt x="1186" y="474"/>
                    <a:pt x="1185" y="470"/>
                  </a:cubicBezTo>
                  <a:cubicBezTo>
                    <a:pt x="1185" y="470"/>
                    <a:pt x="1185" y="469"/>
                    <a:pt x="1185" y="469"/>
                  </a:cubicBezTo>
                  <a:cubicBezTo>
                    <a:pt x="1184" y="466"/>
                    <a:pt x="1183" y="463"/>
                    <a:pt x="1182" y="461"/>
                  </a:cubicBezTo>
                  <a:cubicBezTo>
                    <a:pt x="1181" y="459"/>
                    <a:pt x="1179" y="457"/>
                    <a:pt x="1178" y="456"/>
                  </a:cubicBezTo>
                  <a:cubicBezTo>
                    <a:pt x="1177" y="455"/>
                    <a:pt x="1164" y="444"/>
                    <a:pt x="1154" y="437"/>
                  </a:cubicBezTo>
                  <a:cubicBezTo>
                    <a:pt x="1149" y="433"/>
                    <a:pt x="1144" y="430"/>
                    <a:pt x="1143" y="430"/>
                  </a:cubicBezTo>
                  <a:cubicBezTo>
                    <a:pt x="1141" y="430"/>
                    <a:pt x="1111" y="430"/>
                    <a:pt x="1111" y="430"/>
                  </a:cubicBezTo>
                  <a:cubicBezTo>
                    <a:pt x="1110" y="430"/>
                    <a:pt x="1110" y="430"/>
                    <a:pt x="1110" y="430"/>
                  </a:cubicBezTo>
                  <a:cubicBezTo>
                    <a:pt x="1110" y="431"/>
                    <a:pt x="1110" y="431"/>
                    <a:pt x="1110" y="431"/>
                  </a:cubicBezTo>
                  <a:cubicBezTo>
                    <a:pt x="1110" y="431"/>
                    <a:pt x="1109" y="438"/>
                    <a:pt x="1108" y="439"/>
                  </a:cubicBezTo>
                  <a:cubicBezTo>
                    <a:pt x="1107" y="439"/>
                    <a:pt x="1058" y="439"/>
                    <a:pt x="1054" y="439"/>
                  </a:cubicBezTo>
                  <a:cubicBezTo>
                    <a:pt x="978" y="415"/>
                    <a:pt x="978" y="415"/>
                    <a:pt x="978" y="415"/>
                  </a:cubicBezTo>
                  <a:cubicBezTo>
                    <a:pt x="975" y="410"/>
                    <a:pt x="975" y="410"/>
                    <a:pt x="975" y="410"/>
                  </a:cubicBezTo>
                  <a:cubicBezTo>
                    <a:pt x="975" y="409"/>
                    <a:pt x="975" y="409"/>
                    <a:pt x="975" y="409"/>
                  </a:cubicBezTo>
                  <a:cubicBezTo>
                    <a:pt x="974" y="409"/>
                    <a:pt x="974" y="409"/>
                    <a:pt x="974" y="409"/>
                  </a:cubicBezTo>
                  <a:cubicBezTo>
                    <a:pt x="927" y="413"/>
                    <a:pt x="927" y="413"/>
                    <a:pt x="927" y="413"/>
                  </a:cubicBezTo>
                  <a:cubicBezTo>
                    <a:pt x="927" y="412"/>
                    <a:pt x="926" y="411"/>
                    <a:pt x="926" y="410"/>
                  </a:cubicBezTo>
                  <a:cubicBezTo>
                    <a:pt x="925" y="406"/>
                    <a:pt x="923" y="399"/>
                    <a:pt x="920" y="396"/>
                  </a:cubicBezTo>
                  <a:cubicBezTo>
                    <a:pt x="917" y="393"/>
                    <a:pt x="913" y="389"/>
                    <a:pt x="910" y="388"/>
                  </a:cubicBezTo>
                  <a:cubicBezTo>
                    <a:pt x="908" y="386"/>
                    <a:pt x="906" y="387"/>
                    <a:pt x="904" y="386"/>
                  </a:cubicBezTo>
                  <a:cubicBezTo>
                    <a:pt x="902" y="385"/>
                    <a:pt x="901" y="381"/>
                    <a:pt x="899" y="380"/>
                  </a:cubicBezTo>
                  <a:cubicBezTo>
                    <a:pt x="898" y="379"/>
                    <a:pt x="894" y="382"/>
                    <a:pt x="891" y="380"/>
                  </a:cubicBezTo>
                  <a:cubicBezTo>
                    <a:pt x="889" y="377"/>
                    <a:pt x="888" y="377"/>
                    <a:pt x="885" y="374"/>
                  </a:cubicBezTo>
                  <a:cubicBezTo>
                    <a:pt x="882" y="371"/>
                    <a:pt x="878" y="370"/>
                    <a:pt x="875" y="369"/>
                  </a:cubicBezTo>
                  <a:cubicBezTo>
                    <a:pt x="872" y="369"/>
                    <a:pt x="870" y="370"/>
                    <a:pt x="866" y="369"/>
                  </a:cubicBezTo>
                  <a:cubicBezTo>
                    <a:pt x="861" y="367"/>
                    <a:pt x="859" y="369"/>
                    <a:pt x="857" y="367"/>
                  </a:cubicBezTo>
                  <a:cubicBezTo>
                    <a:pt x="855" y="365"/>
                    <a:pt x="855" y="364"/>
                    <a:pt x="855" y="362"/>
                  </a:cubicBezTo>
                  <a:cubicBezTo>
                    <a:pt x="855" y="359"/>
                    <a:pt x="855" y="357"/>
                    <a:pt x="854" y="355"/>
                  </a:cubicBezTo>
                  <a:cubicBezTo>
                    <a:pt x="853" y="353"/>
                    <a:pt x="851" y="350"/>
                    <a:pt x="846" y="344"/>
                  </a:cubicBezTo>
                  <a:cubicBezTo>
                    <a:pt x="841" y="338"/>
                    <a:pt x="837" y="335"/>
                    <a:pt x="836" y="333"/>
                  </a:cubicBezTo>
                  <a:cubicBezTo>
                    <a:pt x="835" y="332"/>
                    <a:pt x="831" y="329"/>
                    <a:pt x="830" y="325"/>
                  </a:cubicBezTo>
                  <a:cubicBezTo>
                    <a:pt x="828" y="320"/>
                    <a:pt x="828" y="320"/>
                    <a:pt x="829" y="319"/>
                  </a:cubicBezTo>
                  <a:cubicBezTo>
                    <a:pt x="830" y="317"/>
                    <a:pt x="831" y="318"/>
                    <a:pt x="831" y="316"/>
                  </a:cubicBezTo>
                  <a:cubicBezTo>
                    <a:pt x="831" y="314"/>
                    <a:pt x="831" y="312"/>
                    <a:pt x="830" y="311"/>
                  </a:cubicBezTo>
                  <a:cubicBezTo>
                    <a:pt x="829" y="309"/>
                    <a:pt x="826" y="309"/>
                    <a:pt x="825" y="308"/>
                  </a:cubicBezTo>
                  <a:cubicBezTo>
                    <a:pt x="824" y="307"/>
                    <a:pt x="820" y="307"/>
                    <a:pt x="819" y="305"/>
                  </a:cubicBezTo>
                  <a:cubicBezTo>
                    <a:pt x="818" y="304"/>
                    <a:pt x="818" y="298"/>
                    <a:pt x="818" y="296"/>
                  </a:cubicBezTo>
                  <a:cubicBezTo>
                    <a:pt x="818" y="294"/>
                    <a:pt x="819" y="294"/>
                    <a:pt x="820" y="295"/>
                  </a:cubicBezTo>
                  <a:cubicBezTo>
                    <a:pt x="821" y="296"/>
                    <a:pt x="822" y="297"/>
                    <a:pt x="824" y="298"/>
                  </a:cubicBezTo>
                  <a:cubicBezTo>
                    <a:pt x="825" y="298"/>
                    <a:pt x="827" y="298"/>
                    <a:pt x="826" y="297"/>
                  </a:cubicBezTo>
                  <a:cubicBezTo>
                    <a:pt x="825" y="295"/>
                    <a:pt x="823" y="293"/>
                    <a:pt x="822" y="292"/>
                  </a:cubicBezTo>
                  <a:cubicBezTo>
                    <a:pt x="821" y="290"/>
                    <a:pt x="820" y="289"/>
                    <a:pt x="822" y="288"/>
                  </a:cubicBezTo>
                  <a:cubicBezTo>
                    <a:pt x="823" y="287"/>
                    <a:pt x="823" y="286"/>
                    <a:pt x="826" y="287"/>
                  </a:cubicBezTo>
                  <a:cubicBezTo>
                    <a:pt x="829" y="287"/>
                    <a:pt x="831" y="288"/>
                    <a:pt x="832" y="287"/>
                  </a:cubicBezTo>
                  <a:cubicBezTo>
                    <a:pt x="833" y="285"/>
                    <a:pt x="834" y="285"/>
                    <a:pt x="836" y="285"/>
                  </a:cubicBezTo>
                  <a:cubicBezTo>
                    <a:pt x="837" y="285"/>
                    <a:pt x="838" y="285"/>
                    <a:pt x="838" y="284"/>
                  </a:cubicBezTo>
                  <a:cubicBezTo>
                    <a:pt x="837" y="282"/>
                    <a:pt x="836" y="282"/>
                    <a:pt x="834" y="282"/>
                  </a:cubicBezTo>
                  <a:cubicBezTo>
                    <a:pt x="832" y="283"/>
                    <a:pt x="828" y="284"/>
                    <a:pt x="827" y="283"/>
                  </a:cubicBezTo>
                  <a:cubicBezTo>
                    <a:pt x="826" y="283"/>
                    <a:pt x="827" y="282"/>
                    <a:pt x="825" y="282"/>
                  </a:cubicBezTo>
                  <a:cubicBezTo>
                    <a:pt x="822" y="283"/>
                    <a:pt x="821" y="282"/>
                    <a:pt x="820" y="282"/>
                  </a:cubicBezTo>
                  <a:cubicBezTo>
                    <a:pt x="819" y="282"/>
                    <a:pt x="819" y="281"/>
                    <a:pt x="818" y="282"/>
                  </a:cubicBezTo>
                  <a:cubicBezTo>
                    <a:pt x="818" y="283"/>
                    <a:pt x="817" y="284"/>
                    <a:pt x="817" y="286"/>
                  </a:cubicBezTo>
                  <a:cubicBezTo>
                    <a:pt x="818" y="287"/>
                    <a:pt x="819" y="290"/>
                    <a:pt x="817" y="289"/>
                  </a:cubicBezTo>
                  <a:cubicBezTo>
                    <a:pt x="816" y="289"/>
                    <a:pt x="814" y="289"/>
                    <a:pt x="812" y="287"/>
                  </a:cubicBezTo>
                  <a:cubicBezTo>
                    <a:pt x="811" y="285"/>
                    <a:pt x="809" y="284"/>
                    <a:pt x="807" y="282"/>
                  </a:cubicBezTo>
                  <a:cubicBezTo>
                    <a:pt x="804" y="279"/>
                    <a:pt x="801" y="279"/>
                    <a:pt x="800" y="275"/>
                  </a:cubicBezTo>
                  <a:cubicBezTo>
                    <a:pt x="799" y="272"/>
                    <a:pt x="795" y="269"/>
                    <a:pt x="793" y="266"/>
                  </a:cubicBezTo>
                  <a:cubicBezTo>
                    <a:pt x="792" y="264"/>
                    <a:pt x="790" y="260"/>
                    <a:pt x="790" y="257"/>
                  </a:cubicBezTo>
                  <a:cubicBezTo>
                    <a:pt x="790" y="254"/>
                    <a:pt x="790" y="251"/>
                    <a:pt x="790" y="249"/>
                  </a:cubicBezTo>
                  <a:cubicBezTo>
                    <a:pt x="791" y="246"/>
                    <a:pt x="790" y="245"/>
                    <a:pt x="788" y="242"/>
                  </a:cubicBezTo>
                  <a:cubicBezTo>
                    <a:pt x="785" y="239"/>
                    <a:pt x="784" y="235"/>
                    <a:pt x="782" y="233"/>
                  </a:cubicBezTo>
                  <a:cubicBezTo>
                    <a:pt x="779" y="230"/>
                    <a:pt x="779" y="227"/>
                    <a:pt x="779" y="225"/>
                  </a:cubicBezTo>
                  <a:cubicBezTo>
                    <a:pt x="779" y="224"/>
                    <a:pt x="780" y="222"/>
                    <a:pt x="781" y="221"/>
                  </a:cubicBezTo>
                  <a:cubicBezTo>
                    <a:pt x="782" y="220"/>
                    <a:pt x="784" y="219"/>
                    <a:pt x="784" y="218"/>
                  </a:cubicBezTo>
                  <a:cubicBezTo>
                    <a:pt x="784" y="217"/>
                    <a:pt x="782" y="217"/>
                    <a:pt x="782" y="215"/>
                  </a:cubicBezTo>
                  <a:cubicBezTo>
                    <a:pt x="782" y="213"/>
                    <a:pt x="781" y="212"/>
                    <a:pt x="782" y="210"/>
                  </a:cubicBezTo>
                  <a:cubicBezTo>
                    <a:pt x="783" y="208"/>
                    <a:pt x="783" y="205"/>
                    <a:pt x="783" y="201"/>
                  </a:cubicBezTo>
                  <a:cubicBezTo>
                    <a:pt x="782" y="197"/>
                    <a:pt x="781" y="194"/>
                    <a:pt x="782" y="193"/>
                  </a:cubicBezTo>
                  <a:cubicBezTo>
                    <a:pt x="783" y="191"/>
                    <a:pt x="784" y="190"/>
                    <a:pt x="782" y="187"/>
                  </a:cubicBezTo>
                  <a:cubicBezTo>
                    <a:pt x="779" y="184"/>
                    <a:pt x="778" y="185"/>
                    <a:pt x="778" y="181"/>
                  </a:cubicBezTo>
                  <a:cubicBezTo>
                    <a:pt x="778" y="178"/>
                    <a:pt x="778" y="175"/>
                    <a:pt x="778" y="174"/>
                  </a:cubicBezTo>
                  <a:cubicBezTo>
                    <a:pt x="778" y="172"/>
                    <a:pt x="777" y="171"/>
                    <a:pt x="776" y="169"/>
                  </a:cubicBezTo>
                  <a:cubicBezTo>
                    <a:pt x="775" y="168"/>
                    <a:pt x="775" y="165"/>
                    <a:pt x="777" y="163"/>
                  </a:cubicBezTo>
                  <a:cubicBezTo>
                    <a:pt x="779" y="161"/>
                    <a:pt x="781" y="159"/>
                    <a:pt x="782" y="157"/>
                  </a:cubicBezTo>
                  <a:cubicBezTo>
                    <a:pt x="783" y="155"/>
                    <a:pt x="783" y="155"/>
                    <a:pt x="782" y="153"/>
                  </a:cubicBezTo>
                  <a:cubicBezTo>
                    <a:pt x="780" y="151"/>
                    <a:pt x="782" y="147"/>
                    <a:pt x="783" y="144"/>
                  </a:cubicBezTo>
                  <a:cubicBezTo>
                    <a:pt x="784" y="141"/>
                    <a:pt x="785" y="137"/>
                    <a:pt x="785" y="132"/>
                  </a:cubicBezTo>
                  <a:cubicBezTo>
                    <a:pt x="786" y="127"/>
                    <a:pt x="785" y="126"/>
                    <a:pt x="786" y="123"/>
                  </a:cubicBezTo>
                  <a:cubicBezTo>
                    <a:pt x="786" y="120"/>
                    <a:pt x="787" y="116"/>
                    <a:pt x="787" y="110"/>
                  </a:cubicBezTo>
                  <a:cubicBezTo>
                    <a:pt x="787" y="105"/>
                    <a:pt x="788" y="97"/>
                    <a:pt x="787" y="94"/>
                  </a:cubicBezTo>
                  <a:cubicBezTo>
                    <a:pt x="787" y="90"/>
                    <a:pt x="786" y="86"/>
                    <a:pt x="787" y="84"/>
                  </a:cubicBezTo>
                  <a:cubicBezTo>
                    <a:pt x="788" y="82"/>
                    <a:pt x="790" y="83"/>
                    <a:pt x="792" y="84"/>
                  </a:cubicBezTo>
                  <a:cubicBezTo>
                    <a:pt x="794" y="85"/>
                    <a:pt x="793" y="84"/>
                    <a:pt x="796" y="84"/>
                  </a:cubicBezTo>
                  <a:cubicBezTo>
                    <a:pt x="798" y="83"/>
                    <a:pt x="801" y="84"/>
                    <a:pt x="802" y="82"/>
                  </a:cubicBezTo>
                  <a:cubicBezTo>
                    <a:pt x="802" y="81"/>
                    <a:pt x="798" y="81"/>
                    <a:pt x="796" y="81"/>
                  </a:cubicBezTo>
                  <a:cubicBezTo>
                    <a:pt x="794" y="81"/>
                    <a:pt x="793" y="82"/>
                    <a:pt x="791" y="81"/>
                  </a:cubicBezTo>
                  <a:cubicBezTo>
                    <a:pt x="788" y="80"/>
                    <a:pt x="787" y="81"/>
                    <a:pt x="786" y="79"/>
                  </a:cubicBezTo>
                  <a:cubicBezTo>
                    <a:pt x="785" y="76"/>
                    <a:pt x="786" y="75"/>
                    <a:pt x="787" y="73"/>
                  </a:cubicBezTo>
                  <a:cubicBezTo>
                    <a:pt x="787" y="72"/>
                    <a:pt x="787" y="72"/>
                    <a:pt x="788" y="71"/>
                  </a:cubicBezTo>
                  <a:cubicBezTo>
                    <a:pt x="790" y="69"/>
                    <a:pt x="791" y="69"/>
                    <a:pt x="789" y="68"/>
                  </a:cubicBezTo>
                  <a:cubicBezTo>
                    <a:pt x="787" y="68"/>
                    <a:pt x="785" y="69"/>
                    <a:pt x="785" y="67"/>
                  </a:cubicBezTo>
                  <a:cubicBezTo>
                    <a:pt x="785" y="66"/>
                    <a:pt x="786" y="64"/>
                    <a:pt x="788" y="63"/>
                  </a:cubicBezTo>
                  <a:cubicBezTo>
                    <a:pt x="789" y="63"/>
                    <a:pt x="790" y="63"/>
                    <a:pt x="789" y="62"/>
                  </a:cubicBezTo>
                  <a:cubicBezTo>
                    <a:pt x="788" y="60"/>
                    <a:pt x="787" y="59"/>
                    <a:pt x="785" y="59"/>
                  </a:cubicBezTo>
                  <a:cubicBezTo>
                    <a:pt x="784" y="59"/>
                    <a:pt x="781" y="60"/>
                    <a:pt x="781" y="58"/>
                  </a:cubicBezTo>
                  <a:cubicBezTo>
                    <a:pt x="781" y="56"/>
                    <a:pt x="780" y="50"/>
                    <a:pt x="778" y="46"/>
                  </a:cubicBezTo>
                  <a:cubicBezTo>
                    <a:pt x="777" y="43"/>
                    <a:pt x="775" y="42"/>
                    <a:pt x="773" y="39"/>
                  </a:cubicBezTo>
                  <a:cubicBezTo>
                    <a:pt x="771" y="35"/>
                    <a:pt x="770" y="34"/>
                    <a:pt x="771" y="30"/>
                  </a:cubicBezTo>
                  <a:cubicBezTo>
                    <a:pt x="771" y="27"/>
                    <a:pt x="772" y="26"/>
                    <a:pt x="774" y="27"/>
                  </a:cubicBezTo>
                  <a:cubicBezTo>
                    <a:pt x="776" y="28"/>
                    <a:pt x="776" y="28"/>
                    <a:pt x="779" y="29"/>
                  </a:cubicBezTo>
                  <a:cubicBezTo>
                    <a:pt x="782" y="31"/>
                    <a:pt x="783" y="31"/>
                    <a:pt x="787" y="31"/>
                  </a:cubicBezTo>
                  <a:cubicBezTo>
                    <a:pt x="792" y="32"/>
                    <a:pt x="791" y="32"/>
                    <a:pt x="795" y="32"/>
                  </a:cubicBezTo>
                  <a:cubicBezTo>
                    <a:pt x="799" y="32"/>
                    <a:pt x="800" y="32"/>
                    <a:pt x="802" y="32"/>
                  </a:cubicBezTo>
                  <a:cubicBezTo>
                    <a:pt x="804" y="33"/>
                    <a:pt x="805" y="32"/>
                    <a:pt x="806" y="34"/>
                  </a:cubicBezTo>
                  <a:cubicBezTo>
                    <a:pt x="807" y="35"/>
                    <a:pt x="806" y="35"/>
                    <a:pt x="809" y="36"/>
                  </a:cubicBezTo>
                  <a:cubicBezTo>
                    <a:pt x="811" y="36"/>
                    <a:pt x="812" y="36"/>
                    <a:pt x="812" y="38"/>
                  </a:cubicBezTo>
                  <a:cubicBezTo>
                    <a:pt x="812" y="39"/>
                    <a:pt x="810" y="39"/>
                    <a:pt x="809" y="40"/>
                  </a:cubicBezTo>
                  <a:cubicBezTo>
                    <a:pt x="808" y="41"/>
                    <a:pt x="806" y="44"/>
                    <a:pt x="806" y="45"/>
                  </a:cubicBezTo>
                  <a:cubicBezTo>
                    <a:pt x="806" y="46"/>
                    <a:pt x="804" y="47"/>
                    <a:pt x="804" y="49"/>
                  </a:cubicBezTo>
                  <a:cubicBezTo>
                    <a:pt x="803" y="50"/>
                    <a:pt x="802" y="50"/>
                    <a:pt x="803" y="51"/>
                  </a:cubicBezTo>
                  <a:cubicBezTo>
                    <a:pt x="804" y="53"/>
                    <a:pt x="805" y="51"/>
                    <a:pt x="806" y="52"/>
                  </a:cubicBezTo>
                  <a:cubicBezTo>
                    <a:pt x="808" y="53"/>
                    <a:pt x="808" y="54"/>
                    <a:pt x="807" y="56"/>
                  </a:cubicBezTo>
                  <a:cubicBezTo>
                    <a:pt x="806" y="58"/>
                    <a:pt x="805" y="59"/>
                    <a:pt x="807" y="59"/>
                  </a:cubicBezTo>
                  <a:cubicBezTo>
                    <a:pt x="808" y="60"/>
                    <a:pt x="810" y="61"/>
                    <a:pt x="812" y="60"/>
                  </a:cubicBezTo>
                  <a:cubicBezTo>
                    <a:pt x="813" y="59"/>
                    <a:pt x="815" y="57"/>
                    <a:pt x="816" y="55"/>
                  </a:cubicBezTo>
                  <a:cubicBezTo>
                    <a:pt x="818" y="54"/>
                    <a:pt x="820" y="54"/>
                    <a:pt x="820" y="53"/>
                  </a:cubicBezTo>
                  <a:cubicBezTo>
                    <a:pt x="821" y="52"/>
                    <a:pt x="822" y="51"/>
                    <a:pt x="820" y="48"/>
                  </a:cubicBezTo>
                  <a:cubicBezTo>
                    <a:pt x="819" y="45"/>
                    <a:pt x="817" y="45"/>
                    <a:pt x="819" y="42"/>
                  </a:cubicBezTo>
                  <a:cubicBezTo>
                    <a:pt x="821" y="39"/>
                    <a:pt x="823" y="38"/>
                    <a:pt x="823" y="37"/>
                  </a:cubicBezTo>
                  <a:cubicBezTo>
                    <a:pt x="823" y="36"/>
                    <a:pt x="823" y="34"/>
                    <a:pt x="822" y="32"/>
                  </a:cubicBezTo>
                  <a:cubicBezTo>
                    <a:pt x="821" y="31"/>
                    <a:pt x="820" y="32"/>
                    <a:pt x="820" y="29"/>
                  </a:cubicBezTo>
                  <a:cubicBezTo>
                    <a:pt x="819" y="26"/>
                    <a:pt x="819" y="26"/>
                    <a:pt x="818" y="25"/>
                  </a:cubicBezTo>
                  <a:cubicBezTo>
                    <a:pt x="817" y="24"/>
                    <a:pt x="815" y="23"/>
                    <a:pt x="816" y="21"/>
                  </a:cubicBezTo>
                  <a:cubicBezTo>
                    <a:pt x="817" y="19"/>
                    <a:pt x="818" y="18"/>
                    <a:pt x="817" y="16"/>
                  </a:cubicBezTo>
                  <a:cubicBezTo>
                    <a:pt x="817" y="15"/>
                    <a:pt x="817" y="15"/>
                    <a:pt x="816" y="14"/>
                  </a:cubicBezTo>
                  <a:cubicBezTo>
                    <a:pt x="814" y="14"/>
                    <a:pt x="812" y="10"/>
                    <a:pt x="812" y="10"/>
                  </a:cubicBezTo>
                  <a:cubicBezTo>
                    <a:pt x="812" y="10"/>
                    <a:pt x="812" y="10"/>
                    <a:pt x="812" y="10"/>
                  </a:cubicBezTo>
                  <a:cubicBezTo>
                    <a:pt x="854" y="10"/>
                    <a:pt x="854" y="10"/>
                    <a:pt x="854" y="10"/>
                  </a:cubicBezTo>
                  <a:cubicBezTo>
                    <a:pt x="854" y="10"/>
                    <a:pt x="854" y="10"/>
                    <a:pt x="854" y="10"/>
                  </a:cubicBezTo>
                  <a:cubicBezTo>
                    <a:pt x="981" y="11"/>
                    <a:pt x="981" y="11"/>
                    <a:pt x="981" y="11"/>
                  </a:cubicBezTo>
                  <a:cubicBezTo>
                    <a:pt x="1007" y="11"/>
                    <a:pt x="1278" y="11"/>
                    <a:pt x="1279" y="11"/>
                  </a:cubicBezTo>
                  <a:cubicBezTo>
                    <a:pt x="1279" y="11"/>
                    <a:pt x="1279" y="11"/>
                    <a:pt x="1279" y="11"/>
                  </a:cubicBezTo>
                  <a:cubicBezTo>
                    <a:pt x="1379" y="9"/>
                    <a:pt x="1379" y="9"/>
                    <a:pt x="1379" y="9"/>
                  </a:cubicBezTo>
                  <a:cubicBezTo>
                    <a:pt x="1380" y="9"/>
                    <a:pt x="1380" y="9"/>
                    <a:pt x="1380" y="9"/>
                  </a:cubicBezTo>
                  <a:cubicBezTo>
                    <a:pt x="1380" y="8"/>
                    <a:pt x="1380" y="8"/>
                    <a:pt x="1380" y="8"/>
                  </a:cubicBezTo>
                  <a:cubicBezTo>
                    <a:pt x="1380" y="8"/>
                    <a:pt x="1380" y="2"/>
                    <a:pt x="1381" y="1"/>
                  </a:cubicBezTo>
                  <a:cubicBezTo>
                    <a:pt x="1381" y="1"/>
                    <a:pt x="1381" y="1"/>
                    <a:pt x="1381" y="1"/>
                  </a:cubicBezTo>
                  <a:cubicBezTo>
                    <a:pt x="1382" y="0"/>
                    <a:pt x="1383" y="0"/>
                    <a:pt x="1383" y="0"/>
                  </a:cubicBezTo>
                  <a:cubicBezTo>
                    <a:pt x="1384" y="1"/>
                    <a:pt x="1385" y="1"/>
                    <a:pt x="1386" y="1"/>
                  </a:cubicBezTo>
                  <a:cubicBezTo>
                    <a:pt x="1386" y="1"/>
                    <a:pt x="1386" y="1"/>
                    <a:pt x="1386" y="1"/>
                  </a:cubicBezTo>
                  <a:cubicBezTo>
                    <a:pt x="1386" y="2"/>
                    <a:pt x="1386" y="2"/>
                    <a:pt x="1386" y="2"/>
                  </a:cubicBezTo>
                  <a:cubicBezTo>
                    <a:pt x="1387" y="3"/>
                    <a:pt x="1387" y="4"/>
                    <a:pt x="1387" y="5"/>
                  </a:cubicBezTo>
                  <a:cubicBezTo>
                    <a:pt x="1387" y="5"/>
                    <a:pt x="1387" y="5"/>
                    <a:pt x="1387" y="5"/>
                  </a:cubicBezTo>
                  <a:cubicBezTo>
                    <a:pt x="1388" y="8"/>
                    <a:pt x="1389" y="11"/>
                    <a:pt x="1390" y="13"/>
                  </a:cubicBezTo>
                  <a:cubicBezTo>
                    <a:pt x="1392" y="15"/>
                    <a:pt x="1393" y="17"/>
                    <a:pt x="1395" y="18"/>
                  </a:cubicBezTo>
                  <a:cubicBezTo>
                    <a:pt x="1397" y="19"/>
                    <a:pt x="1399" y="20"/>
                    <a:pt x="1402" y="21"/>
                  </a:cubicBezTo>
                  <a:cubicBezTo>
                    <a:pt x="1404" y="21"/>
                    <a:pt x="1406" y="22"/>
                    <a:pt x="1409" y="22"/>
                  </a:cubicBezTo>
                  <a:cubicBezTo>
                    <a:pt x="1411" y="22"/>
                    <a:pt x="1414" y="23"/>
                    <a:pt x="1416" y="22"/>
                  </a:cubicBezTo>
                  <a:cubicBezTo>
                    <a:pt x="1417" y="21"/>
                    <a:pt x="1420" y="21"/>
                    <a:pt x="1423" y="21"/>
                  </a:cubicBezTo>
                  <a:cubicBezTo>
                    <a:pt x="1424" y="21"/>
                    <a:pt x="1426" y="21"/>
                    <a:pt x="1427" y="22"/>
                  </a:cubicBezTo>
                  <a:cubicBezTo>
                    <a:pt x="1429" y="23"/>
                    <a:pt x="1430" y="24"/>
                    <a:pt x="1431" y="25"/>
                  </a:cubicBezTo>
                  <a:cubicBezTo>
                    <a:pt x="1432" y="27"/>
                    <a:pt x="1433" y="28"/>
                    <a:pt x="1436" y="29"/>
                  </a:cubicBezTo>
                  <a:cubicBezTo>
                    <a:pt x="1438" y="29"/>
                    <a:pt x="1440" y="28"/>
                    <a:pt x="1441" y="28"/>
                  </a:cubicBezTo>
                  <a:cubicBezTo>
                    <a:pt x="1442" y="28"/>
                    <a:pt x="1443" y="28"/>
                    <a:pt x="1444" y="29"/>
                  </a:cubicBezTo>
                  <a:cubicBezTo>
                    <a:pt x="1445" y="29"/>
                    <a:pt x="1445" y="30"/>
                    <a:pt x="1446" y="30"/>
                  </a:cubicBezTo>
                  <a:cubicBezTo>
                    <a:pt x="1448" y="32"/>
                    <a:pt x="1450" y="34"/>
                    <a:pt x="1454" y="34"/>
                  </a:cubicBezTo>
                  <a:cubicBezTo>
                    <a:pt x="1457" y="34"/>
                    <a:pt x="1459" y="33"/>
                    <a:pt x="1461" y="33"/>
                  </a:cubicBezTo>
                  <a:cubicBezTo>
                    <a:pt x="1463" y="33"/>
                    <a:pt x="1464" y="32"/>
                    <a:pt x="1465" y="32"/>
                  </a:cubicBezTo>
                  <a:cubicBezTo>
                    <a:pt x="1467" y="32"/>
                    <a:pt x="1469" y="33"/>
                    <a:pt x="1471" y="33"/>
                  </a:cubicBezTo>
                  <a:cubicBezTo>
                    <a:pt x="1474" y="35"/>
                    <a:pt x="1478" y="36"/>
                    <a:pt x="1484" y="36"/>
                  </a:cubicBezTo>
                  <a:cubicBezTo>
                    <a:pt x="1487" y="36"/>
                    <a:pt x="1489" y="36"/>
                    <a:pt x="1491" y="36"/>
                  </a:cubicBezTo>
                  <a:cubicBezTo>
                    <a:pt x="1492" y="36"/>
                    <a:pt x="1494" y="36"/>
                    <a:pt x="1495" y="36"/>
                  </a:cubicBezTo>
                  <a:cubicBezTo>
                    <a:pt x="1494" y="37"/>
                    <a:pt x="1494" y="37"/>
                    <a:pt x="1494" y="37"/>
                  </a:cubicBezTo>
                  <a:cubicBezTo>
                    <a:pt x="1492" y="40"/>
                    <a:pt x="1491" y="39"/>
                    <a:pt x="1487" y="40"/>
                  </a:cubicBezTo>
                  <a:cubicBezTo>
                    <a:pt x="1482" y="41"/>
                    <a:pt x="1480" y="44"/>
                    <a:pt x="1473" y="44"/>
                  </a:cubicBezTo>
                  <a:close/>
                  <a:moveTo>
                    <a:pt x="2" y="623"/>
                  </a:moveTo>
                  <a:cubicBezTo>
                    <a:pt x="0" y="625"/>
                    <a:pt x="0" y="625"/>
                    <a:pt x="2" y="625"/>
                  </a:cubicBezTo>
                  <a:cubicBezTo>
                    <a:pt x="3" y="625"/>
                    <a:pt x="6" y="625"/>
                    <a:pt x="6" y="624"/>
                  </a:cubicBezTo>
                  <a:cubicBezTo>
                    <a:pt x="6" y="624"/>
                    <a:pt x="4" y="621"/>
                    <a:pt x="2" y="623"/>
                  </a:cubicBezTo>
                  <a:close/>
                  <a:moveTo>
                    <a:pt x="133" y="688"/>
                  </a:moveTo>
                  <a:cubicBezTo>
                    <a:pt x="137" y="690"/>
                    <a:pt x="139" y="690"/>
                    <a:pt x="140" y="691"/>
                  </a:cubicBezTo>
                  <a:cubicBezTo>
                    <a:pt x="141" y="691"/>
                    <a:pt x="142" y="689"/>
                    <a:pt x="145" y="694"/>
                  </a:cubicBezTo>
                  <a:cubicBezTo>
                    <a:pt x="147" y="700"/>
                    <a:pt x="149" y="698"/>
                    <a:pt x="149" y="701"/>
                  </a:cubicBezTo>
                  <a:cubicBezTo>
                    <a:pt x="149" y="703"/>
                    <a:pt x="149" y="704"/>
                    <a:pt x="145" y="706"/>
                  </a:cubicBezTo>
                  <a:cubicBezTo>
                    <a:pt x="142" y="707"/>
                    <a:pt x="140" y="707"/>
                    <a:pt x="138" y="710"/>
                  </a:cubicBezTo>
                  <a:cubicBezTo>
                    <a:pt x="136" y="714"/>
                    <a:pt x="135" y="715"/>
                    <a:pt x="133" y="714"/>
                  </a:cubicBezTo>
                  <a:cubicBezTo>
                    <a:pt x="132" y="714"/>
                    <a:pt x="129" y="714"/>
                    <a:pt x="129" y="711"/>
                  </a:cubicBezTo>
                  <a:cubicBezTo>
                    <a:pt x="129" y="707"/>
                    <a:pt x="130" y="706"/>
                    <a:pt x="128" y="704"/>
                  </a:cubicBezTo>
                  <a:cubicBezTo>
                    <a:pt x="127" y="702"/>
                    <a:pt x="125" y="700"/>
                    <a:pt x="127" y="698"/>
                  </a:cubicBezTo>
                  <a:cubicBezTo>
                    <a:pt x="128" y="695"/>
                    <a:pt x="131" y="694"/>
                    <a:pt x="131" y="693"/>
                  </a:cubicBezTo>
                  <a:cubicBezTo>
                    <a:pt x="130" y="691"/>
                    <a:pt x="129" y="685"/>
                    <a:pt x="133" y="688"/>
                  </a:cubicBezTo>
                  <a:close/>
                  <a:moveTo>
                    <a:pt x="115" y="670"/>
                  </a:moveTo>
                  <a:cubicBezTo>
                    <a:pt x="113" y="670"/>
                    <a:pt x="112" y="671"/>
                    <a:pt x="112" y="672"/>
                  </a:cubicBezTo>
                  <a:cubicBezTo>
                    <a:pt x="113" y="674"/>
                    <a:pt x="113" y="674"/>
                    <a:pt x="115" y="675"/>
                  </a:cubicBezTo>
                  <a:cubicBezTo>
                    <a:pt x="117" y="677"/>
                    <a:pt x="117" y="678"/>
                    <a:pt x="118" y="679"/>
                  </a:cubicBezTo>
                  <a:cubicBezTo>
                    <a:pt x="120" y="679"/>
                    <a:pt x="120" y="679"/>
                    <a:pt x="121" y="677"/>
                  </a:cubicBezTo>
                  <a:cubicBezTo>
                    <a:pt x="123" y="676"/>
                    <a:pt x="125" y="677"/>
                    <a:pt x="125" y="675"/>
                  </a:cubicBezTo>
                  <a:cubicBezTo>
                    <a:pt x="125" y="674"/>
                    <a:pt x="124" y="673"/>
                    <a:pt x="122" y="672"/>
                  </a:cubicBezTo>
                  <a:cubicBezTo>
                    <a:pt x="120" y="670"/>
                    <a:pt x="118" y="669"/>
                    <a:pt x="115" y="670"/>
                  </a:cubicBezTo>
                  <a:close/>
                  <a:moveTo>
                    <a:pt x="102" y="665"/>
                  </a:moveTo>
                  <a:cubicBezTo>
                    <a:pt x="104" y="664"/>
                    <a:pt x="104" y="664"/>
                    <a:pt x="105" y="664"/>
                  </a:cubicBezTo>
                  <a:cubicBezTo>
                    <a:pt x="107" y="665"/>
                    <a:pt x="107" y="665"/>
                    <a:pt x="109" y="665"/>
                  </a:cubicBezTo>
                  <a:cubicBezTo>
                    <a:pt x="110" y="665"/>
                    <a:pt x="111" y="664"/>
                    <a:pt x="111" y="666"/>
                  </a:cubicBezTo>
                  <a:cubicBezTo>
                    <a:pt x="110" y="667"/>
                    <a:pt x="110" y="668"/>
                    <a:pt x="107" y="668"/>
                  </a:cubicBezTo>
                  <a:cubicBezTo>
                    <a:pt x="105" y="667"/>
                    <a:pt x="106" y="667"/>
                    <a:pt x="104" y="668"/>
                  </a:cubicBezTo>
                  <a:cubicBezTo>
                    <a:pt x="102" y="668"/>
                    <a:pt x="100" y="669"/>
                    <a:pt x="99" y="668"/>
                  </a:cubicBezTo>
                  <a:cubicBezTo>
                    <a:pt x="98" y="666"/>
                    <a:pt x="100" y="665"/>
                    <a:pt x="102" y="665"/>
                  </a:cubicBezTo>
                  <a:close/>
                  <a:moveTo>
                    <a:pt x="106" y="672"/>
                  </a:moveTo>
                  <a:cubicBezTo>
                    <a:pt x="105" y="672"/>
                    <a:pt x="103" y="673"/>
                    <a:pt x="105" y="674"/>
                  </a:cubicBezTo>
                  <a:cubicBezTo>
                    <a:pt x="106" y="675"/>
                    <a:pt x="109" y="676"/>
                    <a:pt x="109" y="675"/>
                  </a:cubicBezTo>
                  <a:cubicBezTo>
                    <a:pt x="109" y="673"/>
                    <a:pt x="108" y="671"/>
                    <a:pt x="106" y="672"/>
                  </a:cubicBezTo>
                  <a:close/>
                  <a:moveTo>
                    <a:pt x="82" y="656"/>
                  </a:moveTo>
                  <a:cubicBezTo>
                    <a:pt x="80" y="657"/>
                    <a:pt x="78" y="657"/>
                    <a:pt x="80" y="659"/>
                  </a:cubicBezTo>
                  <a:cubicBezTo>
                    <a:pt x="82" y="660"/>
                    <a:pt x="81" y="661"/>
                    <a:pt x="83" y="662"/>
                  </a:cubicBezTo>
                  <a:cubicBezTo>
                    <a:pt x="85" y="662"/>
                    <a:pt x="85" y="660"/>
                    <a:pt x="87" y="662"/>
                  </a:cubicBezTo>
                  <a:cubicBezTo>
                    <a:pt x="88" y="663"/>
                    <a:pt x="90" y="665"/>
                    <a:pt x="90" y="663"/>
                  </a:cubicBezTo>
                  <a:cubicBezTo>
                    <a:pt x="91" y="662"/>
                    <a:pt x="91" y="662"/>
                    <a:pt x="90" y="660"/>
                  </a:cubicBezTo>
                  <a:cubicBezTo>
                    <a:pt x="88" y="659"/>
                    <a:pt x="88" y="658"/>
                    <a:pt x="87" y="657"/>
                  </a:cubicBezTo>
                  <a:cubicBezTo>
                    <a:pt x="86" y="656"/>
                    <a:pt x="85" y="654"/>
                    <a:pt x="82" y="656"/>
                  </a:cubicBezTo>
                  <a:close/>
                  <a:moveTo>
                    <a:pt x="51" y="644"/>
                  </a:moveTo>
                  <a:cubicBezTo>
                    <a:pt x="55" y="645"/>
                    <a:pt x="56" y="643"/>
                    <a:pt x="57" y="645"/>
                  </a:cubicBezTo>
                  <a:cubicBezTo>
                    <a:pt x="58" y="646"/>
                    <a:pt x="57" y="650"/>
                    <a:pt x="55" y="650"/>
                  </a:cubicBezTo>
                  <a:cubicBezTo>
                    <a:pt x="53" y="650"/>
                    <a:pt x="51" y="650"/>
                    <a:pt x="50" y="649"/>
                  </a:cubicBezTo>
                  <a:cubicBezTo>
                    <a:pt x="49" y="648"/>
                    <a:pt x="48" y="649"/>
                    <a:pt x="48" y="647"/>
                  </a:cubicBezTo>
                  <a:cubicBezTo>
                    <a:pt x="48" y="646"/>
                    <a:pt x="49" y="644"/>
                    <a:pt x="51" y="644"/>
                  </a:cubicBezTo>
                  <a:close/>
                  <a:moveTo>
                    <a:pt x="39" y="649"/>
                  </a:moveTo>
                  <a:cubicBezTo>
                    <a:pt x="39" y="650"/>
                    <a:pt x="38" y="651"/>
                    <a:pt x="38" y="652"/>
                  </a:cubicBezTo>
                  <a:cubicBezTo>
                    <a:pt x="38" y="653"/>
                    <a:pt x="37" y="654"/>
                    <a:pt x="38" y="654"/>
                  </a:cubicBezTo>
                  <a:cubicBezTo>
                    <a:pt x="40" y="654"/>
                    <a:pt x="40" y="654"/>
                    <a:pt x="40" y="652"/>
                  </a:cubicBezTo>
                  <a:cubicBezTo>
                    <a:pt x="41" y="651"/>
                    <a:pt x="42" y="651"/>
                    <a:pt x="42" y="650"/>
                  </a:cubicBezTo>
                  <a:cubicBezTo>
                    <a:pt x="42" y="648"/>
                    <a:pt x="42" y="648"/>
                    <a:pt x="39" y="649"/>
                  </a:cubicBezTo>
                  <a:close/>
                  <a:moveTo>
                    <a:pt x="859" y="378"/>
                  </a:moveTo>
                  <a:cubicBezTo>
                    <a:pt x="859" y="379"/>
                    <a:pt x="859" y="379"/>
                    <a:pt x="860" y="380"/>
                  </a:cubicBezTo>
                  <a:cubicBezTo>
                    <a:pt x="861" y="380"/>
                    <a:pt x="862" y="380"/>
                    <a:pt x="863" y="381"/>
                  </a:cubicBezTo>
                  <a:cubicBezTo>
                    <a:pt x="864" y="381"/>
                    <a:pt x="863" y="382"/>
                    <a:pt x="864" y="383"/>
                  </a:cubicBezTo>
                  <a:cubicBezTo>
                    <a:pt x="865" y="384"/>
                    <a:pt x="865" y="382"/>
                    <a:pt x="866" y="381"/>
                  </a:cubicBezTo>
                  <a:cubicBezTo>
                    <a:pt x="866" y="380"/>
                    <a:pt x="865" y="380"/>
                    <a:pt x="865" y="380"/>
                  </a:cubicBezTo>
                  <a:cubicBezTo>
                    <a:pt x="864" y="379"/>
                    <a:pt x="863" y="380"/>
                    <a:pt x="861" y="379"/>
                  </a:cubicBezTo>
                  <a:cubicBezTo>
                    <a:pt x="860" y="378"/>
                    <a:pt x="860" y="378"/>
                    <a:pt x="859" y="378"/>
                  </a:cubicBezTo>
                  <a:close/>
                  <a:moveTo>
                    <a:pt x="872" y="378"/>
                  </a:moveTo>
                  <a:cubicBezTo>
                    <a:pt x="871" y="379"/>
                    <a:pt x="871" y="379"/>
                    <a:pt x="872" y="380"/>
                  </a:cubicBezTo>
                  <a:cubicBezTo>
                    <a:pt x="872" y="381"/>
                    <a:pt x="871" y="381"/>
                    <a:pt x="873" y="381"/>
                  </a:cubicBezTo>
                  <a:cubicBezTo>
                    <a:pt x="875" y="381"/>
                    <a:pt x="874" y="380"/>
                    <a:pt x="875" y="380"/>
                  </a:cubicBezTo>
                  <a:cubicBezTo>
                    <a:pt x="876" y="380"/>
                    <a:pt x="878" y="380"/>
                    <a:pt x="877" y="379"/>
                  </a:cubicBezTo>
                  <a:cubicBezTo>
                    <a:pt x="877" y="378"/>
                    <a:pt x="877" y="378"/>
                    <a:pt x="875" y="378"/>
                  </a:cubicBezTo>
                  <a:cubicBezTo>
                    <a:pt x="873" y="378"/>
                    <a:pt x="873" y="377"/>
                    <a:pt x="872" y="378"/>
                  </a:cubicBezTo>
                  <a:close/>
                  <a:moveTo>
                    <a:pt x="897" y="405"/>
                  </a:moveTo>
                  <a:cubicBezTo>
                    <a:pt x="899" y="409"/>
                    <a:pt x="898" y="410"/>
                    <a:pt x="900" y="409"/>
                  </a:cubicBezTo>
                  <a:cubicBezTo>
                    <a:pt x="901" y="408"/>
                    <a:pt x="902" y="408"/>
                    <a:pt x="901" y="405"/>
                  </a:cubicBezTo>
                  <a:cubicBezTo>
                    <a:pt x="900" y="403"/>
                    <a:pt x="897" y="402"/>
                    <a:pt x="897" y="405"/>
                  </a:cubicBezTo>
                  <a:close/>
                  <a:moveTo>
                    <a:pt x="898" y="393"/>
                  </a:moveTo>
                  <a:cubicBezTo>
                    <a:pt x="899" y="395"/>
                    <a:pt x="899" y="394"/>
                    <a:pt x="901" y="396"/>
                  </a:cubicBezTo>
                  <a:cubicBezTo>
                    <a:pt x="903" y="397"/>
                    <a:pt x="905" y="398"/>
                    <a:pt x="904" y="397"/>
                  </a:cubicBezTo>
                  <a:cubicBezTo>
                    <a:pt x="903" y="395"/>
                    <a:pt x="902" y="396"/>
                    <a:pt x="901" y="394"/>
                  </a:cubicBezTo>
                  <a:cubicBezTo>
                    <a:pt x="901" y="392"/>
                    <a:pt x="895" y="391"/>
                    <a:pt x="898" y="393"/>
                  </a:cubicBezTo>
                  <a:close/>
                  <a:moveTo>
                    <a:pt x="812" y="45"/>
                  </a:moveTo>
                  <a:cubicBezTo>
                    <a:pt x="810" y="47"/>
                    <a:pt x="809" y="46"/>
                    <a:pt x="809" y="47"/>
                  </a:cubicBezTo>
                  <a:cubicBezTo>
                    <a:pt x="808" y="49"/>
                    <a:pt x="808" y="50"/>
                    <a:pt x="809" y="50"/>
                  </a:cubicBezTo>
                  <a:cubicBezTo>
                    <a:pt x="810" y="51"/>
                    <a:pt x="809" y="52"/>
                    <a:pt x="811" y="52"/>
                  </a:cubicBezTo>
                  <a:cubicBezTo>
                    <a:pt x="813" y="52"/>
                    <a:pt x="814" y="53"/>
                    <a:pt x="814" y="50"/>
                  </a:cubicBezTo>
                  <a:cubicBezTo>
                    <a:pt x="815" y="48"/>
                    <a:pt x="814" y="48"/>
                    <a:pt x="814" y="47"/>
                  </a:cubicBezTo>
                  <a:cubicBezTo>
                    <a:pt x="813" y="45"/>
                    <a:pt x="813" y="43"/>
                    <a:pt x="812" y="45"/>
                  </a:cubicBezTo>
                  <a:close/>
                  <a:moveTo>
                    <a:pt x="2008" y="416"/>
                  </a:moveTo>
                  <a:cubicBezTo>
                    <a:pt x="2007" y="417"/>
                    <a:pt x="2007" y="418"/>
                    <a:pt x="2006" y="418"/>
                  </a:cubicBezTo>
                  <a:cubicBezTo>
                    <a:pt x="2005" y="418"/>
                    <a:pt x="2004" y="419"/>
                    <a:pt x="2004" y="420"/>
                  </a:cubicBezTo>
                  <a:cubicBezTo>
                    <a:pt x="2005" y="421"/>
                    <a:pt x="2006" y="422"/>
                    <a:pt x="2007" y="421"/>
                  </a:cubicBezTo>
                  <a:cubicBezTo>
                    <a:pt x="2008" y="420"/>
                    <a:pt x="2009" y="419"/>
                    <a:pt x="2010" y="418"/>
                  </a:cubicBezTo>
                  <a:cubicBezTo>
                    <a:pt x="2010" y="417"/>
                    <a:pt x="2009" y="412"/>
                    <a:pt x="2008" y="416"/>
                  </a:cubicBezTo>
                  <a:close/>
                  <a:moveTo>
                    <a:pt x="1821" y="220"/>
                  </a:moveTo>
                  <a:cubicBezTo>
                    <a:pt x="1819" y="220"/>
                    <a:pt x="1819" y="221"/>
                    <a:pt x="1821" y="222"/>
                  </a:cubicBezTo>
                  <a:cubicBezTo>
                    <a:pt x="1824" y="222"/>
                    <a:pt x="1826" y="222"/>
                    <a:pt x="1829" y="221"/>
                  </a:cubicBezTo>
                  <a:cubicBezTo>
                    <a:pt x="1831" y="220"/>
                    <a:pt x="1834" y="221"/>
                    <a:pt x="1836" y="219"/>
                  </a:cubicBezTo>
                  <a:cubicBezTo>
                    <a:pt x="1839" y="217"/>
                    <a:pt x="1840" y="219"/>
                    <a:pt x="1844" y="218"/>
                  </a:cubicBezTo>
                  <a:cubicBezTo>
                    <a:pt x="1848" y="218"/>
                    <a:pt x="1847" y="218"/>
                    <a:pt x="1850" y="216"/>
                  </a:cubicBezTo>
                  <a:cubicBezTo>
                    <a:pt x="1853" y="215"/>
                    <a:pt x="1854" y="215"/>
                    <a:pt x="1857" y="215"/>
                  </a:cubicBezTo>
                  <a:cubicBezTo>
                    <a:pt x="1860" y="214"/>
                    <a:pt x="1860" y="213"/>
                    <a:pt x="1859" y="213"/>
                  </a:cubicBezTo>
                  <a:cubicBezTo>
                    <a:pt x="1858" y="212"/>
                    <a:pt x="1856" y="213"/>
                    <a:pt x="1854" y="213"/>
                  </a:cubicBezTo>
                  <a:cubicBezTo>
                    <a:pt x="1852" y="214"/>
                    <a:pt x="1850" y="213"/>
                    <a:pt x="1850" y="212"/>
                  </a:cubicBezTo>
                  <a:cubicBezTo>
                    <a:pt x="1850" y="212"/>
                    <a:pt x="1851" y="212"/>
                    <a:pt x="1850" y="211"/>
                  </a:cubicBezTo>
                  <a:cubicBezTo>
                    <a:pt x="1849" y="210"/>
                    <a:pt x="1848" y="211"/>
                    <a:pt x="1846" y="211"/>
                  </a:cubicBezTo>
                  <a:cubicBezTo>
                    <a:pt x="1845" y="211"/>
                    <a:pt x="1844" y="211"/>
                    <a:pt x="1842" y="213"/>
                  </a:cubicBezTo>
                  <a:cubicBezTo>
                    <a:pt x="1840" y="214"/>
                    <a:pt x="1840" y="214"/>
                    <a:pt x="1838" y="215"/>
                  </a:cubicBezTo>
                  <a:cubicBezTo>
                    <a:pt x="1836" y="216"/>
                    <a:pt x="1835" y="215"/>
                    <a:pt x="1833" y="215"/>
                  </a:cubicBezTo>
                  <a:cubicBezTo>
                    <a:pt x="1831" y="214"/>
                    <a:pt x="1829" y="214"/>
                    <a:pt x="1827" y="215"/>
                  </a:cubicBezTo>
                  <a:cubicBezTo>
                    <a:pt x="1825" y="215"/>
                    <a:pt x="1826" y="216"/>
                    <a:pt x="1824" y="218"/>
                  </a:cubicBezTo>
                  <a:cubicBezTo>
                    <a:pt x="1823" y="219"/>
                    <a:pt x="1822" y="219"/>
                    <a:pt x="1821" y="220"/>
                  </a:cubicBezTo>
                  <a:close/>
                  <a:moveTo>
                    <a:pt x="1886" y="202"/>
                  </a:moveTo>
                  <a:cubicBezTo>
                    <a:pt x="1884" y="203"/>
                    <a:pt x="1883" y="203"/>
                    <a:pt x="1883" y="203"/>
                  </a:cubicBezTo>
                  <a:cubicBezTo>
                    <a:pt x="1882" y="204"/>
                    <a:pt x="1881" y="204"/>
                    <a:pt x="1882" y="205"/>
                  </a:cubicBezTo>
                  <a:cubicBezTo>
                    <a:pt x="1883" y="205"/>
                    <a:pt x="1884" y="205"/>
                    <a:pt x="1885" y="204"/>
                  </a:cubicBezTo>
                  <a:cubicBezTo>
                    <a:pt x="1885" y="204"/>
                    <a:pt x="1886" y="205"/>
                    <a:pt x="1887" y="204"/>
                  </a:cubicBezTo>
                  <a:cubicBezTo>
                    <a:pt x="1887" y="203"/>
                    <a:pt x="1887" y="201"/>
                    <a:pt x="1886" y="202"/>
                  </a:cubicBezTo>
                  <a:close/>
                  <a:moveTo>
                    <a:pt x="1896" y="204"/>
                  </a:moveTo>
                  <a:cubicBezTo>
                    <a:pt x="1896" y="206"/>
                    <a:pt x="1895" y="205"/>
                    <a:pt x="1895" y="206"/>
                  </a:cubicBezTo>
                  <a:cubicBezTo>
                    <a:pt x="1895" y="207"/>
                    <a:pt x="1897" y="208"/>
                    <a:pt x="1897" y="207"/>
                  </a:cubicBezTo>
                  <a:cubicBezTo>
                    <a:pt x="1898" y="206"/>
                    <a:pt x="1898" y="206"/>
                    <a:pt x="1898" y="205"/>
                  </a:cubicBezTo>
                  <a:cubicBezTo>
                    <a:pt x="1898" y="204"/>
                    <a:pt x="1897" y="203"/>
                    <a:pt x="1896" y="204"/>
                  </a:cubicBezTo>
                  <a:close/>
                  <a:moveTo>
                    <a:pt x="1894" y="187"/>
                  </a:moveTo>
                  <a:cubicBezTo>
                    <a:pt x="1894" y="187"/>
                    <a:pt x="1896" y="187"/>
                    <a:pt x="1896" y="188"/>
                  </a:cubicBezTo>
                  <a:cubicBezTo>
                    <a:pt x="1897" y="189"/>
                    <a:pt x="1899" y="189"/>
                    <a:pt x="1898" y="188"/>
                  </a:cubicBezTo>
                  <a:cubicBezTo>
                    <a:pt x="1898" y="187"/>
                    <a:pt x="1897" y="187"/>
                    <a:pt x="1897" y="187"/>
                  </a:cubicBezTo>
                  <a:cubicBezTo>
                    <a:pt x="1897" y="186"/>
                    <a:pt x="1894" y="185"/>
                    <a:pt x="1894" y="187"/>
                  </a:cubicBezTo>
                  <a:close/>
                  <a:moveTo>
                    <a:pt x="1897" y="195"/>
                  </a:moveTo>
                  <a:cubicBezTo>
                    <a:pt x="1896" y="195"/>
                    <a:pt x="1896" y="196"/>
                    <a:pt x="1897" y="196"/>
                  </a:cubicBezTo>
                  <a:cubicBezTo>
                    <a:pt x="1897" y="196"/>
                    <a:pt x="1899" y="197"/>
                    <a:pt x="1899" y="196"/>
                  </a:cubicBezTo>
                  <a:cubicBezTo>
                    <a:pt x="1899" y="195"/>
                    <a:pt x="1898" y="193"/>
                    <a:pt x="1897" y="195"/>
                  </a:cubicBezTo>
                  <a:close/>
                </a:path>
              </a:pathLst>
            </a:custGeom>
            <a:solidFill>
              <a:schemeClr val="accent2"/>
            </a:solidFill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3EE60C78-FE46-1ABD-02F1-FADE3065D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475" y="2638281"/>
              <a:ext cx="88854" cy="91675"/>
            </a:xfrm>
            <a:custGeom>
              <a:avLst/>
              <a:gdLst>
                <a:gd name="T0" fmla="*/ 70 w 81"/>
                <a:gd name="T1" fmla="*/ 41 h 85"/>
                <a:gd name="T2" fmla="*/ 77 w 81"/>
                <a:gd name="T3" fmla="*/ 42 h 85"/>
                <a:gd name="T4" fmla="*/ 81 w 81"/>
                <a:gd name="T5" fmla="*/ 42 h 85"/>
                <a:gd name="T6" fmla="*/ 76 w 81"/>
                <a:gd name="T7" fmla="*/ 47 h 85"/>
                <a:gd name="T8" fmla="*/ 70 w 81"/>
                <a:gd name="T9" fmla="*/ 53 h 85"/>
                <a:gd name="T10" fmla="*/ 70 w 81"/>
                <a:gd name="T11" fmla="*/ 53 h 85"/>
                <a:gd name="T12" fmla="*/ 69 w 81"/>
                <a:gd name="T13" fmla="*/ 53 h 85"/>
                <a:gd name="T14" fmla="*/ 63 w 81"/>
                <a:gd name="T15" fmla="*/ 60 h 85"/>
                <a:gd name="T16" fmla="*/ 62 w 81"/>
                <a:gd name="T17" fmla="*/ 63 h 85"/>
                <a:gd name="T18" fmla="*/ 62 w 81"/>
                <a:gd name="T19" fmla="*/ 63 h 85"/>
                <a:gd name="T20" fmla="*/ 62 w 81"/>
                <a:gd name="T21" fmla="*/ 67 h 85"/>
                <a:gd name="T22" fmla="*/ 62 w 81"/>
                <a:gd name="T23" fmla="*/ 68 h 85"/>
                <a:gd name="T24" fmla="*/ 52 w 81"/>
                <a:gd name="T25" fmla="*/ 75 h 85"/>
                <a:gd name="T26" fmla="*/ 46 w 81"/>
                <a:gd name="T27" fmla="*/ 80 h 85"/>
                <a:gd name="T28" fmla="*/ 41 w 81"/>
                <a:gd name="T29" fmla="*/ 85 h 85"/>
                <a:gd name="T30" fmla="*/ 38 w 81"/>
                <a:gd name="T31" fmla="*/ 84 h 85"/>
                <a:gd name="T32" fmla="*/ 25 w 81"/>
                <a:gd name="T33" fmla="*/ 82 h 85"/>
                <a:gd name="T34" fmla="*/ 14 w 81"/>
                <a:gd name="T35" fmla="*/ 80 h 85"/>
                <a:gd name="T36" fmla="*/ 6 w 81"/>
                <a:gd name="T37" fmla="*/ 75 h 85"/>
                <a:gd name="T38" fmla="*/ 0 w 81"/>
                <a:gd name="T39" fmla="*/ 70 h 85"/>
                <a:gd name="T40" fmla="*/ 1 w 81"/>
                <a:gd name="T41" fmla="*/ 68 h 85"/>
                <a:gd name="T42" fmla="*/ 5 w 81"/>
                <a:gd name="T43" fmla="*/ 60 h 85"/>
                <a:gd name="T44" fmla="*/ 6 w 81"/>
                <a:gd name="T45" fmla="*/ 54 h 85"/>
                <a:gd name="T46" fmla="*/ 9 w 81"/>
                <a:gd name="T47" fmla="*/ 41 h 85"/>
                <a:gd name="T48" fmla="*/ 30 w 81"/>
                <a:gd name="T49" fmla="*/ 38 h 85"/>
                <a:gd name="T50" fmla="*/ 30 w 81"/>
                <a:gd name="T51" fmla="*/ 38 h 85"/>
                <a:gd name="T52" fmla="*/ 36 w 81"/>
                <a:gd name="T53" fmla="*/ 38 h 85"/>
                <a:gd name="T54" fmla="*/ 38 w 81"/>
                <a:gd name="T55" fmla="*/ 32 h 85"/>
                <a:gd name="T56" fmla="*/ 26 w 81"/>
                <a:gd name="T57" fmla="*/ 20 h 85"/>
                <a:gd name="T58" fmla="*/ 18 w 81"/>
                <a:gd name="T59" fmla="*/ 13 h 85"/>
                <a:gd name="T60" fmla="*/ 19 w 81"/>
                <a:gd name="T61" fmla="*/ 12 h 85"/>
                <a:gd name="T62" fmla="*/ 22 w 81"/>
                <a:gd name="T63" fmla="*/ 11 h 85"/>
                <a:gd name="T64" fmla="*/ 22 w 81"/>
                <a:gd name="T65" fmla="*/ 11 h 85"/>
                <a:gd name="T66" fmla="*/ 22 w 81"/>
                <a:gd name="T67" fmla="*/ 11 h 85"/>
                <a:gd name="T68" fmla="*/ 22 w 81"/>
                <a:gd name="T69" fmla="*/ 11 h 85"/>
                <a:gd name="T70" fmla="*/ 26 w 81"/>
                <a:gd name="T71" fmla="*/ 8 h 85"/>
                <a:gd name="T72" fmla="*/ 27 w 81"/>
                <a:gd name="T73" fmla="*/ 2 h 85"/>
                <a:gd name="T74" fmla="*/ 27 w 81"/>
                <a:gd name="T75" fmla="*/ 1 h 85"/>
                <a:gd name="T76" fmla="*/ 36 w 81"/>
                <a:gd name="T77" fmla="*/ 1 h 85"/>
                <a:gd name="T78" fmla="*/ 55 w 81"/>
                <a:gd name="T79" fmla="*/ 0 h 85"/>
                <a:gd name="T80" fmla="*/ 61 w 81"/>
                <a:gd name="T81" fmla="*/ 0 h 85"/>
                <a:gd name="T82" fmla="*/ 62 w 81"/>
                <a:gd name="T83" fmla="*/ 41 h 85"/>
                <a:gd name="T84" fmla="*/ 70 w 81"/>
                <a:gd name="T85" fmla="*/ 4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1" h="85">
                  <a:moveTo>
                    <a:pt x="70" y="41"/>
                  </a:moveTo>
                  <a:cubicBezTo>
                    <a:pt x="71" y="43"/>
                    <a:pt x="75" y="44"/>
                    <a:pt x="77" y="42"/>
                  </a:cubicBezTo>
                  <a:cubicBezTo>
                    <a:pt x="78" y="41"/>
                    <a:pt x="80" y="42"/>
                    <a:pt x="81" y="42"/>
                  </a:cubicBezTo>
                  <a:cubicBezTo>
                    <a:pt x="80" y="44"/>
                    <a:pt x="78" y="46"/>
                    <a:pt x="76" y="47"/>
                  </a:cubicBezTo>
                  <a:cubicBezTo>
                    <a:pt x="73" y="50"/>
                    <a:pt x="71" y="52"/>
                    <a:pt x="70" y="53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66" y="55"/>
                    <a:pt x="64" y="57"/>
                    <a:pt x="63" y="60"/>
                  </a:cubicBezTo>
                  <a:cubicBezTo>
                    <a:pt x="62" y="62"/>
                    <a:pt x="62" y="62"/>
                    <a:pt x="62" y="63"/>
                  </a:cubicBezTo>
                  <a:cubicBezTo>
                    <a:pt x="62" y="63"/>
                    <a:pt x="62" y="63"/>
                    <a:pt x="62" y="63"/>
                  </a:cubicBezTo>
                  <a:cubicBezTo>
                    <a:pt x="62" y="64"/>
                    <a:pt x="62" y="65"/>
                    <a:pt x="62" y="67"/>
                  </a:cubicBezTo>
                  <a:cubicBezTo>
                    <a:pt x="62" y="67"/>
                    <a:pt x="62" y="68"/>
                    <a:pt x="62" y="68"/>
                  </a:cubicBezTo>
                  <a:cubicBezTo>
                    <a:pt x="60" y="69"/>
                    <a:pt x="55" y="73"/>
                    <a:pt x="52" y="75"/>
                  </a:cubicBezTo>
                  <a:cubicBezTo>
                    <a:pt x="50" y="76"/>
                    <a:pt x="48" y="78"/>
                    <a:pt x="46" y="80"/>
                  </a:cubicBezTo>
                  <a:cubicBezTo>
                    <a:pt x="45" y="81"/>
                    <a:pt x="43" y="83"/>
                    <a:pt x="41" y="85"/>
                  </a:cubicBezTo>
                  <a:cubicBezTo>
                    <a:pt x="40" y="84"/>
                    <a:pt x="39" y="84"/>
                    <a:pt x="38" y="84"/>
                  </a:cubicBezTo>
                  <a:cubicBezTo>
                    <a:pt x="36" y="83"/>
                    <a:pt x="27" y="82"/>
                    <a:pt x="25" y="82"/>
                  </a:cubicBezTo>
                  <a:cubicBezTo>
                    <a:pt x="23" y="82"/>
                    <a:pt x="16" y="82"/>
                    <a:pt x="14" y="80"/>
                  </a:cubicBezTo>
                  <a:cubicBezTo>
                    <a:pt x="12" y="78"/>
                    <a:pt x="10" y="78"/>
                    <a:pt x="6" y="75"/>
                  </a:cubicBezTo>
                  <a:cubicBezTo>
                    <a:pt x="3" y="73"/>
                    <a:pt x="2" y="71"/>
                    <a:pt x="0" y="70"/>
                  </a:cubicBezTo>
                  <a:cubicBezTo>
                    <a:pt x="1" y="70"/>
                    <a:pt x="1" y="69"/>
                    <a:pt x="1" y="68"/>
                  </a:cubicBezTo>
                  <a:cubicBezTo>
                    <a:pt x="3" y="66"/>
                    <a:pt x="4" y="63"/>
                    <a:pt x="5" y="60"/>
                  </a:cubicBezTo>
                  <a:cubicBezTo>
                    <a:pt x="5" y="59"/>
                    <a:pt x="5" y="57"/>
                    <a:pt x="6" y="54"/>
                  </a:cubicBezTo>
                  <a:cubicBezTo>
                    <a:pt x="7" y="49"/>
                    <a:pt x="8" y="43"/>
                    <a:pt x="9" y="41"/>
                  </a:cubicBezTo>
                  <a:cubicBezTo>
                    <a:pt x="11" y="38"/>
                    <a:pt x="25" y="38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3" y="39"/>
                    <a:pt x="35" y="39"/>
                    <a:pt x="36" y="38"/>
                  </a:cubicBezTo>
                  <a:cubicBezTo>
                    <a:pt x="38" y="37"/>
                    <a:pt x="38" y="35"/>
                    <a:pt x="38" y="32"/>
                  </a:cubicBezTo>
                  <a:cubicBezTo>
                    <a:pt x="37" y="29"/>
                    <a:pt x="31" y="24"/>
                    <a:pt x="26" y="20"/>
                  </a:cubicBezTo>
                  <a:cubicBezTo>
                    <a:pt x="22" y="17"/>
                    <a:pt x="19" y="14"/>
                    <a:pt x="18" y="13"/>
                  </a:cubicBezTo>
                  <a:cubicBezTo>
                    <a:pt x="18" y="12"/>
                    <a:pt x="18" y="12"/>
                    <a:pt x="19" y="12"/>
                  </a:cubicBezTo>
                  <a:cubicBezTo>
                    <a:pt x="19" y="11"/>
                    <a:pt x="21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4" y="11"/>
                    <a:pt x="25" y="10"/>
                    <a:pt x="26" y="8"/>
                  </a:cubicBezTo>
                  <a:cubicBezTo>
                    <a:pt x="26" y="6"/>
                    <a:pt x="27" y="4"/>
                    <a:pt x="27" y="2"/>
                  </a:cubicBezTo>
                  <a:cubicBezTo>
                    <a:pt x="27" y="2"/>
                    <a:pt x="27" y="2"/>
                    <a:pt x="27" y="1"/>
                  </a:cubicBezTo>
                  <a:cubicBezTo>
                    <a:pt x="27" y="1"/>
                    <a:pt x="31" y="1"/>
                    <a:pt x="36" y="1"/>
                  </a:cubicBezTo>
                  <a:cubicBezTo>
                    <a:pt x="42" y="0"/>
                    <a:pt x="49" y="0"/>
                    <a:pt x="55" y="0"/>
                  </a:cubicBezTo>
                  <a:cubicBezTo>
                    <a:pt x="57" y="0"/>
                    <a:pt x="59" y="0"/>
                    <a:pt x="61" y="0"/>
                  </a:cubicBezTo>
                  <a:cubicBezTo>
                    <a:pt x="61" y="7"/>
                    <a:pt x="59" y="41"/>
                    <a:pt x="62" y="41"/>
                  </a:cubicBezTo>
                  <a:cubicBezTo>
                    <a:pt x="63" y="41"/>
                    <a:pt x="67" y="41"/>
                    <a:pt x="70" y="4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5563A583-1C19-0894-4871-FEC1FFC77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3334" y="2789192"/>
              <a:ext cx="71930" cy="67699"/>
            </a:xfrm>
            <a:custGeom>
              <a:avLst/>
              <a:gdLst>
                <a:gd name="T0" fmla="*/ 46 w 65"/>
                <a:gd name="T1" fmla="*/ 5 h 63"/>
                <a:gd name="T2" fmla="*/ 39 w 65"/>
                <a:gd name="T3" fmla="*/ 9 h 63"/>
                <a:gd name="T4" fmla="*/ 32 w 65"/>
                <a:gd name="T5" fmla="*/ 6 h 63"/>
                <a:gd name="T6" fmla="*/ 29 w 65"/>
                <a:gd name="T7" fmla="*/ 4 h 63"/>
                <a:gd name="T8" fmla="*/ 25 w 65"/>
                <a:gd name="T9" fmla="*/ 4 h 63"/>
                <a:gd name="T10" fmla="*/ 20 w 65"/>
                <a:gd name="T11" fmla="*/ 6 h 63"/>
                <a:gd name="T12" fmla="*/ 11 w 65"/>
                <a:gd name="T13" fmla="*/ 3 h 63"/>
                <a:gd name="T14" fmla="*/ 4 w 65"/>
                <a:gd name="T15" fmla="*/ 1 h 63"/>
                <a:gd name="T16" fmla="*/ 1 w 65"/>
                <a:gd name="T17" fmla="*/ 2 h 63"/>
                <a:gd name="T18" fmla="*/ 1 w 65"/>
                <a:gd name="T19" fmla="*/ 3 h 63"/>
                <a:gd name="T20" fmla="*/ 3 w 65"/>
                <a:gd name="T21" fmla="*/ 6 h 63"/>
                <a:gd name="T22" fmla="*/ 5 w 65"/>
                <a:gd name="T23" fmla="*/ 11 h 63"/>
                <a:gd name="T24" fmla="*/ 2 w 65"/>
                <a:gd name="T25" fmla="*/ 12 h 63"/>
                <a:gd name="T26" fmla="*/ 1 w 65"/>
                <a:gd name="T27" fmla="*/ 16 h 63"/>
                <a:gd name="T28" fmla="*/ 3 w 65"/>
                <a:gd name="T29" fmla="*/ 19 h 63"/>
                <a:gd name="T30" fmla="*/ 4 w 65"/>
                <a:gd name="T31" fmla="*/ 24 h 63"/>
                <a:gd name="T32" fmla="*/ 10 w 65"/>
                <a:gd name="T33" fmla="*/ 27 h 63"/>
                <a:gd name="T34" fmla="*/ 13 w 65"/>
                <a:gd name="T35" fmla="*/ 29 h 63"/>
                <a:gd name="T36" fmla="*/ 16 w 65"/>
                <a:gd name="T37" fmla="*/ 31 h 63"/>
                <a:gd name="T38" fmla="*/ 19 w 65"/>
                <a:gd name="T39" fmla="*/ 28 h 63"/>
                <a:gd name="T40" fmla="*/ 18 w 65"/>
                <a:gd name="T41" fmla="*/ 26 h 63"/>
                <a:gd name="T42" fmla="*/ 16 w 65"/>
                <a:gd name="T43" fmla="*/ 23 h 63"/>
                <a:gd name="T44" fmla="*/ 13 w 65"/>
                <a:gd name="T45" fmla="*/ 21 h 63"/>
                <a:gd name="T46" fmla="*/ 11 w 65"/>
                <a:gd name="T47" fmla="*/ 18 h 63"/>
                <a:gd name="T48" fmla="*/ 13 w 65"/>
                <a:gd name="T49" fmla="*/ 18 h 63"/>
                <a:gd name="T50" fmla="*/ 18 w 65"/>
                <a:gd name="T51" fmla="*/ 20 h 63"/>
                <a:gd name="T52" fmla="*/ 23 w 65"/>
                <a:gd name="T53" fmla="*/ 25 h 63"/>
                <a:gd name="T54" fmla="*/ 25 w 65"/>
                <a:gd name="T55" fmla="*/ 30 h 63"/>
                <a:gd name="T56" fmla="*/ 30 w 65"/>
                <a:gd name="T57" fmla="*/ 32 h 63"/>
                <a:gd name="T58" fmla="*/ 36 w 65"/>
                <a:gd name="T59" fmla="*/ 36 h 63"/>
                <a:gd name="T60" fmla="*/ 45 w 65"/>
                <a:gd name="T61" fmla="*/ 42 h 63"/>
                <a:gd name="T62" fmla="*/ 46 w 65"/>
                <a:gd name="T63" fmla="*/ 44 h 63"/>
                <a:gd name="T64" fmla="*/ 45 w 65"/>
                <a:gd name="T65" fmla="*/ 48 h 63"/>
                <a:gd name="T66" fmla="*/ 44 w 65"/>
                <a:gd name="T67" fmla="*/ 51 h 63"/>
                <a:gd name="T68" fmla="*/ 47 w 65"/>
                <a:gd name="T69" fmla="*/ 54 h 63"/>
                <a:gd name="T70" fmla="*/ 50 w 65"/>
                <a:gd name="T71" fmla="*/ 55 h 63"/>
                <a:gd name="T72" fmla="*/ 49 w 65"/>
                <a:gd name="T73" fmla="*/ 51 h 63"/>
                <a:gd name="T74" fmla="*/ 50 w 65"/>
                <a:gd name="T75" fmla="*/ 49 h 63"/>
                <a:gd name="T76" fmla="*/ 54 w 65"/>
                <a:gd name="T77" fmla="*/ 50 h 63"/>
                <a:gd name="T78" fmla="*/ 57 w 65"/>
                <a:gd name="T79" fmla="*/ 52 h 63"/>
                <a:gd name="T80" fmla="*/ 58 w 65"/>
                <a:gd name="T81" fmla="*/ 55 h 63"/>
                <a:gd name="T82" fmla="*/ 57 w 65"/>
                <a:gd name="T83" fmla="*/ 58 h 63"/>
                <a:gd name="T84" fmla="*/ 58 w 65"/>
                <a:gd name="T85" fmla="*/ 62 h 63"/>
                <a:gd name="T86" fmla="*/ 59 w 65"/>
                <a:gd name="T87" fmla="*/ 63 h 63"/>
                <a:gd name="T88" fmla="*/ 60 w 65"/>
                <a:gd name="T89" fmla="*/ 53 h 63"/>
                <a:gd name="T90" fmla="*/ 63 w 65"/>
                <a:gd name="T91" fmla="*/ 47 h 63"/>
                <a:gd name="T92" fmla="*/ 64 w 65"/>
                <a:gd name="T93" fmla="*/ 45 h 63"/>
                <a:gd name="T94" fmla="*/ 64 w 65"/>
                <a:gd name="T95" fmla="*/ 45 h 63"/>
                <a:gd name="T96" fmla="*/ 64 w 65"/>
                <a:gd name="T97" fmla="*/ 45 h 63"/>
                <a:gd name="T98" fmla="*/ 60 w 65"/>
                <a:gd name="T99" fmla="*/ 42 h 63"/>
                <a:gd name="T100" fmla="*/ 60 w 65"/>
                <a:gd name="T101" fmla="*/ 33 h 63"/>
                <a:gd name="T102" fmla="*/ 61 w 65"/>
                <a:gd name="T103" fmla="*/ 32 h 63"/>
                <a:gd name="T104" fmla="*/ 64 w 65"/>
                <a:gd name="T105" fmla="*/ 29 h 63"/>
                <a:gd name="T106" fmla="*/ 59 w 65"/>
                <a:gd name="T107" fmla="*/ 24 h 63"/>
                <a:gd name="T108" fmla="*/ 53 w 65"/>
                <a:gd name="T109" fmla="*/ 17 h 63"/>
                <a:gd name="T110" fmla="*/ 49 w 65"/>
                <a:gd name="T111" fmla="*/ 11 h 63"/>
                <a:gd name="T112" fmla="*/ 46 w 65"/>
                <a:gd name="T113" fmla="*/ 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5" h="63">
                  <a:moveTo>
                    <a:pt x="46" y="5"/>
                  </a:moveTo>
                  <a:cubicBezTo>
                    <a:pt x="44" y="7"/>
                    <a:pt x="41" y="9"/>
                    <a:pt x="39" y="9"/>
                  </a:cubicBezTo>
                  <a:cubicBezTo>
                    <a:pt x="36" y="9"/>
                    <a:pt x="34" y="7"/>
                    <a:pt x="32" y="6"/>
                  </a:cubicBezTo>
                  <a:cubicBezTo>
                    <a:pt x="31" y="5"/>
                    <a:pt x="29" y="4"/>
                    <a:pt x="29" y="4"/>
                  </a:cubicBezTo>
                  <a:cubicBezTo>
                    <a:pt x="27" y="3"/>
                    <a:pt x="26" y="4"/>
                    <a:pt x="25" y="4"/>
                  </a:cubicBezTo>
                  <a:cubicBezTo>
                    <a:pt x="24" y="5"/>
                    <a:pt x="22" y="6"/>
                    <a:pt x="20" y="6"/>
                  </a:cubicBezTo>
                  <a:cubicBezTo>
                    <a:pt x="17" y="6"/>
                    <a:pt x="14" y="5"/>
                    <a:pt x="11" y="3"/>
                  </a:cubicBezTo>
                  <a:cubicBezTo>
                    <a:pt x="9" y="2"/>
                    <a:pt x="7" y="1"/>
                    <a:pt x="4" y="1"/>
                  </a:cubicBezTo>
                  <a:cubicBezTo>
                    <a:pt x="2" y="0"/>
                    <a:pt x="2" y="1"/>
                    <a:pt x="1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5"/>
                    <a:pt x="2" y="5"/>
                    <a:pt x="3" y="6"/>
                  </a:cubicBezTo>
                  <a:cubicBezTo>
                    <a:pt x="5" y="7"/>
                    <a:pt x="5" y="10"/>
                    <a:pt x="5" y="11"/>
                  </a:cubicBezTo>
                  <a:cubicBezTo>
                    <a:pt x="4" y="13"/>
                    <a:pt x="3" y="12"/>
                    <a:pt x="2" y="12"/>
                  </a:cubicBezTo>
                  <a:cubicBezTo>
                    <a:pt x="1" y="12"/>
                    <a:pt x="0" y="14"/>
                    <a:pt x="1" y="16"/>
                  </a:cubicBezTo>
                  <a:cubicBezTo>
                    <a:pt x="1" y="17"/>
                    <a:pt x="2" y="18"/>
                    <a:pt x="3" y="19"/>
                  </a:cubicBezTo>
                  <a:cubicBezTo>
                    <a:pt x="3" y="21"/>
                    <a:pt x="4" y="23"/>
                    <a:pt x="4" y="24"/>
                  </a:cubicBezTo>
                  <a:cubicBezTo>
                    <a:pt x="5" y="25"/>
                    <a:pt x="8" y="26"/>
                    <a:pt x="10" y="27"/>
                  </a:cubicBezTo>
                  <a:cubicBezTo>
                    <a:pt x="12" y="27"/>
                    <a:pt x="12" y="28"/>
                    <a:pt x="13" y="29"/>
                  </a:cubicBezTo>
                  <a:cubicBezTo>
                    <a:pt x="13" y="31"/>
                    <a:pt x="15" y="31"/>
                    <a:pt x="16" y="31"/>
                  </a:cubicBezTo>
                  <a:cubicBezTo>
                    <a:pt x="17" y="30"/>
                    <a:pt x="18" y="29"/>
                    <a:pt x="19" y="28"/>
                  </a:cubicBezTo>
                  <a:cubicBezTo>
                    <a:pt x="20" y="26"/>
                    <a:pt x="19" y="26"/>
                    <a:pt x="18" y="26"/>
                  </a:cubicBezTo>
                  <a:cubicBezTo>
                    <a:pt x="17" y="25"/>
                    <a:pt x="17" y="25"/>
                    <a:pt x="16" y="23"/>
                  </a:cubicBezTo>
                  <a:cubicBezTo>
                    <a:pt x="15" y="21"/>
                    <a:pt x="14" y="22"/>
                    <a:pt x="13" y="21"/>
                  </a:cubicBezTo>
                  <a:cubicBezTo>
                    <a:pt x="11" y="21"/>
                    <a:pt x="11" y="20"/>
                    <a:pt x="11" y="18"/>
                  </a:cubicBezTo>
                  <a:cubicBezTo>
                    <a:pt x="10" y="17"/>
                    <a:pt x="12" y="17"/>
                    <a:pt x="13" y="18"/>
                  </a:cubicBezTo>
                  <a:cubicBezTo>
                    <a:pt x="14" y="19"/>
                    <a:pt x="16" y="19"/>
                    <a:pt x="18" y="20"/>
                  </a:cubicBezTo>
                  <a:cubicBezTo>
                    <a:pt x="20" y="21"/>
                    <a:pt x="22" y="23"/>
                    <a:pt x="23" y="25"/>
                  </a:cubicBezTo>
                  <a:cubicBezTo>
                    <a:pt x="25" y="26"/>
                    <a:pt x="24" y="29"/>
                    <a:pt x="25" y="30"/>
                  </a:cubicBezTo>
                  <a:cubicBezTo>
                    <a:pt x="26" y="31"/>
                    <a:pt x="28" y="31"/>
                    <a:pt x="30" y="32"/>
                  </a:cubicBezTo>
                  <a:cubicBezTo>
                    <a:pt x="32" y="33"/>
                    <a:pt x="35" y="35"/>
                    <a:pt x="36" y="36"/>
                  </a:cubicBezTo>
                  <a:cubicBezTo>
                    <a:pt x="38" y="37"/>
                    <a:pt x="45" y="41"/>
                    <a:pt x="45" y="42"/>
                  </a:cubicBezTo>
                  <a:cubicBezTo>
                    <a:pt x="45" y="42"/>
                    <a:pt x="46" y="43"/>
                    <a:pt x="46" y="44"/>
                  </a:cubicBezTo>
                  <a:cubicBezTo>
                    <a:pt x="46" y="46"/>
                    <a:pt x="45" y="46"/>
                    <a:pt x="45" y="48"/>
                  </a:cubicBezTo>
                  <a:cubicBezTo>
                    <a:pt x="44" y="49"/>
                    <a:pt x="44" y="49"/>
                    <a:pt x="44" y="51"/>
                  </a:cubicBezTo>
                  <a:cubicBezTo>
                    <a:pt x="45" y="53"/>
                    <a:pt x="46" y="54"/>
                    <a:pt x="47" y="54"/>
                  </a:cubicBezTo>
                  <a:cubicBezTo>
                    <a:pt x="49" y="55"/>
                    <a:pt x="50" y="55"/>
                    <a:pt x="50" y="55"/>
                  </a:cubicBezTo>
                  <a:cubicBezTo>
                    <a:pt x="51" y="54"/>
                    <a:pt x="50" y="52"/>
                    <a:pt x="49" y="51"/>
                  </a:cubicBezTo>
                  <a:cubicBezTo>
                    <a:pt x="49" y="50"/>
                    <a:pt x="50" y="50"/>
                    <a:pt x="50" y="49"/>
                  </a:cubicBezTo>
                  <a:cubicBezTo>
                    <a:pt x="50" y="49"/>
                    <a:pt x="53" y="50"/>
                    <a:pt x="54" y="50"/>
                  </a:cubicBezTo>
                  <a:cubicBezTo>
                    <a:pt x="55" y="50"/>
                    <a:pt x="56" y="51"/>
                    <a:pt x="57" y="52"/>
                  </a:cubicBezTo>
                  <a:cubicBezTo>
                    <a:pt x="58" y="53"/>
                    <a:pt x="58" y="54"/>
                    <a:pt x="58" y="55"/>
                  </a:cubicBezTo>
                  <a:cubicBezTo>
                    <a:pt x="58" y="56"/>
                    <a:pt x="57" y="57"/>
                    <a:pt x="57" y="58"/>
                  </a:cubicBezTo>
                  <a:cubicBezTo>
                    <a:pt x="57" y="60"/>
                    <a:pt x="58" y="61"/>
                    <a:pt x="58" y="62"/>
                  </a:cubicBezTo>
                  <a:cubicBezTo>
                    <a:pt x="58" y="62"/>
                    <a:pt x="59" y="63"/>
                    <a:pt x="59" y="63"/>
                  </a:cubicBezTo>
                  <a:cubicBezTo>
                    <a:pt x="59" y="60"/>
                    <a:pt x="59" y="56"/>
                    <a:pt x="60" y="53"/>
                  </a:cubicBezTo>
                  <a:cubicBezTo>
                    <a:pt x="61" y="49"/>
                    <a:pt x="62" y="48"/>
                    <a:pt x="63" y="47"/>
                  </a:cubicBezTo>
                  <a:cubicBezTo>
                    <a:pt x="63" y="47"/>
                    <a:pt x="63" y="46"/>
                    <a:pt x="64" y="45"/>
                  </a:cubicBezTo>
                  <a:cubicBezTo>
                    <a:pt x="64" y="45"/>
                    <a:pt x="65" y="45"/>
                    <a:pt x="64" y="45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3" y="45"/>
                    <a:pt x="61" y="44"/>
                    <a:pt x="60" y="42"/>
                  </a:cubicBezTo>
                  <a:cubicBezTo>
                    <a:pt x="58" y="38"/>
                    <a:pt x="59" y="35"/>
                    <a:pt x="60" y="33"/>
                  </a:cubicBezTo>
                  <a:cubicBezTo>
                    <a:pt x="61" y="33"/>
                    <a:pt x="61" y="32"/>
                    <a:pt x="61" y="32"/>
                  </a:cubicBezTo>
                  <a:cubicBezTo>
                    <a:pt x="61" y="31"/>
                    <a:pt x="62" y="30"/>
                    <a:pt x="64" y="29"/>
                  </a:cubicBezTo>
                  <a:cubicBezTo>
                    <a:pt x="62" y="28"/>
                    <a:pt x="62" y="26"/>
                    <a:pt x="59" y="24"/>
                  </a:cubicBezTo>
                  <a:cubicBezTo>
                    <a:pt x="55" y="20"/>
                    <a:pt x="54" y="19"/>
                    <a:pt x="53" y="17"/>
                  </a:cubicBezTo>
                  <a:cubicBezTo>
                    <a:pt x="51" y="14"/>
                    <a:pt x="50" y="14"/>
                    <a:pt x="49" y="11"/>
                  </a:cubicBezTo>
                  <a:cubicBezTo>
                    <a:pt x="48" y="8"/>
                    <a:pt x="47" y="6"/>
                    <a:pt x="46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1E380A62-ED6B-2910-13FC-7C3F8D6E3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129" y="2921768"/>
              <a:ext cx="885723" cy="889954"/>
            </a:xfrm>
            <a:custGeom>
              <a:avLst/>
              <a:gdLst>
                <a:gd name="T0" fmla="*/ 493 w 807"/>
                <a:gd name="T1" fmla="*/ 75 h 829"/>
                <a:gd name="T2" fmla="*/ 437 w 807"/>
                <a:gd name="T3" fmla="*/ 139 h 829"/>
                <a:gd name="T4" fmla="*/ 493 w 807"/>
                <a:gd name="T5" fmla="*/ 146 h 829"/>
                <a:gd name="T6" fmla="*/ 527 w 807"/>
                <a:gd name="T7" fmla="*/ 137 h 829"/>
                <a:gd name="T8" fmla="*/ 568 w 807"/>
                <a:gd name="T9" fmla="*/ 127 h 829"/>
                <a:gd name="T10" fmla="*/ 604 w 807"/>
                <a:gd name="T11" fmla="*/ 145 h 829"/>
                <a:gd name="T12" fmla="*/ 630 w 807"/>
                <a:gd name="T13" fmla="*/ 157 h 829"/>
                <a:gd name="T14" fmla="*/ 699 w 807"/>
                <a:gd name="T15" fmla="*/ 167 h 829"/>
                <a:gd name="T16" fmla="*/ 805 w 807"/>
                <a:gd name="T17" fmla="*/ 267 h 829"/>
                <a:gd name="T18" fmla="*/ 760 w 807"/>
                <a:gd name="T19" fmla="*/ 331 h 829"/>
                <a:gd name="T20" fmla="*/ 732 w 807"/>
                <a:gd name="T21" fmla="*/ 375 h 829"/>
                <a:gd name="T22" fmla="*/ 716 w 807"/>
                <a:gd name="T23" fmla="*/ 391 h 829"/>
                <a:gd name="T24" fmla="*/ 715 w 807"/>
                <a:gd name="T25" fmla="*/ 473 h 829"/>
                <a:gd name="T26" fmla="*/ 691 w 807"/>
                <a:gd name="T27" fmla="*/ 532 h 829"/>
                <a:gd name="T28" fmla="*/ 658 w 807"/>
                <a:gd name="T29" fmla="*/ 587 h 829"/>
                <a:gd name="T30" fmla="*/ 610 w 807"/>
                <a:gd name="T31" fmla="*/ 588 h 829"/>
                <a:gd name="T32" fmla="*/ 566 w 807"/>
                <a:gd name="T33" fmla="*/ 611 h 829"/>
                <a:gd name="T34" fmla="*/ 523 w 807"/>
                <a:gd name="T35" fmla="*/ 645 h 829"/>
                <a:gd name="T36" fmla="*/ 520 w 807"/>
                <a:gd name="T37" fmla="*/ 671 h 829"/>
                <a:gd name="T38" fmla="*/ 521 w 807"/>
                <a:gd name="T39" fmla="*/ 700 h 829"/>
                <a:gd name="T40" fmla="*/ 486 w 807"/>
                <a:gd name="T41" fmla="*/ 756 h 829"/>
                <a:gd name="T42" fmla="*/ 471 w 807"/>
                <a:gd name="T43" fmla="*/ 769 h 829"/>
                <a:gd name="T44" fmla="*/ 467 w 807"/>
                <a:gd name="T45" fmla="*/ 751 h 829"/>
                <a:gd name="T46" fmla="*/ 450 w 807"/>
                <a:gd name="T47" fmla="*/ 781 h 829"/>
                <a:gd name="T48" fmla="*/ 421 w 807"/>
                <a:gd name="T49" fmla="*/ 822 h 829"/>
                <a:gd name="T50" fmla="*/ 378 w 807"/>
                <a:gd name="T51" fmla="*/ 764 h 829"/>
                <a:gd name="T52" fmla="*/ 355 w 807"/>
                <a:gd name="T53" fmla="*/ 748 h 829"/>
                <a:gd name="T54" fmla="*/ 378 w 807"/>
                <a:gd name="T55" fmla="*/ 703 h 829"/>
                <a:gd name="T56" fmla="*/ 418 w 807"/>
                <a:gd name="T57" fmla="*/ 658 h 829"/>
                <a:gd name="T58" fmla="*/ 393 w 807"/>
                <a:gd name="T59" fmla="*/ 608 h 829"/>
                <a:gd name="T60" fmla="*/ 365 w 807"/>
                <a:gd name="T61" fmla="*/ 572 h 829"/>
                <a:gd name="T62" fmla="*/ 331 w 807"/>
                <a:gd name="T63" fmla="*/ 558 h 829"/>
                <a:gd name="T64" fmla="*/ 337 w 807"/>
                <a:gd name="T65" fmla="*/ 483 h 829"/>
                <a:gd name="T66" fmla="*/ 285 w 807"/>
                <a:gd name="T67" fmla="*/ 445 h 829"/>
                <a:gd name="T68" fmla="*/ 260 w 807"/>
                <a:gd name="T69" fmla="*/ 387 h 829"/>
                <a:gd name="T70" fmla="*/ 197 w 807"/>
                <a:gd name="T71" fmla="*/ 364 h 829"/>
                <a:gd name="T72" fmla="*/ 140 w 807"/>
                <a:gd name="T73" fmla="*/ 319 h 829"/>
                <a:gd name="T74" fmla="*/ 85 w 807"/>
                <a:gd name="T75" fmla="*/ 332 h 829"/>
                <a:gd name="T76" fmla="*/ 60 w 807"/>
                <a:gd name="T77" fmla="*/ 307 h 829"/>
                <a:gd name="T78" fmla="*/ 11 w 807"/>
                <a:gd name="T79" fmla="*/ 284 h 829"/>
                <a:gd name="T80" fmla="*/ 4 w 807"/>
                <a:gd name="T81" fmla="*/ 256 h 829"/>
                <a:gd name="T82" fmla="*/ 21 w 807"/>
                <a:gd name="T83" fmla="*/ 218 h 829"/>
                <a:gd name="T84" fmla="*/ 68 w 807"/>
                <a:gd name="T85" fmla="*/ 194 h 829"/>
                <a:gd name="T86" fmla="*/ 84 w 807"/>
                <a:gd name="T87" fmla="*/ 186 h 829"/>
                <a:gd name="T88" fmla="*/ 82 w 807"/>
                <a:gd name="T89" fmla="*/ 95 h 829"/>
                <a:gd name="T90" fmla="*/ 85 w 807"/>
                <a:gd name="T91" fmla="*/ 75 h 829"/>
                <a:gd name="T92" fmla="*/ 119 w 807"/>
                <a:gd name="T93" fmla="*/ 69 h 829"/>
                <a:gd name="T94" fmla="*/ 170 w 807"/>
                <a:gd name="T95" fmla="*/ 89 h 829"/>
                <a:gd name="T96" fmla="*/ 210 w 807"/>
                <a:gd name="T97" fmla="*/ 66 h 829"/>
                <a:gd name="T98" fmla="*/ 191 w 807"/>
                <a:gd name="T99" fmla="*/ 22 h 829"/>
                <a:gd name="T100" fmla="*/ 225 w 807"/>
                <a:gd name="T101" fmla="*/ 33 h 829"/>
                <a:gd name="T102" fmla="*/ 266 w 807"/>
                <a:gd name="T103" fmla="*/ 15 h 829"/>
                <a:gd name="T104" fmla="*/ 283 w 807"/>
                <a:gd name="T105" fmla="*/ 8 h 829"/>
                <a:gd name="T106" fmla="*/ 287 w 807"/>
                <a:gd name="T107" fmla="*/ 42 h 829"/>
                <a:gd name="T108" fmla="*/ 309 w 807"/>
                <a:gd name="T109" fmla="*/ 82 h 829"/>
                <a:gd name="T110" fmla="*/ 342 w 807"/>
                <a:gd name="T111" fmla="*/ 69 h 829"/>
                <a:gd name="T112" fmla="*/ 369 w 807"/>
                <a:gd name="T113" fmla="*/ 58 h 829"/>
                <a:gd name="T114" fmla="*/ 413 w 807"/>
                <a:gd name="T115" fmla="*/ 63 h 829"/>
                <a:gd name="T116" fmla="*/ 494 w 807"/>
                <a:gd name="T117" fmla="*/ 112 h 829"/>
                <a:gd name="T118" fmla="*/ 483 w 807"/>
                <a:gd name="T119" fmla="*/ 143 h 829"/>
                <a:gd name="T120" fmla="*/ 516 w 807"/>
                <a:gd name="T121" fmla="*/ 112 h 829"/>
                <a:gd name="T122" fmla="*/ 461 w 807"/>
                <a:gd name="T123" fmla="*/ 122 h 829"/>
                <a:gd name="T124" fmla="*/ 473 w 807"/>
                <a:gd name="T125" fmla="*/ 108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7" h="829">
                  <a:moveTo>
                    <a:pt x="460" y="18"/>
                  </a:moveTo>
                  <a:cubicBezTo>
                    <a:pt x="460" y="18"/>
                    <a:pt x="460" y="18"/>
                    <a:pt x="460" y="18"/>
                  </a:cubicBezTo>
                  <a:cubicBezTo>
                    <a:pt x="463" y="18"/>
                    <a:pt x="465" y="20"/>
                    <a:pt x="466" y="23"/>
                  </a:cubicBezTo>
                  <a:cubicBezTo>
                    <a:pt x="467" y="25"/>
                    <a:pt x="467" y="25"/>
                    <a:pt x="468" y="27"/>
                  </a:cubicBezTo>
                  <a:cubicBezTo>
                    <a:pt x="469" y="29"/>
                    <a:pt x="471" y="30"/>
                    <a:pt x="472" y="35"/>
                  </a:cubicBezTo>
                  <a:cubicBezTo>
                    <a:pt x="474" y="39"/>
                    <a:pt x="474" y="49"/>
                    <a:pt x="474" y="51"/>
                  </a:cubicBezTo>
                  <a:cubicBezTo>
                    <a:pt x="475" y="53"/>
                    <a:pt x="475" y="60"/>
                    <a:pt x="476" y="62"/>
                  </a:cubicBezTo>
                  <a:cubicBezTo>
                    <a:pt x="478" y="64"/>
                    <a:pt x="477" y="61"/>
                    <a:pt x="480" y="64"/>
                  </a:cubicBezTo>
                  <a:cubicBezTo>
                    <a:pt x="483" y="67"/>
                    <a:pt x="483" y="69"/>
                    <a:pt x="485" y="69"/>
                  </a:cubicBezTo>
                  <a:cubicBezTo>
                    <a:pt x="487" y="70"/>
                    <a:pt x="488" y="69"/>
                    <a:pt x="490" y="70"/>
                  </a:cubicBezTo>
                  <a:cubicBezTo>
                    <a:pt x="493" y="71"/>
                    <a:pt x="494" y="72"/>
                    <a:pt x="493" y="75"/>
                  </a:cubicBezTo>
                  <a:cubicBezTo>
                    <a:pt x="493" y="77"/>
                    <a:pt x="495" y="77"/>
                    <a:pt x="493" y="79"/>
                  </a:cubicBezTo>
                  <a:cubicBezTo>
                    <a:pt x="491" y="80"/>
                    <a:pt x="491" y="83"/>
                    <a:pt x="491" y="84"/>
                  </a:cubicBezTo>
                  <a:cubicBezTo>
                    <a:pt x="492" y="85"/>
                    <a:pt x="491" y="86"/>
                    <a:pt x="489" y="88"/>
                  </a:cubicBezTo>
                  <a:cubicBezTo>
                    <a:pt x="488" y="89"/>
                    <a:pt x="484" y="92"/>
                    <a:pt x="481" y="94"/>
                  </a:cubicBezTo>
                  <a:cubicBezTo>
                    <a:pt x="479" y="97"/>
                    <a:pt x="473" y="103"/>
                    <a:pt x="471" y="105"/>
                  </a:cubicBezTo>
                  <a:cubicBezTo>
                    <a:pt x="469" y="107"/>
                    <a:pt x="466" y="110"/>
                    <a:pt x="464" y="114"/>
                  </a:cubicBezTo>
                  <a:cubicBezTo>
                    <a:pt x="461" y="118"/>
                    <a:pt x="457" y="120"/>
                    <a:pt x="457" y="122"/>
                  </a:cubicBezTo>
                  <a:cubicBezTo>
                    <a:pt x="456" y="124"/>
                    <a:pt x="452" y="129"/>
                    <a:pt x="452" y="132"/>
                  </a:cubicBezTo>
                  <a:cubicBezTo>
                    <a:pt x="451" y="135"/>
                    <a:pt x="450" y="136"/>
                    <a:pt x="448" y="136"/>
                  </a:cubicBezTo>
                  <a:cubicBezTo>
                    <a:pt x="446" y="136"/>
                    <a:pt x="444" y="135"/>
                    <a:pt x="441" y="136"/>
                  </a:cubicBezTo>
                  <a:cubicBezTo>
                    <a:pt x="439" y="137"/>
                    <a:pt x="434" y="138"/>
                    <a:pt x="437" y="139"/>
                  </a:cubicBezTo>
                  <a:cubicBezTo>
                    <a:pt x="439" y="140"/>
                    <a:pt x="439" y="139"/>
                    <a:pt x="442" y="140"/>
                  </a:cubicBezTo>
                  <a:cubicBezTo>
                    <a:pt x="444" y="140"/>
                    <a:pt x="445" y="142"/>
                    <a:pt x="447" y="142"/>
                  </a:cubicBezTo>
                  <a:cubicBezTo>
                    <a:pt x="449" y="141"/>
                    <a:pt x="450" y="140"/>
                    <a:pt x="453" y="139"/>
                  </a:cubicBezTo>
                  <a:cubicBezTo>
                    <a:pt x="455" y="138"/>
                    <a:pt x="457" y="138"/>
                    <a:pt x="459" y="136"/>
                  </a:cubicBezTo>
                  <a:cubicBezTo>
                    <a:pt x="461" y="135"/>
                    <a:pt x="464" y="133"/>
                    <a:pt x="466" y="132"/>
                  </a:cubicBezTo>
                  <a:cubicBezTo>
                    <a:pt x="468" y="131"/>
                    <a:pt x="469" y="130"/>
                    <a:pt x="471" y="129"/>
                  </a:cubicBezTo>
                  <a:cubicBezTo>
                    <a:pt x="472" y="127"/>
                    <a:pt x="474" y="126"/>
                    <a:pt x="474" y="129"/>
                  </a:cubicBezTo>
                  <a:cubicBezTo>
                    <a:pt x="474" y="132"/>
                    <a:pt x="473" y="132"/>
                    <a:pt x="475" y="137"/>
                  </a:cubicBezTo>
                  <a:cubicBezTo>
                    <a:pt x="477" y="141"/>
                    <a:pt x="477" y="144"/>
                    <a:pt x="480" y="144"/>
                  </a:cubicBezTo>
                  <a:cubicBezTo>
                    <a:pt x="482" y="145"/>
                    <a:pt x="481" y="145"/>
                    <a:pt x="485" y="145"/>
                  </a:cubicBezTo>
                  <a:cubicBezTo>
                    <a:pt x="489" y="146"/>
                    <a:pt x="491" y="146"/>
                    <a:pt x="493" y="146"/>
                  </a:cubicBezTo>
                  <a:cubicBezTo>
                    <a:pt x="495" y="147"/>
                    <a:pt x="497" y="147"/>
                    <a:pt x="499" y="146"/>
                  </a:cubicBezTo>
                  <a:cubicBezTo>
                    <a:pt x="502" y="145"/>
                    <a:pt x="503" y="143"/>
                    <a:pt x="504" y="143"/>
                  </a:cubicBezTo>
                  <a:cubicBezTo>
                    <a:pt x="505" y="143"/>
                    <a:pt x="507" y="143"/>
                    <a:pt x="506" y="145"/>
                  </a:cubicBezTo>
                  <a:cubicBezTo>
                    <a:pt x="505" y="147"/>
                    <a:pt x="503" y="150"/>
                    <a:pt x="503" y="153"/>
                  </a:cubicBezTo>
                  <a:cubicBezTo>
                    <a:pt x="503" y="155"/>
                    <a:pt x="502" y="161"/>
                    <a:pt x="503" y="159"/>
                  </a:cubicBezTo>
                  <a:cubicBezTo>
                    <a:pt x="505" y="157"/>
                    <a:pt x="505" y="153"/>
                    <a:pt x="506" y="151"/>
                  </a:cubicBezTo>
                  <a:cubicBezTo>
                    <a:pt x="506" y="148"/>
                    <a:pt x="509" y="144"/>
                    <a:pt x="512" y="143"/>
                  </a:cubicBezTo>
                  <a:cubicBezTo>
                    <a:pt x="514" y="142"/>
                    <a:pt x="516" y="140"/>
                    <a:pt x="519" y="140"/>
                  </a:cubicBezTo>
                  <a:cubicBezTo>
                    <a:pt x="521" y="139"/>
                    <a:pt x="522" y="140"/>
                    <a:pt x="523" y="140"/>
                  </a:cubicBezTo>
                  <a:cubicBezTo>
                    <a:pt x="525" y="139"/>
                    <a:pt x="526" y="140"/>
                    <a:pt x="527" y="139"/>
                  </a:cubicBezTo>
                  <a:cubicBezTo>
                    <a:pt x="528" y="138"/>
                    <a:pt x="529" y="138"/>
                    <a:pt x="527" y="137"/>
                  </a:cubicBezTo>
                  <a:cubicBezTo>
                    <a:pt x="525" y="135"/>
                    <a:pt x="524" y="135"/>
                    <a:pt x="525" y="134"/>
                  </a:cubicBezTo>
                  <a:cubicBezTo>
                    <a:pt x="526" y="133"/>
                    <a:pt x="528" y="135"/>
                    <a:pt x="528" y="132"/>
                  </a:cubicBezTo>
                  <a:cubicBezTo>
                    <a:pt x="529" y="129"/>
                    <a:pt x="527" y="128"/>
                    <a:pt x="528" y="126"/>
                  </a:cubicBezTo>
                  <a:cubicBezTo>
                    <a:pt x="529" y="124"/>
                    <a:pt x="530" y="123"/>
                    <a:pt x="533" y="122"/>
                  </a:cubicBezTo>
                  <a:cubicBezTo>
                    <a:pt x="536" y="121"/>
                    <a:pt x="538" y="122"/>
                    <a:pt x="540" y="121"/>
                  </a:cubicBezTo>
                  <a:cubicBezTo>
                    <a:pt x="542" y="120"/>
                    <a:pt x="541" y="118"/>
                    <a:pt x="545" y="119"/>
                  </a:cubicBezTo>
                  <a:cubicBezTo>
                    <a:pt x="548" y="120"/>
                    <a:pt x="549" y="123"/>
                    <a:pt x="551" y="123"/>
                  </a:cubicBezTo>
                  <a:cubicBezTo>
                    <a:pt x="554" y="123"/>
                    <a:pt x="554" y="123"/>
                    <a:pt x="556" y="123"/>
                  </a:cubicBezTo>
                  <a:cubicBezTo>
                    <a:pt x="559" y="123"/>
                    <a:pt x="560" y="125"/>
                    <a:pt x="560" y="126"/>
                  </a:cubicBezTo>
                  <a:cubicBezTo>
                    <a:pt x="560" y="127"/>
                    <a:pt x="561" y="128"/>
                    <a:pt x="563" y="128"/>
                  </a:cubicBezTo>
                  <a:cubicBezTo>
                    <a:pt x="565" y="128"/>
                    <a:pt x="565" y="127"/>
                    <a:pt x="568" y="127"/>
                  </a:cubicBezTo>
                  <a:cubicBezTo>
                    <a:pt x="570" y="127"/>
                    <a:pt x="570" y="128"/>
                    <a:pt x="572" y="129"/>
                  </a:cubicBezTo>
                  <a:cubicBezTo>
                    <a:pt x="573" y="130"/>
                    <a:pt x="576" y="131"/>
                    <a:pt x="578" y="131"/>
                  </a:cubicBezTo>
                  <a:cubicBezTo>
                    <a:pt x="580" y="131"/>
                    <a:pt x="580" y="131"/>
                    <a:pt x="581" y="133"/>
                  </a:cubicBezTo>
                  <a:cubicBezTo>
                    <a:pt x="583" y="136"/>
                    <a:pt x="584" y="133"/>
                    <a:pt x="586" y="135"/>
                  </a:cubicBezTo>
                  <a:cubicBezTo>
                    <a:pt x="587" y="137"/>
                    <a:pt x="587" y="137"/>
                    <a:pt x="587" y="138"/>
                  </a:cubicBezTo>
                  <a:cubicBezTo>
                    <a:pt x="587" y="140"/>
                    <a:pt x="588" y="142"/>
                    <a:pt x="588" y="141"/>
                  </a:cubicBezTo>
                  <a:cubicBezTo>
                    <a:pt x="589" y="141"/>
                    <a:pt x="589" y="139"/>
                    <a:pt x="590" y="138"/>
                  </a:cubicBezTo>
                  <a:cubicBezTo>
                    <a:pt x="592" y="137"/>
                    <a:pt x="594" y="135"/>
                    <a:pt x="595" y="137"/>
                  </a:cubicBezTo>
                  <a:cubicBezTo>
                    <a:pt x="596" y="138"/>
                    <a:pt x="595" y="139"/>
                    <a:pt x="597" y="140"/>
                  </a:cubicBezTo>
                  <a:cubicBezTo>
                    <a:pt x="599" y="142"/>
                    <a:pt x="600" y="140"/>
                    <a:pt x="601" y="142"/>
                  </a:cubicBezTo>
                  <a:cubicBezTo>
                    <a:pt x="601" y="144"/>
                    <a:pt x="602" y="143"/>
                    <a:pt x="604" y="145"/>
                  </a:cubicBezTo>
                  <a:cubicBezTo>
                    <a:pt x="605" y="147"/>
                    <a:pt x="603" y="149"/>
                    <a:pt x="602" y="150"/>
                  </a:cubicBezTo>
                  <a:cubicBezTo>
                    <a:pt x="601" y="151"/>
                    <a:pt x="599" y="154"/>
                    <a:pt x="600" y="154"/>
                  </a:cubicBezTo>
                  <a:cubicBezTo>
                    <a:pt x="602" y="155"/>
                    <a:pt x="606" y="152"/>
                    <a:pt x="606" y="154"/>
                  </a:cubicBezTo>
                  <a:cubicBezTo>
                    <a:pt x="605" y="155"/>
                    <a:pt x="601" y="159"/>
                    <a:pt x="601" y="162"/>
                  </a:cubicBezTo>
                  <a:cubicBezTo>
                    <a:pt x="601" y="164"/>
                    <a:pt x="602" y="165"/>
                    <a:pt x="602" y="168"/>
                  </a:cubicBezTo>
                  <a:cubicBezTo>
                    <a:pt x="602" y="170"/>
                    <a:pt x="601" y="174"/>
                    <a:pt x="603" y="172"/>
                  </a:cubicBezTo>
                  <a:cubicBezTo>
                    <a:pt x="605" y="170"/>
                    <a:pt x="605" y="167"/>
                    <a:pt x="606" y="165"/>
                  </a:cubicBezTo>
                  <a:cubicBezTo>
                    <a:pt x="608" y="164"/>
                    <a:pt x="609" y="164"/>
                    <a:pt x="611" y="164"/>
                  </a:cubicBezTo>
                  <a:cubicBezTo>
                    <a:pt x="613" y="164"/>
                    <a:pt x="614" y="165"/>
                    <a:pt x="616" y="162"/>
                  </a:cubicBezTo>
                  <a:cubicBezTo>
                    <a:pt x="618" y="159"/>
                    <a:pt x="619" y="157"/>
                    <a:pt x="623" y="157"/>
                  </a:cubicBezTo>
                  <a:cubicBezTo>
                    <a:pt x="626" y="157"/>
                    <a:pt x="627" y="156"/>
                    <a:pt x="630" y="157"/>
                  </a:cubicBezTo>
                  <a:cubicBezTo>
                    <a:pt x="633" y="157"/>
                    <a:pt x="635" y="159"/>
                    <a:pt x="637" y="160"/>
                  </a:cubicBezTo>
                  <a:cubicBezTo>
                    <a:pt x="639" y="161"/>
                    <a:pt x="640" y="162"/>
                    <a:pt x="645" y="163"/>
                  </a:cubicBezTo>
                  <a:cubicBezTo>
                    <a:pt x="649" y="164"/>
                    <a:pt x="648" y="165"/>
                    <a:pt x="652" y="165"/>
                  </a:cubicBezTo>
                  <a:cubicBezTo>
                    <a:pt x="655" y="165"/>
                    <a:pt x="657" y="164"/>
                    <a:pt x="659" y="164"/>
                  </a:cubicBezTo>
                  <a:cubicBezTo>
                    <a:pt x="661" y="165"/>
                    <a:pt x="665" y="167"/>
                    <a:pt x="668" y="168"/>
                  </a:cubicBezTo>
                  <a:cubicBezTo>
                    <a:pt x="671" y="168"/>
                    <a:pt x="671" y="170"/>
                    <a:pt x="672" y="169"/>
                  </a:cubicBezTo>
                  <a:cubicBezTo>
                    <a:pt x="674" y="169"/>
                    <a:pt x="673" y="168"/>
                    <a:pt x="674" y="167"/>
                  </a:cubicBezTo>
                  <a:cubicBezTo>
                    <a:pt x="676" y="166"/>
                    <a:pt x="678" y="165"/>
                    <a:pt x="680" y="165"/>
                  </a:cubicBezTo>
                  <a:cubicBezTo>
                    <a:pt x="682" y="165"/>
                    <a:pt x="683" y="166"/>
                    <a:pt x="686" y="165"/>
                  </a:cubicBezTo>
                  <a:cubicBezTo>
                    <a:pt x="688" y="165"/>
                    <a:pt x="690" y="164"/>
                    <a:pt x="692" y="165"/>
                  </a:cubicBezTo>
                  <a:cubicBezTo>
                    <a:pt x="695" y="165"/>
                    <a:pt x="698" y="166"/>
                    <a:pt x="699" y="167"/>
                  </a:cubicBezTo>
                  <a:cubicBezTo>
                    <a:pt x="701" y="168"/>
                    <a:pt x="706" y="170"/>
                    <a:pt x="706" y="170"/>
                  </a:cubicBezTo>
                  <a:cubicBezTo>
                    <a:pt x="713" y="172"/>
                    <a:pt x="718" y="178"/>
                    <a:pt x="724" y="181"/>
                  </a:cubicBezTo>
                  <a:cubicBezTo>
                    <a:pt x="729" y="185"/>
                    <a:pt x="734" y="186"/>
                    <a:pt x="740" y="192"/>
                  </a:cubicBezTo>
                  <a:cubicBezTo>
                    <a:pt x="745" y="198"/>
                    <a:pt x="748" y="202"/>
                    <a:pt x="755" y="206"/>
                  </a:cubicBezTo>
                  <a:cubicBezTo>
                    <a:pt x="761" y="210"/>
                    <a:pt x="761" y="212"/>
                    <a:pt x="768" y="212"/>
                  </a:cubicBezTo>
                  <a:cubicBezTo>
                    <a:pt x="774" y="213"/>
                    <a:pt x="781" y="213"/>
                    <a:pt x="785" y="213"/>
                  </a:cubicBezTo>
                  <a:cubicBezTo>
                    <a:pt x="789" y="213"/>
                    <a:pt x="792" y="214"/>
                    <a:pt x="793" y="216"/>
                  </a:cubicBezTo>
                  <a:cubicBezTo>
                    <a:pt x="794" y="217"/>
                    <a:pt x="795" y="220"/>
                    <a:pt x="797" y="227"/>
                  </a:cubicBezTo>
                  <a:cubicBezTo>
                    <a:pt x="799" y="235"/>
                    <a:pt x="801" y="239"/>
                    <a:pt x="804" y="243"/>
                  </a:cubicBezTo>
                  <a:cubicBezTo>
                    <a:pt x="806" y="247"/>
                    <a:pt x="807" y="254"/>
                    <a:pt x="806" y="257"/>
                  </a:cubicBezTo>
                  <a:cubicBezTo>
                    <a:pt x="806" y="260"/>
                    <a:pt x="806" y="262"/>
                    <a:pt x="805" y="267"/>
                  </a:cubicBezTo>
                  <a:cubicBezTo>
                    <a:pt x="805" y="273"/>
                    <a:pt x="806" y="277"/>
                    <a:pt x="804" y="280"/>
                  </a:cubicBezTo>
                  <a:cubicBezTo>
                    <a:pt x="802" y="284"/>
                    <a:pt x="800" y="286"/>
                    <a:pt x="798" y="291"/>
                  </a:cubicBezTo>
                  <a:cubicBezTo>
                    <a:pt x="797" y="296"/>
                    <a:pt x="791" y="302"/>
                    <a:pt x="791" y="302"/>
                  </a:cubicBezTo>
                  <a:cubicBezTo>
                    <a:pt x="791" y="302"/>
                    <a:pt x="785" y="304"/>
                    <a:pt x="784" y="305"/>
                  </a:cubicBezTo>
                  <a:cubicBezTo>
                    <a:pt x="783" y="306"/>
                    <a:pt x="784" y="307"/>
                    <a:pt x="784" y="309"/>
                  </a:cubicBezTo>
                  <a:cubicBezTo>
                    <a:pt x="784" y="311"/>
                    <a:pt x="783" y="313"/>
                    <a:pt x="782" y="314"/>
                  </a:cubicBezTo>
                  <a:cubicBezTo>
                    <a:pt x="781" y="315"/>
                    <a:pt x="777" y="318"/>
                    <a:pt x="776" y="320"/>
                  </a:cubicBezTo>
                  <a:cubicBezTo>
                    <a:pt x="775" y="322"/>
                    <a:pt x="774" y="323"/>
                    <a:pt x="773" y="324"/>
                  </a:cubicBezTo>
                  <a:cubicBezTo>
                    <a:pt x="772" y="326"/>
                    <a:pt x="769" y="326"/>
                    <a:pt x="767" y="327"/>
                  </a:cubicBezTo>
                  <a:cubicBezTo>
                    <a:pt x="766" y="328"/>
                    <a:pt x="763" y="329"/>
                    <a:pt x="762" y="331"/>
                  </a:cubicBezTo>
                  <a:cubicBezTo>
                    <a:pt x="762" y="332"/>
                    <a:pt x="760" y="332"/>
                    <a:pt x="760" y="331"/>
                  </a:cubicBezTo>
                  <a:cubicBezTo>
                    <a:pt x="759" y="330"/>
                    <a:pt x="758" y="330"/>
                    <a:pt x="757" y="331"/>
                  </a:cubicBezTo>
                  <a:cubicBezTo>
                    <a:pt x="756" y="333"/>
                    <a:pt x="755" y="333"/>
                    <a:pt x="755" y="335"/>
                  </a:cubicBezTo>
                  <a:cubicBezTo>
                    <a:pt x="755" y="336"/>
                    <a:pt x="756" y="336"/>
                    <a:pt x="756" y="337"/>
                  </a:cubicBezTo>
                  <a:cubicBezTo>
                    <a:pt x="756" y="338"/>
                    <a:pt x="755" y="339"/>
                    <a:pt x="754" y="340"/>
                  </a:cubicBezTo>
                  <a:cubicBezTo>
                    <a:pt x="754" y="340"/>
                    <a:pt x="752" y="340"/>
                    <a:pt x="752" y="342"/>
                  </a:cubicBezTo>
                  <a:cubicBezTo>
                    <a:pt x="751" y="344"/>
                    <a:pt x="751" y="347"/>
                    <a:pt x="751" y="348"/>
                  </a:cubicBezTo>
                  <a:cubicBezTo>
                    <a:pt x="750" y="349"/>
                    <a:pt x="749" y="351"/>
                    <a:pt x="748" y="353"/>
                  </a:cubicBezTo>
                  <a:cubicBezTo>
                    <a:pt x="746" y="355"/>
                    <a:pt x="746" y="356"/>
                    <a:pt x="745" y="358"/>
                  </a:cubicBezTo>
                  <a:cubicBezTo>
                    <a:pt x="744" y="361"/>
                    <a:pt x="743" y="361"/>
                    <a:pt x="741" y="364"/>
                  </a:cubicBezTo>
                  <a:cubicBezTo>
                    <a:pt x="740" y="366"/>
                    <a:pt x="738" y="367"/>
                    <a:pt x="737" y="369"/>
                  </a:cubicBezTo>
                  <a:cubicBezTo>
                    <a:pt x="735" y="372"/>
                    <a:pt x="733" y="374"/>
                    <a:pt x="732" y="375"/>
                  </a:cubicBezTo>
                  <a:cubicBezTo>
                    <a:pt x="730" y="376"/>
                    <a:pt x="730" y="374"/>
                    <a:pt x="730" y="373"/>
                  </a:cubicBezTo>
                  <a:cubicBezTo>
                    <a:pt x="730" y="371"/>
                    <a:pt x="730" y="370"/>
                    <a:pt x="729" y="370"/>
                  </a:cubicBezTo>
                  <a:cubicBezTo>
                    <a:pt x="728" y="369"/>
                    <a:pt x="728" y="367"/>
                    <a:pt x="726" y="367"/>
                  </a:cubicBezTo>
                  <a:cubicBezTo>
                    <a:pt x="724" y="368"/>
                    <a:pt x="724" y="368"/>
                    <a:pt x="723" y="369"/>
                  </a:cubicBezTo>
                  <a:cubicBezTo>
                    <a:pt x="723" y="370"/>
                    <a:pt x="721" y="370"/>
                    <a:pt x="721" y="371"/>
                  </a:cubicBezTo>
                  <a:cubicBezTo>
                    <a:pt x="721" y="372"/>
                    <a:pt x="721" y="374"/>
                    <a:pt x="722" y="374"/>
                  </a:cubicBezTo>
                  <a:cubicBezTo>
                    <a:pt x="724" y="374"/>
                    <a:pt x="724" y="375"/>
                    <a:pt x="724" y="376"/>
                  </a:cubicBezTo>
                  <a:cubicBezTo>
                    <a:pt x="723" y="377"/>
                    <a:pt x="723" y="379"/>
                    <a:pt x="721" y="380"/>
                  </a:cubicBezTo>
                  <a:cubicBezTo>
                    <a:pt x="720" y="380"/>
                    <a:pt x="719" y="380"/>
                    <a:pt x="719" y="383"/>
                  </a:cubicBezTo>
                  <a:cubicBezTo>
                    <a:pt x="719" y="385"/>
                    <a:pt x="717" y="386"/>
                    <a:pt x="717" y="387"/>
                  </a:cubicBezTo>
                  <a:cubicBezTo>
                    <a:pt x="716" y="389"/>
                    <a:pt x="716" y="390"/>
                    <a:pt x="716" y="391"/>
                  </a:cubicBezTo>
                  <a:cubicBezTo>
                    <a:pt x="716" y="392"/>
                    <a:pt x="717" y="393"/>
                    <a:pt x="718" y="394"/>
                  </a:cubicBezTo>
                  <a:cubicBezTo>
                    <a:pt x="720" y="396"/>
                    <a:pt x="720" y="395"/>
                    <a:pt x="720" y="397"/>
                  </a:cubicBezTo>
                  <a:cubicBezTo>
                    <a:pt x="720" y="399"/>
                    <a:pt x="719" y="399"/>
                    <a:pt x="719" y="401"/>
                  </a:cubicBezTo>
                  <a:cubicBezTo>
                    <a:pt x="719" y="403"/>
                    <a:pt x="718" y="405"/>
                    <a:pt x="718" y="407"/>
                  </a:cubicBezTo>
                  <a:cubicBezTo>
                    <a:pt x="719" y="410"/>
                    <a:pt x="718" y="412"/>
                    <a:pt x="719" y="415"/>
                  </a:cubicBezTo>
                  <a:cubicBezTo>
                    <a:pt x="719" y="418"/>
                    <a:pt x="720" y="421"/>
                    <a:pt x="720" y="426"/>
                  </a:cubicBezTo>
                  <a:cubicBezTo>
                    <a:pt x="720" y="431"/>
                    <a:pt x="719" y="432"/>
                    <a:pt x="720" y="435"/>
                  </a:cubicBezTo>
                  <a:cubicBezTo>
                    <a:pt x="721" y="438"/>
                    <a:pt x="721" y="439"/>
                    <a:pt x="720" y="443"/>
                  </a:cubicBezTo>
                  <a:cubicBezTo>
                    <a:pt x="719" y="447"/>
                    <a:pt x="717" y="455"/>
                    <a:pt x="716" y="458"/>
                  </a:cubicBezTo>
                  <a:cubicBezTo>
                    <a:pt x="715" y="462"/>
                    <a:pt x="713" y="464"/>
                    <a:pt x="713" y="466"/>
                  </a:cubicBezTo>
                  <a:cubicBezTo>
                    <a:pt x="714" y="469"/>
                    <a:pt x="715" y="471"/>
                    <a:pt x="715" y="473"/>
                  </a:cubicBezTo>
                  <a:cubicBezTo>
                    <a:pt x="716" y="475"/>
                    <a:pt x="716" y="477"/>
                    <a:pt x="715" y="478"/>
                  </a:cubicBezTo>
                  <a:cubicBezTo>
                    <a:pt x="714" y="479"/>
                    <a:pt x="710" y="482"/>
                    <a:pt x="709" y="484"/>
                  </a:cubicBezTo>
                  <a:cubicBezTo>
                    <a:pt x="707" y="485"/>
                    <a:pt x="706" y="485"/>
                    <a:pt x="705" y="488"/>
                  </a:cubicBezTo>
                  <a:cubicBezTo>
                    <a:pt x="705" y="490"/>
                    <a:pt x="704" y="493"/>
                    <a:pt x="704" y="497"/>
                  </a:cubicBezTo>
                  <a:cubicBezTo>
                    <a:pt x="705" y="501"/>
                    <a:pt x="704" y="502"/>
                    <a:pt x="705" y="505"/>
                  </a:cubicBezTo>
                  <a:cubicBezTo>
                    <a:pt x="705" y="508"/>
                    <a:pt x="705" y="509"/>
                    <a:pt x="705" y="512"/>
                  </a:cubicBezTo>
                  <a:cubicBezTo>
                    <a:pt x="704" y="514"/>
                    <a:pt x="700" y="516"/>
                    <a:pt x="699" y="517"/>
                  </a:cubicBezTo>
                  <a:cubicBezTo>
                    <a:pt x="698" y="519"/>
                    <a:pt x="696" y="520"/>
                    <a:pt x="695" y="523"/>
                  </a:cubicBezTo>
                  <a:cubicBezTo>
                    <a:pt x="694" y="525"/>
                    <a:pt x="695" y="526"/>
                    <a:pt x="695" y="528"/>
                  </a:cubicBezTo>
                  <a:cubicBezTo>
                    <a:pt x="694" y="529"/>
                    <a:pt x="693" y="529"/>
                    <a:pt x="692" y="530"/>
                  </a:cubicBezTo>
                  <a:cubicBezTo>
                    <a:pt x="692" y="531"/>
                    <a:pt x="691" y="530"/>
                    <a:pt x="691" y="532"/>
                  </a:cubicBezTo>
                  <a:cubicBezTo>
                    <a:pt x="690" y="533"/>
                    <a:pt x="690" y="535"/>
                    <a:pt x="690" y="536"/>
                  </a:cubicBezTo>
                  <a:cubicBezTo>
                    <a:pt x="690" y="537"/>
                    <a:pt x="688" y="538"/>
                    <a:pt x="686" y="541"/>
                  </a:cubicBezTo>
                  <a:cubicBezTo>
                    <a:pt x="683" y="544"/>
                    <a:pt x="681" y="545"/>
                    <a:pt x="680" y="548"/>
                  </a:cubicBezTo>
                  <a:cubicBezTo>
                    <a:pt x="679" y="550"/>
                    <a:pt x="676" y="551"/>
                    <a:pt x="676" y="554"/>
                  </a:cubicBezTo>
                  <a:cubicBezTo>
                    <a:pt x="676" y="557"/>
                    <a:pt x="676" y="559"/>
                    <a:pt x="677" y="562"/>
                  </a:cubicBezTo>
                  <a:cubicBezTo>
                    <a:pt x="678" y="564"/>
                    <a:pt x="678" y="565"/>
                    <a:pt x="677" y="566"/>
                  </a:cubicBezTo>
                  <a:cubicBezTo>
                    <a:pt x="677" y="568"/>
                    <a:pt x="675" y="569"/>
                    <a:pt x="671" y="571"/>
                  </a:cubicBezTo>
                  <a:cubicBezTo>
                    <a:pt x="667" y="573"/>
                    <a:pt x="666" y="572"/>
                    <a:pt x="663" y="575"/>
                  </a:cubicBezTo>
                  <a:cubicBezTo>
                    <a:pt x="660" y="577"/>
                    <a:pt x="658" y="577"/>
                    <a:pt x="657" y="579"/>
                  </a:cubicBezTo>
                  <a:cubicBezTo>
                    <a:pt x="657" y="581"/>
                    <a:pt x="657" y="583"/>
                    <a:pt x="658" y="584"/>
                  </a:cubicBezTo>
                  <a:cubicBezTo>
                    <a:pt x="659" y="585"/>
                    <a:pt x="659" y="587"/>
                    <a:pt x="658" y="587"/>
                  </a:cubicBezTo>
                  <a:cubicBezTo>
                    <a:pt x="657" y="588"/>
                    <a:pt x="656" y="589"/>
                    <a:pt x="653" y="588"/>
                  </a:cubicBezTo>
                  <a:cubicBezTo>
                    <a:pt x="650" y="588"/>
                    <a:pt x="649" y="588"/>
                    <a:pt x="646" y="588"/>
                  </a:cubicBezTo>
                  <a:cubicBezTo>
                    <a:pt x="643" y="588"/>
                    <a:pt x="640" y="588"/>
                    <a:pt x="639" y="587"/>
                  </a:cubicBezTo>
                  <a:cubicBezTo>
                    <a:pt x="638" y="586"/>
                    <a:pt x="636" y="587"/>
                    <a:pt x="636" y="586"/>
                  </a:cubicBezTo>
                  <a:cubicBezTo>
                    <a:pt x="636" y="585"/>
                    <a:pt x="637" y="582"/>
                    <a:pt x="636" y="582"/>
                  </a:cubicBezTo>
                  <a:cubicBezTo>
                    <a:pt x="634" y="582"/>
                    <a:pt x="632" y="583"/>
                    <a:pt x="632" y="585"/>
                  </a:cubicBezTo>
                  <a:cubicBezTo>
                    <a:pt x="632" y="586"/>
                    <a:pt x="632" y="588"/>
                    <a:pt x="631" y="589"/>
                  </a:cubicBezTo>
                  <a:cubicBezTo>
                    <a:pt x="629" y="589"/>
                    <a:pt x="629" y="588"/>
                    <a:pt x="627" y="588"/>
                  </a:cubicBezTo>
                  <a:cubicBezTo>
                    <a:pt x="624" y="587"/>
                    <a:pt x="622" y="586"/>
                    <a:pt x="620" y="587"/>
                  </a:cubicBezTo>
                  <a:cubicBezTo>
                    <a:pt x="618" y="587"/>
                    <a:pt x="615" y="589"/>
                    <a:pt x="614" y="589"/>
                  </a:cubicBezTo>
                  <a:cubicBezTo>
                    <a:pt x="612" y="590"/>
                    <a:pt x="610" y="588"/>
                    <a:pt x="610" y="588"/>
                  </a:cubicBezTo>
                  <a:cubicBezTo>
                    <a:pt x="609" y="587"/>
                    <a:pt x="607" y="587"/>
                    <a:pt x="606" y="588"/>
                  </a:cubicBezTo>
                  <a:cubicBezTo>
                    <a:pt x="604" y="589"/>
                    <a:pt x="604" y="589"/>
                    <a:pt x="603" y="590"/>
                  </a:cubicBezTo>
                  <a:cubicBezTo>
                    <a:pt x="602" y="591"/>
                    <a:pt x="601" y="592"/>
                    <a:pt x="602" y="593"/>
                  </a:cubicBezTo>
                  <a:cubicBezTo>
                    <a:pt x="603" y="595"/>
                    <a:pt x="603" y="595"/>
                    <a:pt x="603" y="596"/>
                  </a:cubicBezTo>
                  <a:cubicBezTo>
                    <a:pt x="602" y="596"/>
                    <a:pt x="598" y="597"/>
                    <a:pt x="598" y="598"/>
                  </a:cubicBezTo>
                  <a:cubicBezTo>
                    <a:pt x="597" y="598"/>
                    <a:pt x="593" y="600"/>
                    <a:pt x="592" y="601"/>
                  </a:cubicBezTo>
                  <a:cubicBezTo>
                    <a:pt x="591" y="602"/>
                    <a:pt x="589" y="602"/>
                    <a:pt x="588" y="604"/>
                  </a:cubicBezTo>
                  <a:cubicBezTo>
                    <a:pt x="587" y="605"/>
                    <a:pt x="586" y="606"/>
                    <a:pt x="584" y="606"/>
                  </a:cubicBezTo>
                  <a:cubicBezTo>
                    <a:pt x="582" y="606"/>
                    <a:pt x="579" y="605"/>
                    <a:pt x="576" y="606"/>
                  </a:cubicBezTo>
                  <a:cubicBezTo>
                    <a:pt x="574" y="606"/>
                    <a:pt x="570" y="607"/>
                    <a:pt x="569" y="608"/>
                  </a:cubicBezTo>
                  <a:cubicBezTo>
                    <a:pt x="568" y="609"/>
                    <a:pt x="566" y="610"/>
                    <a:pt x="566" y="611"/>
                  </a:cubicBezTo>
                  <a:cubicBezTo>
                    <a:pt x="565" y="612"/>
                    <a:pt x="561" y="615"/>
                    <a:pt x="560" y="616"/>
                  </a:cubicBezTo>
                  <a:cubicBezTo>
                    <a:pt x="559" y="617"/>
                    <a:pt x="551" y="621"/>
                    <a:pt x="547" y="624"/>
                  </a:cubicBezTo>
                  <a:cubicBezTo>
                    <a:pt x="544" y="626"/>
                    <a:pt x="537" y="631"/>
                    <a:pt x="535" y="632"/>
                  </a:cubicBezTo>
                  <a:cubicBezTo>
                    <a:pt x="534" y="633"/>
                    <a:pt x="534" y="634"/>
                    <a:pt x="534" y="635"/>
                  </a:cubicBezTo>
                  <a:cubicBezTo>
                    <a:pt x="534" y="637"/>
                    <a:pt x="533" y="639"/>
                    <a:pt x="531" y="639"/>
                  </a:cubicBezTo>
                  <a:cubicBezTo>
                    <a:pt x="530" y="640"/>
                    <a:pt x="528" y="641"/>
                    <a:pt x="528" y="640"/>
                  </a:cubicBezTo>
                  <a:cubicBezTo>
                    <a:pt x="527" y="639"/>
                    <a:pt x="527" y="638"/>
                    <a:pt x="526" y="638"/>
                  </a:cubicBezTo>
                  <a:cubicBezTo>
                    <a:pt x="524" y="638"/>
                    <a:pt x="524" y="639"/>
                    <a:pt x="523" y="640"/>
                  </a:cubicBezTo>
                  <a:cubicBezTo>
                    <a:pt x="521" y="641"/>
                    <a:pt x="520" y="640"/>
                    <a:pt x="519" y="641"/>
                  </a:cubicBezTo>
                  <a:cubicBezTo>
                    <a:pt x="519" y="641"/>
                    <a:pt x="519" y="643"/>
                    <a:pt x="520" y="644"/>
                  </a:cubicBezTo>
                  <a:cubicBezTo>
                    <a:pt x="520" y="644"/>
                    <a:pt x="522" y="644"/>
                    <a:pt x="523" y="645"/>
                  </a:cubicBezTo>
                  <a:cubicBezTo>
                    <a:pt x="524" y="645"/>
                    <a:pt x="524" y="645"/>
                    <a:pt x="524" y="647"/>
                  </a:cubicBezTo>
                  <a:cubicBezTo>
                    <a:pt x="523" y="648"/>
                    <a:pt x="522" y="649"/>
                    <a:pt x="520" y="650"/>
                  </a:cubicBezTo>
                  <a:cubicBezTo>
                    <a:pt x="519" y="651"/>
                    <a:pt x="519" y="653"/>
                    <a:pt x="519" y="654"/>
                  </a:cubicBezTo>
                  <a:cubicBezTo>
                    <a:pt x="520" y="654"/>
                    <a:pt x="520" y="654"/>
                    <a:pt x="520" y="655"/>
                  </a:cubicBezTo>
                  <a:cubicBezTo>
                    <a:pt x="520" y="656"/>
                    <a:pt x="521" y="656"/>
                    <a:pt x="519" y="656"/>
                  </a:cubicBezTo>
                  <a:cubicBezTo>
                    <a:pt x="518" y="657"/>
                    <a:pt x="517" y="657"/>
                    <a:pt x="517" y="658"/>
                  </a:cubicBezTo>
                  <a:cubicBezTo>
                    <a:pt x="517" y="658"/>
                    <a:pt x="517" y="660"/>
                    <a:pt x="518" y="661"/>
                  </a:cubicBezTo>
                  <a:cubicBezTo>
                    <a:pt x="519" y="661"/>
                    <a:pt x="519" y="661"/>
                    <a:pt x="520" y="662"/>
                  </a:cubicBezTo>
                  <a:cubicBezTo>
                    <a:pt x="521" y="664"/>
                    <a:pt x="521" y="664"/>
                    <a:pt x="521" y="665"/>
                  </a:cubicBezTo>
                  <a:cubicBezTo>
                    <a:pt x="521" y="666"/>
                    <a:pt x="520" y="667"/>
                    <a:pt x="519" y="668"/>
                  </a:cubicBezTo>
                  <a:cubicBezTo>
                    <a:pt x="519" y="669"/>
                    <a:pt x="519" y="670"/>
                    <a:pt x="520" y="671"/>
                  </a:cubicBezTo>
                  <a:cubicBezTo>
                    <a:pt x="520" y="672"/>
                    <a:pt x="519" y="672"/>
                    <a:pt x="520" y="674"/>
                  </a:cubicBezTo>
                  <a:cubicBezTo>
                    <a:pt x="521" y="677"/>
                    <a:pt x="520" y="679"/>
                    <a:pt x="521" y="679"/>
                  </a:cubicBezTo>
                  <a:cubicBezTo>
                    <a:pt x="522" y="680"/>
                    <a:pt x="523" y="680"/>
                    <a:pt x="523" y="681"/>
                  </a:cubicBezTo>
                  <a:cubicBezTo>
                    <a:pt x="523" y="682"/>
                    <a:pt x="521" y="683"/>
                    <a:pt x="521" y="684"/>
                  </a:cubicBezTo>
                  <a:cubicBezTo>
                    <a:pt x="521" y="685"/>
                    <a:pt x="521" y="686"/>
                    <a:pt x="521" y="688"/>
                  </a:cubicBezTo>
                  <a:cubicBezTo>
                    <a:pt x="521" y="690"/>
                    <a:pt x="520" y="692"/>
                    <a:pt x="521" y="692"/>
                  </a:cubicBezTo>
                  <a:cubicBezTo>
                    <a:pt x="522" y="692"/>
                    <a:pt x="522" y="692"/>
                    <a:pt x="523" y="692"/>
                  </a:cubicBezTo>
                  <a:cubicBezTo>
                    <a:pt x="524" y="692"/>
                    <a:pt x="524" y="689"/>
                    <a:pt x="524" y="689"/>
                  </a:cubicBezTo>
                  <a:cubicBezTo>
                    <a:pt x="525" y="689"/>
                    <a:pt x="525" y="691"/>
                    <a:pt x="525" y="691"/>
                  </a:cubicBezTo>
                  <a:cubicBezTo>
                    <a:pt x="525" y="692"/>
                    <a:pt x="524" y="694"/>
                    <a:pt x="523" y="695"/>
                  </a:cubicBezTo>
                  <a:cubicBezTo>
                    <a:pt x="522" y="696"/>
                    <a:pt x="521" y="698"/>
                    <a:pt x="521" y="700"/>
                  </a:cubicBezTo>
                  <a:cubicBezTo>
                    <a:pt x="520" y="701"/>
                    <a:pt x="521" y="704"/>
                    <a:pt x="520" y="706"/>
                  </a:cubicBezTo>
                  <a:cubicBezTo>
                    <a:pt x="519" y="707"/>
                    <a:pt x="518" y="707"/>
                    <a:pt x="517" y="707"/>
                  </a:cubicBezTo>
                  <a:cubicBezTo>
                    <a:pt x="516" y="707"/>
                    <a:pt x="516" y="707"/>
                    <a:pt x="516" y="709"/>
                  </a:cubicBezTo>
                  <a:cubicBezTo>
                    <a:pt x="516" y="711"/>
                    <a:pt x="517" y="712"/>
                    <a:pt x="516" y="713"/>
                  </a:cubicBezTo>
                  <a:cubicBezTo>
                    <a:pt x="516" y="714"/>
                    <a:pt x="514" y="714"/>
                    <a:pt x="514" y="716"/>
                  </a:cubicBezTo>
                  <a:cubicBezTo>
                    <a:pt x="513" y="717"/>
                    <a:pt x="511" y="719"/>
                    <a:pt x="508" y="721"/>
                  </a:cubicBezTo>
                  <a:cubicBezTo>
                    <a:pt x="506" y="723"/>
                    <a:pt x="503" y="725"/>
                    <a:pt x="501" y="726"/>
                  </a:cubicBezTo>
                  <a:cubicBezTo>
                    <a:pt x="500" y="727"/>
                    <a:pt x="498" y="728"/>
                    <a:pt x="497" y="730"/>
                  </a:cubicBezTo>
                  <a:cubicBezTo>
                    <a:pt x="496" y="732"/>
                    <a:pt x="495" y="733"/>
                    <a:pt x="495" y="736"/>
                  </a:cubicBezTo>
                  <a:cubicBezTo>
                    <a:pt x="494" y="738"/>
                    <a:pt x="492" y="743"/>
                    <a:pt x="491" y="746"/>
                  </a:cubicBezTo>
                  <a:cubicBezTo>
                    <a:pt x="489" y="750"/>
                    <a:pt x="487" y="753"/>
                    <a:pt x="486" y="756"/>
                  </a:cubicBezTo>
                  <a:cubicBezTo>
                    <a:pt x="484" y="759"/>
                    <a:pt x="484" y="759"/>
                    <a:pt x="482" y="762"/>
                  </a:cubicBezTo>
                  <a:cubicBezTo>
                    <a:pt x="480" y="764"/>
                    <a:pt x="472" y="773"/>
                    <a:pt x="470" y="777"/>
                  </a:cubicBezTo>
                  <a:cubicBezTo>
                    <a:pt x="468" y="780"/>
                    <a:pt x="459" y="787"/>
                    <a:pt x="458" y="788"/>
                  </a:cubicBezTo>
                  <a:cubicBezTo>
                    <a:pt x="456" y="789"/>
                    <a:pt x="453" y="791"/>
                    <a:pt x="452" y="791"/>
                  </a:cubicBezTo>
                  <a:cubicBezTo>
                    <a:pt x="451" y="792"/>
                    <a:pt x="449" y="789"/>
                    <a:pt x="450" y="788"/>
                  </a:cubicBezTo>
                  <a:cubicBezTo>
                    <a:pt x="451" y="787"/>
                    <a:pt x="453" y="787"/>
                    <a:pt x="454" y="787"/>
                  </a:cubicBezTo>
                  <a:cubicBezTo>
                    <a:pt x="456" y="786"/>
                    <a:pt x="457" y="785"/>
                    <a:pt x="459" y="784"/>
                  </a:cubicBezTo>
                  <a:cubicBezTo>
                    <a:pt x="461" y="782"/>
                    <a:pt x="465" y="781"/>
                    <a:pt x="466" y="780"/>
                  </a:cubicBezTo>
                  <a:cubicBezTo>
                    <a:pt x="467" y="778"/>
                    <a:pt x="467" y="777"/>
                    <a:pt x="467" y="776"/>
                  </a:cubicBezTo>
                  <a:cubicBezTo>
                    <a:pt x="467" y="775"/>
                    <a:pt x="467" y="771"/>
                    <a:pt x="468" y="770"/>
                  </a:cubicBezTo>
                  <a:cubicBezTo>
                    <a:pt x="469" y="769"/>
                    <a:pt x="471" y="769"/>
                    <a:pt x="471" y="769"/>
                  </a:cubicBezTo>
                  <a:cubicBezTo>
                    <a:pt x="472" y="769"/>
                    <a:pt x="472" y="768"/>
                    <a:pt x="472" y="766"/>
                  </a:cubicBezTo>
                  <a:cubicBezTo>
                    <a:pt x="473" y="764"/>
                    <a:pt x="474" y="764"/>
                    <a:pt x="475" y="763"/>
                  </a:cubicBezTo>
                  <a:cubicBezTo>
                    <a:pt x="477" y="763"/>
                    <a:pt x="477" y="763"/>
                    <a:pt x="477" y="760"/>
                  </a:cubicBezTo>
                  <a:cubicBezTo>
                    <a:pt x="477" y="758"/>
                    <a:pt x="477" y="756"/>
                    <a:pt x="478" y="755"/>
                  </a:cubicBezTo>
                  <a:cubicBezTo>
                    <a:pt x="478" y="754"/>
                    <a:pt x="479" y="753"/>
                    <a:pt x="480" y="753"/>
                  </a:cubicBezTo>
                  <a:cubicBezTo>
                    <a:pt x="480" y="753"/>
                    <a:pt x="482" y="752"/>
                    <a:pt x="480" y="751"/>
                  </a:cubicBezTo>
                  <a:cubicBezTo>
                    <a:pt x="478" y="751"/>
                    <a:pt x="475" y="750"/>
                    <a:pt x="474" y="751"/>
                  </a:cubicBezTo>
                  <a:cubicBezTo>
                    <a:pt x="474" y="751"/>
                    <a:pt x="472" y="751"/>
                    <a:pt x="471" y="750"/>
                  </a:cubicBezTo>
                  <a:cubicBezTo>
                    <a:pt x="470" y="750"/>
                    <a:pt x="469" y="748"/>
                    <a:pt x="468" y="747"/>
                  </a:cubicBezTo>
                  <a:cubicBezTo>
                    <a:pt x="468" y="747"/>
                    <a:pt x="466" y="746"/>
                    <a:pt x="466" y="747"/>
                  </a:cubicBezTo>
                  <a:cubicBezTo>
                    <a:pt x="466" y="748"/>
                    <a:pt x="466" y="751"/>
                    <a:pt x="467" y="751"/>
                  </a:cubicBezTo>
                  <a:cubicBezTo>
                    <a:pt x="468" y="752"/>
                    <a:pt x="469" y="752"/>
                    <a:pt x="468" y="753"/>
                  </a:cubicBezTo>
                  <a:cubicBezTo>
                    <a:pt x="467" y="755"/>
                    <a:pt x="466" y="755"/>
                    <a:pt x="466" y="756"/>
                  </a:cubicBezTo>
                  <a:cubicBezTo>
                    <a:pt x="465" y="757"/>
                    <a:pt x="466" y="758"/>
                    <a:pt x="465" y="759"/>
                  </a:cubicBezTo>
                  <a:cubicBezTo>
                    <a:pt x="465" y="760"/>
                    <a:pt x="463" y="760"/>
                    <a:pt x="463" y="762"/>
                  </a:cubicBezTo>
                  <a:cubicBezTo>
                    <a:pt x="463" y="763"/>
                    <a:pt x="464" y="764"/>
                    <a:pt x="463" y="766"/>
                  </a:cubicBezTo>
                  <a:cubicBezTo>
                    <a:pt x="462" y="767"/>
                    <a:pt x="462" y="766"/>
                    <a:pt x="461" y="768"/>
                  </a:cubicBezTo>
                  <a:cubicBezTo>
                    <a:pt x="460" y="770"/>
                    <a:pt x="459" y="770"/>
                    <a:pt x="459" y="770"/>
                  </a:cubicBezTo>
                  <a:cubicBezTo>
                    <a:pt x="458" y="771"/>
                    <a:pt x="457" y="770"/>
                    <a:pt x="456" y="772"/>
                  </a:cubicBezTo>
                  <a:cubicBezTo>
                    <a:pt x="455" y="773"/>
                    <a:pt x="454" y="772"/>
                    <a:pt x="453" y="774"/>
                  </a:cubicBezTo>
                  <a:cubicBezTo>
                    <a:pt x="452" y="775"/>
                    <a:pt x="452" y="778"/>
                    <a:pt x="452" y="779"/>
                  </a:cubicBezTo>
                  <a:cubicBezTo>
                    <a:pt x="452" y="780"/>
                    <a:pt x="452" y="781"/>
                    <a:pt x="450" y="781"/>
                  </a:cubicBezTo>
                  <a:cubicBezTo>
                    <a:pt x="449" y="782"/>
                    <a:pt x="447" y="780"/>
                    <a:pt x="447" y="783"/>
                  </a:cubicBezTo>
                  <a:cubicBezTo>
                    <a:pt x="447" y="786"/>
                    <a:pt x="446" y="788"/>
                    <a:pt x="447" y="789"/>
                  </a:cubicBezTo>
                  <a:cubicBezTo>
                    <a:pt x="447" y="790"/>
                    <a:pt x="449" y="791"/>
                    <a:pt x="449" y="793"/>
                  </a:cubicBezTo>
                  <a:cubicBezTo>
                    <a:pt x="449" y="794"/>
                    <a:pt x="448" y="795"/>
                    <a:pt x="447" y="797"/>
                  </a:cubicBezTo>
                  <a:cubicBezTo>
                    <a:pt x="446" y="799"/>
                    <a:pt x="443" y="801"/>
                    <a:pt x="443" y="804"/>
                  </a:cubicBezTo>
                  <a:cubicBezTo>
                    <a:pt x="442" y="806"/>
                    <a:pt x="442" y="808"/>
                    <a:pt x="440" y="812"/>
                  </a:cubicBezTo>
                  <a:cubicBezTo>
                    <a:pt x="438" y="816"/>
                    <a:pt x="437" y="818"/>
                    <a:pt x="434" y="820"/>
                  </a:cubicBezTo>
                  <a:cubicBezTo>
                    <a:pt x="430" y="823"/>
                    <a:pt x="426" y="824"/>
                    <a:pt x="424" y="827"/>
                  </a:cubicBezTo>
                  <a:cubicBezTo>
                    <a:pt x="424" y="827"/>
                    <a:pt x="423" y="828"/>
                    <a:pt x="423" y="829"/>
                  </a:cubicBezTo>
                  <a:cubicBezTo>
                    <a:pt x="422" y="828"/>
                    <a:pt x="421" y="827"/>
                    <a:pt x="421" y="825"/>
                  </a:cubicBezTo>
                  <a:cubicBezTo>
                    <a:pt x="421" y="824"/>
                    <a:pt x="421" y="823"/>
                    <a:pt x="421" y="822"/>
                  </a:cubicBezTo>
                  <a:cubicBezTo>
                    <a:pt x="421" y="820"/>
                    <a:pt x="422" y="817"/>
                    <a:pt x="421" y="812"/>
                  </a:cubicBezTo>
                  <a:cubicBezTo>
                    <a:pt x="420" y="810"/>
                    <a:pt x="420" y="809"/>
                    <a:pt x="420" y="809"/>
                  </a:cubicBezTo>
                  <a:cubicBezTo>
                    <a:pt x="419" y="802"/>
                    <a:pt x="418" y="800"/>
                    <a:pt x="415" y="794"/>
                  </a:cubicBezTo>
                  <a:cubicBezTo>
                    <a:pt x="413" y="790"/>
                    <a:pt x="410" y="788"/>
                    <a:pt x="407" y="786"/>
                  </a:cubicBezTo>
                  <a:cubicBezTo>
                    <a:pt x="406" y="784"/>
                    <a:pt x="405" y="783"/>
                    <a:pt x="403" y="782"/>
                  </a:cubicBezTo>
                  <a:cubicBezTo>
                    <a:pt x="402" y="780"/>
                    <a:pt x="400" y="778"/>
                    <a:pt x="398" y="777"/>
                  </a:cubicBezTo>
                  <a:cubicBezTo>
                    <a:pt x="395" y="776"/>
                    <a:pt x="393" y="775"/>
                    <a:pt x="391" y="774"/>
                  </a:cubicBezTo>
                  <a:cubicBezTo>
                    <a:pt x="390" y="773"/>
                    <a:pt x="387" y="772"/>
                    <a:pt x="385" y="771"/>
                  </a:cubicBezTo>
                  <a:cubicBezTo>
                    <a:pt x="384" y="770"/>
                    <a:pt x="383" y="769"/>
                    <a:pt x="382" y="768"/>
                  </a:cubicBezTo>
                  <a:cubicBezTo>
                    <a:pt x="382" y="767"/>
                    <a:pt x="382" y="767"/>
                    <a:pt x="382" y="767"/>
                  </a:cubicBezTo>
                  <a:cubicBezTo>
                    <a:pt x="381" y="765"/>
                    <a:pt x="379" y="764"/>
                    <a:pt x="378" y="764"/>
                  </a:cubicBezTo>
                  <a:cubicBezTo>
                    <a:pt x="378" y="764"/>
                    <a:pt x="378" y="764"/>
                    <a:pt x="378" y="764"/>
                  </a:cubicBezTo>
                  <a:cubicBezTo>
                    <a:pt x="377" y="764"/>
                    <a:pt x="376" y="764"/>
                    <a:pt x="375" y="764"/>
                  </a:cubicBezTo>
                  <a:cubicBezTo>
                    <a:pt x="375" y="764"/>
                    <a:pt x="375" y="764"/>
                    <a:pt x="375" y="765"/>
                  </a:cubicBezTo>
                  <a:cubicBezTo>
                    <a:pt x="375" y="765"/>
                    <a:pt x="374" y="765"/>
                    <a:pt x="374" y="765"/>
                  </a:cubicBezTo>
                  <a:cubicBezTo>
                    <a:pt x="373" y="766"/>
                    <a:pt x="372" y="767"/>
                    <a:pt x="371" y="767"/>
                  </a:cubicBezTo>
                  <a:cubicBezTo>
                    <a:pt x="370" y="767"/>
                    <a:pt x="370" y="765"/>
                    <a:pt x="369" y="763"/>
                  </a:cubicBezTo>
                  <a:cubicBezTo>
                    <a:pt x="369" y="763"/>
                    <a:pt x="369" y="762"/>
                    <a:pt x="369" y="762"/>
                  </a:cubicBezTo>
                  <a:cubicBezTo>
                    <a:pt x="369" y="762"/>
                    <a:pt x="369" y="762"/>
                    <a:pt x="369" y="762"/>
                  </a:cubicBezTo>
                  <a:cubicBezTo>
                    <a:pt x="368" y="760"/>
                    <a:pt x="366" y="758"/>
                    <a:pt x="364" y="756"/>
                  </a:cubicBezTo>
                  <a:cubicBezTo>
                    <a:pt x="362" y="755"/>
                    <a:pt x="361" y="754"/>
                    <a:pt x="360" y="753"/>
                  </a:cubicBezTo>
                  <a:cubicBezTo>
                    <a:pt x="359" y="751"/>
                    <a:pt x="357" y="749"/>
                    <a:pt x="355" y="748"/>
                  </a:cubicBezTo>
                  <a:cubicBezTo>
                    <a:pt x="353" y="747"/>
                    <a:pt x="352" y="746"/>
                    <a:pt x="351" y="746"/>
                  </a:cubicBezTo>
                  <a:cubicBezTo>
                    <a:pt x="349" y="746"/>
                    <a:pt x="348" y="747"/>
                    <a:pt x="347" y="748"/>
                  </a:cubicBezTo>
                  <a:cubicBezTo>
                    <a:pt x="346" y="748"/>
                    <a:pt x="345" y="749"/>
                    <a:pt x="344" y="749"/>
                  </a:cubicBezTo>
                  <a:cubicBezTo>
                    <a:pt x="341" y="748"/>
                    <a:pt x="339" y="747"/>
                    <a:pt x="338" y="747"/>
                  </a:cubicBezTo>
                  <a:cubicBezTo>
                    <a:pt x="340" y="744"/>
                    <a:pt x="342" y="742"/>
                    <a:pt x="343" y="741"/>
                  </a:cubicBezTo>
                  <a:cubicBezTo>
                    <a:pt x="344" y="740"/>
                    <a:pt x="346" y="739"/>
                    <a:pt x="348" y="737"/>
                  </a:cubicBezTo>
                  <a:cubicBezTo>
                    <a:pt x="352" y="732"/>
                    <a:pt x="359" y="725"/>
                    <a:pt x="363" y="722"/>
                  </a:cubicBezTo>
                  <a:cubicBezTo>
                    <a:pt x="365" y="720"/>
                    <a:pt x="367" y="719"/>
                    <a:pt x="368" y="718"/>
                  </a:cubicBezTo>
                  <a:cubicBezTo>
                    <a:pt x="371" y="716"/>
                    <a:pt x="371" y="716"/>
                    <a:pt x="373" y="712"/>
                  </a:cubicBezTo>
                  <a:cubicBezTo>
                    <a:pt x="375" y="710"/>
                    <a:pt x="375" y="709"/>
                    <a:pt x="375" y="707"/>
                  </a:cubicBezTo>
                  <a:cubicBezTo>
                    <a:pt x="376" y="705"/>
                    <a:pt x="376" y="704"/>
                    <a:pt x="378" y="703"/>
                  </a:cubicBezTo>
                  <a:cubicBezTo>
                    <a:pt x="379" y="702"/>
                    <a:pt x="381" y="700"/>
                    <a:pt x="383" y="699"/>
                  </a:cubicBezTo>
                  <a:cubicBezTo>
                    <a:pt x="386" y="697"/>
                    <a:pt x="388" y="696"/>
                    <a:pt x="391" y="694"/>
                  </a:cubicBezTo>
                  <a:cubicBezTo>
                    <a:pt x="393" y="692"/>
                    <a:pt x="395" y="691"/>
                    <a:pt x="397" y="691"/>
                  </a:cubicBezTo>
                  <a:cubicBezTo>
                    <a:pt x="397" y="691"/>
                    <a:pt x="397" y="691"/>
                    <a:pt x="397" y="691"/>
                  </a:cubicBezTo>
                  <a:cubicBezTo>
                    <a:pt x="399" y="690"/>
                    <a:pt x="401" y="689"/>
                    <a:pt x="403" y="688"/>
                  </a:cubicBezTo>
                  <a:cubicBezTo>
                    <a:pt x="404" y="688"/>
                    <a:pt x="405" y="687"/>
                    <a:pt x="407" y="686"/>
                  </a:cubicBezTo>
                  <a:cubicBezTo>
                    <a:pt x="407" y="686"/>
                    <a:pt x="407" y="686"/>
                    <a:pt x="407" y="686"/>
                  </a:cubicBezTo>
                  <a:cubicBezTo>
                    <a:pt x="411" y="685"/>
                    <a:pt x="417" y="683"/>
                    <a:pt x="418" y="676"/>
                  </a:cubicBezTo>
                  <a:cubicBezTo>
                    <a:pt x="418" y="672"/>
                    <a:pt x="418" y="668"/>
                    <a:pt x="418" y="665"/>
                  </a:cubicBezTo>
                  <a:cubicBezTo>
                    <a:pt x="418" y="665"/>
                    <a:pt x="418" y="665"/>
                    <a:pt x="418" y="665"/>
                  </a:cubicBezTo>
                  <a:cubicBezTo>
                    <a:pt x="418" y="662"/>
                    <a:pt x="418" y="660"/>
                    <a:pt x="418" y="658"/>
                  </a:cubicBezTo>
                  <a:cubicBezTo>
                    <a:pt x="417" y="655"/>
                    <a:pt x="417" y="654"/>
                    <a:pt x="416" y="652"/>
                  </a:cubicBezTo>
                  <a:cubicBezTo>
                    <a:pt x="415" y="650"/>
                    <a:pt x="413" y="649"/>
                    <a:pt x="411" y="647"/>
                  </a:cubicBezTo>
                  <a:cubicBezTo>
                    <a:pt x="408" y="645"/>
                    <a:pt x="403" y="646"/>
                    <a:pt x="400" y="647"/>
                  </a:cubicBezTo>
                  <a:cubicBezTo>
                    <a:pt x="400" y="644"/>
                    <a:pt x="401" y="642"/>
                    <a:pt x="401" y="639"/>
                  </a:cubicBezTo>
                  <a:cubicBezTo>
                    <a:pt x="402" y="634"/>
                    <a:pt x="403" y="629"/>
                    <a:pt x="403" y="627"/>
                  </a:cubicBezTo>
                  <a:cubicBezTo>
                    <a:pt x="403" y="624"/>
                    <a:pt x="403" y="621"/>
                    <a:pt x="404" y="618"/>
                  </a:cubicBezTo>
                  <a:cubicBezTo>
                    <a:pt x="404" y="617"/>
                    <a:pt x="404" y="616"/>
                    <a:pt x="404" y="615"/>
                  </a:cubicBezTo>
                  <a:cubicBezTo>
                    <a:pt x="405" y="614"/>
                    <a:pt x="405" y="613"/>
                    <a:pt x="405" y="613"/>
                  </a:cubicBezTo>
                  <a:cubicBezTo>
                    <a:pt x="403" y="611"/>
                    <a:pt x="403" y="611"/>
                    <a:pt x="403" y="611"/>
                  </a:cubicBezTo>
                  <a:cubicBezTo>
                    <a:pt x="402" y="610"/>
                    <a:pt x="401" y="610"/>
                    <a:pt x="400" y="609"/>
                  </a:cubicBezTo>
                  <a:cubicBezTo>
                    <a:pt x="397" y="609"/>
                    <a:pt x="395" y="608"/>
                    <a:pt x="393" y="608"/>
                  </a:cubicBezTo>
                  <a:cubicBezTo>
                    <a:pt x="392" y="608"/>
                    <a:pt x="390" y="609"/>
                    <a:pt x="389" y="609"/>
                  </a:cubicBezTo>
                  <a:cubicBezTo>
                    <a:pt x="387" y="609"/>
                    <a:pt x="386" y="610"/>
                    <a:pt x="384" y="610"/>
                  </a:cubicBezTo>
                  <a:cubicBezTo>
                    <a:pt x="383" y="609"/>
                    <a:pt x="383" y="609"/>
                    <a:pt x="382" y="608"/>
                  </a:cubicBezTo>
                  <a:cubicBezTo>
                    <a:pt x="381" y="607"/>
                    <a:pt x="381" y="606"/>
                    <a:pt x="381" y="604"/>
                  </a:cubicBezTo>
                  <a:cubicBezTo>
                    <a:pt x="380" y="602"/>
                    <a:pt x="380" y="601"/>
                    <a:pt x="380" y="599"/>
                  </a:cubicBezTo>
                  <a:cubicBezTo>
                    <a:pt x="379" y="597"/>
                    <a:pt x="379" y="594"/>
                    <a:pt x="378" y="591"/>
                  </a:cubicBezTo>
                  <a:cubicBezTo>
                    <a:pt x="378" y="589"/>
                    <a:pt x="378" y="588"/>
                    <a:pt x="377" y="586"/>
                  </a:cubicBezTo>
                  <a:cubicBezTo>
                    <a:pt x="377" y="581"/>
                    <a:pt x="376" y="577"/>
                    <a:pt x="374" y="575"/>
                  </a:cubicBezTo>
                  <a:cubicBezTo>
                    <a:pt x="372" y="574"/>
                    <a:pt x="371" y="574"/>
                    <a:pt x="369" y="574"/>
                  </a:cubicBezTo>
                  <a:cubicBezTo>
                    <a:pt x="369" y="574"/>
                    <a:pt x="368" y="574"/>
                    <a:pt x="367" y="573"/>
                  </a:cubicBezTo>
                  <a:cubicBezTo>
                    <a:pt x="366" y="573"/>
                    <a:pt x="365" y="572"/>
                    <a:pt x="365" y="572"/>
                  </a:cubicBezTo>
                  <a:cubicBezTo>
                    <a:pt x="363" y="571"/>
                    <a:pt x="362" y="570"/>
                    <a:pt x="360" y="570"/>
                  </a:cubicBezTo>
                  <a:cubicBezTo>
                    <a:pt x="358" y="570"/>
                    <a:pt x="357" y="571"/>
                    <a:pt x="356" y="572"/>
                  </a:cubicBezTo>
                  <a:cubicBezTo>
                    <a:pt x="356" y="572"/>
                    <a:pt x="354" y="573"/>
                    <a:pt x="352" y="573"/>
                  </a:cubicBezTo>
                  <a:cubicBezTo>
                    <a:pt x="350" y="573"/>
                    <a:pt x="346" y="572"/>
                    <a:pt x="342" y="572"/>
                  </a:cubicBezTo>
                  <a:cubicBezTo>
                    <a:pt x="340" y="571"/>
                    <a:pt x="337" y="570"/>
                    <a:pt x="336" y="570"/>
                  </a:cubicBezTo>
                  <a:cubicBezTo>
                    <a:pt x="335" y="570"/>
                    <a:pt x="335" y="570"/>
                    <a:pt x="334" y="570"/>
                  </a:cubicBezTo>
                  <a:cubicBezTo>
                    <a:pt x="332" y="570"/>
                    <a:pt x="330" y="570"/>
                    <a:pt x="330" y="570"/>
                  </a:cubicBezTo>
                  <a:cubicBezTo>
                    <a:pt x="329" y="569"/>
                    <a:pt x="329" y="569"/>
                    <a:pt x="329" y="567"/>
                  </a:cubicBezTo>
                  <a:cubicBezTo>
                    <a:pt x="329" y="566"/>
                    <a:pt x="329" y="564"/>
                    <a:pt x="330" y="561"/>
                  </a:cubicBezTo>
                  <a:cubicBezTo>
                    <a:pt x="330" y="560"/>
                    <a:pt x="331" y="559"/>
                    <a:pt x="331" y="558"/>
                  </a:cubicBezTo>
                  <a:cubicBezTo>
                    <a:pt x="331" y="558"/>
                    <a:pt x="331" y="558"/>
                    <a:pt x="331" y="558"/>
                  </a:cubicBezTo>
                  <a:cubicBezTo>
                    <a:pt x="332" y="555"/>
                    <a:pt x="332" y="553"/>
                    <a:pt x="332" y="548"/>
                  </a:cubicBezTo>
                  <a:cubicBezTo>
                    <a:pt x="332" y="543"/>
                    <a:pt x="330" y="539"/>
                    <a:pt x="329" y="536"/>
                  </a:cubicBezTo>
                  <a:cubicBezTo>
                    <a:pt x="328" y="535"/>
                    <a:pt x="328" y="533"/>
                    <a:pt x="327" y="532"/>
                  </a:cubicBezTo>
                  <a:cubicBezTo>
                    <a:pt x="327" y="532"/>
                    <a:pt x="327" y="531"/>
                    <a:pt x="327" y="530"/>
                  </a:cubicBezTo>
                  <a:cubicBezTo>
                    <a:pt x="326" y="527"/>
                    <a:pt x="324" y="523"/>
                    <a:pt x="325" y="521"/>
                  </a:cubicBezTo>
                  <a:cubicBezTo>
                    <a:pt x="326" y="520"/>
                    <a:pt x="326" y="519"/>
                    <a:pt x="326" y="518"/>
                  </a:cubicBezTo>
                  <a:cubicBezTo>
                    <a:pt x="328" y="515"/>
                    <a:pt x="330" y="510"/>
                    <a:pt x="332" y="506"/>
                  </a:cubicBezTo>
                  <a:cubicBezTo>
                    <a:pt x="334" y="503"/>
                    <a:pt x="335" y="501"/>
                    <a:pt x="336" y="498"/>
                  </a:cubicBezTo>
                  <a:cubicBezTo>
                    <a:pt x="337" y="496"/>
                    <a:pt x="338" y="494"/>
                    <a:pt x="338" y="491"/>
                  </a:cubicBezTo>
                  <a:cubicBezTo>
                    <a:pt x="338" y="491"/>
                    <a:pt x="338" y="491"/>
                    <a:pt x="338" y="491"/>
                  </a:cubicBezTo>
                  <a:cubicBezTo>
                    <a:pt x="338" y="488"/>
                    <a:pt x="338" y="486"/>
                    <a:pt x="337" y="483"/>
                  </a:cubicBezTo>
                  <a:cubicBezTo>
                    <a:pt x="337" y="481"/>
                    <a:pt x="336" y="479"/>
                    <a:pt x="335" y="476"/>
                  </a:cubicBezTo>
                  <a:cubicBezTo>
                    <a:pt x="333" y="473"/>
                    <a:pt x="331" y="472"/>
                    <a:pt x="328" y="470"/>
                  </a:cubicBezTo>
                  <a:cubicBezTo>
                    <a:pt x="327" y="470"/>
                    <a:pt x="326" y="469"/>
                    <a:pt x="324" y="468"/>
                  </a:cubicBezTo>
                  <a:cubicBezTo>
                    <a:pt x="322" y="466"/>
                    <a:pt x="321" y="464"/>
                    <a:pt x="320" y="462"/>
                  </a:cubicBezTo>
                  <a:cubicBezTo>
                    <a:pt x="319" y="460"/>
                    <a:pt x="319" y="458"/>
                    <a:pt x="319" y="457"/>
                  </a:cubicBezTo>
                  <a:cubicBezTo>
                    <a:pt x="320" y="455"/>
                    <a:pt x="320" y="454"/>
                    <a:pt x="320" y="453"/>
                  </a:cubicBezTo>
                  <a:cubicBezTo>
                    <a:pt x="321" y="450"/>
                    <a:pt x="322" y="447"/>
                    <a:pt x="320" y="445"/>
                  </a:cubicBezTo>
                  <a:cubicBezTo>
                    <a:pt x="317" y="443"/>
                    <a:pt x="306" y="444"/>
                    <a:pt x="300" y="444"/>
                  </a:cubicBezTo>
                  <a:cubicBezTo>
                    <a:pt x="300" y="444"/>
                    <a:pt x="300" y="444"/>
                    <a:pt x="300" y="444"/>
                  </a:cubicBezTo>
                  <a:cubicBezTo>
                    <a:pt x="299" y="444"/>
                    <a:pt x="297" y="445"/>
                    <a:pt x="296" y="445"/>
                  </a:cubicBezTo>
                  <a:cubicBezTo>
                    <a:pt x="291" y="445"/>
                    <a:pt x="286" y="446"/>
                    <a:pt x="285" y="445"/>
                  </a:cubicBezTo>
                  <a:cubicBezTo>
                    <a:pt x="285" y="444"/>
                    <a:pt x="285" y="441"/>
                    <a:pt x="285" y="438"/>
                  </a:cubicBezTo>
                  <a:cubicBezTo>
                    <a:pt x="285" y="436"/>
                    <a:pt x="285" y="433"/>
                    <a:pt x="284" y="431"/>
                  </a:cubicBezTo>
                  <a:cubicBezTo>
                    <a:pt x="283" y="428"/>
                    <a:pt x="281" y="427"/>
                    <a:pt x="280" y="425"/>
                  </a:cubicBezTo>
                  <a:cubicBezTo>
                    <a:pt x="279" y="425"/>
                    <a:pt x="278" y="424"/>
                    <a:pt x="278" y="423"/>
                  </a:cubicBezTo>
                  <a:cubicBezTo>
                    <a:pt x="278" y="423"/>
                    <a:pt x="278" y="422"/>
                    <a:pt x="278" y="422"/>
                  </a:cubicBezTo>
                  <a:cubicBezTo>
                    <a:pt x="279" y="421"/>
                    <a:pt x="280" y="421"/>
                    <a:pt x="281" y="418"/>
                  </a:cubicBezTo>
                  <a:cubicBezTo>
                    <a:pt x="281" y="416"/>
                    <a:pt x="281" y="412"/>
                    <a:pt x="281" y="408"/>
                  </a:cubicBezTo>
                  <a:cubicBezTo>
                    <a:pt x="281" y="404"/>
                    <a:pt x="280" y="400"/>
                    <a:pt x="279" y="398"/>
                  </a:cubicBezTo>
                  <a:cubicBezTo>
                    <a:pt x="278" y="396"/>
                    <a:pt x="276" y="394"/>
                    <a:pt x="273" y="391"/>
                  </a:cubicBezTo>
                  <a:cubicBezTo>
                    <a:pt x="270" y="389"/>
                    <a:pt x="267" y="387"/>
                    <a:pt x="266" y="387"/>
                  </a:cubicBezTo>
                  <a:cubicBezTo>
                    <a:pt x="264" y="386"/>
                    <a:pt x="262" y="386"/>
                    <a:pt x="260" y="387"/>
                  </a:cubicBezTo>
                  <a:cubicBezTo>
                    <a:pt x="258" y="387"/>
                    <a:pt x="256" y="387"/>
                    <a:pt x="254" y="387"/>
                  </a:cubicBezTo>
                  <a:cubicBezTo>
                    <a:pt x="251" y="387"/>
                    <a:pt x="248" y="384"/>
                    <a:pt x="246" y="381"/>
                  </a:cubicBezTo>
                  <a:cubicBezTo>
                    <a:pt x="245" y="380"/>
                    <a:pt x="244" y="380"/>
                    <a:pt x="243" y="379"/>
                  </a:cubicBezTo>
                  <a:cubicBezTo>
                    <a:pt x="241" y="378"/>
                    <a:pt x="238" y="377"/>
                    <a:pt x="235" y="377"/>
                  </a:cubicBezTo>
                  <a:cubicBezTo>
                    <a:pt x="234" y="377"/>
                    <a:pt x="233" y="377"/>
                    <a:pt x="232" y="376"/>
                  </a:cubicBezTo>
                  <a:cubicBezTo>
                    <a:pt x="231" y="376"/>
                    <a:pt x="229" y="374"/>
                    <a:pt x="228" y="373"/>
                  </a:cubicBezTo>
                  <a:cubicBezTo>
                    <a:pt x="226" y="371"/>
                    <a:pt x="224" y="369"/>
                    <a:pt x="223" y="368"/>
                  </a:cubicBezTo>
                  <a:cubicBezTo>
                    <a:pt x="221" y="367"/>
                    <a:pt x="218" y="366"/>
                    <a:pt x="216" y="365"/>
                  </a:cubicBezTo>
                  <a:cubicBezTo>
                    <a:pt x="213" y="365"/>
                    <a:pt x="210" y="364"/>
                    <a:pt x="207" y="364"/>
                  </a:cubicBezTo>
                  <a:cubicBezTo>
                    <a:pt x="206" y="364"/>
                    <a:pt x="204" y="364"/>
                    <a:pt x="203" y="364"/>
                  </a:cubicBezTo>
                  <a:cubicBezTo>
                    <a:pt x="200" y="364"/>
                    <a:pt x="198" y="365"/>
                    <a:pt x="197" y="364"/>
                  </a:cubicBezTo>
                  <a:cubicBezTo>
                    <a:pt x="195" y="362"/>
                    <a:pt x="189" y="357"/>
                    <a:pt x="185" y="351"/>
                  </a:cubicBezTo>
                  <a:cubicBezTo>
                    <a:pt x="181" y="348"/>
                    <a:pt x="179" y="344"/>
                    <a:pt x="178" y="343"/>
                  </a:cubicBezTo>
                  <a:cubicBezTo>
                    <a:pt x="177" y="341"/>
                    <a:pt x="177" y="330"/>
                    <a:pt x="177" y="322"/>
                  </a:cubicBezTo>
                  <a:cubicBezTo>
                    <a:pt x="177" y="319"/>
                    <a:pt x="178" y="317"/>
                    <a:pt x="177" y="316"/>
                  </a:cubicBezTo>
                  <a:cubicBezTo>
                    <a:pt x="177" y="316"/>
                    <a:pt x="177" y="315"/>
                    <a:pt x="177" y="315"/>
                  </a:cubicBezTo>
                  <a:cubicBezTo>
                    <a:pt x="177" y="315"/>
                    <a:pt x="177" y="315"/>
                    <a:pt x="177" y="315"/>
                  </a:cubicBezTo>
                  <a:cubicBezTo>
                    <a:pt x="177" y="312"/>
                    <a:pt x="177" y="311"/>
                    <a:pt x="174" y="309"/>
                  </a:cubicBezTo>
                  <a:cubicBezTo>
                    <a:pt x="173" y="308"/>
                    <a:pt x="170" y="308"/>
                    <a:pt x="166" y="308"/>
                  </a:cubicBezTo>
                  <a:cubicBezTo>
                    <a:pt x="161" y="308"/>
                    <a:pt x="155" y="309"/>
                    <a:pt x="152" y="310"/>
                  </a:cubicBezTo>
                  <a:cubicBezTo>
                    <a:pt x="149" y="310"/>
                    <a:pt x="147" y="312"/>
                    <a:pt x="145" y="314"/>
                  </a:cubicBezTo>
                  <a:cubicBezTo>
                    <a:pt x="143" y="316"/>
                    <a:pt x="142" y="317"/>
                    <a:pt x="140" y="319"/>
                  </a:cubicBezTo>
                  <a:cubicBezTo>
                    <a:pt x="137" y="320"/>
                    <a:pt x="134" y="322"/>
                    <a:pt x="131" y="324"/>
                  </a:cubicBezTo>
                  <a:cubicBezTo>
                    <a:pt x="127" y="325"/>
                    <a:pt x="124" y="327"/>
                    <a:pt x="121" y="328"/>
                  </a:cubicBezTo>
                  <a:cubicBezTo>
                    <a:pt x="118" y="329"/>
                    <a:pt x="117" y="331"/>
                    <a:pt x="115" y="332"/>
                  </a:cubicBezTo>
                  <a:cubicBezTo>
                    <a:pt x="112" y="334"/>
                    <a:pt x="109" y="335"/>
                    <a:pt x="107" y="335"/>
                  </a:cubicBezTo>
                  <a:cubicBezTo>
                    <a:pt x="105" y="335"/>
                    <a:pt x="103" y="334"/>
                    <a:pt x="101" y="334"/>
                  </a:cubicBezTo>
                  <a:cubicBezTo>
                    <a:pt x="99" y="334"/>
                    <a:pt x="97" y="334"/>
                    <a:pt x="96" y="334"/>
                  </a:cubicBezTo>
                  <a:cubicBezTo>
                    <a:pt x="95" y="334"/>
                    <a:pt x="94" y="334"/>
                    <a:pt x="93" y="334"/>
                  </a:cubicBezTo>
                  <a:cubicBezTo>
                    <a:pt x="93" y="334"/>
                    <a:pt x="93" y="334"/>
                    <a:pt x="93" y="334"/>
                  </a:cubicBezTo>
                  <a:cubicBezTo>
                    <a:pt x="92" y="335"/>
                    <a:pt x="92" y="335"/>
                    <a:pt x="91" y="335"/>
                  </a:cubicBezTo>
                  <a:cubicBezTo>
                    <a:pt x="91" y="334"/>
                    <a:pt x="90" y="334"/>
                    <a:pt x="90" y="334"/>
                  </a:cubicBezTo>
                  <a:cubicBezTo>
                    <a:pt x="89" y="333"/>
                    <a:pt x="86" y="332"/>
                    <a:pt x="85" y="332"/>
                  </a:cubicBezTo>
                  <a:cubicBezTo>
                    <a:pt x="82" y="332"/>
                    <a:pt x="80" y="333"/>
                    <a:pt x="78" y="334"/>
                  </a:cubicBezTo>
                  <a:cubicBezTo>
                    <a:pt x="78" y="334"/>
                    <a:pt x="76" y="335"/>
                    <a:pt x="75" y="335"/>
                  </a:cubicBezTo>
                  <a:cubicBezTo>
                    <a:pt x="74" y="335"/>
                    <a:pt x="73" y="335"/>
                    <a:pt x="72" y="335"/>
                  </a:cubicBezTo>
                  <a:cubicBezTo>
                    <a:pt x="72" y="334"/>
                    <a:pt x="71" y="334"/>
                    <a:pt x="70" y="334"/>
                  </a:cubicBezTo>
                  <a:cubicBezTo>
                    <a:pt x="69" y="333"/>
                    <a:pt x="68" y="333"/>
                    <a:pt x="68" y="331"/>
                  </a:cubicBezTo>
                  <a:cubicBezTo>
                    <a:pt x="68" y="329"/>
                    <a:pt x="69" y="321"/>
                    <a:pt x="69" y="314"/>
                  </a:cubicBezTo>
                  <a:cubicBezTo>
                    <a:pt x="69" y="310"/>
                    <a:pt x="69" y="306"/>
                    <a:pt x="69" y="305"/>
                  </a:cubicBezTo>
                  <a:cubicBezTo>
                    <a:pt x="69" y="304"/>
                    <a:pt x="69" y="304"/>
                    <a:pt x="69" y="304"/>
                  </a:cubicBezTo>
                  <a:cubicBezTo>
                    <a:pt x="68" y="303"/>
                    <a:pt x="68" y="303"/>
                    <a:pt x="67" y="303"/>
                  </a:cubicBezTo>
                  <a:cubicBezTo>
                    <a:pt x="66" y="303"/>
                    <a:pt x="66" y="303"/>
                    <a:pt x="65" y="303"/>
                  </a:cubicBezTo>
                  <a:cubicBezTo>
                    <a:pt x="63" y="304"/>
                    <a:pt x="61" y="305"/>
                    <a:pt x="60" y="307"/>
                  </a:cubicBezTo>
                  <a:cubicBezTo>
                    <a:pt x="59" y="307"/>
                    <a:pt x="59" y="308"/>
                    <a:pt x="58" y="308"/>
                  </a:cubicBezTo>
                  <a:cubicBezTo>
                    <a:pt x="57" y="310"/>
                    <a:pt x="56" y="311"/>
                    <a:pt x="53" y="312"/>
                  </a:cubicBezTo>
                  <a:cubicBezTo>
                    <a:pt x="50" y="313"/>
                    <a:pt x="46" y="313"/>
                    <a:pt x="43" y="314"/>
                  </a:cubicBezTo>
                  <a:cubicBezTo>
                    <a:pt x="40" y="314"/>
                    <a:pt x="37" y="314"/>
                    <a:pt x="36" y="313"/>
                  </a:cubicBezTo>
                  <a:cubicBezTo>
                    <a:pt x="36" y="313"/>
                    <a:pt x="36" y="312"/>
                    <a:pt x="36" y="311"/>
                  </a:cubicBezTo>
                  <a:cubicBezTo>
                    <a:pt x="36" y="308"/>
                    <a:pt x="37" y="306"/>
                    <a:pt x="32" y="304"/>
                  </a:cubicBezTo>
                  <a:cubicBezTo>
                    <a:pt x="29" y="302"/>
                    <a:pt x="25" y="302"/>
                    <a:pt x="21" y="302"/>
                  </a:cubicBezTo>
                  <a:cubicBezTo>
                    <a:pt x="19" y="301"/>
                    <a:pt x="17" y="301"/>
                    <a:pt x="17" y="301"/>
                  </a:cubicBezTo>
                  <a:cubicBezTo>
                    <a:pt x="18" y="300"/>
                    <a:pt x="19" y="299"/>
                    <a:pt x="20" y="296"/>
                  </a:cubicBezTo>
                  <a:cubicBezTo>
                    <a:pt x="21" y="292"/>
                    <a:pt x="18" y="290"/>
                    <a:pt x="15" y="287"/>
                  </a:cubicBezTo>
                  <a:cubicBezTo>
                    <a:pt x="14" y="286"/>
                    <a:pt x="13" y="285"/>
                    <a:pt x="11" y="284"/>
                  </a:cubicBezTo>
                  <a:cubicBezTo>
                    <a:pt x="7" y="279"/>
                    <a:pt x="7" y="276"/>
                    <a:pt x="6" y="274"/>
                  </a:cubicBezTo>
                  <a:cubicBezTo>
                    <a:pt x="6" y="274"/>
                    <a:pt x="6" y="274"/>
                    <a:pt x="6" y="274"/>
                  </a:cubicBezTo>
                  <a:cubicBezTo>
                    <a:pt x="6" y="273"/>
                    <a:pt x="6" y="273"/>
                    <a:pt x="6" y="273"/>
                  </a:cubicBezTo>
                  <a:cubicBezTo>
                    <a:pt x="6" y="273"/>
                    <a:pt x="6" y="273"/>
                    <a:pt x="6" y="273"/>
                  </a:cubicBezTo>
                  <a:cubicBezTo>
                    <a:pt x="6" y="271"/>
                    <a:pt x="4" y="270"/>
                    <a:pt x="3" y="268"/>
                  </a:cubicBezTo>
                  <a:cubicBezTo>
                    <a:pt x="2" y="267"/>
                    <a:pt x="1" y="266"/>
                    <a:pt x="1" y="265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63"/>
                    <a:pt x="1" y="263"/>
                    <a:pt x="2" y="262"/>
                  </a:cubicBezTo>
                  <a:cubicBezTo>
                    <a:pt x="2" y="262"/>
                    <a:pt x="2" y="261"/>
                    <a:pt x="3" y="261"/>
                  </a:cubicBezTo>
                  <a:cubicBezTo>
                    <a:pt x="3" y="261"/>
                    <a:pt x="4" y="260"/>
                    <a:pt x="4" y="260"/>
                  </a:cubicBezTo>
                  <a:cubicBezTo>
                    <a:pt x="4" y="259"/>
                    <a:pt x="4" y="258"/>
                    <a:pt x="4" y="256"/>
                  </a:cubicBezTo>
                  <a:cubicBezTo>
                    <a:pt x="4" y="256"/>
                    <a:pt x="4" y="256"/>
                    <a:pt x="4" y="256"/>
                  </a:cubicBezTo>
                  <a:cubicBezTo>
                    <a:pt x="4" y="256"/>
                    <a:pt x="4" y="256"/>
                    <a:pt x="4" y="256"/>
                  </a:cubicBezTo>
                  <a:cubicBezTo>
                    <a:pt x="4" y="254"/>
                    <a:pt x="4" y="253"/>
                    <a:pt x="5" y="251"/>
                  </a:cubicBezTo>
                  <a:cubicBezTo>
                    <a:pt x="5" y="250"/>
                    <a:pt x="5" y="249"/>
                    <a:pt x="6" y="249"/>
                  </a:cubicBezTo>
                  <a:cubicBezTo>
                    <a:pt x="6" y="248"/>
                    <a:pt x="7" y="247"/>
                    <a:pt x="9" y="247"/>
                  </a:cubicBezTo>
                  <a:cubicBezTo>
                    <a:pt x="11" y="245"/>
                    <a:pt x="13" y="244"/>
                    <a:pt x="15" y="242"/>
                  </a:cubicBezTo>
                  <a:cubicBezTo>
                    <a:pt x="17" y="240"/>
                    <a:pt x="17" y="240"/>
                    <a:pt x="17" y="237"/>
                  </a:cubicBezTo>
                  <a:cubicBezTo>
                    <a:pt x="17" y="236"/>
                    <a:pt x="16" y="235"/>
                    <a:pt x="16" y="234"/>
                  </a:cubicBezTo>
                  <a:cubicBezTo>
                    <a:pt x="16" y="231"/>
                    <a:pt x="16" y="230"/>
                    <a:pt x="17" y="228"/>
                  </a:cubicBezTo>
                  <a:cubicBezTo>
                    <a:pt x="17" y="226"/>
                    <a:pt x="18" y="225"/>
                    <a:pt x="19" y="223"/>
                  </a:cubicBezTo>
                  <a:cubicBezTo>
                    <a:pt x="20" y="221"/>
                    <a:pt x="21" y="219"/>
                    <a:pt x="21" y="218"/>
                  </a:cubicBezTo>
                  <a:cubicBezTo>
                    <a:pt x="21" y="217"/>
                    <a:pt x="21" y="216"/>
                    <a:pt x="22" y="215"/>
                  </a:cubicBezTo>
                  <a:cubicBezTo>
                    <a:pt x="22" y="214"/>
                    <a:pt x="23" y="213"/>
                    <a:pt x="25" y="212"/>
                  </a:cubicBezTo>
                  <a:cubicBezTo>
                    <a:pt x="27" y="210"/>
                    <a:pt x="29" y="209"/>
                    <a:pt x="32" y="208"/>
                  </a:cubicBezTo>
                  <a:cubicBezTo>
                    <a:pt x="34" y="206"/>
                    <a:pt x="36" y="205"/>
                    <a:pt x="37" y="205"/>
                  </a:cubicBezTo>
                  <a:cubicBezTo>
                    <a:pt x="40" y="203"/>
                    <a:pt x="42" y="202"/>
                    <a:pt x="44" y="201"/>
                  </a:cubicBezTo>
                  <a:cubicBezTo>
                    <a:pt x="46" y="201"/>
                    <a:pt x="48" y="201"/>
                    <a:pt x="49" y="201"/>
                  </a:cubicBezTo>
                  <a:cubicBezTo>
                    <a:pt x="51" y="200"/>
                    <a:pt x="52" y="200"/>
                    <a:pt x="53" y="200"/>
                  </a:cubicBezTo>
                  <a:cubicBezTo>
                    <a:pt x="55" y="200"/>
                    <a:pt x="57" y="200"/>
                    <a:pt x="58" y="199"/>
                  </a:cubicBezTo>
                  <a:cubicBezTo>
                    <a:pt x="60" y="199"/>
                    <a:pt x="61" y="198"/>
                    <a:pt x="63" y="197"/>
                  </a:cubicBezTo>
                  <a:cubicBezTo>
                    <a:pt x="63" y="196"/>
                    <a:pt x="64" y="195"/>
                    <a:pt x="65" y="195"/>
                  </a:cubicBezTo>
                  <a:cubicBezTo>
                    <a:pt x="66" y="194"/>
                    <a:pt x="67" y="194"/>
                    <a:pt x="68" y="194"/>
                  </a:cubicBezTo>
                  <a:cubicBezTo>
                    <a:pt x="70" y="194"/>
                    <a:pt x="70" y="194"/>
                    <a:pt x="71" y="195"/>
                  </a:cubicBezTo>
                  <a:cubicBezTo>
                    <a:pt x="72" y="195"/>
                    <a:pt x="73" y="196"/>
                    <a:pt x="74" y="196"/>
                  </a:cubicBezTo>
                  <a:cubicBezTo>
                    <a:pt x="74" y="196"/>
                    <a:pt x="74" y="196"/>
                    <a:pt x="74" y="196"/>
                  </a:cubicBezTo>
                  <a:cubicBezTo>
                    <a:pt x="74" y="196"/>
                    <a:pt x="74" y="197"/>
                    <a:pt x="74" y="197"/>
                  </a:cubicBezTo>
                  <a:cubicBezTo>
                    <a:pt x="75" y="197"/>
                    <a:pt x="76" y="198"/>
                    <a:pt x="77" y="198"/>
                  </a:cubicBezTo>
                  <a:cubicBezTo>
                    <a:pt x="77" y="198"/>
                    <a:pt x="78" y="198"/>
                    <a:pt x="79" y="197"/>
                  </a:cubicBezTo>
                  <a:cubicBezTo>
                    <a:pt x="79" y="197"/>
                    <a:pt x="79" y="197"/>
                    <a:pt x="79" y="197"/>
                  </a:cubicBezTo>
                  <a:cubicBezTo>
                    <a:pt x="79" y="197"/>
                    <a:pt x="79" y="197"/>
                    <a:pt x="79" y="197"/>
                  </a:cubicBezTo>
                  <a:cubicBezTo>
                    <a:pt x="79" y="197"/>
                    <a:pt x="79" y="197"/>
                    <a:pt x="79" y="197"/>
                  </a:cubicBezTo>
                  <a:cubicBezTo>
                    <a:pt x="82" y="197"/>
                    <a:pt x="83" y="191"/>
                    <a:pt x="84" y="186"/>
                  </a:cubicBezTo>
                  <a:cubicBezTo>
                    <a:pt x="84" y="186"/>
                    <a:pt x="84" y="186"/>
                    <a:pt x="84" y="186"/>
                  </a:cubicBezTo>
                  <a:cubicBezTo>
                    <a:pt x="84" y="185"/>
                    <a:pt x="85" y="183"/>
                    <a:pt x="85" y="180"/>
                  </a:cubicBezTo>
                  <a:cubicBezTo>
                    <a:pt x="86" y="174"/>
                    <a:pt x="87" y="165"/>
                    <a:pt x="89" y="161"/>
                  </a:cubicBezTo>
                  <a:cubicBezTo>
                    <a:pt x="91" y="154"/>
                    <a:pt x="92" y="141"/>
                    <a:pt x="92" y="133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92" y="129"/>
                    <a:pt x="91" y="125"/>
                    <a:pt x="90" y="122"/>
                  </a:cubicBezTo>
                  <a:cubicBezTo>
                    <a:pt x="89" y="118"/>
                    <a:pt x="86" y="115"/>
                    <a:pt x="84" y="113"/>
                  </a:cubicBezTo>
                  <a:cubicBezTo>
                    <a:pt x="83" y="112"/>
                    <a:pt x="82" y="112"/>
                    <a:pt x="81" y="111"/>
                  </a:cubicBezTo>
                  <a:cubicBezTo>
                    <a:pt x="80" y="111"/>
                    <a:pt x="80" y="110"/>
                    <a:pt x="80" y="110"/>
                  </a:cubicBezTo>
                  <a:cubicBezTo>
                    <a:pt x="80" y="109"/>
                    <a:pt x="80" y="107"/>
                    <a:pt x="80" y="105"/>
                  </a:cubicBezTo>
                  <a:cubicBezTo>
                    <a:pt x="80" y="102"/>
                    <a:pt x="80" y="99"/>
                    <a:pt x="81" y="97"/>
                  </a:cubicBezTo>
                  <a:cubicBezTo>
                    <a:pt x="81" y="96"/>
                    <a:pt x="81" y="96"/>
                    <a:pt x="82" y="95"/>
                  </a:cubicBezTo>
                  <a:cubicBezTo>
                    <a:pt x="84" y="94"/>
                    <a:pt x="87" y="94"/>
                    <a:pt x="88" y="94"/>
                  </a:cubicBezTo>
                  <a:cubicBezTo>
                    <a:pt x="88" y="94"/>
                    <a:pt x="88" y="94"/>
                    <a:pt x="89" y="94"/>
                  </a:cubicBezTo>
                  <a:cubicBezTo>
                    <a:pt x="91" y="94"/>
                    <a:pt x="93" y="94"/>
                    <a:pt x="95" y="94"/>
                  </a:cubicBezTo>
                  <a:cubicBezTo>
                    <a:pt x="96" y="95"/>
                    <a:pt x="97" y="95"/>
                    <a:pt x="98" y="95"/>
                  </a:cubicBezTo>
                  <a:cubicBezTo>
                    <a:pt x="99" y="94"/>
                    <a:pt x="99" y="93"/>
                    <a:pt x="98" y="91"/>
                  </a:cubicBezTo>
                  <a:cubicBezTo>
                    <a:pt x="98" y="90"/>
                    <a:pt x="98" y="88"/>
                    <a:pt x="97" y="87"/>
                  </a:cubicBezTo>
                  <a:cubicBezTo>
                    <a:pt x="96" y="86"/>
                    <a:pt x="95" y="85"/>
                    <a:pt x="94" y="85"/>
                  </a:cubicBezTo>
                  <a:cubicBezTo>
                    <a:pt x="92" y="84"/>
                    <a:pt x="90" y="84"/>
                    <a:pt x="89" y="84"/>
                  </a:cubicBezTo>
                  <a:cubicBezTo>
                    <a:pt x="87" y="84"/>
                    <a:pt x="86" y="84"/>
                    <a:pt x="85" y="84"/>
                  </a:cubicBezTo>
                  <a:cubicBezTo>
                    <a:pt x="85" y="83"/>
                    <a:pt x="85" y="78"/>
                    <a:pt x="85" y="76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4"/>
                    <a:pt x="85" y="74"/>
                    <a:pt x="86" y="73"/>
                  </a:cubicBezTo>
                  <a:cubicBezTo>
                    <a:pt x="86" y="73"/>
                    <a:pt x="87" y="73"/>
                    <a:pt x="88" y="73"/>
                  </a:cubicBezTo>
                  <a:cubicBezTo>
                    <a:pt x="88" y="73"/>
                    <a:pt x="90" y="73"/>
                    <a:pt x="92" y="73"/>
                  </a:cubicBezTo>
                  <a:cubicBezTo>
                    <a:pt x="97" y="73"/>
                    <a:pt x="102" y="73"/>
                    <a:pt x="107" y="73"/>
                  </a:cubicBezTo>
                  <a:cubicBezTo>
                    <a:pt x="115" y="73"/>
                    <a:pt x="115" y="73"/>
                    <a:pt x="116" y="71"/>
                  </a:cubicBezTo>
                  <a:cubicBezTo>
                    <a:pt x="116" y="71"/>
                    <a:pt x="116" y="71"/>
                    <a:pt x="116" y="70"/>
                  </a:cubicBezTo>
                  <a:cubicBezTo>
                    <a:pt x="116" y="70"/>
                    <a:pt x="116" y="70"/>
                    <a:pt x="116" y="70"/>
                  </a:cubicBezTo>
                  <a:cubicBezTo>
                    <a:pt x="116" y="70"/>
                    <a:pt x="116" y="70"/>
                    <a:pt x="116" y="70"/>
                  </a:cubicBezTo>
                  <a:cubicBezTo>
                    <a:pt x="116" y="70"/>
                    <a:pt x="116" y="70"/>
                    <a:pt x="116" y="70"/>
                  </a:cubicBezTo>
                  <a:cubicBezTo>
                    <a:pt x="117" y="69"/>
                    <a:pt x="118" y="68"/>
                    <a:pt x="118" y="68"/>
                  </a:cubicBezTo>
                  <a:cubicBezTo>
                    <a:pt x="118" y="68"/>
                    <a:pt x="118" y="69"/>
                    <a:pt x="119" y="69"/>
                  </a:cubicBezTo>
                  <a:cubicBezTo>
                    <a:pt x="120" y="70"/>
                    <a:pt x="121" y="72"/>
                    <a:pt x="123" y="71"/>
                  </a:cubicBezTo>
                  <a:cubicBezTo>
                    <a:pt x="124" y="70"/>
                    <a:pt x="126" y="70"/>
                    <a:pt x="127" y="69"/>
                  </a:cubicBezTo>
                  <a:cubicBezTo>
                    <a:pt x="130" y="67"/>
                    <a:pt x="133" y="64"/>
                    <a:pt x="137" y="63"/>
                  </a:cubicBezTo>
                  <a:cubicBezTo>
                    <a:pt x="137" y="65"/>
                    <a:pt x="138" y="68"/>
                    <a:pt x="139" y="71"/>
                  </a:cubicBezTo>
                  <a:cubicBezTo>
                    <a:pt x="140" y="73"/>
                    <a:pt x="141" y="76"/>
                    <a:pt x="141" y="78"/>
                  </a:cubicBezTo>
                  <a:cubicBezTo>
                    <a:pt x="142" y="80"/>
                    <a:pt x="143" y="82"/>
                    <a:pt x="144" y="83"/>
                  </a:cubicBezTo>
                  <a:cubicBezTo>
                    <a:pt x="145" y="85"/>
                    <a:pt x="147" y="86"/>
                    <a:pt x="149" y="88"/>
                  </a:cubicBezTo>
                  <a:cubicBezTo>
                    <a:pt x="151" y="89"/>
                    <a:pt x="151" y="90"/>
                    <a:pt x="152" y="90"/>
                  </a:cubicBezTo>
                  <a:cubicBezTo>
                    <a:pt x="154" y="92"/>
                    <a:pt x="154" y="92"/>
                    <a:pt x="156" y="92"/>
                  </a:cubicBezTo>
                  <a:cubicBezTo>
                    <a:pt x="158" y="93"/>
                    <a:pt x="161" y="92"/>
                    <a:pt x="165" y="91"/>
                  </a:cubicBezTo>
                  <a:cubicBezTo>
                    <a:pt x="167" y="90"/>
                    <a:pt x="169" y="90"/>
                    <a:pt x="170" y="89"/>
                  </a:cubicBezTo>
                  <a:cubicBezTo>
                    <a:pt x="170" y="90"/>
                    <a:pt x="170" y="90"/>
                    <a:pt x="170" y="91"/>
                  </a:cubicBezTo>
                  <a:cubicBezTo>
                    <a:pt x="170" y="93"/>
                    <a:pt x="170" y="95"/>
                    <a:pt x="172" y="95"/>
                  </a:cubicBezTo>
                  <a:cubicBezTo>
                    <a:pt x="174" y="96"/>
                    <a:pt x="176" y="94"/>
                    <a:pt x="178" y="91"/>
                  </a:cubicBezTo>
                  <a:cubicBezTo>
                    <a:pt x="179" y="90"/>
                    <a:pt x="180" y="89"/>
                    <a:pt x="182" y="88"/>
                  </a:cubicBezTo>
                  <a:cubicBezTo>
                    <a:pt x="182" y="87"/>
                    <a:pt x="183" y="87"/>
                    <a:pt x="184" y="86"/>
                  </a:cubicBezTo>
                  <a:cubicBezTo>
                    <a:pt x="187" y="83"/>
                    <a:pt x="192" y="80"/>
                    <a:pt x="194" y="80"/>
                  </a:cubicBezTo>
                  <a:cubicBezTo>
                    <a:pt x="198" y="80"/>
                    <a:pt x="199" y="77"/>
                    <a:pt x="200" y="74"/>
                  </a:cubicBezTo>
                  <a:cubicBezTo>
                    <a:pt x="201" y="74"/>
                    <a:pt x="201" y="73"/>
                    <a:pt x="201" y="73"/>
                  </a:cubicBezTo>
                  <a:cubicBezTo>
                    <a:pt x="201" y="72"/>
                    <a:pt x="201" y="72"/>
                    <a:pt x="201" y="71"/>
                  </a:cubicBezTo>
                  <a:cubicBezTo>
                    <a:pt x="202" y="70"/>
                    <a:pt x="202" y="69"/>
                    <a:pt x="206" y="67"/>
                  </a:cubicBezTo>
                  <a:cubicBezTo>
                    <a:pt x="207" y="67"/>
                    <a:pt x="209" y="66"/>
                    <a:pt x="210" y="66"/>
                  </a:cubicBezTo>
                  <a:cubicBezTo>
                    <a:pt x="214" y="65"/>
                    <a:pt x="217" y="64"/>
                    <a:pt x="218" y="61"/>
                  </a:cubicBezTo>
                  <a:cubicBezTo>
                    <a:pt x="218" y="58"/>
                    <a:pt x="217" y="57"/>
                    <a:pt x="214" y="57"/>
                  </a:cubicBezTo>
                  <a:cubicBezTo>
                    <a:pt x="214" y="56"/>
                    <a:pt x="213" y="56"/>
                    <a:pt x="212" y="56"/>
                  </a:cubicBezTo>
                  <a:cubicBezTo>
                    <a:pt x="212" y="56"/>
                    <a:pt x="211" y="56"/>
                    <a:pt x="211" y="56"/>
                  </a:cubicBezTo>
                  <a:cubicBezTo>
                    <a:pt x="210" y="56"/>
                    <a:pt x="209" y="56"/>
                    <a:pt x="208" y="56"/>
                  </a:cubicBezTo>
                  <a:cubicBezTo>
                    <a:pt x="207" y="56"/>
                    <a:pt x="205" y="56"/>
                    <a:pt x="205" y="55"/>
                  </a:cubicBezTo>
                  <a:cubicBezTo>
                    <a:pt x="205" y="54"/>
                    <a:pt x="205" y="52"/>
                    <a:pt x="205" y="50"/>
                  </a:cubicBezTo>
                  <a:cubicBezTo>
                    <a:pt x="204" y="44"/>
                    <a:pt x="204" y="37"/>
                    <a:pt x="202" y="34"/>
                  </a:cubicBezTo>
                  <a:cubicBezTo>
                    <a:pt x="201" y="33"/>
                    <a:pt x="199" y="31"/>
                    <a:pt x="197" y="29"/>
                  </a:cubicBezTo>
                  <a:cubicBezTo>
                    <a:pt x="194" y="27"/>
                    <a:pt x="192" y="25"/>
                    <a:pt x="191" y="23"/>
                  </a:cubicBezTo>
                  <a:cubicBezTo>
                    <a:pt x="191" y="22"/>
                    <a:pt x="190" y="22"/>
                    <a:pt x="191" y="22"/>
                  </a:cubicBezTo>
                  <a:cubicBezTo>
                    <a:pt x="191" y="22"/>
                    <a:pt x="191" y="22"/>
                    <a:pt x="191" y="21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1" y="21"/>
                    <a:pt x="191" y="21"/>
                    <a:pt x="191" y="21"/>
                  </a:cubicBezTo>
                  <a:cubicBezTo>
                    <a:pt x="192" y="21"/>
                    <a:pt x="193" y="22"/>
                    <a:pt x="194" y="22"/>
                  </a:cubicBezTo>
                  <a:cubicBezTo>
                    <a:pt x="195" y="23"/>
                    <a:pt x="197" y="24"/>
                    <a:pt x="199" y="25"/>
                  </a:cubicBezTo>
                  <a:cubicBezTo>
                    <a:pt x="202" y="27"/>
                    <a:pt x="206" y="27"/>
                    <a:pt x="209" y="26"/>
                  </a:cubicBezTo>
                  <a:cubicBezTo>
                    <a:pt x="211" y="26"/>
                    <a:pt x="213" y="26"/>
                    <a:pt x="214" y="26"/>
                  </a:cubicBezTo>
                  <a:cubicBezTo>
                    <a:pt x="215" y="27"/>
                    <a:pt x="218" y="29"/>
                    <a:pt x="220" y="31"/>
                  </a:cubicBezTo>
                  <a:cubicBezTo>
                    <a:pt x="222" y="32"/>
                    <a:pt x="223" y="33"/>
                    <a:pt x="224" y="33"/>
                  </a:cubicBezTo>
                  <a:cubicBezTo>
                    <a:pt x="224" y="33"/>
                    <a:pt x="224" y="33"/>
                    <a:pt x="224" y="33"/>
                  </a:cubicBezTo>
                  <a:cubicBezTo>
                    <a:pt x="225" y="33"/>
                    <a:pt x="225" y="33"/>
                    <a:pt x="225" y="33"/>
                  </a:cubicBezTo>
                  <a:cubicBezTo>
                    <a:pt x="226" y="34"/>
                    <a:pt x="227" y="33"/>
                    <a:pt x="228" y="32"/>
                  </a:cubicBezTo>
                  <a:cubicBezTo>
                    <a:pt x="228" y="31"/>
                    <a:pt x="229" y="30"/>
                    <a:pt x="229" y="29"/>
                  </a:cubicBezTo>
                  <a:cubicBezTo>
                    <a:pt x="230" y="28"/>
                    <a:pt x="230" y="26"/>
                    <a:pt x="231" y="25"/>
                  </a:cubicBezTo>
                  <a:cubicBezTo>
                    <a:pt x="231" y="25"/>
                    <a:pt x="232" y="24"/>
                    <a:pt x="233" y="24"/>
                  </a:cubicBezTo>
                  <a:cubicBezTo>
                    <a:pt x="235" y="23"/>
                    <a:pt x="237" y="23"/>
                    <a:pt x="239" y="23"/>
                  </a:cubicBezTo>
                  <a:cubicBezTo>
                    <a:pt x="242" y="23"/>
                    <a:pt x="245" y="22"/>
                    <a:pt x="248" y="22"/>
                  </a:cubicBezTo>
                  <a:cubicBezTo>
                    <a:pt x="250" y="22"/>
                    <a:pt x="252" y="21"/>
                    <a:pt x="253" y="20"/>
                  </a:cubicBezTo>
                  <a:cubicBezTo>
                    <a:pt x="255" y="20"/>
                    <a:pt x="256" y="19"/>
                    <a:pt x="258" y="18"/>
                  </a:cubicBezTo>
                  <a:cubicBezTo>
                    <a:pt x="259" y="17"/>
                    <a:pt x="259" y="16"/>
                    <a:pt x="260" y="16"/>
                  </a:cubicBezTo>
                  <a:cubicBezTo>
                    <a:pt x="261" y="16"/>
                    <a:pt x="262" y="16"/>
                    <a:pt x="263" y="15"/>
                  </a:cubicBezTo>
                  <a:cubicBezTo>
                    <a:pt x="264" y="15"/>
                    <a:pt x="265" y="15"/>
                    <a:pt x="266" y="15"/>
                  </a:cubicBezTo>
                  <a:cubicBezTo>
                    <a:pt x="268" y="14"/>
                    <a:pt x="269" y="13"/>
                    <a:pt x="270" y="12"/>
                  </a:cubicBezTo>
                  <a:cubicBezTo>
                    <a:pt x="271" y="11"/>
                    <a:pt x="272" y="9"/>
                    <a:pt x="273" y="7"/>
                  </a:cubicBezTo>
                  <a:cubicBezTo>
                    <a:pt x="274" y="5"/>
                    <a:pt x="274" y="4"/>
                    <a:pt x="274" y="2"/>
                  </a:cubicBezTo>
                  <a:cubicBezTo>
                    <a:pt x="274" y="1"/>
                    <a:pt x="273" y="1"/>
                    <a:pt x="273" y="1"/>
                  </a:cubicBezTo>
                  <a:cubicBezTo>
                    <a:pt x="274" y="1"/>
                    <a:pt x="274" y="1"/>
                    <a:pt x="275" y="1"/>
                  </a:cubicBezTo>
                  <a:cubicBezTo>
                    <a:pt x="276" y="0"/>
                    <a:pt x="277" y="0"/>
                    <a:pt x="279" y="0"/>
                  </a:cubicBezTo>
                  <a:cubicBezTo>
                    <a:pt x="280" y="0"/>
                    <a:pt x="281" y="0"/>
                    <a:pt x="282" y="0"/>
                  </a:cubicBezTo>
                  <a:cubicBezTo>
                    <a:pt x="282" y="0"/>
                    <a:pt x="283" y="1"/>
                    <a:pt x="284" y="2"/>
                  </a:cubicBezTo>
                  <a:cubicBezTo>
                    <a:pt x="284" y="2"/>
                    <a:pt x="284" y="2"/>
                    <a:pt x="284" y="3"/>
                  </a:cubicBezTo>
                  <a:cubicBezTo>
                    <a:pt x="285" y="4"/>
                    <a:pt x="286" y="4"/>
                    <a:pt x="284" y="7"/>
                  </a:cubicBezTo>
                  <a:cubicBezTo>
                    <a:pt x="284" y="8"/>
                    <a:pt x="284" y="8"/>
                    <a:pt x="283" y="8"/>
                  </a:cubicBezTo>
                  <a:cubicBezTo>
                    <a:pt x="281" y="12"/>
                    <a:pt x="281" y="13"/>
                    <a:pt x="283" y="15"/>
                  </a:cubicBezTo>
                  <a:cubicBezTo>
                    <a:pt x="284" y="16"/>
                    <a:pt x="287" y="16"/>
                    <a:pt x="289" y="16"/>
                  </a:cubicBezTo>
                  <a:cubicBezTo>
                    <a:pt x="290" y="17"/>
                    <a:pt x="290" y="17"/>
                    <a:pt x="291" y="17"/>
                  </a:cubicBezTo>
                  <a:cubicBezTo>
                    <a:pt x="290" y="18"/>
                    <a:pt x="290" y="19"/>
                    <a:pt x="291" y="21"/>
                  </a:cubicBezTo>
                  <a:cubicBezTo>
                    <a:pt x="291" y="22"/>
                    <a:pt x="292" y="23"/>
                    <a:pt x="292" y="24"/>
                  </a:cubicBezTo>
                  <a:cubicBezTo>
                    <a:pt x="293" y="25"/>
                    <a:pt x="293" y="25"/>
                    <a:pt x="294" y="27"/>
                  </a:cubicBezTo>
                  <a:cubicBezTo>
                    <a:pt x="294" y="28"/>
                    <a:pt x="293" y="29"/>
                    <a:pt x="292" y="30"/>
                  </a:cubicBezTo>
                  <a:cubicBezTo>
                    <a:pt x="292" y="30"/>
                    <a:pt x="292" y="31"/>
                    <a:pt x="291" y="31"/>
                  </a:cubicBezTo>
                  <a:cubicBezTo>
                    <a:pt x="291" y="33"/>
                    <a:pt x="290" y="34"/>
                    <a:pt x="289" y="36"/>
                  </a:cubicBezTo>
                  <a:cubicBezTo>
                    <a:pt x="288" y="37"/>
                    <a:pt x="288" y="39"/>
                    <a:pt x="288" y="40"/>
                  </a:cubicBezTo>
                  <a:cubicBezTo>
                    <a:pt x="287" y="41"/>
                    <a:pt x="287" y="41"/>
                    <a:pt x="287" y="42"/>
                  </a:cubicBezTo>
                  <a:cubicBezTo>
                    <a:pt x="287" y="42"/>
                    <a:pt x="287" y="42"/>
                    <a:pt x="287" y="42"/>
                  </a:cubicBezTo>
                  <a:cubicBezTo>
                    <a:pt x="286" y="44"/>
                    <a:pt x="285" y="48"/>
                    <a:pt x="286" y="50"/>
                  </a:cubicBezTo>
                  <a:cubicBezTo>
                    <a:pt x="286" y="52"/>
                    <a:pt x="286" y="53"/>
                    <a:pt x="286" y="55"/>
                  </a:cubicBezTo>
                  <a:cubicBezTo>
                    <a:pt x="287" y="56"/>
                    <a:pt x="287" y="57"/>
                    <a:pt x="288" y="58"/>
                  </a:cubicBezTo>
                  <a:cubicBezTo>
                    <a:pt x="289" y="59"/>
                    <a:pt x="290" y="61"/>
                    <a:pt x="291" y="64"/>
                  </a:cubicBezTo>
                  <a:cubicBezTo>
                    <a:pt x="292" y="65"/>
                    <a:pt x="293" y="67"/>
                    <a:pt x="293" y="68"/>
                  </a:cubicBezTo>
                  <a:cubicBezTo>
                    <a:pt x="293" y="68"/>
                    <a:pt x="293" y="68"/>
                    <a:pt x="293" y="69"/>
                  </a:cubicBezTo>
                  <a:cubicBezTo>
                    <a:pt x="293" y="69"/>
                    <a:pt x="293" y="69"/>
                    <a:pt x="293" y="69"/>
                  </a:cubicBezTo>
                  <a:cubicBezTo>
                    <a:pt x="293" y="70"/>
                    <a:pt x="292" y="72"/>
                    <a:pt x="297" y="75"/>
                  </a:cubicBezTo>
                  <a:cubicBezTo>
                    <a:pt x="300" y="78"/>
                    <a:pt x="304" y="81"/>
                    <a:pt x="306" y="82"/>
                  </a:cubicBezTo>
                  <a:cubicBezTo>
                    <a:pt x="309" y="82"/>
                    <a:pt x="309" y="82"/>
                    <a:pt x="309" y="82"/>
                  </a:cubicBezTo>
                  <a:cubicBezTo>
                    <a:pt x="309" y="82"/>
                    <a:pt x="310" y="82"/>
                    <a:pt x="311" y="82"/>
                  </a:cubicBezTo>
                  <a:cubicBezTo>
                    <a:pt x="312" y="82"/>
                    <a:pt x="313" y="83"/>
                    <a:pt x="314" y="82"/>
                  </a:cubicBezTo>
                  <a:cubicBezTo>
                    <a:pt x="316" y="82"/>
                    <a:pt x="317" y="81"/>
                    <a:pt x="317" y="79"/>
                  </a:cubicBezTo>
                  <a:cubicBezTo>
                    <a:pt x="317" y="79"/>
                    <a:pt x="317" y="78"/>
                    <a:pt x="318" y="77"/>
                  </a:cubicBezTo>
                  <a:cubicBezTo>
                    <a:pt x="319" y="76"/>
                    <a:pt x="320" y="76"/>
                    <a:pt x="321" y="76"/>
                  </a:cubicBezTo>
                  <a:cubicBezTo>
                    <a:pt x="322" y="77"/>
                    <a:pt x="323" y="77"/>
                    <a:pt x="325" y="77"/>
                  </a:cubicBezTo>
                  <a:cubicBezTo>
                    <a:pt x="325" y="77"/>
                    <a:pt x="325" y="77"/>
                    <a:pt x="325" y="77"/>
                  </a:cubicBezTo>
                  <a:cubicBezTo>
                    <a:pt x="326" y="77"/>
                    <a:pt x="326" y="77"/>
                    <a:pt x="326" y="77"/>
                  </a:cubicBezTo>
                  <a:cubicBezTo>
                    <a:pt x="329" y="76"/>
                    <a:pt x="331" y="76"/>
                    <a:pt x="336" y="75"/>
                  </a:cubicBezTo>
                  <a:cubicBezTo>
                    <a:pt x="339" y="74"/>
                    <a:pt x="340" y="72"/>
                    <a:pt x="341" y="70"/>
                  </a:cubicBezTo>
                  <a:cubicBezTo>
                    <a:pt x="341" y="70"/>
                    <a:pt x="341" y="69"/>
                    <a:pt x="342" y="69"/>
                  </a:cubicBezTo>
                  <a:cubicBezTo>
                    <a:pt x="344" y="68"/>
                    <a:pt x="346" y="68"/>
                    <a:pt x="347" y="68"/>
                  </a:cubicBezTo>
                  <a:cubicBezTo>
                    <a:pt x="348" y="69"/>
                    <a:pt x="350" y="69"/>
                    <a:pt x="351" y="69"/>
                  </a:cubicBezTo>
                  <a:cubicBezTo>
                    <a:pt x="354" y="69"/>
                    <a:pt x="355" y="68"/>
                    <a:pt x="356" y="68"/>
                  </a:cubicBezTo>
                  <a:cubicBezTo>
                    <a:pt x="356" y="68"/>
                    <a:pt x="356" y="68"/>
                    <a:pt x="357" y="68"/>
                  </a:cubicBezTo>
                  <a:cubicBezTo>
                    <a:pt x="358" y="69"/>
                    <a:pt x="359" y="69"/>
                    <a:pt x="360" y="70"/>
                  </a:cubicBezTo>
                  <a:cubicBezTo>
                    <a:pt x="361" y="70"/>
                    <a:pt x="363" y="70"/>
                    <a:pt x="365" y="71"/>
                  </a:cubicBezTo>
                  <a:cubicBezTo>
                    <a:pt x="367" y="71"/>
                    <a:pt x="369" y="70"/>
                    <a:pt x="370" y="69"/>
                  </a:cubicBezTo>
                  <a:cubicBezTo>
                    <a:pt x="370" y="69"/>
                    <a:pt x="370" y="69"/>
                    <a:pt x="370" y="69"/>
                  </a:cubicBezTo>
                  <a:cubicBezTo>
                    <a:pt x="372" y="67"/>
                    <a:pt x="372" y="66"/>
                    <a:pt x="370" y="63"/>
                  </a:cubicBezTo>
                  <a:cubicBezTo>
                    <a:pt x="370" y="62"/>
                    <a:pt x="370" y="61"/>
                    <a:pt x="369" y="60"/>
                  </a:cubicBezTo>
                  <a:cubicBezTo>
                    <a:pt x="369" y="59"/>
                    <a:pt x="369" y="58"/>
                    <a:pt x="369" y="58"/>
                  </a:cubicBezTo>
                  <a:cubicBezTo>
                    <a:pt x="369" y="57"/>
                    <a:pt x="369" y="57"/>
                    <a:pt x="370" y="57"/>
                  </a:cubicBezTo>
                  <a:cubicBezTo>
                    <a:pt x="370" y="57"/>
                    <a:pt x="370" y="57"/>
                    <a:pt x="370" y="57"/>
                  </a:cubicBezTo>
                  <a:cubicBezTo>
                    <a:pt x="370" y="57"/>
                    <a:pt x="371" y="57"/>
                    <a:pt x="372" y="58"/>
                  </a:cubicBezTo>
                  <a:cubicBezTo>
                    <a:pt x="374" y="58"/>
                    <a:pt x="376" y="60"/>
                    <a:pt x="379" y="59"/>
                  </a:cubicBezTo>
                  <a:cubicBezTo>
                    <a:pt x="381" y="58"/>
                    <a:pt x="383" y="57"/>
                    <a:pt x="385" y="57"/>
                  </a:cubicBezTo>
                  <a:cubicBezTo>
                    <a:pt x="386" y="56"/>
                    <a:pt x="388" y="56"/>
                    <a:pt x="389" y="56"/>
                  </a:cubicBezTo>
                  <a:cubicBezTo>
                    <a:pt x="389" y="56"/>
                    <a:pt x="391" y="56"/>
                    <a:pt x="393" y="57"/>
                  </a:cubicBezTo>
                  <a:cubicBezTo>
                    <a:pt x="394" y="58"/>
                    <a:pt x="396" y="59"/>
                    <a:pt x="398" y="60"/>
                  </a:cubicBezTo>
                  <a:cubicBezTo>
                    <a:pt x="400" y="62"/>
                    <a:pt x="403" y="63"/>
                    <a:pt x="405" y="64"/>
                  </a:cubicBezTo>
                  <a:cubicBezTo>
                    <a:pt x="408" y="64"/>
                    <a:pt x="411" y="64"/>
                    <a:pt x="412" y="63"/>
                  </a:cubicBezTo>
                  <a:cubicBezTo>
                    <a:pt x="413" y="63"/>
                    <a:pt x="413" y="63"/>
                    <a:pt x="413" y="63"/>
                  </a:cubicBezTo>
                  <a:cubicBezTo>
                    <a:pt x="415" y="62"/>
                    <a:pt x="420" y="60"/>
                    <a:pt x="421" y="61"/>
                  </a:cubicBezTo>
                  <a:cubicBezTo>
                    <a:pt x="422" y="61"/>
                    <a:pt x="422" y="61"/>
                    <a:pt x="422" y="61"/>
                  </a:cubicBezTo>
                  <a:cubicBezTo>
                    <a:pt x="424" y="62"/>
                    <a:pt x="425" y="63"/>
                    <a:pt x="429" y="63"/>
                  </a:cubicBezTo>
                  <a:cubicBezTo>
                    <a:pt x="431" y="63"/>
                    <a:pt x="434" y="61"/>
                    <a:pt x="436" y="60"/>
                  </a:cubicBezTo>
                  <a:cubicBezTo>
                    <a:pt x="438" y="58"/>
                    <a:pt x="440" y="55"/>
                    <a:pt x="440" y="53"/>
                  </a:cubicBezTo>
                  <a:cubicBezTo>
                    <a:pt x="441" y="51"/>
                    <a:pt x="442" y="49"/>
                    <a:pt x="443" y="46"/>
                  </a:cubicBezTo>
                  <a:cubicBezTo>
                    <a:pt x="444" y="45"/>
                    <a:pt x="444" y="43"/>
                    <a:pt x="445" y="41"/>
                  </a:cubicBezTo>
                  <a:cubicBezTo>
                    <a:pt x="446" y="39"/>
                    <a:pt x="448" y="37"/>
                    <a:pt x="450" y="35"/>
                  </a:cubicBezTo>
                  <a:cubicBezTo>
                    <a:pt x="453" y="30"/>
                    <a:pt x="457" y="26"/>
                    <a:pt x="458" y="25"/>
                  </a:cubicBezTo>
                  <a:cubicBezTo>
                    <a:pt x="460" y="24"/>
                    <a:pt x="460" y="21"/>
                    <a:pt x="460" y="18"/>
                  </a:cubicBezTo>
                  <a:close/>
                  <a:moveTo>
                    <a:pt x="494" y="112"/>
                  </a:moveTo>
                  <a:cubicBezTo>
                    <a:pt x="492" y="110"/>
                    <a:pt x="490" y="111"/>
                    <a:pt x="488" y="110"/>
                  </a:cubicBezTo>
                  <a:cubicBezTo>
                    <a:pt x="486" y="110"/>
                    <a:pt x="484" y="111"/>
                    <a:pt x="481" y="112"/>
                  </a:cubicBezTo>
                  <a:cubicBezTo>
                    <a:pt x="479" y="113"/>
                    <a:pt x="480" y="113"/>
                    <a:pt x="480" y="116"/>
                  </a:cubicBezTo>
                  <a:cubicBezTo>
                    <a:pt x="481" y="118"/>
                    <a:pt x="482" y="118"/>
                    <a:pt x="481" y="121"/>
                  </a:cubicBezTo>
                  <a:cubicBezTo>
                    <a:pt x="480" y="123"/>
                    <a:pt x="479" y="121"/>
                    <a:pt x="478" y="122"/>
                  </a:cubicBezTo>
                  <a:cubicBezTo>
                    <a:pt x="476" y="122"/>
                    <a:pt x="478" y="124"/>
                    <a:pt x="478" y="126"/>
                  </a:cubicBezTo>
                  <a:cubicBezTo>
                    <a:pt x="479" y="128"/>
                    <a:pt x="481" y="127"/>
                    <a:pt x="482" y="129"/>
                  </a:cubicBezTo>
                  <a:cubicBezTo>
                    <a:pt x="484" y="130"/>
                    <a:pt x="482" y="129"/>
                    <a:pt x="481" y="130"/>
                  </a:cubicBezTo>
                  <a:cubicBezTo>
                    <a:pt x="479" y="131"/>
                    <a:pt x="477" y="131"/>
                    <a:pt x="477" y="132"/>
                  </a:cubicBezTo>
                  <a:cubicBezTo>
                    <a:pt x="477" y="134"/>
                    <a:pt x="480" y="136"/>
                    <a:pt x="481" y="139"/>
                  </a:cubicBezTo>
                  <a:cubicBezTo>
                    <a:pt x="481" y="141"/>
                    <a:pt x="482" y="141"/>
                    <a:pt x="483" y="143"/>
                  </a:cubicBezTo>
                  <a:cubicBezTo>
                    <a:pt x="484" y="144"/>
                    <a:pt x="487" y="143"/>
                    <a:pt x="488" y="143"/>
                  </a:cubicBezTo>
                  <a:cubicBezTo>
                    <a:pt x="490" y="142"/>
                    <a:pt x="492" y="143"/>
                    <a:pt x="494" y="143"/>
                  </a:cubicBezTo>
                  <a:cubicBezTo>
                    <a:pt x="496" y="143"/>
                    <a:pt x="499" y="143"/>
                    <a:pt x="501" y="142"/>
                  </a:cubicBezTo>
                  <a:cubicBezTo>
                    <a:pt x="502" y="141"/>
                    <a:pt x="501" y="139"/>
                    <a:pt x="502" y="138"/>
                  </a:cubicBezTo>
                  <a:cubicBezTo>
                    <a:pt x="504" y="136"/>
                    <a:pt x="505" y="139"/>
                    <a:pt x="507" y="139"/>
                  </a:cubicBezTo>
                  <a:cubicBezTo>
                    <a:pt x="509" y="140"/>
                    <a:pt x="511" y="139"/>
                    <a:pt x="514" y="138"/>
                  </a:cubicBezTo>
                  <a:cubicBezTo>
                    <a:pt x="516" y="137"/>
                    <a:pt x="518" y="136"/>
                    <a:pt x="518" y="134"/>
                  </a:cubicBezTo>
                  <a:cubicBezTo>
                    <a:pt x="519" y="132"/>
                    <a:pt x="519" y="130"/>
                    <a:pt x="519" y="127"/>
                  </a:cubicBezTo>
                  <a:cubicBezTo>
                    <a:pt x="520" y="124"/>
                    <a:pt x="521" y="121"/>
                    <a:pt x="523" y="118"/>
                  </a:cubicBezTo>
                  <a:cubicBezTo>
                    <a:pt x="525" y="115"/>
                    <a:pt x="524" y="115"/>
                    <a:pt x="523" y="113"/>
                  </a:cubicBezTo>
                  <a:cubicBezTo>
                    <a:pt x="522" y="110"/>
                    <a:pt x="518" y="112"/>
                    <a:pt x="516" y="112"/>
                  </a:cubicBezTo>
                  <a:cubicBezTo>
                    <a:pt x="513" y="111"/>
                    <a:pt x="511" y="111"/>
                    <a:pt x="509" y="112"/>
                  </a:cubicBezTo>
                  <a:cubicBezTo>
                    <a:pt x="507" y="112"/>
                    <a:pt x="505" y="112"/>
                    <a:pt x="501" y="113"/>
                  </a:cubicBezTo>
                  <a:cubicBezTo>
                    <a:pt x="498" y="113"/>
                    <a:pt x="498" y="113"/>
                    <a:pt x="494" y="112"/>
                  </a:cubicBezTo>
                  <a:close/>
                  <a:moveTo>
                    <a:pt x="461" y="122"/>
                  </a:moveTo>
                  <a:cubicBezTo>
                    <a:pt x="459" y="125"/>
                    <a:pt x="461" y="124"/>
                    <a:pt x="459" y="128"/>
                  </a:cubicBezTo>
                  <a:cubicBezTo>
                    <a:pt x="456" y="131"/>
                    <a:pt x="455" y="133"/>
                    <a:pt x="456" y="133"/>
                  </a:cubicBezTo>
                  <a:cubicBezTo>
                    <a:pt x="457" y="134"/>
                    <a:pt x="457" y="136"/>
                    <a:pt x="459" y="132"/>
                  </a:cubicBezTo>
                  <a:cubicBezTo>
                    <a:pt x="462" y="129"/>
                    <a:pt x="462" y="129"/>
                    <a:pt x="464" y="127"/>
                  </a:cubicBezTo>
                  <a:cubicBezTo>
                    <a:pt x="467" y="126"/>
                    <a:pt x="467" y="125"/>
                    <a:pt x="467" y="123"/>
                  </a:cubicBezTo>
                  <a:cubicBezTo>
                    <a:pt x="467" y="121"/>
                    <a:pt x="468" y="119"/>
                    <a:pt x="467" y="119"/>
                  </a:cubicBezTo>
                  <a:cubicBezTo>
                    <a:pt x="465" y="119"/>
                    <a:pt x="462" y="119"/>
                    <a:pt x="461" y="122"/>
                  </a:cubicBezTo>
                  <a:close/>
                  <a:moveTo>
                    <a:pt x="493" y="102"/>
                  </a:moveTo>
                  <a:cubicBezTo>
                    <a:pt x="489" y="103"/>
                    <a:pt x="487" y="104"/>
                    <a:pt x="486" y="105"/>
                  </a:cubicBezTo>
                  <a:cubicBezTo>
                    <a:pt x="484" y="106"/>
                    <a:pt x="487" y="106"/>
                    <a:pt x="490" y="106"/>
                  </a:cubicBezTo>
                  <a:cubicBezTo>
                    <a:pt x="493" y="105"/>
                    <a:pt x="495" y="106"/>
                    <a:pt x="497" y="105"/>
                  </a:cubicBezTo>
                  <a:cubicBezTo>
                    <a:pt x="499" y="105"/>
                    <a:pt x="500" y="103"/>
                    <a:pt x="499" y="101"/>
                  </a:cubicBezTo>
                  <a:cubicBezTo>
                    <a:pt x="499" y="100"/>
                    <a:pt x="496" y="101"/>
                    <a:pt x="493" y="102"/>
                  </a:cubicBezTo>
                  <a:close/>
                  <a:moveTo>
                    <a:pt x="473" y="108"/>
                  </a:moveTo>
                  <a:cubicBezTo>
                    <a:pt x="473" y="111"/>
                    <a:pt x="471" y="112"/>
                    <a:pt x="473" y="112"/>
                  </a:cubicBezTo>
                  <a:cubicBezTo>
                    <a:pt x="476" y="112"/>
                    <a:pt x="477" y="111"/>
                    <a:pt x="478" y="109"/>
                  </a:cubicBezTo>
                  <a:cubicBezTo>
                    <a:pt x="479" y="108"/>
                    <a:pt x="478" y="107"/>
                    <a:pt x="477" y="107"/>
                  </a:cubicBezTo>
                  <a:cubicBezTo>
                    <a:pt x="476" y="107"/>
                    <a:pt x="474" y="107"/>
                    <a:pt x="473" y="108"/>
                  </a:cubicBezTo>
                  <a:close/>
                  <a:moveTo>
                    <a:pt x="489" y="94"/>
                  </a:moveTo>
                  <a:cubicBezTo>
                    <a:pt x="486" y="96"/>
                    <a:pt x="486" y="98"/>
                    <a:pt x="485" y="99"/>
                  </a:cubicBezTo>
                  <a:cubicBezTo>
                    <a:pt x="484" y="100"/>
                    <a:pt x="482" y="102"/>
                    <a:pt x="484" y="102"/>
                  </a:cubicBezTo>
                  <a:cubicBezTo>
                    <a:pt x="485" y="101"/>
                    <a:pt x="487" y="100"/>
                    <a:pt x="489" y="99"/>
                  </a:cubicBezTo>
                  <a:cubicBezTo>
                    <a:pt x="490" y="97"/>
                    <a:pt x="492" y="97"/>
                    <a:pt x="492" y="96"/>
                  </a:cubicBezTo>
                  <a:cubicBezTo>
                    <a:pt x="492" y="94"/>
                    <a:pt x="491" y="93"/>
                    <a:pt x="489" y="9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FA11FF1C-F1B3-4F8D-3847-75A3BA99A1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74755" y="3430918"/>
              <a:ext cx="311696" cy="980219"/>
            </a:xfrm>
            <a:custGeom>
              <a:avLst/>
              <a:gdLst>
                <a:gd name="T0" fmla="*/ 177 w 285"/>
                <a:gd name="T1" fmla="*/ 782 h 913"/>
                <a:gd name="T2" fmla="*/ 166 w 285"/>
                <a:gd name="T3" fmla="*/ 733 h 913"/>
                <a:gd name="T4" fmla="*/ 187 w 285"/>
                <a:gd name="T5" fmla="*/ 676 h 913"/>
                <a:gd name="T6" fmla="*/ 188 w 285"/>
                <a:gd name="T7" fmla="*/ 630 h 913"/>
                <a:gd name="T8" fmla="*/ 188 w 285"/>
                <a:gd name="T9" fmla="*/ 608 h 913"/>
                <a:gd name="T10" fmla="*/ 182 w 285"/>
                <a:gd name="T11" fmla="*/ 568 h 913"/>
                <a:gd name="T12" fmla="*/ 190 w 285"/>
                <a:gd name="T13" fmla="*/ 504 h 913"/>
                <a:gd name="T14" fmla="*/ 209 w 285"/>
                <a:gd name="T15" fmla="*/ 418 h 913"/>
                <a:gd name="T16" fmla="*/ 228 w 285"/>
                <a:gd name="T17" fmla="*/ 367 h 913"/>
                <a:gd name="T18" fmla="*/ 214 w 285"/>
                <a:gd name="T19" fmla="*/ 306 h 913"/>
                <a:gd name="T20" fmla="*/ 225 w 285"/>
                <a:gd name="T21" fmla="*/ 252 h 913"/>
                <a:gd name="T22" fmla="*/ 256 w 285"/>
                <a:gd name="T23" fmla="*/ 158 h 913"/>
                <a:gd name="T24" fmla="*/ 263 w 285"/>
                <a:gd name="T25" fmla="*/ 84 h 913"/>
                <a:gd name="T26" fmla="*/ 245 w 285"/>
                <a:gd name="T27" fmla="*/ 18 h 913"/>
                <a:gd name="T28" fmla="*/ 224 w 285"/>
                <a:gd name="T29" fmla="*/ 84 h 913"/>
                <a:gd name="T30" fmla="*/ 205 w 285"/>
                <a:gd name="T31" fmla="*/ 219 h 913"/>
                <a:gd name="T32" fmla="*/ 193 w 285"/>
                <a:gd name="T33" fmla="*/ 336 h 913"/>
                <a:gd name="T34" fmla="*/ 160 w 285"/>
                <a:gd name="T35" fmla="*/ 427 h 913"/>
                <a:gd name="T36" fmla="*/ 155 w 285"/>
                <a:gd name="T37" fmla="*/ 502 h 913"/>
                <a:gd name="T38" fmla="*/ 162 w 285"/>
                <a:gd name="T39" fmla="*/ 542 h 913"/>
                <a:gd name="T40" fmla="*/ 174 w 285"/>
                <a:gd name="T41" fmla="*/ 553 h 913"/>
                <a:gd name="T42" fmla="*/ 168 w 285"/>
                <a:gd name="T43" fmla="*/ 572 h 913"/>
                <a:gd name="T44" fmla="*/ 169 w 285"/>
                <a:gd name="T45" fmla="*/ 624 h 913"/>
                <a:gd name="T46" fmla="*/ 155 w 285"/>
                <a:gd name="T47" fmla="*/ 649 h 913"/>
                <a:gd name="T48" fmla="*/ 139 w 285"/>
                <a:gd name="T49" fmla="*/ 658 h 913"/>
                <a:gd name="T50" fmla="*/ 134 w 285"/>
                <a:gd name="T51" fmla="*/ 672 h 913"/>
                <a:gd name="T52" fmla="*/ 149 w 285"/>
                <a:gd name="T53" fmla="*/ 698 h 913"/>
                <a:gd name="T54" fmla="*/ 142 w 285"/>
                <a:gd name="T55" fmla="*/ 716 h 913"/>
                <a:gd name="T56" fmla="*/ 142 w 285"/>
                <a:gd name="T57" fmla="*/ 733 h 913"/>
                <a:gd name="T58" fmla="*/ 145 w 285"/>
                <a:gd name="T59" fmla="*/ 756 h 913"/>
                <a:gd name="T60" fmla="*/ 143 w 285"/>
                <a:gd name="T61" fmla="*/ 770 h 913"/>
                <a:gd name="T62" fmla="*/ 150 w 285"/>
                <a:gd name="T63" fmla="*/ 794 h 913"/>
                <a:gd name="T64" fmla="*/ 160 w 285"/>
                <a:gd name="T65" fmla="*/ 798 h 913"/>
                <a:gd name="T66" fmla="*/ 196 w 285"/>
                <a:gd name="T67" fmla="*/ 832 h 913"/>
                <a:gd name="T68" fmla="*/ 190 w 285"/>
                <a:gd name="T69" fmla="*/ 842 h 913"/>
                <a:gd name="T70" fmla="*/ 197 w 285"/>
                <a:gd name="T71" fmla="*/ 865 h 913"/>
                <a:gd name="T72" fmla="*/ 45 w 285"/>
                <a:gd name="T73" fmla="*/ 355 h 913"/>
                <a:gd name="T74" fmla="*/ 153 w 285"/>
                <a:gd name="T75" fmla="*/ 573 h 913"/>
                <a:gd name="T76" fmla="*/ 164 w 285"/>
                <a:gd name="T77" fmla="*/ 622 h 913"/>
                <a:gd name="T78" fmla="*/ 144 w 285"/>
                <a:gd name="T79" fmla="*/ 611 h 913"/>
                <a:gd name="T80" fmla="*/ 151 w 285"/>
                <a:gd name="T81" fmla="*/ 642 h 913"/>
                <a:gd name="T82" fmla="*/ 125 w 285"/>
                <a:gd name="T83" fmla="*/ 650 h 913"/>
                <a:gd name="T84" fmla="*/ 115 w 285"/>
                <a:gd name="T85" fmla="*/ 666 h 913"/>
                <a:gd name="T86" fmla="*/ 135 w 285"/>
                <a:gd name="T87" fmla="*/ 711 h 913"/>
                <a:gd name="T88" fmla="*/ 113 w 285"/>
                <a:gd name="T89" fmla="*/ 708 h 913"/>
                <a:gd name="T90" fmla="*/ 131 w 285"/>
                <a:gd name="T91" fmla="*/ 746 h 913"/>
                <a:gd name="T92" fmla="*/ 121 w 285"/>
                <a:gd name="T93" fmla="*/ 744 h 913"/>
                <a:gd name="T94" fmla="*/ 112 w 285"/>
                <a:gd name="T95" fmla="*/ 731 h 913"/>
                <a:gd name="T96" fmla="*/ 142 w 285"/>
                <a:gd name="T97" fmla="*/ 776 h 913"/>
                <a:gd name="T98" fmla="*/ 122 w 285"/>
                <a:gd name="T99" fmla="*/ 766 h 913"/>
                <a:gd name="T100" fmla="*/ 129 w 285"/>
                <a:gd name="T101" fmla="*/ 797 h 913"/>
                <a:gd name="T102" fmla="*/ 155 w 285"/>
                <a:gd name="T103" fmla="*/ 827 h 913"/>
                <a:gd name="T104" fmla="*/ 144 w 285"/>
                <a:gd name="T105" fmla="*/ 821 h 913"/>
                <a:gd name="T106" fmla="*/ 157 w 285"/>
                <a:gd name="T107" fmla="*/ 838 h 913"/>
                <a:gd name="T108" fmla="*/ 133 w 285"/>
                <a:gd name="T109" fmla="*/ 836 h 913"/>
                <a:gd name="T110" fmla="*/ 162 w 285"/>
                <a:gd name="T111" fmla="*/ 854 h 913"/>
                <a:gd name="T112" fmla="*/ 158 w 285"/>
                <a:gd name="T113" fmla="*/ 867 h 913"/>
                <a:gd name="T114" fmla="*/ 155 w 285"/>
                <a:gd name="T115" fmla="*/ 872 h 913"/>
                <a:gd name="T116" fmla="*/ 185 w 285"/>
                <a:gd name="T117" fmla="*/ 868 h 913"/>
                <a:gd name="T118" fmla="*/ 211 w 285"/>
                <a:gd name="T119" fmla="*/ 863 h 913"/>
                <a:gd name="T120" fmla="*/ 205 w 285"/>
                <a:gd name="T121" fmla="*/ 888 h 913"/>
                <a:gd name="T122" fmla="*/ 239 w 285"/>
                <a:gd name="T123" fmla="*/ 899 h 913"/>
                <a:gd name="T124" fmla="*/ 231 w 285"/>
                <a:gd name="T125" fmla="*/ 899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5" h="913">
                  <a:moveTo>
                    <a:pt x="254" y="823"/>
                  </a:moveTo>
                  <a:cubicBezTo>
                    <a:pt x="249" y="821"/>
                    <a:pt x="242" y="818"/>
                    <a:pt x="240" y="818"/>
                  </a:cubicBezTo>
                  <a:cubicBezTo>
                    <a:pt x="240" y="818"/>
                    <a:pt x="239" y="818"/>
                    <a:pt x="238" y="818"/>
                  </a:cubicBezTo>
                  <a:cubicBezTo>
                    <a:pt x="235" y="817"/>
                    <a:pt x="230" y="816"/>
                    <a:pt x="225" y="815"/>
                  </a:cubicBezTo>
                  <a:cubicBezTo>
                    <a:pt x="220" y="815"/>
                    <a:pt x="214" y="815"/>
                    <a:pt x="209" y="815"/>
                  </a:cubicBezTo>
                  <a:cubicBezTo>
                    <a:pt x="208" y="815"/>
                    <a:pt x="207" y="815"/>
                    <a:pt x="206" y="815"/>
                  </a:cubicBezTo>
                  <a:cubicBezTo>
                    <a:pt x="204" y="815"/>
                    <a:pt x="197" y="815"/>
                    <a:pt x="191" y="815"/>
                  </a:cubicBezTo>
                  <a:cubicBezTo>
                    <a:pt x="188" y="814"/>
                    <a:pt x="185" y="814"/>
                    <a:pt x="184" y="813"/>
                  </a:cubicBezTo>
                  <a:cubicBezTo>
                    <a:pt x="184" y="812"/>
                    <a:pt x="183" y="811"/>
                    <a:pt x="183" y="811"/>
                  </a:cubicBezTo>
                  <a:cubicBezTo>
                    <a:pt x="182" y="810"/>
                    <a:pt x="181" y="808"/>
                    <a:pt x="180" y="807"/>
                  </a:cubicBezTo>
                  <a:cubicBezTo>
                    <a:pt x="178" y="806"/>
                    <a:pt x="177" y="805"/>
                    <a:pt x="177" y="804"/>
                  </a:cubicBezTo>
                  <a:cubicBezTo>
                    <a:pt x="176" y="803"/>
                    <a:pt x="176" y="802"/>
                    <a:pt x="176" y="800"/>
                  </a:cubicBezTo>
                  <a:cubicBezTo>
                    <a:pt x="176" y="799"/>
                    <a:pt x="177" y="798"/>
                    <a:pt x="177" y="797"/>
                  </a:cubicBezTo>
                  <a:cubicBezTo>
                    <a:pt x="177" y="796"/>
                    <a:pt x="178" y="796"/>
                    <a:pt x="177" y="794"/>
                  </a:cubicBezTo>
                  <a:cubicBezTo>
                    <a:pt x="177" y="793"/>
                    <a:pt x="177" y="793"/>
                    <a:pt x="177" y="793"/>
                  </a:cubicBezTo>
                  <a:cubicBezTo>
                    <a:pt x="176" y="792"/>
                    <a:pt x="176" y="792"/>
                    <a:pt x="175" y="790"/>
                  </a:cubicBezTo>
                  <a:cubicBezTo>
                    <a:pt x="174" y="787"/>
                    <a:pt x="175" y="786"/>
                    <a:pt x="176" y="785"/>
                  </a:cubicBezTo>
                  <a:cubicBezTo>
                    <a:pt x="177" y="784"/>
                    <a:pt x="177" y="783"/>
                    <a:pt x="177" y="782"/>
                  </a:cubicBezTo>
                  <a:cubicBezTo>
                    <a:pt x="177" y="781"/>
                    <a:pt x="177" y="780"/>
                    <a:pt x="176" y="779"/>
                  </a:cubicBezTo>
                  <a:cubicBezTo>
                    <a:pt x="176" y="779"/>
                    <a:pt x="175" y="779"/>
                    <a:pt x="175" y="778"/>
                  </a:cubicBezTo>
                  <a:cubicBezTo>
                    <a:pt x="174" y="778"/>
                    <a:pt x="173" y="778"/>
                    <a:pt x="172" y="778"/>
                  </a:cubicBezTo>
                  <a:cubicBezTo>
                    <a:pt x="171" y="778"/>
                    <a:pt x="170" y="778"/>
                    <a:pt x="170" y="779"/>
                  </a:cubicBezTo>
                  <a:cubicBezTo>
                    <a:pt x="169" y="779"/>
                    <a:pt x="166" y="780"/>
                    <a:pt x="164" y="781"/>
                  </a:cubicBezTo>
                  <a:cubicBezTo>
                    <a:pt x="162" y="781"/>
                    <a:pt x="160" y="782"/>
                    <a:pt x="159" y="781"/>
                  </a:cubicBezTo>
                  <a:cubicBezTo>
                    <a:pt x="157" y="781"/>
                    <a:pt x="157" y="779"/>
                    <a:pt x="158" y="777"/>
                  </a:cubicBezTo>
                  <a:cubicBezTo>
                    <a:pt x="158" y="775"/>
                    <a:pt x="158" y="773"/>
                    <a:pt x="158" y="771"/>
                  </a:cubicBezTo>
                  <a:cubicBezTo>
                    <a:pt x="157" y="769"/>
                    <a:pt x="157" y="768"/>
                    <a:pt x="156" y="768"/>
                  </a:cubicBezTo>
                  <a:cubicBezTo>
                    <a:pt x="155" y="768"/>
                    <a:pt x="155" y="767"/>
                    <a:pt x="154" y="767"/>
                  </a:cubicBezTo>
                  <a:cubicBezTo>
                    <a:pt x="152" y="765"/>
                    <a:pt x="152" y="763"/>
                    <a:pt x="152" y="760"/>
                  </a:cubicBezTo>
                  <a:cubicBezTo>
                    <a:pt x="152" y="758"/>
                    <a:pt x="152" y="757"/>
                    <a:pt x="152" y="755"/>
                  </a:cubicBezTo>
                  <a:cubicBezTo>
                    <a:pt x="152" y="748"/>
                    <a:pt x="153" y="746"/>
                    <a:pt x="154" y="744"/>
                  </a:cubicBezTo>
                  <a:cubicBezTo>
                    <a:pt x="154" y="743"/>
                    <a:pt x="154" y="743"/>
                    <a:pt x="154" y="743"/>
                  </a:cubicBezTo>
                  <a:cubicBezTo>
                    <a:pt x="154" y="740"/>
                    <a:pt x="155" y="740"/>
                    <a:pt x="157" y="739"/>
                  </a:cubicBezTo>
                  <a:cubicBezTo>
                    <a:pt x="158" y="739"/>
                    <a:pt x="158" y="739"/>
                    <a:pt x="159" y="739"/>
                  </a:cubicBezTo>
                  <a:cubicBezTo>
                    <a:pt x="160" y="738"/>
                    <a:pt x="161" y="737"/>
                    <a:pt x="162" y="737"/>
                  </a:cubicBezTo>
                  <a:cubicBezTo>
                    <a:pt x="164" y="736"/>
                    <a:pt x="165" y="734"/>
                    <a:pt x="166" y="733"/>
                  </a:cubicBezTo>
                  <a:cubicBezTo>
                    <a:pt x="167" y="732"/>
                    <a:pt x="167" y="732"/>
                    <a:pt x="167" y="732"/>
                  </a:cubicBezTo>
                  <a:cubicBezTo>
                    <a:pt x="170" y="729"/>
                    <a:pt x="171" y="728"/>
                    <a:pt x="171" y="725"/>
                  </a:cubicBezTo>
                  <a:cubicBezTo>
                    <a:pt x="171" y="724"/>
                    <a:pt x="171" y="722"/>
                    <a:pt x="172" y="721"/>
                  </a:cubicBezTo>
                  <a:cubicBezTo>
                    <a:pt x="172" y="719"/>
                    <a:pt x="172" y="718"/>
                    <a:pt x="172" y="718"/>
                  </a:cubicBezTo>
                  <a:cubicBezTo>
                    <a:pt x="172" y="718"/>
                    <a:pt x="173" y="717"/>
                    <a:pt x="174" y="716"/>
                  </a:cubicBezTo>
                  <a:cubicBezTo>
                    <a:pt x="175" y="715"/>
                    <a:pt x="177" y="713"/>
                    <a:pt x="177" y="712"/>
                  </a:cubicBezTo>
                  <a:cubicBezTo>
                    <a:pt x="177" y="711"/>
                    <a:pt x="176" y="710"/>
                    <a:pt x="175" y="708"/>
                  </a:cubicBezTo>
                  <a:cubicBezTo>
                    <a:pt x="175" y="707"/>
                    <a:pt x="174" y="706"/>
                    <a:pt x="174" y="705"/>
                  </a:cubicBezTo>
                  <a:cubicBezTo>
                    <a:pt x="172" y="702"/>
                    <a:pt x="173" y="701"/>
                    <a:pt x="173" y="699"/>
                  </a:cubicBezTo>
                  <a:cubicBezTo>
                    <a:pt x="174" y="698"/>
                    <a:pt x="174" y="697"/>
                    <a:pt x="174" y="696"/>
                  </a:cubicBezTo>
                  <a:cubicBezTo>
                    <a:pt x="175" y="692"/>
                    <a:pt x="176" y="691"/>
                    <a:pt x="178" y="691"/>
                  </a:cubicBezTo>
                  <a:cubicBezTo>
                    <a:pt x="178" y="690"/>
                    <a:pt x="179" y="690"/>
                    <a:pt x="180" y="690"/>
                  </a:cubicBezTo>
                  <a:cubicBezTo>
                    <a:pt x="180" y="689"/>
                    <a:pt x="181" y="689"/>
                    <a:pt x="182" y="689"/>
                  </a:cubicBezTo>
                  <a:cubicBezTo>
                    <a:pt x="182" y="689"/>
                    <a:pt x="182" y="689"/>
                    <a:pt x="182" y="689"/>
                  </a:cubicBezTo>
                  <a:cubicBezTo>
                    <a:pt x="183" y="688"/>
                    <a:pt x="185" y="687"/>
                    <a:pt x="185" y="686"/>
                  </a:cubicBezTo>
                  <a:cubicBezTo>
                    <a:pt x="185" y="686"/>
                    <a:pt x="185" y="685"/>
                    <a:pt x="185" y="684"/>
                  </a:cubicBezTo>
                  <a:cubicBezTo>
                    <a:pt x="185" y="683"/>
                    <a:pt x="184" y="681"/>
                    <a:pt x="184" y="679"/>
                  </a:cubicBezTo>
                  <a:cubicBezTo>
                    <a:pt x="184" y="677"/>
                    <a:pt x="186" y="677"/>
                    <a:pt x="187" y="676"/>
                  </a:cubicBezTo>
                  <a:cubicBezTo>
                    <a:pt x="188" y="675"/>
                    <a:pt x="188" y="675"/>
                    <a:pt x="189" y="674"/>
                  </a:cubicBezTo>
                  <a:cubicBezTo>
                    <a:pt x="190" y="672"/>
                    <a:pt x="190" y="672"/>
                    <a:pt x="189" y="671"/>
                  </a:cubicBezTo>
                  <a:cubicBezTo>
                    <a:pt x="189" y="671"/>
                    <a:pt x="189" y="670"/>
                    <a:pt x="189" y="669"/>
                  </a:cubicBezTo>
                  <a:cubicBezTo>
                    <a:pt x="187" y="666"/>
                    <a:pt x="187" y="663"/>
                    <a:pt x="187" y="661"/>
                  </a:cubicBezTo>
                  <a:cubicBezTo>
                    <a:pt x="187" y="660"/>
                    <a:pt x="187" y="660"/>
                    <a:pt x="187" y="660"/>
                  </a:cubicBezTo>
                  <a:cubicBezTo>
                    <a:pt x="187" y="660"/>
                    <a:pt x="187" y="660"/>
                    <a:pt x="187" y="660"/>
                  </a:cubicBezTo>
                  <a:cubicBezTo>
                    <a:pt x="187" y="658"/>
                    <a:pt x="188" y="658"/>
                    <a:pt x="189" y="657"/>
                  </a:cubicBezTo>
                  <a:cubicBezTo>
                    <a:pt x="189" y="656"/>
                    <a:pt x="190" y="655"/>
                    <a:pt x="190" y="654"/>
                  </a:cubicBezTo>
                  <a:cubicBezTo>
                    <a:pt x="190" y="653"/>
                    <a:pt x="190" y="652"/>
                    <a:pt x="190" y="650"/>
                  </a:cubicBezTo>
                  <a:cubicBezTo>
                    <a:pt x="189" y="649"/>
                    <a:pt x="189" y="648"/>
                    <a:pt x="189" y="647"/>
                  </a:cubicBezTo>
                  <a:cubicBezTo>
                    <a:pt x="189" y="644"/>
                    <a:pt x="190" y="643"/>
                    <a:pt x="192" y="642"/>
                  </a:cubicBezTo>
                  <a:cubicBezTo>
                    <a:pt x="192" y="642"/>
                    <a:pt x="193" y="641"/>
                    <a:pt x="194" y="640"/>
                  </a:cubicBezTo>
                  <a:cubicBezTo>
                    <a:pt x="194" y="640"/>
                    <a:pt x="194" y="640"/>
                    <a:pt x="194" y="640"/>
                  </a:cubicBezTo>
                  <a:cubicBezTo>
                    <a:pt x="196" y="638"/>
                    <a:pt x="196" y="638"/>
                    <a:pt x="195" y="635"/>
                  </a:cubicBezTo>
                  <a:cubicBezTo>
                    <a:pt x="195" y="633"/>
                    <a:pt x="191" y="631"/>
                    <a:pt x="189" y="630"/>
                  </a:cubicBezTo>
                  <a:cubicBezTo>
                    <a:pt x="189" y="630"/>
                    <a:pt x="189" y="630"/>
                    <a:pt x="189" y="630"/>
                  </a:cubicBezTo>
                  <a:cubicBezTo>
                    <a:pt x="189" y="630"/>
                    <a:pt x="189" y="630"/>
                    <a:pt x="189" y="630"/>
                  </a:cubicBezTo>
                  <a:cubicBezTo>
                    <a:pt x="188" y="630"/>
                    <a:pt x="188" y="630"/>
                    <a:pt x="188" y="630"/>
                  </a:cubicBezTo>
                  <a:cubicBezTo>
                    <a:pt x="188" y="630"/>
                    <a:pt x="188" y="630"/>
                    <a:pt x="188" y="630"/>
                  </a:cubicBezTo>
                  <a:cubicBezTo>
                    <a:pt x="187" y="629"/>
                    <a:pt x="185" y="628"/>
                    <a:pt x="184" y="627"/>
                  </a:cubicBezTo>
                  <a:cubicBezTo>
                    <a:pt x="183" y="625"/>
                    <a:pt x="182" y="624"/>
                    <a:pt x="183" y="623"/>
                  </a:cubicBezTo>
                  <a:cubicBezTo>
                    <a:pt x="183" y="622"/>
                    <a:pt x="183" y="622"/>
                    <a:pt x="183" y="622"/>
                  </a:cubicBezTo>
                  <a:cubicBezTo>
                    <a:pt x="183" y="622"/>
                    <a:pt x="183" y="622"/>
                    <a:pt x="183" y="622"/>
                  </a:cubicBezTo>
                  <a:cubicBezTo>
                    <a:pt x="183" y="622"/>
                    <a:pt x="183" y="622"/>
                    <a:pt x="183" y="622"/>
                  </a:cubicBezTo>
                  <a:cubicBezTo>
                    <a:pt x="184" y="620"/>
                    <a:pt x="187" y="621"/>
                    <a:pt x="191" y="622"/>
                  </a:cubicBezTo>
                  <a:cubicBezTo>
                    <a:pt x="192" y="622"/>
                    <a:pt x="192" y="622"/>
                    <a:pt x="193" y="622"/>
                  </a:cubicBezTo>
                  <a:cubicBezTo>
                    <a:pt x="196" y="623"/>
                    <a:pt x="196" y="623"/>
                    <a:pt x="197" y="622"/>
                  </a:cubicBezTo>
                  <a:cubicBezTo>
                    <a:pt x="197" y="622"/>
                    <a:pt x="197" y="622"/>
                    <a:pt x="198" y="622"/>
                  </a:cubicBezTo>
                  <a:cubicBezTo>
                    <a:pt x="199" y="621"/>
                    <a:pt x="200" y="620"/>
                    <a:pt x="200" y="619"/>
                  </a:cubicBezTo>
                  <a:cubicBezTo>
                    <a:pt x="200" y="618"/>
                    <a:pt x="200" y="618"/>
                    <a:pt x="201" y="618"/>
                  </a:cubicBezTo>
                  <a:cubicBezTo>
                    <a:pt x="201" y="617"/>
                    <a:pt x="201" y="617"/>
                    <a:pt x="201" y="617"/>
                  </a:cubicBezTo>
                  <a:cubicBezTo>
                    <a:pt x="200" y="616"/>
                    <a:pt x="199" y="616"/>
                    <a:pt x="198" y="615"/>
                  </a:cubicBezTo>
                  <a:cubicBezTo>
                    <a:pt x="197" y="615"/>
                    <a:pt x="195" y="615"/>
                    <a:pt x="194" y="615"/>
                  </a:cubicBezTo>
                  <a:cubicBezTo>
                    <a:pt x="192" y="615"/>
                    <a:pt x="191" y="615"/>
                    <a:pt x="190" y="615"/>
                  </a:cubicBezTo>
                  <a:cubicBezTo>
                    <a:pt x="187" y="614"/>
                    <a:pt x="187" y="613"/>
                    <a:pt x="187" y="610"/>
                  </a:cubicBezTo>
                  <a:cubicBezTo>
                    <a:pt x="187" y="609"/>
                    <a:pt x="188" y="609"/>
                    <a:pt x="188" y="608"/>
                  </a:cubicBezTo>
                  <a:cubicBezTo>
                    <a:pt x="188" y="606"/>
                    <a:pt x="188" y="605"/>
                    <a:pt x="189" y="604"/>
                  </a:cubicBezTo>
                  <a:cubicBezTo>
                    <a:pt x="189" y="603"/>
                    <a:pt x="190" y="602"/>
                    <a:pt x="190" y="601"/>
                  </a:cubicBezTo>
                  <a:cubicBezTo>
                    <a:pt x="190" y="599"/>
                    <a:pt x="189" y="598"/>
                    <a:pt x="189" y="595"/>
                  </a:cubicBezTo>
                  <a:cubicBezTo>
                    <a:pt x="188" y="595"/>
                    <a:pt x="188" y="595"/>
                    <a:pt x="188" y="595"/>
                  </a:cubicBezTo>
                  <a:cubicBezTo>
                    <a:pt x="188" y="593"/>
                    <a:pt x="187" y="592"/>
                    <a:pt x="187" y="592"/>
                  </a:cubicBezTo>
                  <a:cubicBezTo>
                    <a:pt x="186" y="591"/>
                    <a:pt x="186" y="591"/>
                    <a:pt x="186" y="590"/>
                  </a:cubicBezTo>
                  <a:cubicBezTo>
                    <a:pt x="185" y="588"/>
                    <a:pt x="187" y="586"/>
                    <a:pt x="188" y="585"/>
                  </a:cubicBezTo>
                  <a:cubicBezTo>
                    <a:pt x="188" y="584"/>
                    <a:pt x="189" y="584"/>
                    <a:pt x="189" y="584"/>
                  </a:cubicBezTo>
                  <a:cubicBezTo>
                    <a:pt x="189" y="584"/>
                    <a:pt x="188" y="584"/>
                    <a:pt x="187" y="583"/>
                  </a:cubicBezTo>
                  <a:cubicBezTo>
                    <a:pt x="187" y="583"/>
                    <a:pt x="187" y="583"/>
                    <a:pt x="187" y="583"/>
                  </a:cubicBezTo>
                  <a:cubicBezTo>
                    <a:pt x="186" y="582"/>
                    <a:pt x="186" y="582"/>
                    <a:pt x="186" y="582"/>
                  </a:cubicBezTo>
                  <a:cubicBezTo>
                    <a:pt x="186" y="582"/>
                    <a:pt x="186" y="582"/>
                    <a:pt x="186" y="582"/>
                  </a:cubicBezTo>
                  <a:cubicBezTo>
                    <a:pt x="185" y="581"/>
                    <a:pt x="184" y="581"/>
                    <a:pt x="183" y="580"/>
                  </a:cubicBezTo>
                  <a:cubicBezTo>
                    <a:pt x="183" y="579"/>
                    <a:pt x="182" y="578"/>
                    <a:pt x="182" y="577"/>
                  </a:cubicBezTo>
                  <a:cubicBezTo>
                    <a:pt x="182" y="576"/>
                    <a:pt x="182" y="573"/>
                    <a:pt x="182" y="571"/>
                  </a:cubicBezTo>
                  <a:cubicBezTo>
                    <a:pt x="182" y="571"/>
                    <a:pt x="182" y="571"/>
                    <a:pt x="182" y="571"/>
                  </a:cubicBezTo>
                  <a:cubicBezTo>
                    <a:pt x="182" y="570"/>
                    <a:pt x="182" y="570"/>
                    <a:pt x="182" y="570"/>
                  </a:cubicBezTo>
                  <a:cubicBezTo>
                    <a:pt x="182" y="570"/>
                    <a:pt x="182" y="569"/>
                    <a:pt x="182" y="568"/>
                  </a:cubicBezTo>
                  <a:cubicBezTo>
                    <a:pt x="181" y="566"/>
                    <a:pt x="181" y="562"/>
                    <a:pt x="182" y="559"/>
                  </a:cubicBezTo>
                  <a:cubicBezTo>
                    <a:pt x="183" y="557"/>
                    <a:pt x="184" y="556"/>
                    <a:pt x="186" y="556"/>
                  </a:cubicBezTo>
                  <a:cubicBezTo>
                    <a:pt x="187" y="555"/>
                    <a:pt x="188" y="555"/>
                    <a:pt x="188" y="555"/>
                  </a:cubicBezTo>
                  <a:cubicBezTo>
                    <a:pt x="188" y="555"/>
                    <a:pt x="188" y="554"/>
                    <a:pt x="188" y="553"/>
                  </a:cubicBezTo>
                  <a:cubicBezTo>
                    <a:pt x="188" y="553"/>
                    <a:pt x="188" y="553"/>
                    <a:pt x="188" y="553"/>
                  </a:cubicBezTo>
                  <a:cubicBezTo>
                    <a:pt x="188" y="552"/>
                    <a:pt x="187" y="550"/>
                    <a:pt x="186" y="548"/>
                  </a:cubicBezTo>
                  <a:cubicBezTo>
                    <a:pt x="184" y="545"/>
                    <a:pt x="185" y="544"/>
                    <a:pt x="185" y="542"/>
                  </a:cubicBezTo>
                  <a:cubicBezTo>
                    <a:pt x="185" y="541"/>
                    <a:pt x="186" y="540"/>
                    <a:pt x="186" y="539"/>
                  </a:cubicBezTo>
                  <a:cubicBezTo>
                    <a:pt x="186" y="537"/>
                    <a:pt x="186" y="536"/>
                    <a:pt x="186" y="535"/>
                  </a:cubicBezTo>
                  <a:cubicBezTo>
                    <a:pt x="186" y="532"/>
                    <a:pt x="186" y="531"/>
                    <a:pt x="186" y="527"/>
                  </a:cubicBezTo>
                  <a:cubicBezTo>
                    <a:pt x="186" y="522"/>
                    <a:pt x="186" y="521"/>
                    <a:pt x="186" y="520"/>
                  </a:cubicBezTo>
                  <a:cubicBezTo>
                    <a:pt x="186" y="519"/>
                    <a:pt x="186" y="519"/>
                    <a:pt x="186" y="519"/>
                  </a:cubicBezTo>
                  <a:cubicBezTo>
                    <a:pt x="186" y="519"/>
                    <a:pt x="186" y="519"/>
                    <a:pt x="186" y="519"/>
                  </a:cubicBezTo>
                  <a:cubicBezTo>
                    <a:pt x="186" y="518"/>
                    <a:pt x="187" y="517"/>
                    <a:pt x="188" y="516"/>
                  </a:cubicBezTo>
                  <a:cubicBezTo>
                    <a:pt x="189" y="515"/>
                    <a:pt x="190" y="514"/>
                    <a:pt x="190" y="514"/>
                  </a:cubicBezTo>
                  <a:cubicBezTo>
                    <a:pt x="190" y="513"/>
                    <a:pt x="189" y="513"/>
                    <a:pt x="189" y="512"/>
                  </a:cubicBezTo>
                  <a:cubicBezTo>
                    <a:pt x="188" y="510"/>
                    <a:pt x="188" y="508"/>
                    <a:pt x="188" y="507"/>
                  </a:cubicBezTo>
                  <a:cubicBezTo>
                    <a:pt x="188" y="505"/>
                    <a:pt x="189" y="505"/>
                    <a:pt x="190" y="504"/>
                  </a:cubicBezTo>
                  <a:cubicBezTo>
                    <a:pt x="190" y="504"/>
                    <a:pt x="190" y="504"/>
                    <a:pt x="190" y="504"/>
                  </a:cubicBezTo>
                  <a:cubicBezTo>
                    <a:pt x="190" y="504"/>
                    <a:pt x="190" y="503"/>
                    <a:pt x="190" y="503"/>
                  </a:cubicBezTo>
                  <a:cubicBezTo>
                    <a:pt x="190" y="502"/>
                    <a:pt x="191" y="500"/>
                    <a:pt x="191" y="498"/>
                  </a:cubicBezTo>
                  <a:cubicBezTo>
                    <a:pt x="191" y="497"/>
                    <a:pt x="192" y="496"/>
                    <a:pt x="192" y="495"/>
                  </a:cubicBezTo>
                  <a:cubicBezTo>
                    <a:pt x="192" y="495"/>
                    <a:pt x="192" y="495"/>
                    <a:pt x="192" y="494"/>
                  </a:cubicBezTo>
                  <a:cubicBezTo>
                    <a:pt x="193" y="493"/>
                    <a:pt x="194" y="492"/>
                    <a:pt x="194" y="488"/>
                  </a:cubicBezTo>
                  <a:cubicBezTo>
                    <a:pt x="194" y="484"/>
                    <a:pt x="195" y="481"/>
                    <a:pt x="196" y="478"/>
                  </a:cubicBezTo>
                  <a:cubicBezTo>
                    <a:pt x="196" y="477"/>
                    <a:pt x="196" y="477"/>
                    <a:pt x="196" y="477"/>
                  </a:cubicBezTo>
                  <a:cubicBezTo>
                    <a:pt x="196" y="477"/>
                    <a:pt x="196" y="477"/>
                    <a:pt x="196" y="477"/>
                  </a:cubicBezTo>
                  <a:cubicBezTo>
                    <a:pt x="197" y="475"/>
                    <a:pt x="200" y="474"/>
                    <a:pt x="202" y="473"/>
                  </a:cubicBezTo>
                  <a:cubicBezTo>
                    <a:pt x="204" y="473"/>
                    <a:pt x="206" y="472"/>
                    <a:pt x="206" y="471"/>
                  </a:cubicBezTo>
                  <a:cubicBezTo>
                    <a:pt x="206" y="469"/>
                    <a:pt x="205" y="464"/>
                    <a:pt x="204" y="460"/>
                  </a:cubicBezTo>
                  <a:cubicBezTo>
                    <a:pt x="203" y="459"/>
                    <a:pt x="203" y="458"/>
                    <a:pt x="203" y="456"/>
                  </a:cubicBezTo>
                  <a:cubicBezTo>
                    <a:pt x="202" y="452"/>
                    <a:pt x="201" y="443"/>
                    <a:pt x="201" y="438"/>
                  </a:cubicBezTo>
                  <a:cubicBezTo>
                    <a:pt x="201" y="437"/>
                    <a:pt x="201" y="436"/>
                    <a:pt x="201" y="435"/>
                  </a:cubicBezTo>
                  <a:cubicBezTo>
                    <a:pt x="201" y="433"/>
                    <a:pt x="202" y="427"/>
                    <a:pt x="203" y="423"/>
                  </a:cubicBezTo>
                  <a:cubicBezTo>
                    <a:pt x="204" y="423"/>
                    <a:pt x="204" y="422"/>
                    <a:pt x="204" y="421"/>
                  </a:cubicBezTo>
                  <a:cubicBezTo>
                    <a:pt x="204" y="418"/>
                    <a:pt x="207" y="418"/>
                    <a:pt x="209" y="418"/>
                  </a:cubicBezTo>
                  <a:cubicBezTo>
                    <a:pt x="210" y="418"/>
                    <a:pt x="210" y="418"/>
                    <a:pt x="211" y="418"/>
                  </a:cubicBezTo>
                  <a:cubicBezTo>
                    <a:pt x="211" y="418"/>
                    <a:pt x="211" y="417"/>
                    <a:pt x="211" y="416"/>
                  </a:cubicBezTo>
                  <a:cubicBezTo>
                    <a:pt x="212" y="415"/>
                    <a:pt x="212" y="414"/>
                    <a:pt x="212" y="414"/>
                  </a:cubicBezTo>
                  <a:cubicBezTo>
                    <a:pt x="213" y="413"/>
                    <a:pt x="213" y="412"/>
                    <a:pt x="214" y="412"/>
                  </a:cubicBezTo>
                  <a:cubicBezTo>
                    <a:pt x="215" y="411"/>
                    <a:pt x="216" y="411"/>
                    <a:pt x="216" y="408"/>
                  </a:cubicBezTo>
                  <a:cubicBezTo>
                    <a:pt x="216" y="406"/>
                    <a:pt x="216" y="404"/>
                    <a:pt x="216" y="402"/>
                  </a:cubicBezTo>
                  <a:cubicBezTo>
                    <a:pt x="216" y="400"/>
                    <a:pt x="216" y="399"/>
                    <a:pt x="215" y="398"/>
                  </a:cubicBezTo>
                  <a:cubicBezTo>
                    <a:pt x="215" y="396"/>
                    <a:pt x="214" y="394"/>
                    <a:pt x="214" y="392"/>
                  </a:cubicBezTo>
                  <a:cubicBezTo>
                    <a:pt x="215" y="391"/>
                    <a:pt x="215" y="389"/>
                    <a:pt x="216" y="387"/>
                  </a:cubicBezTo>
                  <a:cubicBezTo>
                    <a:pt x="216" y="387"/>
                    <a:pt x="216" y="387"/>
                    <a:pt x="216" y="387"/>
                  </a:cubicBezTo>
                  <a:cubicBezTo>
                    <a:pt x="216" y="387"/>
                    <a:pt x="216" y="387"/>
                    <a:pt x="216" y="387"/>
                  </a:cubicBezTo>
                  <a:cubicBezTo>
                    <a:pt x="216" y="387"/>
                    <a:pt x="216" y="387"/>
                    <a:pt x="216" y="387"/>
                  </a:cubicBezTo>
                  <a:cubicBezTo>
                    <a:pt x="218" y="385"/>
                    <a:pt x="218" y="383"/>
                    <a:pt x="219" y="380"/>
                  </a:cubicBezTo>
                  <a:cubicBezTo>
                    <a:pt x="219" y="376"/>
                    <a:pt x="221" y="374"/>
                    <a:pt x="222" y="372"/>
                  </a:cubicBezTo>
                  <a:cubicBezTo>
                    <a:pt x="222" y="372"/>
                    <a:pt x="222" y="372"/>
                    <a:pt x="222" y="372"/>
                  </a:cubicBezTo>
                  <a:cubicBezTo>
                    <a:pt x="223" y="371"/>
                    <a:pt x="223" y="370"/>
                    <a:pt x="224" y="370"/>
                  </a:cubicBezTo>
                  <a:cubicBezTo>
                    <a:pt x="225" y="368"/>
                    <a:pt x="226" y="368"/>
                    <a:pt x="227" y="367"/>
                  </a:cubicBezTo>
                  <a:cubicBezTo>
                    <a:pt x="227" y="367"/>
                    <a:pt x="228" y="367"/>
                    <a:pt x="228" y="367"/>
                  </a:cubicBezTo>
                  <a:cubicBezTo>
                    <a:pt x="228" y="366"/>
                    <a:pt x="228" y="366"/>
                    <a:pt x="228" y="365"/>
                  </a:cubicBezTo>
                  <a:cubicBezTo>
                    <a:pt x="227" y="364"/>
                    <a:pt x="227" y="362"/>
                    <a:pt x="228" y="359"/>
                  </a:cubicBezTo>
                  <a:cubicBezTo>
                    <a:pt x="228" y="357"/>
                    <a:pt x="229" y="355"/>
                    <a:pt x="229" y="353"/>
                  </a:cubicBezTo>
                  <a:cubicBezTo>
                    <a:pt x="229" y="351"/>
                    <a:pt x="229" y="350"/>
                    <a:pt x="228" y="349"/>
                  </a:cubicBezTo>
                  <a:cubicBezTo>
                    <a:pt x="228" y="348"/>
                    <a:pt x="227" y="347"/>
                    <a:pt x="227" y="346"/>
                  </a:cubicBezTo>
                  <a:cubicBezTo>
                    <a:pt x="226" y="346"/>
                    <a:pt x="225" y="345"/>
                    <a:pt x="224" y="343"/>
                  </a:cubicBezTo>
                  <a:cubicBezTo>
                    <a:pt x="222" y="341"/>
                    <a:pt x="222" y="340"/>
                    <a:pt x="223" y="338"/>
                  </a:cubicBezTo>
                  <a:cubicBezTo>
                    <a:pt x="223" y="337"/>
                    <a:pt x="223" y="336"/>
                    <a:pt x="223" y="333"/>
                  </a:cubicBezTo>
                  <a:cubicBezTo>
                    <a:pt x="223" y="328"/>
                    <a:pt x="221" y="326"/>
                    <a:pt x="220" y="325"/>
                  </a:cubicBezTo>
                  <a:cubicBezTo>
                    <a:pt x="219" y="325"/>
                    <a:pt x="219" y="324"/>
                    <a:pt x="219" y="324"/>
                  </a:cubicBezTo>
                  <a:cubicBezTo>
                    <a:pt x="219" y="324"/>
                    <a:pt x="218" y="323"/>
                    <a:pt x="218" y="322"/>
                  </a:cubicBezTo>
                  <a:cubicBezTo>
                    <a:pt x="218" y="322"/>
                    <a:pt x="218" y="322"/>
                    <a:pt x="218" y="322"/>
                  </a:cubicBezTo>
                  <a:cubicBezTo>
                    <a:pt x="218" y="321"/>
                    <a:pt x="217" y="320"/>
                    <a:pt x="217" y="319"/>
                  </a:cubicBezTo>
                  <a:cubicBezTo>
                    <a:pt x="217" y="317"/>
                    <a:pt x="218" y="317"/>
                    <a:pt x="218" y="316"/>
                  </a:cubicBezTo>
                  <a:cubicBezTo>
                    <a:pt x="218" y="316"/>
                    <a:pt x="218" y="316"/>
                    <a:pt x="218" y="316"/>
                  </a:cubicBezTo>
                  <a:cubicBezTo>
                    <a:pt x="219" y="315"/>
                    <a:pt x="219" y="314"/>
                    <a:pt x="219" y="314"/>
                  </a:cubicBezTo>
                  <a:cubicBezTo>
                    <a:pt x="219" y="313"/>
                    <a:pt x="218" y="311"/>
                    <a:pt x="217" y="310"/>
                  </a:cubicBezTo>
                  <a:cubicBezTo>
                    <a:pt x="216" y="308"/>
                    <a:pt x="215" y="307"/>
                    <a:pt x="214" y="306"/>
                  </a:cubicBezTo>
                  <a:cubicBezTo>
                    <a:pt x="212" y="302"/>
                    <a:pt x="213" y="301"/>
                    <a:pt x="214" y="299"/>
                  </a:cubicBezTo>
                  <a:cubicBezTo>
                    <a:pt x="214" y="299"/>
                    <a:pt x="214" y="298"/>
                    <a:pt x="215" y="298"/>
                  </a:cubicBezTo>
                  <a:cubicBezTo>
                    <a:pt x="215" y="297"/>
                    <a:pt x="216" y="295"/>
                    <a:pt x="217" y="295"/>
                  </a:cubicBezTo>
                  <a:cubicBezTo>
                    <a:pt x="217" y="295"/>
                    <a:pt x="217" y="295"/>
                    <a:pt x="217" y="295"/>
                  </a:cubicBezTo>
                  <a:cubicBezTo>
                    <a:pt x="218" y="294"/>
                    <a:pt x="219" y="293"/>
                    <a:pt x="219" y="293"/>
                  </a:cubicBezTo>
                  <a:cubicBezTo>
                    <a:pt x="220" y="292"/>
                    <a:pt x="219" y="291"/>
                    <a:pt x="219" y="290"/>
                  </a:cubicBezTo>
                  <a:cubicBezTo>
                    <a:pt x="219" y="289"/>
                    <a:pt x="219" y="288"/>
                    <a:pt x="219" y="286"/>
                  </a:cubicBezTo>
                  <a:cubicBezTo>
                    <a:pt x="219" y="282"/>
                    <a:pt x="220" y="282"/>
                    <a:pt x="221" y="280"/>
                  </a:cubicBezTo>
                  <a:cubicBezTo>
                    <a:pt x="222" y="280"/>
                    <a:pt x="222" y="280"/>
                    <a:pt x="223" y="279"/>
                  </a:cubicBezTo>
                  <a:cubicBezTo>
                    <a:pt x="223" y="279"/>
                    <a:pt x="224" y="278"/>
                    <a:pt x="224" y="278"/>
                  </a:cubicBezTo>
                  <a:cubicBezTo>
                    <a:pt x="226" y="276"/>
                    <a:pt x="228" y="275"/>
                    <a:pt x="228" y="274"/>
                  </a:cubicBezTo>
                  <a:cubicBezTo>
                    <a:pt x="227" y="274"/>
                    <a:pt x="227" y="273"/>
                    <a:pt x="227" y="273"/>
                  </a:cubicBezTo>
                  <a:cubicBezTo>
                    <a:pt x="227" y="272"/>
                    <a:pt x="226" y="271"/>
                    <a:pt x="226" y="269"/>
                  </a:cubicBezTo>
                  <a:cubicBezTo>
                    <a:pt x="226" y="268"/>
                    <a:pt x="226" y="268"/>
                    <a:pt x="226" y="267"/>
                  </a:cubicBezTo>
                  <a:cubicBezTo>
                    <a:pt x="226" y="265"/>
                    <a:pt x="226" y="263"/>
                    <a:pt x="225" y="261"/>
                  </a:cubicBezTo>
                  <a:cubicBezTo>
                    <a:pt x="225" y="261"/>
                    <a:pt x="225" y="261"/>
                    <a:pt x="225" y="261"/>
                  </a:cubicBezTo>
                  <a:cubicBezTo>
                    <a:pt x="225" y="259"/>
                    <a:pt x="225" y="258"/>
                    <a:pt x="224" y="256"/>
                  </a:cubicBezTo>
                  <a:cubicBezTo>
                    <a:pt x="224" y="255"/>
                    <a:pt x="224" y="253"/>
                    <a:pt x="225" y="252"/>
                  </a:cubicBezTo>
                  <a:cubicBezTo>
                    <a:pt x="225" y="252"/>
                    <a:pt x="225" y="251"/>
                    <a:pt x="225" y="251"/>
                  </a:cubicBezTo>
                  <a:cubicBezTo>
                    <a:pt x="227" y="246"/>
                    <a:pt x="231" y="236"/>
                    <a:pt x="232" y="233"/>
                  </a:cubicBezTo>
                  <a:cubicBezTo>
                    <a:pt x="233" y="231"/>
                    <a:pt x="235" y="230"/>
                    <a:pt x="236" y="228"/>
                  </a:cubicBezTo>
                  <a:cubicBezTo>
                    <a:pt x="238" y="227"/>
                    <a:pt x="240" y="225"/>
                    <a:pt x="242" y="222"/>
                  </a:cubicBezTo>
                  <a:cubicBezTo>
                    <a:pt x="242" y="222"/>
                    <a:pt x="242" y="222"/>
                    <a:pt x="242" y="222"/>
                  </a:cubicBezTo>
                  <a:cubicBezTo>
                    <a:pt x="243" y="219"/>
                    <a:pt x="244" y="217"/>
                    <a:pt x="244" y="216"/>
                  </a:cubicBezTo>
                  <a:cubicBezTo>
                    <a:pt x="245" y="213"/>
                    <a:pt x="246" y="211"/>
                    <a:pt x="249" y="208"/>
                  </a:cubicBezTo>
                  <a:cubicBezTo>
                    <a:pt x="252" y="204"/>
                    <a:pt x="254" y="204"/>
                    <a:pt x="255" y="205"/>
                  </a:cubicBezTo>
                  <a:cubicBezTo>
                    <a:pt x="255" y="205"/>
                    <a:pt x="256" y="205"/>
                    <a:pt x="256" y="205"/>
                  </a:cubicBezTo>
                  <a:cubicBezTo>
                    <a:pt x="257" y="204"/>
                    <a:pt x="257" y="204"/>
                    <a:pt x="258" y="203"/>
                  </a:cubicBezTo>
                  <a:cubicBezTo>
                    <a:pt x="258" y="203"/>
                    <a:pt x="258" y="202"/>
                    <a:pt x="258" y="202"/>
                  </a:cubicBezTo>
                  <a:cubicBezTo>
                    <a:pt x="258" y="201"/>
                    <a:pt x="258" y="199"/>
                    <a:pt x="257" y="197"/>
                  </a:cubicBezTo>
                  <a:cubicBezTo>
                    <a:pt x="256" y="195"/>
                    <a:pt x="255" y="193"/>
                    <a:pt x="254" y="192"/>
                  </a:cubicBezTo>
                  <a:cubicBezTo>
                    <a:pt x="254" y="190"/>
                    <a:pt x="254" y="185"/>
                    <a:pt x="254" y="179"/>
                  </a:cubicBezTo>
                  <a:cubicBezTo>
                    <a:pt x="254" y="173"/>
                    <a:pt x="254" y="167"/>
                    <a:pt x="255" y="165"/>
                  </a:cubicBezTo>
                  <a:cubicBezTo>
                    <a:pt x="255" y="162"/>
                    <a:pt x="256" y="162"/>
                    <a:pt x="257" y="161"/>
                  </a:cubicBezTo>
                  <a:cubicBezTo>
                    <a:pt x="257" y="161"/>
                    <a:pt x="257" y="161"/>
                    <a:pt x="257" y="161"/>
                  </a:cubicBezTo>
                  <a:cubicBezTo>
                    <a:pt x="257" y="160"/>
                    <a:pt x="257" y="159"/>
                    <a:pt x="256" y="158"/>
                  </a:cubicBezTo>
                  <a:cubicBezTo>
                    <a:pt x="256" y="156"/>
                    <a:pt x="256" y="155"/>
                    <a:pt x="256" y="154"/>
                  </a:cubicBezTo>
                  <a:cubicBezTo>
                    <a:pt x="256" y="153"/>
                    <a:pt x="256" y="151"/>
                    <a:pt x="257" y="150"/>
                  </a:cubicBezTo>
                  <a:cubicBezTo>
                    <a:pt x="258" y="148"/>
                    <a:pt x="259" y="147"/>
                    <a:pt x="260" y="146"/>
                  </a:cubicBezTo>
                  <a:cubicBezTo>
                    <a:pt x="261" y="146"/>
                    <a:pt x="263" y="145"/>
                    <a:pt x="265" y="144"/>
                  </a:cubicBezTo>
                  <a:cubicBezTo>
                    <a:pt x="268" y="142"/>
                    <a:pt x="271" y="141"/>
                    <a:pt x="272" y="140"/>
                  </a:cubicBezTo>
                  <a:cubicBezTo>
                    <a:pt x="274" y="140"/>
                    <a:pt x="276" y="139"/>
                    <a:pt x="278" y="138"/>
                  </a:cubicBezTo>
                  <a:cubicBezTo>
                    <a:pt x="279" y="137"/>
                    <a:pt x="280" y="137"/>
                    <a:pt x="280" y="137"/>
                  </a:cubicBezTo>
                  <a:cubicBezTo>
                    <a:pt x="280" y="136"/>
                    <a:pt x="280" y="135"/>
                    <a:pt x="281" y="132"/>
                  </a:cubicBezTo>
                  <a:cubicBezTo>
                    <a:pt x="283" y="126"/>
                    <a:pt x="285" y="116"/>
                    <a:pt x="285" y="115"/>
                  </a:cubicBezTo>
                  <a:cubicBezTo>
                    <a:pt x="285" y="114"/>
                    <a:pt x="285" y="114"/>
                    <a:pt x="285" y="114"/>
                  </a:cubicBezTo>
                  <a:cubicBezTo>
                    <a:pt x="285" y="114"/>
                    <a:pt x="285" y="114"/>
                    <a:pt x="285" y="114"/>
                  </a:cubicBezTo>
                  <a:cubicBezTo>
                    <a:pt x="285" y="114"/>
                    <a:pt x="285" y="114"/>
                    <a:pt x="285" y="113"/>
                  </a:cubicBezTo>
                  <a:cubicBezTo>
                    <a:pt x="282" y="113"/>
                    <a:pt x="272" y="113"/>
                    <a:pt x="270" y="110"/>
                  </a:cubicBezTo>
                  <a:cubicBezTo>
                    <a:pt x="269" y="109"/>
                    <a:pt x="269" y="108"/>
                    <a:pt x="269" y="107"/>
                  </a:cubicBezTo>
                  <a:cubicBezTo>
                    <a:pt x="269" y="106"/>
                    <a:pt x="269" y="104"/>
                    <a:pt x="268" y="101"/>
                  </a:cubicBezTo>
                  <a:cubicBezTo>
                    <a:pt x="267" y="98"/>
                    <a:pt x="267" y="97"/>
                    <a:pt x="266" y="95"/>
                  </a:cubicBezTo>
                  <a:cubicBezTo>
                    <a:pt x="266" y="94"/>
                    <a:pt x="265" y="93"/>
                    <a:pt x="264" y="90"/>
                  </a:cubicBezTo>
                  <a:cubicBezTo>
                    <a:pt x="263" y="88"/>
                    <a:pt x="263" y="85"/>
                    <a:pt x="263" y="84"/>
                  </a:cubicBezTo>
                  <a:cubicBezTo>
                    <a:pt x="263" y="82"/>
                    <a:pt x="262" y="80"/>
                    <a:pt x="261" y="79"/>
                  </a:cubicBezTo>
                  <a:cubicBezTo>
                    <a:pt x="261" y="77"/>
                    <a:pt x="260" y="76"/>
                    <a:pt x="259" y="76"/>
                  </a:cubicBezTo>
                  <a:cubicBezTo>
                    <a:pt x="257" y="74"/>
                    <a:pt x="256" y="73"/>
                    <a:pt x="256" y="71"/>
                  </a:cubicBezTo>
                  <a:cubicBezTo>
                    <a:pt x="255" y="70"/>
                    <a:pt x="256" y="69"/>
                    <a:pt x="256" y="68"/>
                  </a:cubicBezTo>
                  <a:cubicBezTo>
                    <a:pt x="256" y="67"/>
                    <a:pt x="256" y="65"/>
                    <a:pt x="254" y="63"/>
                  </a:cubicBezTo>
                  <a:cubicBezTo>
                    <a:pt x="254" y="63"/>
                    <a:pt x="253" y="62"/>
                    <a:pt x="253" y="62"/>
                  </a:cubicBezTo>
                  <a:cubicBezTo>
                    <a:pt x="251" y="59"/>
                    <a:pt x="251" y="59"/>
                    <a:pt x="250" y="56"/>
                  </a:cubicBezTo>
                  <a:cubicBezTo>
                    <a:pt x="250" y="54"/>
                    <a:pt x="251" y="53"/>
                    <a:pt x="252" y="52"/>
                  </a:cubicBezTo>
                  <a:cubicBezTo>
                    <a:pt x="252" y="51"/>
                    <a:pt x="253" y="51"/>
                    <a:pt x="253" y="50"/>
                  </a:cubicBezTo>
                  <a:cubicBezTo>
                    <a:pt x="253" y="50"/>
                    <a:pt x="252" y="49"/>
                    <a:pt x="252" y="49"/>
                  </a:cubicBezTo>
                  <a:cubicBezTo>
                    <a:pt x="252" y="48"/>
                    <a:pt x="252" y="47"/>
                    <a:pt x="252" y="44"/>
                  </a:cubicBezTo>
                  <a:cubicBezTo>
                    <a:pt x="253" y="43"/>
                    <a:pt x="253" y="42"/>
                    <a:pt x="254" y="42"/>
                  </a:cubicBezTo>
                  <a:cubicBezTo>
                    <a:pt x="254" y="42"/>
                    <a:pt x="254" y="42"/>
                    <a:pt x="254" y="42"/>
                  </a:cubicBezTo>
                  <a:cubicBezTo>
                    <a:pt x="254" y="40"/>
                    <a:pt x="255" y="39"/>
                    <a:pt x="255" y="37"/>
                  </a:cubicBezTo>
                  <a:cubicBezTo>
                    <a:pt x="254" y="36"/>
                    <a:pt x="253" y="35"/>
                    <a:pt x="252" y="34"/>
                  </a:cubicBezTo>
                  <a:cubicBezTo>
                    <a:pt x="251" y="33"/>
                    <a:pt x="250" y="32"/>
                    <a:pt x="248" y="30"/>
                  </a:cubicBezTo>
                  <a:cubicBezTo>
                    <a:pt x="246" y="26"/>
                    <a:pt x="246" y="25"/>
                    <a:pt x="245" y="22"/>
                  </a:cubicBezTo>
                  <a:cubicBezTo>
                    <a:pt x="245" y="21"/>
                    <a:pt x="245" y="19"/>
                    <a:pt x="245" y="18"/>
                  </a:cubicBezTo>
                  <a:cubicBezTo>
                    <a:pt x="244" y="16"/>
                    <a:pt x="244" y="14"/>
                    <a:pt x="244" y="13"/>
                  </a:cubicBezTo>
                  <a:cubicBezTo>
                    <a:pt x="244" y="13"/>
                    <a:pt x="244" y="13"/>
                    <a:pt x="244" y="13"/>
                  </a:cubicBezTo>
                  <a:cubicBezTo>
                    <a:pt x="244" y="11"/>
                    <a:pt x="244" y="10"/>
                    <a:pt x="242" y="9"/>
                  </a:cubicBezTo>
                  <a:cubicBezTo>
                    <a:pt x="242" y="9"/>
                    <a:pt x="242" y="9"/>
                    <a:pt x="242" y="9"/>
                  </a:cubicBezTo>
                  <a:cubicBezTo>
                    <a:pt x="241" y="8"/>
                    <a:pt x="241" y="8"/>
                    <a:pt x="240" y="8"/>
                  </a:cubicBezTo>
                  <a:cubicBezTo>
                    <a:pt x="239" y="7"/>
                    <a:pt x="238" y="7"/>
                    <a:pt x="237" y="5"/>
                  </a:cubicBezTo>
                  <a:cubicBezTo>
                    <a:pt x="236" y="4"/>
                    <a:pt x="235" y="2"/>
                    <a:pt x="235" y="2"/>
                  </a:cubicBezTo>
                  <a:cubicBezTo>
                    <a:pt x="234" y="1"/>
                    <a:pt x="234" y="1"/>
                    <a:pt x="234" y="0"/>
                  </a:cubicBezTo>
                  <a:cubicBezTo>
                    <a:pt x="234" y="1"/>
                    <a:pt x="233" y="1"/>
                    <a:pt x="233" y="1"/>
                  </a:cubicBezTo>
                  <a:cubicBezTo>
                    <a:pt x="232" y="1"/>
                    <a:pt x="231" y="2"/>
                    <a:pt x="230" y="3"/>
                  </a:cubicBezTo>
                  <a:cubicBezTo>
                    <a:pt x="230" y="4"/>
                    <a:pt x="230" y="5"/>
                    <a:pt x="230" y="7"/>
                  </a:cubicBezTo>
                  <a:cubicBezTo>
                    <a:pt x="229" y="9"/>
                    <a:pt x="229" y="11"/>
                    <a:pt x="228" y="13"/>
                  </a:cubicBezTo>
                  <a:cubicBezTo>
                    <a:pt x="227" y="14"/>
                    <a:pt x="222" y="16"/>
                    <a:pt x="218" y="18"/>
                  </a:cubicBezTo>
                  <a:cubicBezTo>
                    <a:pt x="219" y="20"/>
                    <a:pt x="219" y="22"/>
                    <a:pt x="219" y="25"/>
                  </a:cubicBezTo>
                  <a:cubicBezTo>
                    <a:pt x="220" y="31"/>
                    <a:pt x="219" y="32"/>
                    <a:pt x="221" y="37"/>
                  </a:cubicBezTo>
                  <a:cubicBezTo>
                    <a:pt x="222" y="42"/>
                    <a:pt x="223" y="58"/>
                    <a:pt x="223" y="61"/>
                  </a:cubicBezTo>
                  <a:cubicBezTo>
                    <a:pt x="223" y="65"/>
                    <a:pt x="223" y="68"/>
                    <a:pt x="224" y="75"/>
                  </a:cubicBezTo>
                  <a:cubicBezTo>
                    <a:pt x="225" y="81"/>
                    <a:pt x="224" y="80"/>
                    <a:pt x="224" y="84"/>
                  </a:cubicBezTo>
                  <a:cubicBezTo>
                    <a:pt x="224" y="89"/>
                    <a:pt x="224" y="90"/>
                    <a:pt x="222" y="95"/>
                  </a:cubicBezTo>
                  <a:cubicBezTo>
                    <a:pt x="220" y="101"/>
                    <a:pt x="220" y="100"/>
                    <a:pt x="220" y="106"/>
                  </a:cubicBezTo>
                  <a:cubicBezTo>
                    <a:pt x="220" y="113"/>
                    <a:pt x="219" y="115"/>
                    <a:pt x="218" y="116"/>
                  </a:cubicBezTo>
                  <a:cubicBezTo>
                    <a:pt x="216" y="117"/>
                    <a:pt x="214" y="119"/>
                    <a:pt x="213" y="120"/>
                  </a:cubicBezTo>
                  <a:cubicBezTo>
                    <a:pt x="213" y="122"/>
                    <a:pt x="213" y="124"/>
                    <a:pt x="214" y="125"/>
                  </a:cubicBezTo>
                  <a:cubicBezTo>
                    <a:pt x="215" y="127"/>
                    <a:pt x="215" y="128"/>
                    <a:pt x="215" y="132"/>
                  </a:cubicBezTo>
                  <a:cubicBezTo>
                    <a:pt x="215" y="136"/>
                    <a:pt x="215" y="138"/>
                    <a:pt x="214" y="143"/>
                  </a:cubicBezTo>
                  <a:cubicBezTo>
                    <a:pt x="213" y="148"/>
                    <a:pt x="214" y="152"/>
                    <a:pt x="214" y="153"/>
                  </a:cubicBezTo>
                  <a:cubicBezTo>
                    <a:pt x="214" y="154"/>
                    <a:pt x="216" y="156"/>
                    <a:pt x="217" y="159"/>
                  </a:cubicBezTo>
                  <a:cubicBezTo>
                    <a:pt x="217" y="161"/>
                    <a:pt x="217" y="162"/>
                    <a:pt x="217" y="165"/>
                  </a:cubicBezTo>
                  <a:cubicBezTo>
                    <a:pt x="217" y="168"/>
                    <a:pt x="216" y="168"/>
                    <a:pt x="214" y="171"/>
                  </a:cubicBezTo>
                  <a:cubicBezTo>
                    <a:pt x="213" y="173"/>
                    <a:pt x="213" y="174"/>
                    <a:pt x="213" y="177"/>
                  </a:cubicBezTo>
                  <a:cubicBezTo>
                    <a:pt x="213" y="180"/>
                    <a:pt x="214" y="181"/>
                    <a:pt x="214" y="184"/>
                  </a:cubicBezTo>
                  <a:cubicBezTo>
                    <a:pt x="214" y="188"/>
                    <a:pt x="212" y="188"/>
                    <a:pt x="211" y="190"/>
                  </a:cubicBezTo>
                  <a:cubicBezTo>
                    <a:pt x="209" y="193"/>
                    <a:pt x="210" y="197"/>
                    <a:pt x="210" y="199"/>
                  </a:cubicBezTo>
                  <a:cubicBezTo>
                    <a:pt x="209" y="202"/>
                    <a:pt x="207" y="203"/>
                    <a:pt x="205" y="206"/>
                  </a:cubicBezTo>
                  <a:cubicBezTo>
                    <a:pt x="204" y="208"/>
                    <a:pt x="206" y="210"/>
                    <a:pt x="206" y="213"/>
                  </a:cubicBezTo>
                  <a:cubicBezTo>
                    <a:pt x="206" y="217"/>
                    <a:pt x="206" y="217"/>
                    <a:pt x="205" y="219"/>
                  </a:cubicBezTo>
                  <a:cubicBezTo>
                    <a:pt x="203" y="222"/>
                    <a:pt x="203" y="223"/>
                    <a:pt x="203" y="227"/>
                  </a:cubicBezTo>
                  <a:cubicBezTo>
                    <a:pt x="203" y="230"/>
                    <a:pt x="202" y="233"/>
                    <a:pt x="201" y="236"/>
                  </a:cubicBezTo>
                  <a:cubicBezTo>
                    <a:pt x="201" y="238"/>
                    <a:pt x="197" y="242"/>
                    <a:pt x="196" y="244"/>
                  </a:cubicBezTo>
                  <a:cubicBezTo>
                    <a:pt x="195" y="246"/>
                    <a:pt x="195" y="247"/>
                    <a:pt x="194" y="250"/>
                  </a:cubicBezTo>
                  <a:cubicBezTo>
                    <a:pt x="194" y="253"/>
                    <a:pt x="195" y="253"/>
                    <a:pt x="197" y="255"/>
                  </a:cubicBezTo>
                  <a:cubicBezTo>
                    <a:pt x="198" y="258"/>
                    <a:pt x="199" y="258"/>
                    <a:pt x="199" y="260"/>
                  </a:cubicBezTo>
                  <a:cubicBezTo>
                    <a:pt x="200" y="263"/>
                    <a:pt x="200" y="265"/>
                    <a:pt x="200" y="268"/>
                  </a:cubicBezTo>
                  <a:cubicBezTo>
                    <a:pt x="200" y="270"/>
                    <a:pt x="199" y="272"/>
                    <a:pt x="197" y="274"/>
                  </a:cubicBezTo>
                  <a:cubicBezTo>
                    <a:pt x="196" y="275"/>
                    <a:pt x="195" y="277"/>
                    <a:pt x="193" y="278"/>
                  </a:cubicBezTo>
                  <a:cubicBezTo>
                    <a:pt x="192" y="279"/>
                    <a:pt x="192" y="283"/>
                    <a:pt x="191" y="284"/>
                  </a:cubicBezTo>
                  <a:cubicBezTo>
                    <a:pt x="191" y="286"/>
                    <a:pt x="191" y="290"/>
                    <a:pt x="192" y="292"/>
                  </a:cubicBezTo>
                  <a:cubicBezTo>
                    <a:pt x="192" y="294"/>
                    <a:pt x="193" y="297"/>
                    <a:pt x="193" y="300"/>
                  </a:cubicBezTo>
                  <a:cubicBezTo>
                    <a:pt x="192" y="303"/>
                    <a:pt x="192" y="306"/>
                    <a:pt x="193" y="308"/>
                  </a:cubicBezTo>
                  <a:cubicBezTo>
                    <a:pt x="193" y="311"/>
                    <a:pt x="194" y="316"/>
                    <a:pt x="194" y="319"/>
                  </a:cubicBezTo>
                  <a:cubicBezTo>
                    <a:pt x="194" y="322"/>
                    <a:pt x="195" y="322"/>
                    <a:pt x="196" y="323"/>
                  </a:cubicBezTo>
                  <a:cubicBezTo>
                    <a:pt x="197" y="324"/>
                    <a:pt x="197" y="325"/>
                    <a:pt x="197" y="327"/>
                  </a:cubicBezTo>
                  <a:cubicBezTo>
                    <a:pt x="196" y="329"/>
                    <a:pt x="196" y="329"/>
                    <a:pt x="196" y="331"/>
                  </a:cubicBezTo>
                  <a:cubicBezTo>
                    <a:pt x="196" y="333"/>
                    <a:pt x="195" y="334"/>
                    <a:pt x="193" y="336"/>
                  </a:cubicBezTo>
                  <a:cubicBezTo>
                    <a:pt x="192" y="338"/>
                    <a:pt x="191" y="339"/>
                    <a:pt x="191" y="340"/>
                  </a:cubicBezTo>
                  <a:cubicBezTo>
                    <a:pt x="190" y="342"/>
                    <a:pt x="190" y="343"/>
                    <a:pt x="191" y="345"/>
                  </a:cubicBezTo>
                  <a:cubicBezTo>
                    <a:pt x="192" y="347"/>
                    <a:pt x="192" y="353"/>
                    <a:pt x="192" y="354"/>
                  </a:cubicBezTo>
                  <a:cubicBezTo>
                    <a:pt x="192" y="355"/>
                    <a:pt x="190" y="358"/>
                    <a:pt x="188" y="360"/>
                  </a:cubicBezTo>
                  <a:cubicBezTo>
                    <a:pt x="186" y="363"/>
                    <a:pt x="187" y="362"/>
                    <a:pt x="185" y="365"/>
                  </a:cubicBezTo>
                  <a:cubicBezTo>
                    <a:pt x="183" y="367"/>
                    <a:pt x="185" y="367"/>
                    <a:pt x="185" y="370"/>
                  </a:cubicBezTo>
                  <a:cubicBezTo>
                    <a:pt x="185" y="372"/>
                    <a:pt x="184" y="372"/>
                    <a:pt x="183" y="374"/>
                  </a:cubicBezTo>
                  <a:cubicBezTo>
                    <a:pt x="182" y="376"/>
                    <a:pt x="182" y="376"/>
                    <a:pt x="182" y="380"/>
                  </a:cubicBezTo>
                  <a:cubicBezTo>
                    <a:pt x="181" y="383"/>
                    <a:pt x="180" y="388"/>
                    <a:pt x="178" y="390"/>
                  </a:cubicBezTo>
                  <a:cubicBezTo>
                    <a:pt x="176" y="393"/>
                    <a:pt x="176" y="393"/>
                    <a:pt x="175" y="395"/>
                  </a:cubicBezTo>
                  <a:cubicBezTo>
                    <a:pt x="174" y="396"/>
                    <a:pt x="174" y="396"/>
                    <a:pt x="173" y="398"/>
                  </a:cubicBezTo>
                  <a:cubicBezTo>
                    <a:pt x="172" y="400"/>
                    <a:pt x="172" y="400"/>
                    <a:pt x="172" y="402"/>
                  </a:cubicBezTo>
                  <a:cubicBezTo>
                    <a:pt x="172" y="403"/>
                    <a:pt x="173" y="404"/>
                    <a:pt x="172" y="405"/>
                  </a:cubicBezTo>
                  <a:cubicBezTo>
                    <a:pt x="171" y="407"/>
                    <a:pt x="170" y="407"/>
                    <a:pt x="168" y="410"/>
                  </a:cubicBezTo>
                  <a:cubicBezTo>
                    <a:pt x="166" y="412"/>
                    <a:pt x="168" y="415"/>
                    <a:pt x="167" y="417"/>
                  </a:cubicBezTo>
                  <a:cubicBezTo>
                    <a:pt x="166" y="419"/>
                    <a:pt x="166" y="420"/>
                    <a:pt x="165" y="422"/>
                  </a:cubicBezTo>
                  <a:cubicBezTo>
                    <a:pt x="165" y="425"/>
                    <a:pt x="164" y="425"/>
                    <a:pt x="163" y="426"/>
                  </a:cubicBezTo>
                  <a:cubicBezTo>
                    <a:pt x="162" y="426"/>
                    <a:pt x="162" y="426"/>
                    <a:pt x="160" y="427"/>
                  </a:cubicBezTo>
                  <a:cubicBezTo>
                    <a:pt x="159" y="428"/>
                    <a:pt x="160" y="428"/>
                    <a:pt x="160" y="429"/>
                  </a:cubicBezTo>
                  <a:cubicBezTo>
                    <a:pt x="159" y="430"/>
                    <a:pt x="160" y="432"/>
                    <a:pt x="160" y="433"/>
                  </a:cubicBezTo>
                  <a:cubicBezTo>
                    <a:pt x="160" y="433"/>
                    <a:pt x="160" y="435"/>
                    <a:pt x="160" y="436"/>
                  </a:cubicBezTo>
                  <a:cubicBezTo>
                    <a:pt x="159" y="437"/>
                    <a:pt x="158" y="436"/>
                    <a:pt x="157" y="436"/>
                  </a:cubicBezTo>
                  <a:cubicBezTo>
                    <a:pt x="155" y="436"/>
                    <a:pt x="155" y="436"/>
                    <a:pt x="154" y="436"/>
                  </a:cubicBezTo>
                  <a:cubicBezTo>
                    <a:pt x="153" y="436"/>
                    <a:pt x="152" y="437"/>
                    <a:pt x="151" y="438"/>
                  </a:cubicBezTo>
                  <a:cubicBezTo>
                    <a:pt x="150" y="439"/>
                    <a:pt x="150" y="441"/>
                    <a:pt x="150" y="443"/>
                  </a:cubicBezTo>
                  <a:cubicBezTo>
                    <a:pt x="150" y="445"/>
                    <a:pt x="150" y="446"/>
                    <a:pt x="151" y="449"/>
                  </a:cubicBezTo>
                  <a:cubicBezTo>
                    <a:pt x="151" y="453"/>
                    <a:pt x="153" y="453"/>
                    <a:pt x="154" y="454"/>
                  </a:cubicBezTo>
                  <a:cubicBezTo>
                    <a:pt x="154" y="455"/>
                    <a:pt x="154" y="457"/>
                    <a:pt x="154" y="459"/>
                  </a:cubicBezTo>
                  <a:cubicBezTo>
                    <a:pt x="153" y="461"/>
                    <a:pt x="153" y="467"/>
                    <a:pt x="153" y="469"/>
                  </a:cubicBezTo>
                  <a:cubicBezTo>
                    <a:pt x="153" y="471"/>
                    <a:pt x="155" y="472"/>
                    <a:pt x="155" y="475"/>
                  </a:cubicBezTo>
                  <a:cubicBezTo>
                    <a:pt x="155" y="477"/>
                    <a:pt x="156" y="478"/>
                    <a:pt x="157" y="480"/>
                  </a:cubicBezTo>
                  <a:cubicBezTo>
                    <a:pt x="158" y="482"/>
                    <a:pt x="158" y="483"/>
                    <a:pt x="159" y="485"/>
                  </a:cubicBezTo>
                  <a:cubicBezTo>
                    <a:pt x="159" y="487"/>
                    <a:pt x="159" y="488"/>
                    <a:pt x="159" y="490"/>
                  </a:cubicBezTo>
                  <a:cubicBezTo>
                    <a:pt x="158" y="492"/>
                    <a:pt x="158" y="494"/>
                    <a:pt x="158" y="496"/>
                  </a:cubicBezTo>
                  <a:cubicBezTo>
                    <a:pt x="158" y="497"/>
                    <a:pt x="158" y="498"/>
                    <a:pt x="157" y="500"/>
                  </a:cubicBezTo>
                  <a:cubicBezTo>
                    <a:pt x="156" y="503"/>
                    <a:pt x="156" y="502"/>
                    <a:pt x="155" y="502"/>
                  </a:cubicBezTo>
                  <a:cubicBezTo>
                    <a:pt x="153" y="501"/>
                    <a:pt x="154" y="502"/>
                    <a:pt x="153" y="502"/>
                  </a:cubicBezTo>
                  <a:cubicBezTo>
                    <a:pt x="152" y="503"/>
                    <a:pt x="152" y="503"/>
                    <a:pt x="151" y="505"/>
                  </a:cubicBezTo>
                  <a:cubicBezTo>
                    <a:pt x="150" y="507"/>
                    <a:pt x="149" y="511"/>
                    <a:pt x="148" y="514"/>
                  </a:cubicBezTo>
                  <a:cubicBezTo>
                    <a:pt x="147" y="517"/>
                    <a:pt x="148" y="517"/>
                    <a:pt x="147" y="520"/>
                  </a:cubicBezTo>
                  <a:cubicBezTo>
                    <a:pt x="147" y="523"/>
                    <a:pt x="146" y="524"/>
                    <a:pt x="145" y="526"/>
                  </a:cubicBezTo>
                  <a:cubicBezTo>
                    <a:pt x="145" y="528"/>
                    <a:pt x="145" y="528"/>
                    <a:pt x="145" y="531"/>
                  </a:cubicBezTo>
                  <a:cubicBezTo>
                    <a:pt x="146" y="533"/>
                    <a:pt x="147" y="533"/>
                    <a:pt x="147" y="536"/>
                  </a:cubicBezTo>
                  <a:cubicBezTo>
                    <a:pt x="147" y="538"/>
                    <a:pt x="147" y="540"/>
                    <a:pt x="147" y="540"/>
                  </a:cubicBezTo>
                  <a:cubicBezTo>
                    <a:pt x="147" y="541"/>
                    <a:pt x="150" y="543"/>
                    <a:pt x="151" y="543"/>
                  </a:cubicBezTo>
                  <a:cubicBezTo>
                    <a:pt x="151" y="542"/>
                    <a:pt x="153" y="542"/>
                    <a:pt x="153" y="542"/>
                  </a:cubicBezTo>
                  <a:cubicBezTo>
                    <a:pt x="154" y="542"/>
                    <a:pt x="153" y="543"/>
                    <a:pt x="153" y="543"/>
                  </a:cubicBezTo>
                  <a:cubicBezTo>
                    <a:pt x="153" y="544"/>
                    <a:pt x="152" y="544"/>
                    <a:pt x="151" y="545"/>
                  </a:cubicBezTo>
                  <a:cubicBezTo>
                    <a:pt x="151" y="546"/>
                    <a:pt x="151" y="546"/>
                    <a:pt x="151" y="547"/>
                  </a:cubicBezTo>
                  <a:cubicBezTo>
                    <a:pt x="151" y="548"/>
                    <a:pt x="153" y="548"/>
                    <a:pt x="154" y="548"/>
                  </a:cubicBezTo>
                  <a:cubicBezTo>
                    <a:pt x="154" y="548"/>
                    <a:pt x="157" y="548"/>
                    <a:pt x="159" y="548"/>
                  </a:cubicBezTo>
                  <a:cubicBezTo>
                    <a:pt x="160" y="548"/>
                    <a:pt x="162" y="547"/>
                    <a:pt x="162" y="546"/>
                  </a:cubicBezTo>
                  <a:cubicBezTo>
                    <a:pt x="163" y="545"/>
                    <a:pt x="163" y="545"/>
                    <a:pt x="162" y="544"/>
                  </a:cubicBezTo>
                  <a:cubicBezTo>
                    <a:pt x="162" y="544"/>
                    <a:pt x="162" y="543"/>
                    <a:pt x="162" y="542"/>
                  </a:cubicBezTo>
                  <a:cubicBezTo>
                    <a:pt x="162" y="541"/>
                    <a:pt x="163" y="542"/>
                    <a:pt x="164" y="542"/>
                  </a:cubicBezTo>
                  <a:cubicBezTo>
                    <a:pt x="165" y="542"/>
                    <a:pt x="166" y="543"/>
                    <a:pt x="167" y="543"/>
                  </a:cubicBezTo>
                  <a:cubicBezTo>
                    <a:pt x="169" y="543"/>
                    <a:pt x="169" y="543"/>
                    <a:pt x="170" y="544"/>
                  </a:cubicBezTo>
                  <a:cubicBezTo>
                    <a:pt x="170" y="545"/>
                    <a:pt x="171" y="544"/>
                    <a:pt x="172" y="545"/>
                  </a:cubicBezTo>
                  <a:cubicBezTo>
                    <a:pt x="173" y="545"/>
                    <a:pt x="174" y="545"/>
                    <a:pt x="175" y="544"/>
                  </a:cubicBezTo>
                  <a:cubicBezTo>
                    <a:pt x="175" y="544"/>
                    <a:pt x="176" y="543"/>
                    <a:pt x="177" y="542"/>
                  </a:cubicBezTo>
                  <a:cubicBezTo>
                    <a:pt x="177" y="542"/>
                    <a:pt x="177" y="541"/>
                    <a:pt x="177" y="540"/>
                  </a:cubicBezTo>
                  <a:cubicBezTo>
                    <a:pt x="177" y="539"/>
                    <a:pt x="177" y="539"/>
                    <a:pt x="178" y="538"/>
                  </a:cubicBezTo>
                  <a:cubicBezTo>
                    <a:pt x="178" y="537"/>
                    <a:pt x="179" y="538"/>
                    <a:pt x="179" y="539"/>
                  </a:cubicBezTo>
                  <a:cubicBezTo>
                    <a:pt x="179" y="540"/>
                    <a:pt x="179" y="541"/>
                    <a:pt x="179" y="542"/>
                  </a:cubicBezTo>
                  <a:cubicBezTo>
                    <a:pt x="179" y="542"/>
                    <a:pt x="179" y="544"/>
                    <a:pt x="178" y="545"/>
                  </a:cubicBezTo>
                  <a:cubicBezTo>
                    <a:pt x="178" y="546"/>
                    <a:pt x="175" y="547"/>
                    <a:pt x="174" y="547"/>
                  </a:cubicBezTo>
                  <a:cubicBezTo>
                    <a:pt x="173" y="548"/>
                    <a:pt x="173" y="548"/>
                    <a:pt x="172" y="549"/>
                  </a:cubicBezTo>
                  <a:cubicBezTo>
                    <a:pt x="171" y="549"/>
                    <a:pt x="170" y="549"/>
                    <a:pt x="170" y="549"/>
                  </a:cubicBezTo>
                  <a:cubicBezTo>
                    <a:pt x="169" y="550"/>
                    <a:pt x="169" y="551"/>
                    <a:pt x="169" y="551"/>
                  </a:cubicBezTo>
                  <a:cubicBezTo>
                    <a:pt x="169" y="552"/>
                    <a:pt x="170" y="552"/>
                    <a:pt x="170" y="553"/>
                  </a:cubicBezTo>
                  <a:cubicBezTo>
                    <a:pt x="171" y="553"/>
                    <a:pt x="172" y="553"/>
                    <a:pt x="172" y="553"/>
                  </a:cubicBezTo>
                  <a:cubicBezTo>
                    <a:pt x="172" y="553"/>
                    <a:pt x="173" y="553"/>
                    <a:pt x="174" y="553"/>
                  </a:cubicBezTo>
                  <a:cubicBezTo>
                    <a:pt x="175" y="553"/>
                    <a:pt x="175" y="553"/>
                    <a:pt x="175" y="554"/>
                  </a:cubicBezTo>
                  <a:cubicBezTo>
                    <a:pt x="176" y="554"/>
                    <a:pt x="176" y="554"/>
                    <a:pt x="176" y="555"/>
                  </a:cubicBezTo>
                  <a:cubicBezTo>
                    <a:pt x="177" y="556"/>
                    <a:pt x="176" y="556"/>
                    <a:pt x="176" y="557"/>
                  </a:cubicBezTo>
                  <a:cubicBezTo>
                    <a:pt x="176" y="558"/>
                    <a:pt x="176" y="558"/>
                    <a:pt x="176" y="560"/>
                  </a:cubicBezTo>
                  <a:cubicBezTo>
                    <a:pt x="176" y="561"/>
                    <a:pt x="176" y="561"/>
                    <a:pt x="176" y="562"/>
                  </a:cubicBezTo>
                  <a:cubicBezTo>
                    <a:pt x="177" y="563"/>
                    <a:pt x="177" y="563"/>
                    <a:pt x="176" y="564"/>
                  </a:cubicBezTo>
                  <a:cubicBezTo>
                    <a:pt x="176" y="564"/>
                    <a:pt x="176" y="564"/>
                    <a:pt x="175" y="564"/>
                  </a:cubicBezTo>
                  <a:cubicBezTo>
                    <a:pt x="175" y="564"/>
                    <a:pt x="175" y="563"/>
                    <a:pt x="174" y="562"/>
                  </a:cubicBezTo>
                  <a:cubicBezTo>
                    <a:pt x="173" y="562"/>
                    <a:pt x="173" y="562"/>
                    <a:pt x="173" y="561"/>
                  </a:cubicBezTo>
                  <a:cubicBezTo>
                    <a:pt x="173" y="560"/>
                    <a:pt x="172" y="560"/>
                    <a:pt x="172" y="560"/>
                  </a:cubicBezTo>
                  <a:cubicBezTo>
                    <a:pt x="172" y="559"/>
                    <a:pt x="171" y="560"/>
                    <a:pt x="170" y="560"/>
                  </a:cubicBezTo>
                  <a:cubicBezTo>
                    <a:pt x="169" y="561"/>
                    <a:pt x="170" y="562"/>
                    <a:pt x="170" y="563"/>
                  </a:cubicBezTo>
                  <a:cubicBezTo>
                    <a:pt x="170" y="564"/>
                    <a:pt x="172" y="565"/>
                    <a:pt x="173" y="566"/>
                  </a:cubicBezTo>
                  <a:cubicBezTo>
                    <a:pt x="174" y="566"/>
                    <a:pt x="174" y="567"/>
                    <a:pt x="174" y="567"/>
                  </a:cubicBezTo>
                  <a:cubicBezTo>
                    <a:pt x="174" y="568"/>
                    <a:pt x="173" y="569"/>
                    <a:pt x="173" y="569"/>
                  </a:cubicBezTo>
                  <a:cubicBezTo>
                    <a:pt x="172" y="569"/>
                    <a:pt x="172" y="567"/>
                    <a:pt x="171" y="567"/>
                  </a:cubicBezTo>
                  <a:cubicBezTo>
                    <a:pt x="170" y="567"/>
                    <a:pt x="170" y="568"/>
                    <a:pt x="169" y="569"/>
                  </a:cubicBezTo>
                  <a:cubicBezTo>
                    <a:pt x="168" y="569"/>
                    <a:pt x="168" y="571"/>
                    <a:pt x="168" y="572"/>
                  </a:cubicBezTo>
                  <a:cubicBezTo>
                    <a:pt x="169" y="573"/>
                    <a:pt x="169" y="575"/>
                    <a:pt x="169" y="576"/>
                  </a:cubicBezTo>
                  <a:cubicBezTo>
                    <a:pt x="169" y="577"/>
                    <a:pt x="169" y="577"/>
                    <a:pt x="169" y="578"/>
                  </a:cubicBezTo>
                  <a:cubicBezTo>
                    <a:pt x="168" y="580"/>
                    <a:pt x="168" y="579"/>
                    <a:pt x="167" y="579"/>
                  </a:cubicBezTo>
                  <a:cubicBezTo>
                    <a:pt x="166" y="580"/>
                    <a:pt x="166" y="580"/>
                    <a:pt x="166" y="582"/>
                  </a:cubicBezTo>
                  <a:cubicBezTo>
                    <a:pt x="166" y="585"/>
                    <a:pt x="165" y="584"/>
                    <a:pt x="164" y="586"/>
                  </a:cubicBezTo>
                  <a:cubicBezTo>
                    <a:pt x="163" y="587"/>
                    <a:pt x="163" y="588"/>
                    <a:pt x="163" y="590"/>
                  </a:cubicBezTo>
                  <a:cubicBezTo>
                    <a:pt x="163" y="592"/>
                    <a:pt x="164" y="592"/>
                    <a:pt x="166" y="594"/>
                  </a:cubicBezTo>
                  <a:cubicBezTo>
                    <a:pt x="167" y="596"/>
                    <a:pt x="167" y="596"/>
                    <a:pt x="167" y="598"/>
                  </a:cubicBezTo>
                  <a:cubicBezTo>
                    <a:pt x="167" y="599"/>
                    <a:pt x="166" y="599"/>
                    <a:pt x="165" y="600"/>
                  </a:cubicBezTo>
                  <a:cubicBezTo>
                    <a:pt x="164" y="600"/>
                    <a:pt x="164" y="600"/>
                    <a:pt x="164" y="602"/>
                  </a:cubicBezTo>
                  <a:cubicBezTo>
                    <a:pt x="163" y="603"/>
                    <a:pt x="162" y="603"/>
                    <a:pt x="161" y="604"/>
                  </a:cubicBezTo>
                  <a:cubicBezTo>
                    <a:pt x="160" y="605"/>
                    <a:pt x="159" y="607"/>
                    <a:pt x="160" y="609"/>
                  </a:cubicBezTo>
                  <a:cubicBezTo>
                    <a:pt x="161" y="610"/>
                    <a:pt x="163" y="610"/>
                    <a:pt x="164" y="610"/>
                  </a:cubicBezTo>
                  <a:cubicBezTo>
                    <a:pt x="166" y="611"/>
                    <a:pt x="165" y="611"/>
                    <a:pt x="168" y="613"/>
                  </a:cubicBezTo>
                  <a:cubicBezTo>
                    <a:pt x="171" y="614"/>
                    <a:pt x="170" y="614"/>
                    <a:pt x="172" y="615"/>
                  </a:cubicBezTo>
                  <a:cubicBezTo>
                    <a:pt x="173" y="616"/>
                    <a:pt x="173" y="616"/>
                    <a:pt x="173" y="618"/>
                  </a:cubicBezTo>
                  <a:cubicBezTo>
                    <a:pt x="172" y="619"/>
                    <a:pt x="172" y="620"/>
                    <a:pt x="171" y="621"/>
                  </a:cubicBezTo>
                  <a:cubicBezTo>
                    <a:pt x="171" y="623"/>
                    <a:pt x="170" y="623"/>
                    <a:pt x="169" y="624"/>
                  </a:cubicBezTo>
                  <a:cubicBezTo>
                    <a:pt x="167" y="625"/>
                    <a:pt x="167" y="625"/>
                    <a:pt x="165" y="626"/>
                  </a:cubicBezTo>
                  <a:cubicBezTo>
                    <a:pt x="164" y="627"/>
                    <a:pt x="163" y="627"/>
                    <a:pt x="161" y="628"/>
                  </a:cubicBezTo>
                  <a:cubicBezTo>
                    <a:pt x="160" y="628"/>
                    <a:pt x="158" y="629"/>
                    <a:pt x="158" y="631"/>
                  </a:cubicBezTo>
                  <a:cubicBezTo>
                    <a:pt x="157" y="632"/>
                    <a:pt x="158" y="632"/>
                    <a:pt x="159" y="634"/>
                  </a:cubicBezTo>
                  <a:cubicBezTo>
                    <a:pt x="160" y="636"/>
                    <a:pt x="160" y="635"/>
                    <a:pt x="161" y="636"/>
                  </a:cubicBezTo>
                  <a:cubicBezTo>
                    <a:pt x="163" y="637"/>
                    <a:pt x="164" y="637"/>
                    <a:pt x="166" y="638"/>
                  </a:cubicBezTo>
                  <a:cubicBezTo>
                    <a:pt x="167" y="638"/>
                    <a:pt x="167" y="638"/>
                    <a:pt x="168" y="639"/>
                  </a:cubicBezTo>
                  <a:cubicBezTo>
                    <a:pt x="169" y="640"/>
                    <a:pt x="168" y="640"/>
                    <a:pt x="167" y="641"/>
                  </a:cubicBezTo>
                  <a:cubicBezTo>
                    <a:pt x="167" y="642"/>
                    <a:pt x="166" y="641"/>
                    <a:pt x="164" y="641"/>
                  </a:cubicBezTo>
                  <a:cubicBezTo>
                    <a:pt x="163" y="641"/>
                    <a:pt x="163" y="641"/>
                    <a:pt x="162" y="640"/>
                  </a:cubicBezTo>
                  <a:cubicBezTo>
                    <a:pt x="161" y="639"/>
                    <a:pt x="161" y="639"/>
                    <a:pt x="160" y="638"/>
                  </a:cubicBezTo>
                  <a:cubicBezTo>
                    <a:pt x="159" y="638"/>
                    <a:pt x="159" y="638"/>
                    <a:pt x="158" y="639"/>
                  </a:cubicBezTo>
                  <a:cubicBezTo>
                    <a:pt x="158" y="639"/>
                    <a:pt x="157" y="640"/>
                    <a:pt x="156" y="641"/>
                  </a:cubicBezTo>
                  <a:cubicBezTo>
                    <a:pt x="155" y="641"/>
                    <a:pt x="155" y="643"/>
                    <a:pt x="156" y="644"/>
                  </a:cubicBezTo>
                  <a:cubicBezTo>
                    <a:pt x="156" y="644"/>
                    <a:pt x="158" y="644"/>
                    <a:pt x="159" y="644"/>
                  </a:cubicBezTo>
                  <a:cubicBezTo>
                    <a:pt x="161" y="644"/>
                    <a:pt x="161" y="645"/>
                    <a:pt x="161" y="646"/>
                  </a:cubicBezTo>
                  <a:cubicBezTo>
                    <a:pt x="161" y="647"/>
                    <a:pt x="160" y="647"/>
                    <a:pt x="159" y="647"/>
                  </a:cubicBezTo>
                  <a:cubicBezTo>
                    <a:pt x="158" y="647"/>
                    <a:pt x="156" y="648"/>
                    <a:pt x="155" y="649"/>
                  </a:cubicBezTo>
                  <a:cubicBezTo>
                    <a:pt x="154" y="650"/>
                    <a:pt x="154" y="651"/>
                    <a:pt x="153" y="652"/>
                  </a:cubicBezTo>
                  <a:cubicBezTo>
                    <a:pt x="152" y="653"/>
                    <a:pt x="151" y="654"/>
                    <a:pt x="151" y="656"/>
                  </a:cubicBezTo>
                  <a:cubicBezTo>
                    <a:pt x="151" y="658"/>
                    <a:pt x="152" y="659"/>
                    <a:pt x="152" y="659"/>
                  </a:cubicBezTo>
                  <a:cubicBezTo>
                    <a:pt x="153" y="660"/>
                    <a:pt x="154" y="662"/>
                    <a:pt x="154" y="663"/>
                  </a:cubicBezTo>
                  <a:cubicBezTo>
                    <a:pt x="154" y="664"/>
                    <a:pt x="154" y="664"/>
                    <a:pt x="152" y="665"/>
                  </a:cubicBezTo>
                  <a:cubicBezTo>
                    <a:pt x="151" y="666"/>
                    <a:pt x="150" y="666"/>
                    <a:pt x="149" y="666"/>
                  </a:cubicBezTo>
                  <a:cubicBezTo>
                    <a:pt x="147" y="667"/>
                    <a:pt x="148" y="668"/>
                    <a:pt x="148" y="669"/>
                  </a:cubicBezTo>
                  <a:cubicBezTo>
                    <a:pt x="147" y="671"/>
                    <a:pt x="146" y="671"/>
                    <a:pt x="144" y="670"/>
                  </a:cubicBezTo>
                  <a:cubicBezTo>
                    <a:pt x="143" y="669"/>
                    <a:pt x="143" y="668"/>
                    <a:pt x="144" y="667"/>
                  </a:cubicBezTo>
                  <a:cubicBezTo>
                    <a:pt x="146" y="666"/>
                    <a:pt x="146" y="666"/>
                    <a:pt x="145" y="665"/>
                  </a:cubicBezTo>
                  <a:cubicBezTo>
                    <a:pt x="145" y="664"/>
                    <a:pt x="144" y="664"/>
                    <a:pt x="142" y="664"/>
                  </a:cubicBezTo>
                  <a:cubicBezTo>
                    <a:pt x="140" y="663"/>
                    <a:pt x="142" y="663"/>
                    <a:pt x="141" y="662"/>
                  </a:cubicBezTo>
                  <a:cubicBezTo>
                    <a:pt x="141" y="661"/>
                    <a:pt x="140" y="662"/>
                    <a:pt x="138" y="662"/>
                  </a:cubicBezTo>
                  <a:cubicBezTo>
                    <a:pt x="137" y="662"/>
                    <a:pt x="136" y="662"/>
                    <a:pt x="135" y="661"/>
                  </a:cubicBezTo>
                  <a:cubicBezTo>
                    <a:pt x="133" y="661"/>
                    <a:pt x="134" y="661"/>
                    <a:pt x="134" y="660"/>
                  </a:cubicBezTo>
                  <a:cubicBezTo>
                    <a:pt x="133" y="659"/>
                    <a:pt x="134" y="659"/>
                    <a:pt x="135" y="659"/>
                  </a:cubicBezTo>
                  <a:cubicBezTo>
                    <a:pt x="136" y="659"/>
                    <a:pt x="136" y="659"/>
                    <a:pt x="138" y="659"/>
                  </a:cubicBezTo>
                  <a:cubicBezTo>
                    <a:pt x="139" y="659"/>
                    <a:pt x="139" y="659"/>
                    <a:pt x="139" y="658"/>
                  </a:cubicBezTo>
                  <a:cubicBezTo>
                    <a:pt x="140" y="657"/>
                    <a:pt x="140" y="656"/>
                    <a:pt x="140" y="654"/>
                  </a:cubicBezTo>
                  <a:cubicBezTo>
                    <a:pt x="141" y="652"/>
                    <a:pt x="140" y="653"/>
                    <a:pt x="140" y="651"/>
                  </a:cubicBezTo>
                  <a:cubicBezTo>
                    <a:pt x="139" y="650"/>
                    <a:pt x="139" y="650"/>
                    <a:pt x="138" y="650"/>
                  </a:cubicBezTo>
                  <a:cubicBezTo>
                    <a:pt x="137" y="650"/>
                    <a:pt x="136" y="651"/>
                    <a:pt x="135" y="652"/>
                  </a:cubicBezTo>
                  <a:cubicBezTo>
                    <a:pt x="135" y="652"/>
                    <a:pt x="136" y="654"/>
                    <a:pt x="136" y="656"/>
                  </a:cubicBezTo>
                  <a:cubicBezTo>
                    <a:pt x="136" y="657"/>
                    <a:pt x="134" y="656"/>
                    <a:pt x="133" y="656"/>
                  </a:cubicBezTo>
                  <a:cubicBezTo>
                    <a:pt x="132" y="656"/>
                    <a:pt x="132" y="655"/>
                    <a:pt x="132" y="653"/>
                  </a:cubicBezTo>
                  <a:cubicBezTo>
                    <a:pt x="132" y="651"/>
                    <a:pt x="131" y="652"/>
                    <a:pt x="131" y="652"/>
                  </a:cubicBezTo>
                  <a:cubicBezTo>
                    <a:pt x="130" y="652"/>
                    <a:pt x="129" y="653"/>
                    <a:pt x="129" y="654"/>
                  </a:cubicBezTo>
                  <a:cubicBezTo>
                    <a:pt x="128" y="656"/>
                    <a:pt x="129" y="656"/>
                    <a:pt x="129" y="658"/>
                  </a:cubicBezTo>
                  <a:cubicBezTo>
                    <a:pt x="129" y="659"/>
                    <a:pt x="128" y="661"/>
                    <a:pt x="127" y="661"/>
                  </a:cubicBezTo>
                  <a:cubicBezTo>
                    <a:pt x="127" y="660"/>
                    <a:pt x="124" y="661"/>
                    <a:pt x="123" y="661"/>
                  </a:cubicBezTo>
                  <a:cubicBezTo>
                    <a:pt x="121" y="661"/>
                    <a:pt x="122" y="662"/>
                    <a:pt x="123" y="664"/>
                  </a:cubicBezTo>
                  <a:cubicBezTo>
                    <a:pt x="123" y="666"/>
                    <a:pt x="123" y="666"/>
                    <a:pt x="123" y="667"/>
                  </a:cubicBezTo>
                  <a:cubicBezTo>
                    <a:pt x="123" y="668"/>
                    <a:pt x="123" y="670"/>
                    <a:pt x="123" y="672"/>
                  </a:cubicBezTo>
                  <a:cubicBezTo>
                    <a:pt x="123" y="674"/>
                    <a:pt x="125" y="674"/>
                    <a:pt x="126" y="675"/>
                  </a:cubicBezTo>
                  <a:cubicBezTo>
                    <a:pt x="128" y="675"/>
                    <a:pt x="129" y="675"/>
                    <a:pt x="131" y="674"/>
                  </a:cubicBezTo>
                  <a:cubicBezTo>
                    <a:pt x="133" y="673"/>
                    <a:pt x="133" y="672"/>
                    <a:pt x="134" y="672"/>
                  </a:cubicBezTo>
                  <a:cubicBezTo>
                    <a:pt x="136" y="672"/>
                    <a:pt x="137" y="673"/>
                    <a:pt x="138" y="674"/>
                  </a:cubicBezTo>
                  <a:cubicBezTo>
                    <a:pt x="138" y="675"/>
                    <a:pt x="140" y="676"/>
                    <a:pt x="141" y="677"/>
                  </a:cubicBezTo>
                  <a:cubicBezTo>
                    <a:pt x="143" y="678"/>
                    <a:pt x="145" y="679"/>
                    <a:pt x="145" y="681"/>
                  </a:cubicBezTo>
                  <a:cubicBezTo>
                    <a:pt x="145" y="682"/>
                    <a:pt x="145" y="684"/>
                    <a:pt x="145" y="686"/>
                  </a:cubicBezTo>
                  <a:cubicBezTo>
                    <a:pt x="145" y="688"/>
                    <a:pt x="144" y="687"/>
                    <a:pt x="143" y="688"/>
                  </a:cubicBezTo>
                  <a:cubicBezTo>
                    <a:pt x="142" y="689"/>
                    <a:pt x="141" y="689"/>
                    <a:pt x="140" y="689"/>
                  </a:cubicBezTo>
                  <a:cubicBezTo>
                    <a:pt x="139" y="688"/>
                    <a:pt x="139" y="687"/>
                    <a:pt x="139" y="688"/>
                  </a:cubicBezTo>
                  <a:cubicBezTo>
                    <a:pt x="138" y="688"/>
                    <a:pt x="137" y="689"/>
                    <a:pt x="136" y="689"/>
                  </a:cubicBezTo>
                  <a:cubicBezTo>
                    <a:pt x="135" y="689"/>
                    <a:pt x="135" y="691"/>
                    <a:pt x="135" y="691"/>
                  </a:cubicBezTo>
                  <a:cubicBezTo>
                    <a:pt x="135" y="692"/>
                    <a:pt x="135" y="693"/>
                    <a:pt x="136" y="694"/>
                  </a:cubicBezTo>
                  <a:cubicBezTo>
                    <a:pt x="137" y="695"/>
                    <a:pt x="138" y="695"/>
                    <a:pt x="139" y="695"/>
                  </a:cubicBezTo>
                  <a:cubicBezTo>
                    <a:pt x="140" y="695"/>
                    <a:pt x="141" y="695"/>
                    <a:pt x="142" y="695"/>
                  </a:cubicBezTo>
                  <a:cubicBezTo>
                    <a:pt x="143" y="695"/>
                    <a:pt x="143" y="696"/>
                    <a:pt x="143" y="697"/>
                  </a:cubicBezTo>
                  <a:cubicBezTo>
                    <a:pt x="143" y="698"/>
                    <a:pt x="141" y="698"/>
                    <a:pt x="141" y="699"/>
                  </a:cubicBezTo>
                  <a:cubicBezTo>
                    <a:pt x="140" y="700"/>
                    <a:pt x="141" y="700"/>
                    <a:pt x="141" y="701"/>
                  </a:cubicBezTo>
                  <a:cubicBezTo>
                    <a:pt x="142" y="701"/>
                    <a:pt x="143" y="701"/>
                    <a:pt x="144" y="701"/>
                  </a:cubicBezTo>
                  <a:cubicBezTo>
                    <a:pt x="146" y="701"/>
                    <a:pt x="146" y="701"/>
                    <a:pt x="147" y="701"/>
                  </a:cubicBezTo>
                  <a:cubicBezTo>
                    <a:pt x="148" y="701"/>
                    <a:pt x="148" y="700"/>
                    <a:pt x="149" y="698"/>
                  </a:cubicBezTo>
                  <a:cubicBezTo>
                    <a:pt x="149" y="696"/>
                    <a:pt x="149" y="695"/>
                    <a:pt x="150" y="695"/>
                  </a:cubicBezTo>
                  <a:cubicBezTo>
                    <a:pt x="151" y="695"/>
                    <a:pt x="151" y="696"/>
                    <a:pt x="151" y="697"/>
                  </a:cubicBezTo>
                  <a:cubicBezTo>
                    <a:pt x="151" y="697"/>
                    <a:pt x="151" y="699"/>
                    <a:pt x="151" y="700"/>
                  </a:cubicBezTo>
                  <a:cubicBezTo>
                    <a:pt x="151" y="702"/>
                    <a:pt x="152" y="702"/>
                    <a:pt x="153" y="702"/>
                  </a:cubicBezTo>
                  <a:cubicBezTo>
                    <a:pt x="154" y="703"/>
                    <a:pt x="155" y="704"/>
                    <a:pt x="156" y="704"/>
                  </a:cubicBezTo>
                  <a:cubicBezTo>
                    <a:pt x="157" y="705"/>
                    <a:pt x="158" y="705"/>
                    <a:pt x="159" y="705"/>
                  </a:cubicBezTo>
                  <a:cubicBezTo>
                    <a:pt x="160" y="705"/>
                    <a:pt x="160" y="706"/>
                    <a:pt x="159" y="707"/>
                  </a:cubicBezTo>
                  <a:cubicBezTo>
                    <a:pt x="159" y="708"/>
                    <a:pt x="158" y="707"/>
                    <a:pt x="157" y="707"/>
                  </a:cubicBezTo>
                  <a:cubicBezTo>
                    <a:pt x="156" y="707"/>
                    <a:pt x="155" y="707"/>
                    <a:pt x="155" y="708"/>
                  </a:cubicBezTo>
                  <a:cubicBezTo>
                    <a:pt x="155" y="710"/>
                    <a:pt x="157" y="710"/>
                    <a:pt x="157" y="711"/>
                  </a:cubicBezTo>
                  <a:cubicBezTo>
                    <a:pt x="158" y="712"/>
                    <a:pt x="157" y="712"/>
                    <a:pt x="155" y="712"/>
                  </a:cubicBezTo>
                  <a:cubicBezTo>
                    <a:pt x="154" y="713"/>
                    <a:pt x="154" y="713"/>
                    <a:pt x="152" y="713"/>
                  </a:cubicBezTo>
                  <a:cubicBezTo>
                    <a:pt x="150" y="713"/>
                    <a:pt x="151" y="712"/>
                    <a:pt x="149" y="710"/>
                  </a:cubicBezTo>
                  <a:cubicBezTo>
                    <a:pt x="148" y="709"/>
                    <a:pt x="148" y="710"/>
                    <a:pt x="146" y="709"/>
                  </a:cubicBezTo>
                  <a:cubicBezTo>
                    <a:pt x="145" y="708"/>
                    <a:pt x="145" y="708"/>
                    <a:pt x="144" y="708"/>
                  </a:cubicBezTo>
                  <a:cubicBezTo>
                    <a:pt x="142" y="708"/>
                    <a:pt x="141" y="708"/>
                    <a:pt x="140" y="708"/>
                  </a:cubicBezTo>
                  <a:cubicBezTo>
                    <a:pt x="140" y="709"/>
                    <a:pt x="140" y="710"/>
                    <a:pt x="139" y="712"/>
                  </a:cubicBezTo>
                  <a:cubicBezTo>
                    <a:pt x="139" y="714"/>
                    <a:pt x="141" y="715"/>
                    <a:pt x="142" y="716"/>
                  </a:cubicBezTo>
                  <a:cubicBezTo>
                    <a:pt x="142" y="716"/>
                    <a:pt x="143" y="717"/>
                    <a:pt x="145" y="717"/>
                  </a:cubicBezTo>
                  <a:cubicBezTo>
                    <a:pt x="146" y="717"/>
                    <a:pt x="145" y="718"/>
                    <a:pt x="145" y="719"/>
                  </a:cubicBezTo>
                  <a:cubicBezTo>
                    <a:pt x="145" y="720"/>
                    <a:pt x="145" y="722"/>
                    <a:pt x="144" y="722"/>
                  </a:cubicBezTo>
                  <a:cubicBezTo>
                    <a:pt x="143" y="722"/>
                    <a:pt x="142" y="722"/>
                    <a:pt x="141" y="721"/>
                  </a:cubicBezTo>
                  <a:cubicBezTo>
                    <a:pt x="141" y="721"/>
                    <a:pt x="141" y="720"/>
                    <a:pt x="140" y="720"/>
                  </a:cubicBezTo>
                  <a:cubicBezTo>
                    <a:pt x="139" y="719"/>
                    <a:pt x="139" y="720"/>
                    <a:pt x="138" y="720"/>
                  </a:cubicBezTo>
                  <a:cubicBezTo>
                    <a:pt x="137" y="720"/>
                    <a:pt x="136" y="722"/>
                    <a:pt x="136" y="723"/>
                  </a:cubicBezTo>
                  <a:cubicBezTo>
                    <a:pt x="136" y="724"/>
                    <a:pt x="137" y="724"/>
                    <a:pt x="139" y="725"/>
                  </a:cubicBezTo>
                  <a:cubicBezTo>
                    <a:pt x="141" y="726"/>
                    <a:pt x="141" y="725"/>
                    <a:pt x="141" y="726"/>
                  </a:cubicBezTo>
                  <a:cubicBezTo>
                    <a:pt x="142" y="727"/>
                    <a:pt x="141" y="727"/>
                    <a:pt x="139" y="728"/>
                  </a:cubicBezTo>
                  <a:cubicBezTo>
                    <a:pt x="138" y="728"/>
                    <a:pt x="137" y="728"/>
                    <a:pt x="135" y="729"/>
                  </a:cubicBezTo>
                  <a:cubicBezTo>
                    <a:pt x="134" y="730"/>
                    <a:pt x="135" y="731"/>
                    <a:pt x="135" y="733"/>
                  </a:cubicBezTo>
                  <a:cubicBezTo>
                    <a:pt x="134" y="734"/>
                    <a:pt x="136" y="735"/>
                    <a:pt x="136" y="737"/>
                  </a:cubicBezTo>
                  <a:cubicBezTo>
                    <a:pt x="136" y="739"/>
                    <a:pt x="136" y="741"/>
                    <a:pt x="136" y="743"/>
                  </a:cubicBezTo>
                  <a:cubicBezTo>
                    <a:pt x="136" y="745"/>
                    <a:pt x="138" y="744"/>
                    <a:pt x="139" y="743"/>
                  </a:cubicBezTo>
                  <a:cubicBezTo>
                    <a:pt x="140" y="743"/>
                    <a:pt x="139" y="741"/>
                    <a:pt x="140" y="739"/>
                  </a:cubicBezTo>
                  <a:cubicBezTo>
                    <a:pt x="140" y="737"/>
                    <a:pt x="141" y="738"/>
                    <a:pt x="141" y="736"/>
                  </a:cubicBezTo>
                  <a:cubicBezTo>
                    <a:pt x="141" y="734"/>
                    <a:pt x="141" y="734"/>
                    <a:pt x="142" y="733"/>
                  </a:cubicBezTo>
                  <a:cubicBezTo>
                    <a:pt x="142" y="731"/>
                    <a:pt x="147" y="733"/>
                    <a:pt x="147" y="735"/>
                  </a:cubicBezTo>
                  <a:cubicBezTo>
                    <a:pt x="147" y="736"/>
                    <a:pt x="146" y="736"/>
                    <a:pt x="146" y="737"/>
                  </a:cubicBezTo>
                  <a:cubicBezTo>
                    <a:pt x="146" y="738"/>
                    <a:pt x="147" y="739"/>
                    <a:pt x="147" y="741"/>
                  </a:cubicBezTo>
                  <a:cubicBezTo>
                    <a:pt x="147" y="742"/>
                    <a:pt x="146" y="741"/>
                    <a:pt x="145" y="742"/>
                  </a:cubicBezTo>
                  <a:cubicBezTo>
                    <a:pt x="144" y="742"/>
                    <a:pt x="144" y="743"/>
                    <a:pt x="144" y="745"/>
                  </a:cubicBezTo>
                  <a:cubicBezTo>
                    <a:pt x="145" y="747"/>
                    <a:pt x="146" y="746"/>
                    <a:pt x="147" y="747"/>
                  </a:cubicBezTo>
                  <a:cubicBezTo>
                    <a:pt x="148" y="748"/>
                    <a:pt x="149" y="749"/>
                    <a:pt x="149" y="750"/>
                  </a:cubicBezTo>
                  <a:cubicBezTo>
                    <a:pt x="148" y="751"/>
                    <a:pt x="148" y="752"/>
                    <a:pt x="147" y="752"/>
                  </a:cubicBezTo>
                  <a:cubicBezTo>
                    <a:pt x="146" y="752"/>
                    <a:pt x="146" y="753"/>
                    <a:pt x="145" y="752"/>
                  </a:cubicBezTo>
                  <a:cubicBezTo>
                    <a:pt x="144" y="750"/>
                    <a:pt x="144" y="750"/>
                    <a:pt x="143" y="749"/>
                  </a:cubicBezTo>
                  <a:cubicBezTo>
                    <a:pt x="143" y="748"/>
                    <a:pt x="142" y="749"/>
                    <a:pt x="141" y="749"/>
                  </a:cubicBezTo>
                  <a:cubicBezTo>
                    <a:pt x="140" y="749"/>
                    <a:pt x="140" y="750"/>
                    <a:pt x="140" y="751"/>
                  </a:cubicBezTo>
                  <a:cubicBezTo>
                    <a:pt x="140" y="752"/>
                    <a:pt x="140" y="752"/>
                    <a:pt x="141" y="752"/>
                  </a:cubicBezTo>
                  <a:cubicBezTo>
                    <a:pt x="142" y="752"/>
                    <a:pt x="142" y="753"/>
                    <a:pt x="141" y="753"/>
                  </a:cubicBezTo>
                  <a:cubicBezTo>
                    <a:pt x="141" y="754"/>
                    <a:pt x="140" y="754"/>
                    <a:pt x="139" y="754"/>
                  </a:cubicBezTo>
                  <a:cubicBezTo>
                    <a:pt x="138" y="754"/>
                    <a:pt x="138" y="755"/>
                    <a:pt x="138" y="756"/>
                  </a:cubicBezTo>
                  <a:cubicBezTo>
                    <a:pt x="138" y="757"/>
                    <a:pt x="140" y="757"/>
                    <a:pt x="142" y="757"/>
                  </a:cubicBezTo>
                  <a:cubicBezTo>
                    <a:pt x="143" y="757"/>
                    <a:pt x="143" y="756"/>
                    <a:pt x="145" y="756"/>
                  </a:cubicBezTo>
                  <a:cubicBezTo>
                    <a:pt x="146" y="756"/>
                    <a:pt x="145" y="757"/>
                    <a:pt x="145" y="758"/>
                  </a:cubicBezTo>
                  <a:cubicBezTo>
                    <a:pt x="145" y="760"/>
                    <a:pt x="145" y="760"/>
                    <a:pt x="147" y="761"/>
                  </a:cubicBezTo>
                  <a:cubicBezTo>
                    <a:pt x="148" y="762"/>
                    <a:pt x="147" y="763"/>
                    <a:pt x="146" y="763"/>
                  </a:cubicBezTo>
                  <a:cubicBezTo>
                    <a:pt x="146" y="763"/>
                    <a:pt x="144" y="763"/>
                    <a:pt x="143" y="763"/>
                  </a:cubicBezTo>
                  <a:cubicBezTo>
                    <a:pt x="141" y="762"/>
                    <a:pt x="142" y="762"/>
                    <a:pt x="141" y="760"/>
                  </a:cubicBezTo>
                  <a:cubicBezTo>
                    <a:pt x="141" y="759"/>
                    <a:pt x="139" y="760"/>
                    <a:pt x="138" y="760"/>
                  </a:cubicBezTo>
                  <a:cubicBezTo>
                    <a:pt x="138" y="761"/>
                    <a:pt x="139" y="762"/>
                    <a:pt x="140" y="764"/>
                  </a:cubicBezTo>
                  <a:cubicBezTo>
                    <a:pt x="141" y="765"/>
                    <a:pt x="142" y="765"/>
                    <a:pt x="144" y="765"/>
                  </a:cubicBezTo>
                  <a:cubicBezTo>
                    <a:pt x="146" y="765"/>
                    <a:pt x="146" y="766"/>
                    <a:pt x="147" y="767"/>
                  </a:cubicBezTo>
                  <a:cubicBezTo>
                    <a:pt x="148" y="768"/>
                    <a:pt x="147" y="768"/>
                    <a:pt x="145" y="768"/>
                  </a:cubicBezTo>
                  <a:cubicBezTo>
                    <a:pt x="144" y="769"/>
                    <a:pt x="144" y="768"/>
                    <a:pt x="143" y="768"/>
                  </a:cubicBezTo>
                  <a:cubicBezTo>
                    <a:pt x="141" y="768"/>
                    <a:pt x="141" y="768"/>
                    <a:pt x="139" y="768"/>
                  </a:cubicBezTo>
                  <a:cubicBezTo>
                    <a:pt x="138" y="767"/>
                    <a:pt x="138" y="767"/>
                    <a:pt x="137" y="766"/>
                  </a:cubicBezTo>
                  <a:cubicBezTo>
                    <a:pt x="137" y="765"/>
                    <a:pt x="137" y="764"/>
                    <a:pt x="136" y="763"/>
                  </a:cubicBezTo>
                  <a:cubicBezTo>
                    <a:pt x="135" y="763"/>
                    <a:pt x="134" y="764"/>
                    <a:pt x="133" y="765"/>
                  </a:cubicBezTo>
                  <a:cubicBezTo>
                    <a:pt x="132" y="766"/>
                    <a:pt x="133" y="767"/>
                    <a:pt x="134" y="767"/>
                  </a:cubicBezTo>
                  <a:cubicBezTo>
                    <a:pt x="134" y="768"/>
                    <a:pt x="137" y="769"/>
                    <a:pt x="139" y="770"/>
                  </a:cubicBezTo>
                  <a:cubicBezTo>
                    <a:pt x="141" y="770"/>
                    <a:pt x="141" y="770"/>
                    <a:pt x="143" y="770"/>
                  </a:cubicBezTo>
                  <a:cubicBezTo>
                    <a:pt x="144" y="770"/>
                    <a:pt x="144" y="771"/>
                    <a:pt x="144" y="772"/>
                  </a:cubicBezTo>
                  <a:cubicBezTo>
                    <a:pt x="145" y="773"/>
                    <a:pt x="147" y="773"/>
                    <a:pt x="148" y="773"/>
                  </a:cubicBezTo>
                  <a:cubicBezTo>
                    <a:pt x="150" y="772"/>
                    <a:pt x="150" y="772"/>
                    <a:pt x="150" y="771"/>
                  </a:cubicBezTo>
                  <a:cubicBezTo>
                    <a:pt x="151" y="770"/>
                    <a:pt x="152" y="770"/>
                    <a:pt x="153" y="771"/>
                  </a:cubicBezTo>
                  <a:cubicBezTo>
                    <a:pt x="154" y="772"/>
                    <a:pt x="153" y="772"/>
                    <a:pt x="152" y="773"/>
                  </a:cubicBezTo>
                  <a:cubicBezTo>
                    <a:pt x="152" y="773"/>
                    <a:pt x="152" y="774"/>
                    <a:pt x="153" y="776"/>
                  </a:cubicBezTo>
                  <a:cubicBezTo>
                    <a:pt x="153" y="777"/>
                    <a:pt x="155" y="777"/>
                    <a:pt x="155" y="777"/>
                  </a:cubicBezTo>
                  <a:cubicBezTo>
                    <a:pt x="155" y="778"/>
                    <a:pt x="154" y="778"/>
                    <a:pt x="152" y="778"/>
                  </a:cubicBezTo>
                  <a:cubicBezTo>
                    <a:pt x="151" y="778"/>
                    <a:pt x="150" y="779"/>
                    <a:pt x="150" y="781"/>
                  </a:cubicBezTo>
                  <a:cubicBezTo>
                    <a:pt x="150" y="782"/>
                    <a:pt x="149" y="784"/>
                    <a:pt x="149" y="786"/>
                  </a:cubicBezTo>
                  <a:cubicBezTo>
                    <a:pt x="149" y="787"/>
                    <a:pt x="147" y="787"/>
                    <a:pt x="145" y="786"/>
                  </a:cubicBezTo>
                  <a:cubicBezTo>
                    <a:pt x="144" y="786"/>
                    <a:pt x="145" y="785"/>
                    <a:pt x="144" y="784"/>
                  </a:cubicBezTo>
                  <a:cubicBezTo>
                    <a:pt x="143" y="783"/>
                    <a:pt x="141" y="784"/>
                    <a:pt x="140" y="785"/>
                  </a:cubicBezTo>
                  <a:cubicBezTo>
                    <a:pt x="139" y="785"/>
                    <a:pt x="139" y="787"/>
                    <a:pt x="140" y="789"/>
                  </a:cubicBezTo>
                  <a:cubicBezTo>
                    <a:pt x="141" y="791"/>
                    <a:pt x="143" y="789"/>
                    <a:pt x="144" y="790"/>
                  </a:cubicBezTo>
                  <a:cubicBezTo>
                    <a:pt x="146" y="791"/>
                    <a:pt x="146" y="792"/>
                    <a:pt x="147" y="792"/>
                  </a:cubicBezTo>
                  <a:cubicBezTo>
                    <a:pt x="148" y="791"/>
                    <a:pt x="149" y="791"/>
                    <a:pt x="150" y="791"/>
                  </a:cubicBezTo>
                  <a:cubicBezTo>
                    <a:pt x="150" y="791"/>
                    <a:pt x="150" y="792"/>
                    <a:pt x="150" y="794"/>
                  </a:cubicBezTo>
                  <a:cubicBezTo>
                    <a:pt x="150" y="796"/>
                    <a:pt x="151" y="797"/>
                    <a:pt x="151" y="797"/>
                  </a:cubicBezTo>
                  <a:cubicBezTo>
                    <a:pt x="152" y="798"/>
                    <a:pt x="151" y="800"/>
                    <a:pt x="151" y="801"/>
                  </a:cubicBezTo>
                  <a:cubicBezTo>
                    <a:pt x="151" y="802"/>
                    <a:pt x="153" y="804"/>
                    <a:pt x="154" y="805"/>
                  </a:cubicBezTo>
                  <a:cubicBezTo>
                    <a:pt x="155" y="806"/>
                    <a:pt x="154" y="807"/>
                    <a:pt x="153" y="809"/>
                  </a:cubicBezTo>
                  <a:cubicBezTo>
                    <a:pt x="153" y="811"/>
                    <a:pt x="154" y="812"/>
                    <a:pt x="155" y="813"/>
                  </a:cubicBezTo>
                  <a:cubicBezTo>
                    <a:pt x="155" y="814"/>
                    <a:pt x="158" y="814"/>
                    <a:pt x="159" y="814"/>
                  </a:cubicBezTo>
                  <a:cubicBezTo>
                    <a:pt x="159" y="814"/>
                    <a:pt x="160" y="814"/>
                    <a:pt x="160" y="812"/>
                  </a:cubicBezTo>
                  <a:cubicBezTo>
                    <a:pt x="161" y="811"/>
                    <a:pt x="161" y="811"/>
                    <a:pt x="161" y="810"/>
                  </a:cubicBezTo>
                  <a:cubicBezTo>
                    <a:pt x="161" y="809"/>
                    <a:pt x="161" y="808"/>
                    <a:pt x="159" y="807"/>
                  </a:cubicBezTo>
                  <a:cubicBezTo>
                    <a:pt x="158" y="805"/>
                    <a:pt x="159" y="805"/>
                    <a:pt x="159" y="804"/>
                  </a:cubicBezTo>
                  <a:cubicBezTo>
                    <a:pt x="159" y="804"/>
                    <a:pt x="163" y="805"/>
                    <a:pt x="164" y="806"/>
                  </a:cubicBezTo>
                  <a:cubicBezTo>
                    <a:pt x="165" y="806"/>
                    <a:pt x="166" y="807"/>
                    <a:pt x="167" y="808"/>
                  </a:cubicBezTo>
                  <a:cubicBezTo>
                    <a:pt x="167" y="808"/>
                    <a:pt x="168" y="809"/>
                    <a:pt x="169" y="809"/>
                  </a:cubicBezTo>
                  <a:cubicBezTo>
                    <a:pt x="170" y="808"/>
                    <a:pt x="170" y="808"/>
                    <a:pt x="170" y="807"/>
                  </a:cubicBezTo>
                  <a:cubicBezTo>
                    <a:pt x="169" y="806"/>
                    <a:pt x="168" y="806"/>
                    <a:pt x="166" y="805"/>
                  </a:cubicBezTo>
                  <a:cubicBezTo>
                    <a:pt x="165" y="803"/>
                    <a:pt x="164" y="804"/>
                    <a:pt x="162" y="803"/>
                  </a:cubicBezTo>
                  <a:cubicBezTo>
                    <a:pt x="161" y="802"/>
                    <a:pt x="160" y="802"/>
                    <a:pt x="159" y="800"/>
                  </a:cubicBezTo>
                  <a:cubicBezTo>
                    <a:pt x="158" y="799"/>
                    <a:pt x="160" y="799"/>
                    <a:pt x="160" y="798"/>
                  </a:cubicBezTo>
                  <a:cubicBezTo>
                    <a:pt x="160" y="798"/>
                    <a:pt x="162" y="798"/>
                    <a:pt x="163" y="798"/>
                  </a:cubicBezTo>
                  <a:cubicBezTo>
                    <a:pt x="163" y="798"/>
                    <a:pt x="167" y="800"/>
                    <a:pt x="167" y="800"/>
                  </a:cubicBezTo>
                  <a:cubicBezTo>
                    <a:pt x="167" y="800"/>
                    <a:pt x="170" y="802"/>
                    <a:pt x="170" y="802"/>
                  </a:cubicBezTo>
                  <a:cubicBezTo>
                    <a:pt x="170" y="803"/>
                    <a:pt x="172" y="804"/>
                    <a:pt x="172" y="805"/>
                  </a:cubicBezTo>
                  <a:cubicBezTo>
                    <a:pt x="173" y="806"/>
                    <a:pt x="175" y="807"/>
                    <a:pt x="175" y="808"/>
                  </a:cubicBezTo>
                  <a:cubicBezTo>
                    <a:pt x="176" y="809"/>
                    <a:pt x="176" y="810"/>
                    <a:pt x="176" y="811"/>
                  </a:cubicBezTo>
                  <a:cubicBezTo>
                    <a:pt x="176" y="811"/>
                    <a:pt x="175" y="812"/>
                    <a:pt x="174" y="813"/>
                  </a:cubicBezTo>
                  <a:cubicBezTo>
                    <a:pt x="173" y="814"/>
                    <a:pt x="173" y="815"/>
                    <a:pt x="174" y="817"/>
                  </a:cubicBezTo>
                  <a:cubicBezTo>
                    <a:pt x="174" y="819"/>
                    <a:pt x="175" y="819"/>
                    <a:pt x="175" y="821"/>
                  </a:cubicBezTo>
                  <a:cubicBezTo>
                    <a:pt x="175" y="823"/>
                    <a:pt x="174" y="823"/>
                    <a:pt x="173" y="824"/>
                  </a:cubicBezTo>
                  <a:cubicBezTo>
                    <a:pt x="171" y="825"/>
                    <a:pt x="170" y="826"/>
                    <a:pt x="168" y="827"/>
                  </a:cubicBezTo>
                  <a:cubicBezTo>
                    <a:pt x="167" y="828"/>
                    <a:pt x="168" y="828"/>
                    <a:pt x="169" y="829"/>
                  </a:cubicBezTo>
                  <a:cubicBezTo>
                    <a:pt x="169" y="830"/>
                    <a:pt x="171" y="830"/>
                    <a:pt x="173" y="829"/>
                  </a:cubicBezTo>
                  <a:cubicBezTo>
                    <a:pt x="175" y="828"/>
                    <a:pt x="177" y="828"/>
                    <a:pt x="177" y="828"/>
                  </a:cubicBezTo>
                  <a:cubicBezTo>
                    <a:pt x="177" y="829"/>
                    <a:pt x="177" y="830"/>
                    <a:pt x="178" y="831"/>
                  </a:cubicBezTo>
                  <a:cubicBezTo>
                    <a:pt x="178" y="832"/>
                    <a:pt x="181" y="832"/>
                    <a:pt x="183" y="832"/>
                  </a:cubicBezTo>
                  <a:cubicBezTo>
                    <a:pt x="185" y="832"/>
                    <a:pt x="189" y="832"/>
                    <a:pt x="190" y="831"/>
                  </a:cubicBezTo>
                  <a:cubicBezTo>
                    <a:pt x="192" y="831"/>
                    <a:pt x="195" y="831"/>
                    <a:pt x="196" y="832"/>
                  </a:cubicBezTo>
                  <a:cubicBezTo>
                    <a:pt x="197" y="832"/>
                    <a:pt x="196" y="833"/>
                    <a:pt x="193" y="833"/>
                  </a:cubicBezTo>
                  <a:cubicBezTo>
                    <a:pt x="191" y="834"/>
                    <a:pt x="190" y="834"/>
                    <a:pt x="188" y="834"/>
                  </a:cubicBezTo>
                  <a:cubicBezTo>
                    <a:pt x="187" y="834"/>
                    <a:pt x="186" y="834"/>
                    <a:pt x="184" y="833"/>
                  </a:cubicBezTo>
                  <a:cubicBezTo>
                    <a:pt x="183" y="833"/>
                    <a:pt x="182" y="834"/>
                    <a:pt x="181" y="834"/>
                  </a:cubicBezTo>
                  <a:cubicBezTo>
                    <a:pt x="179" y="834"/>
                    <a:pt x="179" y="836"/>
                    <a:pt x="178" y="837"/>
                  </a:cubicBezTo>
                  <a:cubicBezTo>
                    <a:pt x="177" y="838"/>
                    <a:pt x="176" y="838"/>
                    <a:pt x="175" y="838"/>
                  </a:cubicBezTo>
                  <a:cubicBezTo>
                    <a:pt x="174" y="838"/>
                    <a:pt x="173" y="838"/>
                    <a:pt x="172" y="839"/>
                  </a:cubicBezTo>
                  <a:cubicBezTo>
                    <a:pt x="172" y="839"/>
                    <a:pt x="171" y="838"/>
                    <a:pt x="169" y="838"/>
                  </a:cubicBezTo>
                  <a:cubicBezTo>
                    <a:pt x="166" y="838"/>
                    <a:pt x="167" y="840"/>
                    <a:pt x="168" y="842"/>
                  </a:cubicBezTo>
                  <a:cubicBezTo>
                    <a:pt x="168" y="845"/>
                    <a:pt x="167" y="845"/>
                    <a:pt x="168" y="846"/>
                  </a:cubicBezTo>
                  <a:cubicBezTo>
                    <a:pt x="169" y="848"/>
                    <a:pt x="171" y="850"/>
                    <a:pt x="172" y="850"/>
                  </a:cubicBezTo>
                  <a:cubicBezTo>
                    <a:pt x="173" y="851"/>
                    <a:pt x="174" y="850"/>
                    <a:pt x="174" y="849"/>
                  </a:cubicBezTo>
                  <a:cubicBezTo>
                    <a:pt x="174" y="848"/>
                    <a:pt x="174" y="849"/>
                    <a:pt x="175" y="848"/>
                  </a:cubicBezTo>
                  <a:cubicBezTo>
                    <a:pt x="176" y="847"/>
                    <a:pt x="175" y="847"/>
                    <a:pt x="175" y="846"/>
                  </a:cubicBezTo>
                  <a:cubicBezTo>
                    <a:pt x="175" y="845"/>
                    <a:pt x="176" y="844"/>
                    <a:pt x="177" y="844"/>
                  </a:cubicBezTo>
                  <a:cubicBezTo>
                    <a:pt x="178" y="844"/>
                    <a:pt x="180" y="844"/>
                    <a:pt x="180" y="844"/>
                  </a:cubicBezTo>
                  <a:cubicBezTo>
                    <a:pt x="181" y="844"/>
                    <a:pt x="184" y="844"/>
                    <a:pt x="186" y="844"/>
                  </a:cubicBezTo>
                  <a:cubicBezTo>
                    <a:pt x="188" y="844"/>
                    <a:pt x="189" y="844"/>
                    <a:pt x="190" y="842"/>
                  </a:cubicBezTo>
                  <a:cubicBezTo>
                    <a:pt x="190" y="841"/>
                    <a:pt x="193" y="840"/>
                    <a:pt x="194" y="839"/>
                  </a:cubicBezTo>
                  <a:cubicBezTo>
                    <a:pt x="196" y="838"/>
                    <a:pt x="198" y="838"/>
                    <a:pt x="200" y="838"/>
                  </a:cubicBezTo>
                  <a:cubicBezTo>
                    <a:pt x="203" y="838"/>
                    <a:pt x="201" y="839"/>
                    <a:pt x="201" y="841"/>
                  </a:cubicBezTo>
                  <a:cubicBezTo>
                    <a:pt x="201" y="842"/>
                    <a:pt x="200" y="842"/>
                    <a:pt x="198" y="844"/>
                  </a:cubicBezTo>
                  <a:cubicBezTo>
                    <a:pt x="196" y="847"/>
                    <a:pt x="197" y="846"/>
                    <a:pt x="195" y="847"/>
                  </a:cubicBezTo>
                  <a:cubicBezTo>
                    <a:pt x="193" y="847"/>
                    <a:pt x="192" y="848"/>
                    <a:pt x="191" y="849"/>
                  </a:cubicBezTo>
                  <a:cubicBezTo>
                    <a:pt x="190" y="849"/>
                    <a:pt x="190" y="851"/>
                    <a:pt x="190" y="852"/>
                  </a:cubicBezTo>
                  <a:cubicBezTo>
                    <a:pt x="189" y="853"/>
                    <a:pt x="189" y="855"/>
                    <a:pt x="188" y="857"/>
                  </a:cubicBezTo>
                  <a:cubicBezTo>
                    <a:pt x="188" y="858"/>
                    <a:pt x="187" y="857"/>
                    <a:pt x="186" y="856"/>
                  </a:cubicBezTo>
                  <a:cubicBezTo>
                    <a:pt x="185" y="856"/>
                    <a:pt x="187" y="854"/>
                    <a:pt x="188" y="853"/>
                  </a:cubicBezTo>
                  <a:cubicBezTo>
                    <a:pt x="188" y="851"/>
                    <a:pt x="188" y="851"/>
                    <a:pt x="187" y="849"/>
                  </a:cubicBezTo>
                  <a:cubicBezTo>
                    <a:pt x="186" y="848"/>
                    <a:pt x="186" y="850"/>
                    <a:pt x="185" y="851"/>
                  </a:cubicBezTo>
                  <a:cubicBezTo>
                    <a:pt x="185" y="853"/>
                    <a:pt x="184" y="853"/>
                    <a:pt x="182" y="854"/>
                  </a:cubicBezTo>
                  <a:cubicBezTo>
                    <a:pt x="181" y="854"/>
                    <a:pt x="180" y="854"/>
                    <a:pt x="179" y="855"/>
                  </a:cubicBezTo>
                  <a:cubicBezTo>
                    <a:pt x="178" y="855"/>
                    <a:pt x="178" y="856"/>
                    <a:pt x="179" y="857"/>
                  </a:cubicBezTo>
                  <a:cubicBezTo>
                    <a:pt x="180" y="859"/>
                    <a:pt x="182" y="860"/>
                    <a:pt x="183" y="860"/>
                  </a:cubicBezTo>
                  <a:cubicBezTo>
                    <a:pt x="185" y="861"/>
                    <a:pt x="187" y="861"/>
                    <a:pt x="189" y="862"/>
                  </a:cubicBezTo>
                  <a:cubicBezTo>
                    <a:pt x="192" y="863"/>
                    <a:pt x="195" y="865"/>
                    <a:pt x="197" y="865"/>
                  </a:cubicBezTo>
                  <a:cubicBezTo>
                    <a:pt x="199" y="866"/>
                    <a:pt x="202" y="865"/>
                    <a:pt x="203" y="864"/>
                  </a:cubicBezTo>
                  <a:cubicBezTo>
                    <a:pt x="205" y="863"/>
                    <a:pt x="205" y="862"/>
                    <a:pt x="206" y="860"/>
                  </a:cubicBezTo>
                  <a:cubicBezTo>
                    <a:pt x="206" y="859"/>
                    <a:pt x="206" y="856"/>
                    <a:pt x="206" y="854"/>
                  </a:cubicBezTo>
                  <a:cubicBezTo>
                    <a:pt x="207" y="852"/>
                    <a:pt x="206" y="852"/>
                    <a:pt x="206" y="849"/>
                  </a:cubicBezTo>
                  <a:cubicBezTo>
                    <a:pt x="206" y="847"/>
                    <a:pt x="207" y="846"/>
                    <a:pt x="208" y="845"/>
                  </a:cubicBezTo>
                  <a:cubicBezTo>
                    <a:pt x="209" y="844"/>
                    <a:pt x="209" y="841"/>
                    <a:pt x="209" y="840"/>
                  </a:cubicBezTo>
                  <a:cubicBezTo>
                    <a:pt x="209" y="839"/>
                    <a:pt x="209" y="838"/>
                    <a:pt x="210" y="836"/>
                  </a:cubicBezTo>
                  <a:cubicBezTo>
                    <a:pt x="210" y="834"/>
                    <a:pt x="211" y="834"/>
                    <a:pt x="213" y="833"/>
                  </a:cubicBezTo>
                  <a:cubicBezTo>
                    <a:pt x="214" y="832"/>
                    <a:pt x="219" y="830"/>
                    <a:pt x="221" y="830"/>
                  </a:cubicBezTo>
                  <a:cubicBezTo>
                    <a:pt x="224" y="830"/>
                    <a:pt x="229" y="828"/>
                    <a:pt x="231" y="827"/>
                  </a:cubicBezTo>
                  <a:cubicBezTo>
                    <a:pt x="233" y="827"/>
                    <a:pt x="235" y="826"/>
                    <a:pt x="236" y="825"/>
                  </a:cubicBezTo>
                  <a:cubicBezTo>
                    <a:pt x="237" y="825"/>
                    <a:pt x="239" y="823"/>
                    <a:pt x="240" y="822"/>
                  </a:cubicBezTo>
                  <a:cubicBezTo>
                    <a:pt x="241" y="821"/>
                    <a:pt x="245" y="821"/>
                    <a:pt x="246" y="821"/>
                  </a:cubicBezTo>
                  <a:cubicBezTo>
                    <a:pt x="248" y="821"/>
                    <a:pt x="253" y="823"/>
                    <a:pt x="254" y="823"/>
                  </a:cubicBezTo>
                  <a:cubicBezTo>
                    <a:pt x="254" y="823"/>
                    <a:pt x="254" y="823"/>
                    <a:pt x="254" y="823"/>
                  </a:cubicBezTo>
                  <a:close/>
                  <a:moveTo>
                    <a:pt x="43" y="352"/>
                  </a:moveTo>
                  <a:cubicBezTo>
                    <a:pt x="44" y="352"/>
                    <a:pt x="45" y="351"/>
                    <a:pt x="46" y="352"/>
                  </a:cubicBezTo>
                  <a:cubicBezTo>
                    <a:pt x="46" y="353"/>
                    <a:pt x="47" y="353"/>
                    <a:pt x="45" y="355"/>
                  </a:cubicBezTo>
                  <a:cubicBezTo>
                    <a:pt x="43" y="356"/>
                    <a:pt x="41" y="356"/>
                    <a:pt x="40" y="355"/>
                  </a:cubicBezTo>
                  <a:cubicBezTo>
                    <a:pt x="39" y="354"/>
                    <a:pt x="40" y="353"/>
                    <a:pt x="43" y="352"/>
                  </a:cubicBezTo>
                  <a:close/>
                  <a:moveTo>
                    <a:pt x="1" y="355"/>
                  </a:moveTo>
                  <a:cubicBezTo>
                    <a:pt x="0" y="356"/>
                    <a:pt x="1" y="358"/>
                    <a:pt x="2" y="358"/>
                  </a:cubicBezTo>
                  <a:cubicBezTo>
                    <a:pt x="3" y="357"/>
                    <a:pt x="4" y="357"/>
                    <a:pt x="4" y="355"/>
                  </a:cubicBezTo>
                  <a:cubicBezTo>
                    <a:pt x="4" y="353"/>
                    <a:pt x="1" y="353"/>
                    <a:pt x="1" y="355"/>
                  </a:cubicBezTo>
                  <a:close/>
                  <a:moveTo>
                    <a:pt x="142" y="553"/>
                  </a:moveTo>
                  <a:cubicBezTo>
                    <a:pt x="140" y="556"/>
                    <a:pt x="139" y="555"/>
                    <a:pt x="139" y="560"/>
                  </a:cubicBezTo>
                  <a:cubicBezTo>
                    <a:pt x="139" y="565"/>
                    <a:pt x="139" y="567"/>
                    <a:pt x="140" y="570"/>
                  </a:cubicBezTo>
                  <a:cubicBezTo>
                    <a:pt x="140" y="574"/>
                    <a:pt x="141" y="575"/>
                    <a:pt x="140" y="577"/>
                  </a:cubicBezTo>
                  <a:cubicBezTo>
                    <a:pt x="139" y="580"/>
                    <a:pt x="133" y="582"/>
                    <a:pt x="135" y="584"/>
                  </a:cubicBezTo>
                  <a:cubicBezTo>
                    <a:pt x="138" y="586"/>
                    <a:pt x="139" y="586"/>
                    <a:pt x="142" y="586"/>
                  </a:cubicBezTo>
                  <a:cubicBezTo>
                    <a:pt x="144" y="587"/>
                    <a:pt x="144" y="588"/>
                    <a:pt x="146" y="588"/>
                  </a:cubicBezTo>
                  <a:cubicBezTo>
                    <a:pt x="149" y="588"/>
                    <a:pt x="150" y="587"/>
                    <a:pt x="149" y="585"/>
                  </a:cubicBezTo>
                  <a:cubicBezTo>
                    <a:pt x="149" y="583"/>
                    <a:pt x="147" y="581"/>
                    <a:pt x="150" y="581"/>
                  </a:cubicBezTo>
                  <a:cubicBezTo>
                    <a:pt x="153" y="581"/>
                    <a:pt x="155" y="580"/>
                    <a:pt x="154" y="579"/>
                  </a:cubicBezTo>
                  <a:cubicBezTo>
                    <a:pt x="153" y="577"/>
                    <a:pt x="149" y="577"/>
                    <a:pt x="150" y="575"/>
                  </a:cubicBezTo>
                  <a:cubicBezTo>
                    <a:pt x="152" y="574"/>
                    <a:pt x="153" y="576"/>
                    <a:pt x="153" y="573"/>
                  </a:cubicBezTo>
                  <a:cubicBezTo>
                    <a:pt x="153" y="571"/>
                    <a:pt x="153" y="571"/>
                    <a:pt x="150" y="570"/>
                  </a:cubicBezTo>
                  <a:cubicBezTo>
                    <a:pt x="148" y="568"/>
                    <a:pt x="146" y="566"/>
                    <a:pt x="148" y="565"/>
                  </a:cubicBezTo>
                  <a:cubicBezTo>
                    <a:pt x="150" y="565"/>
                    <a:pt x="151" y="567"/>
                    <a:pt x="151" y="564"/>
                  </a:cubicBezTo>
                  <a:cubicBezTo>
                    <a:pt x="151" y="561"/>
                    <a:pt x="152" y="562"/>
                    <a:pt x="154" y="560"/>
                  </a:cubicBezTo>
                  <a:cubicBezTo>
                    <a:pt x="156" y="559"/>
                    <a:pt x="157" y="558"/>
                    <a:pt x="155" y="556"/>
                  </a:cubicBezTo>
                  <a:cubicBezTo>
                    <a:pt x="153" y="554"/>
                    <a:pt x="152" y="553"/>
                    <a:pt x="152" y="552"/>
                  </a:cubicBezTo>
                  <a:cubicBezTo>
                    <a:pt x="152" y="550"/>
                    <a:pt x="150" y="550"/>
                    <a:pt x="149" y="551"/>
                  </a:cubicBezTo>
                  <a:cubicBezTo>
                    <a:pt x="148" y="552"/>
                    <a:pt x="147" y="551"/>
                    <a:pt x="146" y="550"/>
                  </a:cubicBezTo>
                  <a:cubicBezTo>
                    <a:pt x="145" y="550"/>
                    <a:pt x="143" y="551"/>
                    <a:pt x="142" y="553"/>
                  </a:cubicBezTo>
                  <a:close/>
                  <a:moveTo>
                    <a:pt x="161" y="614"/>
                  </a:moveTo>
                  <a:cubicBezTo>
                    <a:pt x="160" y="615"/>
                    <a:pt x="160" y="615"/>
                    <a:pt x="160" y="616"/>
                  </a:cubicBezTo>
                  <a:cubicBezTo>
                    <a:pt x="161" y="617"/>
                    <a:pt x="161" y="617"/>
                    <a:pt x="160" y="618"/>
                  </a:cubicBezTo>
                  <a:cubicBezTo>
                    <a:pt x="159" y="618"/>
                    <a:pt x="158" y="618"/>
                    <a:pt x="158" y="618"/>
                  </a:cubicBezTo>
                  <a:cubicBezTo>
                    <a:pt x="157" y="618"/>
                    <a:pt x="156" y="618"/>
                    <a:pt x="157" y="619"/>
                  </a:cubicBezTo>
                  <a:cubicBezTo>
                    <a:pt x="158" y="620"/>
                    <a:pt x="158" y="620"/>
                    <a:pt x="159" y="621"/>
                  </a:cubicBezTo>
                  <a:cubicBezTo>
                    <a:pt x="159" y="622"/>
                    <a:pt x="160" y="622"/>
                    <a:pt x="159" y="622"/>
                  </a:cubicBezTo>
                  <a:cubicBezTo>
                    <a:pt x="159" y="623"/>
                    <a:pt x="157" y="623"/>
                    <a:pt x="159" y="625"/>
                  </a:cubicBezTo>
                  <a:cubicBezTo>
                    <a:pt x="160" y="626"/>
                    <a:pt x="163" y="623"/>
                    <a:pt x="164" y="622"/>
                  </a:cubicBezTo>
                  <a:cubicBezTo>
                    <a:pt x="165" y="622"/>
                    <a:pt x="165" y="621"/>
                    <a:pt x="165" y="620"/>
                  </a:cubicBezTo>
                  <a:cubicBezTo>
                    <a:pt x="166" y="619"/>
                    <a:pt x="167" y="619"/>
                    <a:pt x="167" y="618"/>
                  </a:cubicBezTo>
                  <a:cubicBezTo>
                    <a:pt x="168" y="617"/>
                    <a:pt x="168" y="617"/>
                    <a:pt x="167" y="617"/>
                  </a:cubicBezTo>
                  <a:cubicBezTo>
                    <a:pt x="165" y="617"/>
                    <a:pt x="164" y="617"/>
                    <a:pt x="164" y="616"/>
                  </a:cubicBezTo>
                  <a:cubicBezTo>
                    <a:pt x="164" y="614"/>
                    <a:pt x="162" y="614"/>
                    <a:pt x="161" y="614"/>
                  </a:cubicBezTo>
                  <a:close/>
                  <a:moveTo>
                    <a:pt x="139" y="619"/>
                  </a:moveTo>
                  <a:cubicBezTo>
                    <a:pt x="141" y="618"/>
                    <a:pt x="144" y="620"/>
                    <a:pt x="144" y="622"/>
                  </a:cubicBezTo>
                  <a:cubicBezTo>
                    <a:pt x="144" y="623"/>
                    <a:pt x="144" y="623"/>
                    <a:pt x="142" y="622"/>
                  </a:cubicBezTo>
                  <a:cubicBezTo>
                    <a:pt x="141" y="622"/>
                    <a:pt x="141" y="623"/>
                    <a:pt x="140" y="623"/>
                  </a:cubicBezTo>
                  <a:cubicBezTo>
                    <a:pt x="138" y="624"/>
                    <a:pt x="137" y="623"/>
                    <a:pt x="137" y="622"/>
                  </a:cubicBezTo>
                  <a:cubicBezTo>
                    <a:pt x="136" y="620"/>
                    <a:pt x="137" y="620"/>
                    <a:pt x="139" y="619"/>
                  </a:cubicBezTo>
                  <a:close/>
                  <a:moveTo>
                    <a:pt x="148" y="618"/>
                  </a:moveTo>
                  <a:cubicBezTo>
                    <a:pt x="150" y="617"/>
                    <a:pt x="151" y="619"/>
                    <a:pt x="150" y="621"/>
                  </a:cubicBezTo>
                  <a:cubicBezTo>
                    <a:pt x="150" y="622"/>
                    <a:pt x="149" y="621"/>
                    <a:pt x="148" y="620"/>
                  </a:cubicBezTo>
                  <a:cubicBezTo>
                    <a:pt x="147" y="620"/>
                    <a:pt x="148" y="619"/>
                    <a:pt x="148" y="618"/>
                  </a:cubicBezTo>
                  <a:close/>
                  <a:moveTo>
                    <a:pt x="144" y="607"/>
                  </a:moveTo>
                  <a:cubicBezTo>
                    <a:pt x="144" y="606"/>
                    <a:pt x="148" y="608"/>
                    <a:pt x="147" y="609"/>
                  </a:cubicBezTo>
                  <a:cubicBezTo>
                    <a:pt x="146" y="611"/>
                    <a:pt x="145" y="611"/>
                    <a:pt x="144" y="611"/>
                  </a:cubicBezTo>
                  <a:cubicBezTo>
                    <a:pt x="142" y="611"/>
                    <a:pt x="143" y="609"/>
                    <a:pt x="144" y="607"/>
                  </a:cubicBezTo>
                  <a:close/>
                  <a:moveTo>
                    <a:pt x="143" y="598"/>
                  </a:moveTo>
                  <a:cubicBezTo>
                    <a:pt x="146" y="597"/>
                    <a:pt x="148" y="599"/>
                    <a:pt x="147" y="600"/>
                  </a:cubicBezTo>
                  <a:cubicBezTo>
                    <a:pt x="147" y="602"/>
                    <a:pt x="144" y="600"/>
                    <a:pt x="143" y="600"/>
                  </a:cubicBezTo>
                  <a:cubicBezTo>
                    <a:pt x="141" y="599"/>
                    <a:pt x="143" y="599"/>
                    <a:pt x="143" y="598"/>
                  </a:cubicBezTo>
                  <a:close/>
                  <a:moveTo>
                    <a:pt x="128" y="592"/>
                  </a:moveTo>
                  <a:cubicBezTo>
                    <a:pt x="130" y="591"/>
                    <a:pt x="132" y="594"/>
                    <a:pt x="130" y="594"/>
                  </a:cubicBezTo>
                  <a:cubicBezTo>
                    <a:pt x="129" y="595"/>
                    <a:pt x="128" y="595"/>
                    <a:pt x="127" y="593"/>
                  </a:cubicBezTo>
                  <a:cubicBezTo>
                    <a:pt x="126" y="592"/>
                    <a:pt x="127" y="593"/>
                    <a:pt x="128" y="592"/>
                  </a:cubicBezTo>
                  <a:close/>
                  <a:moveTo>
                    <a:pt x="145" y="630"/>
                  </a:moveTo>
                  <a:cubicBezTo>
                    <a:pt x="146" y="630"/>
                    <a:pt x="148" y="631"/>
                    <a:pt x="149" y="632"/>
                  </a:cubicBezTo>
                  <a:cubicBezTo>
                    <a:pt x="149" y="633"/>
                    <a:pt x="150" y="633"/>
                    <a:pt x="150" y="634"/>
                  </a:cubicBezTo>
                  <a:cubicBezTo>
                    <a:pt x="150" y="635"/>
                    <a:pt x="149" y="635"/>
                    <a:pt x="148" y="635"/>
                  </a:cubicBezTo>
                  <a:cubicBezTo>
                    <a:pt x="147" y="635"/>
                    <a:pt x="146" y="633"/>
                    <a:pt x="145" y="633"/>
                  </a:cubicBezTo>
                  <a:cubicBezTo>
                    <a:pt x="143" y="633"/>
                    <a:pt x="143" y="633"/>
                    <a:pt x="142" y="631"/>
                  </a:cubicBezTo>
                  <a:cubicBezTo>
                    <a:pt x="142" y="630"/>
                    <a:pt x="143" y="630"/>
                    <a:pt x="145" y="630"/>
                  </a:cubicBezTo>
                  <a:close/>
                  <a:moveTo>
                    <a:pt x="149" y="642"/>
                  </a:moveTo>
                  <a:cubicBezTo>
                    <a:pt x="150" y="641"/>
                    <a:pt x="151" y="641"/>
                    <a:pt x="151" y="642"/>
                  </a:cubicBezTo>
                  <a:cubicBezTo>
                    <a:pt x="151" y="643"/>
                    <a:pt x="150" y="644"/>
                    <a:pt x="151" y="646"/>
                  </a:cubicBezTo>
                  <a:cubicBezTo>
                    <a:pt x="151" y="648"/>
                    <a:pt x="151" y="647"/>
                    <a:pt x="150" y="648"/>
                  </a:cubicBezTo>
                  <a:cubicBezTo>
                    <a:pt x="148" y="648"/>
                    <a:pt x="148" y="647"/>
                    <a:pt x="148" y="645"/>
                  </a:cubicBezTo>
                  <a:cubicBezTo>
                    <a:pt x="148" y="642"/>
                    <a:pt x="149" y="644"/>
                    <a:pt x="149" y="642"/>
                  </a:cubicBezTo>
                  <a:close/>
                  <a:moveTo>
                    <a:pt x="142" y="641"/>
                  </a:moveTo>
                  <a:cubicBezTo>
                    <a:pt x="143" y="639"/>
                    <a:pt x="146" y="641"/>
                    <a:pt x="146" y="642"/>
                  </a:cubicBezTo>
                  <a:cubicBezTo>
                    <a:pt x="145" y="643"/>
                    <a:pt x="144" y="644"/>
                    <a:pt x="142" y="643"/>
                  </a:cubicBezTo>
                  <a:cubicBezTo>
                    <a:pt x="141" y="642"/>
                    <a:pt x="142" y="642"/>
                    <a:pt x="142" y="641"/>
                  </a:cubicBezTo>
                  <a:close/>
                  <a:moveTo>
                    <a:pt x="136" y="643"/>
                  </a:moveTo>
                  <a:cubicBezTo>
                    <a:pt x="137" y="641"/>
                    <a:pt x="138" y="642"/>
                    <a:pt x="138" y="644"/>
                  </a:cubicBezTo>
                  <a:cubicBezTo>
                    <a:pt x="138" y="645"/>
                    <a:pt x="137" y="645"/>
                    <a:pt x="137" y="646"/>
                  </a:cubicBezTo>
                  <a:cubicBezTo>
                    <a:pt x="137" y="648"/>
                    <a:pt x="135" y="647"/>
                    <a:pt x="133" y="647"/>
                  </a:cubicBezTo>
                  <a:cubicBezTo>
                    <a:pt x="132" y="647"/>
                    <a:pt x="133" y="646"/>
                    <a:pt x="133" y="645"/>
                  </a:cubicBezTo>
                  <a:cubicBezTo>
                    <a:pt x="134" y="644"/>
                    <a:pt x="135" y="644"/>
                    <a:pt x="136" y="643"/>
                  </a:cubicBezTo>
                  <a:close/>
                  <a:moveTo>
                    <a:pt x="125" y="650"/>
                  </a:moveTo>
                  <a:cubicBezTo>
                    <a:pt x="127" y="648"/>
                    <a:pt x="128" y="648"/>
                    <a:pt x="128" y="650"/>
                  </a:cubicBezTo>
                  <a:cubicBezTo>
                    <a:pt x="128" y="651"/>
                    <a:pt x="126" y="652"/>
                    <a:pt x="125" y="652"/>
                  </a:cubicBezTo>
                  <a:cubicBezTo>
                    <a:pt x="124" y="652"/>
                    <a:pt x="125" y="650"/>
                    <a:pt x="125" y="650"/>
                  </a:cubicBezTo>
                  <a:close/>
                  <a:moveTo>
                    <a:pt x="145" y="658"/>
                  </a:moveTo>
                  <a:cubicBezTo>
                    <a:pt x="147" y="657"/>
                    <a:pt x="148" y="658"/>
                    <a:pt x="148" y="659"/>
                  </a:cubicBezTo>
                  <a:cubicBezTo>
                    <a:pt x="149" y="660"/>
                    <a:pt x="148" y="660"/>
                    <a:pt x="148" y="661"/>
                  </a:cubicBezTo>
                  <a:cubicBezTo>
                    <a:pt x="148" y="663"/>
                    <a:pt x="146" y="662"/>
                    <a:pt x="144" y="661"/>
                  </a:cubicBezTo>
                  <a:cubicBezTo>
                    <a:pt x="143" y="659"/>
                    <a:pt x="144" y="659"/>
                    <a:pt x="145" y="658"/>
                  </a:cubicBezTo>
                  <a:close/>
                  <a:moveTo>
                    <a:pt x="135" y="634"/>
                  </a:moveTo>
                  <a:cubicBezTo>
                    <a:pt x="135" y="632"/>
                    <a:pt x="137" y="636"/>
                    <a:pt x="137" y="637"/>
                  </a:cubicBezTo>
                  <a:cubicBezTo>
                    <a:pt x="136" y="638"/>
                    <a:pt x="136" y="638"/>
                    <a:pt x="135" y="638"/>
                  </a:cubicBezTo>
                  <a:cubicBezTo>
                    <a:pt x="133" y="638"/>
                    <a:pt x="134" y="637"/>
                    <a:pt x="134" y="636"/>
                  </a:cubicBezTo>
                  <a:cubicBezTo>
                    <a:pt x="134" y="635"/>
                    <a:pt x="135" y="636"/>
                    <a:pt x="135" y="634"/>
                  </a:cubicBezTo>
                  <a:close/>
                  <a:moveTo>
                    <a:pt x="115" y="666"/>
                  </a:moveTo>
                  <a:cubicBezTo>
                    <a:pt x="117" y="663"/>
                    <a:pt x="120" y="663"/>
                    <a:pt x="121" y="665"/>
                  </a:cubicBezTo>
                  <a:cubicBezTo>
                    <a:pt x="122" y="666"/>
                    <a:pt x="120" y="667"/>
                    <a:pt x="120" y="668"/>
                  </a:cubicBezTo>
                  <a:cubicBezTo>
                    <a:pt x="120" y="670"/>
                    <a:pt x="119" y="669"/>
                    <a:pt x="116" y="670"/>
                  </a:cubicBezTo>
                  <a:cubicBezTo>
                    <a:pt x="114" y="670"/>
                    <a:pt x="114" y="671"/>
                    <a:pt x="113" y="671"/>
                  </a:cubicBezTo>
                  <a:cubicBezTo>
                    <a:pt x="111" y="672"/>
                    <a:pt x="110" y="672"/>
                    <a:pt x="109" y="671"/>
                  </a:cubicBezTo>
                  <a:cubicBezTo>
                    <a:pt x="108" y="670"/>
                    <a:pt x="110" y="669"/>
                    <a:pt x="112" y="668"/>
                  </a:cubicBezTo>
                  <a:cubicBezTo>
                    <a:pt x="115" y="667"/>
                    <a:pt x="114" y="667"/>
                    <a:pt x="115" y="666"/>
                  </a:cubicBezTo>
                  <a:close/>
                  <a:moveTo>
                    <a:pt x="112" y="679"/>
                  </a:moveTo>
                  <a:cubicBezTo>
                    <a:pt x="114" y="679"/>
                    <a:pt x="116" y="677"/>
                    <a:pt x="115" y="676"/>
                  </a:cubicBezTo>
                  <a:cubicBezTo>
                    <a:pt x="115" y="674"/>
                    <a:pt x="115" y="673"/>
                    <a:pt x="113" y="674"/>
                  </a:cubicBezTo>
                  <a:cubicBezTo>
                    <a:pt x="112" y="675"/>
                    <a:pt x="110" y="674"/>
                    <a:pt x="110" y="675"/>
                  </a:cubicBezTo>
                  <a:cubicBezTo>
                    <a:pt x="110" y="677"/>
                    <a:pt x="111" y="679"/>
                    <a:pt x="112" y="679"/>
                  </a:cubicBezTo>
                  <a:close/>
                  <a:moveTo>
                    <a:pt x="137" y="702"/>
                  </a:moveTo>
                  <a:cubicBezTo>
                    <a:pt x="139" y="702"/>
                    <a:pt x="141" y="703"/>
                    <a:pt x="141" y="704"/>
                  </a:cubicBezTo>
                  <a:cubicBezTo>
                    <a:pt x="141" y="706"/>
                    <a:pt x="140" y="705"/>
                    <a:pt x="138" y="705"/>
                  </a:cubicBezTo>
                  <a:cubicBezTo>
                    <a:pt x="137" y="706"/>
                    <a:pt x="137" y="706"/>
                    <a:pt x="136" y="704"/>
                  </a:cubicBezTo>
                  <a:cubicBezTo>
                    <a:pt x="135" y="703"/>
                    <a:pt x="136" y="703"/>
                    <a:pt x="137" y="702"/>
                  </a:cubicBezTo>
                  <a:close/>
                  <a:moveTo>
                    <a:pt x="132" y="698"/>
                  </a:moveTo>
                  <a:cubicBezTo>
                    <a:pt x="133" y="697"/>
                    <a:pt x="135" y="698"/>
                    <a:pt x="134" y="699"/>
                  </a:cubicBezTo>
                  <a:cubicBezTo>
                    <a:pt x="134" y="700"/>
                    <a:pt x="133" y="700"/>
                    <a:pt x="131" y="699"/>
                  </a:cubicBezTo>
                  <a:cubicBezTo>
                    <a:pt x="130" y="699"/>
                    <a:pt x="131" y="699"/>
                    <a:pt x="132" y="698"/>
                  </a:cubicBezTo>
                  <a:close/>
                  <a:moveTo>
                    <a:pt x="134" y="709"/>
                  </a:moveTo>
                  <a:cubicBezTo>
                    <a:pt x="134" y="707"/>
                    <a:pt x="136" y="709"/>
                    <a:pt x="137" y="710"/>
                  </a:cubicBezTo>
                  <a:cubicBezTo>
                    <a:pt x="138" y="711"/>
                    <a:pt x="137" y="711"/>
                    <a:pt x="136" y="712"/>
                  </a:cubicBezTo>
                  <a:cubicBezTo>
                    <a:pt x="136" y="714"/>
                    <a:pt x="136" y="712"/>
                    <a:pt x="135" y="711"/>
                  </a:cubicBezTo>
                  <a:cubicBezTo>
                    <a:pt x="134" y="709"/>
                    <a:pt x="133" y="710"/>
                    <a:pt x="134" y="709"/>
                  </a:cubicBezTo>
                  <a:close/>
                  <a:moveTo>
                    <a:pt x="125" y="719"/>
                  </a:moveTo>
                  <a:cubicBezTo>
                    <a:pt x="128" y="719"/>
                    <a:pt x="127" y="720"/>
                    <a:pt x="129" y="720"/>
                  </a:cubicBezTo>
                  <a:cubicBezTo>
                    <a:pt x="130" y="719"/>
                    <a:pt x="131" y="718"/>
                    <a:pt x="131" y="720"/>
                  </a:cubicBezTo>
                  <a:cubicBezTo>
                    <a:pt x="131" y="721"/>
                    <a:pt x="133" y="722"/>
                    <a:pt x="131" y="723"/>
                  </a:cubicBezTo>
                  <a:cubicBezTo>
                    <a:pt x="130" y="723"/>
                    <a:pt x="128" y="723"/>
                    <a:pt x="128" y="722"/>
                  </a:cubicBezTo>
                  <a:cubicBezTo>
                    <a:pt x="127" y="721"/>
                    <a:pt x="127" y="722"/>
                    <a:pt x="126" y="721"/>
                  </a:cubicBezTo>
                  <a:cubicBezTo>
                    <a:pt x="125" y="721"/>
                    <a:pt x="123" y="719"/>
                    <a:pt x="125" y="719"/>
                  </a:cubicBezTo>
                  <a:close/>
                  <a:moveTo>
                    <a:pt x="113" y="708"/>
                  </a:moveTo>
                  <a:cubicBezTo>
                    <a:pt x="112" y="711"/>
                    <a:pt x="111" y="711"/>
                    <a:pt x="113" y="712"/>
                  </a:cubicBezTo>
                  <a:cubicBezTo>
                    <a:pt x="115" y="714"/>
                    <a:pt x="116" y="713"/>
                    <a:pt x="116" y="715"/>
                  </a:cubicBezTo>
                  <a:cubicBezTo>
                    <a:pt x="117" y="717"/>
                    <a:pt x="116" y="717"/>
                    <a:pt x="116" y="718"/>
                  </a:cubicBezTo>
                  <a:cubicBezTo>
                    <a:pt x="117" y="719"/>
                    <a:pt x="116" y="722"/>
                    <a:pt x="117" y="722"/>
                  </a:cubicBezTo>
                  <a:cubicBezTo>
                    <a:pt x="119" y="722"/>
                    <a:pt x="120" y="723"/>
                    <a:pt x="120" y="721"/>
                  </a:cubicBezTo>
                  <a:cubicBezTo>
                    <a:pt x="120" y="720"/>
                    <a:pt x="119" y="719"/>
                    <a:pt x="119" y="717"/>
                  </a:cubicBezTo>
                  <a:cubicBezTo>
                    <a:pt x="118" y="715"/>
                    <a:pt x="118" y="714"/>
                    <a:pt x="118" y="713"/>
                  </a:cubicBezTo>
                  <a:cubicBezTo>
                    <a:pt x="117" y="712"/>
                    <a:pt x="116" y="712"/>
                    <a:pt x="116" y="710"/>
                  </a:cubicBezTo>
                  <a:cubicBezTo>
                    <a:pt x="116" y="708"/>
                    <a:pt x="114" y="707"/>
                    <a:pt x="113" y="708"/>
                  </a:cubicBezTo>
                  <a:close/>
                  <a:moveTo>
                    <a:pt x="119" y="699"/>
                  </a:moveTo>
                  <a:cubicBezTo>
                    <a:pt x="121" y="698"/>
                    <a:pt x="122" y="699"/>
                    <a:pt x="122" y="700"/>
                  </a:cubicBezTo>
                  <a:cubicBezTo>
                    <a:pt x="122" y="701"/>
                    <a:pt x="122" y="701"/>
                    <a:pt x="120" y="702"/>
                  </a:cubicBezTo>
                  <a:cubicBezTo>
                    <a:pt x="119" y="703"/>
                    <a:pt x="118" y="702"/>
                    <a:pt x="117" y="702"/>
                  </a:cubicBezTo>
                  <a:cubicBezTo>
                    <a:pt x="116" y="701"/>
                    <a:pt x="117" y="700"/>
                    <a:pt x="119" y="699"/>
                  </a:cubicBezTo>
                  <a:close/>
                  <a:moveTo>
                    <a:pt x="120" y="709"/>
                  </a:moveTo>
                  <a:cubicBezTo>
                    <a:pt x="122" y="708"/>
                    <a:pt x="122" y="709"/>
                    <a:pt x="123" y="709"/>
                  </a:cubicBezTo>
                  <a:cubicBezTo>
                    <a:pt x="123" y="710"/>
                    <a:pt x="123" y="711"/>
                    <a:pt x="123" y="712"/>
                  </a:cubicBezTo>
                  <a:cubicBezTo>
                    <a:pt x="123" y="714"/>
                    <a:pt x="123" y="714"/>
                    <a:pt x="122" y="714"/>
                  </a:cubicBezTo>
                  <a:cubicBezTo>
                    <a:pt x="121" y="715"/>
                    <a:pt x="121" y="714"/>
                    <a:pt x="120" y="712"/>
                  </a:cubicBezTo>
                  <a:cubicBezTo>
                    <a:pt x="119" y="711"/>
                    <a:pt x="120" y="711"/>
                    <a:pt x="120" y="709"/>
                  </a:cubicBezTo>
                  <a:close/>
                  <a:moveTo>
                    <a:pt x="126" y="728"/>
                  </a:moveTo>
                  <a:cubicBezTo>
                    <a:pt x="126" y="726"/>
                    <a:pt x="128" y="726"/>
                    <a:pt x="129" y="725"/>
                  </a:cubicBezTo>
                  <a:cubicBezTo>
                    <a:pt x="130" y="725"/>
                    <a:pt x="130" y="726"/>
                    <a:pt x="131" y="727"/>
                  </a:cubicBezTo>
                  <a:cubicBezTo>
                    <a:pt x="132" y="729"/>
                    <a:pt x="131" y="729"/>
                    <a:pt x="131" y="732"/>
                  </a:cubicBezTo>
                  <a:cubicBezTo>
                    <a:pt x="131" y="734"/>
                    <a:pt x="132" y="735"/>
                    <a:pt x="132" y="737"/>
                  </a:cubicBezTo>
                  <a:cubicBezTo>
                    <a:pt x="133" y="739"/>
                    <a:pt x="132" y="740"/>
                    <a:pt x="132" y="741"/>
                  </a:cubicBezTo>
                  <a:cubicBezTo>
                    <a:pt x="132" y="743"/>
                    <a:pt x="132" y="744"/>
                    <a:pt x="131" y="746"/>
                  </a:cubicBezTo>
                  <a:cubicBezTo>
                    <a:pt x="131" y="748"/>
                    <a:pt x="132" y="747"/>
                    <a:pt x="132" y="749"/>
                  </a:cubicBezTo>
                  <a:cubicBezTo>
                    <a:pt x="132" y="750"/>
                    <a:pt x="132" y="751"/>
                    <a:pt x="133" y="753"/>
                  </a:cubicBezTo>
                  <a:cubicBezTo>
                    <a:pt x="133" y="756"/>
                    <a:pt x="133" y="756"/>
                    <a:pt x="132" y="758"/>
                  </a:cubicBezTo>
                  <a:cubicBezTo>
                    <a:pt x="131" y="759"/>
                    <a:pt x="130" y="758"/>
                    <a:pt x="129" y="757"/>
                  </a:cubicBezTo>
                  <a:cubicBezTo>
                    <a:pt x="128" y="756"/>
                    <a:pt x="128" y="755"/>
                    <a:pt x="128" y="752"/>
                  </a:cubicBezTo>
                  <a:cubicBezTo>
                    <a:pt x="128" y="750"/>
                    <a:pt x="129" y="751"/>
                    <a:pt x="130" y="750"/>
                  </a:cubicBezTo>
                  <a:cubicBezTo>
                    <a:pt x="130" y="749"/>
                    <a:pt x="129" y="749"/>
                    <a:pt x="128" y="748"/>
                  </a:cubicBezTo>
                  <a:cubicBezTo>
                    <a:pt x="127" y="746"/>
                    <a:pt x="128" y="746"/>
                    <a:pt x="129" y="745"/>
                  </a:cubicBezTo>
                  <a:cubicBezTo>
                    <a:pt x="129" y="744"/>
                    <a:pt x="130" y="744"/>
                    <a:pt x="129" y="742"/>
                  </a:cubicBezTo>
                  <a:cubicBezTo>
                    <a:pt x="129" y="740"/>
                    <a:pt x="128" y="742"/>
                    <a:pt x="127" y="743"/>
                  </a:cubicBezTo>
                  <a:cubicBezTo>
                    <a:pt x="126" y="745"/>
                    <a:pt x="126" y="745"/>
                    <a:pt x="125" y="746"/>
                  </a:cubicBezTo>
                  <a:cubicBezTo>
                    <a:pt x="123" y="746"/>
                    <a:pt x="124" y="743"/>
                    <a:pt x="124" y="742"/>
                  </a:cubicBezTo>
                  <a:cubicBezTo>
                    <a:pt x="124" y="741"/>
                    <a:pt x="126" y="740"/>
                    <a:pt x="126" y="738"/>
                  </a:cubicBezTo>
                  <a:cubicBezTo>
                    <a:pt x="127" y="736"/>
                    <a:pt x="127" y="736"/>
                    <a:pt x="126" y="734"/>
                  </a:cubicBezTo>
                  <a:cubicBezTo>
                    <a:pt x="125" y="732"/>
                    <a:pt x="125" y="732"/>
                    <a:pt x="126" y="728"/>
                  </a:cubicBezTo>
                  <a:close/>
                  <a:moveTo>
                    <a:pt x="117" y="741"/>
                  </a:moveTo>
                  <a:cubicBezTo>
                    <a:pt x="120" y="741"/>
                    <a:pt x="120" y="740"/>
                    <a:pt x="121" y="741"/>
                  </a:cubicBezTo>
                  <a:cubicBezTo>
                    <a:pt x="121" y="742"/>
                    <a:pt x="121" y="743"/>
                    <a:pt x="121" y="744"/>
                  </a:cubicBezTo>
                  <a:cubicBezTo>
                    <a:pt x="121" y="746"/>
                    <a:pt x="120" y="746"/>
                    <a:pt x="121" y="748"/>
                  </a:cubicBezTo>
                  <a:cubicBezTo>
                    <a:pt x="122" y="751"/>
                    <a:pt x="122" y="753"/>
                    <a:pt x="122" y="754"/>
                  </a:cubicBezTo>
                  <a:cubicBezTo>
                    <a:pt x="122" y="754"/>
                    <a:pt x="120" y="755"/>
                    <a:pt x="120" y="753"/>
                  </a:cubicBezTo>
                  <a:cubicBezTo>
                    <a:pt x="120" y="751"/>
                    <a:pt x="121" y="750"/>
                    <a:pt x="119" y="748"/>
                  </a:cubicBezTo>
                  <a:cubicBezTo>
                    <a:pt x="117" y="746"/>
                    <a:pt x="115" y="748"/>
                    <a:pt x="115" y="745"/>
                  </a:cubicBezTo>
                  <a:cubicBezTo>
                    <a:pt x="115" y="742"/>
                    <a:pt x="116" y="741"/>
                    <a:pt x="117" y="741"/>
                  </a:cubicBezTo>
                  <a:close/>
                  <a:moveTo>
                    <a:pt x="113" y="739"/>
                  </a:moveTo>
                  <a:cubicBezTo>
                    <a:pt x="113" y="737"/>
                    <a:pt x="114" y="737"/>
                    <a:pt x="115" y="737"/>
                  </a:cubicBezTo>
                  <a:cubicBezTo>
                    <a:pt x="116" y="736"/>
                    <a:pt x="116" y="735"/>
                    <a:pt x="116" y="735"/>
                  </a:cubicBezTo>
                  <a:cubicBezTo>
                    <a:pt x="115" y="735"/>
                    <a:pt x="114" y="734"/>
                    <a:pt x="113" y="735"/>
                  </a:cubicBezTo>
                  <a:cubicBezTo>
                    <a:pt x="112" y="736"/>
                    <a:pt x="110" y="735"/>
                    <a:pt x="111" y="737"/>
                  </a:cubicBezTo>
                  <a:cubicBezTo>
                    <a:pt x="111" y="739"/>
                    <a:pt x="113" y="741"/>
                    <a:pt x="113" y="739"/>
                  </a:cubicBezTo>
                  <a:close/>
                  <a:moveTo>
                    <a:pt x="121" y="735"/>
                  </a:moveTo>
                  <a:cubicBezTo>
                    <a:pt x="122" y="734"/>
                    <a:pt x="123" y="736"/>
                    <a:pt x="122" y="737"/>
                  </a:cubicBezTo>
                  <a:cubicBezTo>
                    <a:pt x="122" y="738"/>
                    <a:pt x="121" y="737"/>
                    <a:pt x="120" y="737"/>
                  </a:cubicBezTo>
                  <a:cubicBezTo>
                    <a:pt x="120" y="736"/>
                    <a:pt x="120" y="736"/>
                    <a:pt x="121" y="735"/>
                  </a:cubicBezTo>
                  <a:close/>
                  <a:moveTo>
                    <a:pt x="113" y="729"/>
                  </a:moveTo>
                  <a:cubicBezTo>
                    <a:pt x="112" y="730"/>
                    <a:pt x="111" y="731"/>
                    <a:pt x="112" y="731"/>
                  </a:cubicBezTo>
                  <a:cubicBezTo>
                    <a:pt x="113" y="731"/>
                    <a:pt x="113" y="730"/>
                    <a:pt x="115" y="731"/>
                  </a:cubicBezTo>
                  <a:cubicBezTo>
                    <a:pt x="117" y="731"/>
                    <a:pt x="118" y="731"/>
                    <a:pt x="117" y="730"/>
                  </a:cubicBezTo>
                  <a:cubicBezTo>
                    <a:pt x="117" y="728"/>
                    <a:pt x="115" y="728"/>
                    <a:pt x="113" y="729"/>
                  </a:cubicBezTo>
                  <a:close/>
                  <a:moveTo>
                    <a:pt x="111" y="751"/>
                  </a:moveTo>
                  <a:cubicBezTo>
                    <a:pt x="110" y="752"/>
                    <a:pt x="109" y="752"/>
                    <a:pt x="111" y="754"/>
                  </a:cubicBezTo>
                  <a:cubicBezTo>
                    <a:pt x="113" y="755"/>
                    <a:pt x="114" y="755"/>
                    <a:pt x="115" y="753"/>
                  </a:cubicBezTo>
                  <a:cubicBezTo>
                    <a:pt x="115" y="752"/>
                    <a:pt x="113" y="750"/>
                    <a:pt x="111" y="751"/>
                  </a:cubicBezTo>
                  <a:close/>
                  <a:moveTo>
                    <a:pt x="132" y="773"/>
                  </a:moveTo>
                  <a:cubicBezTo>
                    <a:pt x="133" y="771"/>
                    <a:pt x="137" y="775"/>
                    <a:pt x="137" y="777"/>
                  </a:cubicBezTo>
                  <a:cubicBezTo>
                    <a:pt x="137" y="779"/>
                    <a:pt x="136" y="779"/>
                    <a:pt x="136" y="779"/>
                  </a:cubicBezTo>
                  <a:cubicBezTo>
                    <a:pt x="135" y="780"/>
                    <a:pt x="133" y="778"/>
                    <a:pt x="132" y="777"/>
                  </a:cubicBezTo>
                  <a:cubicBezTo>
                    <a:pt x="131" y="776"/>
                    <a:pt x="131" y="774"/>
                    <a:pt x="132" y="773"/>
                  </a:cubicBezTo>
                  <a:close/>
                  <a:moveTo>
                    <a:pt x="142" y="776"/>
                  </a:moveTo>
                  <a:cubicBezTo>
                    <a:pt x="142" y="775"/>
                    <a:pt x="145" y="776"/>
                    <a:pt x="145" y="776"/>
                  </a:cubicBezTo>
                  <a:cubicBezTo>
                    <a:pt x="146" y="777"/>
                    <a:pt x="147" y="777"/>
                    <a:pt x="147" y="778"/>
                  </a:cubicBezTo>
                  <a:cubicBezTo>
                    <a:pt x="146" y="779"/>
                    <a:pt x="146" y="780"/>
                    <a:pt x="145" y="780"/>
                  </a:cubicBezTo>
                  <a:cubicBezTo>
                    <a:pt x="143" y="781"/>
                    <a:pt x="143" y="780"/>
                    <a:pt x="142" y="779"/>
                  </a:cubicBezTo>
                  <a:cubicBezTo>
                    <a:pt x="141" y="777"/>
                    <a:pt x="141" y="777"/>
                    <a:pt x="142" y="776"/>
                  </a:cubicBezTo>
                  <a:close/>
                  <a:moveTo>
                    <a:pt x="130" y="784"/>
                  </a:moveTo>
                  <a:cubicBezTo>
                    <a:pt x="131" y="783"/>
                    <a:pt x="132" y="782"/>
                    <a:pt x="133" y="783"/>
                  </a:cubicBezTo>
                  <a:cubicBezTo>
                    <a:pt x="134" y="784"/>
                    <a:pt x="135" y="784"/>
                    <a:pt x="134" y="785"/>
                  </a:cubicBezTo>
                  <a:cubicBezTo>
                    <a:pt x="133" y="786"/>
                    <a:pt x="132" y="786"/>
                    <a:pt x="131" y="787"/>
                  </a:cubicBezTo>
                  <a:cubicBezTo>
                    <a:pt x="131" y="788"/>
                    <a:pt x="131" y="789"/>
                    <a:pt x="129" y="789"/>
                  </a:cubicBezTo>
                  <a:cubicBezTo>
                    <a:pt x="127" y="789"/>
                    <a:pt x="127" y="787"/>
                    <a:pt x="126" y="786"/>
                  </a:cubicBezTo>
                  <a:cubicBezTo>
                    <a:pt x="126" y="785"/>
                    <a:pt x="124" y="784"/>
                    <a:pt x="125" y="784"/>
                  </a:cubicBezTo>
                  <a:cubicBezTo>
                    <a:pt x="126" y="783"/>
                    <a:pt x="127" y="783"/>
                    <a:pt x="128" y="784"/>
                  </a:cubicBezTo>
                  <a:cubicBezTo>
                    <a:pt x="128" y="784"/>
                    <a:pt x="129" y="785"/>
                    <a:pt x="130" y="784"/>
                  </a:cubicBezTo>
                  <a:close/>
                  <a:moveTo>
                    <a:pt x="113" y="773"/>
                  </a:moveTo>
                  <a:cubicBezTo>
                    <a:pt x="112" y="775"/>
                    <a:pt x="114" y="775"/>
                    <a:pt x="114" y="777"/>
                  </a:cubicBezTo>
                  <a:cubicBezTo>
                    <a:pt x="114" y="778"/>
                    <a:pt x="114" y="779"/>
                    <a:pt x="115" y="778"/>
                  </a:cubicBezTo>
                  <a:cubicBezTo>
                    <a:pt x="117" y="778"/>
                    <a:pt x="117" y="778"/>
                    <a:pt x="117" y="776"/>
                  </a:cubicBezTo>
                  <a:cubicBezTo>
                    <a:pt x="116" y="775"/>
                    <a:pt x="117" y="774"/>
                    <a:pt x="116" y="774"/>
                  </a:cubicBezTo>
                  <a:cubicBezTo>
                    <a:pt x="115" y="773"/>
                    <a:pt x="113" y="772"/>
                    <a:pt x="113" y="773"/>
                  </a:cubicBezTo>
                  <a:close/>
                  <a:moveTo>
                    <a:pt x="118" y="765"/>
                  </a:moveTo>
                  <a:cubicBezTo>
                    <a:pt x="118" y="763"/>
                    <a:pt x="122" y="764"/>
                    <a:pt x="123" y="765"/>
                  </a:cubicBezTo>
                  <a:cubicBezTo>
                    <a:pt x="125" y="766"/>
                    <a:pt x="123" y="766"/>
                    <a:pt x="122" y="766"/>
                  </a:cubicBezTo>
                  <a:cubicBezTo>
                    <a:pt x="121" y="767"/>
                    <a:pt x="121" y="768"/>
                    <a:pt x="121" y="769"/>
                  </a:cubicBezTo>
                  <a:cubicBezTo>
                    <a:pt x="120" y="770"/>
                    <a:pt x="120" y="769"/>
                    <a:pt x="119" y="768"/>
                  </a:cubicBezTo>
                  <a:cubicBezTo>
                    <a:pt x="119" y="767"/>
                    <a:pt x="118" y="766"/>
                    <a:pt x="118" y="765"/>
                  </a:cubicBezTo>
                  <a:close/>
                  <a:moveTo>
                    <a:pt x="146" y="801"/>
                  </a:moveTo>
                  <a:cubicBezTo>
                    <a:pt x="146" y="799"/>
                    <a:pt x="149" y="799"/>
                    <a:pt x="149" y="801"/>
                  </a:cubicBezTo>
                  <a:cubicBezTo>
                    <a:pt x="149" y="803"/>
                    <a:pt x="149" y="802"/>
                    <a:pt x="149" y="803"/>
                  </a:cubicBezTo>
                  <a:cubicBezTo>
                    <a:pt x="149" y="804"/>
                    <a:pt x="149" y="805"/>
                    <a:pt x="150" y="806"/>
                  </a:cubicBezTo>
                  <a:cubicBezTo>
                    <a:pt x="150" y="807"/>
                    <a:pt x="148" y="807"/>
                    <a:pt x="147" y="806"/>
                  </a:cubicBezTo>
                  <a:cubicBezTo>
                    <a:pt x="146" y="805"/>
                    <a:pt x="146" y="804"/>
                    <a:pt x="146" y="803"/>
                  </a:cubicBezTo>
                  <a:cubicBezTo>
                    <a:pt x="146" y="801"/>
                    <a:pt x="146" y="802"/>
                    <a:pt x="146" y="801"/>
                  </a:cubicBezTo>
                  <a:close/>
                  <a:moveTo>
                    <a:pt x="140" y="804"/>
                  </a:moveTo>
                  <a:cubicBezTo>
                    <a:pt x="141" y="803"/>
                    <a:pt x="143" y="803"/>
                    <a:pt x="143" y="805"/>
                  </a:cubicBezTo>
                  <a:cubicBezTo>
                    <a:pt x="144" y="807"/>
                    <a:pt x="143" y="808"/>
                    <a:pt x="142" y="807"/>
                  </a:cubicBezTo>
                  <a:cubicBezTo>
                    <a:pt x="141" y="807"/>
                    <a:pt x="140" y="807"/>
                    <a:pt x="139" y="806"/>
                  </a:cubicBezTo>
                  <a:cubicBezTo>
                    <a:pt x="138" y="805"/>
                    <a:pt x="139" y="805"/>
                    <a:pt x="140" y="804"/>
                  </a:cubicBezTo>
                  <a:close/>
                  <a:moveTo>
                    <a:pt x="127" y="794"/>
                  </a:moveTo>
                  <a:cubicBezTo>
                    <a:pt x="128" y="793"/>
                    <a:pt x="131" y="794"/>
                    <a:pt x="131" y="795"/>
                  </a:cubicBezTo>
                  <a:cubicBezTo>
                    <a:pt x="130" y="797"/>
                    <a:pt x="130" y="797"/>
                    <a:pt x="129" y="797"/>
                  </a:cubicBezTo>
                  <a:cubicBezTo>
                    <a:pt x="128" y="797"/>
                    <a:pt x="128" y="798"/>
                    <a:pt x="127" y="799"/>
                  </a:cubicBezTo>
                  <a:cubicBezTo>
                    <a:pt x="126" y="799"/>
                    <a:pt x="126" y="798"/>
                    <a:pt x="126" y="797"/>
                  </a:cubicBezTo>
                  <a:cubicBezTo>
                    <a:pt x="126" y="795"/>
                    <a:pt x="126" y="796"/>
                    <a:pt x="127" y="794"/>
                  </a:cubicBezTo>
                  <a:close/>
                  <a:moveTo>
                    <a:pt x="123" y="810"/>
                  </a:moveTo>
                  <a:cubicBezTo>
                    <a:pt x="124" y="806"/>
                    <a:pt x="126" y="807"/>
                    <a:pt x="126" y="808"/>
                  </a:cubicBezTo>
                  <a:cubicBezTo>
                    <a:pt x="126" y="809"/>
                    <a:pt x="126" y="810"/>
                    <a:pt x="125" y="812"/>
                  </a:cubicBezTo>
                  <a:cubicBezTo>
                    <a:pt x="124" y="814"/>
                    <a:pt x="124" y="814"/>
                    <a:pt x="123" y="813"/>
                  </a:cubicBezTo>
                  <a:cubicBezTo>
                    <a:pt x="122" y="812"/>
                    <a:pt x="122" y="811"/>
                    <a:pt x="123" y="810"/>
                  </a:cubicBezTo>
                  <a:close/>
                  <a:moveTo>
                    <a:pt x="119" y="796"/>
                  </a:moveTo>
                  <a:cubicBezTo>
                    <a:pt x="120" y="794"/>
                    <a:pt x="122" y="796"/>
                    <a:pt x="122" y="797"/>
                  </a:cubicBezTo>
                  <a:cubicBezTo>
                    <a:pt x="122" y="798"/>
                    <a:pt x="121" y="798"/>
                    <a:pt x="120" y="799"/>
                  </a:cubicBezTo>
                  <a:cubicBezTo>
                    <a:pt x="120" y="800"/>
                    <a:pt x="119" y="800"/>
                    <a:pt x="118" y="800"/>
                  </a:cubicBezTo>
                  <a:cubicBezTo>
                    <a:pt x="117" y="800"/>
                    <a:pt x="118" y="799"/>
                    <a:pt x="119" y="798"/>
                  </a:cubicBezTo>
                  <a:cubicBezTo>
                    <a:pt x="119" y="797"/>
                    <a:pt x="119" y="798"/>
                    <a:pt x="119" y="796"/>
                  </a:cubicBezTo>
                  <a:close/>
                  <a:moveTo>
                    <a:pt x="152" y="817"/>
                  </a:moveTo>
                  <a:cubicBezTo>
                    <a:pt x="151" y="819"/>
                    <a:pt x="151" y="820"/>
                    <a:pt x="152" y="821"/>
                  </a:cubicBezTo>
                  <a:cubicBezTo>
                    <a:pt x="153" y="822"/>
                    <a:pt x="151" y="822"/>
                    <a:pt x="152" y="824"/>
                  </a:cubicBezTo>
                  <a:cubicBezTo>
                    <a:pt x="153" y="826"/>
                    <a:pt x="155" y="826"/>
                    <a:pt x="155" y="827"/>
                  </a:cubicBezTo>
                  <a:cubicBezTo>
                    <a:pt x="155" y="828"/>
                    <a:pt x="153" y="828"/>
                    <a:pt x="152" y="830"/>
                  </a:cubicBezTo>
                  <a:cubicBezTo>
                    <a:pt x="151" y="831"/>
                    <a:pt x="150" y="833"/>
                    <a:pt x="152" y="833"/>
                  </a:cubicBezTo>
                  <a:cubicBezTo>
                    <a:pt x="154" y="833"/>
                    <a:pt x="154" y="831"/>
                    <a:pt x="155" y="831"/>
                  </a:cubicBezTo>
                  <a:cubicBezTo>
                    <a:pt x="156" y="830"/>
                    <a:pt x="156" y="831"/>
                    <a:pt x="158" y="830"/>
                  </a:cubicBezTo>
                  <a:cubicBezTo>
                    <a:pt x="160" y="830"/>
                    <a:pt x="160" y="830"/>
                    <a:pt x="161" y="828"/>
                  </a:cubicBezTo>
                  <a:cubicBezTo>
                    <a:pt x="162" y="827"/>
                    <a:pt x="162" y="826"/>
                    <a:pt x="165" y="826"/>
                  </a:cubicBezTo>
                  <a:cubicBezTo>
                    <a:pt x="167" y="825"/>
                    <a:pt x="167" y="824"/>
                    <a:pt x="168" y="823"/>
                  </a:cubicBezTo>
                  <a:cubicBezTo>
                    <a:pt x="170" y="823"/>
                    <a:pt x="172" y="823"/>
                    <a:pt x="173" y="821"/>
                  </a:cubicBezTo>
                  <a:cubicBezTo>
                    <a:pt x="173" y="820"/>
                    <a:pt x="172" y="817"/>
                    <a:pt x="171" y="818"/>
                  </a:cubicBezTo>
                  <a:cubicBezTo>
                    <a:pt x="170" y="818"/>
                    <a:pt x="169" y="819"/>
                    <a:pt x="169" y="820"/>
                  </a:cubicBezTo>
                  <a:cubicBezTo>
                    <a:pt x="168" y="821"/>
                    <a:pt x="167" y="823"/>
                    <a:pt x="166" y="822"/>
                  </a:cubicBezTo>
                  <a:cubicBezTo>
                    <a:pt x="165" y="822"/>
                    <a:pt x="163" y="822"/>
                    <a:pt x="163" y="821"/>
                  </a:cubicBezTo>
                  <a:cubicBezTo>
                    <a:pt x="162" y="819"/>
                    <a:pt x="161" y="819"/>
                    <a:pt x="160" y="819"/>
                  </a:cubicBezTo>
                  <a:cubicBezTo>
                    <a:pt x="159" y="820"/>
                    <a:pt x="158" y="821"/>
                    <a:pt x="157" y="819"/>
                  </a:cubicBezTo>
                  <a:cubicBezTo>
                    <a:pt x="156" y="818"/>
                    <a:pt x="153" y="816"/>
                    <a:pt x="152" y="817"/>
                  </a:cubicBezTo>
                  <a:close/>
                  <a:moveTo>
                    <a:pt x="137" y="817"/>
                  </a:moveTo>
                  <a:cubicBezTo>
                    <a:pt x="138" y="816"/>
                    <a:pt x="140" y="817"/>
                    <a:pt x="141" y="819"/>
                  </a:cubicBezTo>
                  <a:cubicBezTo>
                    <a:pt x="142" y="820"/>
                    <a:pt x="143" y="821"/>
                    <a:pt x="144" y="821"/>
                  </a:cubicBezTo>
                  <a:cubicBezTo>
                    <a:pt x="144" y="822"/>
                    <a:pt x="145" y="822"/>
                    <a:pt x="145" y="823"/>
                  </a:cubicBezTo>
                  <a:cubicBezTo>
                    <a:pt x="144" y="824"/>
                    <a:pt x="141" y="825"/>
                    <a:pt x="140" y="824"/>
                  </a:cubicBezTo>
                  <a:cubicBezTo>
                    <a:pt x="138" y="824"/>
                    <a:pt x="139" y="823"/>
                    <a:pt x="140" y="821"/>
                  </a:cubicBezTo>
                  <a:cubicBezTo>
                    <a:pt x="140" y="820"/>
                    <a:pt x="139" y="820"/>
                    <a:pt x="138" y="819"/>
                  </a:cubicBezTo>
                  <a:cubicBezTo>
                    <a:pt x="137" y="818"/>
                    <a:pt x="137" y="818"/>
                    <a:pt x="137" y="817"/>
                  </a:cubicBezTo>
                  <a:close/>
                  <a:moveTo>
                    <a:pt x="127" y="819"/>
                  </a:moveTo>
                  <a:cubicBezTo>
                    <a:pt x="130" y="819"/>
                    <a:pt x="130" y="821"/>
                    <a:pt x="128" y="823"/>
                  </a:cubicBezTo>
                  <a:cubicBezTo>
                    <a:pt x="127" y="824"/>
                    <a:pt x="127" y="822"/>
                    <a:pt x="126" y="821"/>
                  </a:cubicBezTo>
                  <a:cubicBezTo>
                    <a:pt x="124" y="820"/>
                    <a:pt x="126" y="820"/>
                    <a:pt x="127" y="819"/>
                  </a:cubicBezTo>
                  <a:close/>
                  <a:moveTo>
                    <a:pt x="162" y="833"/>
                  </a:moveTo>
                  <a:cubicBezTo>
                    <a:pt x="163" y="832"/>
                    <a:pt x="165" y="834"/>
                    <a:pt x="165" y="836"/>
                  </a:cubicBezTo>
                  <a:cubicBezTo>
                    <a:pt x="164" y="837"/>
                    <a:pt x="164" y="836"/>
                    <a:pt x="163" y="838"/>
                  </a:cubicBezTo>
                  <a:cubicBezTo>
                    <a:pt x="162" y="840"/>
                    <a:pt x="164" y="839"/>
                    <a:pt x="164" y="841"/>
                  </a:cubicBezTo>
                  <a:cubicBezTo>
                    <a:pt x="165" y="843"/>
                    <a:pt x="164" y="842"/>
                    <a:pt x="162" y="842"/>
                  </a:cubicBezTo>
                  <a:cubicBezTo>
                    <a:pt x="160" y="843"/>
                    <a:pt x="160" y="843"/>
                    <a:pt x="158" y="843"/>
                  </a:cubicBezTo>
                  <a:cubicBezTo>
                    <a:pt x="156" y="844"/>
                    <a:pt x="157" y="842"/>
                    <a:pt x="156" y="841"/>
                  </a:cubicBezTo>
                  <a:cubicBezTo>
                    <a:pt x="156" y="840"/>
                    <a:pt x="158" y="841"/>
                    <a:pt x="158" y="840"/>
                  </a:cubicBezTo>
                  <a:cubicBezTo>
                    <a:pt x="158" y="839"/>
                    <a:pt x="157" y="839"/>
                    <a:pt x="157" y="838"/>
                  </a:cubicBezTo>
                  <a:cubicBezTo>
                    <a:pt x="156" y="837"/>
                    <a:pt x="158" y="836"/>
                    <a:pt x="159" y="836"/>
                  </a:cubicBezTo>
                  <a:cubicBezTo>
                    <a:pt x="161" y="836"/>
                    <a:pt x="161" y="835"/>
                    <a:pt x="162" y="833"/>
                  </a:cubicBezTo>
                  <a:close/>
                  <a:moveTo>
                    <a:pt x="162" y="847"/>
                  </a:moveTo>
                  <a:cubicBezTo>
                    <a:pt x="162" y="846"/>
                    <a:pt x="164" y="846"/>
                    <a:pt x="165" y="847"/>
                  </a:cubicBezTo>
                  <a:cubicBezTo>
                    <a:pt x="165" y="848"/>
                    <a:pt x="165" y="847"/>
                    <a:pt x="167" y="849"/>
                  </a:cubicBezTo>
                  <a:cubicBezTo>
                    <a:pt x="169" y="850"/>
                    <a:pt x="168" y="850"/>
                    <a:pt x="169" y="852"/>
                  </a:cubicBezTo>
                  <a:cubicBezTo>
                    <a:pt x="170" y="853"/>
                    <a:pt x="171" y="853"/>
                    <a:pt x="172" y="854"/>
                  </a:cubicBezTo>
                  <a:cubicBezTo>
                    <a:pt x="172" y="856"/>
                    <a:pt x="171" y="855"/>
                    <a:pt x="169" y="855"/>
                  </a:cubicBezTo>
                  <a:cubicBezTo>
                    <a:pt x="168" y="855"/>
                    <a:pt x="167" y="854"/>
                    <a:pt x="166" y="852"/>
                  </a:cubicBezTo>
                  <a:cubicBezTo>
                    <a:pt x="165" y="850"/>
                    <a:pt x="164" y="850"/>
                    <a:pt x="162" y="849"/>
                  </a:cubicBezTo>
                  <a:cubicBezTo>
                    <a:pt x="161" y="849"/>
                    <a:pt x="161" y="848"/>
                    <a:pt x="162" y="847"/>
                  </a:cubicBezTo>
                  <a:close/>
                  <a:moveTo>
                    <a:pt x="145" y="828"/>
                  </a:moveTo>
                  <a:cubicBezTo>
                    <a:pt x="147" y="827"/>
                    <a:pt x="148" y="827"/>
                    <a:pt x="148" y="829"/>
                  </a:cubicBezTo>
                  <a:cubicBezTo>
                    <a:pt x="148" y="831"/>
                    <a:pt x="147" y="831"/>
                    <a:pt x="147" y="832"/>
                  </a:cubicBezTo>
                  <a:cubicBezTo>
                    <a:pt x="146" y="833"/>
                    <a:pt x="145" y="832"/>
                    <a:pt x="144" y="831"/>
                  </a:cubicBezTo>
                  <a:cubicBezTo>
                    <a:pt x="143" y="830"/>
                    <a:pt x="144" y="829"/>
                    <a:pt x="145" y="828"/>
                  </a:cubicBezTo>
                  <a:close/>
                  <a:moveTo>
                    <a:pt x="130" y="835"/>
                  </a:moveTo>
                  <a:cubicBezTo>
                    <a:pt x="130" y="834"/>
                    <a:pt x="132" y="835"/>
                    <a:pt x="133" y="836"/>
                  </a:cubicBezTo>
                  <a:cubicBezTo>
                    <a:pt x="133" y="838"/>
                    <a:pt x="135" y="837"/>
                    <a:pt x="135" y="839"/>
                  </a:cubicBezTo>
                  <a:cubicBezTo>
                    <a:pt x="135" y="840"/>
                    <a:pt x="134" y="841"/>
                    <a:pt x="133" y="839"/>
                  </a:cubicBezTo>
                  <a:cubicBezTo>
                    <a:pt x="131" y="838"/>
                    <a:pt x="130" y="837"/>
                    <a:pt x="130" y="835"/>
                  </a:cubicBezTo>
                  <a:close/>
                  <a:moveTo>
                    <a:pt x="139" y="841"/>
                  </a:moveTo>
                  <a:cubicBezTo>
                    <a:pt x="142" y="842"/>
                    <a:pt x="143" y="841"/>
                    <a:pt x="143" y="842"/>
                  </a:cubicBezTo>
                  <a:cubicBezTo>
                    <a:pt x="144" y="843"/>
                    <a:pt x="145" y="844"/>
                    <a:pt x="143" y="844"/>
                  </a:cubicBezTo>
                  <a:cubicBezTo>
                    <a:pt x="141" y="844"/>
                    <a:pt x="140" y="843"/>
                    <a:pt x="138" y="844"/>
                  </a:cubicBezTo>
                  <a:cubicBezTo>
                    <a:pt x="137" y="844"/>
                    <a:pt x="136" y="844"/>
                    <a:pt x="136" y="843"/>
                  </a:cubicBezTo>
                  <a:cubicBezTo>
                    <a:pt x="136" y="842"/>
                    <a:pt x="136" y="841"/>
                    <a:pt x="137" y="841"/>
                  </a:cubicBezTo>
                  <a:cubicBezTo>
                    <a:pt x="138" y="841"/>
                    <a:pt x="138" y="840"/>
                    <a:pt x="139" y="841"/>
                  </a:cubicBezTo>
                  <a:close/>
                  <a:moveTo>
                    <a:pt x="148" y="844"/>
                  </a:moveTo>
                  <a:cubicBezTo>
                    <a:pt x="149" y="843"/>
                    <a:pt x="152" y="844"/>
                    <a:pt x="153" y="846"/>
                  </a:cubicBezTo>
                  <a:cubicBezTo>
                    <a:pt x="154" y="848"/>
                    <a:pt x="153" y="847"/>
                    <a:pt x="153" y="848"/>
                  </a:cubicBezTo>
                  <a:cubicBezTo>
                    <a:pt x="154" y="850"/>
                    <a:pt x="153" y="850"/>
                    <a:pt x="152" y="850"/>
                  </a:cubicBezTo>
                  <a:cubicBezTo>
                    <a:pt x="151" y="851"/>
                    <a:pt x="151" y="850"/>
                    <a:pt x="151" y="848"/>
                  </a:cubicBezTo>
                  <a:cubicBezTo>
                    <a:pt x="150" y="846"/>
                    <a:pt x="149" y="847"/>
                    <a:pt x="148" y="846"/>
                  </a:cubicBezTo>
                  <a:cubicBezTo>
                    <a:pt x="146" y="845"/>
                    <a:pt x="147" y="844"/>
                    <a:pt x="148" y="844"/>
                  </a:cubicBezTo>
                  <a:close/>
                  <a:moveTo>
                    <a:pt x="162" y="854"/>
                  </a:moveTo>
                  <a:cubicBezTo>
                    <a:pt x="163" y="854"/>
                    <a:pt x="164" y="853"/>
                    <a:pt x="165" y="855"/>
                  </a:cubicBezTo>
                  <a:cubicBezTo>
                    <a:pt x="166" y="856"/>
                    <a:pt x="165" y="857"/>
                    <a:pt x="167" y="858"/>
                  </a:cubicBezTo>
                  <a:cubicBezTo>
                    <a:pt x="168" y="858"/>
                    <a:pt x="169" y="859"/>
                    <a:pt x="170" y="859"/>
                  </a:cubicBezTo>
                  <a:cubicBezTo>
                    <a:pt x="172" y="859"/>
                    <a:pt x="172" y="857"/>
                    <a:pt x="173" y="859"/>
                  </a:cubicBezTo>
                  <a:cubicBezTo>
                    <a:pt x="174" y="860"/>
                    <a:pt x="174" y="861"/>
                    <a:pt x="175" y="862"/>
                  </a:cubicBezTo>
                  <a:cubicBezTo>
                    <a:pt x="175" y="863"/>
                    <a:pt x="175" y="863"/>
                    <a:pt x="177" y="863"/>
                  </a:cubicBezTo>
                  <a:cubicBezTo>
                    <a:pt x="178" y="864"/>
                    <a:pt x="179" y="863"/>
                    <a:pt x="180" y="864"/>
                  </a:cubicBezTo>
                  <a:cubicBezTo>
                    <a:pt x="180" y="866"/>
                    <a:pt x="180" y="867"/>
                    <a:pt x="179" y="867"/>
                  </a:cubicBezTo>
                  <a:cubicBezTo>
                    <a:pt x="177" y="868"/>
                    <a:pt x="176" y="867"/>
                    <a:pt x="176" y="868"/>
                  </a:cubicBezTo>
                  <a:cubicBezTo>
                    <a:pt x="176" y="870"/>
                    <a:pt x="175" y="871"/>
                    <a:pt x="174" y="871"/>
                  </a:cubicBezTo>
                  <a:cubicBezTo>
                    <a:pt x="174" y="872"/>
                    <a:pt x="168" y="874"/>
                    <a:pt x="167" y="874"/>
                  </a:cubicBezTo>
                  <a:cubicBezTo>
                    <a:pt x="166" y="874"/>
                    <a:pt x="165" y="873"/>
                    <a:pt x="165" y="872"/>
                  </a:cubicBezTo>
                  <a:cubicBezTo>
                    <a:pt x="165" y="870"/>
                    <a:pt x="167" y="869"/>
                    <a:pt x="168" y="869"/>
                  </a:cubicBezTo>
                  <a:cubicBezTo>
                    <a:pt x="168" y="868"/>
                    <a:pt x="169" y="869"/>
                    <a:pt x="170" y="867"/>
                  </a:cubicBezTo>
                  <a:cubicBezTo>
                    <a:pt x="171" y="865"/>
                    <a:pt x="169" y="865"/>
                    <a:pt x="168" y="865"/>
                  </a:cubicBezTo>
                  <a:cubicBezTo>
                    <a:pt x="167" y="865"/>
                    <a:pt x="164" y="864"/>
                    <a:pt x="163" y="865"/>
                  </a:cubicBezTo>
                  <a:cubicBezTo>
                    <a:pt x="163" y="866"/>
                    <a:pt x="162" y="868"/>
                    <a:pt x="161" y="868"/>
                  </a:cubicBezTo>
                  <a:cubicBezTo>
                    <a:pt x="160" y="868"/>
                    <a:pt x="158" y="869"/>
                    <a:pt x="158" y="867"/>
                  </a:cubicBezTo>
                  <a:cubicBezTo>
                    <a:pt x="158" y="865"/>
                    <a:pt x="157" y="865"/>
                    <a:pt x="158" y="864"/>
                  </a:cubicBezTo>
                  <a:cubicBezTo>
                    <a:pt x="159" y="863"/>
                    <a:pt x="159" y="864"/>
                    <a:pt x="160" y="862"/>
                  </a:cubicBezTo>
                  <a:cubicBezTo>
                    <a:pt x="160" y="861"/>
                    <a:pt x="160" y="861"/>
                    <a:pt x="162" y="861"/>
                  </a:cubicBezTo>
                  <a:cubicBezTo>
                    <a:pt x="163" y="861"/>
                    <a:pt x="165" y="862"/>
                    <a:pt x="165" y="861"/>
                  </a:cubicBezTo>
                  <a:cubicBezTo>
                    <a:pt x="165" y="860"/>
                    <a:pt x="165" y="859"/>
                    <a:pt x="163" y="859"/>
                  </a:cubicBezTo>
                  <a:cubicBezTo>
                    <a:pt x="162" y="859"/>
                    <a:pt x="160" y="859"/>
                    <a:pt x="160" y="858"/>
                  </a:cubicBezTo>
                  <a:cubicBezTo>
                    <a:pt x="160" y="857"/>
                    <a:pt x="160" y="854"/>
                    <a:pt x="162" y="854"/>
                  </a:cubicBezTo>
                  <a:close/>
                  <a:moveTo>
                    <a:pt x="152" y="859"/>
                  </a:moveTo>
                  <a:cubicBezTo>
                    <a:pt x="152" y="856"/>
                    <a:pt x="155" y="858"/>
                    <a:pt x="157" y="859"/>
                  </a:cubicBezTo>
                  <a:cubicBezTo>
                    <a:pt x="158" y="860"/>
                    <a:pt x="157" y="860"/>
                    <a:pt x="156" y="861"/>
                  </a:cubicBezTo>
                  <a:cubicBezTo>
                    <a:pt x="155" y="861"/>
                    <a:pt x="154" y="861"/>
                    <a:pt x="153" y="861"/>
                  </a:cubicBezTo>
                  <a:cubicBezTo>
                    <a:pt x="151" y="861"/>
                    <a:pt x="152" y="860"/>
                    <a:pt x="152" y="859"/>
                  </a:cubicBezTo>
                  <a:close/>
                  <a:moveTo>
                    <a:pt x="147" y="854"/>
                  </a:moveTo>
                  <a:cubicBezTo>
                    <a:pt x="147" y="853"/>
                    <a:pt x="149" y="854"/>
                    <a:pt x="149" y="856"/>
                  </a:cubicBezTo>
                  <a:cubicBezTo>
                    <a:pt x="149" y="857"/>
                    <a:pt x="148" y="857"/>
                    <a:pt x="146" y="857"/>
                  </a:cubicBezTo>
                  <a:cubicBezTo>
                    <a:pt x="145" y="857"/>
                    <a:pt x="146" y="855"/>
                    <a:pt x="147" y="854"/>
                  </a:cubicBezTo>
                  <a:close/>
                  <a:moveTo>
                    <a:pt x="157" y="871"/>
                  </a:moveTo>
                  <a:cubicBezTo>
                    <a:pt x="156" y="871"/>
                    <a:pt x="155" y="872"/>
                    <a:pt x="155" y="872"/>
                  </a:cubicBezTo>
                  <a:cubicBezTo>
                    <a:pt x="155" y="873"/>
                    <a:pt x="157" y="875"/>
                    <a:pt x="158" y="874"/>
                  </a:cubicBezTo>
                  <a:cubicBezTo>
                    <a:pt x="159" y="873"/>
                    <a:pt x="159" y="871"/>
                    <a:pt x="157" y="871"/>
                  </a:cubicBezTo>
                  <a:close/>
                  <a:moveTo>
                    <a:pt x="178" y="874"/>
                  </a:moveTo>
                  <a:cubicBezTo>
                    <a:pt x="176" y="875"/>
                    <a:pt x="176" y="876"/>
                    <a:pt x="177" y="876"/>
                  </a:cubicBezTo>
                  <a:cubicBezTo>
                    <a:pt x="178" y="877"/>
                    <a:pt x="179" y="878"/>
                    <a:pt x="180" y="876"/>
                  </a:cubicBezTo>
                  <a:cubicBezTo>
                    <a:pt x="180" y="875"/>
                    <a:pt x="179" y="874"/>
                    <a:pt x="178" y="874"/>
                  </a:cubicBezTo>
                  <a:close/>
                  <a:moveTo>
                    <a:pt x="183" y="870"/>
                  </a:moveTo>
                  <a:cubicBezTo>
                    <a:pt x="182" y="871"/>
                    <a:pt x="182" y="871"/>
                    <a:pt x="183" y="872"/>
                  </a:cubicBezTo>
                  <a:cubicBezTo>
                    <a:pt x="184" y="873"/>
                    <a:pt x="185" y="873"/>
                    <a:pt x="185" y="875"/>
                  </a:cubicBezTo>
                  <a:cubicBezTo>
                    <a:pt x="185" y="876"/>
                    <a:pt x="185" y="877"/>
                    <a:pt x="186" y="878"/>
                  </a:cubicBezTo>
                  <a:cubicBezTo>
                    <a:pt x="188" y="879"/>
                    <a:pt x="190" y="880"/>
                    <a:pt x="190" y="878"/>
                  </a:cubicBezTo>
                  <a:cubicBezTo>
                    <a:pt x="190" y="877"/>
                    <a:pt x="190" y="877"/>
                    <a:pt x="189" y="875"/>
                  </a:cubicBezTo>
                  <a:cubicBezTo>
                    <a:pt x="188" y="874"/>
                    <a:pt x="187" y="873"/>
                    <a:pt x="186" y="872"/>
                  </a:cubicBezTo>
                  <a:cubicBezTo>
                    <a:pt x="186" y="871"/>
                    <a:pt x="186" y="870"/>
                    <a:pt x="187" y="871"/>
                  </a:cubicBezTo>
                  <a:cubicBezTo>
                    <a:pt x="189" y="871"/>
                    <a:pt x="189" y="873"/>
                    <a:pt x="190" y="872"/>
                  </a:cubicBezTo>
                  <a:cubicBezTo>
                    <a:pt x="190" y="871"/>
                    <a:pt x="191" y="871"/>
                    <a:pt x="191" y="870"/>
                  </a:cubicBezTo>
                  <a:cubicBezTo>
                    <a:pt x="191" y="868"/>
                    <a:pt x="191" y="867"/>
                    <a:pt x="189" y="868"/>
                  </a:cubicBezTo>
                  <a:cubicBezTo>
                    <a:pt x="187" y="868"/>
                    <a:pt x="185" y="867"/>
                    <a:pt x="185" y="868"/>
                  </a:cubicBezTo>
                  <a:cubicBezTo>
                    <a:pt x="184" y="868"/>
                    <a:pt x="183" y="868"/>
                    <a:pt x="183" y="870"/>
                  </a:cubicBezTo>
                  <a:close/>
                  <a:moveTo>
                    <a:pt x="194" y="870"/>
                  </a:moveTo>
                  <a:cubicBezTo>
                    <a:pt x="197" y="869"/>
                    <a:pt x="200" y="871"/>
                    <a:pt x="200" y="873"/>
                  </a:cubicBezTo>
                  <a:cubicBezTo>
                    <a:pt x="200" y="874"/>
                    <a:pt x="199" y="874"/>
                    <a:pt x="197" y="874"/>
                  </a:cubicBezTo>
                  <a:cubicBezTo>
                    <a:pt x="196" y="873"/>
                    <a:pt x="196" y="874"/>
                    <a:pt x="195" y="874"/>
                  </a:cubicBezTo>
                  <a:cubicBezTo>
                    <a:pt x="194" y="875"/>
                    <a:pt x="193" y="874"/>
                    <a:pt x="193" y="873"/>
                  </a:cubicBezTo>
                  <a:cubicBezTo>
                    <a:pt x="192" y="872"/>
                    <a:pt x="193" y="871"/>
                    <a:pt x="194" y="870"/>
                  </a:cubicBezTo>
                  <a:close/>
                  <a:moveTo>
                    <a:pt x="202" y="875"/>
                  </a:moveTo>
                  <a:cubicBezTo>
                    <a:pt x="201" y="876"/>
                    <a:pt x="199" y="875"/>
                    <a:pt x="200" y="877"/>
                  </a:cubicBezTo>
                  <a:cubicBezTo>
                    <a:pt x="201" y="878"/>
                    <a:pt x="202" y="880"/>
                    <a:pt x="203" y="879"/>
                  </a:cubicBezTo>
                  <a:cubicBezTo>
                    <a:pt x="204" y="877"/>
                    <a:pt x="204" y="878"/>
                    <a:pt x="205" y="876"/>
                  </a:cubicBezTo>
                  <a:cubicBezTo>
                    <a:pt x="205" y="874"/>
                    <a:pt x="202" y="873"/>
                    <a:pt x="202" y="875"/>
                  </a:cubicBezTo>
                  <a:close/>
                  <a:moveTo>
                    <a:pt x="214" y="860"/>
                  </a:moveTo>
                  <a:cubicBezTo>
                    <a:pt x="215" y="858"/>
                    <a:pt x="216" y="861"/>
                    <a:pt x="216" y="862"/>
                  </a:cubicBezTo>
                  <a:cubicBezTo>
                    <a:pt x="216" y="864"/>
                    <a:pt x="216" y="865"/>
                    <a:pt x="218" y="866"/>
                  </a:cubicBezTo>
                  <a:cubicBezTo>
                    <a:pt x="219" y="868"/>
                    <a:pt x="218" y="868"/>
                    <a:pt x="217" y="869"/>
                  </a:cubicBezTo>
                  <a:cubicBezTo>
                    <a:pt x="216" y="870"/>
                    <a:pt x="215" y="868"/>
                    <a:pt x="213" y="866"/>
                  </a:cubicBezTo>
                  <a:cubicBezTo>
                    <a:pt x="211" y="865"/>
                    <a:pt x="211" y="864"/>
                    <a:pt x="211" y="863"/>
                  </a:cubicBezTo>
                  <a:cubicBezTo>
                    <a:pt x="211" y="862"/>
                    <a:pt x="212" y="862"/>
                    <a:pt x="214" y="860"/>
                  </a:cubicBezTo>
                  <a:close/>
                  <a:moveTo>
                    <a:pt x="207" y="869"/>
                  </a:moveTo>
                  <a:cubicBezTo>
                    <a:pt x="208" y="871"/>
                    <a:pt x="208" y="873"/>
                    <a:pt x="210" y="873"/>
                  </a:cubicBezTo>
                  <a:cubicBezTo>
                    <a:pt x="212" y="874"/>
                    <a:pt x="214" y="877"/>
                    <a:pt x="214" y="875"/>
                  </a:cubicBezTo>
                  <a:cubicBezTo>
                    <a:pt x="214" y="873"/>
                    <a:pt x="212" y="873"/>
                    <a:pt x="212" y="871"/>
                  </a:cubicBezTo>
                  <a:cubicBezTo>
                    <a:pt x="212" y="870"/>
                    <a:pt x="211" y="868"/>
                    <a:pt x="210" y="867"/>
                  </a:cubicBezTo>
                  <a:cubicBezTo>
                    <a:pt x="209" y="867"/>
                    <a:pt x="207" y="867"/>
                    <a:pt x="207" y="869"/>
                  </a:cubicBezTo>
                  <a:close/>
                  <a:moveTo>
                    <a:pt x="193" y="884"/>
                  </a:moveTo>
                  <a:cubicBezTo>
                    <a:pt x="194" y="883"/>
                    <a:pt x="194" y="883"/>
                    <a:pt x="195" y="883"/>
                  </a:cubicBezTo>
                  <a:cubicBezTo>
                    <a:pt x="196" y="884"/>
                    <a:pt x="197" y="884"/>
                    <a:pt x="197" y="886"/>
                  </a:cubicBezTo>
                  <a:cubicBezTo>
                    <a:pt x="196" y="887"/>
                    <a:pt x="194" y="886"/>
                    <a:pt x="193" y="886"/>
                  </a:cubicBezTo>
                  <a:cubicBezTo>
                    <a:pt x="192" y="886"/>
                    <a:pt x="191" y="884"/>
                    <a:pt x="193" y="884"/>
                  </a:cubicBezTo>
                  <a:close/>
                  <a:moveTo>
                    <a:pt x="205" y="883"/>
                  </a:moveTo>
                  <a:cubicBezTo>
                    <a:pt x="204" y="884"/>
                    <a:pt x="203" y="884"/>
                    <a:pt x="202" y="884"/>
                  </a:cubicBezTo>
                  <a:cubicBezTo>
                    <a:pt x="200" y="884"/>
                    <a:pt x="199" y="884"/>
                    <a:pt x="199" y="885"/>
                  </a:cubicBezTo>
                  <a:cubicBezTo>
                    <a:pt x="199" y="887"/>
                    <a:pt x="199" y="888"/>
                    <a:pt x="201" y="888"/>
                  </a:cubicBezTo>
                  <a:cubicBezTo>
                    <a:pt x="202" y="887"/>
                    <a:pt x="202" y="886"/>
                    <a:pt x="203" y="886"/>
                  </a:cubicBezTo>
                  <a:cubicBezTo>
                    <a:pt x="205" y="887"/>
                    <a:pt x="205" y="887"/>
                    <a:pt x="205" y="888"/>
                  </a:cubicBezTo>
                  <a:cubicBezTo>
                    <a:pt x="206" y="889"/>
                    <a:pt x="206" y="889"/>
                    <a:pt x="207" y="889"/>
                  </a:cubicBezTo>
                  <a:cubicBezTo>
                    <a:pt x="208" y="888"/>
                    <a:pt x="208" y="888"/>
                    <a:pt x="209" y="887"/>
                  </a:cubicBezTo>
                  <a:cubicBezTo>
                    <a:pt x="210" y="886"/>
                    <a:pt x="210" y="886"/>
                    <a:pt x="210" y="884"/>
                  </a:cubicBezTo>
                  <a:cubicBezTo>
                    <a:pt x="211" y="882"/>
                    <a:pt x="211" y="882"/>
                    <a:pt x="210" y="882"/>
                  </a:cubicBezTo>
                  <a:cubicBezTo>
                    <a:pt x="209" y="882"/>
                    <a:pt x="207" y="883"/>
                    <a:pt x="205" y="883"/>
                  </a:cubicBezTo>
                  <a:close/>
                  <a:moveTo>
                    <a:pt x="254" y="907"/>
                  </a:moveTo>
                  <a:cubicBezTo>
                    <a:pt x="252" y="907"/>
                    <a:pt x="252" y="907"/>
                    <a:pt x="252" y="908"/>
                  </a:cubicBezTo>
                  <a:cubicBezTo>
                    <a:pt x="252" y="910"/>
                    <a:pt x="251" y="911"/>
                    <a:pt x="250" y="910"/>
                  </a:cubicBezTo>
                  <a:cubicBezTo>
                    <a:pt x="250" y="909"/>
                    <a:pt x="249" y="909"/>
                    <a:pt x="250" y="907"/>
                  </a:cubicBezTo>
                  <a:cubicBezTo>
                    <a:pt x="250" y="906"/>
                    <a:pt x="250" y="905"/>
                    <a:pt x="252" y="904"/>
                  </a:cubicBezTo>
                  <a:cubicBezTo>
                    <a:pt x="253" y="904"/>
                    <a:pt x="255" y="906"/>
                    <a:pt x="254" y="907"/>
                  </a:cubicBezTo>
                  <a:close/>
                  <a:moveTo>
                    <a:pt x="231" y="907"/>
                  </a:moveTo>
                  <a:cubicBezTo>
                    <a:pt x="231" y="908"/>
                    <a:pt x="232" y="909"/>
                    <a:pt x="234" y="910"/>
                  </a:cubicBezTo>
                  <a:cubicBezTo>
                    <a:pt x="236" y="910"/>
                    <a:pt x="234" y="910"/>
                    <a:pt x="236" y="911"/>
                  </a:cubicBezTo>
                  <a:cubicBezTo>
                    <a:pt x="238" y="913"/>
                    <a:pt x="240" y="911"/>
                    <a:pt x="240" y="909"/>
                  </a:cubicBezTo>
                  <a:cubicBezTo>
                    <a:pt x="239" y="908"/>
                    <a:pt x="237" y="909"/>
                    <a:pt x="237" y="907"/>
                  </a:cubicBezTo>
                  <a:cubicBezTo>
                    <a:pt x="237" y="906"/>
                    <a:pt x="232" y="904"/>
                    <a:pt x="231" y="907"/>
                  </a:cubicBezTo>
                  <a:close/>
                  <a:moveTo>
                    <a:pt x="239" y="899"/>
                  </a:moveTo>
                  <a:cubicBezTo>
                    <a:pt x="241" y="898"/>
                    <a:pt x="244" y="899"/>
                    <a:pt x="245" y="901"/>
                  </a:cubicBezTo>
                  <a:cubicBezTo>
                    <a:pt x="246" y="902"/>
                    <a:pt x="247" y="901"/>
                    <a:pt x="247" y="902"/>
                  </a:cubicBezTo>
                  <a:cubicBezTo>
                    <a:pt x="248" y="904"/>
                    <a:pt x="247" y="903"/>
                    <a:pt x="246" y="903"/>
                  </a:cubicBezTo>
                  <a:cubicBezTo>
                    <a:pt x="244" y="903"/>
                    <a:pt x="244" y="903"/>
                    <a:pt x="242" y="903"/>
                  </a:cubicBezTo>
                  <a:cubicBezTo>
                    <a:pt x="240" y="903"/>
                    <a:pt x="240" y="904"/>
                    <a:pt x="238" y="904"/>
                  </a:cubicBezTo>
                  <a:cubicBezTo>
                    <a:pt x="235" y="904"/>
                    <a:pt x="237" y="903"/>
                    <a:pt x="237" y="901"/>
                  </a:cubicBezTo>
                  <a:cubicBezTo>
                    <a:pt x="237" y="900"/>
                    <a:pt x="238" y="901"/>
                    <a:pt x="239" y="899"/>
                  </a:cubicBezTo>
                  <a:close/>
                  <a:moveTo>
                    <a:pt x="251" y="898"/>
                  </a:moveTo>
                  <a:cubicBezTo>
                    <a:pt x="249" y="899"/>
                    <a:pt x="248" y="898"/>
                    <a:pt x="248" y="899"/>
                  </a:cubicBezTo>
                  <a:cubicBezTo>
                    <a:pt x="249" y="900"/>
                    <a:pt x="250" y="900"/>
                    <a:pt x="251" y="901"/>
                  </a:cubicBezTo>
                  <a:cubicBezTo>
                    <a:pt x="253" y="902"/>
                    <a:pt x="254" y="903"/>
                    <a:pt x="255" y="902"/>
                  </a:cubicBezTo>
                  <a:cubicBezTo>
                    <a:pt x="256" y="901"/>
                    <a:pt x="255" y="900"/>
                    <a:pt x="257" y="900"/>
                  </a:cubicBezTo>
                  <a:cubicBezTo>
                    <a:pt x="259" y="899"/>
                    <a:pt x="260" y="899"/>
                    <a:pt x="259" y="898"/>
                  </a:cubicBezTo>
                  <a:cubicBezTo>
                    <a:pt x="259" y="897"/>
                    <a:pt x="258" y="896"/>
                    <a:pt x="256" y="897"/>
                  </a:cubicBezTo>
                  <a:cubicBezTo>
                    <a:pt x="253" y="898"/>
                    <a:pt x="252" y="898"/>
                    <a:pt x="251" y="898"/>
                  </a:cubicBezTo>
                  <a:close/>
                  <a:moveTo>
                    <a:pt x="231" y="895"/>
                  </a:moveTo>
                  <a:cubicBezTo>
                    <a:pt x="230" y="897"/>
                    <a:pt x="228" y="896"/>
                    <a:pt x="229" y="897"/>
                  </a:cubicBezTo>
                  <a:cubicBezTo>
                    <a:pt x="229" y="899"/>
                    <a:pt x="229" y="900"/>
                    <a:pt x="231" y="899"/>
                  </a:cubicBezTo>
                  <a:cubicBezTo>
                    <a:pt x="232" y="899"/>
                    <a:pt x="233" y="898"/>
                    <a:pt x="234" y="898"/>
                  </a:cubicBezTo>
                  <a:cubicBezTo>
                    <a:pt x="236" y="898"/>
                    <a:pt x="237" y="898"/>
                    <a:pt x="236" y="897"/>
                  </a:cubicBezTo>
                  <a:cubicBezTo>
                    <a:pt x="236" y="895"/>
                    <a:pt x="232" y="894"/>
                    <a:pt x="231" y="895"/>
                  </a:cubicBezTo>
                  <a:close/>
                  <a:moveTo>
                    <a:pt x="216" y="900"/>
                  </a:moveTo>
                  <a:cubicBezTo>
                    <a:pt x="217" y="899"/>
                    <a:pt x="218" y="898"/>
                    <a:pt x="219" y="900"/>
                  </a:cubicBezTo>
                  <a:cubicBezTo>
                    <a:pt x="219" y="901"/>
                    <a:pt x="219" y="902"/>
                    <a:pt x="219" y="903"/>
                  </a:cubicBezTo>
                  <a:cubicBezTo>
                    <a:pt x="218" y="903"/>
                    <a:pt x="216" y="903"/>
                    <a:pt x="216" y="902"/>
                  </a:cubicBezTo>
                  <a:cubicBezTo>
                    <a:pt x="215" y="901"/>
                    <a:pt x="215" y="900"/>
                    <a:pt x="216" y="900"/>
                  </a:cubicBezTo>
                  <a:close/>
                  <a:moveTo>
                    <a:pt x="207" y="897"/>
                  </a:moveTo>
                  <a:cubicBezTo>
                    <a:pt x="209" y="897"/>
                    <a:pt x="210" y="897"/>
                    <a:pt x="211" y="897"/>
                  </a:cubicBezTo>
                  <a:cubicBezTo>
                    <a:pt x="212" y="898"/>
                    <a:pt x="212" y="899"/>
                    <a:pt x="212" y="900"/>
                  </a:cubicBezTo>
                  <a:cubicBezTo>
                    <a:pt x="211" y="900"/>
                    <a:pt x="209" y="900"/>
                    <a:pt x="209" y="900"/>
                  </a:cubicBezTo>
                  <a:cubicBezTo>
                    <a:pt x="208" y="899"/>
                    <a:pt x="205" y="898"/>
                    <a:pt x="207" y="89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4FECBAAB-3158-8490-8425-58A3324BC6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33579" y="3003571"/>
              <a:ext cx="366701" cy="141039"/>
            </a:xfrm>
            <a:custGeom>
              <a:avLst/>
              <a:gdLst>
                <a:gd name="T0" fmla="*/ 243 w 334"/>
                <a:gd name="T1" fmla="*/ 89 h 131"/>
                <a:gd name="T2" fmla="*/ 244 w 334"/>
                <a:gd name="T3" fmla="*/ 73 h 131"/>
                <a:gd name="T4" fmla="*/ 241 w 334"/>
                <a:gd name="T5" fmla="*/ 82 h 131"/>
                <a:gd name="T6" fmla="*/ 234 w 334"/>
                <a:gd name="T7" fmla="*/ 84 h 131"/>
                <a:gd name="T8" fmla="*/ 223 w 334"/>
                <a:gd name="T9" fmla="*/ 79 h 131"/>
                <a:gd name="T10" fmla="*/ 223 w 334"/>
                <a:gd name="T11" fmla="*/ 67 h 131"/>
                <a:gd name="T12" fmla="*/ 222 w 334"/>
                <a:gd name="T13" fmla="*/ 53 h 131"/>
                <a:gd name="T14" fmla="*/ 228 w 334"/>
                <a:gd name="T15" fmla="*/ 47 h 131"/>
                <a:gd name="T16" fmla="*/ 231 w 334"/>
                <a:gd name="T17" fmla="*/ 38 h 131"/>
                <a:gd name="T18" fmla="*/ 238 w 334"/>
                <a:gd name="T19" fmla="*/ 17 h 131"/>
                <a:gd name="T20" fmla="*/ 248 w 334"/>
                <a:gd name="T21" fmla="*/ 11 h 131"/>
                <a:gd name="T22" fmla="*/ 260 w 334"/>
                <a:gd name="T23" fmla="*/ 6 h 131"/>
                <a:gd name="T24" fmla="*/ 263 w 334"/>
                <a:gd name="T25" fmla="*/ 3 h 131"/>
                <a:gd name="T26" fmla="*/ 286 w 334"/>
                <a:gd name="T27" fmla="*/ 16 h 131"/>
                <a:gd name="T28" fmla="*/ 292 w 334"/>
                <a:gd name="T29" fmla="*/ 24 h 131"/>
                <a:gd name="T30" fmla="*/ 310 w 334"/>
                <a:gd name="T31" fmla="*/ 25 h 131"/>
                <a:gd name="T32" fmla="*/ 329 w 334"/>
                <a:gd name="T33" fmla="*/ 31 h 131"/>
                <a:gd name="T34" fmla="*/ 334 w 334"/>
                <a:gd name="T35" fmla="*/ 49 h 131"/>
                <a:gd name="T36" fmla="*/ 314 w 334"/>
                <a:gd name="T37" fmla="*/ 77 h 131"/>
                <a:gd name="T38" fmla="*/ 290 w 334"/>
                <a:gd name="T39" fmla="*/ 88 h 131"/>
                <a:gd name="T40" fmla="*/ 269 w 334"/>
                <a:gd name="T41" fmla="*/ 108 h 131"/>
                <a:gd name="T42" fmla="*/ 266 w 334"/>
                <a:gd name="T43" fmla="*/ 117 h 131"/>
                <a:gd name="T44" fmla="*/ 254 w 334"/>
                <a:gd name="T45" fmla="*/ 130 h 131"/>
                <a:gd name="T46" fmla="*/ 245 w 334"/>
                <a:gd name="T47" fmla="*/ 120 h 131"/>
                <a:gd name="T48" fmla="*/ 236 w 334"/>
                <a:gd name="T49" fmla="*/ 120 h 131"/>
                <a:gd name="T50" fmla="*/ 231 w 334"/>
                <a:gd name="T51" fmla="*/ 114 h 131"/>
                <a:gd name="T52" fmla="*/ 234 w 334"/>
                <a:gd name="T53" fmla="*/ 100 h 131"/>
                <a:gd name="T54" fmla="*/ 12 w 334"/>
                <a:gd name="T55" fmla="*/ 39 h 131"/>
                <a:gd name="T56" fmla="*/ 9 w 334"/>
                <a:gd name="T57" fmla="*/ 52 h 131"/>
                <a:gd name="T58" fmla="*/ 9 w 334"/>
                <a:gd name="T59" fmla="*/ 42 h 131"/>
                <a:gd name="T60" fmla="*/ 4 w 334"/>
                <a:gd name="T61" fmla="*/ 29 h 131"/>
                <a:gd name="T62" fmla="*/ 3 w 334"/>
                <a:gd name="T63" fmla="*/ 39 h 131"/>
                <a:gd name="T64" fmla="*/ 16 w 334"/>
                <a:gd name="T65" fmla="*/ 37 h 131"/>
                <a:gd name="T66" fmla="*/ 25 w 334"/>
                <a:gd name="T67" fmla="*/ 41 h 131"/>
                <a:gd name="T68" fmla="*/ 27 w 334"/>
                <a:gd name="T69" fmla="*/ 44 h 131"/>
                <a:gd name="T70" fmla="*/ 42 w 334"/>
                <a:gd name="T71" fmla="*/ 48 h 131"/>
                <a:gd name="T72" fmla="*/ 49 w 334"/>
                <a:gd name="T73" fmla="*/ 46 h 131"/>
                <a:gd name="T74" fmla="*/ 23 w 334"/>
                <a:gd name="T75" fmla="*/ 59 h 131"/>
                <a:gd name="T76" fmla="*/ 40 w 334"/>
                <a:gd name="T77" fmla="*/ 59 h 131"/>
                <a:gd name="T78" fmla="*/ 40 w 334"/>
                <a:gd name="T79" fmla="*/ 59 h 131"/>
                <a:gd name="T80" fmla="*/ 23 w 334"/>
                <a:gd name="T81" fmla="*/ 25 h 131"/>
                <a:gd name="T82" fmla="*/ 16 w 334"/>
                <a:gd name="T83" fmla="*/ 18 h 131"/>
                <a:gd name="T84" fmla="*/ 16 w 334"/>
                <a:gd name="T85" fmla="*/ 18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4" h="131">
                  <a:moveTo>
                    <a:pt x="234" y="100"/>
                  </a:moveTo>
                  <a:cubicBezTo>
                    <a:pt x="236" y="99"/>
                    <a:pt x="237" y="99"/>
                    <a:pt x="239" y="97"/>
                  </a:cubicBezTo>
                  <a:cubicBezTo>
                    <a:pt x="241" y="95"/>
                    <a:pt x="243" y="93"/>
                    <a:pt x="243" y="89"/>
                  </a:cubicBezTo>
                  <a:cubicBezTo>
                    <a:pt x="244" y="86"/>
                    <a:pt x="245" y="86"/>
                    <a:pt x="245" y="84"/>
                  </a:cubicBezTo>
                  <a:cubicBezTo>
                    <a:pt x="245" y="82"/>
                    <a:pt x="244" y="82"/>
                    <a:pt x="244" y="79"/>
                  </a:cubicBezTo>
                  <a:cubicBezTo>
                    <a:pt x="244" y="77"/>
                    <a:pt x="245" y="74"/>
                    <a:pt x="244" y="73"/>
                  </a:cubicBezTo>
                  <a:cubicBezTo>
                    <a:pt x="244" y="72"/>
                    <a:pt x="243" y="72"/>
                    <a:pt x="242" y="73"/>
                  </a:cubicBezTo>
                  <a:cubicBezTo>
                    <a:pt x="242" y="74"/>
                    <a:pt x="241" y="75"/>
                    <a:pt x="241" y="78"/>
                  </a:cubicBezTo>
                  <a:cubicBezTo>
                    <a:pt x="241" y="80"/>
                    <a:pt x="242" y="82"/>
                    <a:pt x="241" y="82"/>
                  </a:cubicBezTo>
                  <a:cubicBezTo>
                    <a:pt x="240" y="82"/>
                    <a:pt x="239" y="81"/>
                    <a:pt x="238" y="80"/>
                  </a:cubicBezTo>
                  <a:cubicBezTo>
                    <a:pt x="238" y="80"/>
                    <a:pt x="238" y="79"/>
                    <a:pt x="236" y="80"/>
                  </a:cubicBezTo>
                  <a:cubicBezTo>
                    <a:pt x="235" y="82"/>
                    <a:pt x="235" y="83"/>
                    <a:pt x="234" y="84"/>
                  </a:cubicBezTo>
                  <a:cubicBezTo>
                    <a:pt x="234" y="85"/>
                    <a:pt x="235" y="86"/>
                    <a:pt x="232" y="85"/>
                  </a:cubicBezTo>
                  <a:cubicBezTo>
                    <a:pt x="229" y="84"/>
                    <a:pt x="227" y="83"/>
                    <a:pt x="226" y="82"/>
                  </a:cubicBezTo>
                  <a:cubicBezTo>
                    <a:pt x="225" y="81"/>
                    <a:pt x="224" y="81"/>
                    <a:pt x="223" y="79"/>
                  </a:cubicBezTo>
                  <a:cubicBezTo>
                    <a:pt x="221" y="78"/>
                    <a:pt x="219" y="78"/>
                    <a:pt x="220" y="76"/>
                  </a:cubicBezTo>
                  <a:cubicBezTo>
                    <a:pt x="221" y="74"/>
                    <a:pt x="223" y="75"/>
                    <a:pt x="223" y="73"/>
                  </a:cubicBezTo>
                  <a:cubicBezTo>
                    <a:pt x="223" y="72"/>
                    <a:pt x="223" y="67"/>
                    <a:pt x="223" y="67"/>
                  </a:cubicBezTo>
                  <a:cubicBezTo>
                    <a:pt x="223" y="67"/>
                    <a:pt x="222" y="63"/>
                    <a:pt x="222" y="61"/>
                  </a:cubicBezTo>
                  <a:cubicBezTo>
                    <a:pt x="222" y="59"/>
                    <a:pt x="223" y="58"/>
                    <a:pt x="223" y="56"/>
                  </a:cubicBezTo>
                  <a:cubicBezTo>
                    <a:pt x="223" y="55"/>
                    <a:pt x="222" y="54"/>
                    <a:pt x="222" y="53"/>
                  </a:cubicBezTo>
                  <a:cubicBezTo>
                    <a:pt x="222" y="51"/>
                    <a:pt x="223" y="51"/>
                    <a:pt x="223" y="50"/>
                  </a:cubicBezTo>
                  <a:cubicBezTo>
                    <a:pt x="224" y="50"/>
                    <a:pt x="224" y="49"/>
                    <a:pt x="226" y="49"/>
                  </a:cubicBezTo>
                  <a:cubicBezTo>
                    <a:pt x="227" y="48"/>
                    <a:pt x="227" y="49"/>
                    <a:pt x="228" y="47"/>
                  </a:cubicBezTo>
                  <a:cubicBezTo>
                    <a:pt x="229" y="46"/>
                    <a:pt x="230" y="45"/>
                    <a:pt x="231" y="44"/>
                  </a:cubicBezTo>
                  <a:cubicBezTo>
                    <a:pt x="232" y="44"/>
                    <a:pt x="232" y="42"/>
                    <a:pt x="232" y="42"/>
                  </a:cubicBezTo>
                  <a:cubicBezTo>
                    <a:pt x="231" y="41"/>
                    <a:pt x="230" y="40"/>
                    <a:pt x="231" y="38"/>
                  </a:cubicBezTo>
                  <a:cubicBezTo>
                    <a:pt x="231" y="36"/>
                    <a:pt x="232" y="35"/>
                    <a:pt x="234" y="33"/>
                  </a:cubicBezTo>
                  <a:cubicBezTo>
                    <a:pt x="236" y="31"/>
                    <a:pt x="239" y="32"/>
                    <a:pt x="238" y="27"/>
                  </a:cubicBezTo>
                  <a:cubicBezTo>
                    <a:pt x="238" y="22"/>
                    <a:pt x="238" y="19"/>
                    <a:pt x="238" y="17"/>
                  </a:cubicBezTo>
                  <a:cubicBezTo>
                    <a:pt x="238" y="15"/>
                    <a:pt x="239" y="15"/>
                    <a:pt x="240" y="15"/>
                  </a:cubicBezTo>
                  <a:cubicBezTo>
                    <a:pt x="241" y="14"/>
                    <a:pt x="243" y="15"/>
                    <a:pt x="245" y="14"/>
                  </a:cubicBezTo>
                  <a:cubicBezTo>
                    <a:pt x="247" y="13"/>
                    <a:pt x="247" y="12"/>
                    <a:pt x="248" y="11"/>
                  </a:cubicBezTo>
                  <a:cubicBezTo>
                    <a:pt x="249" y="11"/>
                    <a:pt x="249" y="10"/>
                    <a:pt x="251" y="10"/>
                  </a:cubicBezTo>
                  <a:cubicBezTo>
                    <a:pt x="254" y="10"/>
                    <a:pt x="255" y="10"/>
                    <a:pt x="257" y="9"/>
                  </a:cubicBezTo>
                  <a:cubicBezTo>
                    <a:pt x="258" y="8"/>
                    <a:pt x="259" y="9"/>
                    <a:pt x="260" y="6"/>
                  </a:cubicBezTo>
                  <a:cubicBezTo>
                    <a:pt x="260" y="4"/>
                    <a:pt x="260" y="2"/>
                    <a:pt x="260" y="1"/>
                  </a:cubicBezTo>
                  <a:cubicBezTo>
                    <a:pt x="260" y="0"/>
                    <a:pt x="260" y="0"/>
                    <a:pt x="260" y="0"/>
                  </a:cubicBezTo>
                  <a:cubicBezTo>
                    <a:pt x="261" y="1"/>
                    <a:pt x="262" y="2"/>
                    <a:pt x="263" y="3"/>
                  </a:cubicBezTo>
                  <a:cubicBezTo>
                    <a:pt x="266" y="5"/>
                    <a:pt x="269" y="7"/>
                    <a:pt x="272" y="10"/>
                  </a:cubicBezTo>
                  <a:cubicBezTo>
                    <a:pt x="277" y="13"/>
                    <a:pt x="280" y="14"/>
                    <a:pt x="283" y="14"/>
                  </a:cubicBezTo>
                  <a:cubicBezTo>
                    <a:pt x="284" y="15"/>
                    <a:pt x="285" y="15"/>
                    <a:pt x="286" y="16"/>
                  </a:cubicBezTo>
                  <a:cubicBezTo>
                    <a:pt x="287" y="16"/>
                    <a:pt x="287" y="17"/>
                    <a:pt x="288" y="18"/>
                  </a:cubicBezTo>
                  <a:cubicBezTo>
                    <a:pt x="288" y="18"/>
                    <a:pt x="288" y="18"/>
                    <a:pt x="288" y="18"/>
                  </a:cubicBezTo>
                  <a:cubicBezTo>
                    <a:pt x="288" y="20"/>
                    <a:pt x="289" y="22"/>
                    <a:pt x="292" y="24"/>
                  </a:cubicBezTo>
                  <a:cubicBezTo>
                    <a:pt x="294" y="25"/>
                    <a:pt x="297" y="26"/>
                    <a:pt x="300" y="26"/>
                  </a:cubicBezTo>
                  <a:cubicBezTo>
                    <a:pt x="303" y="27"/>
                    <a:pt x="306" y="27"/>
                    <a:pt x="308" y="26"/>
                  </a:cubicBezTo>
                  <a:cubicBezTo>
                    <a:pt x="309" y="26"/>
                    <a:pt x="309" y="25"/>
                    <a:pt x="310" y="25"/>
                  </a:cubicBezTo>
                  <a:cubicBezTo>
                    <a:pt x="312" y="24"/>
                    <a:pt x="314" y="23"/>
                    <a:pt x="318" y="26"/>
                  </a:cubicBezTo>
                  <a:cubicBezTo>
                    <a:pt x="322" y="27"/>
                    <a:pt x="325" y="29"/>
                    <a:pt x="328" y="30"/>
                  </a:cubicBezTo>
                  <a:cubicBezTo>
                    <a:pt x="329" y="31"/>
                    <a:pt x="329" y="31"/>
                    <a:pt x="329" y="31"/>
                  </a:cubicBezTo>
                  <a:cubicBezTo>
                    <a:pt x="329" y="33"/>
                    <a:pt x="329" y="35"/>
                    <a:pt x="329" y="37"/>
                  </a:cubicBezTo>
                  <a:cubicBezTo>
                    <a:pt x="329" y="39"/>
                    <a:pt x="330" y="42"/>
                    <a:pt x="331" y="44"/>
                  </a:cubicBezTo>
                  <a:cubicBezTo>
                    <a:pt x="333" y="46"/>
                    <a:pt x="333" y="47"/>
                    <a:pt x="334" y="49"/>
                  </a:cubicBezTo>
                  <a:cubicBezTo>
                    <a:pt x="334" y="50"/>
                    <a:pt x="334" y="52"/>
                    <a:pt x="333" y="53"/>
                  </a:cubicBezTo>
                  <a:cubicBezTo>
                    <a:pt x="332" y="55"/>
                    <a:pt x="328" y="61"/>
                    <a:pt x="323" y="67"/>
                  </a:cubicBezTo>
                  <a:cubicBezTo>
                    <a:pt x="320" y="71"/>
                    <a:pt x="316" y="75"/>
                    <a:pt x="314" y="77"/>
                  </a:cubicBezTo>
                  <a:cubicBezTo>
                    <a:pt x="309" y="81"/>
                    <a:pt x="306" y="82"/>
                    <a:pt x="299" y="85"/>
                  </a:cubicBezTo>
                  <a:cubicBezTo>
                    <a:pt x="298" y="85"/>
                    <a:pt x="297" y="86"/>
                    <a:pt x="297" y="86"/>
                  </a:cubicBezTo>
                  <a:cubicBezTo>
                    <a:pt x="294" y="87"/>
                    <a:pt x="292" y="88"/>
                    <a:pt x="290" y="88"/>
                  </a:cubicBezTo>
                  <a:cubicBezTo>
                    <a:pt x="287" y="89"/>
                    <a:pt x="285" y="90"/>
                    <a:pt x="280" y="93"/>
                  </a:cubicBezTo>
                  <a:cubicBezTo>
                    <a:pt x="280" y="93"/>
                    <a:pt x="280" y="93"/>
                    <a:pt x="280" y="93"/>
                  </a:cubicBezTo>
                  <a:cubicBezTo>
                    <a:pt x="274" y="97"/>
                    <a:pt x="271" y="104"/>
                    <a:pt x="269" y="108"/>
                  </a:cubicBezTo>
                  <a:cubicBezTo>
                    <a:pt x="269" y="109"/>
                    <a:pt x="269" y="109"/>
                    <a:pt x="269" y="109"/>
                  </a:cubicBezTo>
                  <a:cubicBezTo>
                    <a:pt x="269" y="109"/>
                    <a:pt x="269" y="109"/>
                    <a:pt x="269" y="109"/>
                  </a:cubicBezTo>
                  <a:cubicBezTo>
                    <a:pt x="268" y="111"/>
                    <a:pt x="267" y="114"/>
                    <a:pt x="266" y="117"/>
                  </a:cubicBezTo>
                  <a:cubicBezTo>
                    <a:pt x="265" y="120"/>
                    <a:pt x="264" y="123"/>
                    <a:pt x="264" y="125"/>
                  </a:cubicBezTo>
                  <a:cubicBezTo>
                    <a:pt x="263" y="126"/>
                    <a:pt x="261" y="128"/>
                    <a:pt x="259" y="129"/>
                  </a:cubicBezTo>
                  <a:cubicBezTo>
                    <a:pt x="258" y="130"/>
                    <a:pt x="256" y="131"/>
                    <a:pt x="254" y="130"/>
                  </a:cubicBezTo>
                  <a:cubicBezTo>
                    <a:pt x="252" y="130"/>
                    <a:pt x="252" y="128"/>
                    <a:pt x="251" y="127"/>
                  </a:cubicBezTo>
                  <a:cubicBezTo>
                    <a:pt x="250" y="126"/>
                    <a:pt x="250" y="125"/>
                    <a:pt x="249" y="124"/>
                  </a:cubicBezTo>
                  <a:cubicBezTo>
                    <a:pt x="248" y="122"/>
                    <a:pt x="246" y="121"/>
                    <a:pt x="245" y="120"/>
                  </a:cubicBezTo>
                  <a:cubicBezTo>
                    <a:pt x="243" y="120"/>
                    <a:pt x="241" y="120"/>
                    <a:pt x="237" y="120"/>
                  </a:cubicBezTo>
                  <a:cubicBezTo>
                    <a:pt x="237" y="120"/>
                    <a:pt x="237" y="120"/>
                    <a:pt x="237" y="120"/>
                  </a:cubicBezTo>
                  <a:cubicBezTo>
                    <a:pt x="236" y="120"/>
                    <a:pt x="236" y="120"/>
                    <a:pt x="236" y="120"/>
                  </a:cubicBezTo>
                  <a:cubicBezTo>
                    <a:pt x="232" y="121"/>
                    <a:pt x="232" y="121"/>
                    <a:pt x="231" y="120"/>
                  </a:cubicBezTo>
                  <a:cubicBezTo>
                    <a:pt x="230" y="119"/>
                    <a:pt x="230" y="119"/>
                    <a:pt x="230" y="118"/>
                  </a:cubicBezTo>
                  <a:cubicBezTo>
                    <a:pt x="230" y="117"/>
                    <a:pt x="230" y="116"/>
                    <a:pt x="231" y="114"/>
                  </a:cubicBezTo>
                  <a:cubicBezTo>
                    <a:pt x="231" y="113"/>
                    <a:pt x="232" y="113"/>
                    <a:pt x="233" y="112"/>
                  </a:cubicBezTo>
                  <a:cubicBezTo>
                    <a:pt x="235" y="111"/>
                    <a:pt x="237" y="111"/>
                    <a:pt x="236" y="108"/>
                  </a:cubicBezTo>
                  <a:cubicBezTo>
                    <a:pt x="236" y="106"/>
                    <a:pt x="235" y="103"/>
                    <a:pt x="234" y="100"/>
                  </a:cubicBezTo>
                  <a:close/>
                  <a:moveTo>
                    <a:pt x="4" y="29"/>
                  </a:moveTo>
                  <a:cubicBezTo>
                    <a:pt x="8" y="31"/>
                    <a:pt x="8" y="31"/>
                    <a:pt x="9" y="34"/>
                  </a:cubicBezTo>
                  <a:cubicBezTo>
                    <a:pt x="10" y="37"/>
                    <a:pt x="9" y="37"/>
                    <a:pt x="12" y="39"/>
                  </a:cubicBezTo>
                  <a:cubicBezTo>
                    <a:pt x="15" y="42"/>
                    <a:pt x="17" y="43"/>
                    <a:pt x="17" y="45"/>
                  </a:cubicBezTo>
                  <a:cubicBezTo>
                    <a:pt x="16" y="47"/>
                    <a:pt x="14" y="48"/>
                    <a:pt x="12" y="49"/>
                  </a:cubicBezTo>
                  <a:cubicBezTo>
                    <a:pt x="11" y="50"/>
                    <a:pt x="10" y="52"/>
                    <a:pt x="9" y="52"/>
                  </a:cubicBezTo>
                  <a:cubicBezTo>
                    <a:pt x="7" y="53"/>
                    <a:pt x="3" y="52"/>
                    <a:pt x="3" y="49"/>
                  </a:cubicBezTo>
                  <a:cubicBezTo>
                    <a:pt x="3" y="47"/>
                    <a:pt x="5" y="45"/>
                    <a:pt x="7" y="44"/>
                  </a:cubicBezTo>
                  <a:cubicBezTo>
                    <a:pt x="9" y="44"/>
                    <a:pt x="10" y="44"/>
                    <a:pt x="9" y="42"/>
                  </a:cubicBezTo>
                  <a:cubicBezTo>
                    <a:pt x="7" y="39"/>
                    <a:pt x="6" y="40"/>
                    <a:pt x="5" y="37"/>
                  </a:cubicBezTo>
                  <a:cubicBezTo>
                    <a:pt x="5" y="34"/>
                    <a:pt x="6" y="34"/>
                    <a:pt x="5" y="33"/>
                  </a:cubicBezTo>
                  <a:cubicBezTo>
                    <a:pt x="4" y="32"/>
                    <a:pt x="3" y="29"/>
                    <a:pt x="4" y="29"/>
                  </a:cubicBezTo>
                  <a:close/>
                  <a:moveTo>
                    <a:pt x="0" y="39"/>
                  </a:moveTo>
                  <a:cubicBezTo>
                    <a:pt x="0" y="40"/>
                    <a:pt x="0" y="40"/>
                    <a:pt x="2" y="40"/>
                  </a:cubicBezTo>
                  <a:cubicBezTo>
                    <a:pt x="3" y="40"/>
                    <a:pt x="3" y="40"/>
                    <a:pt x="3" y="39"/>
                  </a:cubicBezTo>
                  <a:cubicBezTo>
                    <a:pt x="2" y="38"/>
                    <a:pt x="0" y="37"/>
                    <a:pt x="0" y="39"/>
                  </a:cubicBezTo>
                  <a:close/>
                  <a:moveTo>
                    <a:pt x="17" y="35"/>
                  </a:moveTo>
                  <a:cubicBezTo>
                    <a:pt x="16" y="36"/>
                    <a:pt x="15" y="37"/>
                    <a:pt x="16" y="37"/>
                  </a:cubicBezTo>
                  <a:cubicBezTo>
                    <a:pt x="18" y="38"/>
                    <a:pt x="20" y="39"/>
                    <a:pt x="20" y="38"/>
                  </a:cubicBezTo>
                  <a:cubicBezTo>
                    <a:pt x="20" y="36"/>
                    <a:pt x="19" y="34"/>
                    <a:pt x="17" y="35"/>
                  </a:cubicBezTo>
                  <a:close/>
                  <a:moveTo>
                    <a:pt x="25" y="41"/>
                  </a:moveTo>
                  <a:cubicBezTo>
                    <a:pt x="23" y="42"/>
                    <a:pt x="23" y="42"/>
                    <a:pt x="23" y="44"/>
                  </a:cubicBezTo>
                  <a:cubicBezTo>
                    <a:pt x="23" y="46"/>
                    <a:pt x="24" y="47"/>
                    <a:pt x="25" y="46"/>
                  </a:cubicBezTo>
                  <a:cubicBezTo>
                    <a:pt x="26" y="45"/>
                    <a:pt x="26" y="45"/>
                    <a:pt x="27" y="44"/>
                  </a:cubicBezTo>
                  <a:cubicBezTo>
                    <a:pt x="28" y="42"/>
                    <a:pt x="26" y="41"/>
                    <a:pt x="25" y="41"/>
                  </a:cubicBezTo>
                  <a:close/>
                  <a:moveTo>
                    <a:pt x="45" y="46"/>
                  </a:moveTo>
                  <a:cubicBezTo>
                    <a:pt x="44" y="47"/>
                    <a:pt x="43" y="47"/>
                    <a:pt x="42" y="48"/>
                  </a:cubicBezTo>
                  <a:cubicBezTo>
                    <a:pt x="42" y="49"/>
                    <a:pt x="41" y="50"/>
                    <a:pt x="42" y="50"/>
                  </a:cubicBezTo>
                  <a:cubicBezTo>
                    <a:pt x="44" y="51"/>
                    <a:pt x="44" y="50"/>
                    <a:pt x="45" y="48"/>
                  </a:cubicBezTo>
                  <a:cubicBezTo>
                    <a:pt x="46" y="47"/>
                    <a:pt x="49" y="47"/>
                    <a:pt x="49" y="46"/>
                  </a:cubicBezTo>
                  <a:cubicBezTo>
                    <a:pt x="49" y="45"/>
                    <a:pt x="46" y="45"/>
                    <a:pt x="45" y="46"/>
                  </a:cubicBezTo>
                  <a:close/>
                  <a:moveTo>
                    <a:pt x="24" y="57"/>
                  </a:moveTo>
                  <a:cubicBezTo>
                    <a:pt x="23" y="58"/>
                    <a:pt x="22" y="58"/>
                    <a:pt x="23" y="59"/>
                  </a:cubicBezTo>
                  <a:cubicBezTo>
                    <a:pt x="24" y="60"/>
                    <a:pt x="26" y="60"/>
                    <a:pt x="26" y="58"/>
                  </a:cubicBezTo>
                  <a:cubicBezTo>
                    <a:pt x="27" y="57"/>
                    <a:pt x="26" y="56"/>
                    <a:pt x="24" y="57"/>
                  </a:cubicBezTo>
                  <a:close/>
                  <a:moveTo>
                    <a:pt x="40" y="59"/>
                  </a:moveTo>
                  <a:cubicBezTo>
                    <a:pt x="38" y="60"/>
                    <a:pt x="38" y="60"/>
                    <a:pt x="39" y="61"/>
                  </a:cubicBezTo>
                  <a:cubicBezTo>
                    <a:pt x="41" y="62"/>
                    <a:pt x="43" y="59"/>
                    <a:pt x="42" y="59"/>
                  </a:cubicBezTo>
                  <a:cubicBezTo>
                    <a:pt x="42" y="59"/>
                    <a:pt x="41" y="58"/>
                    <a:pt x="40" y="59"/>
                  </a:cubicBezTo>
                  <a:close/>
                  <a:moveTo>
                    <a:pt x="22" y="23"/>
                  </a:moveTo>
                  <a:cubicBezTo>
                    <a:pt x="21" y="23"/>
                    <a:pt x="20" y="23"/>
                    <a:pt x="21" y="24"/>
                  </a:cubicBezTo>
                  <a:cubicBezTo>
                    <a:pt x="22" y="24"/>
                    <a:pt x="22" y="24"/>
                    <a:pt x="23" y="25"/>
                  </a:cubicBezTo>
                  <a:cubicBezTo>
                    <a:pt x="24" y="25"/>
                    <a:pt x="24" y="25"/>
                    <a:pt x="24" y="24"/>
                  </a:cubicBezTo>
                  <a:cubicBezTo>
                    <a:pt x="24" y="23"/>
                    <a:pt x="23" y="23"/>
                    <a:pt x="22" y="23"/>
                  </a:cubicBezTo>
                  <a:close/>
                  <a:moveTo>
                    <a:pt x="16" y="18"/>
                  </a:moveTo>
                  <a:cubicBezTo>
                    <a:pt x="15" y="19"/>
                    <a:pt x="15" y="19"/>
                    <a:pt x="16" y="20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18" y="19"/>
                    <a:pt x="16" y="16"/>
                    <a:pt x="16" y="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D64C6B02-3F3F-6B10-4DE6-7F0EBE51B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387" y="3649528"/>
              <a:ext cx="8462" cy="7052"/>
            </a:xfrm>
            <a:custGeom>
              <a:avLst/>
              <a:gdLst>
                <a:gd name="T0" fmla="*/ 3 w 7"/>
                <a:gd name="T1" fmla="*/ 1 h 6"/>
                <a:gd name="T2" fmla="*/ 6 w 7"/>
                <a:gd name="T3" fmla="*/ 1 h 6"/>
                <a:gd name="T4" fmla="*/ 6 w 7"/>
                <a:gd name="T5" fmla="*/ 2 h 6"/>
                <a:gd name="T6" fmla="*/ 3 w 7"/>
                <a:gd name="T7" fmla="*/ 3 h 6"/>
                <a:gd name="T8" fmla="*/ 1 w 7"/>
                <a:gd name="T9" fmla="*/ 5 h 6"/>
                <a:gd name="T10" fmla="*/ 3 w 7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3" y="1"/>
                  </a:moveTo>
                  <a:cubicBezTo>
                    <a:pt x="4" y="1"/>
                    <a:pt x="5" y="0"/>
                    <a:pt x="6" y="1"/>
                  </a:cubicBezTo>
                  <a:cubicBezTo>
                    <a:pt x="6" y="1"/>
                    <a:pt x="7" y="2"/>
                    <a:pt x="6" y="2"/>
                  </a:cubicBezTo>
                  <a:cubicBezTo>
                    <a:pt x="5" y="3"/>
                    <a:pt x="4" y="2"/>
                    <a:pt x="3" y="3"/>
                  </a:cubicBezTo>
                  <a:cubicBezTo>
                    <a:pt x="3" y="4"/>
                    <a:pt x="2" y="6"/>
                    <a:pt x="1" y="5"/>
                  </a:cubicBezTo>
                  <a:cubicBezTo>
                    <a:pt x="0" y="4"/>
                    <a:pt x="1" y="1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2" name="Freeform 121">
              <a:extLst>
                <a:ext uri="{FF2B5EF4-FFF2-40B4-BE49-F238E27FC236}">
                  <a16:creationId xmlns:a16="http://schemas.microsoft.com/office/drawing/2014/main" id="{A962F3D2-6F27-AEAC-2977-9E6F50B21C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3258" y="4284202"/>
              <a:ext cx="74751" cy="29618"/>
            </a:xfrm>
            <a:custGeom>
              <a:avLst/>
              <a:gdLst>
                <a:gd name="T0" fmla="*/ 2 w 68"/>
                <a:gd name="T1" fmla="*/ 18 h 28"/>
                <a:gd name="T2" fmla="*/ 5 w 68"/>
                <a:gd name="T3" fmla="*/ 15 h 28"/>
                <a:gd name="T4" fmla="*/ 35 w 68"/>
                <a:gd name="T5" fmla="*/ 17 h 28"/>
                <a:gd name="T6" fmla="*/ 30 w 68"/>
                <a:gd name="T7" fmla="*/ 22 h 28"/>
                <a:gd name="T8" fmla="*/ 35 w 68"/>
                <a:gd name="T9" fmla="*/ 28 h 28"/>
                <a:gd name="T10" fmla="*/ 37 w 68"/>
                <a:gd name="T11" fmla="*/ 24 h 28"/>
                <a:gd name="T12" fmla="*/ 42 w 68"/>
                <a:gd name="T13" fmla="*/ 23 h 28"/>
                <a:gd name="T14" fmla="*/ 46 w 68"/>
                <a:gd name="T15" fmla="*/ 21 h 28"/>
                <a:gd name="T16" fmla="*/ 48 w 68"/>
                <a:gd name="T17" fmla="*/ 19 h 28"/>
                <a:gd name="T18" fmla="*/ 40 w 68"/>
                <a:gd name="T19" fmla="*/ 13 h 28"/>
                <a:gd name="T20" fmla="*/ 44 w 68"/>
                <a:gd name="T21" fmla="*/ 3 h 28"/>
                <a:gd name="T22" fmla="*/ 44 w 68"/>
                <a:gd name="T23" fmla="*/ 11 h 28"/>
                <a:gd name="T24" fmla="*/ 53 w 68"/>
                <a:gd name="T25" fmla="*/ 17 h 28"/>
                <a:gd name="T26" fmla="*/ 62 w 68"/>
                <a:gd name="T27" fmla="*/ 14 h 28"/>
                <a:gd name="T28" fmla="*/ 66 w 68"/>
                <a:gd name="T29" fmla="*/ 10 h 28"/>
                <a:gd name="T30" fmla="*/ 60 w 68"/>
                <a:gd name="T31" fmla="*/ 11 h 28"/>
                <a:gd name="T32" fmla="*/ 53 w 68"/>
                <a:gd name="T33" fmla="*/ 5 h 28"/>
                <a:gd name="T34" fmla="*/ 51 w 68"/>
                <a:gd name="T35" fmla="*/ 1 h 28"/>
                <a:gd name="T36" fmla="*/ 44 w 68"/>
                <a:gd name="T37" fmla="*/ 3 h 28"/>
                <a:gd name="T38" fmla="*/ 61 w 68"/>
                <a:gd name="T39" fmla="*/ 5 h 28"/>
                <a:gd name="T40" fmla="*/ 62 w 68"/>
                <a:gd name="T41" fmla="*/ 2 h 28"/>
                <a:gd name="T42" fmla="*/ 31 w 68"/>
                <a:gd name="T43" fmla="*/ 4 h 28"/>
                <a:gd name="T44" fmla="*/ 25 w 68"/>
                <a:gd name="T45" fmla="*/ 4 h 28"/>
                <a:gd name="T46" fmla="*/ 19 w 68"/>
                <a:gd name="T47" fmla="*/ 6 h 28"/>
                <a:gd name="T48" fmla="*/ 19 w 68"/>
                <a:gd name="T49" fmla="*/ 10 h 28"/>
                <a:gd name="T50" fmla="*/ 21 w 68"/>
                <a:gd name="T51" fmla="*/ 13 h 28"/>
                <a:gd name="T52" fmla="*/ 14 w 68"/>
                <a:gd name="T53" fmla="*/ 15 h 28"/>
                <a:gd name="T54" fmla="*/ 11 w 68"/>
                <a:gd name="T55" fmla="*/ 20 h 28"/>
                <a:gd name="T56" fmla="*/ 5 w 68"/>
                <a:gd name="T57" fmla="*/ 22 h 28"/>
                <a:gd name="T58" fmla="*/ 12 w 68"/>
                <a:gd name="T59" fmla="*/ 25 h 28"/>
                <a:gd name="T60" fmla="*/ 16 w 68"/>
                <a:gd name="T61" fmla="*/ 23 h 28"/>
                <a:gd name="T62" fmla="*/ 25 w 68"/>
                <a:gd name="T63" fmla="*/ 19 h 28"/>
                <a:gd name="T64" fmla="*/ 32 w 68"/>
                <a:gd name="T65" fmla="*/ 11 h 28"/>
                <a:gd name="T66" fmla="*/ 37 w 68"/>
                <a:gd name="T67" fmla="*/ 4 h 28"/>
                <a:gd name="T68" fmla="*/ 12 w 68"/>
                <a:gd name="T69" fmla="*/ 13 h 28"/>
                <a:gd name="T70" fmla="*/ 11 w 68"/>
                <a:gd name="T71" fmla="*/ 1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8" h="28">
                  <a:moveTo>
                    <a:pt x="1" y="15"/>
                  </a:moveTo>
                  <a:cubicBezTo>
                    <a:pt x="0" y="15"/>
                    <a:pt x="1" y="17"/>
                    <a:pt x="2" y="18"/>
                  </a:cubicBezTo>
                  <a:cubicBezTo>
                    <a:pt x="2" y="20"/>
                    <a:pt x="3" y="19"/>
                    <a:pt x="4" y="17"/>
                  </a:cubicBezTo>
                  <a:cubicBezTo>
                    <a:pt x="5" y="16"/>
                    <a:pt x="5" y="17"/>
                    <a:pt x="5" y="15"/>
                  </a:cubicBezTo>
                  <a:cubicBezTo>
                    <a:pt x="5" y="14"/>
                    <a:pt x="4" y="14"/>
                    <a:pt x="1" y="15"/>
                  </a:cubicBezTo>
                  <a:close/>
                  <a:moveTo>
                    <a:pt x="35" y="17"/>
                  </a:moveTo>
                  <a:cubicBezTo>
                    <a:pt x="34" y="18"/>
                    <a:pt x="35" y="18"/>
                    <a:pt x="33" y="19"/>
                  </a:cubicBezTo>
                  <a:cubicBezTo>
                    <a:pt x="32" y="20"/>
                    <a:pt x="30" y="20"/>
                    <a:pt x="30" y="22"/>
                  </a:cubicBezTo>
                  <a:cubicBezTo>
                    <a:pt x="30" y="24"/>
                    <a:pt x="30" y="24"/>
                    <a:pt x="31" y="25"/>
                  </a:cubicBezTo>
                  <a:cubicBezTo>
                    <a:pt x="33" y="27"/>
                    <a:pt x="34" y="28"/>
                    <a:pt x="35" y="28"/>
                  </a:cubicBezTo>
                  <a:cubicBezTo>
                    <a:pt x="36" y="28"/>
                    <a:pt x="37" y="28"/>
                    <a:pt x="37" y="27"/>
                  </a:cubicBezTo>
                  <a:cubicBezTo>
                    <a:pt x="36" y="26"/>
                    <a:pt x="36" y="24"/>
                    <a:pt x="37" y="24"/>
                  </a:cubicBezTo>
                  <a:cubicBezTo>
                    <a:pt x="38" y="24"/>
                    <a:pt x="38" y="25"/>
                    <a:pt x="40" y="24"/>
                  </a:cubicBezTo>
                  <a:cubicBezTo>
                    <a:pt x="42" y="24"/>
                    <a:pt x="43" y="24"/>
                    <a:pt x="42" y="23"/>
                  </a:cubicBezTo>
                  <a:cubicBezTo>
                    <a:pt x="41" y="21"/>
                    <a:pt x="39" y="20"/>
                    <a:pt x="42" y="20"/>
                  </a:cubicBezTo>
                  <a:cubicBezTo>
                    <a:pt x="44" y="21"/>
                    <a:pt x="44" y="21"/>
                    <a:pt x="46" y="21"/>
                  </a:cubicBezTo>
                  <a:cubicBezTo>
                    <a:pt x="48" y="21"/>
                    <a:pt x="49" y="22"/>
                    <a:pt x="49" y="21"/>
                  </a:cubicBezTo>
                  <a:cubicBezTo>
                    <a:pt x="49" y="20"/>
                    <a:pt x="50" y="21"/>
                    <a:pt x="48" y="19"/>
                  </a:cubicBezTo>
                  <a:cubicBezTo>
                    <a:pt x="46" y="17"/>
                    <a:pt x="44" y="17"/>
                    <a:pt x="43" y="15"/>
                  </a:cubicBezTo>
                  <a:cubicBezTo>
                    <a:pt x="42" y="13"/>
                    <a:pt x="41" y="12"/>
                    <a:pt x="40" y="13"/>
                  </a:cubicBezTo>
                  <a:cubicBezTo>
                    <a:pt x="38" y="13"/>
                    <a:pt x="36" y="16"/>
                    <a:pt x="35" y="17"/>
                  </a:cubicBezTo>
                  <a:close/>
                  <a:moveTo>
                    <a:pt x="44" y="3"/>
                  </a:moveTo>
                  <a:cubicBezTo>
                    <a:pt x="44" y="6"/>
                    <a:pt x="44" y="6"/>
                    <a:pt x="44" y="8"/>
                  </a:cubicBezTo>
                  <a:cubicBezTo>
                    <a:pt x="44" y="9"/>
                    <a:pt x="43" y="10"/>
                    <a:pt x="44" y="11"/>
                  </a:cubicBezTo>
                  <a:cubicBezTo>
                    <a:pt x="45" y="13"/>
                    <a:pt x="45" y="13"/>
                    <a:pt x="47" y="15"/>
                  </a:cubicBezTo>
                  <a:cubicBezTo>
                    <a:pt x="49" y="16"/>
                    <a:pt x="51" y="17"/>
                    <a:pt x="53" y="17"/>
                  </a:cubicBezTo>
                  <a:cubicBezTo>
                    <a:pt x="55" y="17"/>
                    <a:pt x="57" y="18"/>
                    <a:pt x="58" y="17"/>
                  </a:cubicBezTo>
                  <a:cubicBezTo>
                    <a:pt x="60" y="16"/>
                    <a:pt x="59" y="15"/>
                    <a:pt x="62" y="14"/>
                  </a:cubicBezTo>
                  <a:cubicBezTo>
                    <a:pt x="65" y="13"/>
                    <a:pt x="66" y="13"/>
                    <a:pt x="67" y="13"/>
                  </a:cubicBezTo>
                  <a:cubicBezTo>
                    <a:pt x="67" y="12"/>
                    <a:pt x="68" y="11"/>
                    <a:pt x="66" y="10"/>
                  </a:cubicBezTo>
                  <a:cubicBezTo>
                    <a:pt x="64" y="9"/>
                    <a:pt x="62" y="7"/>
                    <a:pt x="61" y="9"/>
                  </a:cubicBezTo>
                  <a:cubicBezTo>
                    <a:pt x="61" y="10"/>
                    <a:pt x="62" y="12"/>
                    <a:pt x="60" y="11"/>
                  </a:cubicBezTo>
                  <a:cubicBezTo>
                    <a:pt x="57" y="11"/>
                    <a:pt x="55" y="10"/>
                    <a:pt x="54" y="8"/>
                  </a:cubicBezTo>
                  <a:cubicBezTo>
                    <a:pt x="53" y="7"/>
                    <a:pt x="52" y="7"/>
                    <a:pt x="53" y="5"/>
                  </a:cubicBezTo>
                  <a:cubicBezTo>
                    <a:pt x="54" y="4"/>
                    <a:pt x="55" y="6"/>
                    <a:pt x="55" y="4"/>
                  </a:cubicBezTo>
                  <a:cubicBezTo>
                    <a:pt x="55" y="2"/>
                    <a:pt x="53" y="2"/>
                    <a:pt x="51" y="1"/>
                  </a:cubicBezTo>
                  <a:cubicBezTo>
                    <a:pt x="49" y="0"/>
                    <a:pt x="48" y="0"/>
                    <a:pt x="47" y="0"/>
                  </a:cubicBezTo>
                  <a:cubicBezTo>
                    <a:pt x="46" y="1"/>
                    <a:pt x="45" y="2"/>
                    <a:pt x="44" y="3"/>
                  </a:cubicBezTo>
                  <a:close/>
                  <a:moveTo>
                    <a:pt x="62" y="2"/>
                  </a:moveTo>
                  <a:cubicBezTo>
                    <a:pt x="61" y="3"/>
                    <a:pt x="60" y="4"/>
                    <a:pt x="61" y="5"/>
                  </a:cubicBezTo>
                  <a:cubicBezTo>
                    <a:pt x="63" y="5"/>
                    <a:pt x="65" y="6"/>
                    <a:pt x="67" y="6"/>
                  </a:cubicBezTo>
                  <a:cubicBezTo>
                    <a:pt x="68" y="5"/>
                    <a:pt x="64" y="1"/>
                    <a:pt x="62" y="2"/>
                  </a:cubicBezTo>
                  <a:close/>
                  <a:moveTo>
                    <a:pt x="37" y="4"/>
                  </a:moveTo>
                  <a:cubicBezTo>
                    <a:pt x="36" y="1"/>
                    <a:pt x="33" y="3"/>
                    <a:pt x="31" y="4"/>
                  </a:cubicBezTo>
                  <a:cubicBezTo>
                    <a:pt x="30" y="5"/>
                    <a:pt x="29" y="5"/>
                    <a:pt x="28" y="5"/>
                  </a:cubicBezTo>
                  <a:cubicBezTo>
                    <a:pt x="26" y="5"/>
                    <a:pt x="27" y="4"/>
                    <a:pt x="25" y="4"/>
                  </a:cubicBezTo>
                  <a:cubicBezTo>
                    <a:pt x="23" y="4"/>
                    <a:pt x="23" y="4"/>
                    <a:pt x="22" y="6"/>
                  </a:cubicBezTo>
                  <a:cubicBezTo>
                    <a:pt x="20" y="8"/>
                    <a:pt x="20" y="7"/>
                    <a:pt x="19" y="6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6" y="8"/>
                    <a:pt x="17" y="9"/>
                    <a:pt x="19" y="10"/>
                  </a:cubicBezTo>
                  <a:cubicBezTo>
                    <a:pt x="20" y="10"/>
                    <a:pt x="22" y="10"/>
                    <a:pt x="23" y="12"/>
                  </a:cubicBezTo>
                  <a:cubicBezTo>
                    <a:pt x="24" y="13"/>
                    <a:pt x="23" y="12"/>
                    <a:pt x="21" y="13"/>
                  </a:cubicBezTo>
                  <a:cubicBezTo>
                    <a:pt x="20" y="14"/>
                    <a:pt x="19" y="14"/>
                    <a:pt x="17" y="14"/>
                  </a:cubicBezTo>
                  <a:cubicBezTo>
                    <a:pt x="16" y="14"/>
                    <a:pt x="15" y="14"/>
                    <a:pt x="14" y="15"/>
                  </a:cubicBezTo>
                  <a:cubicBezTo>
                    <a:pt x="13" y="16"/>
                    <a:pt x="14" y="17"/>
                    <a:pt x="14" y="18"/>
                  </a:cubicBezTo>
                  <a:cubicBezTo>
                    <a:pt x="13" y="19"/>
                    <a:pt x="12" y="19"/>
                    <a:pt x="11" y="20"/>
                  </a:cubicBezTo>
                  <a:cubicBezTo>
                    <a:pt x="10" y="21"/>
                    <a:pt x="10" y="21"/>
                    <a:pt x="8" y="21"/>
                  </a:cubicBezTo>
                  <a:cubicBezTo>
                    <a:pt x="6" y="21"/>
                    <a:pt x="6" y="21"/>
                    <a:pt x="5" y="22"/>
                  </a:cubicBezTo>
                  <a:cubicBezTo>
                    <a:pt x="5" y="23"/>
                    <a:pt x="8" y="24"/>
                    <a:pt x="9" y="25"/>
                  </a:cubicBezTo>
                  <a:cubicBezTo>
                    <a:pt x="10" y="26"/>
                    <a:pt x="11" y="26"/>
                    <a:pt x="12" y="25"/>
                  </a:cubicBezTo>
                  <a:cubicBezTo>
                    <a:pt x="13" y="25"/>
                    <a:pt x="13" y="23"/>
                    <a:pt x="14" y="23"/>
                  </a:cubicBezTo>
                  <a:cubicBezTo>
                    <a:pt x="15" y="22"/>
                    <a:pt x="16" y="23"/>
                    <a:pt x="16" y="23"/>
                  </a:cubicBezTo>
                  <a:cubicBezTo>
                    <a:pt x="17" y="22"/>
                    <a:pt x="18" y="21"/>
                    <a:pt x="19" y="19"/>
                  </a:cubicBezTo>
                  <a:cubicBezTo>
                    <a:pt x="20" y="18"/>
                    <a:pt x="23" y="19"/>
                    <a:pt x="25" y="19"/>
                  </a:cubicBezTo>
                  <a:cubicBezTo>
                    <a:pt x="26" y="19"/>
                    <a:pt x="27" y="18"/>
                    <a:pt x="29" y="15"/>
                  </a:cubicBezTo>
                  <a:cubicBezTo>
                    <a:pt x="30" y="13"/>
                    <a:pt x="30" y="13"/>
                    <a:pt x="32" y="11"/>
                  </a:cubicBezTo>
                  <a:cubicBezTo>
                    <a:pt x="34" y="8"/>
                    <a:pt x="35" y="9"/>
                    <a:pt x="36" y="8"/>
                  </a:cubicBezTo>
                  <a:cubicBezTo>
                    <a:pt x="37" y="7"/>
                    <a:pt x="37" y="6"/>
                    <a:pt x="37" y="4"/>
                  </a:cubicBezTo>
                  <a:close/>
                  <a:moveTo>
                    <a:pt x="11" y="11"/>
                  </a:moveTo>
                  <a:cubicBezTo>
                    <a:pt x="10" y="13"/>
                    <a:pt x="11" y="13"/>
                    <a:pt x="12" y="13"/>
                  </a:cubicBezTo>
                  <a:cubicBezTo>
                    <a:pt x="13" y="13"/>
                    <a:pt x="15" y="14"/>
                    <a:pt x="15" y="12"/>
                  </a:cubicBezTo>
                  <a:cubicBezTo>
                    <a:pt x="15" y="10"/>
                    <a:pt x="11" y="10"/>
                    <a:pt x="11" y="1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3" name="Freeform 122">
              <a:extLst>
                <a:ext uri="{FF2B5EF4-FFF2-40B4-BE49-F238E27FC236}">
                  <a16:creationId xmlns:a16="http://schemas.microsoft.com/office/drawing/2014/main" id="{A594F117-7486-A181-38FD-A45A2AA1A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9" y="4320872"/>
              <a:ext cx="45132" cy="71930"/>
            </a:xfrm>
            <a:custGeom>
              <a:avLst/>
              <a:gdLst>
                <a:gd name="T0" fmla="*/ 5 w 41"/>
                <a:gd name="T1" fmla="*/ 56 h 68"/>
                <a:gd name="T2" fmla="*/ 11 w 41"/>
                <a:gd name="T3" fmla="*/ 58 h 68"/>
                <a:gd name="T4" fmla="*/ 11 w 41"/>
                <a:gd name="T5" fmla="*/ 54 h 68"/>
                <a:gd name="T6" fmla="*/ 16 w 41"/>
                <a:gd name="T7" fmla="*/ 57 h 68"/>
                <a:gd name="T8" fmla="*/ 19 w 41"/>
                <a:gd name="T9" fmla="*/ 57 h 68"/>
                <a:gd name="T10" fmla="*/ 23 w 41"/>
                <a:gd name="T11" fmla="*/ 54 h 68"/>
                <a:gd name="T12" fmla="*/ 27 w 41"/>
                <a:gd name="T13" fmla="*/ 59 h 68"/>
                <a:gd name="T14" fmla="*/ 30 w 41"/>
                <a:gd name="T15" fmla="*/ 60 h 68"/>
                <a:gd name="T16" fmla="*/ 35 w 41"/>
                <a:gd name="T17" fmla="*/ 54 h 68"/>
                <a:gd name="T18" fmla="*/ 24 w 41"/>
                <a:gd name="T19" fmla="*/ 49 h 68"/>
                <a:gd name="T20" fmla="*/ 13 w 41"/>
                <a:gd name="T21" fmla="*/ 45 h 68"/>
                <a:gd name="T22" fmla="*/ 14 w 41"/>
                <a:gd name="T23" fmla="*/ 34 h 68"/>
                <a:gd name="T24" fmla="*/ 27 w 41"/>
                <a:gd name="T25" fmla="*/ 29 h 68"/>
                <a:gd name="T26" fmla="*/ 23 w 41"/>
                <a:gd name="T27" fmla="*/ 24 h 68"/>
                <a:gd name="T28" fmla="*/ 13 w 41"/>
                <a:gd name="T29" fmla="*/ 25 h 68"/>
                <a:gd name="T30" fmla="*/ 6 w 41"/>
                <a:gd name="T31" fmla="*/ 24 h 68"/>
                <a:gd name="T32" fmla="*/ 5 w 41"/>
                <a:gd name="T33" fmla="*/ 14 h 68"/>
                <a:gd name="T34" fmla="*/ 11 w 41"/>
                <a:gd name="T35" fmla="*/ 12 h 68"/>
                <a:gd name="T36" fmla="*/ 7 w 41"/>
                <a:gd name="T37" fmla="*/ 8 h 68"/>
                <a:gd name="T38" fmla="*/ 13 w 41"/>
                <a:gd name="T39" fmla="*/ 8 h 68"/>
                <a:gd name="T40" fmla="*/ 20 w 41"/>
                <a:gd name="T41" fmla="*/ 5 h 68"/>
                <a:gd name="T42" fmla="*/ 28 w 41"/>
                <a:gd name="T43" fmla="*/ 2 h 68"/>
                <a:gd name="T44" fmla="*/ 37 w 41"/>
                <a:gd name="T45" fmla="*/ 4 h 68"/>
                <a:gd name="T46" fmla="*/ 41 w 41"/>
                <a:gd name="T47" fmla="*/ 4 h 68"/>
                <a:gd name="T48" fmla="*/ 41 w 41"/>
                <a:gd name="T49" fmla="*/ 35 h 68"/>
                <a:gd name="T50" fmla="*/ 40 w 41"/>
                <a:gd name="T51" fmla="*/ 66 h 68"/>
                <a:gd name="T52" fmla="*/ 34 w 41"/>
                <a:gd name="T53" fmla="*/ 66 h 68"/>
                <a:gd name="T54" fmla="*/ 27 w 41"/>
                <a:gd name="T55" fmla="*/ 67 h 68"/>
                <a:gd name="T56" fmla="*/ 19 w 41"/>
                <a:gd name="T57" fmla="*/ 62 h 68"/>
                <a:gd name="T58" fmla="*/ 15 w 41"/>
                <a:gd name="T59" fmla="*/ 61 h 68"/>
                <a:gd name="T60" fmla="*/ 9 w 41"/>
                <a:gd name="T61" fmla="*/ 64 h 68"/>
                <a:gd name="T62" fmla="*/ 6 w 41"/>
                <a:gd name="T63" fmla="*/ 62 h 68"/>
                <a:gd name="T64" fmla="*/ 4 w 41"/>
                <a:gd name="T65" fmla="*/ 61 h 68"/>
                <a:gd name="T66" fmla="*/ 2 w 41"/>
                <a:gd name="T67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1" h="68">
                  <a:moveTo>
                    <a:pt x="3" y="55"/>
                  </a:moveTo>
                  <a:cubicBezTo>
                    <a:pt x="3" y="54"/>
                    <a:pt x="4" y="55"/>
                    <a:pt x="5" y="56"/>
                  </a:cubicBezTo>
                  <a:cubicBezTo>
                    <a:pt x="6" y="57"/>
                    <a:pt x="7" y="56"/>
                    <a:pt x="8" y="57"/>
                  </a:cubicBezTo>
                  <a:cubicBezTo>
                    <a:pt x="8" y="59"/>
                    <a:pt x="10" y="58"/>
                    <a:pt x="11" y="58"/>
                  </a:cubicBezTo>
                  <a:cubicBezTo>
                    <a:pt x="13" y="58"/>
                    <a:pt x="12" y="58"/>
                    <a:pt x="11" y="57"/>
                  </a:cubicBezTo>
                  <a:cubicBezTo>
                    <a:pt x="10" y="56"/>
                    <a:pt x="10" y="55"/>
                    <a:pt x="11" y="54"/>
                  </a:cubicBezTo>
                  <a:cubicBezTo>
                    <a:pt x="11" y="53"/>
                    <a:pt x="13" y="53"/>
                    <a:pt x="14" y="53"/>
                  </a:cubicBezTo>
                  <a:cubicBezTo>
                    <a:pt x="15" y="53"/>
                    <a:pt x="16" y="55"/>
                    <a:pt x="16" y="57"/>
                  </a:cubicBezTo>
                  <a:cubicBezTo>
                    <a:pt x="17" y="58"/>
                    <a:pt x="18" y="58"/>
                    <a:pt x="18" y="58"/>
                  </a:cubicBezTo>
                  <a:cubicBezTo>
                    <a:pt x="19" y="58"/>
                    <a:pt x="20" y="58"/>
                    <a:pt x="19" y="57"/>
                  </a:cubicBezTo>
                  <a:cubicBezTo>
                    <a:pt x="19" y="55"/>
                    <a:pt x="19" y="55"/>
                    <a:pt x="20" y="54"/>
                  </a:cubicBezTo>
                  <a:cubicBezTo>
                    <a:pt x="21" y="53"/>
                    <a:pt x="22" y="54"/>
                    <a:pt x="23" y="54"/>
                  </a:cubicBezTo>
                  <a:cubicBezTo>
                    <a:pt x="25" y="54"/>
                    <a:pt x="27" y="54"/>
                    <a:pt x="28" y="56"/>
                  </a:cubicBezTo>
                  <a:cubicBezTo>
                    <a:pt x="29" y="57"/>
                    <a:pt x="28" y="58"/>
                    <a:pt x="27" y="59"/>
                  </a:cubicBezTo>
                  <a:cubicBezTo>
                    <a:pt x="26" y="60"/>
                    <a:pt x="27" y="61"/>
                    <a:pt x="27" y="62"/>
                  </a:cubicBezTo>
                  <a:cubicBezTo>
                    <a:pt x="27" y="63"/>
                    <a:pt x="29" y="62"/>
                    <a:pt x="30" y="60"/>
                  </a:cubicBezTo>
                  <a:cubicBezTo>
                    <a:pt x="31" y="59"/>
                    <a:pt x="32" y="58"/>
                    <a:pt x="33" y="57"/>
                  </a:cubicBezTo>
                  <a:cubicBezTo>
                    <a:pt x="35" y="56"/>
                    <a:pt x="35" y="55"/>
                    <a:pt x="35" y="54"/>
                  </a:cubicBezTo>
                  <a:cubicBezTo>
                    <a:pt x="34" y="52"/>
                    <a:pt x="32" y="53"/>
                    <a:pt x="29" y="52"/>
                  </a:cubicBezTo>
                  <a:cubicBezTo>
                    <a:pt x="26" y="51"/>
                    <a:pt x="26" y="51"/>
                    <a:pt x="24" y="49"/>
                  </a:cubicBezTo>
                  <a:cubicBezTo>
                    <a:pt x="22" y="48"/>
                    <a:pt x="22" y="48"/>
                    <a:pt x="19" y="47"/>
                  </a:cubicBezTo>
                  <a:cubicBezTo>
                    <a:pt x="16" y="46"/>
                    <a:pt x="16" y="46"/>
                    <a:pt x="13" y="45"/>
                  </a:cubicBezTo>
                  <a:cubicBezTo>
                    <a:pt x="11" y="44"/>
                    <a:pt x="11" y="40"/>
                    <a:pt x="11" y="38"/>
                  </a:cubicBezTo>
                  <a:cubicBezTo>
                    <a:pt x="10" y="37"/>
                    <a:pt x="13" y="35"/>
                    <a:pt x="14" y="34"/>
                  </a:cubicBezTo>
                  <a:cubicBezTo>
                    <a:pt x="16" y="33"/>
                    <a:pt x="18" y="32"/>
                    <a:pt x="18" y="31"/>
                  </a:cubicBezTo>
                  <a:cubicBezTo>
                    <a:pt x="19" y="31"/>
                    <a:pt x="26" y="29"/>
                    <a:pt x="27" y="29"/>
                  </a:cubicBezTo>
                  <a:cubicBezTo>
                    <a:pt x="27" y="29"/>
                    <a:pt x="29" y="25"/>
                    <a:pt x="29" y="24"/>
                  </a:cubicBezTo>
                  <a:cubicBezTo>
                    <a:pt x="28" y="24"/>
                    <a:pt x="27" y="24"/>
                    <a:pt x="23" y="24"/>
                  </a:cubicBezTo>
                  <a:cubicBezTo>
                    <a:pt x="20" y="24"/>
                    <a:pt x="19" y="24"/>
                    <a:pt x="17" y="24"/>
                  </a:cubicBezTo>
                  <a:cubicBezTo>
                    <a:pt x="14" y="23"/>
                    <a:pt x="14" y="24"/>
                    <a:pt x="13" y="25"/>
                  </a:cubicBezTo>
                  <a:cubicBezTo>
                    <a:pt x="12" y="26"/>
                    <a:pt x="11" y="26"/>
                    <a:pt x="10" y="26"/>
                  </a:cubicBezTo>
                  <a:cubicBezTo>
                    <a:pt x="9" y="27"/>
                    <a:pt x="8" y="26"/>
                    <a:pt x="6" y="24"/>
                  </a:cubicBezTo>
                  <a:cubicBezTo>
                    <a:pt x="5" y="23"/>
                    <a:pt x="5" y="22"/>
                    <a:pt x="4" y="19"/>
                  </a:cubicBezTo>
                  <a:cubicBezTo>
                    <a:pt x="3" y="16"/>
                    <a:pt x="4" y="16"/>
                    <a:pt x="5" y="14"/>
                  </a:cubicBezTo>
                  <a:cubicBezTo>
                    <a:pt x="6" y="13"/>
                    <a:pt x="7" y="15"/>
                    <a:pt x="8" y="15"/>
                  </a:cubicBezTo>
                  <a:cubicBezTo>
                    <a:pt x="10" y="15"/>
                    <a:pt x="11" y="14"/>
                    <a:pt x="11" y="12"/>
                  </a:cubicBezTo>
                  <a:cubicBezTo>
                    <a:pt x="11" y="11"/>
                    <a:pt x="10" y="10"/>
                    <a:pt x="9" y="9"/>
                  </a:cubicBezTo>
                  <a:cubicBezTo>
                    <a:pt x="7" y="9"/>
                    <a:pt x="8" y="9"/>
                    <a:pt x="7" y="8"/>
                  </a:cubicBezTo>
                  <a:cubicBezTo>
                    <a:pt x="6" y="7"/>
                    <a:pt x="8" y="7"/>
                    <a:pt x="9" y="7"/>
                  </a:cubicBezTo>
                  <a:cubicBezTo>
                    <a:pt x="10" y="6"/>
                    <a:pt x="12" y="7"/>
                    <a:pt x="13" y="8"/>
                  </a:cubicBezTo>
                  <a:cubicBezTo>
                    <a:pt x="15" y="10"/>
                    <a:pt x="15" y="9"/>
                    <a:pt x="17" y="9"/>
                  </a:cubicBezTo>
                  <a:cubicBezTo>
                    <a:pt x="19" y="9"/>
                    <a:pt x="19" y="8"/>
                    <a:pt x="20" y="5"/>
                  </a:cubicBezTo>
                  <a:cubicBezTo>
                    <a:pt x="21" y="3"/>
                    <a:pt x="21" y="2"/>
                    <a:pt x="23" y="1"/>
                  </a:cubicBezTo>
                  <a:cubicBezTo>
                    <a:pt x="25" y="0"/>
                    <a:pt x="26" y="1"/>
                    <a:pt x="28" y="2"/>
                  </a:cubicBezTo>
                  <a:cubicBezTo>
                    <a:pt x="29" y="2"/>
                    <a:pt x="31" y="3"/>
                    <a:pt x="34" y="4"/>
                  </a:cubicBezTo>
                  <a:cubicBezTo>
                    <a:pt x="36" y="5"/>
                    <a:pt x="35" y="5"/>
                    <a:pt x="37" y="4"/>
                  </a:cubicBezTo>
                  <a:cubicBezTo>
                    <a:pt x="39" y="3"/>
                    <a:pt x="40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35"/>
                    <a:pt x="41" y="35"/>
                    <a:pt x="41" y="35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6"/>
                    <a:pt x="41" y="66"/>
                    <a:pt x="40" y="66"/>
                  </a:cubicBezTo>
                  <a:cubicBezTo>
                    <a:pt x="40" y="65"/>
                    <a:pt x="38" y="64"/>
                    <a:pt x="36" y="64"/>
                  </a:cubicBezTo>
                  <a:cubicBezTo>
                    <a:pt x="35" y="64"/>
                    <a:pt x="35" y="65"/>
                    <a:pt x="34" y="66"/>
                  </a:cubicBezTo>
                  <a:cubicBezTo>
                    <a:pt x="33" y="67"/>
                    <a:pt x="32" y="67"/>
                    <a:pt x="30" y="67"/>
                  </a:cubicBezTo>
                  <a:cubicBezTo>
                    <a:pt x="28" y="68"/>
                    <a:pt x="28" y="67"/>
                    <a:pt x="27" y="67"/>
                  </a:cubicBezTo>
                  <a:cubicBezTo>
                    <a:pt x="25" y="66"/>
                    <a:pt x="23" y="66"/>
                    <a:pt x="22" y="64"/>
                  </a:cubicBezTo>
                  <a:cubicBezTo>
                    <a:pt x="21" y="63"/>
                    <a:pt x="20" y="62"/>
                    <a:pt x="19" y="62"/>
                  </a:cubicBezTo>
                  <a:cubicBezTo>
                    <a:pt x="18" y="62"/>
                    <a:pt x="17" y="64"/>
                    <a:pt x="16" y="64"/>
                  </a:cubicBezTo>
                  <a:cubicBezTo>
                    <a:pt x="15" y="63"/>
                    <a:pt x="16" y="62"/>
                    <a:pt x="15" y="61"/>
                  </a:cubicBezTo>
                  <a:cubicBezTo>
                    <a:pt x="13" y="60"/>
                    <a:pt x="13" y="62"/>
                    <a:pt x="12" y="63"/>
                  </a:cubicBezTo>
                  <a:cubicBezTo>
                    <a:pt x="11" y="65"/>
                    <a:pt x="10" y="65"/>
                    <a:pt x="9" y="64"/>
                  </a:cubicBezTo>
                  <a:cubicBezTo>
                    <a:pt x="8" y="64"/>
                    <a:pt x="9" y="63"/>
                    <a:pt x="9" y="62"/>
                  </a:cubicBezTo>
                  <a:cubicBezTo>
                    <a:pt x="9" y="60"/>
                    <a:pt x="8" y="61"/>
                    <a:pt x="6" y="62"/>
                  </a:cubicBezTo>
                  <a:cubicBezTo>
                    <a:pt x="5" y="63"/>
                    <a:pt x="4" y="63"/>
                    <a:pt x="3" y="63"/>
                  </a:cubicBezTo>
                  <a:cubicBezTo>
                    <a:pt x="2" y="62"/>
                    <a:pt x="3" y="62"/>
                    <a:pt x="4" y="61"/>
                  </a:cubicBezTo>
                  <a:cubicBezTo>
                    <a:pt x="5" y="60"/>
                    <a:pt x="5" y="60"/>
                    <a:pt x="4" y="59"/>
                  </a:cubicBezTo>
                  <a:cubicBezTo>
                    <a:pt x="3" y="58"/>
                    <a:pt x="3" y="58"/>
                    <a:pt x="2" y="58"/>
                  </a:cubicBezTo>
                  <a:cubicBezTo>
                    <a:pt x="0" y="57"/>
                    <a:pt x="2" y="56"/>
                    <a:pt x="3" y="5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4" name="Freeform 123">
              <a:extLst>
                <a:ext uri="{FF2B5EF4-FFF2-40B4-BE49-F238E27FC236}">
                  <a16:creationId xmlns:a16="http://schemas.microsoft.com/office/drawing/2014/main" id="{0222EEA8-4016-35F0-1DF1-C613C15CD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12" y="2652385"/>
              <a:ext cx="8462" cy="5642"/>
            </a:xfrm>
            <a:custGeom>
              <a:avLst/>
              <a:gdLst>
                <a:gd name="T0" fmla="*/ 3 w 8"/>
                <a:gd name="T1" fmla="*/ 1 h 5"/>
                <a:gd name="T2" fmla="*/ 2 w 8"/>
                <a:gd name="T3" fmla="*/ 5 h 5"/>
                <a:gd name="T4" fmla="*/ 7 w 8"/>
                <a:gd name="T5" fmla="*/ 5 h 5"/>
                <a:gd name="T6" fmla="*/ 7 w 8"/>
                <a:gd name="T7" fmla="*/ 3 h 5"/>
                <a:gd name="T8" fmla="*/ 3 w 8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3" y="1"/>
                  </a:moveTo>
                  <a:cubicBezTo>
                    <a:pt x="2" y="3"/>
                    <a:pt x="0" y="4"/>
                    <a:pt x="2" y="5"/>
                  </a:cubicBezTo>
                  <a:cubicBezTo>
                    <a:pt x="4" y="5"/>
                    <a:pt x="6" y="5"/>
                    <a:pt x="7" y="5"/>
                  </a:cubicBezTo>
                  <a:cubicBezTo>
                    <a:pt x="8" y="4"/>
                    <a:pt x="8" y="4"/>
                    <a:pt x="7" y="3"/>
                  </a:cubicBezTo>
                  <a:cubicBezTo>
                    <a:pt x="5" y="1"/>
                    <a:pt x="3" y="0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5" name="Freeform 124">
              <a:extLst>
                <a:ext uri="{FF2B5EF4-FFF2-40B4-BE49-F238E27FC236}">
                  <a16:creationId xmlns:a16="http://schemas.microsoft.com/office/drawing/2014/main" id="{52BEB7E4-7E6E-1585-93D1-A05F7B898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899" y="2780730"/>
              <a:ext cx="7052" cy="8462"/>
            </a:xfrm>
            <a:custGeom>
              <a:avLst/>
              <a:gdLst>
                <a:gd name="T0" fmla="*/ 4 w 7"/>
                <a:gd name="T1" fmla="*/ 2 h 7"/>
                <a:gd name="T2" fmla="*/ 7 w 7"/>
                <a:gd name="T3" fmla="*/ 4 h 7"/>
                <a:gd name="T4" fmla="*/ 4 w 7"/>
                <a:gd name="T5" fmla="*/ 6 h 7"/>
                <a:gd name="T6" fmla="*/ 1 w 7"/>
                <a:gd name="T7" fmla="*/ 6 h 7"/>
                <a:gd name="T8" fmla="*/ 4 w 7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4" y="2"/>
                  </a:moveTo>
                  <a:cubicBezTo>
                    <a:pt x="5" y="0"/>
                    <a:pt x="7" y="3"/>
                    <a:pt x="7" y="4"/>
                  </a:cubicBezTo>
                  <a:cubicBezTo>
                    <a:pt x="7" y="6"/>
                    <a:pt x="5" y="5"/>
                    <a:pt x="4" y="6"/>
                  </a:cubicBezTo>
                  <a:cubicBezTo>
                    <a:pt x="2" y="7"/>
                    <a:pt x="1" y="7"/>
                    <a:pt x="1" y="6"/>
                  </a:cubicBezTo>
                  <a:cubicBezTo>
                    <a:pt x="0" y="4"/>
                    <a:pt x="3" y="4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6" name="Freeform 125">
              <a:extLst>
                <a:ext uri="{FF2B5EF4-FFF2-40B4-BE49-F238E27FC236}">
                  <a16:creationId xmlns:a16="http://schemas.microsoft.com/office/drawing/2014/main" id="{86F36D06-4EA9-CA12-74A8-658F7CD47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333" y="2763805"/>
              <a:ext cx="8462" cy="7052"/>
            </a:xfrm>
            <a:custGeom>
              <a:avLst/>
              <a:gdLst>
                <a:gd name="T0" fmla="*/ 2 w 7"/>
                <a:gd name="T1" fmla="*/ 2 h 6"/>
                <a:gd name="T2" fmla="*/ 6 w 7"/>
                <a:gd name="T3" fmla="*/ 2 h 6"/>
                <a:gd name="T4" fmla="*/ 3 w 7"/>
                <a:gd name="T5" fmla="*/ 4 h 6"/>
                <a:gd name="T6" fmla="*/ 1 w 7"/>
                <a:gd name="T7" fmla="*/ 5 h 6"/>
                <a:gd name="T8" fmla="*/ 2 w 7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2"/>
                  </a:moveTo>
                  <a:cubicBezTo>
                    <a:pt x="2" y="0"/>
                    <a:pt x="5" y="0"/>
                    <a:pt x="6" y="2"/>
                  </a:cubicBezTo>
                  <a:cubicBezTo>
                    <a:pt x="7" y="3"/>
                    <a:pt x="6" y="3"/>
                    <a:pt x="3" y="4"/>
                  </a:cubicBezTo>
                  <a:cubicBezTo>
                    <a:pt x="1" y="5"/>
                    <a:pt x="2" y="6"/>
                    <a:pt x="1" y="5"/>
                  </a:cubicBezTo>
                  <a:cubicBezTo>
                    <a:pt x="0" y="4"/>
                    <a:pt x="1" y="3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7" name="Freeform 126">
              <a:extLst>
                <a:ext uri="{FF2B5EF4-FFF2-40B4-BE49-F238E27FC236}">
                  <a16:creationId xmlns:a16="http://schemas.microsoft.com/office/drawing/2014/main" id="{911B27EA-BF12-DEC9-7A7E-517B6F876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107" y="2739829"/>
              <a:ext cx="5642" cy="7052"/>
            </a:xfrm>
            <a:custGeom>
              <a:avLst/>
              <a:gdLst>
                <a:gd name="T0" fmla="*/ 0 w 5"/>
                <a:gd name="T1" fmla="*/ 2 h 7"/>
                <a:gd name="T2" fmla="*/ 1 w 5"/>
                <a:gd name="T3" fmla="*/ 4 h 7"/>
                <a:gd name="T4" fmla="*/ 3 w 5"/>
                <a:gd name="T5" fmla="*/ 7 h 7"/>
                <a:gd name="T6" fmla="*/ 4 w 5"/>
                <a:gd name="T7" fmla="*/ 4 h 7"/>
                <a:gd name="T8" fmla="*/ 3 w 5"/>
                <a:gd name="T9" fmla="*/ 2 h 7"/>
                <a:gd name="T10" fmla="*/ 0 w 5"/>
                <a:gd name="T11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0" y="2"/>
                  </a:moveTo>
                  <a:cubicBezTo>
                    <a:pt x="0" y="3"/>
                    <a:pt x="0" y="2"/>
                    <a:pt x="1" y="4"/>
                  </a:cubicBezTo>
                  <a:cubicBezTo>
                    <a:pt x="1" y="6"/>
                    <a:pt x="2" y="7"/>
                    <a:pt x="3" y="7"/>
                  </a:cubicBezTo>
                  <a:cubicBezTo>
                    <a:pt x="3" y="6"/>
                    <a:pt x="5" y="5"/>
                    <a:pt x="4" y="4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2" y="1"/>
                    <a:pt x="0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8" name="Freeform 127">
              <a:extLst>
                <a:ext uri="{FF2B5EF4-FFF2-40B4-BE49-F238E27FC236}">
                  <a16:creationId xmlns:a16="http://schemas.microsoft.com/office/drawing/2014/main" id="{21A673C0-A4A8-3244-F3EE-182A52F59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027" y="2738418"/>
              <a:ext cx="7052" cy="5642"/>
            </a:xfrm>
            <a:custGeom>
              <a:avLst/>
              <a:gdLst>
                <a:gd name="T0" fmla="*/ 3 w 6"/>
                <a:gd name="T1" fmla="*/ 1 h 5"/>
                <a:gd name="T2" fmla="*/ 1 w 6"/>
                <a:gd name="T3" fmla="*/ 4 h 5"/>
                <a:gd name="T4" fmla="*/ 5 w 6"/>
                <a:gd name="T5" fmla="*/ 4 h 5"/>
                <a:gd name="T6" fmla="*/ 3 w 6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5">
                  <a:moveTo>
                    <a:pt x="3" y="1"/>
                  </a:moveTo>
                  <a:cubicBezTo>
                    <a:pt x="2" y="1"/>
                    <a:pt x="0" y="2"/>
                    <a:pt x="1" y="4"/>
                  </a:cubicBezTo>
                  <a:cubicBezTo>
                    <a:pt x="1" y="5"/>
                    <a:pt x="4" y="5"/>
                    <a:pt x="5" y="4"/>
                  </a:cubicBezTo>
                  <a:cubicBezTo>
                    <a:pt x="6" y="3"/>
                    <a:pt x="5" y="0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7586014F-B7AA-BFBB-30DE-45EBFBEFF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668" y="2722904"/>
              <a:ext cx="4231" cy="9873"/>
            </a:xfrm>
            <a:custGeom>
              <a:avLst/>
              <a:gdLst>
                <a:gd name="T0" fmla="*/ 2 w 4"/>
                <a:gd name="T1" fmla="*/ 1 h 9"/>
                <a:gd name="T2" fmla="*/ 1 w 4"/>
                <a:gd name="T3" fmla="*/ 4 h 9"/>
                <a:gd name="T4" fmla="*/ 0 w 4"/>
                <a:gd name="T5" fmla="*/ 6 h 9"/>
                <a:gd name="T6" fmla="*/ 3 w 4"/>
                <a:gd name="T7" fmla="*/ 7 h 9"/>
                <a:gd name="T8" fmla="*/ 4 w 4"/>
                <a:gd name="T9" fmla="*/ 4 h 9"/>
                <a:gd name="T10" fmla="*/ 2 w 4"/>
                <a:gd name="T11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9">
                  <a:moveTo>
                    <a:pt x="2" y="1"/>
                  </a:moveTo>
                  <a:cubicBezTo>
                    <a:pt x="1" y="2"/>
                    <a:pt x="1" y="3"/>
                    <a:pt x="1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1" y="7"/>
                    <a:pt x="2" y="9"/>
                    <a:pt x="3" y="7"/>
                  </a:cubicBezTo>
                  <a:cubicBezTo>
                    <a:pt x="3" y="6"/>
                    <a:pt x="4" y="6"/>
                    <a:pt x="4" y="4"/>
                  </a:cubicBezTo>
                  <a:cubicBezTo>
                    <a:pt x="3" y="2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0E85D5EE-D843-1758-BF69-8743C736A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437" y="2703159"/>
              <a:ext cx="9873" cy="12693"/>
            </a:xfrm>
            <a:custGeom>
              <a:avLst/>
              <a:gdLst>
                <a:gd name="T0" fmla="*/ 0 w 8"/>
                <a:gd name="T1" fmla="*/ 2 h 11"/>
                <a:gd name="T2" fmla="*/ 2 w 8"/>
                <a:gd name="T3" fmla="*/ 6 h 11"/>
                <a:gd name="T4" fmla="*/ 5 w 8"/>
                <a:gd name="T5" fmla="*/ 9 h 11"/>
                <a:gd name="T6" fmla="*/ 8 w 8"/>
                <a:gd name="T7" fmla="*/ 10 h 11"/>
                <a:gd name="T8" fmla="*/ 7 w 8"/>
                <a:gd name="T9" fmla="*/ 6 h 11"/>
                <a:gd name="T10" fmla="*/ 4 w 8"/>
                <a:gd name="T11" fmla="*/ 3 h 11"/>
                <a:gd name="T12" fmla="*/ 0 w 8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1">
                  <a:moveTo>
                    <a:pt x="0" y="2"/>
                  </a:moveTo>
                  <a:cubicBezTo>
                    <a:pt x="0" y="3"/>
                    <a:pt x="0" y="5"/>
                    <a:pt x="2" y="6"/>
                  </a:cubicBezTo>
                  <a:cubicBezTo>
                    <a:pt x="3" y="7"/>
                    <a:pt x="3" y="8"/>
                    <a:pt x="5" y="9"/>
                  </a:cubicBezTo>
                  <a:cubicBezTo>
                    <a:pt x="6" y="10"/>
                    <a:pt x="7" y="11"/>
                    <a:pt x="8" y="10"/>
                  </a:cubicBezTo>
                  <a:cubicBezTo>
                    <a:pt x="8" y="8"/>
                    <a:pt x="8" y="8"/>
                    <a:pt x="7" y="6"/>
                  </a:cubicBezTo>
                  <a:cubicBezTo>
                    <a:pt x="5" y="5"/>
                    <a:pt x="5" y="4"/>
                    <a:pt x="4" y="3"/>
                  </a:cubicBezTo>
                  <a:cubicBezTo>
                    <a:pt x="4" y="2"/>
                    <a:pt x="2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1908FB52-5CC1-FE68-19EA-FA9CCABE3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796" y="2686234"/>
              <a:ext cx="7052" cy="12693"/>
            </a:xfrm>
            <a:custGeom>
              <a:avLst/>
              <a:gdLst>
                <a:gd name="T0" fmla="*/ 1 w 7"/>
                <a:gd name="T1" fmla="*/ 2 h 12"/>
                <a:gd name="T2" fmla="*/ 2 w 7"/>
                <a:gd name="T3" fmla="*/ 6 h 12"/>
                <a:gd name="T4" fmla="*/ 4 w 7"/>
                <a:gd name="T5" fmla="*/ 10 h 12"/>
                <a:gd name="T6" fmla="*/ 6 w 7"/>
                <a:gd name="T7" fmla="*/ 4 h 12"/>
                <a:gd name="T8" fmla="*/ 1 w 7"/>
                <a:gd name="T9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2">
                  <a:moveTo>
                    <a:pt x="1" y="2"/>
                  </a:moveTo>
                  <a:cubicBezTo>
                    <a:pt x="0" y="3"/>
                    <a:pt x="0" y="4"/>
                    <a:pt x="2" y="6"/>
                  </a:cubicBezTo>
                  <a:cubicBezTo>
                    <a:pt x="3" y="8"/>
                    <a:pt x="2" y="12"/>
                    <a:pt x="4" y="10"/>
                  </a:cubicBezTo>
                  <a:cubicBezTo>
                    <a:pt x="6" y="8"/>
                    <a:pt x="7" y="5"/>
                    <a:pt x="6" y="4"/>
                  </a:cubicBezTo>
                  <a:cubicBezTo>
                    <a:pt x="5" y="2"/>
                    <a:pt x="2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424C6B6A-B33D-0FD4-52AF-C6CDF1B2D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796" y="2669309"/>
              <a:ext cx="7052" cy="7052"/>
            </a:xfrm>
            <a:custGeom>
              <a:avLst/>
              <a:gdLst>
                <a:gd name="T0" fmla="*/ 2 w 7"/>
                <a:gd name="T1" fmla="*/ 0 h 6"/>
                <a:gd name="T2" fmla="*/ 1 w 7"/>
                <a:gd name="T3" fmla="*/ 2 h 6"/>
                <a:gd name="T4" fmla="*/ 5 w 7"/>
                <a:gd name="T5" fmla="*/ 5 h 6"/>
                <a:gd name="T6" fmla="*/ 6 w 7"/>
                <a:gd name="T7" fmla="*/ 4 h 6"/>
                <a:gd name="T8" fmla="*/ 4 w 7"/>
                <a:gd name="T9" fmla="*/ 1 h 6"/>
                <a:gd name="T10" fmla="*/ 2 w 7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cubicBezTo>
                    <a:pt x="2" y="1"/>
                    <a:pt x="0" y="1"/>
                    <a:pt x="1" y="2"/>
                  </a:cubicBezTo>
                  <a:cubicBezTo>
                    <a:pt x="2" y="4"/>
                    <a:pt x="3" y="5"/>
                    <a:pt x="5" y="5"/>
                  </a:cubicBezTo>
                  <a:cubicBezTo>
                    <a:pt x="6" y="5"/>
                    <a:pt x="7" y="6"/>
                    <a:pt x="6" y="4"/>
                  </a:cubicBezTo>
                  <a:cubicBezTo>
                    <a:pt x="5" y="2"/>
                    <a:pt x="4" y="2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B4D462FC-B2B3-3702-DAF4-A961570C3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333" y="2672130"/>
              <a:ext cx="8462" cy="11283"/>
            </a:xfrm>
            <a:custGeom>
              <a:avLst/>
              <a:gdLst>
                <a:gd name="T0" fmla="*/ 2 w 7"/>
                <a:gd name="T1" fmla="*/ 1 h 10"/>
                <a:gd name="T2" fmla="*/ 2 w 7"/>
                <a:gd name="T3" fmla="*/ 5 h 10"/>
                <a:gd name="T4" fmla="*/ 4 w 7"/>
                <a:gd name="T5" fmla="*/ 8 h 10"/>
                <a:gd name="T6" fmla="*/ 6 w 7"/>
                <a:gd name="T7" fmla="*/ 4 h 10"/>
                <a:gd name="T8" fmla="*/ 6 w 7"/>
                <a:gd name="T9" fmla="*/ 2 h 10"/>
                <a:gd name="T10" fmla="*/ 2 w 7"/>
                <a:gd name="T11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0">
                  <a:moveTo>
                    <a:pt x="2" y="1"/>
                  </a:moveTo>
                  <a:cubicBezTo>
                    <a:pt x="1" y="2"/>
                    <a:pt x="0" y="3"/>
                    <a:pt x="2" y="5"/>
                  </a:cubicBezTo>
                  <a:cubicBezTo>
                    <a:pt x="3" y="8"/>
                    <a:pt x="3" y="10"/>
                    <a:pt x="4" y="8"/>
                  </a:cubicBezTo>
                  <a:cubicBezTo>
                    <a:pt x="5" y="7"/>
                    <a:pt x="6" y="5"/>
                    <a:pt x="6" y="4"/>
                  </a:cubicBezTo>
                  <a:cubicBezTo>
                    <a:pt x="6" y="2"/>
                    <a:pt x="7" y="2"/>
                    <a:pt x="6" y="2"/>
                  </a:cubicBezTo>
                  <a:cubicBezTo>
                    <a:pt x="5" y="1"/>
                    <a:pt x="2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EF06E900-895F-648A-43A1-0ED905697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357" y="2645333"/>
              <a:ext cx="7052" cy="7052"/>
            </a:xfrm>
            <a:custGeom>
              <a:avLst/>
              <a:gdLst>
                <a:gd name="T0" fmla="*/ 1 w 6"/>
                <a:gd name="T1" fmla="*/ 1 h 6"/>
                <a:gd name="T2" fmla="*/ 1 w 6"/>
                <a:gd name="T3" fmla="*/ 3 h 6"/>
                <a:gd name="T4" fmla="*/ 4 w 6"/>
                <a:gd name="T5" fmla="*/ 6 h 6"/>
                <a:gd name="T6" fmla="*/ 6 w 6"/>
                <a:gd name="T7" fmla="*/ 4 h 6"/>
                <a:gd name="T8" fmla="*/ 3 w 6"/>
                <a:gd name="T9" fmla="*/ 2 h 6"/>
                <a:gd name="T10" fmla="*/ 1 w 6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1" y="1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3" y="4"/>
                    <a:pt x="3" y="5"/>
                    <a:pt x="4" y="6"/>
                  </a:cubicBezTo>
                  <a:cubicBezTo>
                    <a:pt x="5" y="6"/>
                    <a:pt x="6" y="6"/>
                    <a:pt x="6" y="4"/>
                  </a:cubicBezTo>
                  <a:cubicBezTo>
                    <a:pt x="6" y="2"/>
                    <a:pt x="3" y="3"/>
                    <a:pt x="3" y="2"/>
                  </a:cubicBezTo>
                  <a:cubicBezTo>
                    <a:pt x="2" y="1"/>
                    <a:pt x="2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68F935AD-86BF-D552-FA6B-545A9945C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715" y="2626998"/>
              <a:ext cx="4231" cy="7052"/>
            </a:xfrm>
            <a:custGeom>
              <a:avLst/>
              <a:gdLst>
                <a:gd name="T0" fmla="*/ 1 w 5"/>
                <a:gd name="T1" fmla="*/ 2 h 7"/>
                <a:gd name="T2" fmla="*/ 0 w 5"/>
                <a:gd name="T3" fmla="*/ 5 h 7"/>
                <a:gd name="T4" fmla="*/ 2 w 5"/>
                <a:gd name="T5" fmla="*/ 7 h 7"/>
                <a:gd name="T6" fmla="*/ 4 w 5"/>
                <a:gd name="T7" fmla="*/ 5 h 7"/>
                <a:gd name="T8" fmla="*/ 3 w 5"/>
                <a:gd name="T9" fmla="*/ 3 h 7"/>
                <a:gd name="T10" fmla="*/ 4 w 5"/>
                <a:gd name="T11" fmla="*/ 2 h 7"/>
                <a:gd name="T12" fmla="*/ 1 w 5"/>
                <a:gd name="T1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7">
                  <a:moveTo>
                    <a:pt x="1" y="2"/>
                  </a:moveTo>
                  <a:cubicBezTo>
                    <a:pt x="0" y="3"/>
                    <a:pt x="0" y="4"/>
                    <a:pt x="0" y="5"/>
                  </a:cubicBezTo>
                  <a:cubicBezTo>
                    <a:pt x="1" y="6"/>
                    <a:pt x="1" y="7"/>
                    <a:pt x="2" y="7"/>
                  </a:cubicBezTo>
                  <a:cubicBezTo>
                    <a:pt x="4" y="6"/>
                    <a:pt x="5" y="6"/>
                    <a:pt x="4" y="5"/>
                  </a:cubicBezTo>
                  <a:cubicBezTo>
                    <a:pt x="4" y="4"/>
                    <a:pt x="3" y="4"/>
                    <a:pt x="3" y="3"/>
                  </a:cubicBezTo>
                  <a:cubicBezTo>
                    <a:pt x="3" y="2"/>
                    <a:pt x="4" y="2"/>
                    <a:pt x="4" y="2"/>
                  </a:cubicBezTo>
                  <a:cubicBezTo>
                    <a:pt x="4" y="1"/>
                    <a:pt x="2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59A67EF6-8C78-15C8-989B-6E2210892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224" y="2635460"/>
              <a:ext cx="9873" cy="7052"/>
            </a:xfrm>
            <a:custGeom>
              <a:avLst/>
              <a:gdLst>
                <a:gd name="T0" fmla="*/ 5 w 9"/>
                <a:gd name="T1" fmla="*/ 1 h 6"/>
                <a:gd name="T2" fmla="*/ 1 w 9"/>
                <a:gd name="T3" fmla="*/ 3 h 6"/>
                <a:gd name="T4" fmla="*/ 4 w 9"/>
                <a:gd name="T5" fmla="*/ 5 h 6"/>
                <a:gd name="T6" fmla="*/ 9 w 9"/>
                <a:gd name="T7" fmla="*/ 2 h 6"/>
                <a:gd name="T8" fmla="*/ 5 w 9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6">
                  <a:moveTo>
                    <a:pt x="5" y="1"/>
                  </a:moveTo>
                  <a:cubicBezTo>
                    <a:pt x="2" y="2"/>
                    <a:pt x="0" y="1"/>
                    <a:pt x="1" y="3"/>
                  </a:cubicBezTo>
                  <a:cubicBezTo>
                    <a:pt x="1" y="5"/>
                    <a:pt x="1" y="6"/>
                    <a:pt x="4" y="5"/>
                  </a:cubicBezTo>
                  <a:cubicBezTo>
                    <a:pt x="7" y="4"/>
                    <a:pt x="9" y="4"/>
                    <a:pt x="9" y="2"/>
                  </a:cubicBezTo>
                  <a:cubicBezTo>
                    <a:pt x="9" y="0"/>
                    <a:pt x="7" y="0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8CB70AE4-67D3-872A-9B9C-09417C396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507" y="2612894"/>
              <a:ext cx="5642" cy="5642"/>
            </a:xfrm>
            <a:custGeom>
              <a:avLst/>
              <a:gdLst>
                <a:gd name="T0" fmla="*/ 1 w 5"/>
                <a:gd name="T1" fmla="*/ 2 h 5"/>
                <a:gd name="T2" fmla="*/ 2 w 5"/>
                <a:gd name="T3" fmla="*/ 5 h 5"/>
                <a:gd name="T4" fmla="*/ 5 w 5"/>
                <a:gd name="T5" fmla="*/ 3 h 5"/>
                <a:gd name="T6" fmla="*/ 1 w 5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0" y="3"/>
                    <a:pt x="0" y="5"/>
                    <a:pt x="2" y="5"/>
                  </a:cubicBezTo>
                  <a:cubicBezTo>
                    <a:pt x="4" y="5"/>
                    <a:pt x="5" y="5"/>
                    <a:pt x="5" y="3"/>
                  </a:cubicBezTo>
                  <a:cubicBezTo>
                    <a:pt x="5" y="1"/>
                    <a:pt x="2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CB5DDDAE-9666-C8A0-10EA-479B947DD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993" y="2619946"/>
              <a:ext cx="12693" cy="7052"/>
            </a:xfrm>
            <a:custGeom>
              <a:avLst/>
              <a:gdLst>
                <a:gd name="T0" fmla="*/ 5 w 11"/>
                <a:gd name="T1" fmla="*/ 4 h 7"/>
                <a:gd name="T2" fmla="*/ 1 w 11"/>
                <a:gd name="T3" fmla="*/ 6 h 7"/>
                <a:gd name="T4" fmla="*/ 9 w 11"/>
                <a:gd name="T5" fmla="*/ 6 h 7"/>
                <a:gd name="T6" fmla="*/ 11 w 11"/>
                <a:gd name="T7" fmla="*/ 2 h 7"/>
                <a:gd name="T8" fmla="*/ 5 w 11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5" y="4"/>
                  </a:moveTo>
                  <a:cubicBezTo>
                    <a:pt x="2" y="4"/>
                    <a:pt x="0" y="6"/>
                    <a:pt x="1" y="6"/>
                  </a:cubicBezTo>
                  <a:cubicBezTo>
                    <a:pt x="3" y="7"/>
                    <a:pt x="8" y="7"/>
                    <a:pt x="9" y="6"/>
                  </a:cubicBezTo>
                  <a:cubicBezTo>
                    <a:pt x="10" y="5"/>
                    <a:pt x="11" y="5"/>
                    <a:pt x="11" y="2"/>
                  </a:cubicBezTo>
                  <a:cubicBezTo>
                    <a:pt x="11" y="0"/>
                    <a:pt x="8" y="4"/>
                    <a:pt x="5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9" name="Freeform 138">
              <a:extLst>
                <a:ext uri="{FF2B5EF4-FFF2-40B4-BE49-F238E27FC236}">
                  <a16:creationId xmlns:a16="http://schemas.microsoft.com/office/drawing/2014/main" id="{0EE4C613-2A10-5CB4-5344-E6E44BDDC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710" y="2628408"/>
              <a:ext cx="9873" cy="2821"/>
            </a:xfrm>
            <a:custGeom>
              <a:avLst/>
              <a:gdLst>
                <a:gd name="T0" fmla="*/ 3 w 8"/>
                <a:gd name="T1" fmla="*/ 1 h 3"/>
                <a:gd name="T2" fmla="*/ 0 w 8"/>
                <a:gd name="T3" fmla="*/ 3 h 3"/>
                <a:gd name="T4" fmla="*/ 8 w 8"/>
                <a:gd name="T5" fmla="*/ 2 h 3"/>
                <a:gd name="T6" fmla="*/ 3 w 8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3" y="1"/>
                  </a:moveTo>
                  <a:cubicBezTo>
                    <a:pt x="2" y="2"/>
                    <a:pt x="0" y="2"/>
                    <a:pt x="0" y="3"/>
                  </a:cubicBezTo>
                  <a:cubicBezTo>
                    <a:pt x="1" y="3"/>
                    <a:pt x="8" y="3"/>
                    <a:pt x="8" y="2"/>
                  </a:cubicBezTo>
                  <a:cubicBezTo>
                    <a:pt x="8" y="1"/>
                    <a:pt x="5" y="0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0" name="Freeform 139">
              <a:extLst>
                <a:ext uri="{FF2B5EF4-FFF2-40B4-BE49-F238E27FC236}">
                  <a16:creationId xmlns:a16="http://schemas.microsoft.com/office/drawing/2014/main" id="{CB2A94F3-9EC4-5D50-A194-969EB9F7C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3991" y="2622766"/>
              <a:ext cx="47953" cy="16925"/>
            </a:xfrm>
            <a:custGeom>
              <a:avLst/>
              <a:gdLst>
                <a:gd name="T0" fmla="*/ 16 w 44"/>
                <a:gd name="T1" fmla="*/ 0 h 17"/>
                <a:gd name="T2" fmla="*/ 28 w 44"/>
                <a:gd name="T3" fmla="*/ 3 h 17"/>
                <a:gd name="T4" fmla="*/ 36 w 44"/>
                <a:gd name="T5" fmla="*/ 7 h 17"/>
                <a:gd name="T6" fmla="*/ 44 w 44"/>
                <a:gd name="T7" fmla="*/ 11 h 17"/>
                <a:gd name="T8" fmla="*/ 41 w 44"/>
                <a:gd name="T9" fmla="*/ 13 h 17"/>
                <a:gd name="T10" fmla="*/ 32 w 44"/>
                <a:gd name="T11" fmla="*/ 12 h 17"/>
                <a:gd name="T12" fmla="*/ 26 w 44"/>
                <a:gd name="T13" fmla="*/ 13 h 17"/>
                <a:gd name="T14" fmla="*/ 25 w 44"/>
                <a:gd name="T15" fmla="*/ 17 h 17"/>
                <a:gd name="T16" fmla="*/ 20 w 44"/>
                <a:gd name="T17" fmla="*/ 14 h 17"/>
                <a:gd name="T18" fmla="*/ 14 w 44"/>
                <a:gd name="T19" fmla="*/ 13 h 17"/>
                <a:gd name="T20" fmla="*/ 7 w 44"/>
                <a:gd name="T21" fmla="*/ 9 h 17"/>
                <a:gd name="T22" fmla="*/ 0 w 44"/>
                <a:gd name="T23" fmla="*/ 5 h 17"/>
                <a:gd name="T24" fmla="*/ 7 w 44"/>
                <a:gd name="T25" fmla="*/ 2 h 17"/>
                <a:gd name="T26" fmla="*/ 16 w 44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4" h="17">
                  <a:moveTo>
                    <a:pt x="16" y="0"/>
                  </a:moveTo>
                  <a:cubicBezTo>
                    <a:pt x="21" y="0"/>
                    <a:pt x="25" y="1"/>
                    <a:pt x="28" y="3"/>
                  </a:cubicBezTo>
                  <a:cubicBezTo>
                    <a:pt x="32" y="5"/>
                    <a:pt x="32" y="5"/>
                    <a:pt x="36" y="7"/>
                  </a:cubicBezTo>
                  <a:cubicBezTo>
                    <a:pt x="40" y="8"/>
                    <a:pt x="44" y="9"/>
                    <a:pt x="44" y="11"/>
                  </a:cubicBezTo>
                  <a:cubicBezTo>
                    <a:pt x="44" y="13"/>
                    <a:pt x="44" y="14"/>
                    <a:pt x="41" y="13"/>
                  </a:cubicBezTo>
                  <a:cubicBezTo>
                    <a:pt x="38" y="13"/>
                    <a:pt x="34" y="12"/>
                    <a:pt x="32" y="12"/>
                  </a:cubicBezTo>
                  <a:cubicBezTo>
                    <a:pt x="29" y="12"/>
                    <a:pt x="27" y="11"/>
                    <a:pt x="26" y="13"/>
                  </a:cubicBezTo>
                  <a:cubicBezTo>
                    <a:pt x="25" y="14"/>
                    <a:pt x="26" y="16"/>
                    <a:pt x="25" y="17"/>
                  </a:cubicBezTo>
                  <a:cubicBezTo>
                    <a:pt x="24" y="17"/>
                    <a:pt x="23" y="15"/>
                    <a:pt x="20" y="14"/>
                  </a:cubicBezTo>
                  <a:cubicBezTo>
                    <a:pt x="18" y="13"/>
                    <a:pt x="17" y="14"/>
                    <a:pt x="14" y="13"/>
                  </a:cubicBezTo>
                  <a:cubicBezTo>
                    <a:pt x="12" y="13"/>
                    <a:pt x="10" y="11"/>
                    <a:pt x="7" y="9"/>
                  </a:cubicBezTo>
                  <a:cubicBezTo>
                    <a:pt x="4" y="6"/>
                    <a:pt x="0" y="7"/>
                    <a:pt x="0" y="5"/>
                  </a:cubicBezTo>
                  <a:cubicBezTo>
                    <a:pt x="1" y="3"/>
                    <a:pt x="5" y="2"/>
                    <a:pt x="7" y="2"/>
                  </a:cubicBezTo>
                  <a:cubicBezTo>
                    <a:pt x="9" y="1"/>
                    <a:pt x="13" y="0"/>
                    <a:pt x="16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1" name="Freeform 140">
              <a:extLst>
                <a:ext uri="{FF2B5EF4-FFF2-40B4-BE49-F238E27FC236}">
                  <a16:creationId xmlns:a16="http://schemas.microsoft.com/office/drawing/2014/main" id="{0F6995EB-2500-55C4-9B66-C5A6A92BC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537" y="2571993"/>
              <a:ext cx="9873" cy="9873"/>
            </a:xfrm>
            <a:custGeom>
              <a:avLst/>
              <a:gdLst>
                <a:gd name="T0" fmla="*/ 3 w 9"/>
                <a:gd name="T1" fmla="*/ 4 h 10"/>
                <a:gd name="T2" fmla="*/ 9 w 9"/>
                <a:gd name="T3" fmla="*/ 3 h 10"/>
                <a:gd name="T4" fmla="*/ 5 w 9"/>
                <a:gd name="T5" fmla="*/ 6 h 10"/>
                <a:gd name="T6" fmla="*/ 2 w 9"/>
                <a:gd name="T7" fmla="*/ 9 h 10"/>
                <a:gd name="T8" fmla="*/ 3 w 9"/>
                <a:gd name="T9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0">
                  <a:moveTo>
                    <a:pt x="3" y="4"/>
                  </a:moveTo>
                  <a:cubicBezTo>
                    <a:pt x="4" y="0"/>
                    <a:pt x="8" y="1"/>
                    <a:pt x="9" y="3"/>
                  </a:cubicBezTo>
                  <a:cubicBezTo>
                    <a:pt x="9" y="4"/>
                    <a:pt x="7" y="4"/>
                    <a:pt x="5" y="6"/>
                  </a:cubicBezTo>
                  <a:cubicBezTo>
                    <a:pt x="3" y="8"/>
                    <a:pt x="4" y="10"/>
                    <a:pt x="2" y="9"/>
                  </a:cubicBezTo>
                  <a:cubicBezTo>
                    <a:pt x="0" y="8"/>
                    <a:pt x="2" y="7"/>
                    <a:pt x="3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2" name="Freeform 141">
              <a:extLst>
                <a:ext uri="{FF2B5EF4-FFF2-40B4-BE49-F238E27FC236}">
                  <a16:creationId xmlns:a16="http://schemas.microsoft.com/office/drawing/2014/main" id="{EEBC3BED-F347-E666-5D62-5E0045CB2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360" y="2553658"/>
              <a:ext cx="16925" cy="14104"/>
            </a:xfrm>
            <a:custGeom>
              <a:avLst/>
              <a:gdLst>
                <a:gd name="T0" fmla="*/ 4 w 15"/>
                <a:gd name="T1" fmla="*/ 6 h 13"/>
                <a:gd name="T2" fmla="*/ 9 w 15"/>
                <a:gd name="T3" fmla="*/ 6 h 13"/>
                <a:gd name="T4" fmla="*/ 11 w 15"/>
                <a:gd name="T5" fmla="*/ 6 h 13"/>
                <a:gd name="T6" fmla="*/ 12 w 15"/>
                <a:gd name="T7" fmla="*/ 2 h 13"/>
                <a:gd name="T8" fmla="*/ 13 w 15"/>
                <a:gd name="T9" fmla="*/ 0 h 13"/>
                <a:gd name="T10" fmla="*/ 14 w 15"/>
                <a:gd name="T11" fmla="*/ 1 h 13"/>
                <a:gd name="T12" fmla="*/ 13 w 15"/>
                <a:gd name="T13" fmla="*/ 4 h 13"/>
                <a:gd name="T14" fmla="*/ 12 w 15"/>
                <a:gd name="T15" fmla="*/ 7 h 13"/>
                <a:gd name="T16" fmla="*/ 11 w 15"/>
                <a:gd name="T17" fmla="*/ 11 h 13"/>
                <a:gd name="T18" fmla="*/ 7 w 15"/>
                <a:gd name="T19" fmla="*/ 12 h 13"/>
                <a:gd name="T20" fmla="*/ 2 w 15"/>
                <a:gd name="T21" fmla="*/ 12 h 13"/>
                <a:gd name="T22" fmla="*/ 0 w 15"/>
                <a:gd name="T23" fmla="*/ 10 h 13"/>
                <a:gd name="T24" fmla="*/ 4 w 15"/>
                <a:gd name="T25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" h="13">
                  <a:moveTo>
                    <a:pt x="4" y="6"/>
                  </a:moveTo>
                  <a:cubicBezTo>
                    <a:pt x="6" y="5"/>
                    <a:pt x="8" y="5"/>
                    <a:pt x="9" y="6"/>
                  </a:cubicBezTo>
                  <a:cubicBezTo>
                    <a:pt x="10" y="7"/>
                    <a:pt x="10" y="8"/>
                    <a:pt x="11" y="6"/>
                  </a:cubicBezTo>
                  <a:cubicBezTo>
                    <a:pt x="12" y="5"/>
                    <a:pt x="11" y="3"/>
                    <a:pt x="12" y="2"/>
                  </a:cubicBezTo>
                  <a:cubicBezTo>
                    <a:pt x="12" y="1"/>
                    <a:pt x="13" y="0"/>
                    <a:pt x="13" y="0"/>
                  </a:cubicBezTo>
                  <a:cubicBezTo>
                    <a:pt x="14" y="0"/>
                    <a:pt x="15" y="0"/>
                    <a:pt x="14" y="1"/>
                  </a:cubicBezTo>
                  <a:cubicBezTo>
                    <a:pt x="13" y="2"/>
                    <a:pt x="13" y="2"/>
                    <a:pt x="13" y="4"/>
                  </a:cubicBezTo>
                  <a:cubicBezTo>
                    <a:pt x="12" y="5"/>
                    <a:pt x="12" y="7"/>
                    <a:pt x="12" y="7"/>
                  </a:cubicBezTo>
                  <a:cubicBezTo>
                    <a:pt x="12" y="8"/>
                    <a:pt x="11" y="11"/>
                    <a:pt x="11" y="11"/>
                  </a:cubicBezTo>
                  <a:cubicBezTo>
                    <a:pt x="10" y="12"/>
                    <a:pt x="9" y="12"/>
                    <a:pt x="7" y="12"/>
                  </a:cubicBezTo>
                  <a:cubicBezTo>
                    <a:pt x="5" y="13"/>
                    <a:pt x="3" y="13"/>
                    <a:pt x="2" y="12"/>
                  </a:cubicBezTo>
                  <a:cubicBezTo>
                    <a:pt x="1" y="11"/>
                    <a:pt x="0" y="11"/>
                    <a:pt x="0" y="10"/>
                  </a:cubicBezTo>
                  <a:cubicBezTo>
                    <a:pt x="1" y="9"/>
                    <a:pt x="2" y="7"/>
                    <a:pt x="4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3" name="Freeform 142">
              <a:extLst>
                <a:ext uri="{FF2B5EF4-FFF2-40B4-BE49-F238E27FC236}">
                  <a16:creationId xmlns:a16="http://schemas.microsoft.com/office/drawing/2014/main" id="{07FDACB5-3718-3035-AAAC-E7A2C79B2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440" y="2540964"/>
              <a:ext cx="8462" cy="8462"/>
            </a:xfrm>
            <a:custGeom>
              <a:avLst/>
              <a:gdLst>
                <a:gd name="T0" fmla="*/ 0 w 8"/>
                <a:gd name="T1" fmla="*/ 1 h 7"/>
                <a:gd name="T2" fmla="*/ 2 w 8"/>
                <a:gd name="T3" fmla="*/ 4 h 7"/>
                <a:gd name="T4" fmla="*/ 3 w 8"/>
                <a:gd name="T5" fmla="*/ 5 h 7"/>
                <a:gd name="T6" fmla="*/ 6 w 8"/>
                <a:gd name="T7" fmla="*/ 6 h 7"/>
                <a:gd name="T8" fmla="*/ 7 w 8"/>
                <a:gd name="T9" fmla="*/ 4 h 7"/>
                <a:gd name="T10" fmla="*/ 4 w 8"/>
                <a:gd name="T11" fmla="*/ 3 h 7"/>
                <a:gd name="T12" fmla="*/ 2 w 8"/>
                <a:gd name="T13" fmla="*/ 2 h 7"/>
                <a:gd name="T14" fmla="*/ 0 w 8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7">
                  <a:moveTo>
                    <a:pt x="0" y="1"/>
                  </a:moveTo>
                  <a:cubicBezTo>
                    <a:pt x="0" y="3"/>
                    <a:pt x="1" y="3"/>
                    <a:pt x="2" y="4"/>
                  </a:cubicBezTo>
                  <a:cubicBezTo>
                    <a:pt x="3" y="4"/>
                    <a:pt x="3" y="5"/>
                    <a:pt x="3" y="5"/>
                  </a:cubicBezTo>
                  <a:cubicBezTo>
                    <a:pt x="4" y="6"/>
                    <a:pt x="6" y="7"/>
                    <a:pt x="6" y="6"/>
                  </a:cubicBezTo>
                  <a:cubicBezTo>
                    <a:pt x="7" y="5"/>
                    <a:pt x="8" y="4"/>
                    <a:pt x="7" y="4"/>
                  </a:cubicBezTo>
                  <a:cubicBezTo>
                    <a:pt x="7" y="3"/>
                    <a:pt x="5" y="3"/>
                    <a:pt x="4" y="3"/>
                  </a:cubicBezTo>
                  <a:cubicBezTo>
                    <a:pt x="3" y="3"/>
                    <a:pt x="3" y="2"/>
                    <a:pt x="2" y="2"/>
                  </a:cubicBezTo>
                  <a:cubicBezTo>
                    <a:pt x="2" y="1"/>
                    <a:pt x="1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4" name="Freeform 143">
              <a:extLst>
                <a:ext uri="{FF2B5EF4-FFF2-40B4-BE49-F238E27FC236}">
                  <a16:creationId xmlns:a16="http://schemas.microsoft.com/office/drawing/2014/main" id="{704F5190-9F23-AD80-DFB5-0EBE3B8BB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978" y="2545195"/>
              <a:ext cx="5642" cy="4231"/>
            </a:xfrm>
            <a:custGeom>
              <a:avLst/>
              <a:gdLst>
                <a:gd name="T0" fmla="*/ 2 w 5"/>
                <a:gd name="T1" fmla="*/ 0 h 3"/>
                <a:gd name="T2" fmla="*/ 1 w 5"/>
                <a:gd name="T3" fmla="*/ 2 h 3"/>
                <a:gd name="T4" fmla="*/ 4 w 5"/>
                <a:gd name="T5" fmla="*/ 2 h 3"/>
                <a:gd name="T6" fmla="*/ 2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1" y="1"/>
                    <a:pt x="0" y="1"/>
                    <a:pt x="1" y="2"/>
                  </a:cubicBezTo>
                  <a:cubicBezTo>
                    <a:pt x="3" y="2"/>
                    <a:pt x="3" y="3"/>
                    <a:pt x="4" y="2"/>
                  </a:cubicBezTo>
                  <a:cubicBezTo>
                    <a:pt x="5" y="0"/>
                    <a:pt x="4" y="0"/>
                    <a:pt x="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5" name="Freeform 144">
              <a:extLst>
                <a:ext uri="{FF2B5EF4-FFF2-40B4-BE49-F238E27FC236}">
                  <a16:creationId xmlns:a16="http://schemas.microsoft.com/office/drawing/2014/main" id="{51AC77F7-6C23-4EA6-C858-395EB95A8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643" y="2529681"/>
              <a:ext cx="12693" cy="7052"/>
            </a:xfrm>
            <a:custGeom>
              <a:avLst/>
              <a:gdLst>
                <a:gd name="T0" fmla="*/ 2 w 11"/>
                <a:gd name="T1" fmla="*/ 1 h 6"/>
                <a:gd name="T2" fmla="*/ 1 w 11"/>
                <a:gd name="T3" fmla="*/ 3 h 6"/>
                <a:gd name="T4" fmla="*/ 5 w 11"/>
                <a:gd name="T5" fmla="*/ 4 h 6"/>
                <a:gd name="T6" fmla="*/ 10 w 11"/>
                <a:gd name="T7" fmla="*/ 5 h 6"/>
                <a:gd name="T8" fmla="*/ 7 w 11"/>
                <a:gd name="T9" fmla="*/ 3 h 6"/>
                <a:gd name="T10" fmla="*/ 2 w 11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2" y="1"/>
                  </a:moveTo>
                  <a:cubicBezTo>
                    <a:pt x="1" y="2"/>
                    <a:pt x="0" y="2"/>
                    <a:pt x="1" y="3"/>
                  </a:cubicBezTo>
                  <a:cubicBezTo>
                    <a:pt x="2" y="3"/>
                    <a:pt x="2" y="2"/>
                    <a:pt x="5" y="4"/>
                  </a:cubicBezTo>
                  <a:cubicBezTo>
                    <a:pt x="7" y="5"/>
                    <a:pt x="10" y="6"/>
                    <a:pt x="10" y="5"/>
                  </a:cubicBezTo>
                  <a:cubicBezTo>
                    <a:pt x="11" y="3"/>
                    <a:pt x="8" y="4"/>
                    <a:pt x="7" y="3"/>
                  </a:cubicBezTo>
                  <a:cubicBezTo>
                    <a:pt x="5" y="1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6" name="Freeform 145">
              <a:extLst>
                <a:ext uri="{FF2B5EF4-FFF2-40B4-BE49-F238E27FC236}">
                  <a16:creationId xmlns:a16="http://schemas.microsoft.com/office/drawing/2014/main" id="{CA94430F-963C-AF2C-2DDE-4D8025685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077" y="2525450"/>
              <a:ext cx="9873" cy="11283"/>
            </a:xfrm>
            <a:custGeom>
              <a:avLst/>
              <a:gdLst>
                <a:gd name="T0" fmla="*/ 5 w 9"/>
                <a:gd name="T1" fmla="*/ 1 h 11"/>
                <a:gd name="T2" fmla="*/ 5 w 9"/>
                <a:gd name="T3" fmla="*/ 4 h 11"/>
                <a:gd name="T4" fmla="*/ 4 w 9"/>
                <a:gd name="T5" fmla="*/ 6 h 11"/>
                <a:gd name="T6" fmla="*/ 0 w 9"/>
                <a:gd name="T7" fmla="*/ 10 h 11"/>
                <a:gd name="T8" fmla="*/ 2 w 9"/>
                <a:gd name="T9" fmla="*/ 9 h 11"/>
                <a:gd name="T10" fmla="*/ 5 w 9"/>
                <a:gd name="T11" fmla="*/ 7 h 11"/>
                <a:gd name="T12" fmla="*/ 9 w 9"/>
                <a:gd name="T13" fmla="*/ 4 h 11"/>
                <a:gd name="T14" fmla="*/ 8 w 9"/>
                <a:gd name="T15" fmla="*/ 2 h 11"/>
                <a:gd name="T16" fmla="*/ 5 w 9"/>
                <a:gd name="T17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5" y="1"/>
                  </a:moveTo>
                  <a:cubicBezTo>
                    <a:pt x="4" y="3"/>
                    <a:pt x="4" y="2"/>
                    <a:pt x="5" y="4"/>
                  </a:cubicBezTo>
                  <a:cubicBezTo>
                    <a:pt x="6" y="5"/>
                    <a:pt x="5" y="6"/>
                    <a:pt x="4" y="6"/>
                  </a:cubicBezTo>
                  <a:cubicBezTo>
                    <a:pt x="3" y="7"/>
                    <a:pt x="0" y="9"/>
                    <a:pt x="0" y="10"/>
                  </a:cubicBezTo>
                  <a:cubicBezTo>
                    <a:pt x="0" y="11"/>
                    <a:pt x="1" y="10"/>
                    <a:pt x="2" y="9"/>
                  </a:cubicBezTo>
                  <a:cubicBezTo>
                    <a:pt x="4" y="8"/>
                    <a:pt x="4" y="7"/>
                    <a:pt x="5" y="7"/>
                  </a:cubicBezTo>
                  <a:cubicBezTo>
                    <a:pt x="7" y="6"/>
                    <a:pt x="9" y="5"/>
                    <a:pt x="9" y="4"/>
                  </a:cubicBezTo>
                  <a:cubicBezTo>
                    <a:pt x="9" y="3"/>
                    <a:pt x="8" y="4"/>
                    <a:pt x="8" y="2"/>
                  </a:cubicBezTo>
                  <a:cubicBezTo>
                    <a:pt x="8" y="0"/>
                    <a:pt x="6" y="0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7" name="Freeform 146">
              <a:extLst>
                <a:ext uri="{FF2B5EF4-FFF2-40B4-BE49-F238E27FC236}">
                  <a16:creationId xmlns:a16="http://schemas.microsoft.com/office/drawing/2014/main" id="{707F2585-1B58-BFC5-D97F-48EBAC803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435" y="2522629"/>
              <a:ext cx="7052" cy="5642"/>
            </a:xfrm>
            <a:custGeom>
              <a:avLst/>
              <a:gdLst>
                <a:gd name="T0" fmla="*/ 2 w 7"/>
                <a:gd name="T1" fmla="*/ 1 h 6"/>
                <a:gd name="T2" fmla="*/ 7 w 7"/>
                <a:gd name="T3" fmla="*/ 2 h 6"/>
                <a:gd name="T4" fmla="*/ 5 w 7"/>
                <a:gd name="T5" fmla="*/ 4 h 6"/>
                <a:gd name="T6" fmla="*/ 1 w 7"/>
                <a:gd name="T7" fmla="*/ 6 h 6"/>
                <a:gd name="T8" fmla="*/ 2 w 7"/>
                <a:gd name="T9" fmla="*/ 4 h 6"/>
                <a:gd name="T10" fmla="*/ 2 w 7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2" y="1"/>
                  </a:moveTo>
                  <a:cubicBezTo>
                    <a:pt x="4" y="0"/>
                    <a:pt x="7" y="1"/>
                    <a:pt x="7" y="2"/>
                  </a:cubicBezTo>
                  <a:cubicBezTo>
                    <a:pt x="7" y="3"/>
                    <a:pt x="5" y="3"/>
                    <a:pt x="5" y="4"/>
                  </a:cubicBezTo>
                  <a:cubicBezTo>
                    <a:pt x="4" y="6"/>
                    <a:pt x="2" y="6"/>
                    <a:pt x="1" y="6"/>
                  </a:cubicBezTo>
                  <a:cubicBezTo>
                    <a:pt x="0" y="6"/>
                    <a:pt x="2" y="5"/>
                    <a:pt x="2" y="4"/>
                  </a:cubicBezTo>
                  <a:cubicBezTo>
                    <a:pt x="2" y="2"/>
                    <a:pt x="1" y="2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8" name="Freeform 147">
              <a:extLst>
                <a:ext uri="{FF2B5EF4-FFF2-40B4-BE49-F238E27FC236}">
                  <a16:creationId xmlns:a16="http://schemas.microsoft.com/office/drawing/2014/main" id="{C594BE7B-5FF9-2017-40F1-D5DA9A0C2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100" y="2514167"/>
              <a:ext cx="8462" cy="5642"/>
            </a:xfrm>
            <a:custGeom>
              <a:avLst/>
              <a:gdLst>
                <a:gd name="T0" fmla="*/ 1 w 8"/>
                <a:gd name="T1" fmla="*/ 1 h 6"/>
                <a:gd name="T2" fmla="*/ 2 w 8"/>
                <a:gd name="T3" fmla="*/ 3 h 6"/>
                <a:gd name="T4" fmla="*/ 6 w 8"/>
                <a:gd name="T5" fmla="*/ 5 h 6"/>
                <a:gd name="T6" fmla="*/ 8 w 8"/>
                <a:gd name="T7" fmla="*/ 4 h 6"/>
                <a:gd name="T8" fmla="*/ 4 w 8"/>
                <a:gd name="T9" fmla="*/ 2 h 6"/>
                <a:gd name="T10" fmla="*/ 1 w 8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6">
                  <a:moveTo>
                    <a:pt x="1" y="1"/>
                  </a:moveTo>
                  <a:cubicBezTo>
                    <a:pt x="1" y="2"/>
                    <a:pt x="0" y="2"/>
                    <a:pt x="2" y="3"/>
                  </a:cubicBezTo>
                  <a:cubicBezTo>
                    <a:pt x="4" y="4"/>
                    <a:pt x="5" y="5"/>
                    <a:pt x="6" y="5"/>
                  </a:cubicBezTo>
                  <a:cubicBezTo>
                    <a:pt x="7" y="6"/>
                    <a:pt x="8" y="5"/>
                    <a:pt x="8" y="4"/>
                  </a:cubicBezTo>
                  <a:cubicBezTo>
                    <a:pt x="7" y="3"/>
                    <a:pt x="5" y="3"/>
                    <a:pt x="4" y="2"/>
                  </a:cubicBezTo>
                  <a:cubicBezTo>
                    <a:pt x="3" y="2"/>
                    <a:pt x="1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9" name="Freeform 174">
              <a:extLst>
                <a:ext uri="{FF2B5EF4-FFF2-40B4-BE49-F238E27FC236}">
                  <a16:creationId xmlns:a16="http://schemas.microsoft.com/office/drawing/2014/main" id="{CB15D7BF-7EF7-D304-88E8-B49F9004C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524" y="2474676"/>
              <a:ext cx="5642" cy="5642"/>
            </a:xfrm>
            <a:custGeom>
              <a:avLst/>
              <a:gdLst>
                <a:gd name="T0" fmla="*/ 2 w 5"/>
                <a:gd name="T1" fmla="*/ 2 h 5"/>
                <a:gd name="T2" fmla="*/ 5 w 5"/>
                <a:gd name="T3" fmla="*/ 2 h 5"/>
                <a:gd name="T4" fmla="*/ 3 w 5"/>
                <a:gd name="T5" fmla="*/ 4 h 5"/>
                <a:gd name="T6" fmla="*/ 2 w 5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2" y="2"/>
                  </a:moveTo>
                  <a:cubicBezTo>
                    <a:pt x="3" y="2"/>
                    <a:pt x="4" y="0"/>
                    <a:pt x="5" y="2"/>
                  </a:cubicBezTo>
                  <a:cubicBezTo>
                    <a:pt x="5" y="3"/>
                    <a:pt x="5" y="4"/>
                    <a:pt x="3" y="4"/>
                  </a:cubicBezTo>
                  <a:cubicBezTo>
                    <a:pt x="2" y="5"/>
                    <a:pt x="0" y="3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0" name="Freeform 175">
              <a:extLst>
                <a:ext uri="{FF2B5EF4-FFF2-40B4-BE49-F238E27FC236}">
                  <a16:creationId xmlns:a16="http://schemas.microsoft.com/office/drawing/2014/main" id="{75F27509-EB45-E3B8-ECB7-E2B6313F3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129" y="2514167"/>
              <a:ext cx="5642" cy="4231"/>
            </a:xfrm>
            <a:custGeom>
              <a:avLst/>
              <a:gdLst>
                <a:gd name="T0" fmla="*/ 1 w 5"/>
                <a:gd name="T1" fmla="*/ 0 h 3"/>
                <a:gd name="T2" fmla="*/ 1 w 5"/>
                <a:gd name="T3" fmla="*/ 2 h 3"/>
                <a:gd name="T4" fmla="*/ 4 w 5"/>
                <a:gd name="T5" fmla="*/ 2 h 3"/>
                <a:gd name="T6" fmla="*/ 1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1" y="0"/>
                  </a:moveTo>
                  <a:cubicBezTo>
                    <a:pt x="0" y="2"/>
                    <a:pt x="0" y="2"/>
                    <a:pt x="1" y="2"/>
                  </a:cubicBezTo>
                  <a:cubicBezTo>
                    <a:pt x="2" y="2"/>
                    <a:pt x="3" y="3"/>
                    <a:pt x="4" y="2"/>
                  </a:cubicBezTo>
                  <a:cubicBezTo>
                    <a:pt x="5" y="2"/>
                    <a:pt x="4" y="0"/>
                    <a:pt x="1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1" name="Freeform 176">
              <a:extLst>
                <a:ext uri="{FF2B5EF4-FFF2-40B4-BE49-F238E27FC236}">
                  <a16:creationId xmlns:a16="http://schemas.microsoft.com/office/drawing/2014/main" id="{C8D4BEBA-8E85-5B7E-6AB4-5A91C83D6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279" y="2501473"/>
              <a:ext cx="8462" cy="12693"/>
            </a:xfrm>
            <a:custGeom>
              <a:avLst/>
              <a:gdLst>
                <a:gd name="T0" fmla="*/ 0 w 8"/>
                <a:gd name="T1" fmla="*/ 1 h 11"/>
                <a:gd name="T2" fmla="*/ 2 w 8"/>
                <a:gd name="T3" fmla="*/ 5 h 11"/>
                <a:gd name="T4" fmla="*/ 4 w 8"/>
                <a:gd name="T5" fmla="*/ 9 h 11"/>
                <a:gd name="T6" fmla="*/ 6 w 8"/>
                <a:gd name="T7" fmla="*/ 10 h 11"/>
                <a:gd name="T8" fmla="*/ 7 w 8"/>
                <a:gd name="T9" fmla="*/ 8 h 11"/>
                <a:gd name="T10" fmla="*/ 4 w 8"/>
                <a:gd name="T11" fmla="*/ 5 h 11"/>
                <a:gd name="T12" fmla="*/ 3 w 8"/>
                <a:gd name="T13" fmla="*/ 3 h 11"/>
                <a:gd name="T14" fmla="*/ 0 w 8"/>
                <a:gd name="T1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1">
                  <a:moveTo>
                    <a:pt x="0" y="1"/>
                  </a:moveTo>
                  <a:cubicBezTo>
                    <a:pt x="0" y="3"/>
                    <a:pt x="1" y="3"/>
                    <a:pt x="2" y="5"/>
                  </a:cubicBezTo>
                  <a:cubicBezTo>
                    <a:pt x="4" y="6"/>
                    <a:pt x="4" y="8"/>
                    <a:pt x="4" y="9"/>
                  </a:cubicBezTo>
                  <a:cubicBezTo>
                    <a:pt x="5" y="9"/>
                    <a:pt x="5" y="11"/>
                    <a:pt x="6" y="10"/>
                  </a:cubicBezTo>
                  <a:cubicBezTo>
                    <a:pt x="7" y="10"/>
                    <a:pt x="8" y="10"/>
                    <a:pt x="7" y="8"/>
                  </a:cubicBezTo>
                  <a:cubicBezTo>
                    <a:pt x="5" y="7"/>
                    <a:pt x="5" y="6"/>
                    <a:pt x="4" y="5"/>
                  </a:cubicBezTo>
                  <a:cubicBezTo>
                    <a:pt x="4" y="4"/>
                    <a:pt x="4" y="4"/>
                    <a:pt x="3" y="3"/>
                  </a:cubicBezTo>
                  <a:cubicBezTo>
                    <a:pt x="2" y="2"/>
                    <a:pt x="1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2" name="Freeform 177">
              <a:extLst>
                <a:ext uri="{FF2B5EF4-FFF2-40B4-BE49-F238E27FC236}">
                  <a16:creationId xmlns:a16="http://schemas.microsoft.com/office/drawing/2014/main" id="{7BA318FE-0C6E-E504-5723-377AA6717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6175" y="2502884"/>
              <a:ext cx="8462" cy="7052"/>
            </a:xfrm>
            <a:custGeom>
              <a:avLst/>
              <a:gdLst>
                <a:gd name="T0" fmla="*/ 1 w 7"/>
                <a:gd name="T1" fmla="*/ 2 h 6"/>
                <a:gd name="T2" fmla="*/ 3 w 7"/>
                <a:gd name="T3" fmla="*/ 3 h 6"/>
                <a:gd name="T4" fmla="*/ 6 w 7"/>
                <a:gd name="T5" fmla="*/ 5 h 6"/>
                <a:gd name="T6" fmla="*/ 6 w 7"/>
                <a:gd name="T7" fmla="*/ 4 h 6"/>
                <a:gd name="T8" fmla="*/ 4 w 7"/>
                <a:gd name="T9" fmla="*/ 2 h 6"/>
                <a:gd name="T10" fmla="*/ 1 w 7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1" y="2"/>
                  </a:moveTo>
                  <a:cubicBezTo>
                    <a:pt x="2" y="3"/>
                    <a:pt x="2" y="2"/>
                    <a:pt x="3" y="3"/>
                  </a:cubicBezTo>
                  <a:cubicBezTo>
                    <a:pt x="4" y="5"/>
                    <a:pt x="5" y="6"/>
                    <a:pt x="6" y="5"/>
                  </a:cubicBezTo>
                  <a:cubicBezTo>
                    <a:pt x="7" y="5"/>
                    <a:pt x="7" y="5"/>
                    <a:pt x="6" y="4"/>
                  </a:cubicBezTo>
                  <a:cubicBezTo>
                    <a:pt x="6" y="3"/>
                    <a:pt x="5" y="4"/>
                    <a:pt x="4" y="2"/>
                  </a:cubicBezTo>
                  <a:cubicBezTo>
                    <a:pt x="4" y="1"/>
                    <a:pt x="0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3" name="Freeform 178">
              <a:extLst>
                <a:ext uri="{FF2B5EF4-FFF2-40B4-BE49-F238E27FC236}">
                  <a16:creationId xmlns:a16="http://schemas.microsoft.com/office/drawing/2014/main" id="{773FB920-C17A-DE88-0D5C-132FE1DCA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27" y="2477497"/>
              <a:ext cx="9873" cy="14104"/>
            </a:xfrm>
            <a:custGeom>
              <a:avLst/>
              <a:gdLst>
                <a:gd name="T0" fmla="*/ 0 w 9"/>
                <a:gd name="T1" fmla="*/ 2 h 14"/>
                <a:gd name="T2" fmla="*/ 1 w 9"/>
                <a:gd name="T3" fmla="*/ 5 h 14"/>
                <a:gd name="T4" fmla="*/ 4 w 9"/>
                <a:gd name="T5" fmla="*/ 7 h 14"/>
                <a:gd name="T6" fmla="*/ 5 w 9"/>
                <a:gd name="T7" fmla="*/ 10 h 14"/>
                <a:gd name="T8" fmla="*/ 5 w 9"/>
                <a:gd name="T9" fmla="*/ 13 h 14"/>
                <a:gd name="T10" fmla="*/ 8 w 9"/>
                <a:gd name="T11" fmla="*/ 12 h 14"/>
                <a:gd name="T12" fmla="*/ 8 w 9"/>
                <a:gd name="T13" fmla="*/ 9 h 14"/>
                <a:gd name="T14" fmla="*/ 5 w 9"/>
                <a:gd name="T15" fmla="*/ 5 h 14"/>
                <a:gd name="T16" fmla="*/ 2 w 9"/>
                <a:gd name="T17" fmla="*/ 3 h 14"/>
                <a:gd name="T18" fmla="*/ 1 w 9"/>
                <a:gd name="T19" fmla="*/ 1 h 14"/>
                <a:gd name="T20" fmla="*/ 0 w 9"/>
                <a:gd name="T21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14">
                  <a:moveTo>
                    <a:pt x="0" y="2"/>
                  </a:moveTo>
                  <a:cubicBezTo>
                    <a:pt x="0" y="3"/>
                    <a:pt x="0" y="4"/>
                    <a:pt x="1" y="5"/>
                  </a:cubicBezTo>
                  <a:cubicBezTo>
                    <a:pt x="2" y="6"/>
                    <a:pt x="4" y="6"/>
                    <a:pt x="4" y="7"/>
                  </a:cubicBezTo>
                  <a:cubicBezTo>
                    <a:pt x="5" y="9"/>
                    <a:pt x="5" y="9"/>
                    <a:pt x="5" y="10"/>
                  </a:cubicBezTo>
                  <a:cubicBezTo>
                    <a:pt x="5" y="12"/>
                    <a:pt x="4" y="12"/>
                    <a:pt x="5" y="13"/>
                  </a:cubicBezTo>
                  <a:cubicBezTo>
                    <a:pt x="6" y="14"/>
                    <a:pt x="8" y="14"/>
                    <a:pt x="8" y="12"/>
                  </a:cubicBezTo>
                  <a:cubicBezTo>
                    <a:pt x="8" y="11"/>
                    <a:pt x="9" y="11"/>
                    <a:pt x="8" y="9"/>
                  </a:cubicBezTo>
                  <a:cubicBezTo>
                    <a:pt x="6" y="8"/>
                    <a:pt x="6" y="6"/>
                    <a:pt x="5" y="5"/>
                  </a:cubicBezTo>
                  <a:cubicBezTo>
                    <a:pt x="5" y="4"/>
                    <a:pt x="3" y="4"/>
                    <a:pt x="2" y="3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0" y="1"/>
                    <a:pt x="0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4" name="Freeform 179">
              <a:extLst>
                <a:ext uri="{FF2B5EF4-FFF2-40B4-BE49-F238E27FC236}">
                  <a16:creationId xmlns:a16="http://schemas.microsoft.com/office/drawing/2014/main" id="{82E252EB-D30C-24A2-6C95-C12F27907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892" y="2460572"/>
              <a:ext cx="9873" cy="21156"/>
            </a:xfrm>
            <a:custGeom>
              <a:avLst/>
              <a:gdLst>
                <a:gd name="T0" fmla="*/ 0 w 10"/>
                <a:gd name="T1" fmla="*/ 1 h 19"/>
                <a:gd name="T2" fmla="*/ 2 w 10"/>
                <a:gd name="T3" fmla="*/ 4 h 19"/>
                <a:gd name="T4" fmla="*/ 5 w 10"/>
                <a:gd name="T5" fmla="*/ 5 h 19"/>
                <a:gd name="T6" fmla="*/ 7 w 10"/>
                <a:gd name="T7" fmla="*/ 7 h 19"/>
                <a:gd name="T8" fmla="*/ 7 w 10"/>
                <a:gd name="T9" fmla="*/ 11 h 19"/>
                <a:gd name="T10" fmla="*/ 5 w 10"/>
                <a:gd name="T11" fmla="*/ 12 h 19"/>
                <a:gd name="T12" fmla="*/ 4 w 10"/>
                <a:gd name="T13" fmla="*/ 15 h 19"/>
                <a:gd name="T14" fmla="*/ 7 w 10"/>
                <a:gd name="T15" fmla="*/ 17 h 19"/>
                <a:gd name="T16" fmla="*/ 8 w 10"/>
                <a:gd name="T17" fmla="*/ 17 h 19"/>
                <a:gd name="T18" fmla="*/ 8 w 10"/>
                <a:gd name="T19" fmla="*/ 13 h 19"/>
                <a:gd name="T20" fmla="*/ 9 w 10"/>
                <a:gd name="T21" fmla="*/ 10 h 19"/>
                <a:gd name="T22" fmla="*/ 8 w 10"/>
                <a:gd name="T23" fmla="*/ 6 h 19"/>
                <a:gd name="T24" fmla="*/ 5 w 10"/>
                <a:gd name="T25" fmla="*/ 4 h 19"/>
                <a:gd name="T26" fmla="*/ 2 w 10"/>
                <a:gd name="T27" fmla="*/ 2 h 19"/>
                <a:gd name="T28" fmla="*/ 0 w 10"/>
                <a:gd name="T29" fmla="*/ 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" h="19">
                  <a:moveTo>
                    <a:pt x="0" y="1"/>
                  </a:moveTo>
                  <a:cubicBezTo>
                    <a:pt x="1" y="2"/>
                    <a:pt x="1" y="3"/>
                    <a:pt x="2" y="4"/>
                  </a:cubicBezTo>
                  <a:cubicBezTo>
                    <a:pt x="4" y="4"/>
                    <a:pt x="5" y="5"/>
                    <a:pt x="5" y="5"/>
                  </a:cubicBezTo>
                  <a:cubicBezTo>
                    <a:pt x="6" y="6"/>
                    <a:pt x="6" y="5"/>
                    <a:pt x="7" y="7"/>
                  </a:cubicBezTo>
                  <a:cubicBezTo>
                    <a:pt x="7" y="9"/>
                    <a:pt x="7" y="10"/>
                    <a:pt x="7" y="11"/>
                  </a:cubicBezTo>
                  <a:cubicBezTo>
                    <a:pt x="6" y="12"/>
                    <a:pt x="5" y="11"/>
                    <a:pt x="5" y="12"/>
                  </a:cubicBezTo>
                  <a:cubicBezTo>
                    <a:pt x="4" y="14"/>
                    <a:pt x="3" y="14"/>
                    <a:pt x="4" y="15"/>
                  </a:cubicBezTo>
                  <a:cubicBezTo>
                    <a:pt x="6" y="16"/>
                    <a:pt x="6" y="16"/>
                    <a:pt x="7" y="17"/>
                  </a:cubicBezTo>
                  <a:cubicBezTo>
                    <a:pt x="7" y="18"/>
                    <a:pt x="8" y="19"/>
                    <a:pt x="8" y="17"/>
                  </a:cubicBezTo>
                  <a:cubicBezTo>
                    <a:pt x="9" y="15"/>
                    <a:pt x="8" y="14"/>
                    <a:pt x="8" y="13"/>
                  </a:cubicBezTo>
                  <a:cubicBezTo>
                    <a:pt x="8" y="12"/>
                    <a:pt x="9" y="12"/>
                    <a:pt x="9" y="10"/>
                  </a:cubicBezTo>
                  <a:cubicBezTo>
                    <a:pt x="9" y="8"/>
                    <a:pt x="10" y="7"/>
                    <a:pt x="8" y="6"/>
                  </a:cubicBezTo>
                  <a:cubicBezTo>
                    <a:pt x="7" y="5"/>
                    <a:pt x="6" y="5"/>
                    <a:pt x="5" y="4"/>
                  </a:cubicBezTo>
                  <a:cubicBezTo>
                    <a:pt x="3" y="3"/>
                    <a:pt x="2" y="2"/>
                    <a:pt x="2" y="2"/>
                  </a:cubicBezTo>
                  <a:cubicBezTo>
                    <a:pt x="1" y="1"/>
                    <a:pt x="0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5" name="Freeform 180">
              <a:extLst>
                <a:ext uri="{FF2B5EF4-FFF2-40B4-BE49-F238E27FC236}">
                  <a16:creationId xmlns:a16="http://schemas.microsoft.com/office/drawing/2014/main" id="{BB1229D4-51C5-80EA-023F-CD524B72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147" y="2443647"/>
              <a:ext cx="4231" cy="7052"/>
            </a:xfrm>
            <a:custGeom>
              <a:avLst/>
              <a:gdLst>
                <a:gd name="T0" fmla="*/ 0 w 3"/>
                <a:gd name="T1" fmla="*/ 1 h 6"/>
                <a:gd name="T2" fmla="*/ 0 w 3"/>
                <a:gd name="T3" fmla="*/ 3 h 6"/>
                <a:gd name="T4" fmla="*/ 2 w 3"/>
                <a:gd name="T5" fmla="*/ 5 h 6"/>
                <a:gd name="T6" fmla="*/ 3 w 3"/>
                <a:gd name="T7" fmla="*/ 1 h 6"/>
                <a:gd name="T8" fmla="*/ 0 w 3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6">
                  <a:moveTo>
                    <a:pt x="0" y="1"/>
                  </a:moveTo>
                  <a:cubicBezTo>
                    <a:pt x="0" y="2"/>
                    <a:pt x="0" y="2"/>
                    <a:pt x="0" y="3"/>
                  </a:cubicBezTo>
                  <a:cubicBezTo>
                    <a:pt x="1" y="4"/>
                    <a:pt x="2" y="6"/>
                    <a:pt x="2" y="5"/>
                  </a:cubicBezTo>
                  <a:cubicBezTo>
                    <a:pt x="3" y="3"/>
                    <a:pt x="3" y="2"/>
                    <a:pt x="3" y="1"/>
                  </a:cubicBezTo>
                  <a:cubicBezTo>
                    <a:pt x="3" y="0"/>
                    <a:pt x="1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6" name="Freeform 181">
              <a:extLst>
                <a:ext uri="{FF2B5EF4-FFF2-40B4-BE49-F238E27FC236}">
                  <a16:creationId xmlns:a16="http://schemas.microsoft.com/office/drawing/2014/main" id="{BAE7F4D8-AE16-CB40-E930-AA8816B4E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736" y="2428133"/>
              <a:ext cx="9873" cy="14104"/>
            </a:xfrm>
            <a:custGeom>
              <a:avLst/>
              <a:gdLst>
                <a:gd name="T0" fmla="*/ 0 w 9"/>
                <a:gd name="T1" fmla="*/ 1 h 13"/>
                <a:gd name="T2" fmla="*/ 3 w 9"/>
                <a:gd name="T3" fmla="*/ 4 h 13"/>
                <a:gd name="T4" fmla="*/ 5 w 9"/>
                <a:gd name="T5" fmla="*/ 6 h 13"/>
                <a:gd name="T6" fmla="*/ 6 w 9"/>
                <a:gd name="T7" fmla="*/ 7 h 13"/>
                <a:gd name="T8" fmla="*/ 5 w 9"/>
                <a:gd name="T9" fmla="*/ 10 h 13"/>
                <a:gd name="T10" fmla="*/ 5 w 9"/>
                <a:gd name="T11" fmla="*/ 13 h 13"/>
                <a:gd name="T12" fmla="*/ 8 w 9"/>
                <a:gd name="T13" fmla="*/ 13 h 13"/>
                <a:gd name="T14" fmla="*/ 8 w 9"/>
                <a:gd name="T15" fmla="*/ 10 h 13"/>
                <a:gd name="T16" fmla="*/ 8 w 9"/>
                <a:gd name="T17" fmla="*/ 8 h 13"/>
                <a:gd name="T18" fmla="*/ 7 w 9"/>
                <a:gd name="T19" fmla="*/ 6 h 13"/>
                <a:gd name="T20" fmla="*/ 6 w 9"/>
                <a:gd name="T21" fmla="*/ 4 h 13"/>
                <a:gd name="T22" fmla="*/ 4 w 9"/>
                <a:gd name="T23" fmla="*/ 3 h 13"/>
                <a:gd name="T24" fmla="*/ 1 w 9"/>
                <a:gd name="T25" fmla="*/ 1 h 13"/>
                <a:gd name="T26" fmla="*/ 0 w 9"/>
                <a:gd name="T2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" h="13">
                  <a:moveTo>
                    <a:pt x="0" y="1"/>
                  </a:moveTo>
                  <a:cubicBezTo>
                    <a:pt x="2" y="3"/>
                    <a:pt x="1" y="2"/>
                    <a:pt x="3" y="4"/>
                  </a:cubicBezTo>
                  <a:cubicBezTo>
                    <a:pt x="5" y="5"/>
                    <a:pt x="5" y="6"/>
                    <a:pt x="5" y="6"/>
                  </a:cubicBezTo>
                  <a:cubicBezTo>
                    <a:pt x="5" y="6"/>
                    <a:pt x="6" y="7"/>
                    <a:pt x="6" y="7"/>
                  </a:cubicBezTo>
                  <a:cubicBezTo>
                    <a:pt x="5" y="8"/>
                    <a:pt x="5" y="8"/>
                    <a:pt x="5" y="10"/>
                  </a:cubicBezTo>
                  <a:cubicBezTo>
                    <a:pt x="4" y="11"/>
                    <a:pt x="4" y="13"/>
                    <a:pt x="5" y="13"/>
                  </a:cubicBezTo>
                  <a:cubicBezTo>
                    <a:pt x="6" y="13"/>
                    <a:pt x="7" y="13"/>
                    <a:pt x="8" y="13"/>
                  </a:cubicBezTo>
                  <a:cubicBezTo>
                    <a:pt x="8" y="12"/>
                    <a:pt x="8" y="11"/>
                    <a:pt x="8" y="10"/>
                  </a:cubicBezTo>
                  <a:cubicBezTo>
                    <a:pt x="8" y="9"/>
                    <a:pt x="9" y="8"/>
                    <a:pt x="8" y="8"/>
                  </a:cubicBezTo>
                  <a:cubicBezTo>
                    <a:pt x="8" y="7"/>
                    <a:pt x="8" y="6"/>
                    <a:pt x="7" y="6"/>
                  </a:cubicBezTo>
                  <a:cubicBezTo>
                    <a:pt x="7" y="5"/>
                    <a:pt x="7" y="5"/>
                    <a:pt x="6" y="4"/>
                  </a:cubicBezTo>
                  <a:cubicBezTo>
                    <a:pt x="5" y="4"/>
                    <a:pt x="4" y="4"/>
                    <a:pt x="4" y="3"/>
                  </a:cubicBezTo>
                  <a:cubicBezTo>
                    <a:pt x="3" y="3"/>
                    <a:pt x="2" y="2"/>
                    <a:pt x="1" y="1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7" name="Freeform 182">
              <a:extLst>
                <a:ext uri="{FF2B5EF4-FFF2-40B4-BE49-F238E27FC236}">
                  <a16:creationId xmlns:a16="http://schemas.microsoft.com/office/drawing/2014/main" id="{BE8CE385-7648-E211-8F29-500F76834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864" y="2425312"/>
              <a:ext cx="5642" cy="2821"/>
            </a:xfrm>
            <a:custGeom>
              <a:avLst/>
              <a:gdLst>
                <a:gd name="T0" fmla="*/ 2 w 5"/>
                <a:gd name="T1" fmla="*/ 0 h 2"/>
                <a:gd name="T2" fmla="*/ 2 w 5"/>
                <a:gd name="T3" fmla="*/ 2 h 2"/>
                <a:gd name="T4" fmla="*/ 5 w 5"/>
                <a:gd name="T5" fmla="*/ 1 h 2"/>
                <a:gd name="T6" fmla="*/ 2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2" y="0"/>
                  </a:moveTo>
                  <a:cubicBezTo>
                    <a:pt x="0" y="1"/>
                    <a:pt x="0" y="2"/>
                    <a:pt x="2" y="2"/>
                  </a:cubicBezTo>
                  <a:cubicBezTo>
                    <a:pt x="4" y="2"/>
                    <a:pt x="4" y="2"/>
                    <a:pt x="5" y="1"/>
                  </a:cubicBezTo>
                  <a:cubicBezTo>
                    <a:pt x="5" y="1"/>
                    <a:pt x="4" y="0"/>
                    <a:pt x="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8" name="Freeform 183">
              <a:extLst>
                <a:ext uri="{FF2B5EF4-FFF2-40B4-BE49-F238E27FC236}">
                  <a16:creationId xmlns:a16="http://schemas.microsoft.com/office/drawing/2014/main" id="{736F423D-7B1E-03D8-C332-2CAA9CD0B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529" y="2428133"/>
              <a:ext cx="18335" cy="8462"/>
            </a:xfrm>
            <a:custGeom>
              <a:avLst/>
              <a:gdLst>
                <a:gd name="T0" fmla="*/ 1 w 17"/>
                <a:gd name="T1" fmla="*/ 3 h 7"/>
                <a:gd name="T2" fmla="*/ 1 w 17"/>
                <a:gd name="T3" fmla="*/ 7 h 7"/>
                <a:gd name="T4" fmla="*/ 7 w 17"/>
                <a:gd name="T5" fmla="*/ 6 h 7"/>
                <a:gd name="T6" fmla="*/ 12 w 17"/>
                <a:gd name="T7" fmla="*/ 4 h 7"/>
                <a:gd name="T8" fmla="*/ 16 w 17"/>
                <a:gd name="T9" fmla="*/ 2 h 7"/>
                <a:gd name="T10" fmla="*/ 15 w 17"/>
                <a:gd name="T11" fmla="*/ 1 h 7"/>
                <a:gd name="T12" fmla="*/ 11 w 17"/>
                <a:gd name="T13" fmla="*/ 1 h 7"/>
                <a:gd name="T14" fmla="*/ 8 w 17"/>
                <a:gd name="T15" fmla="*/ 2 h 7"/>
                <a:gd name="T16" fmla="*/ 3 w 17"/>
                <a:gd name="T17" fmla="*/ 1 h 7"/>
                <a:gd name="T18" fmla="*/ 1 w 17"/>
                <a:gd name="T1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7">
                  <a:moveTo>
                    <a:pt x="1" y="3"/>
                  </a:moveTo>
                  <a:cubicBezTo>
                    <a:pt x="0" y="3"/>
                    <a:pt x="0" y="7"/>
                    <a:pt x="1" y="7"/>
                  </a:cubicBezTo>
                  <a:cubicBezTo>
                    <a:pt x="1" y="7"/>
                    <a:pt x="5" y="6"/>
                    <a:pt x="7" y="6"/>
                  </a:cubicBezTo>
                  <a:cubicBezTo>
                    <a:pt x="9" y="5"/>
                    <a:pt x="10" y="5"/>
                    <a:pt x="12" y="4"/>
                  </a:cubicBezTo>
                  <a:cubicBezTo>
                    <a:pt x="14" y="4"/>
                    <a:pt x="14" y="4"/>
                    <a:pt x="16" y="2"/>
                  </a:cubicBezTo>
                  <a:cubicBezTo>
                    <a:pt x="17" y="1"/>
                    <a:pt x="16" y="1"/>
                    <a:pt x="15" y="1"/>
                  </a:cubicBezTo>
                  <a:cubicBezTo>
                    <a:pt x="15" y="0"/>
                    <a:pt x="13" y="1"/>
                    <a:pt x="11" y="1"/>
                  </a:cubicBezTo>
                  <a:cubicBezTo>
                    <a:pt x="10" y="2"/>
                    <a:pt x="9" y="2"/>
                    <a:pt x="8" y="2"/>
                  </a:cubicBezTo>
                  <a:cubicBezTo>
                    <a:pt x="6" y="2"/>
                    <a:pt x="4" y="2"/>
                    <a:pt x="3" y="1"/>
                  </a:cubicBezTo>
                  <a:cubicBezTo>
                    <a:pt x="2" y="1"/>
                    <a:pt x="2" y="2"/>
                    <a:pt x="1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49" name="Freeform 184">
              <a:extLst>
                <a:ext uri="{FF2B5EF4-FFF2-40B4-BE49-F238E27FC236}">
                  <a16:creationId xmlns:a16="http://schemas.microsoft.com/office/drawing/2014/main" id="{DB2F01B2-C3E7-16B4-3BEB-8942DAD53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274" y="2490190"/>
              <a:ext cx="4231" cy="11283"/>
            </a:xfrm>
            <a:custGeom>
              <a:avLst/>
              <a:gdLst>
                <a:gd name="T0" fmla="*/ 2 w 5"/>
                <a:gd name="T1" fmla="*/ 1 h 11"/>
                <a:gd name="T2" fmla="*/ 1 w 5"/>
                <a:gd name="T3" fmla="*/ 6 h 11"/>
                <a:gd name="T4" fmla="*/ 3 w 5"/>
                <a:gd name="T5" fmla="*/ 10 h 11"/>
                <a:gd name="T6" fmla="*/ 5 w 5"/>
                <a:gd name="T7" fmla="*/ 6 h 11"/>
                <a:gd name="T8" fmla="*/ 2 w 5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2" y="1"/>
                  </a:moveTo>
                  <a:cubicBezTo>
                    <a:pt x="0" y="3"/>
                    <a:pt x="0" y="3"/>
                    <a:pt x="1" y="6"/>
                  </a:cubicBezTo>
                  <a:cubicBezTo>
                    <a:pt x="1" y="8"/>
                    <a:pt x="1" y="11"/>
                    <a:pt x="3" y="10"/>
                  </a:cubicBezTo>
                  <a:cubicBezTo>
                    <a:pt x="4" y="8"/>
                    <a:pt x="5" y="9"/>
                    <a:pt x="5" y="6"/>
                  </a:cubicBezTo>
                  <a:cubicBezTo>
                    <a:pt x="5" y="2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0" name="Freeform 185">
              <a:extLst>
                <a:ext uri="{FF2B5EF4-FFF2-40B4-BE49-F238E27FC236}">
                  <a16:creationId xmlns:a16="http://schemas.microsoft.com/office/drawing/2014/main" id="{D3C1E1E3-334F-EB49-A794-8DAF9E610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581" y="2469034"/>
              <a:ext cx="16925" cy="18335"/>
            </a:xfrm>
            <a:custGeom>
              <a:avLst/>
              <a:gdLst>
                <a:gd name="T0" fmla="*/ 8 w 15"/>
                <a:gd name="T1" fmla="*/ 0 h 18"/>
                <a:gd name="T2" fmla="*/ 3 w 15"/>
                <a:gd name="T3" fmla="*/ 3 h 18"/>
                <a:gd name="T4" fmla="*/ 3 w 15"/>
                <a:gd name="T5" fmla="*/ 8 h 18"/>
                <a:gd name="T6" fmla="*/ 1 w 15"/>
                <a:gd name="T7" fmla="*/ 11 h 18"/>
                <a:gd name="T8" fmla="*/ 5 w 15"/>
                <a:gd name="T9" fmla="*/ 16 h 18"/>
                <a:gd name="T10" fmla="*/ 11 w 15"/>
                <a:gd name="T11" fmla="*/ 16 h 18"/>
                <a:gd name="T12" fmla="*/ 13 w 15"/>
                <a:gd name="T13" fmla="*/ 11 h 18"/>
                <a:gd name="T14" fmla="*/ 11 w 15"/>
                <a:gd name="T15" fmla="*/ 6 h 18"/>
                <a:gd name="T16" fmla="*/ 8 w 15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8">
                  <a:moveTo>
                    <a:pt x="8" y="0"/>
                  </a:moveTo>
                  <a:cubicBezTo>
                    <a:pt x="7" y="0"/>
                    <a:pt x="4" y="1"/>
                    <a:pt x="3" y="3"/>
                  </a:cubicBezTo>
                  <a:cubicBezTo>
                    <a:pt x="3" y="5"/>
                    <a:pt x="3" y="6"/>
                    <a:pt x="3" y="8"/>
                  </a:cubicBezTo>
                  <a:cubicBezTo>
                    <a:pt x="3" y="11"/>
                    <a:pt x="2" y="9"/>
                    <a:pt x="1" y="11"/>
                  </a:cubicBezTo>
                  <a:cubicBezTo>
                    <a:pt x="0" y="13"/>
                    <a:pt x="4" y="14"/>
                    <a:pt x="5" y="16"/>
                  </a:cubicBezTo>
                  <a:cubicBezTo>
                    <a:pt x="6" y="18"/>
                    <a:pt x="8" y="17"/>
                    <a:pt x="11" y="16"/>
                  </a:cubicBezTo>
                  <a:cubicBezTo>
                    <a:pt x="15" y="14"/>
                    <a:pt x="13" y="14"/>
                    <a:pt x="13" y="11"/>
                  </a:cubicBezTo>
                  <a:cubicBezTo>
                    <a:pt x="13" y="7"/>
                    <a:pt x="13" y="9"/>
                    <a:pt x="11" y="6"/>
                  </a:cubicBezTo>
                  <a:cubicBezTo>
                    <a:pt x="9" y="3"/>
                    <a:pt x="11" y="4"/>
                    <a:pt x="8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1" name="Freeform 186">
              <a:extLst>
                <a:ext uri="{FF2B5EF4-FFF2-40B4-BE49-F238E27FC236}">
                  <a16:creationId xmlns:a16="http://schemas.microsoft.com/office/drawing/2014/main" id="{976E8102-8BCC-A4AF-A090-51530CE08D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8675" y="1100959"/>
              <a:ext cx="854695" cy="623391"/>
            </a:xfrm>
            <a:custGeom>
              <a:avLst/>
              <a:gdLst>
                <a:gd name="T0" fmla="*/ 708 w 779"/>
                <a:gd name="T1" fmla="*/ 436 h 580"/>
                <a:gd name="T2" fmla="*/ 644 w 779"/>
                <a:gd name="T3" fmla="*/ 414 h 580"/>
                <a:gd name="T4" fmla="*/ 573 w 779"/>
                <a:gd name="T5" fmla="*/ 383 h 580"/>
                <a:gd name="T6" fmla="*/ 404 w 779"/>
                <a:gd name="T7" fmla="*/ 42 h 580"/>
                <a:gd name="T8" fmla="*/ 281 w 779"/>
                <a:gd name="T9" fmla="*/ 22 h 580"/>
                <a:gd name="T10" fmla="*/ 241 w 779"/>
                <a:gd name="T11" fmla="*/ 7 h 580"/>
                <a:gd name="T12" fmla="*/ 166 w 779"/>
                <a:gd name="T13" fmla="*/ 44 h 580"/>
                <a:gd name="T14" fmla="*/ 85 w 779"/>
                <a:gd name="T15" fmla="*/ 86 h 580"/>
                <a:gd name="T16" fmla="*/ 96 w 779"/>
                <a:gd name="T17" fmla="*/ 157 h 580"/>
                <a:gd name="T18" fmla="*/ 157 w 779"/>
                <a:gd name="T19" fmla="*/ 173 h 580"/>
                <a:gd name="T20" fmla="*/ 124 w 779"/>
                <a:gd name="T21" fmla="*/ 195 h 580"/>
                <a:gd name="T22" fmla="*/ 50 w 779"/>
                <a:gd name="T23" fmla="*/ 181 h 580"/>
                <a:gd name="T24" fmla="*/ 27 w 779"/>
                <a:gd name="T25" fmla="*/ 216 h 580"/>
                <a:gd name="T26" fmla="*/ 97 w 779"/>
                <a:gd name="T27" fmla="*/ 239 h 580"/>
                <a:gd name="T28" fmla="*/ 141 w 779"/>
                <a:gd name="T29" fmla="*/ 253 h 580"/>
                <a:gd name="T30" fmla="*/ 70 w 779"/>
                <a:gd name="T31" fmla="*/ 293 h 580"/>
                <a:gd name="T32" fmla="*/ 40 w 779"/>
                <a:gd name="T33" fmla="*/ 334 h 580"/>
                <a:gd name="T34" fmla="*/ 59 w 779"/>
                <a:gd name="T35" fmla="*/ 342 h 580"/>
                <a:gd name="T36" fmla="*/ 89 w 779"/>
                <a:gd name="T37" fmla="*/ 365 h 580"/>
                <a:gd name="T38" fmla="*/ 66 w 779"/>
                <a:gd name="T39" fmla="*/ 377 h 580"/>
                <a:gd name="T40" fmla="*/ 118 w 779"/>
                <a:gd name="T41" fmla="*/ 380 h 580"/>
                <a:gd name="T42" fmla="*/ 134 w 779"/>
                <a:gd name="T43" fmla="*/ 427 h 580"/>
                <a:gd name="T44" fmla="*/ 195 w 779"/>
                <a:gd name="T45" fmla="*/ 418 h 580"/>
                <a:gd name="T46" fmla="*/ 211 w 779"/>
                <a:gd name="T47" fmla="*/ 464 h 580"/>
                <a:gd name="T48" fmla="*/ 141 w 779"/>
                <a:gd name="T49" fmla="*/ 512 h 580"/>
                <a:gd name="T50" fmla="*/ 110 w 779"/>
                <a:gd name="T51" fmla="*/ 531 h 580"/>
                <a:gd name="T52" fmla="*/ 164 w 779"/>
                <a:gd name="T53" fmla="*/ 515 h 580"/>
                <a:gd name="T54" fmla="*/ 259 w 779"/>
                <a:gd name="T55" fmla="*/ 453 h 580"/>
                <a:gd name="T56" fmla="*/ 289 w 779"/>
                <a:gd name="T57" fmla="*/ 405 h 580"/>
                <a:gd name="T58" fmla="*/ 321 w 779"/>
                <a:gd name="T59" fmla="*/ 371 h 580"/>
                <a:gd name="T60" fmla="*/ 373 w 779"/>
                <a:gd name="T61" fmla="*/ 354 h 580"/>
                <a:gd name="T62" fmla="*/ 342 w 779"/>
                <a:gd name="T63" fmla="*/ 397 h 580"/>
                <a:gd name="T64" fmla="*/ 364 w 779"/>
                <a:gd name="T65" fmla="*/ 400 h 580"/>
                <a:gd name="T66" fmla="*/ 402 w 779"/>
                <a:gd name="T67" fmla="*/ 378 h 580"/>
                <a:gd name="T68" fmla="*/ 411 w 779"/>
                <a:gd name="T69" fmla="*/ 349 h 580"/>
                <a:gd name="T70" fmla="*/ 443 w 779"/>
                <a:gd name="T71" fmla="*/ 364 h 580"/>
                <a:gd name="T72" fmla="*/ 506 w 779"/>
                <a:gd name="T73" fmla="*/ 387 h 580"/>
                <a:gd name="T74" fmla="*/ 588 w 779"/>
                <a:gd name="T75" fmla="*/ 397 h 580"/>
                <a:gd name="T76" fmla="*/ 649 w 779"/>
                <a:gd name="T77" fmla="*/ 437 h 580"/>
                <a:gd name="T78" fmla="*/ 660 w 779"/>
                <a:gd name="T79" fmla="*/ 421 h 580"/>
                <a:gd name="T80" fmla="*/ 666 w 779"/>
                <a:gd name="T81" fmla="*/ 410 h 580"/>
                <a:gd name="T82" fmla="*/ 700 w 779"/>
                <a:gd name="T83" fmla="*/ 446 h 580"/>
                <a:gd name="T84" fmla="*/ 717 w 779"/>
                <a:gd name="T85" fmla="*/ 475 h 580"/>
                <a:gd name="T86" fmla="*/ 760 w 779"/>
                <a:gd name="T87" fmla="*/ 512 h 580"/>
                <a:gd name="T88" fmla="*/ 761 w 779"/>
                <a:gd name="T89" fmla="*/ 543 h 580"/>
                <a:gd name="T90" fmla="*/ 37 w 779"/>
                <a:gd name="T91" fmla="*/ 562 h 580"/>
                <a:gd name="T92" fmla="*/ 105 w 779"/>
                <a:gd name="T93" fmla="*/ 554 h 580"/>
                <a:gd name="T94" fmla="*/ 193 w 779"/>
                <a:gd name="T95" fmla="*/ 504 h 580"/>
                <a:gd name="T96" fmla="*/ 312 w 779"/>
                <a:gd name="T97" fmla="*/ 453 h 580"/>
                <a:gd name="T98" fmla="*/ 270 w 779"/>
                <a:gd name="T99" fmla="*/ 466 h 580"/>
                <a:gd name="T100" fmla="*/ 286 w 779"/>
                <a:gd name="T101" fmla="*/ 486 h 580"/>
                <a:gd name="T102" fmla="*/ 666 w 779"/>
                <a:gd name="T103" fmla="*/ 449 h 580"/>
                <a:gd name="T104" fmla="*/ 673 w 779"/>
                <a:gd name="T105" fmla="*/ 461 h 580"/>
                <a:gd name="T106" fmla="*/ 681 w 779"/>
                <a:gd name="T107" fmla="*/ 495 h 580"/>
                <a:gd name="T108" fmla="*/ 686 w 779"/>
                <a:gd name="T109" fmla="*/ 462 h 580"/>
                <a:gd name="T110" fmla="*/ 714 w 779"/>
                <a:gd name="T111" fmla="*/ 517 h 580"/>
                <a:gd name="T112" fmla="*/ 727 w 779"/>
                <a:gd name="T113" fmla="*/ 523 h 580"/>
                <a:gd name="T114" fmla="*/ 748 w 779"/>
                <a:gd name="T115" fmla="*/ 530 h 580"/>
                <a:gd name="T116" fmla="*/ 700 w 779"/>
                <a:gd name="T117" fmla="*/ 490 h 580"/>
                <a:gd name="T118" fmla="*/ 692 w 779"/>
                <a:gd name="T119" fmla="*/ 505 h 580"/>
                <a:gd name="T120" fmla="*/ 738 w 779"/>
                <a:gd name="T121" fmla="*/ 502 h 580"/>
                <a:gd name="T122" fmla="*/ 736 w 779"/>
                <a:gd name="T123" fmla="*/ 51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79" h="580">
                  <a:moveTo>
                    <a:pt x="766" y="544"/>
                  </a:moveTo>
                  <a:cubicBezTo>
                    <a:pt x="771" y="538"/>
                    <a:pt x="778" y="528"/>
                    <a:pt x="778" y="527"/>
                  </a:cubicBezTo>
                  <a:cubicBezTo>
                    <a:pt x="779" y="526"/>
                    <a:pt x="778" y="522"/>
                    <a:pt x="777" y="519"/>
                  </a:cubicBezTo>
                  <a:cubicBezTo>
                    <a:pt x="776" y="517"/>
                    <a:pt x="776" y="515"/>
                    <a:pt x="776" y="514"/>
                  </a:cubicBezTo>
                  <a:cubicBezTo>
                    <a:pt x="776" y="513"/>
                    <a:pt x="776" y="512"/>
                    <a:pt x="776" y="511"/>
                  </a:cubicBezTo>
                  <a:cubicBezTo>
                    <a:pt x="777" y="510"/>
                    <a:pt x="777" y="508"/>
                    <a:pt x="777" y="507"/>
                  </a:cubicBezTo>
                  <a:cubicBezTo>
                    <a:pt x="777" y="505"/>
                    <a:pt x="776" y="504"/>
                    <a:pt x="773" y="503"/>
                  </a:cubicBezTo>
                  <a:cubicBezTo>
                    <a:pt x="773" y="503"/>
                    <a:pt x="772" y="502"/>
                    <a:pt x="771" y="502"/>
                  </a:cubicBezTo>
                  <a:cubicBezTo>
                    <a:pt x="769" y="501"/>
                    <a:pt x="762" y="498"/>
                    <a:pt x="754" y="495"/>
                  </a:cubicBezTo>
                  <a:cubicBezTo>
                    <a:pt x="748" y="493"/>
                    <a:pt x="742" y="491"/>
                    <a:pt x="741" y="490"/>
                  </a:cubicBezTo>
                  <a:cubicBezTo>
                    <a:pt x="740" y="489"/>
                    <a:pt x="739" y="487"/>
                    <a:pt x="737" y="485"/>
                  </a:cubicBezTo>
                  <a:cubicBezTo>
                    <a:pt x="735" y="482"/>
                    <a:pt x="733" y="479"/>
                    <a:pt x="733" y="478"/>
                  </a:cubicBezTo>
                  <a:cubicBezTo>
                    <a:pt x="732" y="476"/>
                    <a:pt x="732" y="475"/>
                    <a:pt x="732" y="473"/>
                  </a:cubicBezTo>
                  <a:cubicBezTo>
                    <a:pt x="732" y="473"/>
                    <a:pt x="732" y="473"/>
                    <a:pt x="732" y="473"/>
                  </a:cubicBezTo>
                  <a:cubicBezTo>
                    <a:pt x="732" y="472"/>
                    <a:pt x="731" y="471"/>
                    <a:pt x="731" y="470"/>
                  </a:cubicBezTo>
                  <a:cubicBezTo>
                    <a:pt x="730" y="469"/>
                    <a:pt x="730" y="467"/>
                    <a:pt x="729" y="466"/>
                  </a:cubicBezTo>
                  <a:cubicBezTo>
                    <a:pt x="728" y="464"/>
                    <a:pt x="724" y="459"/>
                    <a:pt x="721" y="454"/>
                  </a:cubicBezTo>
                  <a:cubicBezTo>
                    <a:pt x="718" y="450"/>
                    <a:pt x="716" y="447"/>
                    <a:pt x="715" y="446"/>
                  </a:cubicBezTo>
                  <a:cubicBezTo>
                    <a:pt x="714" y="444"/>
                    <a:pt x="711" y="440"/>
                    <a:pt x="708" y="436"/>
                  </a:cubicBezTo>
                  <a:cubicBezTo>
                    <a:pt x="705" y="434"/>
                    <a:pt x="703" y="432"/>
                    <a:pt x="701" y="430"/>
                  </a:cubicBezTo>
                  <a:cubicBezTo>
                    <a:pt x="698" y="429"/>
                    <a:pt x="696" y="427"/>
                    <a:pt x="694" y="426"/>
                  </a:cubicBezTo>
                  <a:cubicBezTo>
                    <a:pt x="693" y="425"/>
                    <a:pt x="691" y="424"/>
                    <a:pt x="690" y="423"/>
                  </a:cubicBezTo>
                  <a:cubicBezTo>
                    <a:pt x="690" y="423"/>
                    <a:pt x="690" y="423"/>
                    <a:pt x="690" y="423"/>
                  </a:cubicBezTo>
                  <a:cubicBezTo>
                    <a:pt x="689" y="421"/>
                    <a:pt x="688" y="420"/>
                    <a:pt x="687" y="418"/>
                  </a:cubicBezTo>
                  <a:cubicBezTo>
                    <a:pt x="686" y="416"/>
                    <a:pt x="685" y="415"/>
                    <a:pt x="685" y="415"/>
                  </a:cubicBezTo>
                  <a:cubicBezTo>
                    <a:pt x="684" y="415"/>
                    <a:pt x="681" y="412"/>
                    <a:pt x="677" y="410"/>
                  </a:cubicBezTo>
                  <a:cubicBezTo>
                    <a:pt x="675" y="408"/>
                    <a:pt x="673" y="406"/>
                    <a:pt x="672" y="405"/>
                  </a:cubicBezTo>
                  <a:cubicBezTo>
                    <a:pt x="671" y="403"/>
                    <a:pt x="669" y="401"/>
                    <a:pt x="667" y="399"/>
                  </a:cubicBezTo>
                  <a:cubicBezTo>
                    <a:pt x="665" y="398"/>
                    <a:pt x="664" y="397"/>
                    <a:pt x="663" y="397"/>
                  </a:cubicBezTo>
                  <a:cubicBezTo>
                    <a:pt x="662" y="397"/>
                    <a:pt x="660" y="398"/>
                    <a:pt x="658" y="399"/>
                  </a:cubicBezTo>
                  <a:cubicBezTo>
                    <a:pt x="656" y="399"/>
                    <a:pt x="655" y="399"/>
                    <a:pt x="654" y="400"/>
                  </a:cubicBezTo>
                  <a:cubicBezTo>
                    <a:pt x="653" y="400"/>
                    <a:pt x="652" y="401"/>
                    <a:pt x="651" y="401"/>
                  </a:cubicBezTo>
                  <a:cubicBezTo>
                    <a:pt x="650" y="402"/>
                    <a:pt x="650" y="403"/>
                    <a:pt x="650" y="403"/>
                  </a:cubicBezTo>
                  <a:cubicBezTo>
                    <a:pt x="650" y="405"/>
                    <a:pt x="649" y="406"/>
                    <a:pt x="648" y="407"/>
                  </a:cubicBezTo>
                  <a:cubicBezTo>
                    <a:pt x="648" y="407"/>
                    <a:pt x="648" y="408"/>
                    <a:pt x="648" y="408"/>
                  </a:cubicBezTo>
                  <a:cubicBezTo>
                    <a:pt x="648" y="408"/>
                    <a:pt x="648" y="408"/>
                    <a:pt x="648" y="408"/>
                  </a:cubicBezTo>
                  <a:cubicBezTo>
                    <a:pt x="647" y="408"/>
                    <a:pt x="647" y="408"/>
                    <a:pt x="647" y="408"/>
                  </a:cubicBezTo>
                  <a:cubicBezTo>
                    <a:pt x="647" y="409"/>
                    <a:pt x="646" y="412"/>
                    <a:pt x="644" y="414"/>
                  </a:cubicBezTo>
                  <a:cubicBezTo>
                    <a:pt x="642" y="416"/>
                    <a:pt x="640" y="415"/>
                    <a:pt x="638" y="415"/>
                  </a:cubicBezTo>
                  <a:cubicBezTo>
                    <a:pt x="637" y="415"/>
                    <a:pt x="636" y="415"/>
                    <a:pt x="636" y="415"/>
                  </a:cubicBezTo>
                  <a:cubicBezTo>
                    <a:pt x="634" y="415"/>
                    <a:pt x="633" y="416"/>
                    <a:pt x="632" y="418"/>
                  </a:cubicBezTo>
                  <a:cubicBezTo>
                    <a:pt x="632" y="418"/>
                    <a:pt x="631" y="419"/>
                    <a:pt x="631" y="419"/>
                  </a:cubicBezTo>
                  <a:cubicBezTo>
                    <a:pt x="630" y="420"/>
                    <a:pt x="629" y="421"/>
                    <a:pt x="627" y="422"/>
                  </a:cubicBezTo>
                  <a:cubicBezTo>
                    <a:pt x="627" y="422"/>
                    <a:pt x="626" y="422"/>
                    <a:pt x="625" y="422"/>
                  </a:cubicBezTo>
                  <a:cubicBezTo>
                    <a:pt x="624" y="422"/>
                    <a:pt x="624" y="421"/>
                    <a:pt x="623" y="421"/>
                  </a:cubicBezTo>
                  <a:cubicBezTo>
                    <a:pt x="623" y="421"/>
                    <a:pt x="622" y="420"/>
                    <a:pt x="622" y="419"/>
                  </a:cubicBezTo>
                  <a:cubicBezTo>
                    <a:pt x="622" y="418"/>
                    <a:pt x="622" y="417"/>
                    <a:pt x="621" y="415"/>
                  </a:cubicBezTo>
                  <a:cubicBezTo>
                    <a:pt x="621" y="413"/>
                    <a:pt x="621" y="411"/>
                    <a:pt x="621" y="411"/>
                  </a:cubicBezTo>
                  <a:cubicBezTo>
                    <a:pt x="620" y="410"/>
                    <a:pt x="616" y="406"/>
                    <a:pt x="612" y="403"/>
                  </a:cubicBezTo>
                  <a:cubicBezTo>
                    <a:pt x="609" y="400"/>
                    <a:pt x="606" y="398"/>
                    <a:pt x="604" y="396"/>
                  </a:cubicBezTo>
                  <a:cubicBezTo>
                    <a:pt x="601" y="394"/>
                    <a:pt x="598" y="392"/>
                    <a:pt x="595" y="390"/>
                  </a:cubicBezTo>
                  <a:cubicBezTo>
                    <a:pt x="593" y="387"/>
                    <a:pt x="590" y="385"/>
                    <a:pt x="590" y="384"/>
                  </a:cubicBezTo>
                  <a:cubicBezTo>
                    <a:pt x="590" y="384"/>
                    <a:pt x="590" y="383"/>
                    <a:pt x="590" y="382"/>
                  </a:cubicBezTo>
                  <a:cubicBezTo>
                    <a:pt x="590" y="380"/>
                    <a:pt x="590" y="378"/>
                    <a:pt x="590" y="378"/>
                  </a:cubicBezTo>
                  <a:cubicBezTo>
                    <a:pt x="588" y="378"/>
                    <a:pt x="586" y="378"/>
                    <a:pt x="584" y="378"/>
                  </a:cubicBezTo>
                  <a:cubicBezTo>
                    <a:pt x="582" y="379"/>
                    <a:pt x="581" y="379"/>
                    <a:pt x="580" y="379"/>
                  </a:cubicBezTo>
                  <a:cubicBezTo>
                    <a:pt x="578" y="380"/>
                    <a:pt x="573" y="383"/>
                    <a:pt x="573" y="383"/>
                  </a:cubicBezTo>
                  <a:cubicBezTo>
                    <a:pt x="573" y="383"/>
                    <a:pt x="573" y="383"/>
                    <a:pt x="573" y="383"/>
                  </a:cubicBezTo>
                  <a:cubicBezTo>
                    <a:pt x="572" y="383"/>
                    <a:pt x="572" y="383"/>
                    <a:pt x="572" y="383"/>
                  </a:cubicBezTo>
                  <a:cubicBezTo>
                    <a:pt x="553" y="379"/>
                    <a:pt x="553" y="379"/>
                    <a:pt x="553" y="379"/>
                  </a:cubicBezTo>
                  <a:cubicBezTo>
                    <a:pt x="552" y="379"/>
                    <a:pt x="552" y="379"/>
                    <a:pt x="552" y="379"/>
                  </a:cubicBezTo>
                  <a:cubicBezTo>
                    <a:pt x="552" y="378"/>
                    <a:pt x="552" y="378"/>
                    <a:pt x="552" y="378"/>
                  </a:cubicBezTo>
                  <a:cubicBezTo>
                    <a:pt x="552" y="64"/>
                    <a:pt x="552" y="64"/>
                    <a:pt x="552" y="64"/>
                  </a:cubicBezTo>
                  <a:cubicBezTo>
                    <a:pt x="552" y="64"/>
                    <a:pt x="551" y="64"/>
                    <a:pt x="551" y="64"/>
                  </a:cubicBezTo>
                  <a:cubicBezTo>
                    <a:pt x="548" y="63"/>
                    <a:pt x="535" y="59"/>
                    <a:pt x="534" y="59"/>
                  </a:cubicBezTo>
                  <a:cubicBezTo>
                    <a:pt x="533" y="58"/>
                    <a:pt x="530" y="57"/>
                    <a:pt x="525" y="55"/>
                  </a:cubicBezTo>
                  <a:cubicBezTo>
                    <a:pt x="519" y="53"/>
                    <a:pt x="516" y="52"/>
                    <a:pt x="513" y="51"/>
                  </a:cubicBezTo>
                  <a:cubicBezTo>
                    <a:pt x="510" y="50"/>
                    <a:pt x="503" y="51"/>
                    <a:pt x="496" y="51"/>
                  </a:cubicBezTo>
                  <a:cubicBezTo>
                    <a:pt x="488" y="51"/>
                    <a:pt x="488" y="52"/>
                    <a:pt x="483" y="53"/>
                  </a:cubicBezTo>
                  <a:cubicBezTo>
                    <a:pt x="478" y="53"/>
                    <a:pt x="477" y="54"/>
                    <a:pt x="474" y="54"/>
                  </a:cubicBezTo>
                  <a:cubicBezTo>
                    <a:pt x="470" y="53"/>
                    <a:pt x="468" y="52"/>
                    <a:pt x="463" y="50"/>
                  </a:cubicBezTo>
                  <a:cubicBezTo>
                    <a:pt x="459" y="48"/>
                    <a:pt x="458" y="47"/>
                    <a:pt x="455" y="46"/>
                  </a:cubicBezTo>
                  <a:cubicBezTo>
                    <a:pt x="452" y="45"/>
                    <a:pt x="446" y="46"/>
                    <a:pt x="440" y="45"/>
                  </a:cubicBezTo>
                  <a:cubicBezTo>
                    <a:pt x="434" y="45"/>
                    <a:pt x="431" y="45"/>
                    <a:pt x="427" y="45"/>
                  </a:cubicBezTo>
                  <a:cubicBezTo>
                    <a:pt x="424" y="45"/>
                    <a:pt x="421" y="45"/>
                    <a:pt x="414" y="44"/>
                  </a:cubicBezTo>
                  <a:cubicBezTo>
                    <a:pt x="407" y="43"/>
                    <a:pt x="408" y="43"/>
                    <a:pt x="404" y="42"/>
                  </a:cubicBezTo>
                  <a:cubicBezTo>
                    <a:pt x="400" y="42"/>
                    <a:pt x="395" y="41"/>
                    <a:pt x="391" y="40"/>
                  </a:cubicBezTo>
                  <a:cubicBezTo>
                    <a:pt x="387" y="39"/>
                    <a:pt x="382" y="38"/>
                    <a:pt x="376" y="36"/>
                  </a:cubicBezTo>
                  <a:cubicBezTo>
                    <a:pt x="369" y="35"/>
                    <a:pt x="370" y="35"/>
                    <a:pt x="363" y="35"/>
                  </a:cubicBezTo>
                  <a:cubicBezTo>
                    <a:pt x="356" y="34"/>
                    <a:pt x="355" y="35"/>
                    <a:pt x="353" y="35"/>
                  </a:cubicBezTo>
                  <a:cubicBezTo>
                    <a:pt x="351" y="35"/>
                    <a:pt x="349" y="35"/>
                    <a:pt x="347" y="36"/>
                  </a:cubicBezTo>
                  <a:cubicBezTo>
                    <a:pt x="344" y="37"/>
                    <a:pt x="343" y="37"/>
                    <a:pt x="342" y="37"/>
                  </a:cubicBezTo>
                  <a:cubicBezTo>
                    <a:pt x="340" y="38"/>
                    <a:pt x="340" y="37"/>
                    <a:pt x="338" y="37"/>
                  </a:cubicBezTo>
                  <a:cubicBezTo>
                    <a:pt x="335" y="36"/>
                    <a:pt x="334" y="36"/>
                    <a:pt x="332" y="35"/>
                  </a:cubicBezTo>
                  <a:cubicBezTo>
                    <a:pt x="331" y="34"/>
                    <a:pt x="331" y="33"/>
                    <a:pt x="329" y="31"/>
                  </a:cubicBezTo>
                  <a:cubicBezTo>
                    <a:pt x="327" y="30"/>
                    <a:pt x="326" y="31"/>
                    <a:pt x="324" y="31"/>
                  </a:cubicBezTo>
                  <a:cubicBezTo>
                    <a:pt x="323" y="31"/>
                    <a:pt x="323" y="30"/>
                    <a:pt x="322" y="28"/>
                  </a:cubicBezTo>
                  <a:cubicBezTo>
                    <a:pt x="320" y="26"/>
                    <a:pt x="320" y="27"/>
                    <a:pt x="319" y="26"/>
                  </a:cubicBezTo>
                  <a:cubicBezTo>
                    <a:pt x="317" y="25"/>
                    <a:pt x="318" y="25"/>
                    <a:pt x="319" y="24"/>
                  </a:cubicBezTo>
                  <a:cubicBezTo>
                    <a:pt x="320" y="22"/>
                    <a:pt x="322" y="22"/>
                    <a:pt x="321" y="21"/>
                  </a:cubicBezTo>
                  <a:cubicBezTo>
                    <a:pt x="321" y="21"/>
                    <a:pt x="320" y="20"/>
                    <a:pt x="317" y="20"/>
                  </a:cubicBezTo>
                  <a:cubicBezTo>
                    <a:pt x="315" y="20"/>
                    <a:pt x="312" y="20"/>
                    <a:pt x="309" y="20"/>
                  </a:cubicBezTo>
                  <a:cubicBezTo>
                    <a:pt x="306" y="20"/>
                    <a:pt x="304" y="20"/>
                    <a:pt x="301" y="20"/>
                  </a:cubicBezTo>
                  <a:cubicBezTo>
                    <a:pt x="299" y="19"/>
                    <a:pt x="289" y="19"/>
                    <a:pt x="287" y="20"/>
                  </a:cubicBezTo>
                  <a:cubicBezTo>
                    <a:pt x="285" y="20"/>
                    <a:pt x="283" y="21"/>
                    <a:pt x="281" y="22"/>
                  </a:cubicBezTo>
                  <a:cubicBezTo>
                    <a:pt x="279" y="23"/>
                    <a:pt x="278" y="22"/>
                    <a:pt x="277" y="22"/>
                  </a:cubicBezTo>
                  <a:cubicBezTo>
                    <a:pt x="275" y="21"/>
                    <a:pt x="274" y="21"/>
                    <a:pt x="273" y="18"/>
                  </a:cubicBezTo>
                  <a:cubicBezTo>
                    <a:pt x="272" y="16"/>
                    <a:pt x="273" y="16"/>
                    <a:pt x="271" y="14"/>
                  </a:cubicBezTo>
                  <a:cubicBezTo>
                    <a:pt x="270" y="13"/>
                    <a:pt x="269" y="13"/>
                    <a:pt x="267" y="13"/>
                  </a:cubicBezTo>
                  <a:cubicBezTo>
                    <a:pt x="265" y="13"/>
                    <a:pt x="265" y="13"/>
                    <a:pt x="264" y="13"/>
                  </a:cubicBezTo>
                  <a:cubicBezTo>
                    <a:pt x="263" y="13"/>
                    <a:pt x="263" y="12"/>
                    <a:pt x="263" y="11"/>
                  </a:cubicBezTo>
                  <a:cubicBezTo>
                    <a:pt x="262" y="9"/>
                    <a:pt x="261" y="11"/>
                    <a:pt x="260" y="11"/>
                  </a:cubicBezTo>
                  <a:cubicBezTo>
                    <a:pt x="260" y="12"/>
                    <a:pt x="260" y="13"/>
                    <a:pt x="259" y="14"/>
                  </a:cubicBezTo>
                  <a:cubicBezTo>
                    <a:pt x="258" y="16"/>
                    <a:pt x="258" y="15"/>
                    <a:pt x="256" y="15"/>
                  </a:cubicBezTo>
                  <a:cubicBezTo>
                    <a:pt x="255" y="15"/>
                    <a:pt x="254" y="16"/>
                    <a:pt x="253" y="18"/>
                  </a:cubicBezTo>
                  <a:cubicBezTo>
                    <a:pt x="253" y="19"/>
                    <a:pt x="252" y="20"/>
                    <a:pt x="251" y="20"/>
                  </a:cubicBezTo>
                  <a:cubicBezTo>
                    <a:pt x="250" y="20"/>
                    <a:pt x="249" y="20"/>
                    <a:pt x="248" y="21"/>
                  </a:cubicBezTo>
                  <a:cubicBezTo>
                    <a:pt x="247" y="21"/>
                    <a:pt x="247" y="22"/>
                    <a:pt x="245" y="23"/>
                  </a:cubicBezTo>
                  <a:cubicBezTo>
                    <a:pt x="244" y="23"/>
                    <a:pt x="245" y="22"/>
                    <a:pt x="245" y="20"/>
                  </a:cubicBezTo>
                  <a:cubicBezTo>
                    <a:pt x="244" y="18"/>
                    <a:pt x="245" y="16"/>
                    <a:pt x="245" y="14"/>
                  </a:cubicBezTo>
                  <a:cubicBezTo>
                    <a:pt x="246" y="13"/>
                    <a:pt x="248" y="13"/>
                    <a:pt x="249" y="12"/>
                  </a:cubicBezTo>
                  <a:cubicBezTo>
                    <a:pt x="251" y="11"/>
                    <a:pt x="252" y="11"/>
                    <a:pt x="251" y="10"/>
                  </a:cubicBezTo>
                  <a:cubicBezTo>
                    <a:pt x="251" y="9"/>
                    <a:pt x="249" y="9"/>
                    <a:pt x="247" y="9"/>
                  </a:cubicBezTo>
                  <a:cubicBezTo>
                    <a:pt x="245" y="8"/>
                    <a:pt x="244" y="8"/>
                    <a:pt x="241" y="7"/>
                  </a:cubicBezTo>
                  <a:cubicBezTo>
                    <a:pt x="238" y="7"/>
                    <a:pt x="237" y="6"/>
                    <a:pt x="236" y="5"/>
                  </a:cubicBezTo>
                  <a:cubicBezTo>
                    <a:pt x="234" y="4"/>
                    <a:pt x="235" y="3"/>
                    <a:pt x="235" y="2"/>
                  </a:cubicBezTo>
                  <a:cubicBezTo>
                    <a:pt x="236" y="1"/>
                    <a:pt x="236" y="0"/>
                    <a:pt x="234" y="0"/>
                  </a:cubicBezTo>
                  <a:cubicBezTo>
                    <a:pt x="233" y="0"/>
                    <a:pt x="232" y="2"/>
                    <a:pt x="229" y="3"/>
                  </a:cubicBezTo>
                  <a:cubicBezTo>
                    <a:pt x="227" y="5"/>
                    <a:pt x="223" y="8"/>
                    <a:pt x="220" y="11"/>
                  </a:cubicBezTo>
                  <a:cubicBezTo>
                    <a:pt x="217" y="13"/>
                    <a:pt x="214" y="16"/>
                    <a:pt x="209" y="18"/>
                  </a:cubicBezTo>
                  <a:cubicBezTo>
                    <a:pt x="205" y="21"/>
                    <a:pt x="204" y="20"/>
                    <a:pt x="199" y="21"/>
                  </a:cubicBezTo>
                  <a:cubicBezTo>
                    <a:pt x="194" y="22"/>
                    <a:pt x="185" y="23"/>
                    <a:pt x="183" y="23"/>
                  </a:cubicBezTo>
                  <a:cubicBezTo>
                    <a:pt x="182" y="24"/>
                    <a:pt x="176" y="24"/>
                    <a:pt x="174" y="24"/>
                  </a:cubicBezTo>
                  <a:cubicBezTo>
                    <a:pt x="172" y="24"/>
                    <a:pt x="171" y="24"/>
                    <a:pt x="169" y="24"/>
                  </a:cubicBezTo>
                  <a:cubicBezTo>
                    <a:pt x="167" y="24"/>
                    <a:pt x="164" y="25"/>
                    <a:pt x="163" y="27"/>
                  </a:cubicBezTo>
                  <a:cubicBezTo>
                    <a:pt x="162" y="28"/>
                    <a:pt x="165" y="29"/>
                    <a:pt x="165" y="31"/>
                  </a:cubicBezTo>
                  <a:cubicBezTo>
                    <a:pt x="166" y="32"/>
                    <a:pt x="168" y="32"/>
                    <a:pt x="170" y="32"/>
                  </a:cubicBezTo>
                  <a:cubicBezTo>
                    <a:pt x="173" y="32"/>
                    <a:pt x="175" y="32"/>
                    <a:pt x="176" y="32"/>
                  </a:cubicBezTo>
                  <a:cubicBezTo>
                    <a:pt x="177" y="33"/>
                    <a:pt x="175" y="34"/>
                    <a:pt x="173" y="35"/>
                  </a:cubicBezTo>
                  <a:cubicBezTo>
                    <a:pt x="171" y="35"/>
                    <a:pt x="170" y="35"/>
                    <a:pt x="168" y="35"/>
                  </a:cubicBezTo>
                  <a:cubicBezTo>
                    <a:pt x="166" y="35"/>
                    <a:pt x="166" y="37"/>
                    <a:pt x="166" y="38"/>
                  </a:cubicBezTo>
                  <a:cubicBezTo>
                    <a:pt x="166" y="40"/>
                    <a:pt x="167" y="41"/>
                    <a:pt x="167" y="42"/>
                  </a:cubicBezTo>
                  <a:cubicBezTo>
                    <a:pt x="168" y="44"/>
                    <a:pt x="167" y="44"/>
                    <a:pt x="166" y="44"/>
                  </a:cubicBezTo>
                  <a:cubicBezTo>
                    <a:pt x="164" y="44"/>
                    <a:pt x="164" y="42"/>
                    <a:pt x="163" y="41"/>
                  </a:cubicBezTo>
                  <a:cubicBezTo>
                    <a:pt x="162" y="39"/>
                    <a:pt x="161" y="41"/>
                    <a:pt x="159" y="39"/>
                  </a:cubicBezTo>
                  <a:cubicBezTo>
                    <a:pt x="157" y="38"/>
                    <a:pt x="160" y="38"/>
                    <a:pt x="160" y="37"/>
                  </a:cubicBezTo>
                  <a:cubicBezTo>
                    <a:pt x="161" y="36"/>
                    <a:pt x="159" y="36"/>
                    <a:pt x="158" y="34"/>
                  </a:cubicBezTo>
                  <a:cubicBezTo>
                    <a:pt x="157" y="33"/>
                    <a:pt x="159" y="33"/>
                    <a:pt x="161" y="32"/>
                  </a:cubicBezTo>
                  <a:cubicBezTo>
                    <a:pt x="162" y="31"/>
                    <a:pt x="160" y="31"/>
                    <a:pt x="159" y="30"/>
                  </a:cubicBezTo>
                  <a:cubicBezTo>
                    <a:pt x="157" y="29"/>
                    <a:pt x="155" y="31"/>
                    <a:pt x="152" y="33"/>
                  </a:cubicBezTo>
                  <a:cubicBezTo>
                    <a:pt x="148" y="35"/>
                    <a:pt x="145" y="38"/>
                    <a:pt x="141" y="41"/>
                  </a:cubicBezTo>
                  <a:cubicBezTo>
                    <a:pt x="138" y="43"/>
                    <a:pt x="139" y="42"/>
                    <a:pt x="135" y="42"/>
                  </a:cubicBezTo>
                  <a:cubicBezTo>
                    <a:pt x="131" y="43"/>
                    <a:pt x="130" y="45"/>
                    <a:pt x="127" y="46"/>
                  </a:cubicBezTo>
                  <a:cubicBezTo>
                    <a:pt x="124" y="47"/>
                    <a:pt x="124" y="46"/>
                    <a:pt x="123" y="46"/>
                  </a:cubicBezTo>
                  <a:cubicBezTo>
                    <a:pt x="121" y="45"/>
                    <a:pt x="124" y="44"/>
                    <a:pt x="125" y="44"/>
                  </a:cubicBezTo>
                  <a:cubicBezTo>
                    <a:pt x="125" y="43"/>
                    <a:pt x="125" y="42"/>
                    <a:pt x="124" y="42"/>
                  </a:cubicBezTo>
                  <a:cubicBezTo>
                    <a:pt x="123" y="41"/>
                    <a:pt x="121" y="42"/>
                    <a:pt x="119" y="43"/>
                  </a:cubicBezTo>
                  <a:cubicBezTo>
                    <a:pt x="118" y="45"/>
                    <a:pt x="116" y="47"/>
                    <a:pt x="113" y="49"/>
                  </a:cubicBezTo>
                  <a:cubicBezTo>
                    <a:pt x="110" y="51"/>
                    <a:pt x="106" y="56"/>
                    <a:pt x="104" y="58"/>
                  </a:cubicBezTo>
                  <a:cubicBezTo>
                    <a:pt x="102" y="59"/>
                    <a:pt x="100" y="64"/>
                    <a:pt x="99" y="66"/>
                  </a:cubicBezTo>
                  <a:cubicBezTo>
                    <a:pt x="98" y="69"/>
                    <a:pt x="95" y="75"/>
                    <a:pt x="93" y="77"/>
                  </a:cubicBezTo>
                  <a:cubicBezTo>
                    <a:pt x="92" y="79"/>
                    <a:pt x="87" y="84"/>
                    <a:pt x="85" y="86"/>
                  </a:cubicBezTo>
                  <a:cubicBezTo>
                    <a:pt x="83" y="88"/>
                    <a:pt x="80" y="88"/>
                    <a:pt x="78" y="90"/>
                  </a:cubicBezTo>
                  <a:cubicBezTo>
                    <a:pt x="75" y="91"/>
                    <a:pt x="72" y="90"/>
                    <a:pt x="69" y="91"/>
                  </a:cubicBezTo>
                  <a:cubicBezTo>
                    <a:pt x="65" y="91"/>
                    <a:pt x="63" y="92"/>
                    <a:pt x="59" y="93"/>
                  </a:cubicBezTo>
                  <a:cubicBezTo>
                    <a:pt x="54" y="94"/>
                    <a:pt x="52" y="94"/>
                    <a:pt x="48" y="94"/>
                  </a:cubicBezTo>
                  <a:cubicBezTo>
                    <a:pt x="45" y="94"/>
                    <a:pt x="43" y="94"/>
                    <a:pt x="40" y="93"/>
                  </a:cubicBezTo>
                  <a:cubicBezTo>
                    <a:pt x="36" y="93"/>
                    <a:pt x="36" y="93"/>
                    <a:pt x="35" y="94"/>
                  </a:cubicBezTo>
                  <a:cubicBezTo>
                    <a:pt x="34" y="95"/>
                    <a:pt x="34" y="101"/>
                    <a:pt x="33" y="103"/>
                  </a:cubicBezTo>
                  <a:cubicBezTo>
                    <a:pt x="32" y="105"/>
                    <a:pt x="32" y="107"/>
                    <a:pt x="30" y="109"/>
                  </a:cubicBezTo>
                  <a:cubicBezTo>
                    <a:pt x="27" y="110"/>
                    <a:pt x="26" y="111"/>
                    <a:pt x="26" y="112"/>
                  </a:cubicBezTo>
                  <a:cubicBezTo>
                    <a:pt x="26" y="113"/>
                    <a:pt x="28" y="112"/>
                    <a:pt x="31" y="113"/>
                  </a:cubicBezTo>
                  <a:cubicBezTo>
                    <a:pt x="33" y="114"/>
                    <a:pt x="35" y="115"/>
                    <a:pt x="37" y="116"/>
                  </a:cubicBezTo>
                  <a:cubicBezTo>
                    <a:pt x="38" y="118"/>
                    <a:pt x="40" y="118"/>
                    <a:pt x="41" y="119"/>
                  </a:cubicBezTo>
                  <a:cubicBezTo>
                    <a:pt x="43" y="120"/>
                    <a:pt x="49" y="121"/>
                    <a:pt x="52" y="123"/>
                  </a:cubicBezTo>
                  <a:cubicBezTo>
                    <a:pt x="55" y="125"/>
                    <a:pt x="59" y="126"/>
                    <a:pt x="62" y="128"/>
                  </a:cubicBezTo>
                  <a:cubicBezTo>
                    <a:pt x="66" y="131"/>
                    <a:pt x="75" y="138"/>
                    <a:pt x="78" y="140"/>
                  </a:cubicBezTo>
                  <a:cubicBezTo>
                    <a:pt x="80" y="142"/>
                    <a:pt x="82" y="143"/>
                    <a:pt x="83" y="144"/>
                  </a:cubicBezTo>
                  <a:cubicBezTo>
                    <a:pt x="84" y="146"/>
                    <a:pt x="84" y="152"/>
                    <a:pt x="84" y="154"/>
                  </a:cubicBezTo>
                  <a:cubicBezTo>
                    <a:pt x="85" y="155"/>
                    <a:pt x="87" y="155"/>
                    <a:pt x="91" y="155"/>
                  </a:cubicBezTo>
                  <a:cubicBezTo>
                    <a:pt x="94" y="156"/>
                    <a:pt x="93" y="156"/>
                    <a:pt x="96" y="157"/>
                  </a:cubicBezTo>
                  <a:cubicBezTo>
                    <a:pt x="98" y="158"/>
                    <a:pt x="101" y="158"/>
                    <a:pt x="102" y="157"/>
                  </a:cubicBezTo>
                  <a:cubicBezTo>
                    <a:pt x="103" y="157"/>
                    <a:pt x="103" y="156"/>
                    <a:pt x="105" y="156"/>
                  </a:cubicBezTo>
                  <a:cubicBezTo>
                    <a:pt x="107" y="156"/>
                    <a:pt x="108" y="158"/>
                    <a:pt x="109" y="156"/>
                  </a:cubicBezTo>
                  <a:cubicBezTo>
                    <a:pt x="110" y="154"/>
                    <a:pt x="112" y="152"/>
                    <a:pt x="113" y="153"/>
                  </a:cubicBezTo>
                  <a:cubicBezTo>
                    <a:pt x="115" y="154"/>
                    <a:pt x="114" y="156"/>
                    <a:pt x="115" y="157"/>
                  </a:cubicBezTo>
                  <a:cubicBezTo>
                    <a:pt x="116" y="157"/>
                    <a:pt x="118" y="156"/>
                    <a:pt x="122" y="156"/>
                  </a:cubicBezTo>
                  <a:cubicBezTo>
                    <a:pt x="125" y="157"/>
                    <a:pt x="124" y="157"/>
                    <a:pt x="127" y="158"/>
                  </a:cubicBezTo>
                  <a:cubicBezTo>
                    <a:pt x="131" y="160"/>
                    <a:pt x="130" y="160"/>
                    <a:pt x="129" y="161"/>
                  </a:cubicBezTo>
                  <a:cubicBezTo>
                    <a:pt x="128" y="163"/>
                    <a:pt x="125" y="165"/>
                    <a:pt x="124" y="166"/>
                  </a:cubicBezTo>
                  <a:cubicBezTo>
                    <a:pt x="124" y="167"/>
                    <a:pt x="124" y="167"/>
                    <a:pt x="125" y="168"/>
                  </a:cubicBezTo>
                  <a:cubicBezTo>
                    <a:pt x="125" y="170"/>
                    <a:pt x="127" y="171"/>
                    <a:pt x="128" y="172"/>
                  </a:cubicBezTo>
                  <a:cubicBezTo>
                    <a:pt x="129" y="173"/>
                    <a:pt x="130" y="173"/>
                    <a:pt x="133" y="173"/>
                  </a:cubicBezTo>
                  <a:cubicBezTo>
                    <a:pt x="135" y="173"/>
                    <a:pt x="134" y="173"/>
                    <a:pt x="135" y="173"/>
                  </a:cubicBezTo>
                  <a:cubicBezTo>
                    <a:pt x="137" y="173"/>
                    <a:pt x="137" y="173"/>
                    <a:pt x="140" y="172"/>
                  </a:cubicBezTo>
                  <a:cubicBezTo>
                    <a:pt x="142" y="171"/>
                    <a:pt x="141" y="171"/>
                    <a:pt x="143" y="170"/>
                  </a:cubicBezTo>
                  <a:cubicBezTo>
                    <a:pt x="145" y="169"/>
                    <a:pt x="146" y="170"/>
                    <a:pt x="147" y="171"/>
                  </a:cubicBezTo>
                  <a:cubicBezTo>
                    <a:pt x="148" y="171"/>
                    <a:pt x="150" y="173"/>
                    <a:pt x="152" y="172"/>
                  </a:cubicBezTo>
                  <a:cubicBezTo>
                    <a:pt x="153" y="172"/>
                    <a:pt x="153" y="171"/>
                    <a:pt x="154" y="171"/>
                  </a:cubicBezTo>
                  <a:cubicBezTo>
                    <a:pt x="156" y="170"/>
                    <a:pt x="157" y="171"/>
                    <a:pt x="157" y="173"/>
                  </a:cubicBezTo>
                  <a:cubicBezTo>
                    <a:pt x="158" y="174"/>
                    <a:pt x="158" y="176"/>
                    <a:pt x="158" y="177"/>
                  </a:cubicBezTo>
                  <a:cubicBezTo>
                    <a:pt x="158" y="178"/>
                    <a:pt x="157" y="179"/>
                    <a:pt x="155" y="180"/>
                  </a:cubicBezTo>
                  <a:cubicBezTo>
                    <a:pt x="154" y="182"/>
                    <a:pt x="153" y="181"/>
                    <a:pt x="151" y="181"/>
                  </a:cubicBezTo>
                  <a:cubicBezTo>
                    <a:pt x="149" y="181"/>
                    <a:pt x="148" y="181"/>
                    <a:pt x="146" y="181"/>
                  </a:cubicBezTo>
                  <a:cubicBezTo>
                    <a:pt x="143" y="181"/>
                    <a:pt x="143" y="180"/>
                    <a:pt x="140" y="178"/>
                  </a:cubicBezTo>
                  <a:cubicBezTo>
                    <a:pt x="138" y="177"/>
                    <a:pt x="137" y="177"/>
                    <a:pt x="135" y="177"/>
                  </a:cubicBezTo>
                  <a:cubicBezTo>
                    <a:pt x="134" y="176"/>
                    <a:pt x="130" y="176"/>
                    <a:pt x="128" y="176"/>
                  </a:cubicBezTo>
                  <a:cubicBezTo>
                    <a:pt x="126" y="176"/>
                    <a:pt x="124" y="176"/>
                    <a:pt x="124" y="177"/>
                  </a:cubicBezTo>
                  <a:cubicBezTo>
                    <a:pt x="123" y="178"/>
                    <a:pt x="123" y="179"/>
                    <a:pt x="123" y="181"/>
                  </a:cubicBezTo>
                  <a:cubicBezTo>
                    <a:pt x="123" y="182"/>
                    <a:pt x="125" y="180"/>
                    <a:pt x="127" y="180"/>
                  </a:cubicBezTo>
                  <a:cubicBezTo>
                    <a:pt x="128" y="179"/>
                    <a:pt x="130" y="180"/>
                    <a:pt x="131" y="180"/>
                  </a:cubicBezTo>
                  <a:cubicBezTo>
                    <a:pt x="133" y="180"/>
                    <a:pt x="135" y="180"/>
                    <a:pt x="136" y="181"/>
                  </a:cubicBezTo>
                  <a:cubicBezTo>
                    <a:pt x="138" y="181"/>
                    <a:pt x="140" y="182"/>
                    <a:pt x="140" y="183"/>
                  </a:cubicBezTo>
                  <a:cubicBezTo>
                    <a:pt x="140" y="184"/>
                    <a:pt x="141" y="186"/>
                    <a:pt x="141" y="186"/>
                  </a:cubicBezTo>
                  <a:cubicBezTo>
                    <a:pt x="141" y="187"/>
                    <a:pt x="140" y="189"/>
                    <a:pt x="138" y="190"/>
                  </a:cubicBezTo>
                  <a:cubicBezTo>
                    <a:pt x="136" y="191"/>
                    <a:pt x="138" y="189"/>
                    <a:pt x="137" y="188"/>
                  </a:cubicBezTo>
                  <a:cubicBezTo>
                    <a:pt x="136" y="187"/>
                    <a:pt x="134" y="187"/>
                    <a:pt x="131" y="188"/>
                  </a:cubicBezTo>
                  <a:cubicBezTo>
                    <a:pt x="129" y="188"/>
                    <a:pt x="128" y="189"/>
                    <a:pt x="127" y="190"/>
                  </a:cubicBezTo>
                  <a:cubicBezTo>
                    <a:pt x="126" y="192"/>
                    <a:pt x="126" y="194"/>
                    <a:pt x="124" y="195"/>
                  </a:cubicBezTo>
                  <a:cubicBezTo>
                    <a:pt x="123" y="195"/>
                    <a:pt x="121" y="196"/>
                    <a:pt x="119" y="196"/>
                  </a:cubicBezTo>
                  <a:cubicBezTo>
                    <a:pt x="117" y="196"/>
                    <a:pt x="115" y="196"/>
                    <a:pt x="114" y="195"/>
                  </a:cubicBezTo>
                  <a:cubicBezTo>
                    <a:pt x="112" y="194"/>
                    <a:pt x="109" y="195"/>
                    <a:pt x="107" y="195"/>
                  </a:cubicBezTo>
                  <a:cubicBezTo>
                    <a:pt x="106" y="195"/>
                    <a:pt x="103" y="195"/>
                    <a:pt x="101" y="195"/>
                  </a:cubicBezTo>
                  <a:cubicBezTo>
                    <a:pt x="99" y="194"/>
                    <a:pt x="97" y="193"/>
                    <a:pt x="95" y="193"/>
                  </a:cubicBezTo>
                  <a:cubicBezTo>
                    <a:pt x="93" y="192"/>
                    <a:pt x="91" y="192"/>
                    <a:pt x="88" y="192"/>
                  </a:cubicBezTo>
                  <a:cubicBezTo>
                    <a:pt x="85" y="192"/>
                    <a:pt x="86" y="192"/>
                    <a:pt x="84" y="191"/>
                  </a:cubicBezTo>
                  <a:cubicBezTo>
                    <a:pt x="82" y="189"/>
                    <a:pt x="81" y="189"/>
                    <a:pt x="79" y="188"/>
                  </a:cubicBezTo>
                  <a:cubicBezTo>
                    <a:pt x="77" y="187"/>
                    <a:pt x="78" y="187"/>
                    <a:pt x="78" y="185"/>
                  </a:cubicBezTo>
                  <a:cubicBezTo>
                    <a:pt x="78" y="183"/>
                    <a:pt x="80" y="184"/>
                    <a:pt x="80" y="181"/>
                  </a:cubicBezTo>
                  <a:cubicBezTo>
                    <a:pt x="79" y="179"/>
                    <a:pt x="80" y="179"/>
                    <a:pt x="81" y="178"/>
                  </a:cubicBezTo>
                  <a:cubicBezTo>
                    <a:pt x="82" y="177"/>
                    <a:pt x="82" y="176"/>
                    <a:pt x="81" y="176"/>
                  </a:cubicBezTo>
                  <a:cubicBezTo>
                    <a:pt x="80" y="175"/>
                    <a:pt x="79" y="176"/>
                    <a:pt x="77" y="176"/>
                  </a:cubicBezTo>
                  <a:cubicBezTo>
                    <a:pt x="74" y="176"/>
                    <a:pt x="75" y="176"/>
                    <a:pt x="73" y="175"/>
                  </a:cubicBezTo>
                  <a:cubicBezTo>
                    <a:pt x="70" y="175"/>
                    <a:pt x="67" y="175"/>
                    <a:pt x="65" y="176"/>
                  </a:cubicBezTo>
                  <a:cubicBezTo>
                    <a:pt x="63" y="176"/>
                    <a:pt x="63" y="176"/>
                    <a:pt x="62" y="178"/>
                  </a:cubicBezTo>
                  <a:cubicBezTo>
                    <a:pt x="60" y="180"/>
                    <a:pt x="59" y="180"/>
                    <a:pt x="57" y="180"/>
                  </a:cubicBezTo>
                  <a:cubicBezTo>
                    <a:pt x="56" y="180"/>
                    <a:pt x="55" y="179"/>
                    <a:pt x="54" y="179"/>
                  </a:cubicBezTo>
                  <a:cubicBezTo>
                    <a:pt x="52" y="179"/>
                    <a:pt x="51" y="180"/>
                    <a:pt x="50" y="181"/>
                  </a:cubicBezTo>
                  <a:cubicBezTo>
                    <a:pt x="49" y="183"/>
                    <a:pt x="48" y="182"/>
                    <a:pt x="45" y="184"/>
                  </a:cubicBezTo>
                  <a:cubicBezTo>
                    <a:pt x="43" y="185"/>
                    <a:pt x="44" y="185"/>
                    <a:pt x="44" y="186"/>
                  </a:cubicBezTo>
                  <a:cubicBezTo>
                    <a:pt x="44" y="188"/>
                    <a:pt x="47" y="188"/>
                    <a:pt x="47" y="189"/>
                  </a:cubicBezTo>
                  <a:cubicBezTo>
                    <a:pt x="47" y="190"/>
                    <a:pt x="46" y="190"/>
                    <a:pt x="44" y="190"/>
                  </a:cubicBezTo>
                  <a:cubicBezTo>
                    <a:pt x="42" y="191"/>
                    <a:pt x="41" y="191"/>
                    <a:pt x="39" y="191"/>
                  </a:cubicBezTo>
                  <a:cubicBezTo>
                    <a:pt x="36" y="191"/>
                    <a:pt x="36" y="190"/>
                    <a:pt x="34" y="189"/>
                  </a:cubicBezTo>
                  <a:cubicBezTo>
                    <a:pt x="31" y="188"/>
                    <a:pt x="31" y="189"/>
                    <a:pt x="29" y="190"/>
                  </a:cubicBezTo>
                  <a:cubicBezTo>
                    <a:pt x="28" y="190"/>
                    <a:pt x="27" y="191"/>
                    <a:pt x="25" y="192"/>
                  </a:cubicBezTo>
                  <a:cubicBezTo>
                    <a:pt x="23" y="193"/>
                    <a:pt x="21" y="193"/>
                    <a:pt x="19" y="195"/>
                  </a:cubicBezTo>
                  <a:cubicBezTo>
                    <a:pt x="18" y="197"/>
                    <a:pt x="16" y="199"/>
                    <a:pt x="15" y="199"/>
                  </a:cubicBezTo>
                  <a:cubicBezTo>
                    <a:pt x="14" y="199"/>
                    <a:pt x="12" y="199"/>
                    <a:pt x="10" y="199"/>
                  </a:cubicBezTo>
                  <a:cubicBezTo>
                    <a:pt x="9" y="199"/>
                    <a:pt x="7" y="202"/>
                    <a:pt x="6" y="203"/>
                  </a:cubicBezTo>
                  <a:cubicBezTo>
                    <a:pt x="5" y="204"/>
                    <a:pt x="2" y="205"/>
                    <a:pt x="2" y="206"/>
                  </a:cubicBezTo>
                  <a:cubicBezTo>
                    <a:pt x="1" y="206"/>
                    <a:pt x="0" y="207"/>
                    <a:pt x="1" y="208"/>
                  </a:cubicBezTo>
                  <a:cubicBezTo>
                    <a:pt x="2" y="208"/>
                    <a:pt x="2" y="209"/>
                    <a:pt x="3" y="210"/>
                  </a:cubicBezTo>
                  <a:cubicBezTo>
                    <a:pt x="5" y="210"/>
                    <a:pt x="6" y="211"/>
                    <a:pt x="7" y="212"/>
                  </a:cubicBezTo>
                  <a:cubicBezTo>
                    <a:pt x="8" y="213"/>
                    <a:pt x="10" y="213"/>
                    <a:pt x="14" y="213"/>
                  </a:cubicBezTo>
                  <a:cubicBezTo>
                    <a:pt x="17" y="213"/>
                    <a:pt x="18" y="214"/>
                    <a:pt x="20" y="215"/>
                  </a:cubicBezTo>
                  <a:cubicBezTo>
                    <a:pt x="21" y="215"/>
                    <a:pt x="25" y="215"/>
                    <a:pt x="27" y="216"/>
                  </a:cubicBezTo>
                  <a:cubicBezTo>
                    <a:pt x="30" y="217"/>
                    <a:pt x="33" y="217"/>
                    <a:pt x="34" y="217"/>
                  </a:cubicBezTo>
                  <a:cubicBezTo>
                    <a:pt x="34" y="217"/>
                    <a:pt x="36" y="218"/>
                    <a:pt x="35" y="219"/>
                  </a:cubicBezTo>
                  <a:cubicBezTo>
                    <a:pt x="35" y="219"/>
                    <a:pt x="34" y="219"/>
                    <a:pt x="32" y="219"/>
                  </a:cubicBezTo>
                  <a:cubicBezTo>
                    <a:pt x="31" y="219"/>
                    <a:pt x="30" y="219"/>
                    <a:pt x="29" y="220"/>
                  </a:cubicBezTo>
                  <a:cubicBezTo>
                    <a:pt x="28" y="221"/>
                    <a:pt x="28" y="221"/>
                    <a:pt x="27" y="222"/>
                  </a:cubicBezTo>
                  <a:cubicBezTo>
                    <a:pt x="26" y="223"/>
                    <a:pt x="24" y="223"/>
                    <a:pt x="23" y="224"/>
                  </a:cubicBezTo>
                  <a:cubicBezTo>
                    <a:pt x="22" y="224"/>
                    <a:pt x="25" y="227"/>
                    <a:pt x="26" y="228"/>
                  </a:cubicBezTo>
                  <a:cubicBezTo>
                    <a:pt x="28" y="229"/>
                    <a:pt x="28" y="229"/>
                    <a:pt x="29" y="230"/>
                  </a:cubicBezTo>
                  <a:cubicBezTo>
                    <a:pt x="30" y="232"/>
                    <a:pt x="29" y="232"/>
                    <a:pt x="29" y="234"/>
                  </a:cubicBezTo>
                  <a:cubicBezTo>
                    <a:pt x="28" y="235"/>
                    <a:pt x="29" y="236"/>
                    <a:pt x="29" y="237"/>
                  </a:cubicBezTo>
                  <a:cubicBezTo>
                    <a:pt x="30" y="238"/>
                    <a:pt x="34" y="240"/>
                    <a:pt x="36" y="241"/>
                  </a:cubicBezTo>
                  <a:cubicBezTo>
                    <a:pt x="38" y="242"/>
                    <a:pt x="44" y="242"/>
                    <a:pt x="47" y="242"/>
                  </a:cubicBezTo>
                  <a:cubicBezTo>
                    <a:pt x="50" y="243"/>
                    <a:pt x="52" y="244"/>
                    <a:pt x="55" y="245"/>
                  </a:cubicBezTo>
                  <a:cubicBezTo>
                    <a:pt x="57" y="245"/>
                    <a:pt x="59" y="244"/>
                    <a:pt x="63" y="242"/>
                  </a:cubicBezTo>
                  <a:cubicBezTo>
                    <a:pt x="67" y="241"/>
                    <a:pt x="73" y="240"/>
                    <a:pt x="74" y="240"/>
                  </a:cubicBezTo>
                  <a:cubicBezTo>
                    <a:pt x="74" y="240"/>
                    <a:pt x="80" y="239"/>
                    <a:pt x="82" y="240"/>
                  </a:cubicBezTo>
                  <a:cubicBezTo>
                    <a:pt x="84" y="240"/>
                    <a:pt x="87" y="241"/>
                    <a:pt x="89" y="241"/>
                  </a:cubicBezTo>
                  <a:cubicBezTo>
                    <a:pt x="90" y="242"/>
                    <a:pt x="92" y="241"/>
                    <a:pt x="93" y="240"/>
                  </a:cubicBezTo>
                  <a:cubicBezTo>
                    <a:pt x="94" y="239"/>
                    <a:pt x="96" y="237"/>
                    <a:pt x="97" y="239"/>
                  </a:cubicBezTo>
                  <a:cubicBezTo>
                    <a:pt x="99" y="241"/>
                    <a:pt x="100" y="242"/>
                    <a:pt x="102" y="243"/>
                  </a:cubicBezTo>
                  <a:cubicBezTo>
                    <a:pt x="103" y="244"/>
                    <a:pt x="102" y="244"/>
                    <a:pt x="103" y="246"/>
                  </a:cubicBezTo>
                  <a:cubicBezTo>
                    <a:pt x="103" y="249"/>
                    <a:pt x="106" y="249"/>
                    <a:pt x="106" y="248"/>
                  </a:cubicBezTo>
                  <a:cubicBezTo>
                    <a:pt x="106" y="247"/>
                    <a:pt x="107" y="243"/>
                    <a:pt x="108" y="242"/>
                  </a:cubicBezTo>
                  <a:cubicBezTo>
                    <a:pt x="109" y="241"/>
                    <a:pt x="111" y="240"/>
                    <a:pt x="113" y="239"/>
                  </a:cubicBezTo>
                  <a:cubicBezTo>
                    <a:pt x="116" y="237"/>
                    <a:pt x="115" y="238"/>
                    <a:pt x="117" y="238"/>
                  </a:cubicBezTo>
                  <a:cubicBezTo>
                    <a:pt x="118" y="237"/>
                    <a:pt x="120" y="238"/>
                    <a:pt x="122" y="237"/>
                  </a:cubicBezTo>
                  <a:cubicBezTo>
                    <a:pt x="123" y="237"/>
                    <a:pt x="123" y="235"/>
                    <a:pt x="124" y="233"/>
                  </a:cubicBezTo>
                  <a:cubicBezTo>
                    <a:pt x="125" y="232"/>
                    <a:pt x="127" y="232"/>
                    <a:pt x="128" y="233"/>
                  </a:cubicBezTo>
                  <a:cubicBezTo>
                    <a:pt x="129" y="234"/>
                    <a:pt x="131" y="235"/>
                    <a:pt x="132" y="235"/>
                  </a:cubicBezTo>
                  <a:cubicBezTo>
                    <a:pt x="133" y="235"/>
                    <a:pt x="133" y="234"/>
                    <a:pt x="135" y="232"/>
                  </a:cubicBezTo>
                  <a:cubicBezTo>
                    <a:pt x="136" y="229"/>
                    <a:pt x="136" y="229"/>
                    <a:pt x="138" y="229"/>
                  </a:cubicBezTo>
                  <a:cubicBezTo>
                    <a:pt x="140" y="229"/>
                    <a:pt x="141" y="230"/>
                    <a:pt x="142" y="231"/>
                  </a:cubicBezTo>
                  <a:cubicBezTo>
                    <a:pt x="142" y="233"/>
                    <a:pt x="143" y="233"/>
                    <a:pt x="144" y="234"/>
                  </a:cubicBezTo>
                  <a:cubicBezTo>
                    <a:pt x="145" y="235"/>
                    <a:pt x="145" y="237"/>
                    <a:pt x="143" y="239"/>
                  </a:cubicBezTo>
                  <a:cubicBezTo>
                    <a:pt x="142" y="241"/>
                    <a:pt x="142" y="241"/>
                    <a:pt x="140" y="242"/>
                  </a:cubicBezTo>
                  <a:cubicBezTo>
                    <a:pt x="138" y="244"/>
                    <a:pt x="138" y="243"/>
                    <a:pt x="136" y="244"/>
                  </a:cubicBezTo>
                  <a:cubicBezTo>
                    <a:pt x="133" y="245"/>
                    <a:pt x="133" y="244"/>
                    <a:pt x="133" y="246"/>
                  </a:cubicBezTo>
                  <a:cubicBezTo>
                    <a:pt x="133" y="247"/>
                    <a:pt x="139" y="251"/>
                    <a:pt x="141" y="253"/>
                  </a:cubicBezTo>
                  <a:cubicBezTo>
                    <a:pt x="143" y="255"/>
                    <a:pt x="144" y="256"/>
                    <a:pt x="145" y="259"/>
                  </a:cubicBezTo>
                  <a:cubicBezTo>
                    <a:pt x="145" y="263"/>
                    <a:pt x="146" y="266"/>
                    <a:pt x="145" y="268"/>
                  </a:cubicBezTo>
                  <a:cubicBezTo>
                    <a:pt x="144" y="271"/>
                    <a:pt x="143" y="273"/>
                    <a:pt x="140" y="275"/>
                  </a:cubicBezTo>
                  <a:cubicBezTo>
                    <a:pt x="137" y="277"/>
                    <a:pt x="137" y="276"/>
                    <a:pt x="134" y="277"/>
                  </a:cubicBezTo>
                  <a:cubicBezTo>
                    <a:pt x="130" y="278"/>
                    <a:pt x="131" y="277"/>
                    <a:pt x="126" y="277"/>
                  </a:cubicBezTo>
                  <a:cubicBezTo>
                    <a:pt x="121" y="276"/>
                    <a:pt x="123" y="276"/>
                    <a:pt x="119" y="276"/>
                  </a:cubicBezTo>
                  <a:cubicBezTo>
                    <a:pt x="116" y="277"/>
                    <a:pt x="114" y="277"/>
                    <a:pt x="113" y="278"/>
                  </a:cubicBezTo>
                  <a:cubicBezTo>
                    <a:pt x="111" y="279"/>
                    <a:pt x="109" y="283"/>
                    <a:pt x="108" y="285"/>
                  </a:cubicBezTo>
                  <a:cubicBezTo>
                    <a:pt x="107" y="286"/>
                    <a:pt x="106" y="286"/>
                    <a:pt x="103" y="287"/>
                  </a:cubicBezTo>
                  <a:cubicBezTo>
                    <a:pt x="101" y="288"/>
                    <a:pt x="101" y="289"/>
                    <a:pt x="99" y="291"/>
                  </a:cubicBezTo>
                  <a:cubicBezTo>
                    <a:pt x="97" y="292"/>
                    <a:pt x="95" y="292"/>
                    <a:pt x="93" y="292"/>
                  </a:cubicBezTo>
                  <a:cubicBezTo>
                    <a:pt x="91" y="291"/>
                    <a:pt x="91" y="291"/>
                    <a:pt x="88" y="290"/>
                  </a:cubicBezTo>
                  <a:cubicBezTo>
                    <a:pt x="86" y="288"/>
                    <a:pt x="86" y="288"/>
                    <a:pt x="84" y="287"/>
                  </a:cubicBezTo>
                  <a:cubicBezTo>
                    <a:pt x="82" y="286"/>
                    <a:pt x="81" y="286"/>
                    <a:pt x="79" y="286"/>
                  </a:cubicBezTo>
                  <a:cubicBezTo>
                    <a:pt x="77" y="286"/>
                    <a:pt x="77" y="287"/>
                    <a:pt x="76" y="287"/>
                  </a:cubicBezTo>
                  <a:cubicBezTo>
                    <a:pt x="74" y="288"/>
                    <a:pt x="74" y="288"/>
                    <a:pt x="72" y="288"/>
                  </a:cubicBezTo>
                  <a:cubicBezTo>
                    <a:pt x="70" y="288"/>
                    <a:pt x="70" y="289"/>
                    <a:pt x="70" y="290"/>
                  </a:cubicBezTo>
                  <a:cubicBezTo>
                    <a:pt x="70" y="292"/>
                    <a:pt x="72" y="291"/>
                    <a:pt x="72" y="292"/>
                  </a:cubicBezTo>
                  <a:cubicBezTo>
                    <a:pt x="73" y="292"/>
                    <a:pt x="72" y="293"/>
                    <a:pt x="70" y="293"/>
                  </a:cubicBezTo>
                  <a:cubicBezTo>
                    <a:pt x="69" y="293"/>
                    <a:pt x="67" y="293"/>
                    <a:pt x="65" y="294"/>
                  </a:cubicBezTo>
                  <a:cubicBezTo>
                    <a:pt x="63" y="295"/>
                    <a:pt x="63" y="296"/>
                    <a:pt x="62" y="298"/>
                  </a:cubicBezTo>
                  <a:cubicBezTo>
                    <a:pt x="61" y="300"/>
                    <a:pt x="61" y="301"/>
                    <a:pt x="61" y="303"/>
                  </a:cubicBezTo>
                  <a:cubicBezTo>
                    <a:pt x="61" y="305"/>
                    <a:pt x="63" y="304"/>
                    <a:pt x="65" y="303"/>
                  </a:cubicBezTo>
                  <a:cubicBezTo>
                    <a:pt x="67" y="302"/>
                    <a:pt x="67" y="302"/>
                    <a:pt x="69" y="302"/>
                  </a:cubicBezTo>
                  <a:cubicBezTo>
                    <a:pt x="70" y="302"/>
                    <a:pt x="68" y="304"/>
                    <a:pt x="67" y="305"/>
                  </a:cubicBezTo>
                  <a:cubicBezTo>
                    <a:pt x="65" y="306"/>
                    <a:pt x="66" y="307"/>
                    <a:pt x="66" y="309"/>
                  </a:cubicBezTo>
                  <a:cubicBezTo>
                    <a:pt x="66" y="311"/>
                    <a:pt x="67" y="310"/>
                    <a:pt x="67" y="311"/>
                  </a:cubicBezTo>
                  <a:cubicBezTo>
                    <a:pt x="67" y="311"/>
                    <a:pt x="66" y="312"/>
                    <a:pt x="64" y="311"/>
                  </a:cubicBezTo>
                  <a:cubicBezTo>
                    <a:pt x="62" y="311"/>
                    <a:pt x="62" y="310"/>
                    <a:pt x="59" y="309"/>
                  </a:cubicBezTo>
                  <a:cubicBezTo>
                    <a:pt x="57" y="309"/>
                    <a:pt x="57" y="309"/>
                    <a:pt x="55" y="310"/>
                  </a:cubicBezTo>
                  <a:cubicBezTo>
                    <a:pt x="53" y="312"/>
                    <a:pt x="49" y="316"/>
                    <a:pt x="48" y="317"/>
                  </a:cubicBezTo>
                  <a:cubicBezTo>
                    <a:pt x="47" y="318"/>
                    <a:pt x="46" y="320"/>
                    <a:pt x="45" y="321"/>
                  </a:cubicBezTo>
                  <a:cubicBezTo>
                    <a:pt x="44" y="321"/>
                    <a:pt x="43" y="323"/>
                    <a:pt x="43" y="324"/>
                  </a:cubicBezTo>
                  <a:cubicBezTo>
                    <a:pt x="43" y="326"/>
                    <a:pt x="43" y="326"/>
                    <a:pt x="44" y="328"/>
                  </a:cubicBezTo>
                  <a:cubicBezTo>
                    <a:pt x="45" y="330"/>
                    <a:pt x="44" y="329"/>
                    <a:pt x="44" y="330"/>
                  </a:cubicBezTo>
                  <a:cubicBezTo>
                    <a:pt x="43" y="331"/>
                    <a:pt x="42" y="331"/>
                    <a:pt x="41" y="330"/>
                  </a:cubicBezTo>
                  <a:cubicBezTo>
                    <a:pt x="40" y="330"/>
                    <a:pt x="39" y="331"/>
                    <a:pt x="38" y="332"/>
                  </a:cubicBezTo>
                  <a:cubicBezTo>
                    <a:pt x="37" y="333"/>
                    <a:pt x="39" y="333"/>
                    <a:pt x="40" y="334"/>
                  </a:cubicBezTo>
                  <a:cubicBezTo>
                    <a:pt x="42" y="335"/>
                    <a:pt x="41" y="335"/>
                    <a:pt x="41" y="336"/>
                  </a:cubicBezTo>
                  <a:cubicBezTo>
                    <a:pt x="41" y="337"/>
                    <a:pt x="39" y="336"/>
                    <a:pt x="37" y="336"/>
                  </a:cubicBezTo>
                  <a:cubicBezTo>
                    <a:pt x="35" y="336"/>
                    <a:pt x="34" y="336"/>
                    <a:pt x="33" y="338"/>
                  </a:cubicBezTo>
                  <a:cubicBezTo>
                    <a:pt x="33" y="339"/>
                    <a:pt x="34" y="339"/>
                    <a:pt x="36" y="339"/>
                  </a:cubicBezTo>
                  <a:cubicBezTo>
                    <a:pt x="38" y="339"/>
                    <a:pt x="38" y="339"/>
                    <a:pt x="40" y="339"/>
                  </a:cubicBezTo>
                  <a:cubicBezTo>
                    <a:pt x="42" y="339"/>
                    <a:pt x="42" y="341"/>
                    <a:pt x="41" y="342"/>
                  </a:cubicBezTo>
                  <a:cubicBezTo>
                    <a:pt x="40" y="342"/>
                    <a:pt x="39" y="343"/>
                    <a:pt x="39" y="345"/>
                  </a:cubicBezTo>
                  <a:cubicBezTo>
                    <a:pt x="39" y="347"/>
                    <a:pt x="40" y="347"/>
                    <a:pt x="43" y="347"/>
                  </a:cubicBezTo>
                  <a:cubicBezTo>
                    <a:pt x="45" y="348"/>
                    <a:pt x="45" y="348"/>
                    <a:pt x="46" y="349"/>
                  </a:cubicBezTo>
                  <a:cubicBezTo>
                    <a:pt x="47" y="350"/>
                    <a:pt x="46" y="351"/>
                    <a:pt x="46" y="353"/>
                  </a:cubicBezTo>
                  <a:cubicBezTo>
                    <a:pt x="46" y="355"/>
                    <a:pt x="47" y="354"/>
                    <a:pt x="48" y="354"/>
                  </a:cubicBezTo>
                  <a:cubicBezTo>
                    <a:pt x="49" y="354"/>
                    <a:pt x="49" y="353"/>
                    <a:pt x="49" y="351"/>
                  </a:cubicBezTo>
                  <a:cubicBezTo>
                    <a:pt x="49" y="349"/>
                    <a:pt x="49" y="349"/>
                    <a:pt x="50" y="349"/>
                  </a:cubicBezTo>
                  <a:cubicBezTo>
                    <a:pt x="50" y="348"/>
                    <a:pt x="52" y="349"/>
                    <a:pt x="52" y="347"/>
                  </a:cubicBezTo>
                  <a:cubicBezTo>
                    <a:pt x="52" y="346"/>
                    <a:pt x="52" y="345"/>
                    <a:pt x="54" y="343"/>
                  </a:cubicBezTo>
                  <a:cubicBezTo>
                    <a:pt x="55" y="342"/>
                    <a:pt x="57" y="342"/>
                    <a:pt x="58" y="341"/>
                  </a:cubicBezTo>
                  <a:cubicBezTo>
                    <a:pt x="60" y="339"/>
                    <a:pt x="62" y="338"/>
                    <a:pt x="63" y="338"/>
                  </a:cubicBezTo>
                  <a:cubicBezTo>
                    <a:pt x="64" y="338"/>
                    <a:pt x="63" y="340"/>
                    <a:pt x="62" y="340"/>
                  </a:cubicBezTo>
                  <a:cubicBezTo>
                    <a:pt x="62" y="341"/>
                    <a:pt x="61" y="341"/>
                    <a:pt x="59" y="342"/>
                  </a:cubicBezTo>
                  <a:cubicBezTo>
                    <a:pt x="58" y="343"/>
                    <a:pt x="58" y="343"/>
                    <a:pt x="57" y="344"/>
                  </a:cubicBezTo>
                  <a:cubicBezTo>
                    <a:pt x="55" y="344"/>
                    <a:pt x="56" y="345"/>
                    <a:pt x="55" y="346"/>
                  </a:cubicBezTo>
                  <a:cubicBezTo>
                    <a:pt x="54" y="347"/>
                    <a:pt x="54" y="349"/>
                    <a:pt x="55" y="349"/>
                  </a:cubicBezTo>
                  <a:cubicBezTo>
                    <a:pt x="55" y="350"/>
                    <a:pt x="57" y="350"/>
                    <a:pt x="57" y="350"/>
                  </a:cubicBezTo>
                  <a:cubicBezTo>
                    <a:pt x="57" y="350"/>
                    <a:pt x="57" y="351"/>
                    <a:pt x="59" y="352"/>
                  </a:cubicBezTo>
                  <a:cubicBezTo>
                    <a:pt x="60" y="353"/>
                    <a:pt x="62" y="353"/>
                    <a:pt x="62" y="353"/>
                  </a:cubicBezTo>
                  <a:cubicBezTo>
                    <a:pt x="63" y="354"/>
                    <a:pt x="62" y="355"/>
                    <a:pt x="60" y="355"/>
                  </a:cubicBezTo>
                  <a:cubicBezTo>
                    <a:pt x="59" y="355"/>
                    <a:pt x="57" y="356"/>
                    <a:pt x="57" y="357"/>
                  </a:cubicBezTo>
                  <a:cubicBezTo>
                    <a:pt x="57" y="359"/>
                    <a:pt x="60" y="359"/>
                    <a:pt x="61" y="359"/>
                  </a:cubicBezTo>
                  <a:cubicBezTo>
                    <a:pt x="62" y="359"/>
                    <a:pt x="65" y="359"/>
                    <a:pt x="67" y="360"/>
                  </a:cubicBezTo>
                  <a:cubicBezTo>
                    <a:pt x="70" y="360"/>
                    <a:pt x="69" y="360"/>
                    <a:pt x="70" y="360"/>
                  </a:cubicBezTo>
                  <a:cubicBezTo>
                    <a:pt x="71" y="360"/>
                    <a:pt x="74" y="361"/>
                    <a:pt x="76" y="361"/>
                  </a:cubicBezTo>
                  <a:cubicBezTo>
                    <a:pt x="78" y="361"/>
                    <a:pt x="79" y="361"/>
                    <a:pt x="80" y="361"/>
                  </a:cubicBezTo>
                  <a:cubicBezTo>
                    <a:pt x="81" y="360"/>
                    <a:pt x="81" y="359"/>
                    <a:pt x="82" y="358"/>
                  </a:cubicBezTo>
                  <a:cubicBezTo>
                    <a:pt x="83" y="356"/>
                    <a:pt x="85" y="358"/>
                    <a:pt x="85" y="358"/>
                  </a:cubicBezTo>
                  <a:cubicBezTo>
                    <a:pt x="85" y="358"/>
                    <a:pt x="87" y="359"/>
                    <a:pt x="87" y="360"/>
                  </a:cubicBezTo>
                  <a:cubicBezTo>
                    <a:pt x="87" y="361"/>
                    <a:pt x="86" y="360"/>
                    <a:pt x="86" y="361"/>
                  </a:cubicBezTo>
                  <a:cubicBezTo>
                    <a:pt x="85" y="362"/>
                    <a:pt x="86" y="363"/>
                    <a:pt x="87" y="363"/>
                  </a:cubicBezTo>
                  <a:cubicBezTo>
                    <a:pt x="88" y="364"/>
                    <a:pt x="89" y="364"/>
                    <a:pt x="89" y="365"/>
                  </a:cubicBezTo>
                  <a:cubicBezTo>
                    <a:pt x="89" y="367"/>
                    <a:pt x="88" y="366"/>
                    <a:pt x="87" y="368"/>
                  </a:cubicBezTo>
                  <a:cubicBezTo>
                    <a:pt x="86" y="369"/>
                    <a:pt x="85" y="369"/>
                    <a:pt x="84" y="370"/>
                  </a:cubicBezTo>
                  <a:cubicBezTo>
                    <a:pt x="83" y="371"/>
                    <a:pt x="82" y="369"/>
                    <a:pt x="81" y="368"/>
                  </a:cubicBezTo>
                  <a:cubicBezTo>
                    <a:pt x="80" y="367"/>
                    <a:pt x="81" y="366"/>
                    <a:pt x="81" y="365"/>
                  </a:cubicBezTo>
                  <a:cubicBezTo>
                    <a:pt x="81" y="364"/>
                    <a:pt x="79" y="364"/>
                    <a:pt x="77" y="365"/>
                  </a:cubicBezTo>
                  <a:cubicBezTo>
                    <a:pt x="76" y="365"/>
                    <a:pt x="76" y="366"/>
                    <a:pt x="74" y="368"/>
                  </a:cubicBezTo>
                  <a:cubicBezTo>
                    <a:pt x="73" y="369"/>
                    <a:pt x="73" y="369"/>
                    <a:pt x="72" y="370"/>
                  </a:cubicBezTo>
                  <a:cubicBezTo>
                    <a:pt x="71" y="371"/>
                    <a:pt x="71" y="371"/>
                    <a:pt x="70" y="369"/>
                  </a:cubicBezTo>
                  <a:cubicBezTo>
                    <a:pt x="69" y="368"/>
                    <a:pt x="71" y="368"/>
                    <a:pt x="72" y="367"/>
                  </a:cubicBezTo>
                  <a:cubicBezTo>
                    <a:pt x="73" y="366"/>
                    <a:pt x="73" y="366"/>
                    <a:pt x="72" y="364"/>
                  </a:cubicBezTo>
                  <a:cubicBezTo>
                    <a:pt x="72" y="363"/>
                    <a:pt x="71" y="364"/>
                    <a:pt x="70" y="363"/>
                  </a:cubicBezTo>
                  <a:cubicBezTo>
                    <a:pt x="69" y="363"/>
                    <a:pt x="68" y="363"/>
                    <a:pt x="66" y="363"/>
                  </a:cubicBezTo>
                  <a:cubicBezTo>
                    <a:pt x="63" y="362"/>
                    <a:pt x="64" y="361"/>
                    <a:pt x="62" y="361"/>
                  </a:cubicBezTo>
                  <a:cubicBezTo>
                    <a:pt x="60" y="361"/>
                    <a:pt x="61" y="362"/>
                    <a:pt x="60" y="363"/>
                  </a:cubicBezTo>
                  <a:cubicBezTo>
                    <a:pt x="58" y="365"/>
                    <a:pt x="58" y="366"/>
                    <a:pt x="57" y="367"/>
                  </a:cubicBezTo>
                  <a:cubicBezTo>
                    <a:pt x="56" y="368"/>
                    <a:pt x="54" y="368"/>
                    <a:pt x="53" y="371"/>
                  </a:cubicBezTo>
                  <a:cubicBezTo>
                    <a:pt x="53" y="373"/>
                    <a:pt x="57" y="371"/>
                    <a:pt x="58" y="373"/>
                  </a:cubicBezTo>
                  <a:cubicBezTo>
                    <a:pt x="58" y="374"/>
                    <a:pt x="59" y="375"/>
                    <a:pt x="61" y="375"/>
                  </a:cubicBezTo>
                  <a:cubicBezTo>
                    <a:pt x="63" y="376"/>
                    <a:pt x="66" y="376"/>
                    <a:pt x="66" y="377"/>
                  </a:cubicBezTo>
                  <a:cubicBezTo>
                    <a:pt x="67" y="378"/>
                    <a:pt x="70" y="386"/>
                    <a:pt x="72" y="388"/>
                  </a:cubicBezTo>
                  <a:cubicBezTo>
                    <a:pt x="73" y="390"/>
                    <a:pt x="78" y="392"/>
                    <a:pt x="82" y="393"/>
                  </a:cubicBezTo>
                  <a:cubicBezTo>
                    <a:pt x="86" y="394"/>
                    <a:pt x="87" y="393"/>
                    <a:pt x="89" y="393"/>
                  </a:cubicBezTo>
                  <a:cubicBezTo>
                    <a:pt x="92" y="392"/>
                    <a:pt x="94" y="392"/>
                    <a:pt x="96" y="391"/>
                  </a:cubicBezTo>
                  <a:cubicBezTo>
                    <a:pt x="97" y="391"/>
                    <a:pt x="98" y="390"/>
                    <a:pt x="101" y="388"/>
                  </a:cubicBezTo>
                  <a:cubicBezTo>
                    <a:pt x="103" y="386"/>
                    <a:pt x="105" y="387"/>
                    <a:pt x="107" y="387"/>
                  </a:cubicBezTo>
                  <a:cubicBezTo>
                    <a:pt x="109" y="386"/>
                    <a:pt x="110" y="385"/>
                    <a:pt x="109" y="383"/>
                  </a:cubicBezTo>
                  <a:cubicBezTo>
                    <a:pt x="108" y="381"/>
                    <a:pt x="107" y="381"/>
                    <a:pt x="106" y="379"/>
                  </a:cubicBezTo>
                  <a:cubicBezTo>
                    <a:pt x="104" y="377"/>
                    <a:pt x="107" y="378"/>
                    <a:pt x="108" y="377"/>
                  </a:cubicBezTo>
                  <a:cubicBezTo>
                    <a:pt x="109" y="376"/>
                    <a:pt x="111" y="375"/>
                    <a:pt x="112" y="374"/>
                  </a:cubicBezTo>
                  <a:cubicBezTo>
                    <a:pt x="114" y="372"/>
                    <a:pt x="115" y="371"/>
                    <a:pt x="116" y="369"/>
                  </a:cubicBezTo>
                  <a:cubicBezTo>
                    <a:pt x="117" y="367"/>
                    <a:pt x="117" y="367"/>
                    <a:pt x="118" y="366"/>
                  </a:cubicBezTo>
                  <a:cubicBezTo>
                    <a:pt x="119" y="364"/>
                    <a:pt x="122" y="365"/>
                    <a:pt x="123" y="366"/>
                  </a:cubicBezTo>
                  <a:cubicBezTo>
                    <a:pt x="124" y="366"/>
                    <a:pt x="123" y="368"/>
                    <a:pt x="120" y="369"/>
                  </a:cubicBezTo>
                  <a:cubicBezTo>
                    <a:pt x="117" y="370"/>
                    <a:pt x="118" y="370"/>
                    <a:pt x="117" y="372"/>
                  </a:cubicBezTo>
                  <a:cubicBezTo>
                    <a:pt x="116" y="374"/>
                    <a:pt x="116" y="374"/>
                    <a:pt x="115" y="376"/>
                  </a:cubicBezTo>
                  <a:cubicBezTo>
                    <a:pt x="114" y="377"/>
                    <a:pt x="113" y="378"/>
                    <a:pt x="113" y="379"/>
                  </a:cubicBezTo>
                  <a:cubicBezTo>
                    <a:pt x="113" y="380"/>
                    <a:pt x="115" y="381"/>
                    <a:pt x="116" y="381"/>
                  </a:cubicBezTo>
                  <a:cubicBezTo>
                    <a:pt x="117" y="381"/>
                    <a:pt x="117" y="380"/>
                    <a:pt x="118" y="380"/>
                  </a:cubicBezTo>
                  <a:cubicBezTo>
                    <a:pt x="118" y="380"/>
                    <a:pt x="118" y="383"/>
                    <a:pt x="118" y="383"/>
                  </a:cubicBezTo>
                  <a:cubicBezTo>
                    <a:pt x="118" y="383"/>
                    <a:pt x="118" y="385"/>
                    <a:pt x="118" y="388"/>
                  </a:cubicBezTo>
                  <a:cubicBezTo>
                    <a:pt x="118" y="391"/>
                    <a:pt x="118" y="391"/>
                    <a:pt x="119" y="392"/>
                  </a:cubicBezTo>
                  <a:cubicBezTo>
                    <a:pt x="120" y="394"/>
                    <a:pt x="123" y="397"/>
                    <a:pt x="123" y="398"/>
                  </a:cubicBezTo>
                  <a:cubicBezTo>
                    <a:pt x="124" y="399"/>
                    <a:pt x="125" y="401"/>
                    <a:pt x="125" y="403"/>
                  </a:cubicBezTo>
                  <a:cubicBezTo>
                    <a:pt x="125" y="406"/>
                    <a:pt x="124" y="405"/>
                    <a:pt x="123" y="405"/>
                  </a:cubicBezTo>
                  <a:cubicBezTo>
                    <a:pt x="122" y="406"/>
                    <a:pt x="121" y="408"/>
                    <a:pt x="120" y="409"/>
                  </a:cubicBezTo>
                  <a:cubicBezTo>
                    <a:pt x="120" y="411"/>
                    <a:pt x="121" y="412"/>
                    <a:pt x="121" y="412"/>
                  </a:cubicBezTo>
                  <a:cubicBezTo>
                    <a:pt x="121" y="413"/>
                    <a:pt x="123" y="414"/>
                    <a:pt x="124" y="414"/>
                  </a:cubicBezTo>
                  <a:cubicBezTo>
                    <a:pt x="125" y="414"/>
                    <a:pt x="126" y="414"/>
                    <a:pt x="128" y="414"/>
                  </a:cubicBezTo>
                  <a:cubicBezTo>
                    <a:pt x="130" y="414"/>
                    <a:pt x="129" y="416"/>
                    <a:pt x="128" y="416"/>
                  </a:cubicBezTo>
                  <a:cubicBezTo>
                    <a:pt x="127" y="417"/>
                    <a:pt x="125" y="418"/>
                    <a:pt x="125" y="418"/>
                  </a:cubicBezTo>
                  <a:cubicBezTo>
                    <a:pt x="124" y="419"/>
                    <a:pt x="124" y="420"/>
                    <a:pt x="124" y="421"/>
                  </a:cubicBezTo>
                  <a:cubicBezTo>
                    <a:pt x="125" y="422"/>
                    <a:pt x="126" y="424"/>
                    <a:pt x="126" y="425"/>
                  </a:cubicBezTo>
                  <a:cubicBezTo>
                    <a:pt x="126" y="426"/>
                    <a:pt x="125" y="427"/>
                    <a:pt x="124" y="427"/>
                  </a:cubicBezTo>
                  <a:cubicBezTo>
                    <a:pt x="123" y="427"/>
                    <a:pt x="120" y="427"/>
                    <a:pt x="120" y="429"/>
                  </a:cubicBezTo>
                  <a:cubicBezTo>
                    <a:pt x="120" y="431"/>
                    <a:pt x="123" y="430"/>
                    <a:pt x="125" y="430"/>
                  </a:cubicBezTo>
                  <a:cubicBezTo>
                    <a:pt x="126" y="430"/>
                    <a:pt x="128" y="431"/>
                    <a:pt x="129" y="431"/>
                  </a:cubicBezTo>
                  <a:cubicBezTo>
                    <a:pt x="130" y="431"/>
                    <a:pt x="132" y="430"/>
                    <a:pt x="134" y="427"/>
                  </a:cubicBezTo>
                  <a:cubicBezTo>
                    <a:pt x="135" y="425"/>
                    <a:pt x="135" y="424"/>
                    <a:pt x="136" y="424"/>
                  </a:cubicBezTo>
                  <a:cubicBezTo>
                    <a:pt x="136" y="423"/>
                    <a:pt x="140" y="423"/>
                    <a:pt x="142" y="423"/>
                  </a:cubicBezTo>
                  <a:cubicBezTo>
                    <a:pt x="143" y="423"/>
                    <a:pt x="145" y="422"/>
                    <a:pt x="147" y="420"/>
                  </a:cubicBezTo>
                  <a:cubicBezTo>
                    <a:pt x="149" y="418"/>
                    <a:pt x="150" y="417"/>
                    <a:pt x="153" y="417"/>
                  </a:cubicBezTo>
                  <a:cubicBezTo>
                    <a:pt x="155" y="416"/>
                    <a:pt x="155" y="419"/>
                    <a:pt x="155" y="421"/>
                  </a:cubicBezTo>
                  <a:cubicBezTo>
                    <a:pt x="156" y="422"/>
                    <a:pt x="158" y="422"/>
                    <a:pt x="159" y="423"/>
                  </a:cubicBezTo>
                  <a:cubicBezTo>
                    <a:pt x="160" y="423"/>
                    <a:pt x="162" y="424"/>
                    <a:pt x="164" y="424"/>
                  </a:cubicBezTo>
                  <a:cubicBezTo>
                    <a:pt x="166" y="424"/>
                    <a:pt x="166" y="421"/>
                    <a:pt x="168" y="421"/>
                  </a:cubicBezTo>
                  <a:cubicBezTo>
                    <a:pt x="169" y="421"/>
                    <a:pt x="173" y="425"/>
                    <a:pt x="175" y="427"/>
                  </a:cubicBezTo>
                  <a:cubicBezTo>
                    <a:pt x="177" y="429"/>
                    <a:pt x="180" y="432"/>
                    <a:pt x="180" y="435"/>
                  </a:cubicBezTo>
                  <a:cubicBezTo>
                    <a:pt x="181" y="437"/>
                    <a:pt x="185" y="435"/>
                    <a:pt x="186" y="434"/>
                  </a:cubicBezTo>
                  <a:cubicBezTo>
                    <a:pt x="187" y="433"/>
                    <a:pt x="185" y="431"/>
                    <a:pt x="184" y="430"/>
                  </a:cubicBezTo>
                  <a:cubicBezTo>
                    <a:pt x="183" y="429"/>
                    <a:pt x="184" y="426"/>
                    <a:pt x="184" y="424"/>
                  </a:cubicBezTo>
                  <a:cubicBezTo>
                    <a:pt x="184" y="423"/>
                    <a:pt x="184" y="420"/>
                    <a:pt x="185" y="419"/>
                  </a:cubicBezTo>
                  <a:cubicBezTo>
                    <a:pt x="186" y="418"/>
                    <a:pt x="189" y="419"/>
                    <a:pt x="190" y="418"/>
                  </a:cubicBezTo>
                  <a:cubicBezTo>
                    <a:pt x="191" y="416"/>
                    <a:pt x="191" y="414"/>
                    <a:pt x="192" y="413"/>
                  </a:cubicBezTo>
                  <a:cubicBezTo>
                    <a:pt x="194" y="412"/>
                    <a:pt x="197" y="416"/>
                    <a:pt x="199" y="417"/>
                  </a:cubicBezTo>
                  <a:cubicBezTo>
                    <a:pt x="202" y="418"/>
                    <a:pt x="202" y="420"/>
                    <a:pt x="200" y="421"/>
                  </a:cubicBezTo>
                  <a:cubicBezTo>
                    <a:pt x="199" y="421"/>
                    <a:pt x="197" y="419"/>
                    <a:pt x="195" y="418"/>
                  </a:cubicBezTo>
                  <a:cubicBezTo>
                    <a:pt x="192" y="418"/>
                    <a:pt x="192" y="420"/>
                    <a:pt x="192" y="423"/>
                  </a:cubicBezTo>
                  <a:cubicBezTo>
                    <a:pt x="192" y="425"/>
                    <a:pt x="193" y="427"/>
                    <a:pt x="196" y="429"/>
                  </a:cubicBezTo>
                  <a:cubicBezTo>
                    <a:pt x="198" y="431"/>
                    <a:pt x="202" y="428"/>
                    <a:pt x="205" y="427"/>
                  </a:cubicBezTo>
                  <a:cubicBezTo>
                    <a:pt x="209" y="425"/>
                    <a:pt x="213" y="424"/>
                    <a:pt x="216" y="423"/>
                  </a:cubicBezTo>
                  <a:cubicBezTo>
                    <a:pt x="219" y="422"/>
                    <a:pt x="221" y="420"/>
                    <a:pt x="222" y="418"/>
                  </a:cubicBezTo>
                  <a:cubicBezTo>
                    <a:pt x="223" y="415"/>
                    <a:pt x="228" y="413"/>
                    <a:pt x="228" y="414"/>
                  </a:cubicBezTo>
                  <a:cubicBezTo>
                    <a:pt x="228" y="415"/>
                    <a:pt x="224" y="420"/>
                    <a:pt x="224" y="423"/>
                  </a:cubicBezTo>
                  <a:cubicBezTo>
                    <a:pt x="224" y="426"/>
                    <a:pt x="225" y="428"/>
                    <a:pt x="223" y="430"/>
                  </a:cubicBezTo>
                  <a:cubicBezTo>
                    <a:pt x="220" y="432"/>
                    <a:pt x="216" y="436"/>
                    <a:pt x="216" y="437"/>
                  </a:cubicBezTo>
                  <a:cubicBezTo>
                    <a:pt x="215" y="438"/>
                    <a:pt x="214" y="439"/>
                    <a:pt x="214" y="440"/>
                  </a:cubicBezTo>
                  <a:cubicBezTo>
                    <a:pt x="214" y="441"/>
                    <a:pt x="216" y="442"/>
                    <a:pt x="218" y="442"/>
                  </a:cubicBezTo>
                  <a:cubicBezTo>
                    <a:pt x="219" y="442"/>
                    <a:pt x="220" y="444"/>
                    <a:pt x="220" y="445"/>
                  </a:cubicBezTo>
                  <a:cubicBezTo>
                    <a:pt x="220" y="446"/>
                    <a:pt x="219" y="445"/>
                    <a:pt x="217" y="445"/>
                  </a:cubicBezTo>
                  <a:cubicBezTo>
                    <a:pt x="216" y="445"/>
                    <a:pt x="215" y="445"/>
                    <a:pt x="213" y="446"/>
                  </a:cubicBezTo>
                  <a:cubicBezTo>
                    <a:pt x="212" y="446"/>
                    <a:pt x="212" y="448"/>
                    <a:pt x="211" y="449"/>
                  </a:cubicBezTo>
                  <a:cubicBezTo>
                    <a:pt x="211" y="449"/>
                    <a:pt x="211" y="455"/>
                    <a:pt x="211" y="456"/>
                  </a:cubicBezTo>
                  <a:cubicBezTo>
                    <a:pt x="211" y="457"/>
                    <a:pt x="212" y="459"/>
                    <a:pt x="213" y="461"/>
                  </a:cubicBezTo>
                  <a:cubicBezTo>
                    <a:pt x="214" y="463"/>
                    <a:pt x="215" y="462"/>
                    <a:pt x="215" y="464"/>
                  </a:cubicBezTo>
                  <a:cubicBezTo>
                    <a:pt x="214" y="465"/>
                    <a:pt x="213" y="465"/>
                    <a:pt x="211" y="464"/>
                  </a:cubicBezTo>
                  <a:cubicBezTo>
                    <a:pt x="209" y="464"/>
                    <a:pt x="208" y="463"/>
                    <a:pt x="207" y="464"/>
                  </a:cubicBezTo>
                  <a:cubicBezTo>
                    <a:pt x="205" y="465"/>
                    <a:pt x="203" y="466"/>
                    <a:pt x="201" y="467"/>
                  </a:cubicBezTo>
                  <a:cubicBezTo>
                    <a:pt x="199" y="469"/>
                    <a:pt x="199" y="470"/>
                    <a:pt x="197" y="472"/>
                  </a:cubicBezTo>
                  <a:cubicBezTo>
                    <a:pt x="195" y="473"/>
                    <a:pt x="194" y="474"/>
                    <a:pt x="193" y="475"/>
                  </a:cubicBezTo>
                  <a:cubicBezTo>
                    <a:pt x="191" y="476"/>
                    <a:pt x="191" y="477"/>
                    <a:pt x="190" y="479"/>
                  </a:cubicBezTo>
                  <a:cubicBezTo>
                    <a:pt x="190" y="480"/>
                    <a:pt x="191" y="484"/>
                    <a:pt x="189" y="485"/>
                  </a:cubicBezTo>
                  <a:cubicBezTo>
                    <a:pt x="188" y="487"/>
                    <a:pt x="188" y="486"/>
                    <a:pt x="185" y="484"/>
                  </a:cubicBezTo>
                  <a:cubicBezTo>
                    <a:pt x="182" y="483"/>
                    <a:pt x="182" y="483"/>
                    <a:pt x="181" y="484"/>
                  </a:cubicBezTo>
                  <a:cubicBezTo>
                    <a:pt x="179" y="485"/>
                    <a:pt x="175" y="487"/>
                    <a:pt x="173" y="489"/>
                  </a:cubicBezTo>
                  <a:cubicBezTo>
                    <a:pt x="171" y="490"/>
                    <a:pt x="168" y="493"/>
                    <a:pt x="166" y="494"/>
                  </a:cubicBezTo>
                  <a:cubicBezTo>
                    <a:pt x="164" y="496"/>
                    <a:pt x="161" y="497"/>
                    <a:pt x="158" y="498"/>
                  </a:cubicBezTo>
                  <a:cubicBezTo>
                    <a:pt x="155" y="499"/>
                    <a:pt x="154" y="501"/>
                    <a:pt x="153" y="502"/>
                  </a:cubicBezTo>
                  <a:cubicBezTo>
                    <a:pt x="152" y="503"/>
                    <a:pt x="152" y="505"/>
                    <a:pt x="153" y="507"/>
                  </a:cubicBezTo>
                  <a:cubicBezTo>
                    <a:pt x="153" y="509"/>
                    <a:pt x="155" y="511"/>
                    <a:pt x="155" y="512"/>
                  </a:cubicBezTo>
                  <a:cubicBezTo>
                    <a:pt x="155" y="513"/>
                    <a:pt x="153" y="513"/>
                    <a:pt x="152" y="513"/>
                  </a:cubicBezTo>
                  <a:cubicBezTo>
                    <a:pt x="151" y="513"/>
                    <a:pt x="149" y="512"/>
                    <a:pt x="148" y="513"/>
                  </a:cubicBezTo>
                  <a:cubicBezTo>
                    <a:pt x="147" y="514"/>
                    <a:pt x="148" y="515"/>
                    <a:pt x="147" y="516"/>
                  </a:cubicBezTo>
                  <a:cubicBezTo>
                    <a:pt x="147" y="517"/>
                    <a:pt x="145" y="516"/>
                    <a:pt x="144" y="515"/>
                  </a:cubicBezTo>
                  <a:cubicBezTo>
                    <a:pt x="143" y="515"/>
                    <a:pt x="141" y="513"/>
                    <a:pt x="141" y="512"/>
                  </a:cubicBezTo>
                  <a:cubicBezTo>
                    <a:pt x="140" y="510"/>
                    <a:pt x="140" y="509"/>
                    <a:pt x="139" y="509"/>
                  </a:cubicBezTo>
                  <a:cubicBezTo>
                    <a:pt x="137" y="508"/>
                    <a:pt x="135" y="509"/>
                    <a:pt x="133" y="509"/>
                  </a:cubicBezTo>
                  <a:cubicBezTo>
                    <a:pt x="130" y="510"/>
                    <a:pt x="127" y="511"/>
                    <a:pt x="123" y="513"/>
                  </a:cubicBezTo>
                  <a:cubicBezTo>
                    <a:pt x="120" y="514"/>
                    <a:pt x="119" y="515"/>
                    <a:pt x="117" y="517"/>
                  </a:cubicBezTo>
                  <a:cubicBezTo>
                    <a:pt x="115" y="518"/>
                    <a:pt x="113" y="519"/>
                    <a:pt x="111" y="521"/>
                  </a:cubicBezTo>
                  <a:cubicBezTo>
                    <a:pt x="109" y="522"/>
                    <a:pt x="109" y="524"/>
                    <a:pt x="107" y="525"/>
                  </a:cubicBezTo>
                  <a:cubicBezTo>
                    <a:pt x="106" y="527"/>
                    <a:pt x="105" y="527"/>
                    <a:pt x="103" y="527"/>
                  </a:cubicBezTo>
                  <a:cubicBezTo>
                    <a:pt x="102" y="527"/>
                    <a:pt x="102" y="528"/>
                    <a:pt x="101" y="529"/>
                  </a:cubicBezTo>
                  <a:cubicBezTo>
                    <a:pt x="100" y="530"/>
                    <a:pt x="100" y="531"/>
                    <a:pt x="98" y="532"/>
                  </a:cubicBezTo>
                  <a:cubicBezTo>
                    <a:pt x="97" y="533"/>
                    <a:pt x="96" y="532"/>
                    <a:pt x="95" y="532"/>
                  </a:cubicBezTo>
                  <a:cubicBezTo>
                    <a:pt x="94" y="532"/>
                    <a:pt x="94" y="534"/>
                    <a:pt x="94" y="536"/>
                  </a:cubicBezTo>
                  <a:cubicBezTo>
                    <a:pt x="94" y="537"/>
                    <a:pt x="93" y="539"/>
                    <a:pt x="94" y="539"/>
                  </a:cubicBezTo>
                  <a:cubicBezTo>
                    <a:pt x="94" y="539"/>
                    <a:pt x="96" y="538"/>
                    <a:pt x="96" y="537"/>
                  </a:cubicBezTo>
                  <a:cubicBezTo>
                    <a:pt x="96" y="537"/>
                    <a:pt x="97" y="535"/>
                    <a:pt x="97" y="535"/>
                  </a:cubicBezTo>
                  <a:cubicBezTo>
                    <a:pt x="97" y="534"/>
                    <a:pt x="100" y="536"/>
                    <a:pt x="101" y="537"/>
                  </a:cubicBezTo>
                  <a:cubicBezTo>
                    <a:pt x="102" y="538"/>
                    <a:pt x="104" y="538"/>
                    <a:pt x="105" y="537"/>
                  </a:cubicBezTo>
                  <a:cubicBezTo>
                    <a:pt x="107" y="537"/>
                    <a:pt x="106" y="535"/>
                    <a:pt x="106" y="534"/>
                  </a:cubicBezTo>
                  <a:cubicBezTo>
                    <a:pt x="105" y="532"/>
                    <a:pt x="105" y="530"/>
                    <a:pt x="106" y="529"/>
                  </a:cubicBezTo>
                  <a:cubicBezTo>
                    <a:pt x="107" y="527"/>
                    <a:pt x="109" y="530"/>
                    <a:pt x="110" y="531"/>
                  </a:cubicBezTo>
                  <a:cubicBezTo>
                    <a:pt x="111" y="533"/>
                    <a:pt x="114" y="535"/>
                    <a:pt x="115" y="534"/>
                  </a:cubicBezTo>
                  <a:cubicBezTo>
                    <a:pt x="115" y="532"/>
                    <a:pt x="117" y="534"/>
                    <a:pt x="119" y="533"/>
                  </a:cubicBezTo>
                  <a:cubicBezTo>
                    <a:pt x="120" y="532"/>
                    <a:pt x="119" y="531"/>
                    <a:pt x="120" y="529"/>
                  </a:cubicBezTo>
                  <a:cubicBezTo>
                    <a:pt x="120" y="527"/>
                    <a:pt x="125" y="526"/>
                    <a:pt x="126" y="525"/>
                  </a:cubicBezTo>
                  <a:cubicBezTo>
                    <a:pt x="127" y="524"/>
                    <a:pt x="127" y="523"/>
                    <a:pt x="127" y="521"/>
                  </a:cubicBezTo>
                  <a:cubicBezTo>
                    <a:pt x="127" y="519"/>
                    <a:pt x="128" y="518"/>
                    <a:pt x="129" y="518"/>
                  </a:cubicBezTo>
                  <a:cubicBezTo>
                    <a:pt x="131" y="518"/>
                    <a:pt x="132" y="519"/>
                    <a:pt x="133" y="519"/>
                  </a:cubicBezTo>
                  <a:cubicBezTo>
                    <a:pt x="135" y="519"/>
                    <a:pt x="138" y="519"/>
                    <a:pt x="137" y="521"/>
                  </a:cubicBezTo>
                  <a:cubicBezTo>
                    <a:pt x="137" y="522"/>
                    <a:pt x="135" y="521"/>
                    <a:pt x="134" y="522"/>
                  </a:cubicBezTo>
                  <a:cubicBezTo>
                    <a:pt x="133" y="523"/>
                    <a:pt x="133" y="523"/>
                    <a:pt x="131" y="523"/>
                  </a:cubicBezTo>
                  <a:cubicBezTo>
                    <a:pt x="130" y="524"/>
                    <a:pt x="131" y="525"/>
                    <a:pt x="132" y="526"/>
                  </a:cubicBezTo>
                  <a:cubicBezTo>
                    <a:pt x="133" y="526"/>
                    <a:pt x="135" y="526"/>
                    <a:pt x="137" y="525"/>
                  </a:cubicBezTo>
                  <a:cubicBezTo>
                    <a:pt x="139" y="525"/>
                    <a:pt x="139" y="525"/>
                    <a:pt x="141" y="524"/>
                  </a:cubicBezTo>
                  <a:cubicBezTo>
                    <a:pt x="142" y="524"/>
                    <a:pt x="144" y="524"/>
                    <a:pt x="145" y="522"/>
                  </a:cubicBezTo>
                  <a:cubicBezTo>
                    <a:pt x="145" y="520"/>
                    <a:pt x="147" y="520"/>
                    <a:pt x="148" y="520"/>
                  </a:cubicBezTo>
                  <a:cubicBezTo>
                    <a:pt x="148" y="520"/>
                    <a:pt x="150" y="522"/>
                    <a:pt x="151" y="521"/>
                  </a:cubicBezTo>
                  <a:cubicBezTo>
                    <a:pt x="151" y="520"/>
                    <a:pt x="152" y="518"/>
                    <a:pt x="154" y="517"/>
                  </a:cubicBezTo>
                  <a:cubicBezTo>
                    <a:pt x="156" y="515"/>
                    <a:pt x="157" y="516"/>
                    <a:pt x="158" y="516"/>
                  </a:cubicBezTo>
                  <a:cubicBezTo>
                    <a:pt x="160" y="515"/>
                    <a:pt x="162" y="515"/>
                    <a:pt x="164" y="515"/>
                  </a:cubicBezTo>
                  <a:cubicBezTo>
                    <a:pt x="166" y="514"/>
                    <a:pt x="167" y="514"/>
                    <a:pt x="169" y="512"/>
                  </a:cubicBezTo>
                  <a:cubicBezTo>
                    <a:pt x="171" y="511"/>
                    <a:pt x="171" y="511"/>
                    <a:pt x="173" y="512"/>
                  </a:cubicBezTo>
                  <a:cubicBezTo>
                    <a:pt x="174" y="513"/>
                    <a:pt x="178" y="512"/>
                    <a:pt x="179" y="511"/>
                  </a:cubicBezTo>
                  <a:cubicBezTo>
                    <a:pt x="180" y="511"/>
                    <a:pt x="184" y="511"/>
                    <a:pt x="186" y="510"/>
                  </a:cubicBezTo>
                  <a:cubicBezTo>
                    <a:pt x="187" y="509"/>
                    <a:pt x="188" y="508"/>
                    <a:pt x="188" y="507"/>
                  </a:cubicBezTo>
                  <a:cubicBezTo>
                    <a:pt x="188" y="506"/>
                    <a:pt x="189" y="504"/>
                    <a:pt x="189" y="503"/>
                  </a:cubicBezTo>
                  <a:cubicBezTo>
                    <a:pt x="189" y="501"/>
                    <a:pt x="189" y="500"/>
                    <a:pt x="190" y="498"/>
                  </a:cubicBezTo>
                  <a:cubicBezTo>
                    <a:pt x="191" y="497"/>
                    <a:pt x="194" y="495"/>
                    <a:pt x="195" y="494"/>
                  </a:cubicBezTo>
                  <a:cubicBezTo>
                    <a:pt x="196" y="493"/>
                    <a:pt x="202" y="491"/>
                    <a:pt x="205" y="489"/>
                  </a:cubicBezTo>
                  <a:cubicBezTo>
                    <a:pt x="209" y="488"/>
                    <a:pt x="208" y="489"/>
                    <a:pt x="209" y="489"/>
                  </a:cubicBezTo>
                  <a:cubicBezTo>
                    <a:pt x="211" y="488"/>
                    <a:pt x="210" y="487"/>
                    <a:pt x="214" y="485"/>
                  </a:cubicBezTo>
                  <a:cubicBezTo>
                    <a:pt x="217" y="483"/>
                    <a:pt x="220" y="485"/>
                    <a:pt x="222" y="484"/>
                  </a:cubicBezTo>
                  <a:cubicBezTo>
                    <a:pt x="224" y="482"/>
                    <a:pt x="226" y="482"/>
                    <a:pt x="229" y="479"/>
                  </a:cubicBezTo>
                  <a:cubicBezTo>
                    <a:pt x="232" y="477"/>
                    <a:pt x="232" y="476"/>
                    <a:pt x="233" y="475"/>
                  </a:cubicBezTo>
                  <a:cubicBezTo>
                    <a:pt x="235" y="474"/>
                    <a:pt x="234" y="471"/>
                    <a:pt x="234" y="468"/>
                  </a:cubicBezTo>
                  <a:cubicBezTo>
                    <a:pt x="234" y="466"/>
                    <a:pt x="237" y="466"/>
                    <a:pt x="239" y="465"/>
                  </a:cubicBezTo>
                  <a:cubicBezTo>
                    <a:pt x="242" y="463"/>
                    <a:pt x="246" y="463"/>
                    <a:pt x="249" y="461"/>
                  </a:cubicBezTo>
                  <a:cubicBezTo>
                    <a:pt x="252" y="459"/>
                    <a:pt x="251" y="456"/>
                    <a:pt x="253" y="455"/>
                  </a:cubicBezTo>
                  <a:cubicBezTo>
                    <a:pt x="255" y="455"/>
                    <a:pt x="258" y="454"/>
                    <a:pt x="259" y="453"/>
                  </a:cubicBezTo>
                  <a:cubicBezTo>
                    <a:pt x="261" y="451"/>
                    <a:pt x="262" y="450"/>
                    <a:pt x="264" y="448"/>
                  </a:cubicBezTo>
                  <a:cubicBezTo>
                    <a:pt x="266" y="447"/>
                    <a:pt x="267" y="448"/>
                    <a:pt x="269" y="447"/>
                  </a:cubicBezTo>
                  <a:cubicBezTo>
                    <a:pt x="270" y="446"/>
                    <a:pt x="272" y="445"/>
                    <a:pt x="273" y="445"/>
                  </a:cubicBezTo>
                  <a:cubicBezTo>
                    <a:pt x="275" y="445"/>
                    <a:pt x="278" y="446"/>
                    <a:pt x="279" y="445"/>
                  </a:cubicBezTo>
                  <a:cubicBezTo>
                    <a:pt x="280" y="445"/>
                    <a:pt x="280" y="443"/>
                    <a:pt x="280" y="442"/>
                  </a:cubicBezTo>
                  <a:cubicBezTo>
                    <a:pt x="280" y="440"/>
                    <a:pt x="280" y="439"/>
                    <a:pt x="281" y="439"/>
                  </a:cubicBezTo>
                  <a:cubicBezTo>
                    <a:pt x="281" y="438"/>
                    <a:pt x="283" y="438"/>
                    <a:pt x="284" y="437"/>
                  </a:cubicBezTo>
                  <a:cubicBezTo>
                    <a:pt x="285" y="435"/>
                    <a:pt x="283" y="434"/>
                    <a:pt x="285" y="433"/>
                  </a:cubicBezTo>
                  <a:cubicBezTo>
                    <a:pt x="288" y="432"/>
                    <a:pt x="292" y="429"/>
                    <a:pt x="295" y="427"/>
                  </a:cubicBezTo>
                  <a:cubicBezTo>
                    <a:pt x="298" y="424"/>
                    <a:pt x="298" y="425"/>
                    <a:pt x="298" y="423"/>
                  </a:cubicBezTo>
                  <a:cubicBezTo>
                    <a:pt x="298" y="422"/>
                    <a:pt x="297" y="422"/>
                    <a:pt x="296" y="421"/>
                  </a:cubicBezTo>
                  <a:cubicBezTo>
                    <a:pt x="295" y="421"/>
                    <a:pt x="295" y="420"/>
                    <a:pt x="293" y="419"/>
                  </a:cubicBezTo>
                  <a:cubicBezTo>
                    <a:pt x="292" y="417"/>
                    <a:pt x="292" y="417"/>
                    <a:pt x="290" y="417"/>
                  </a:cubicBezTo>
                  <a:cubicBezTo>
                    <a:pt x="289" y="416"/>
                    <a:pt x="286" y="416"/>
                    <a:pt x="285" y="416"/>
                  </a:cubicBezTo>
                  <a:cubicBezTo>
                    <a:pt x="283" y="416"/>
                    <a:pt x="282" y="416"/>
                    <a:pt x="281" y="415"/>
                  </a:cubicBezTo>
                  <a:cubicBezTo>
                    <a:pt x="280" y="415"/>
                    <a:pt x="281" y="414"/>
                    <a:pt x="282" y="413"/>
                  </a:cubicBezTo>
                  <a:cubicBezTo>
                    <a:pt x="282" y="412"/>
                    <a:pt x="283" y="411"/>
                    <a:pt x="282" y="410"/>
                  </a:cubicBezTo>
                  <a:cubicBezTo>
                    <a:pt x="281" y="409"/>
                    <a:pt x="282" y="407"/>
                    <a:pt x="283" y="406"/>
                  </a:cubicBezTo>
                  <a:cubicBezTo>
                    <a:pt x="285" y="405"/>
                    <a:pt x="288" y="406"/>
                    <a:pt x="289" y="405"/>
                  </a:cubicBezTo>
                  <a:cubicBezTo>
                    <a:pt x="290" y="403"/>
                    <a:pt x="289" y="402"/>
                    <a:pt x="289" y="401"/>
                  </a:cubicBezTo>
                  <a:cubicBezTo>
                    <a:pt x="289" y="399"/>
                    <a:pt x="291" y="399"/>
                    <a:pt x="293" y="397"/>
                  </a:cubicBezTo>
                  <a:cubicBezTo>
                    <a:pt x="295" y="395"/>
                    <a:pt x="295" y="396"/>
                    <a:pt x="296" y="396"/>
                  </a:cubicBezTo>
                  <a:cubicBezTo>
                    <a:pt x="298" y="396"/>
                    <a:pt x="297" y="397"/>
                    <a:pt x="298" y="398"/>
                  </a:cubicBezTo>
                  <a:cubicBezTo>
                    <a:pt x="299" y="399"/>
                    <a:pt x="300" y="398"/>
                    <a:pt x="301" y="397"/>
                  </a:cubicBezTo>
                  <a:cubicBezTo>
                    <a:pt x="301" y="397"/>
                    <a:pt x="303" y="396"/>
                    <a:pt x="303" y="396"/>
                  </a:cubicBezTo>
                  <a:cubicBezTo>
                    <a:pt x="304" y="395"/>
                    <a:pt x="304" y="394"/>
                    <a:pt x="303" y="393"/>
                  </a:cubicBezTo>
                  <a:cubicBezTo>
                    <a:pt x="303" y="393"/>
                    <a:pt x="303" y="391"/>
                    <a:pt x="304" y="390"/>
                  </a:cubicBezTo>
                  <a:cubicBezTo>
                    <a:pt x="304" y="390"/>
                    <a:pt x="306" y="389"/>
                    <a:pt x="307" y="389"/>
                  </a:cubicBezTo>
                  <a:cubicBezTo>
                    <a:pt x="308" y="389"/>
                    <a:pt x="310" y="388"/>
                    <a:pt x="311" y="388"/>
                  </a:cubicBezTo>
                  <a:cubicBezTo>
                    <a:pt x="312" y="388"/>
                    <a:pt x="313" y="387"/>
                    <a:pt x="312" y="386"/>
                  </a:cubicBezTo>
                  <a:cubicBezTo>
                    <a:pt x="312" y="385"/>
                    <a:pt x="311" y="385"/>
                    <a:pt x="311" y="384"/>
                  </a:cubicBezTo>
                  <a:cubicBezTo>
                    <a:pt x="310" y="382"/>
                    <a:pt x="308" y="381"/>
                    <a:pt x="307" y="381"/>
                  </a:cubicBezTo>
                  <a:cubicBezTo>
                    <a:pt x="306" y="380"/>
                    <a:pt x="305" y="380"/>
                    <a:pt x="305" y="379"/>
                  </a:cubicBezTo>
                  <a:cubicBezTo>
                    <a:pt x="305" y="379"/>
                    <a:pt x="306" y="378"/>
                    <a:pt x="307" y="378"/>
                  </a:cubicBezTo>
                  <a:cubicBezTo>
                    <a:pt x="308" y="377"/>
                    <a:pt x="311" y="378"/>
                    <a:pt x="312" y="378"/>
                  </a:cubicBezTo>
                  <a:cubicBezTo>
                    <a:pt x="313" y="378"/>
                    <a:pt x="317" y="378"/>
                    <a:pt x="318" y="377"/>
                  </a:cubicBezTo>
                  <a:cubicBezTo>
                    <a:pt x="319" y="377"/>
                    <a:pt x="320" y="376"/>
                    <a:pt x="320" y="376"/>
                  </a:cubicBezTo>
                  <a:cubicBezTo>
                    <a:pt x="321" y="375"/>
                    <a:pt x="321" y="373"/>
                    <a:pt x="321" y="371"/>
                  </a:cubicBezTo>
                  <a:cubicBezTo>
                    <a:pt x="322" y="370"/>
                    <a:pt x="323" y="368"/>
                    <a:pt x="325" y="367"/>
                  </a:cubicBezTo>
                  <a:cubicBezTo>
                    <a:pt x="326" y="367"/>
                    <a:pt x="328" y="366"/>
                    <a:pt x="329" y="365"/>
                  </a:cubicBezTo>
                  <a:cubicBezTo>
                    <a:pt x="331" y="364"/>
                    <a:pt x="331" y="364"/>
                    <a:pt x="331" y="362"/>
                  </a:cubicBezTo>
                  <a:cubicBezTo>
                    <a:pt x="331" y="361"/>
                    <a:pt x="332" y="359"/>
                    <a:pt x="334" y="358"/>
                  </a:cubicBezTo>
                  <a:cubicBezTo>
                    <a:pt x="335" y="356"/>
                    <a:pt x="337" y="357"/>
                    <a:pt x="340" y="356"/>
                  </a:cubicBezTo>
                  <a:cubicBezTo>
                    <a:pt x="342" y="355"/>
                    <a:pt x="343" y="355"/>
                    <a:pt x="344" y="354"/>
                  </a:cubicBezTo>
                  <a:cubicBezTo>
                    <a:pt x="346" y="353"/>
                    <a:pt x="347" y="352"/>
                    <a:pt x="349" y="350"/>
                  </a:cubicBezTo>
                  <a:cubicBezTo>
                    <a:pt x="350" y="349"/>
                    <a:pt x="351" y="347"/>
                    <a:pt x="353" y="346"/>
                  </a:cubicBezTo>
                  <a:cubicBezTo>
                    <a:pt x="355" y="345"/>
                    <a:pt x="358" y="346"/>
                    <a:pt x="360" y="346"/>
                  </a:cubicBezTo>
                  <a:cubicBezTo>
                    <a:pt x="363" y="346"/>
                    <a:pt x="362" y="346"/>
                    <a:pt x="364" y="346"/>
                  </a:cubicBezTo>
                  <a:cubicBezTo>
                    <a:pt x="365" y="346"/>
                    <a:pt x="367" y="346"/>
                    <a:pt x="369" y="345"/>
                  </a:cubicBezTo>
                  <a:cubicBezTo>
                    <a:pt x="370" y="345"/>
                    <a:pt x="371" y="344"/>
                    <a:pt x="372" y="343"/>
                  </a:cubicBezTo>
                  <a:cubicBezTo>
                    <a:pt x="374" y="341"/>
                    <a:pt x="374" y="340"/>
                    <a:pt x="375" y="339"/>
                  </a:cubicBezTo>
                  <a:cubicBezTo>
                    <a:pt x="377" y="338"/>
                    <a:pt x="378" y="340"/>
                    <a:pt x="380" y="340"/>
                  </a:cubicBezTo>
                  <a:cubicBezTo>
                    <a:pt x="382" y="340"/>
                    <a:pt x="382" y="341"/>
                    <a:pt x="381" y="342"/>
                  </a:cubicBezTo>
                  <a:cubicBezTo>
                    <a:pt x="381" y="342"/>
                    <a:pt x="379" y="344"/>
                    <a:pt x="378" y="345"/>
                  </a:cubicBezTo>
                  <a:cubicBezTo>
                    <a:pt x="377" y="345"/>
                    <a:pt x="376" y="346"/>
                    <a:pt x="374" y="347"/>
                  </a:cubicBezTo>
                  <a:cubicBezTo>
                    <a:pt x="373" y="348"/>
                    <a:pt x="373" y="349"/>
                    <a:pt x="373" y="351"/>
                  </a:cubicBezTo>
                  <a:cubicBezTo>
                    <a:pt x="372" y="353"/>
                    <a:pt x="373" y="353"/>
                    <a:pt x="373" y="354"/>
                  </a:cubicBezTo>
                  <a:cubicBezTo>
                    <a:pt x="373" y="355"/>
                    <a:pt x="377" y="357"/>
                    <a:pt x="379" y="359"/>
                  </a:cubicBezTo>
                  <a:cubicBezTo>
                    <a:pt x="381" y="360"/>
                    <a:pt x="383" y="360"/>
                    <a:pt x="383" y="361"/>
                  </a:cubicBezTo>
                  <a:cubicBezTo>
                    <a:pt x="383" y="361"/>
                    <a:pt x="382" y="361"/>
                    <a:pt x="379" y="361"/>
                  </a:cubicBezTo>
                  <a:cubicBezTo>
                    <a:pt x="377" y="360"/>
                    <a:pt x="375" y="359"/>
                    <a:pt x="372" y="358"/>
                  </a:cubicBezTo>
                  <a:cubicBezTo>
                    <a:pt x="369" y="358"/>
                    <a:pt x="369" y="358"/>
                    <a:pt x="367" y="359"/>
                  </a:cubicBezTo>
                  <a:cubicBezTo>
                    <a:pt x="366" y="360"/>
                    <a:pt x="365" y="359"/>
                    <a:pt x="362" y="358"/>
                  </a:cubicBezTo>
                  <a:cubicBezTo>
                    <a:pt x="358" y="357"/>
                    <a:pt x="358" y="357"/>
                    <a:pt x="356" y="357"/>
                  </a:cubicBezTo>
                  <a:cubicBezTo>
                    <a:pt x="353" y="357"/>
                    <a:pt x="353" y="358"/>
                    <a:pt x="351" y="359"/>
                  </a:cubicBezTo>
                  <a:cubicBezTo>
                    <a:pt x="350" y="361"/>
                    <a:pt x="349" y="361"/>
                    <a:pt x="347" y="362"/>
                  </a:cubicBezTo>
                  <a:cubicBezTo>
                    <a:pt x="345" y="364"/>
                    <a:pt x="345" y="364"/>
                    <a:pt x="342" y="365"/>
                  </a:cubicBezTo>
                  <a:cubicBezTo>
                    <a:pt x="340" y="365"/>
                    <a:pt x="340" y="366"/>
                    <a:pt x="341" y="368"/>
                  </a:cubicBezTo>
                  <a:cubicBezTo>
                    <a:pt x="341" y="370"/>
                    <a:pt x="341" y="372"/>
                    <a:pt x="341" y="374"/>
                  </a:cubicBezTo>
                  <a:cubicBezTo>
                    <a:pt x="341" y="375"/>
                    <a:pt x="340" y="377"/>
                    <a:pt x="338" y="379"/>
                  </a:cubicBezTo>
                  <a:cubicBezTo>
                    <a:pt x="336" y="381"/>
                    <a:pt x="334" y="383"/>
                    <a:pt x="333" y="385"/>
                  </a:cubicBezTo>
                  <a:cubicBezTo>
                    <a:pt x="333" y="387"/>
                    <a:pt x="332" y="389"/>
                    <a:pt x="331" y="390"/>
                  </a:cubicBezTo>
                  <a:cubicBezTo>
                    <a:pt x="330" y="392"/>
                    <a:pt x="329" y="393"/>
                    <a:pt x="329" y="395"/>
                  </a:cubicBezTo>
                  <a:cubicBezTo>
                    <a:pt x="329" y="396"/>
                    <a:pt x="331" y="396"/>
                    <a:pt x="333" y="397"/>
                  </a:cubicBezTo>
                  <a:cubicBezTo>
                    <a:pt x="335" y="398"/>
                    <a:pt x="335" y="398"/>
                    <a:pt x="337" y="398"/>
                  </a:cubicBezTo>
                  <a:cubicBezTo>
                    <a:pt x="338" y="399"/>
                    <a:pt x="341" y="398"/>
                    <a:pt x="342" y="397"/>
                  </a:cubicBezTo>
                  <a:cubicBezTo>
                    <a:pt x="343" y="396"/>
                    <a:pt x="345" y="395"/>
                    <a:pt x="345" y="395"/>
                  </a:cubicBezTo>
                  <a:cubicBezTo>
                    <a:pt x="346" y="394"/>
                    <a:pt x="345" y="396"/>
                    <a:pt x="345" y="397"/>
                  </a:cubicBezTo>
                  <a:cubicBezTo>
                    <a:pt x="345" y="399"/>
                    <a:pt x="344" y="400"/>
                    <a:pt x="343" y="401"/>
                  </a:cubicBezTo>
                  <a:cubicBezTo>
                    <a:pt x="341" y="402"/>
                    <a:pt x="341" y="402"/>
                    <a:pt x="340" y="402"/>
                  </a:cubicBezTo>
                  <a:cubicBezTo>
                    <a:pt x="338" y="403"/>
                    <a:pt x="339" y="404"/>
                    <a:pt x="338" y="405"/>
                  </a:cubicBezTo>
                  <a:cubicBezTo>
                    <a:pt x="336" y="406"/>
                    <a:pt x="336" y="405"/>
                    <a:pt x="334" y="404"/>
                  </a:cubicBezTo>
                  <a:cubicBezTo>
                    <a:pt x="331" y="403"/>
                    <a:pt x="332" y="405"/>
                    <a:pt x="330" y="406"/>
                  </a:cubicBezTo>
                  <a:cubicBezTo>
                    <a:pt x="328" y="407"/>
                    <a:pt x="328" y="409"/>
                    <a:pt x="328" y="411"/>
                  </a:cubicBezTo>
                  <a:cubicBezTo>
                    <a:pt x="329" y="413"/>
                    <a:pt x="331" y="413"/>
                    <a:pt x="332" y="413"/>
                  </a:cubicBezTo>
                  <a:cubicBezTo>
                    <a:pt x="333" y="414"/>
                    <a:pt x="336" y="413"/>
                    <a:pt x="338" y="412"/>
                  </a:cubicBezTo>
                  <a:cubicBezTo>
                    <a:pt x="339" y="410"/>
                    <a:pt x="340" y="411"/>
                    <a:pt x="342" y="410"/>
                  </a:cubicBezTo>
                  <a:cubicBezTo>
                    <a:pt x="343" y="409"/>
                    <a:pt x="345" y="409"/>
                    <a:pt x="347" y="408"/>
                  </a:cubicBezTo>
                  <a:cubicBezTo>
                    <a:pt x="349" y="408"/>
                    <a:pt x="351" y="407"/>
                    <a:pt x="352" y="406"/>
                  </a:cubicBezTo>
                  <a:cubicBezTo>
                    <a:pt x="353" y="404"/>
                    <a:pt x="354" y="403"/>
                    <a:pt x="355" y="402"/>
                  </a:cubicBezTo>
                  <a:cubicBezTo>
                    <a:pt x="355" y="402"/>
                    <a:pt x="356" y="401"/>
                    <a:pt x="356" y="401"/>
                  </a:cubicBezTo>
                  <a:cubicBezTo>
                    <a:pt x="357" y="401"/>
                    <a:pt x="358" y="401"/>
                    <a:pt x="359" y="400"/>
                  </a:cubicBezTo>
                  <a:cubicBezTo>
                    <a:pt x="360" y="400"/>
                    <a:pt x="361" y="400"/>
                    <a:pt x="361" y="400"/>
                  </a:cubicBezTo>
                  <a:cubicBezTo>
                    <a:pt x="362" y="400"/>
                    <a:pt x="362" y="401"/>
                    <a:pt x="362" y="401"/>
                  </a:cubicBezTo>
                  <a:cubicBezTo>
                    <a:pt x="363" y="401"/>
                    <a:pt x="364" y="401"/>
                    <a:pt x="364" y="400"/>
                  </a:cubicBezTo>
                  <a:cubicBezTo>
                    <a:pt x="364" y="400"/>
                    <a:pt x="364" y="399"/>
                    <a:pt x="364" y="398"/>
                  </a:cubicBezTo>
                  <a:cubicBezTo>
                    <a:pt x="365" y="397"/>
                    <a:pt x="366" y="398"/>
                    <a:pt x="366" y="397"/>
                  </a:cubicBezTo>
                  <a:cubicBezTo>
                    <a:pt x="367" y="396"/>
                    <a:pt x="367" y="396"/>
                    <a:pt x="368" y="395"/>
                  </a:cubicBezTo>
                  <a:cubicBezTo>
                    <a:pt x="368" y="395"/>
                    <a:pt x="369" y="395"/>
                    <a:pt x="370" y="395"/>
                  </a:cubicBezTo>
                  <a:cubicBezTo>
                    <a:pt x="371" y="394"/>
                    <a:pt x="370" y="393"/>
                    <a:pt x="370" y="392"/>
                  </a:cubicBezTo>
                  <a:cubicBezTo>
                    <a:pt x="370" y="391"/>
                    <a:pt x="372" y="391"/>
                    <a:pt x="373" y="391"/>
                  </a:cubicBezTo>
                  <a:cubicBezTo>
                    <a:pt x="375" y="391"/>
                    <a:pt x="374" y="392"/>
                    <a:pt x="375" y="393"/>
                  </a:cubicBezTo>
                  <a:cubicBezTo>
                    <a:pt x="376" y="393"/>
                    <a:pt x="376" y="392"/>
                    <a:pt x="377" y="392"/>
                  </a:cubicBezTo>
                  <a:cubicBezTo>
                    <a:pt x="378" y="391"/>
                    <a:pt x="377" y="390"/>
                    <a:pt x="378" y="389"/>
                  </a:cubicBezTo>
                  <a:cubicBezTo>
                    <a:pt x="378" y="388"/>
                    <a:pt x="378" y="387"/>
                    <a:pt x="380" y="386"/>
                  </a:cubicBezTo>
                  <a:cubicBezTo>
                    <a:pt x="381" y="386"/>
                    <a:pt x="382" y="389"/>
                    <a:pt x="383" y="390"/>
                  </a:cubicBezTo>
                  <a:cubicBezTo>
                    <a:pt x="385" y="390"/>
                    <a:pt x="385" y="388"/>
                    <a:pt x="386" y="386"/>
                  </a:cubicBezTo>
                  <a:cubicBezTo>
                    <a:pt x="387" y="385"/>
                    <a:pt x="388" y="386"/>
                    <a:pt x="390" y="388"/>
                  </a:cubicBezTo>
                  <a:cubicBezTo>
                    <a:pt x="391" y="390"/>
                    <a:pt x="394" y="390"/>
                    <a:pt x="395" y="390"/>
                  </a:cubicBezTo>
                  <a:cubicBezTo>
                    <a:pt x="397" y="390"/>
                    <a:pt x="398" y="389"/>
                    <a:pt x="399" y="389"/>
                  </a:cubicBezTo>
                  <a:cubicBezTo>
                    <a:pt x="400" y="388"/>
                    <a:pt x="400" y="387"/>
                    <a:pt x="401" y="386"/>
                  </a:cubicBezTo>
                  <a:cubicBezTo>
                    <a:pt x="401" y="384"/>
                    <a:pt x="402" y="384"/>
                    <a:pt x="403" y="383"/>
                  </a:cubicBezTo>
                  <a:cubicBezTo>
                    <a:pt x="404" y="383"/>
                    <a:pt x="404" y="382"/>
                    <a:pt x="403" y="381"/>
                  </a:cubicBezTo>
                  <a:cubicBezTo>
                    <a:pt x="402" y="381"/>
                    <a:pt x="401" y="380"/>
                    <a:pt x="402" y="378"/>
                  </a:cubicBezTo>
                  <a:cubicBezTo>
                    <a:pt x="402" y="377"/>
                    <a:pt x="404" y="377"/>
                    <a:pt x="405" y="377"/>
                  </a:cubicBezTo>
                  <a:cubicBezTo>
                    <a:pt x="407" y="376"/>
                    <a:pt x="407" y="375"/>
                    <a:pt x="408" y="374"/>
                  </a:cubicBezTo>
                  <a:cubicBezTo>
                    <a:pt x="409" y="373"/>
                    <a:pt x="409" y="372"/>
                    <a:pt x="408" y="371"/>
                  </a:cubicBezTo>
                  <a:cubicBezTo>
                    <a:pt x="407" y="370"/>
                    <a:pt x="406" y="371"/>
                    <a:pt x="405" y="373"/>
                  </a:cubicBezTo>
                  <a:cubicBezTo>
                    <a:pt x="404" y="374"/>
                    <a:pt x="404" y="374"/>
                    <a:pt x="402" y="374"/>
                  </a:cubicBezTo>
                  <a:cubicBezTo>
                    <a:pt x="400" y="374"/>
                    <a:pt x="399" y="375"/>
                    <a:pt x="397" y="375"/>
                  </a:cubicBezTo>
                  <a:cubicBezTo>
                    <a:pt x="396" y="375"/>
                    <a:pt x="397" y="373"/>
                    <a:pt x="397" y="372"/>
                  </a:cubicBezTo>
                  <a:cubicBezTo>
                    <a:pt x="398" y="371"/>
                    <a:pt x="399" y="370"/>
                    <a:pt x="399" y="370"/>
                  </a:cubicBezTo>
                  <a:cubicBezTo>
                    <a:pt x="399" y="369"/>
                    <a:pt x="399" y="368"/>
                    <a:pt x="398" y="367"/>
                  </a:cubicBezTo>
                  <a:cubicBezTo>
                    <a:pt x="397" y="366"/>
                    <a:pt x="397" y="367"/>
                    <a:pt x="396" y="367"/>
                  </a:cubicBezTo>
                  <a:cubicBezTo>
                    <a:pt x="395" y="367"/>
                    <a:pt x="396" y="366"/>
                    <a:pt x="395" y="365"/>
                  </a:cubicBezTo>
                  <a:cubicBezTo>
                    <a:pt x="395" y="364"/>
                    <a:pt x="395" y="364"/>
                    <a:pt x="394" y="364"/>
                  </a:cubicBezTo>
                  <a:cubicBezTo>
                    <a:pt x="394" y="363"/>
                    <a:pt x="395" y="362"/>
                    <a:pt x="397" y="362"/>
                  </a:cubicBezTo>
                  <a:cubicBezTo>
                    <a:pt x="398" y="361"/>
                    <a:pt x="400" y="361"/>
                    <a:pt x="401" y="361"/>
                  </a:cubicBezTo>
                  <a:cubicBezTo>
                    <a:pt x="402" y="360"/>
                    <a:pt x="401" y="359"/>
                    <a:pt x="401" y="358"/>
                  </a:cubicBezTo>
                  <a:cubicBezTo>
                    <a:pt x="401" y="358"/>
                    <a:pt x="400" y="356"/>
                    <a:pt x="401" y="355"/>
                  </a:cubicBezTo>
                  <a:cubicBezTo>
                    <a:pt x="401" y="353"/>
                    <a:pt x="403" y="353"/>
                    <a:pt x="404" y="353"/>
                  </a:cubicBezTo>
                  <a:cubicBezTo>
                    <a:pt x="405" y="353"/>
                    <a:pt x="408" y="353"/>
                    <a:pt x="409" y="352"/>
                  </a:cubicBezTo>
                  <a:cubicBezTo>
                    <a:pt x="410" y="351"/>
                    <a:pt x="410" y="351"/>
                    <a:pt x="411" y="349"/>
                  </a:cubicBezTo>
                  <a:cubicBezTo>
                    <a:pt x="413" y="347"/>
                    <a:pt x="414" y="349"/>
                    <a:pt x="414" y="350"/>
                  </a:cubicBezTo>
                  <a:cubicBezTo>
                    <a:pt x="414" y="351"/>
                    <a:pt x="413" y="352"/>
                    <a:pt x="412" y="353"/>
                  </a:cubicBezTo>
                  <a:cubicBezTo>
                    <a:pt x="411" y="355"/>
                    <a:pt x="411" y="355"/>
                    <a:pt x="410" y="356"/>
                  </a:cubicBezTo>
                  <a:cubicBezTo>
                    <a:pt x="409" y="356"/>
                    <a:pt x="409" y="357"/>
                    <a:pt x="408" y="358"/>
                  </a:cubicBezTo>
                  <a:cubicBezTo>
                    <a:pt x="408" y="359"/>
                    <a:pt x="409" y="360"/>
                    <a:pt x="410" y="360"/>
                  </a:cubicBezTo>
                  <a:cubicBezTo>
                    <a:pt x="410" y="360"/>
                    <a:pt x="412" y="360"/>
                    <a:pt x="413" y="360"/>
                  </a:cubicBezTo>
                  <a:cubicBezTo>
                    <a:pt x="413" y="359"/>
                    <a:pt x="415" y="358"/>
                    <a:pt x="415" y="357"/>
                  </a:cubicBezTo>
                  <a:cubicBezTo>
                    <a:pt x="415" y="355"/>
                    <a:pt x="416" y="353"/>
                    <a:pt x="417" y="352"/>
                  </a:cubicBezTo>
                  <a:cubicBezTo>
                    <a:pt x="419" y="351"/>
                    <a:pt x="418" y="355"/>
                    <a:pt x="419" y="355"/>
                  </a:cubicBezTo>
                  <a:cubicBezTo>
                    <a:pt x="419" y="356"/>
                    <a:pt x="423" y="357"/>
                    <a:pt x="425" y="356"/>
                  </a:cubicBezTo>
                  <a:cubicBezTo>
                    <a:pt x="427" y="356"/>
                    <a:pt x="429" y="357"/>
                    <a:pt x="431" y="356"/>
                  </a:cubicBezTo>
                  <a:cubicBezTo>
                    <a:pt x="433" y="355"/>
                    <a:pt x="434" y="354"/>
                    <a:pt x="436" y="353"/>
                  </a:cubicBezTo>
                  <a:cubicBezTo>
                    <a:pt x="438" y="352"/>
                    <a:pt x="441" y="352"/>
                    <a:pt x="442" y="352"/>
                  </a:cubicBezTo>
                  <a:cubicBezTo>
                    <a:pt x="443" y="353"/>
                    <a:pt x="442" y="353"/>
                    <a:pt x="440" y="354"/>
                  </a:cubicBezTo>
                  <a:cubicBezTo>
                    <a:pt x="439" y="356"/>
                    <a:pt x="438" y="356"/>
                    <a:pt x="438" y="357"/>
                  </a:cubicBezTo>
                  <a:cubicBezTo>
                    <a:pt x="438" y="358"/>
                    <a:pt x="437" y="359"/>
                    <a:pt x="438" y="360"/>
                  </a:cubicBezTo>
                  <a:cubicBezTo>
                    <a:pt x="440" y="360"/>
                    <a:pt x="440" y="360"/>
                    <a:pt x="442" y="360"/>
                  </a:cubicBezTo>
                  <a:cubicBezTo>
                    <a:pt x="443" y="361"/>
                    <a:pt x="441" y="362"/>
                    <a:pt x="441" y="362"/>
                  </a:cubicBezTo>
                  <a:cubicBezTo>
                    <a:pt x="440" y="362"/>
                    <a:pt x="440" y="363"/>
                    <a:pt x="443" y="364"/>
                  </a:cubicBezTo>
                  <a:cubicBezTo>
                    <a:pt x="446" y="364"/>
                    <a:pt x="445" y="363"/>
                    <a:pt x="447" y="363"/>
                  </a:cubicBezTo>
                  <a:cubicBezTo>
                    <a:pt x="448" y="363"/>
                    <a:pt x="448" y="364"/>
                    <a:pt x="447" y="365"/>
                  </a:cubicBezTo>
                  <a:cubicBezTo>
                    <a:pt x="446" y="366"/>
                    <a:pt x="446" y="367"/>
                    <a:pt x="446" y="368"/>
                  </a:cubicBezTo>
                  <a:cubicBezTo>
                    <a:pt x="446" y="369"/>
                    <a:pt x="450" y="368"/>
                    <a:pt x="453" y="367"/>
                  </a:cubicBezTo>
                  <a:cubicBezTo>
                    <a:pt x="455" y="367"/>
                    <a:pt x="456" y="367"/>
                    <a:pt x="456" y="368"/>
                  </a:cubicBezTo>
                  <a:cubicBezTo>
                    <a:pt x="456" y="369"/>
                    <a:pt x="453" y="371"/>
                    <a:pt x="452" y="372"/>
                  </a:cubicBezTo>
                  <a:cubicBezTo>
                    <a:pt x="452" y="373"/>
                    <a:pt x="452" y="375"/>
                    <a:pt x="452" y="375"/>
                  </a:cubicBezTo>
                  <a:cubicBezTo>
                    <a:pt x="453" y="375"/>
                    <a:pt x="457" y="374"/>
                    <a:pt x="460" y="375"/>
                  </a:cubicBezTo>
                  <a:cubicBezTo>
                    <a:pt x="462" y="375"/>
                    <a:pt x="465" y="375"/>
                    <a:pt x="467" y="374"/>
                  </a:cubicBezTo>
                  <a:cubicBezTo>
                    <a:pt x="468" y="374"/>
                    <a:pt x="471" y="371"/>
                    <a:pt x="472" y="370"/>
                  </a:cubicBezTo>
                  <a:cubicBezTo>
                    <a:pt x="473" y="369"/>
                    <a:pt x="476" y="366"/>
                    <a:pt x="478" y="366"/>
                  </a:cubicBezTo>
                  <a:cubicBezTo>
                    <a:pt x="480" y="366"/>
                    <a:pt x="478" y="368"/>
                    <a:pt x="476" y="369"/>
                  </a:cubicBezTo>
                  <a:cubicBezTo>
                    <a:pt x="475" y="370"/>
                    <a:pt x="475" y="371"/>
                    <a:pt x="474" y="372"/>
                  </a:cubicBezTo>
                  <a:cubicBezTo>
                    <a:pt x="473" y="373"/>
                    <a:pt x="472" y="375"/>
                    <a:pt x="472" y="376"/>
                  </a:cubicBezTo>
                  <a:cubicBezTo>
                    <a:pt x="472" y="378"/>
                    <a:pt x="473" y="379"/>
                    <a:pt x="475" y="380"/>
                  </a:cubicBezTo>
                  <a:cubicBezTo>
                    <a:pt x="477" y="381"/>
                    <a:pt x="479" y="384"/>
                    <a:pt x="481" y="384"/>
                  </a:cubicBezTo>
                  <a:cubicBezTo>
                    <a:pt x="483" y="385"/>
                    <a:pt x="487" y="385"/>
                    <a:pt x="488" y="386"/>
                  </a:cubicBezTo>
                  <a:cubicBezTo>
                    <a:pt x="490" y="388"/>
                    <a:pt x="492" y="388"/>
                    <a:pt x="496" y="388"/>
                  </a:cubicBezTo>
                  <a:cubicBezTo>
                    <a:pt x="501" y="388"/>
                    <a:pt x="504" y="387"/>
                    <a:pt x="506" y="387"/>
                  </a:cubicBezTo>
                  <a:cubicBezTo>
                    <a:pt x="507" y="387"/>
                    <a:pt x="514" y="387"/>
                    <a:pt x="519" y="386"/>
                  </a:cubicBezTo>
                  <a:cubicBezTo>
                    <a:pt x="523" y="386"/>
                    <a:pt x="525" y="386"/>
                    <a:pt x="531" y="388"/>
                  </a:cubicBezTo>
                  <a:cubicBezTo>
                    <a:pt x="536" y="390"/>
                    <a:pt x="540" y="390"/>
                    <a:pt x="541" y="389"/>
                  </a:cubicBezTo>
                  <a:cubicBezTo>
                    <a:pt x="543" y="387"/>
                    <a:pt x="541" y="385"/>
                    <a:pt x="543" y="385"/>
                  </a:cubicBezTo>
                  <a:cubicBezTo>
                    <a:pt x="545" y="384"/>
                    <a:pt x="545" y="385"/>
                    <a:pt x="546" y="386"/>
                  </a:cubicBezTo>
                  <a:cubicBezTo>
                    <a:pt x="547" y="387"/>
                    <a:pt x="546" y="389"/>
                    <a:pt x="546" y="391"/>
                  </a:cubicBezTo>
                  <a:cubicBezTo>
                    <a:pt x="545" y="393"/>
                    <a:pt x="547" y="392"/>
                    <a:pt x="550" y="393"/>
                  </a:cubicBezTo>
                  <a:cubicBezTo>
                    <a:pt x="553" y="393"/>
                    <a:pt x="554" y="394"/>
                    <a:pt x="557" y="394"/>
                  </a:cubicBezTo>
                  <a:cubicBezTo>
                    <a:pt x="559" y="395"/>
                    <a:pt x="561" y="396"/>
                    <a:pt x="563" y="396"/>
                  </a:cubicBezTo>
                  <a:cubicBezTo>
                    <a:pt x="566" y="396"/>
                    <a:pt x="568" y="396"/>
                    <a:pt x="573" y="395"/>
                  </a:cubicBezTo>
                  <a:cubicBezTo>
                    <a:pt x="577" y="393"/>
                    <a:pt x="576" y="393"/>
                    <a:pt x="578" y="392"/>
                  </a:cubicBezTo>
                  <a:cubicBezTo>
                    <a:pt x="580" y="391"/>
                    <a:pt x="580" y="391"/>
                    <a:pt x="581" y="390"/>
                  </a:cubicBezTo>
                  <a:cubicBezTo>
                    <a:pt x="582" y="388"/>
                    <a:pt x="584" y="388"/>
                    <a:pt x="585" y="387"/>
                  </a:cubicBezTo>
                  <a:cubicBezTo>
                    <a:pt x="586" y="387"/>
                    <a:pt x="586" y="388"/>
                    <a:pt x="588" y="389"/>
                  </a:cubicBezTo>
                  <a:cubicBezTo>
                    <a:pt x="590" y="389"/>
                    <a:pt x="592" y="389"/>
                    <a:pt x="593" y="390"/>
                  </a:cubicBezTo>
                  <a:cubicBezTo>
                    <a:pt x="594" y="391"/>
                    <a:pt x="595" y="392"/>
                    <a:pt x="596" y="393"/>
                  </a:cubicBezTo>
                  <a:cubicBezTo>
                    <a:pt x="596" y="395"/>
                    <a:pt x="595" y="394"/>
                    <a:pt x="594" y="395"/>
                  </a:cubicBezTo>
                  <a:cubicBezTo>
                    <a:pt x="592" y="395"/>
                    <a:pt x="591" y="395"/>
                    <a:pt x="591" y="395"/>
                  </a:cubicBezTo>
                  <a:cubicBezTo>
                    <a:pt x="590" y="395"/>
                    <a:pt x="589" y="396"/>
                    <a:pt x="588" y="397"/>
                  </a:cubicBezTo>
                  <a:cubicBezTo>
                    <a:pt x="588" y="398"/>
                    <a:pt x="588" y="400"/>
                    <a:pt x="588" y="401"/>
                  </a:cubicBezTo>
                  <a:cubicBezTo>
                    <a:pt x="587" y="402"/>
                    <a:pt x="586" y="398"/>
                    <a:pt x="587" y="396"/>
                  </a:cubicBezTo>
                  <a:cubicBezTo>
                    <a:pt x="587" y="394"/>
                    <a:pt x="587" y="393"/>
                    <a:pt x="587" y="392"/>
                  </a:cubicBezTo>
                  <a:cubicBezTo>
                    <a:pt x="587" y="391"/>
                    <a:pt x="585" y="391"/>
                    <a:pt x="583" y="392"/>
                  </a:cubicBezTo>
                  <a:cubicBezTo>
                    <a:pt x="582" y="392"/>
                    <a:pt x="583" y="393"/>
                    <a:pt x="583" y="394"/>
                  </a:cubicBezTo>
                  <a:cubicBezTo>
                    <a:pt x="584" y="396"/>
                    <a:pt x="584" y="397"/>
                    <a:pt x="584" y="399"/>
                  </a:cubicBezTo>
                  <a:cubicBezTo>
                    <a:pt x="584" y="401"/>
                    <a:pt x="581" y="401"/>
                    <a:pt x="580" y="402"/>
                  </a:cubicBezTo>
                  <a:cubicBezTo>
                    <a:pt x="580" y="403"/>
                    <a:pt x="581" y="402"/>
                    <a:pt x="583" y="404"/>
                  </a:cubicBezTo>
                  <a:cubicBezTo>
                    <a:pt x="585" y="405"/>
                    <a:pt x="588" y="406"/>
                    <a:pt x="591" y="408"/>
                  </a:cubicBezTo>
                  <a:cubicBezTo>
                    <a:pt x="594" y="410"/>
                    <a:pt x="594" y="410"/>
                    <a:pt x="597" y="412"/>
                  </a:cubicBezTo>
                  <a:cubicBezTo>
                    <a:pt x="599" y="413"/>
                    <a:pt x="601" y="414"/>
                    <a:pt x="603" y="414"/>
                  </a:cubicBezTo>
                  <a:cubicBezTo>
                    <a:pt x="604" y="414"/>
                    <a:pt x="605" y="413"/>
                    <a:pt x="606" y="413"/>
                  </a:cubicBezTo>
                  <a:cubicBezTo>
                    <a:pt x="606" y="414"/>
                    <a:pt x="604" y="414"/>
                    <a:pt x="604" y="416"/>
                  </a:cubicBezTo>
                  <a:cubicBezTo>
                    <a:pt x="604" y="417"/>
                    <a:pt x="610" y="420"/>
                    <a:pt x="614" y="422"/>
                  </a:cubicBezTo>
                  <a:cubicBezTo>
                    <a:pt x="619" y="425"/>
                    <a:pt x="624" y="430"/>
                    <a:pt x="626" y="431"/>
                  </a:cubicBezTo>
                  <a:cubicBezTo>
                    <a:pt x="628" y="433"/>
                    <a:pt x="638" y="439"/>
                    <a:pt x="640" y="440"/>
                  </a:cubicBezTo>
                  <a:cubicBezTo>
                    <a:pt x="641" y="441"/>
                    <a:pt x="643" y="440"/>
                    <a:pt x="644" y="439"/>
                  </a:cubicBezTo>
                  <a:cubicBezTo>
                    <a:pt x="645" y="439"/>
                    <a:pt x="646" y="438"/>
                    <a:pt x="646" y="437"/>
                  </a:cubicBezTo>
                  <a:cubicBezTo>
                    <a:pt x="647" y="436"/>
                    <a:pt x="648" y="437"/>
                    <a:pt x="649" y="437"/>
                  </a:cubicBezTo>
                  <a:cubicBezTo>
                    <a:pt x="650" y="437"/>
                    <a:pt x="653" y="437"/>
                    <a:pt x="654" y="436"/>
                  </a:cubicBezTo>
                  <a:cubicBezTo>
                    <a:pt x="654" y="436"/>
                    <a:pt x="654" y="433"/>
                    <a:pt x="653" y="432"/>
                  </a:cubicBezTo>
                  <a:cubicBezTo>
                    <a:pt x="652" y="431"/>
                    <a:pt x="651" y="431"/>
                    <a:pt x="650" y="431"/>
                  </a:cubicBezTo>
                  <a:cubicBezTo>
                    <a:pt x="649" y="432"/>
                    <a:pt x="647" y="431"/>
                    <a:pt x="646" y="430"/>
                  </a:cubicBezTo>
                  <a:cubicBezTo>
                    <a:pt x="646" y="429"/>
                    <a:pt x="648" y="429"/>
                    <a:pt x="647" y="428"/>
                  </a:cubicBezTo>
                  <a:cubicBezTo>
                    <a:pt x="647" y="427"/>
                    <a:pt x="645" y="427"/>
                    <a:pt x="644" y="425"/>
                  </a:cubicBezTo>
                  <a:cubicBezTo>
                    <a:pt x="643" y="424"/>
                    <a:pt x="643" y="424"/>
                    <a:pt x="641" y="423"/>
                  </a:cubicBezTo>
                  <a:cubicBezTo>
                    <a:pt x="640" y="423"/>
                    <a:pt x="638" y="423"/>
                    <a:pt x="636" y="424"/>
                  </a:cubicBezTo>
                  <a:cubicBezTo>
                    <a:pt x="635" y="425"/>
                    <a:pt x="634" y="425"/>
                    <a:pt x="633" y="424"/>
                  </a:cubicBezTo>
                  <a:cubicBezTo>
                    <a:pt x="632" y="424"/>
                    <a:pt x="633" y="423"/>
                    <a:pt x="634" y="422"/>
                  </a:cubicBezTo>
                  <a:cubicBezTo>
                    <a:pt x="635" y="422"/>
                    <a:pt x="636" y="421"/>
                    <a:pt x="637" y="420"/>
                  </a:cubicBezTo>
                  <a:cubicBezTo>
                    <a:pt x="638" y="419"/>
                    <a:pt x="639" y="419"/>
                    <a:pt x="641" y="418"/>
                  </a:cubicBezTo>
                  <a:cubicBezTo>
                    <a:pt x="643" y="418"/>
                    <a:pt x="643" y="418"/>
                    <a:pt x="645" y="419"/>
                  </a:cubicBezTo>
                  <a:cubicBezTo>
                    <a:pt x="647" y="420"/>
                    <a:pt x="647" y="422"/>
                    <a:pt x="648" y="423"/>
                  </a:cubicBezTo>
                  <a:cubicBezTo>
                    <a:pt x="649" y="424"/>
                    <a:pt x="652" y="424"/>
                    <a:pt x="652" y="423"/>
                  </a:cubicBezTo>
                  <a:cubicBezTo>
                    <a:pt x="652" y="422"/>
                    <a:pt x="652" y="421"/>
                    <a:pt x="653" y="419"/>
                  </a:cubicBezTo>
                  <a:cubicBezTo>
                    <a:pt x="653" y="416"/>
                    <a:pt x="654" y="417"/>
                    <a:pt x="654" y="417"/>
                  </a:cubicBezTo>
                  <a:cubicBezTo>
                    <a:pt x="654" y="417"/>
                    <a:pt x="657" y="421"/>
                    <a:pt x="657" y="421"/>
                  </a:cubicBezTo>
                  <a:cubicBezTo>
                    <a:pt x="658" y="421"/>
                    <a:pt x="659" y="421"/>
                    <a:pt x="660" y="421"/>
                  </a:cubicBezTo>
                  <a:cubicBezTo>
                    <a:pt x="661" y="422"/>
                    <a:pt x="660" y="422"/>
                    <a:pt x="660" y="423"/>
                  </a:cubicBezTo>
                  <a:cubicBezTo>
                    <a:pt x="659" y="423"/>
                    <a:pt x="658" y="424"/>
                    <a:pt x="657" y="424"/>
                  </a:cubicBezTo>
                  <a:cubicBezTo>
                    <a:pt x="657" y="424"/>
                    <a:pt x="656" y="427"/>
                    <a:pt x="656" y="427"/>
                  </a:cubicBezTo>
                  <a:cubicBezTo>
                    <a:pt x="656" y="427"/>
                    <a:pt x="659" y="429"/>
                    <a:pt x="659" y="430"/>
                  </a:cubicBezTo>
                  <a:cubicBezTo>
                    <a:pt x="659" y="430"/>
                    <a:pt x="659" y="431"/>
                    <a:pt x="659" y="433"/>
                  </a:cubicBezTo>
                  <a:cubicBezTo>
                    <a:pt x="659" y="434"/>
                    <a:pt x="659" y="436"/>
                    <a:pt x="659" y="436"/>
                  </a:cubicBezTo>
                  <a:cubicBezTo>
                    <a:pt x="659" y="436"/>
                    <a:pt x="661" y="436"/>
                    <a:pt x="663" y="435"/>
                  </a:cubicBezTo>
                  <a:cubicBezTo>
                    <a:pt x="666" y="435"/>
                    <a:pt x="665" y="435"/>
                    <a:pt x="667" y="435"/>
                  </a:cubicBezTo>
                  <a:cubicBezTo>
                    <a:pt x="668" y="435"/>
                    <a:pt x="668" y="437"/>
                    <a:pt x="668" y="438"/>
                  </a:cubicBezTo>
                  <a:cubicBezTo>
                    <a:pt x="669" y="439"/>
                    <a:pt x="670" y="439"/>
                    <a:pt x="671" y="440"/>
                  </a:cubicBezTo>
                  <a:cubicBezTo>
                    <a:pt x="673" y="440"/>
                    <a:pt x="673" y="439"/>
                    <a:pt x="674" y="438"/>
                  </a:cubicBezTo>
                  <a:cubicBezTo>
                    <a:pt x="675" y="437"/>
                    <a:pt x="674" y="436"/>
                    <a:pt x="673" y="434"/>
                  </a:cubicBezTo>
                  <a:cubicBezTo>
                    <a:pt x="672" y="432"/>
                    <a:pt x="672" y="432"/>
                    <a:pt x="672" y="430"/>
                  </a:cubicBezTo>
                  <a:cubicBezTo>
                    <a:pt x="673" y="429"/>
                    <a:pt x="673" y="428"/>
                    <a:pt x="673" y="427"/>
                  </a:cubicBezTo>
                  <a:cubicBezTo>
                    <a:pt x="673" y="425"/>
                    <a:pt x="672" y="425"/>
                    <a:pt x="670" y="424"/>
                  </a:cubicBezTo>
                  <a:cubicBezTo>
                    <a:pt x="669" y="423"/>
                    <a:pt x="669" y="423"/>
                    <a:pt x="668" y="421"/>
                  </a:cubicBezTo>
                  <a:cubicBezTo>
                    <a:pt x="667" y="419"/>
                    <a:pt x="668" y="419"/>
                    <a:pt x="668" y="417"/>
                  </a:cubicBezTo>
                  <a:cubicBezTo>
                    <a:pt x="668" y="414"/>
                    <a:pt x="667" y="416"/>
                    <a:pt x="665" y="414"/>
                  </a:cubicBezTo>
                  <a:cubicBezTo>
                    <a:pt x="664" y="412"/>
                    <a:pt x="665" y="412"/>
                    <a:pt x="666" y="410"/>
                  </a:cubicBezTo>
                  <a:cubicBezTo>
                    <a:pt x="667" y="409"/>
                    <a:pt x="667" y="409"/>
                    <a:pt x="668" y="408"/>
                  </a:cubicBezTo>
                  <a:cubicBezTo>
                    <a:pt x="668" y="406"/>
                    <a:pt x="668" y="406"/>
                    <a:pt x="670" y="406"/>
                  </a:cubicBezTo>
                  <a:cubicBezTo>
                    <a:pt x="671" y="407"/>
                    <a:pt x="670" y="408"/>
                    <a:pt x="670" y="410"/>
                  </a:cubicBezTo>
                  <a:cubicBezTo>
                    <a:pt x="669" y="412"/>
                    <a:pt x="670" y="413"/>
                    <a:pt x="670" y="414"/>
                  </a:cubicBezTo>
                  <a:cubicBezTo>
                    <a:pt x="671" y="415"/>
                    <a:pt x="672" y="417"/>
                    <a:pt x="672" y="419"/>
                  </a:cubicBezTo>
                  <a:cubicBezTo>
                    <a:pt x="673" y="421"/>
                    <a:pt x="674" y="422"/>
                    <a:pt x="675" y="423"/>
                  </a:cubicBezTo>
                  <a:cubicBezTo>
                    <a:pt x="676" y="424"/>
                    <a:pt x="677" y="425"/>
                    <a:pt x="678" y="425"/>
                  </a:cubicBezTo>
                  <a:cubicBezTo>
                    <a:pt x="679" y="426"/>
                    <a:pt x="680" y="428"/>
                    <a:pt x="680" y="429"/>
                  </a:cubicBezTo>
                  <a:cubicBezTo>
                    <a:pt x="679" y="431"/>
                    <a:pt x="680" y="432"/>
                    <a:pt x="680" y="434"/>
                  </a:cubicBezTo>
                  <a:cubicBezTo>
                    <a:pt x="680" y="436"/>
                    <a:pt x="684" y="437"/>
                    <a:pt x="685" y="438"/>
                  </a:cubicBezTo>
                  <a:cubicBezTo>
                    <a:pt x="686" y="439"/>
                    <a:pt x="690" y="440"/>
                    <a:pt x="691" y="440"/>
                  </a:cubicBezTo>
                  <a:cubicBezTo>
                    <a:pt x="692" y="441"/>
                    <a:pt x="693" y="440"/>
                    <a:pt x="694" y="438"/>
                  </a:cubicBezTo>
                  <a:cubicBezTo>
                    <a:pt x="696" y="437"/>
                    <a:pt x="696" y="436"/>
                    <a:pt x="697" y="434"/>
                  </a:cubicBezTo>
                  <a:cubicBezTo>
                    <a:pt x="697" y="432"/>
                    <a:pt x="699" y="434"/>
                    <a:pt x="700" y="434"/>
                  </a:cubicBezTo>
                  <a:cubicBezTo>
                    <a:pt x="700" y="435"/>
                    <a:pt x="699" y="436"/>
                    <a:pt x="698" y="436"/>
                  </a:cubicBezTo>
                  <a:cubicBezTo>
                    <a:pt x="698" y="437"/>
                    <a:pt x="698" y="438"/>
                    <a:pt x="697" y="439"/>
                  </a:cubicBezTo>
                  <a:cubicBezTo>
                    <a:pt x="697" y="440"/>
                    <a:pt x="696" y="441"/>
                    <a:pt x="696" y="443"/>
                  </a:cubicBezTo>
                  <a:cubicBezTo>
                    <a:pt x="696" y="444"/>
                    <a:pt x="696" y="445"/>
                    <a:pt x="697" y="446"/>
                  </a:cubicBezTo>
                  <a:cubicBezTo>
                    <a:pt x="697" y="447"/>
                    <a:pt x="698" y="447"/>
                    <a:pt x="700" y="446"/>
                  </a:cubicBezTo>
                  <a:cubicBezTo>
                    <a:pt x="702" y="446"/>
                    <a:pt x="702" y="444"/>
                    <a:pt x="703" y="444"/>
                  </a:cubicBezTo>
                  <a:cubicBezTo>
                    <a:pt x="705" y="444"/>
                    <a:pt x="704" y="445"/>
                    <a:pt x="704" y="446"/>
                  </a:cubicBezTo>
                  <a:cubicBezTo>
                    <a:pt x="705" y="447"/>
                    <a:pt x="704" y="447"/>
                    <a:pt x="704" y="448"/>
                  </a:cubicBezTo>
                  <a:cubicBezTo>
                    <a:pt x="704" y="450"/>
                    <a:pt x="704" y="450"/>
                    <a:pt x="705" y="450"/>
                  </a:cubicBezTo>
                  <a:cubicBezTo>
                    <a:pt x="706" y="451"/>
                    <a:pt x="708" y="450"/>
                    <a:pt x="710" y="450"/>
                  </a:cubicBezTo>
                  <a:cubicBezTo>
                    <a:pt x="712" y="450"/>
                    <a:pt x="713" y="451"/>
                    <a:pt x="713" y="451"/>
                  </a:cubicBezTo>
                  <a:cubicBezTo>
                    <a:pt x="714" y="452"/>
                    <a:pt x="713" y="453"/>
                    <a:pt x="711" y="453"/>
                  </a:cubicBezTo>
                  <a:cubicBezTo>
                    <a:pt x="710" y="453"/>
                    <a:pt x="708" y="452"/>
                    <a:pt x="708" y="453"/>
                  </a:cubicBezTo>
                  <a:cubicBezTo>
                    <a:pt x="707" y="453"/>
                    <a:pt x="706" y="455"/>
                    <a:pt x="707" y="457"/>
                  </a:cubicBezTo>
                  <a:cubicBezTo>
                    <a:pt x="708" y="459"/>
                    <a:pt x="711" y="459"/>
                    <a:pt x="711" y="461"/>
                  </a:cubicBezTo>
                  <a:cubicBezTo>
                    <a:pt x="712" y="462"/>
                    <a:pt x="711" y="462"/>
                    <a:pt x="710" y="463"/>
                  </a:cubicBezTo>
                  <a:cubicBezTo>
                    <a:pt x="709" y="464"/>
                    <a:pt x="710" y="465"/>
                    <a:pt x="710" y="466"/>
                  </a:cubicBezTo>
                  <a:cubicBezTo>
                    <a:pt x="710" y="467"/>
                    <a:pt x="711" y="467"/>
                    <a:pt x="713" y="467"/>
                  </a:cubicBezTo>
                  <a:cubicBezTo>
                    <a:pt x="715" y="468"/>
                    <a:pt x="718" y="466"/>
                    <a:pt x="717" y="468"/>
                  </a:cubicBezTo>
                  <a:cubicBezTo>
                    <a:pt x="717" y="470"/>
                    <a:pt x="716" y="469"/>
                    <a:pt x="713" y="470"/>
                  </a:cubicBezTo>
                  <a:cubicBezTo>
                    <a:pt x="710" y="471"/>
                    <a:pt x="711" y="470"/>
                    <a:pt x="710" y="471"/>
                  </a:cubicBezTo>
                  <a:cubicBezTo>
                    <a:pt x="708" y="471"/>
                    <a:pt x="707" y="473"/>
                    <a:pt x="709" y="473"/>
                  </a:cubicBezTo>
                  <a:cubicBezTo>
                    <a:pt x="711" y="474"/>
                    <a:pt x="712" y="473"/>
                    <a:pt x="713" y="474"/>
                  </a:cubicBezTo>
                  <a:cubicBezTo>
                    <a:pt x="714" y="474"/>
                    <a:pt x="715" y="474"/>
                    <a:pt x="717" y="475"/>
                  </a:cubicBezTo>
                  <a:cubicBezTo>
                    <a:pt x="719" y="475"/>
                    <a:pt x="720" y="475"/>
                    <a:pt x="722" y="476"/>
                  </a:cubicBezTo>
                  <a:cubicBezTo>
                    <a:pt x="723" y="477"/>
                    <a:pt x="723" y="477"/>
                    <a:pt x="722" y="479"/>
                  </a:cubicBezTo>
                  <a:cubicBezTo>
                    <a:pt x="721" y="480"/>
                    <a:pt x="722" y="481"/>
                    <a:pt x="722" y="482"/>
                  </a:cubicBezTo>
                  <a:cubicBezTo>
                    <a:pt x="723" y="484"/>
                    <a:pt x="725" y="483"/>
                    <a:pt x="727" y="483"/>
                  </a:cubicBezTo>
                  <a:cubicBezTo>
                    <a:pt x="729" y="483"/>
                    <a:pt x="730" y="483"/>
                    <a:pt x="731" y="483"/>
                  </a:cubicBezTo>
                  <a:cubicBezTo>
                    <a:pt x="732" y="484"/>
                    <a:pt x="731" y="485"/>
                    <a:pt x="730" y="486"/>
                  </a:cubicBezTo>
                  <a:cubicBezTo>
                    <a:pt x="729" y="487"/>
                    <a:pt x="729" y="488"/>
                    <a:pt x="729" y="490"/>
                  </a:cubicBezTo>
                  <a:cubicBezTo>
                    <a:pt x="730" y="491"/>
                    <a:pt x="732" y="492"/>
                    <a:pt x="734" y="494"/>
                  </a:cubicBezTo>
                  <a:cubicBezTo>
                    <a:pt x="737" y="495"/>
                    <a:pt x="739" y="498"/>
                    <a:pt x="740" y="499"/>
                  </a:cubicBezTo>
                  <a:cubicBezTo>
                    <a:pt x="742" y="500"/>
                    <a:pt x="743" y="501"/>
                    <a:pt x="743" y="502"/>
                  </a:cubicBezTo>
                  <a:cubicBezTo>
                    <a:pt x="743" y="504"/>
                    <a:pt x="741" y="503"/>
                    <a:pt x="740" y="505"/>
                  </a:cubicBezTo>
                  <a:cubicBezTo>
                    <a:pt x="739" y="507"/>
                    <a:pt x="740" y="508"/>
                    <a:pt x="740" y="509"/>
                  </a:cubicBezTo>
                  <a:cubicBezTo>
                    <a:pt x="740" y="510"/>
                    <a:pt x="741" y="510"/>
                    <a:pt x="744" y="509"/>
                  </a:cubicBezTo>
                  <a:cubicBezTo>
                    <a:pt x="746" y="508"/>
                    <a:pt x="746" y="508"/>
                    <a:pt x="749" y="508"/>
                  </a:cubicBezTo>
                  <a:cubicBezTo>
                    <a:pt x="752" y="507"/>
                    <a:pt x="751" y="507"/>
                    <a:pt x="753" y="506"/>
                  </a:cubicBezTo>
                  <a:cubicBezTo>
                    <a:pt x="755" y="504"/>
                    <a:pt x="758" y="504"/>
                    <a:pt x="758" y="504"/>
                  </a:cubicBezTo>
                  <a:cubicBezTo>
                    <a:pt x="759" y="504"/>
                    <a:pt x="759" y="506"/>
                    <a:pt x="759" y="507"/>
                  </a:cubicBezTo>
                  <a:cubicBezTo>
                    <a:pt x="758" y="508"/>
                    <a:pt x="756" y="509"/>
                    <a:pt x="757" y="510"/>
                  </a:cubicBezTo>
                  <a:cubicBezTo>
                    <a:pt x="757" y="511"/>
                    <a:pt x="759" y="512"/>
                    <a:pt x="760" y="512"/>
                  </a:cubicBezTo>
                  <a:cubicBezTo>
                    <a:pt x="761" y="513"/>
                    <a:pt x="763" y="517"/>
                    <a:pt x="763" y="517"/>
                  </a:cubicBezTo>
                  <a:cubicBezTo>
                    <a:pt x="763" y="517"/>
                    <a:pt x="763" y="519"/>
                    <a:pt x="763" y="519"/>
                  </a:cubicBezTo>
                  <a:cubicBezTo>
                    <a:pt x="763" y="520"/>
                    <a:pt x="762" y="521"/>
                    <a:pt x="762" y="522"/>
                  </a:cubicBezTo>
                  <a:cubicBezTo>
                    <a:pt x="762" y="523"/>
                    <a:pt x="762" y="524"/>
                    <a:pt x="762" y="525"/>
                  </a:cubicBezTo>
                  <a:cubicBezTo>
                    <a:pt x="762" y="525"/>
                    <a:pt x="762" y="526"/>
                    <a:pt x="763" y="527"/>
                  </a:cubicBezTo>
                  <a:cubicBezTo>
                    <a:pt x="763" y="528"/>
                    <a:pt x="763" y="527"/>
                    <a:pt x="764" y="527"/>
                  </a:cubicBezTo>
                  <a:cubicBezTo>
                    <a:pt x="764" y="527"/>
                    <a:pt x="765" y="527"/>
                    <a:pt x="765" y="527"/>
                  </a:cubicBezTo>
                  <a:cubicBezTo>
                    <a:pt x="766" y="527"/>
                    <a:pt x="767" y="527"/>
                    <a:pt x="767" y="527"/>
                  </a:cubicBezTo>
                  <a:cubicBezTo>
                    <a:pt x="767" y="527"/>
                    <a:pt x="767" y="528"/>
                    <a:pt x="767" y="528"/>
                  </a:cubicBezTo>
                  <a:cubicBezTo>
                    <a:pt x="766" y="529"/>
                    <a:pt x="765" y="529"/>
                    <a:pt x="765" y="529"/>
                  </a:cubicBezTo>
                  <a:cubicBezTo>
                    <a:pt x="764" y="529"/>
                    <a:pt x="763" y="529"/>
                    <a:pt x="762" y="529"/>
                  </a:cubicBezTo>
                  <a:cubicBezTo>
                    <a:pt x="762" y="529"/>
                    <a:pt x="761" y="529"/>
                    <a:pt x="761" y="530"/>
                  </a:cubicBezTo>
                  <a:cubicBezTo>
                    <a:pt x="760" y="530"/>
                    <a:pt x="760" y="531"/>
                    <a:pt x="760" y="532"/>
                  </a:cubicBezTo>
                  <a:cubicBezTo>
                    <a:pt x="760" y="532"/>
                    <a:pt x="762" y="533"/>
                    <a:pt x="763" y="533"/>
                  </a:cubicBezTo>
                  <a:cubicBezTo>
                    <a:pt x="763" y="533"/>
                    <a:pt x="764" y="533"/>
                    <a:pt x="765" y="534"/>
                  </a:cubicBezTo>
                  <a:cubicBezTo>
                    <a:pt x="766" y="534"/>
                    <a:pt x="765" y="534"/>
                    <a:pt x="765" y="535"/>
                  </a:cubicBezTo>
                  <a:cubicBezTo>
                    <a:pt x="765" y="535"/>
                    <a:pt x="762" y="536"/>
                    <a:pt x="761" y="536"/>
                  </a:cubicBezTo>
                  <a:cubicBezTo>
                    <a:pt x="761" y="537"/>
                    <a:pt x="759" y="538"/>
                    <a:pt x="759" y="540"/>
                  </a:cubicBezTo>
                  <a:cubicBezTo>
                    <a:pt x="759" y="541"/>
                    <a:pt x="760" y="542"/>
                    <a:pt x="761" y="543"/>
                  </a:cubicBezTo>
                  <a:cubicBezTo>
                    <a:pt x="761" y="544"/>
                    <a:pt x="764" y="545"/>
                    <a:pt x="765" y="544"/>
                  </a:cubicBezTo>
                  <a:cubicBezTo>
                    <a:pt x="765" y="544"/>
                    <a:pt x="765" y="544"/>
                    <a:pt x="766" y="544"/>
                  </a:cubicBezTo>
                  <a:close/>
                  <a:moveTo>
                    <a:pt x="73" y="537"/>
                  </a:moveTo>
                  <a:cubicBezTo>
                    <a:pt x="77" y="537"/>
                    <a:pt x="78" y="536"/>
                    <a:pt x="81" y="536"/>
                  </a:cubicBezTo>
                  <a:cubicBezTo>
                    <a:pt x="83" y="536"/>
                    <a:pt x="86" y="534"/>
                    <a:pt x="88" y="536"/>
                  </a:cubicBezTo>
                  <a:cubicBezTo>
                    <a:pt x="90" y="539"/>
                    <a:pt x="90" y="540"/>
                    <a:pt x="91" y="542"/>
                  </a:cubicBezTo>
                  <a:cubicBezTo>
                    <a:pt x="92" y="544"/>
                    <a:pt x="95" y="544"/>
                    <a:pt x="90" y="545"/>
                  </a:cubicBezTo>
                  <a:cubicBezTo>
                    <a:pt x="86" y="547"/>
                    <a:pt x="82" y="547"/>
                    <a:pt x="80" y="547"/>
                  </a:cubicBezTo>
                  <a:cubicBezTo>
                    <a:pt x="77" y="547"/>
                    <a:pt x="73" y="547"/>
                    <a:pt x="72" y="549"/>
                  </a:cubicBezTo>
                  <a:cubicBezTo>
                    <a:pt x="71" y="551"/>
                    <a:pt x="68" y="553"/>
                    <a:pt x="66" y="553"/>
                  </a:cubicBezTo>
                  <a:cubicBezTo>
                    <a:pt x="63" y="552"/>
                    <a:pt x="62" y="551"/>
                    <a:pt x="62" y="549"/>
                  </a:cubicBezTo>
                  <a:cubicBezTo>
                    <a:pt x="62" y="547"/>
                    <a:pt x="62" y="545"/>
                    <a:pt x="64" y="544"/>
                  </a:cubicBezTo>
                  <a:cubicBezTo>
                    <a:pt x="66" y="543"/>
                    <a:pt x="69" y="538"/>
                    <a:pt x="73" y="537"/>
                  </a:cubicBezTo>
                  <a:close/>
                  <a:moveTo>
                    <a:pt x="46" y="557"/>
                  </a:moveTo>
                  <a:cubicBezTo>
                    <a:pt x="46" y="559"/>
                    <a:pt x="44" y="563"/>
                    <a:pt x="47" y="562"/>
                  </a:cubicBezTo>
                  <a:cubicBezTo>
                    <a:pt x="50" y="561"/>
                    <a:pt x="52" y="561"/>
                    <a:pt x="52" y="559"/>
                  </a:cubicBezTo>
                  <a:cubicBezTo>
                    <a:pt x="52" y="558"/>
                    <a:pt x="47" y="554"/>
                    <a:pt x="46" y="557"/>
                  </a:cubicBezTo>
                  <a:close/>
                  <a:moveTo>
                    <a:pt x="37" y="559"/>
                  </a:moveTo>
                  <a:cubicBezTo>
                    <a:pt x="35" y="560"/>
                    <a:pt x="36" y="561"/>
                    <a:pt x="37" y="562"/>
                  </a:cubicBezTo>
                  <a:cubicBezTo>
                    <a:pt x="38" y="563"/>
                    <a:pt x="39" y="564"/>
                    <a:pt x="40" y="563"/>
                  </a:cubicBezTo>
                  <a:cubicBezTo>
                    <a:pt x="41" y="562"/>
                    <a:pt x="41" y="561"/>
                    <a:pt x="41" y="560"/>
                  </a:cubicBezTo>
                  <a:cubicBezTo>
                    <a:pt x="41" y="559"/>
                    <a:pt x="38" y="556"/>
                    <a:pt x="37" y="559"/>
                  </a:cubicBezTo>
                  <a:close/>
                  <a:moveTo>
                    <a:pt x="17" y="565"/>
                  </a:moveTo>
                  <a:cubicBezTo>
                    <a:pt x="21" y="564"/>
                    <a:pt x="22" y="563"/>
                    <a:pt x="23" y="565"/>
                  </a:cubicBezTo>
                  <a:cubicBezTo>
                    <a:pt x="24" y="566"/>
                    <a:pt x="23" y="567"/>
                    <a:pt x="24" y="568"/>
                  </a:cubicBezTo>
                  <a:cubicBezTo>
                    <a:pt x="25" y="568"/>
                    <a:pt x="27" y="565"/>
                    <a:pt x="28" y="565"/>
                  </a:cubicBezTo>
                  <a:cubicBezTo>
                    <a:pt x="30" y="565"/>
                    <a:pt x="32" y="566"/>
                    <a:pt x="31" y="567"/>
                  </a:cubicBezTo>
                  <a:cubicBezTo>
                    <a:pt x="31" y="569"/>
                    <a:pt x="28" y="568"/>
                    <a:pt x="28" y="570"/>
                  </a:cubicBezTo>
                  <a:cubicBezTo>
                    <a:pt x="27" y="571"/>
                    <a:pt x="29" y="571"/>
                    <a:pt x="29" y="572"/>
                  </a:cubicBezTo>
                  <a:cubicBezTo>
                    <a:pt x="30" y="574"/>
                    <a:pt x="28" y="575"/>
                    <a:pt x="26" y="576"/>
                  </a:cubicBezTo>
                  <a:cubicBezTo>
                    <a:pt x="24" y="577"/>
                    <a:pt x="24" y="578"/>
                    <a:pt x="22" y="579"/>
                  </a:cubicBezTo>
                  <a:cubicBezTo>
                    <a:pt x="20" y="580"/>
                    <a:pt x="16" y="577"/>
                    <a:pt x="16" y="576"/>
                  </a:cubicBezTo>
                  <a:cubicBezTo>
                    <a:pt x="16" y="575"/>
                    <a:pt x="19" y="573"/>
                    <a:pt x="20" y="573"/>
                  </a:cubicBezTo>
                  <a:cubicBezTo>
                    <a:pt x="21" y="574"/>
                    <a:pt x="23" y="573"/>
                    <a:pt x="22" y="572"/>
                  </a:cubicBezTo>
                  <a:cubicBezTo>
                    <a:pt x="21" y="571"/>
                    <a:pt x="17" y="571"/>
                    <a:pt x="16" y="570"/>
                  </a:cubicBezTo>
                  <a:cubicBezTo>
                    <a:pt x="15" y="568"/>
                    <a:pt x="15" y="566"/>
                    <a:pt x="17" y="565"/>
                  </a:cubicBezTo>
                  <a:close/>
                  <a:moveTo>
                    <a:pt x="105" y="551"/>
                  </a:moveTo>
                  <a:cubicBezTo>
                    <a:pt x="104" y="551"/>
                    <a:pt x="104" y="553"/>
                    <a:pt x="105" y="554"/>
                  </a:cubicBezTo>
                  <a:cubicBezTo>
                    <a:pt x="106" y="554"/>
                    <a:pt x="108" y="556"/>
                    <a:pt x="109" y="555"/>
                  </a:cubicBezTo>
                  <a:cubicBezTo>
                    <a:pt x="110" y="553"/>
                    <a:pt x="108" y="552"/>
                    <a:pt x="108" y="551"/>
                  </a:cubicBezTo>
                  <a:cubicBezTo>
                    <a:pt x="107" y="550"/>
                    <a:pt x="106" y="549"/>
                    <a:pt x="105" y="551"/>
                  </a:cubicBezTo>
                  <a:close/>
                  <a:moveTo>
                    <a:pt x="145" y="526"/>
                  </a:moveTo>
                  <a:cubicBezTo>
                    <a:pt x="143" y="529"/>
                    <a:pt x="144" y="531"/>
                    <a:pt x="145" y="532"/>
                  </a:cubicBezTo>
                  <a:cubicBezTo>
                    <a:pt x="145" y="533"/>
                    <a:pt x="147" y="533"/>
                    <a:pt x="149" y="532"/>
                  </a:cubicBezTo>
                  <a:cubicBezTo>
                    <a:pt x="151" y="531"/>
                    <a:pt x="152" y="531"/>
                    <a:pt x="150" y="529"/>
                  </a:cubicBezTo>
                  <a:cubicBezTo>
                    <a:pt x="149" y="527"/>
                    <a:pt x="145" y="525"/>
                    <a:pt x="145" y="526"/>
                  </a:cubicBezTo>
                  <a:close/>
                  <a:moveTo>
                    <a:pt x="161" y="531"/>
                  </a:moveTo>
                  <a:cubicBezTo>
                    <a:pt x="158" y="534"/>
                    <a:pt x="155" y="535"/>
                    <a:pt x="156" y="538"/>
                  </a:cubicBezTo>
                  <a:cubicBezTo>
                    <a:pt x="157" y="541"/>
                    <a:pt x="159" y="540"/>
                    <a:pt x="160" y="537"/>
                  </a:cubicBezTo>
                  <a:cubicBezTo>
                    <a:pt x="162" y="534"/>
                    <a:pt x="163" y="533"/>
                    <a:pt x="164" y="531"/>
                  </a:cubicBezTo>
                  <a:cubicBezTo>
                    <a:pt x="164" y="530"/>
                    <a:pt x="162" y="530"/>
                    <a:pt x="161" y="531"/>
                  </a:cubicBezTo>
                  <a:close/>
                  <a:moveTo>
                    <a:pt x="170" y="531"/>
                  </a:moveTo>
                  <a:cubicBezTo>
                    <a:pt x="169" y="533"/>
                    <a:pt x="167" y="535"/>
                    <a:pt x="169" y="535"/>
                  </a:cubicBezTo>
                  <a:cubicBezTo>
                    <a:pt x="171" y="535"/>
                    <a:pt x="174" y="535"/>
                    <a:pt x="174" y="534"/>
                  </a:cubicBezTo>
                  <a:cubicBezTo>
                    <a:pt x="174" y="532"/>
                    <a:pt x="171" y="530"/>
                    <a:pt x="170" y="531"/>
                  </a:cubicBezTo>
                  <a:close/>
                  <a:moveTo>
                    <a:pt x="194" y="500"/>
                  </a:moveTo>
                  <a:cubicBezTo>
                    <a:pt x="194" y="501"/>
                    <a:pt x="193" y="503"/>
                    <a:pt x="193" y="504"/>
                  </a:cubicBezTo>
                  <a:cubicBezTo>
                    <a:pt x="194" y="505"/>
                    <a:pt x="196" y="507"/>
                    <a:pt x="196" y="504"/>
                  </a:cubicBezTo>
                  <a:cubicBezTo>
                    <a:pt x="197" y="502"/>
                    <a:pt x="196" y="498"/>
                    <a:pt x="194" y="500"/>
                  </a:cubicBezTo>
                  <a:close/>
                  <a:moveTo>
                    <a:pt x="274" y="462"/>
                  </a:moveTo>
                  <a:cubicBezTo>
                    <a:pt x="278" y="459"/>
                    <a:pt x="279" y="459"/>
                    <a:pt x="282" y="459"/>
                  </a:cubicBezTo>
                  <a:cubicBezTo>
                    <a:pt x="284" y="459"/>
                    <a:pt x="281" y="460"/>
                    <a:pt x="282" y="461"/>
                  </a:cubicBezTo>
                  <a:cubicBezTo>
                    <a:pt x="282" y="463"/>
                    <a:pt x="284" y="463"/>
                    <a:pt x="285" y="462"/>
                  </a:cubicBezTo>
                  <a:cubicBezTo>
                    <a:pt x="286" y="462"/>
                    <a:pt x="288" y="463"/>
                    <a:pt x="290" y="463"/>
                  </a:cubicBezTo>
                  <a:cubicBezTo>
                    <a:pt x="292" y="463"/>
                    <a:pt x="292" y="462"/>
                    <a:pt x="293" y="461"/>
                  </a:cubicBezTo>
                  <a:cubicBezTo>
                    <a:pt x="293" y="460"/>
                    <a:pt x="292" y="460"/>
                    <a:pt x="291" y="459"/>
                  </a:cubicBezTo>
                  <a:cubicBezTo>
                    <a:pt x="290" y="459"/>
                    <a:pt x="289" y="459"/>
                    <a:pt x="287" y="458"/>
                  </a:cubicBezTo>
                  <a:cubicBezTo>
                    <a:pt x="285" y="457"/>
                    <a:pt x="285" y="456"/>
                    <a:pt x="286" y="455"/>
                  </a:cubicBezTo>
                  <a:cubicBezTo>
                    <a:pt x="287" y="453"/>
                    <a:pt x="289" y="453"/>
                    <a:pt x="291" y="453"/>
                  </a:cubicBezTo>
                  <a:cubicBezTo>
                    <a:pt x="293" y="453"/>
                    <a:pt x="294" y="455"/>
                    <a:pt x="295" y="457"/>
                  </a:cubicBezTo>
                  <a:cubicBezTo>
                    <a:pt x="296" y="458"/>
                    <a:pt x="297" y="457"/>
                    <a:pt x="298" y="456"/>
                  </a:cubicBezTo>
                  <a:cubicBezTo>
                    <a:pt x="299" y="454"/>
                    <a:pt x="300" y="455"/>
                    <a:pt x="302" y="455"/>
                  </a:cubicBezTo>
                  <a:cubicBezTo>
                    <a:pt x="304" y="455"/>
                    <a:pt x="303" y="454"/>
                    <a:pt x="304" y="453"/>
                  </a:cubicBezTo>
                  <a:cubicBezTo>
                    <a:pt x="304" y="451"/>
                    <a:pt x="304" y="451"/>
                    <a:pt x="306" y="451"/>
                  </a:cubicBezTo>
                  <a:cubicBezTo>
                    <a:pt x="307" y="451"/>
                    <a:pt x="308" y="453"/>
                    <a:pt x="309" y="454"/>
                  </a:cubicBezTo>
                  <a:cubicBezTo>
                    <a:pt x="310" y="455"/>
                    <a:pt x="311" y="454"/>
                    <a:pt x="312" y="453"/>
                  </a:cubicBezTo>
                  <a:cubicBezTo>
                    <a:pt x="312" y="451"/>
                    <a:pt x="315" y="452"/>
                    <a:pt x="316" y="452"/>
                  </a:cubicBezTo>
                  <a:cubicBezTo>
                    <a:pt x="317" y="452"/>
                    <a:pt x="318" y="454"/>
                    <a:pt x="317" y="455"/>
                  </a:cubicBezTo>
                  <a:cubicBezTo>
                    <a:pt x="315" y="456"/>
                    <a:pt x="317" y="458"/>
                    <a:pt x="319" y="459"/>
                  </a:cubicBezTo>
                  <a:cubicBezTo>
                    <a:pt x="320" y="459"/>
                    <a:pt x="321" y="459"/>
                    <a:pt x="322" y="461"/>
                  </a:cubicBezTo>
                  <a:cubicBezTo>
                    <a:pt x="323" y="463"/>
                    <a:pt x="321" y="463"/>
                    <a:pt x="319" y="464"/>
                  </a:cubicBezTo>
                  <a:cubicBezTo>
                    <a:pt x="318" y="465"/>
                    <a:pt x="316" y="465"/>
                    <a:pt x="313" y="464"/>
                  </a:cubicBezTo>
                  <a:cubicBezTo>
                    <a:pt x="310" y="463"/>
                    <a:pt x="311" y="462"/>
                    <a:pt x="309" y="462"/>
                  </a:cubicBezTo>
                  <a:cubicBezTo>
                    <a:pt x="306" y="462"/>
                    <a:pt x="308" y="464"/>
                    <a:pt x="310" y="465"/>
                  </a:cubicBezTo>
                  <a:cubicBezTo>
                    <a:pt x="311" y="466"/>
                    <a:pt x="312" y="466"/>
                    <a:pt x="313" y="468"/>
                  </a:cubicBezTo>
                  <a:cubicBezTo>
                    <a:pt x="313" y="469"/>
                    <a:pt x="310" y="469"/>
                    <a:pt x="308" y="468"/>
                  </a:cubicBezTo>
                  <a:cubicBezTo>
                    <a:pt x="306" y="468"/>
                    <a:pt x="303" y="471"/>
                    <a:pt x="303" y="473"/>
                  </a:cubicBezTo>
                  <a:cubicBezTo>
                    <a:pt x="302" y="474"/>
                    <a:pt x="299" y="473"/>
                    <a:pt x="297" y="473"/>
                  </a:cubicBezTo>
                  <a:cubicBezTo>
                    <a:pt x="296" y="473"/>
                    <a:pt x="296" y="474"/>
                    <a:pt x="293" y="476"/>
                  </a:cubicBezTo>
                  <a:cubicBezTo>
                    <a:pt x="291" y="477"/>
                    <a:pt x="292" y="474"/>
                    <a:pt x="290" y="475"/>
                  </a:cubicBezTo>
                  <a:cubicBezTo>
                    <a:pt x="288" y="476"/>
                    <a:pt x="287" y="476"/>
                    <a:pt x="286" y="474"/>
                  </a:cubicBezTo>
                  <a:cubicBezTo>
                    <a:pt x="285" y="473"/>
                    <a:pt x="284" y="474"/>
                    <a:pt x="281" y="474"/>
                  </a:cubicBezTo>
                  <a:cubicBezTo>
                    <a:pt x="278" y="474"/>
                    <a:pt x="276" y="474"/>
                    <a:pt x="275" y="473"/>
                  </a:cubicBezTo>
                  <a:cubicBezTo>
                    <a:pt x="274" y="471"/>
                    <a:pt x="274" y="470"/>
                    <a:pt x="271" y="470"/>
                  </a:cubicBezTo>
                  <a:cubicBezTo>
                    <a:pt x="268" y="470"/>
                    <a:pt x="269" y="468"/>
                    <a:pt x="270" y="466"/>
                  </a:cubicBezTo>
                  <a:cubicBezTo>
                    <a:pt x="271" y="463"/>
                    <a:pt x="272" y="464"/>
                    <a:pt x="274" y="462"/>
                  </a:cubicBezTo>
                  <a:close/>
                  <a:moveTo>
                    <a:pt x="306" y="440"/>
                  </a:moveTo>
                  <a:cubicBezTo>
                    <a:pt x="304" y="442"/>
                    <a:pt x="306" y="443"/>
                    <a:pt x="306" y="444"/>
                  </a:cubicBezTo>
                  <a:cubicBezTo>
                    <a:pt x="306" y="445"/>
                    <a:pt x="305" y="446"/>
                    <a:pt x="306" y="447"/>
                  </a:cubicBezTo>
                  <a:cubicBezTo>
                    <a:pt x="307" y="448"/>
                    <a:pt x="309" y="450"/>
                    <a:pt x="310" y="448"/>
                  </a:cubicBezTo>
                  <a:cubicBezTo>
                    <a:pt x="311" y="446"/>
                    <a:pt x="312" y="445"/>
                    <a:pt x="313" y="444"/>
                  </a:cubicBezTo>
                  <a:cubicBezTo>
                    <a:pt x="314" y="443"/>
                    <a:pt x="315" y="442"/>
                    <a:pt x="317" y="443"/>
                  </a:cubicBezTo>
                  <a:cubicBezTo>
                    <a:pt x="319" y="444"/>
                    <a:pt x="320" y="444"/>
                    <a:pt x="321" y="443"/>
                  </a:cubicBezTo>
                  <a:cubicBezTo>
                    <a:pt x="322" y="442"/>
                    <a:pt x="325" y="442"/>
                    <a:pt x="325" y="441"/>
                  </a:cubicBezTo>
                  <a:cubicBezTo>
                    <a:pt x="325" y="440"/>
                    <a:pt x="325" y="438"/>
                    <a:pt x="323" y="438"/>
                  </a:cubicBezTo>
                  <a:cubicBezTo>
                    <a:pt x="321" y="437"/>
                    <a:pt x="319" y="438"/>
                    <a:pt x="318" y="438"/>
                  </a:cubicBezTo>
                  <a:cubicBezTo>
                    <a:pt x="317" y="438"/>
                    <a:pt x="317" y="435"/>
                    <a:pt x="314" y="435"/>
                  </a:cubicBezTo>
                  <a:cubicBezTo>
                    <a:pt x="312" y="435"/>
                    <a:pt x="309" y="435"/>
                    <a:pt x="310" y="437"/>
                  </a:cubicBezTo>
                  <a:cubicBezTo>
                    <a:pt x="310" y="439"/>
                    <a:pt x="311" y="441"/>
                    <a:pt x="310" y="441"/>
                  </a:cubicBezTo>
                  <a:cubicBezTo>
                    <a:pt x="309" y="441"/>
                    <a:pt x="307" y="438"/>
                    <a:pt x="306" y="440"/>
                  </a:cubicBezTo>
                  <a:close/>
                  <a:moveTo>
                    <a:pt x="287" y="479"/>
                  </a:moveTo>
                  <a:cubicBezTo>
                    <a:pt x="285" y="480"/>
                    <a:pt x="285" y="481"/>
                    <a:pt x="284" y="483"/>
                  </a:cubicBezTo>
                  <a:cubicBezTo>
                    <a:pt x="284" y="484"/>
                    <a:pt x="282" y="485"/>
                    <a:pt x="282" y="486"/>
                  </a:cubicBezTo>
                  <a:cubicBezTo>
                    <a:pt x="283" y="487"/>
                    <a:pt x="285" y="487"/>
                    <a:pt x="286" y="486"/>
                  </a:cubicBezTo>
                  <a:cubicBezTo>
                    <a:pt x="287" y="485"/>
                    <a:pt x="289" y="483"/>
                    <a:pt x="290" y="483"/>
                  </a:cubicBezTo>
                  <a:cubicBezTo>
                    <a:pt x="292" y="482"/>
                    <a:pt x="294" y="481"/>
                    <a:pt x="293" y="480"/>
                  </a:cubicBezTo>
                  <a:cubicBezTo>
                    <a:pt x="293" y="479"/>
                    <a:pt x="288" y="478"/>
                    <a:pt x="287" y="479"/>
                  </a:cubicBezTo>
                  <a:close/>
                  <a:moveTo>
                    <a:pt x="274" y="476"/>
                  </a:moveTo>
                  <a:cubicBezTo>
                    <a:pt x="274" y="477"/>
                    <a:pt x="274" y="478"/>
                    <a:pt x="275" y="479"/>
                  </a:cubicBezTo>
                  <a:cubicBezTo>
                    <a:pt x="276" y="480"/>
                    <a:pt x="276" y="482"/>
                    <a:pt x="277" y="482"/>
                  </a:cubicBezTo>
                  <a:cubicBezTo>
                    <a:pt x="279" y="481"/>
                    <a:pt x="280" y="481"/>
                    <a:pt x="279" y="480"/>
                  </a:cubicBezTo>
                  <a:cubicBezTo>
                    <a:pt x="279" y="478"/>
                    <a:pt x="278" y="478"/>
                    <a:pt x="278" y="477"/>
                  </a:cubicBezTo>
                  <a:cubicBezTo>
                    <a:pt x="277" y="477"/>
                    <a:pt x="274" y="475"/>
                    <a:pt x="274" y="476"/>
                  </a:cubicBezTo>
                  <a:close/>
                  <a:moveTo>
                    <a:pt x="421" y="381"/>
                  </a:moveTo>
                  <a:cubicBezTo>
                    <a:pt x="420" y="383"/>
                    <a:pt x="421" y="382"/>
                    <a:pt x="418" y="385"/>
                  </a:cubicBezTo>
                  <a:cubicBezTo>
                    <a:pt x="415" y="389"/>
                    <a:pt x="412" y="391"/>
                    <a:pt x="412" y="392"/>
                  </a:cubicBezTo>
                  <a:cubicBezTo>
                    <a:pt x="412" y="393"/>
                    <a:pt x="412" y="393"/>
                    <a:pt x="415" y="392"/>
                  </a:cubicBezTo>
                  <a:cubicBezTo>
                    <a:pt x="417" y="390"/>
                    <a:pt x="419" y="389"/>
                    <a:pt x="423" y="386"/>
                  </a:cubicBezTo>
                  <a:cubicBezTo>
                    <a:pt x="426" y="383"/>
                    <a:pt x="429" y="382"/>
                    <a:pt x="430" y="380"/>
                  </a:cubicBezTo>
                  <a:cubicBezTo>
                    <a:pt x="430" y="379"/>
                    <a:pt x="429" y="378"/>
                    <a:pt x="427" y="378"/>
                  </a:cubicBezTo>
                  <a:cubicBezTo>
                    <a:pt x="425" y="378"/>
                    <a:pt x="424" y="377"/>
                    <a:pt x="421" y="381"/>
                  </a:cubicBezTo>
                  <a:close/>
                  <a:moveTo>
                    <a:pt x="667" y="445"/>
                  </a:moveTo>
                  <a:cubicBezTo>
                    <a:pt x="667" y="447"/>
                    <a:pt x="665" y="447"/>
                    <a:pt x="666" y="449"/>
                  </a:cubicBezTo>
                  <a:cubicBezTo>
                    <a:pt x="667" y="451"/>
                    <a:pt x="669" y="452"/>
                    <a:pt x="671" y="453"/>
                  </a:cubicBezTo>
                  <a:cubicBezTo>
                    <a:pt x="673" y="454"/>
                    <a:pt x="675" y="455"/>
                    <a:pt x="675" y="453"/>
                  </a:cubicBezTo>
                  <a:cubicBezTo>
                    <a:pt x="675" y="452"/>
                    <a:pt x="673" y="450"/>
                    <a:pt x="674" y="449"/>
                  </a:cubicBezTo>
                  <a:cubicBezTo>
                    <a:pt x="675" y="449"/>
                    <a:pt x="676" y="447"/>
                    <a:pt x="675" y="447"/>
                  </a:cubicBezTo>
                  <a:cubicBezTo>
                    <a:pt x="673" y="446"/>
                    <a:pt x="668" y="442"/>
                    <a:pt x="667" y="445"/>
                  </a:cubicBezTo>
                  <a:close/>
                  <a:moveTo>
                    <a:pt x="656" y="442"/>
                  </a:moveTo>
                  <a:cubicBezTo>
                    <a:pt x="655" y="443"/>
                    <a:pt x="653" y="443"/>
                    <a:pt x="652" y="444"/>
                  </a:cubicBezTo>
                  <a:cubicBezTo>
                    <a:pt x="650" y="444"/>
                    <a:pt x="649" y="445"/>
                    <a:pt x="650" y="446"/>
                  </a:cubicBezTo>
                  <a:cubicBezTo>
                    <a:pt x="652" y="448"/>
                    <a:pt x="653" y="449"/>
                    <a:pt x="654" y="450"/>
                  </a:cubicBezTo>
                  <a:cubicBezTo>
                    <a:pt x="655" y="451"/>
                    <a:pt x="656" y="452"/>
                    <a:pt x="655" y="453"/>
                  </a:cubicBezTo>
                  <a:cubicBezTo>
                    <a:pt x="654" y="453"/>
                    <a:pt x="653" y="452"/>
                    <a:pt x="651" y="451"/>
                  </a:cubicBezTo>
                  <a:cubicBezTo>
                    <a:pt x="649" y="451"/>
                    <a:pt x="648" y="450"/>
                    <a:pt x="649" y="452"/>
                  </a:cubicBezTo>
                  <a:cubicBezTo>
                    <a:pt x="650" y="455"/>
                    <a:pt x="652" y="454"/>
                    <a:pt x="653" y="456"/>
                  </a:cubicBezTo>
                  <a:cubicBezTo>
                    <a:pt x="653" y="459"/>
                    <a:pt x="652" y="461"/>
                    <a:pt x="654" y="462"/>
                  </a:cubicBezTo>
                  <a:cubicBezTo>
                    <a:pt x="657" y="463"/>
                    <a:pt x="659" y="463"/>
                    <a:pt x="661" y="463"/>
                  </a:cubicBezTo>
                  <a:cubicBezTo>
                    <a:pt x="662" y="462"/>
                    <a:pt x="663" y="461"/>
                    <a:pt x="662" y="459"/>
                  </a:cubicBezTo>
                  <a:cubicBezTo>
                    <a:pt x="661" y="458"/>
                    <a:pt x="660" y="456"/>
                    <a:pt x="662" y="457"/>
                  </a:cubicBezTo>
                  <a:cubicBezTo>
                    <a:pt x="664" y="457"/>
                    <a:pt x="666" y="458"/>
                    <a:pt x="667" y="459"/>
                  </a:cubicBezTo>
                  <a:cubicBezTo>
                    <a:pt x="669" y="461"/>
                    <a:pt x="672" y="461"/>
                    <a:pt x="673" y="461"/>
                  </a:cubicBezTo>
                  <a:cubicBezTo>
                    <a:pt x="675" y="461"/>
                    <a:pt x="677" y="462"/>
                    <a:pt x="676" y="460"/>
                  </a:cubicBezTo>
                  <a:cubicBezTo>
                    <a:pt x="676" y="459"/>
                    <a:pt x="672" y="458"/>
                    <a:pt x="670" y="457"/>
                  </a:cubicBezTo>
                  <a:cubicBezTo>
                    <a:pt x="668" y="457"/>
                    <a:pt x="666" y="455"/>
                    <a:pt x="665" y="454"/>
                  </a:cubicBezTo>
                  <a:cubicBezTo>
                    <a:pt x="663" y="453"/>
                    <a:pt x="660" y="451"/>
                    <a:pt x="659" y="450"/>
                  </a:cubicBezTo>
                  <a:cubicBezTo>
                    <a:pt x="659" y="448"/>
                    <a:pt x="658" y="447"/>
                    <a:pt x="660" y="446"/>
                  </a:cubicBezTo>
                  <a:cubicBezTo>
                    <a:pt x="663" y="445"/>
                    <a:pt x="664" y="446"/>
                    <a:pt x="663" y="444"/>
                  </a:cubicBezTo>
                  <a:cubicBezTo>
                    <a:pt x="662" y="441"/>
                    <a:pt x="659" y="441"/>
                    <a:pt x="656" y="442"/>
                  </a:cubicBezTo>
                  <a:close/>
                  <a:moveTo>
                    <a:pt x="669" y="465"/>
                  </a:moveTo>
                  <a:cubicBezTo>
                    <a:pt x="668" y="468"/>
                    <a:pt x="668" y="467"/>
                    <a:pt x="667" y="468"/>
                  </a:cubicBezTo>
                  <a:cubicBezTo>
                    <a:pt x="665" y="469"/>
                    <a:pt x="666" y="470"/>
                    <a:pt x="667" y="472"/>
                  </a:cubicBezTo>
                  <a:cubicBezTo>
                    <a:pt x="668" y="473"/>
                    <a:pt x="671" y="472"/>
                    <a:pt x="672" y="474"/>
                  </a:cubicBezTo>
                  <a:cubicBezTo>
                    <a:pt x="672" y="477"/>
                    <a:pt x="673" y="477"/>
                    <a:pt x="674" y="478"/>
                  </a:cubicBezTo>
                  <a:cubicBezTo>
                    <a:pt x="674" y="479"/>
                    <a:pt x="672" y="479"/>
                    <a:pt x="671" y="480"/>
                  </a:cubicBezTo>
                  <a:cubicBezTo>
                    <a:pt x="670" y="481"/>
                    <a:pt x="669" y="482"/>
                    <a:pt x="670" y="482"/>
                  </a:cubicBezTo>
                  <a:cubicBezTo>
                    <a:pt x="672" y="483"/>
                    <a:pt x="673" y="484"/>
                    <a:pt x="674" y="486"/>
                  </a:cubicBezTo>
                  <a:cubicBezTo>
                    <a:pt x="676" y="487"/>
                    <a:pt x="677" y="487"/>
                    <a:pt x="678" y="487"/>
                  </a:cubicBezTo>
                  <a:cubicBezTo>
                    <a:pt x="679" y="487"/>
                    <a:pt x="680" y="486"/>
                    <a:pt x="679" y="488"/>
                  </a:cubicBezTo>
                  <a:cubicBezTo>
                    <a:pt x="679" y="491"/>
                    <a:pt x="678" y="491"/>
                    <a:pt x="679" y="492"/>
                  </a:cubicBezTo>
                  <a:cubicBezTo>
                    <a:pt x="680" y="494"/>
                    <a:pt x="681" y="493"/>
                    <a:pt x="681" y="495"/>
                  </a:cubicBezTo>
                  <a:cubicBezTo>
                    <a:pt x="682" y="498"/>
                    <a:pt x="683" y="501"/>
                    <a:pt x="683" y="500"/>
                  </a:cubicBezTo>
                  <a:cubicBezTo>
                    <a:pt x="684" y="499"/>
                    <a:pt x="686" y="496"/>
                    <a:pt x="684" y="493"/>
                  </a:cubicBezTo>
                  <a:cubicBezTo>
                    <a:pt x="682" y="490"/>
                    <a:pt x="681" y="488"/>
                    <a:pt x="681" y="486"/>
                  </a:cubicBezTo>
                  <a:cubicBezTo>
                    <a:pt x="682" y="483"/>
                    <a:pt x="683" y="483"/>
                    <a:pt x="682" y="480"/>
                  </a:cubicBezTo>
                  <a:cubicBezTo>
                    <a:pt x="681" y="477"/>
                    <a:pt x="680" y="476"/>
                    <a:pt x="679" y="475"/>
                  </a:cubicBezTo>
                  <a:cubicBezTo>
                    <a:pt x="678" y="473"/>
                    <a:pt x="679" y="474"/>
                    <a:pt x="678" y="472"/>
                  </a:cubicBezTo>
                  <a:cubicBezTo>
                    <a:pt x="676" y="469"/>
                    <a:pt x="675" y="470"/>
                    <a:pt x="674" y="467"/>
                  </a:cubicBezTo>
                  <a:cubicBezTo>
                    <a:pt x="673" y="465"/>
                    <a:pt x="668" y="463"/>
                    <a:pt x="669" y="465"/>
                  </a:cubicBezTo>
                  <a:close/>
                  <a:moveTo>
                    <a:pt x="661" y="471"/>
                  </a:moveTo>
                  <a:cubicBezTo>
                    <a:pt x="660" y="473"/>
                    <a:pt x="663" y="473"/>
                    <a:pt x="661" y="475"/>
                  </a:cubicBezTo>
                  <a:cubicBezTo>
                    <a:pt x="660" y="477"/>
                    <a:pt x="659" y="480"/>
                    <a:pt x="661" y="478"/>
                  </a:cubicBezTo>
                  <a:cubicBezTo>
                    <a:pt x="664" y="477"/>
                    <a:pt x="665" y="476"/>
                    <a:pt x="665" y="475"/>
                  </a:cubicBezTo>
                  <a:cubicBezTo>
                    <a:pt x="665" y="473"/>
                    <a:pt x="664" y="472"/>
                    <a:pt x="664" y="472"/>
                  </a:cubicBezTo>
                  <a:cubicBezTo>
                    <a:pt x="664" y="472"/>
                    <a:pt x="663" y="470"/>
                    <a:pt x="661" y="471"/>
                  </a:cubicBezTo>
                  <a:close/>
                  <a:moveTo>
                    <a:pt x="686" y="445"/>
                  </a:moveTo>
                  <a:cubicBezTo>
                    <a:pt x="683" y="444"/>
                    <a:pt x="682" y="444"/>
                    <a:pt x="682" y="446"/>
                  </a:cubicBezTo>
                  <a:cubicBezTo>
                    <a:pt x="681" y="448"/>
                    <a:pt x="681" y="448"/>
                    <a:pt x="682" y="451"/>
                  </a:cubicBezTo>
                  <a:cubicBezTo>
                    <a:pt x="684" y="454"/>
                    <a:pt x="684" y="453"/>
                    <a:pt x="684" y="455"/>
                  </a:cubicBezTo>
                  <a:cubicBezTo>
                    <a:pt x="684" y="457"/>
                    <a:pt x="685" y="460"/>
                    <a:pt x="686" y="462"/>
                  </a:cubicBezTo>
                  <a:cubicBezTo>
                    <a:pt x="687" y="463"/>
                    <a:pt x="688" y="462"/>
                    <a:pt x="690" y="463"/>
                  </a:cubicBezTo>
                  <a:cubicBezTo>
                    <a:pt x="692" y="464"/>
                    <a:pt x="691" y="466"/>
                    <a:pt x="690" y="467"/>
                  </a:cubicBezTo>
                  <a:cubicBezTo>
                    <a:pt x="688" y="469"/>
                    <a:pt x="688" y="469"/>
                    <a:pt x="686" y="472"/>
                  </a:cubicBezTo>
                  <a:cubicBezTo>
                    <a:pt x="684" y="474"/>
                    <a:pt x="686" y="475"/>
                    <a:pt x="687" y="475"/>
                  </a:cubicBezTo>
                  <a:cubicBezTo>
                    <a:pt x="689" y="475"/>
                    <a:pt x="691" y="475"/>
                    <a:pt x="692" y="473"/>
                  </a:cubicBezTo>
                  <a:cubicBezTo>
                    <a:pt x="694" y="472"/>
                    <a:pt x="693" y="471"/>
                    <a:pt x="694" y="469"/>
                  </a:cubicBezTo>
                  <a:cubicBezTo>
                    <a:pt x="695" y="466"/>
                    <a:pt x="697" y="467"/>
                    <a:pt x="698" y="465"/>
                  </a:cubicBezTo>
                  <a:cubicBezTo>
                    <a:pt x="699" y="462"/>
                    <a:pt x="699" y="462"/>
                    <a:pt x="698" y="459"/>
                  </a:cubicBezTo>
                  <a:cubicBezTo>
                    <a:pt x="697" y="456"/>
                    <a:pt x="695" y="458"/>
                    <a:pt x="692" y="456"/>
                  </a:cubicBezTo>
                  <a:cubicBezTo>
                    <a:pt x="689" y="454"/>
                    <a:pt x="690" y="454"/>
                    <a:pt x="690" y="451"/>
                  </a:cubicBezTo>
                  <a:cubicBezTo>
                    <a:pt x="690" y="449"/>
                    <a:pt x="691" y="448"/>
                    <a:pt x="691" y="446"/>
                  </a:cubicBezTo>
                  <a:cubicBezTo>
                    <a:pt x="691" y="443"/>
                    <a:pt x="690" y="445"/>
                    <a:pt x="686" y="445"/>
                  </a:cubicBezTo>
                  <a:close/>
                  <a:moveTo>
                    <a:pt x="711" y="499"/>
                  </a:moveTo>
                  <a:cubicBezTo>
                    <a:pt x="707" y="499"/>
                    <a:pt x="707" y="502"/>
                    <a:pt x="710" y="503"/>
                  </a:cubicBezTo>
                  <a:cubicBezTo>
                    <a:pt x="712" y="503"/>
                    <a:pt x="710" y="503"/>
                    <a:pt x="710" y="505"/>
                  </a:cubicBezTo>
                  <a:cubicBezTo>
                    <a:pt x="709" y="506"/>
                    <a:pt x="711" y="507"/>
                    <a:pt x="714" y="509"/>
                  </a:cubicBezTo>
                  <a:cubicBezTo>
                    <a:pt x="717" y="511"/>
                    <a:pt x="714" y="511"/>
                    <a:pt x="713" y="513"/>
                  </a:cubicBezTo>
                  <a:cubicBezTo>
                    <a:pt x="713" y="514"/>
                    <a:pt x="712" y="514"/>
                    <a:pt x="711" y="515"/>
                  </a:cubicBezTo>
                  <a:cubicBezTo>
                    <a:pt x="710" y="517"/>
                    <a:pt x="712" y="517"/>
                    <a:pt x="714" y="517"/>
                  </a:cubicBezTo>
                  <a:cubicBezTo>
                    <a:pt x="715" y="517"/>
                    <a:pt x="717" y="517"/>
                    <a:pt x="719" y="519"/>
                  </a:cubicBezTo>
                  <a:cubicBezTo>
                    <a:pt x="721" y="521"/>
                    <a:pt x="718" y="520"/>
                    <a:pt x="717" y="521"/>
                  </a:cubicBezTo>
                  <a:cubicBezTo>
                    <a:pt x="716" y="523"/>
                    <a:pt x="718" y="524"/>
                    <a:pt x="719" y="525"/>
                  </a:cubicBezTo>
                  <a:cubicBezTo>
                    <a:pt x="720" y="526"/>
                    <a:pt x="721" y="528"/>
                    <a:pt x="723" y="529"/>
                  </a:cubicBezTo>
                  <a:cubicBezTo>
                    <a:pt x="725" y="530"/>
                    <a:pt x="726" y="529"/>
                    <a:pt x="727" y="530"/>
                  </a:cubicBezTo>
                  <a:cubicBezTo>
                    <a:pt x="728" y="532"/>
                    <a:pt x="727" y="533"/>
                    <a:pt x="727" y="535"/>
                  </a:cubicBezTo>
                  <a:cubicBezTo>
                    <a:pt x="727" y="538"/>
                    <a:pt x="729" y="538"/>
                    <a:pt x="731" y="539"/>
                  </a:cubicBezTo>
                  <a:cubicBezTo>
                    <a:pt x="734" y="540"/>
                    <a:pt x="732" y="541"/>
                    <a:pt x="733" y="542"/>
                  </a:cubicBezTo>
                  <a:cubicBezTo>
                    <a:pt x="734" y="544"/>
                    <a:pt x="736" y="544"/>
                    <a:pt x="738" y="543"/>
                  </a:cubicBezTo>
                  <a:cubicBezTo>
                    <a:pt x="740" y="543"/>
                    <a:pt x="739" y="542"/>
                    <a:pt x="738" y="540"/>
                  </a:cubicBezTo>
                  <a:cubicBezTo>
                    <a:pt x="738" y="539"/>
                    <a:pt x="737" y="538"/>
                    <a:pt x="736" y="538"/>
                  </a:cubicBezTo>
                  <a:cubicBezTo>
                    <a:pt x="736" y="538"/>
                    <a:pt x="735" y="537"/>
                    <a:pt x="734" y="536"/>
                  </a:cubicBezTo>
                  <a:cubicBezTo>
                    <a:pt x="732" y="534"/>
                    <a:pt x="735" y="535"/>
                    <a:pt x="736" y="534"/>
                  </a:cubicBezTo>
                  <a:cubicBezTo>
                    <a:pt x="737" y="533"/>
                    <a:pt x="738" y="533"/>
                    <a:pt x="738" y="531"/>
                  </a:cubicBezTo>
                  <a:cubicBezTo>
                    <a:pt x="738" y="530"/>
                    <a:pt x="738" y="530"/>
                    <a:pt x="737" y="529"/>
                  </a:cubicBezTo>
                  <a:cubicBezTo>
                    <a:pt x="736" y="528"/>
                    <a:pt x="735" y="528"/>
                    <a:pt x="734" y="528"/>
                  </a:cubicBezTo>
                  <a:cubicBezTo>
                    <a:pt x="733" y="527"/>
                    <a:pt x="734" y="526"/>
                    <a:pt x="733" y="525"/>
                  </a:cubicBezTo>
                  <a:cubicBezTo>
                    <a:pt x="732" y="523"/>
                    <a:pt x="730" y="524"/>
                    <a:pt x="729" y="524"/>
                  </a:cubicBezTo>
                  <a:cubicBezTo>
                    <a:pt x="728" y="524"/>
                    <a:pt x="728" y="524"/>
                    <a:pt x="727" y="523"/>
                  </a:cubicBezTo>
                  <a:cubicBezTo>
                    <a:pt x="726" y="522"/>
                    <a:pt x="725" y="521"/>
                    <a:pt x="725" y="520"/>
                  </a:cubicBezTo>
                  <a:cubicBezTo>
                    <a:pt x="725" y="519"/>
                    <a:pt x="728" y="519"/>
                    <a:pt x="730" y="518"/>
                  </a:cubicBezTo>
                  <a:cubicBezTo>
                    <a:pt x="731" y="517"/>
                    <a:pt x="731" y="516"/>
                    <a:pt x="730" y="515"/>
                  </a:cubicBezTo>
                  <a:cubicBezTo>
                    <a:pt x="729" y="514"/>
                    <a:pt x="727" y="513"/>
                    <a:pt x="726" y="511"/>
                  </a:cubicBezTo>
                  <a:cubicBezTo>
                    <a:pt x="725" y="509"/>
                    <a:pt x="724" y="509"/>
                    <a:pt x="723" y="507"/>
                  </a:cubicBezTo>
                  <a:cubicBezTo>
                    <a:pt x="722" y="506"/>
                    <a:pt x="720" y="506"/>
                    <a:pt x="717" y="505"/>
                  </a:cubicBezTo>
                  <a:cubicBezTo>
                    <a:pt x="714" y="504"/>
                    <a:pt x="714" y="503"/>
                    <a:pt x="714" y="501"/>
                  </a:cubicBezTo>
                  <a:cubicBezTo>
                    <a:pt x="714" y="499"/>
                    <a:pt x="712" y="499"/>
                    <a:pt x="711" y="499"/>
                  </a:cubicBezTo>
                  <a:close/>
                  <a:moveTo>
                    <a:pt x="710" y="529"/>
                  </a:moveTo>
                  <a:cubicBezTo>
                    <a:pt x="710" y="530"/>
                    <a:pt x="710" y="532"/>
                    <a:pt x="711" y="532"/>
                  </a:cubicBezTo>
                  <a:cubicBezTo>
                    <a:pt x="713" y="532"/>
                    <a:pt x="714" y="533"/>
                    <a:pt x="714" y="534"/>
                  </a:cubicBezTo>
                  <a:cubicBezTo>
                    <a:pt x="714" y="536"/>
                    <a:pt x="714" y="536"/>
                    <a:pt x="716" y="538"/>
                  </a:cubicBezTo>
                  <a:cubicBezTo>
                    <a:pt x="718" y="540"/>
                    <a:pt x="719" y="540"/>
                    <a:pt x="720" y="542"/>
                  </a:cubicBezTo>
                  <a:cubicBezTo>
                    <a:pt x="721" y="544"/>
                    <a:pt x="722" y="546"/>
                    <a:pt x="723" y="545"/>
                  </a:cubicBezTo>
                  <a:cubicBezTo>
                    <a:pt x="724" y="543"/>
                    <a:pt x="723" y="541"/>
                    <a:pt x="721" y="539"/>
                  </a:cubicBezTo>
                  <a:cubicBezTo>
                    <a:pt x="719" y="537"/>
                    <a:pt x="718" y="535"/>
                    <a:pt x="718" y="534"/>
                  </a:cubicBezTo>
                  <a:cubicBezTo>
                    <a:pt x="718" y="532"/>
                    <a:pt x="718" y="531"/>
                    <a:pt x="717" y="530"/>
                  </a:cubicBezTo>
                  <a:cubicBezTo>
                    <a:pt x="715" y="529"/>
                    <a:pt x="711" y="526"/>
                    <a:pt x="710" y="529"/>
                  </a:cubicBezTo>
                  <a:close/>
                  <a:moveTo>
                    <a:pt x="748" y="530"/>
                  </a:moveTo>
                  <a:cubicBezTo>
                    <a:pt x="746" y="531"/>
                    <a:pt x="746" y="532"/>
                    <a:pt x="748" y="535"/>
                  </a:cubicBezTo>
                  <a:cubicBezTo>
                    <a:pt x="750" y="537"/>
                    <a:pt x="749" y="539"/>
                    <a:pt x="751" y="538"/>
                  </a:cubicBezTo>
                  <a:cubicBezTo>
                    <a:pt x="752" y="537"/>
                    <a:pt x="752" y="537"/>
                    <a:pt x="752" y="535"/>
                  </a:cubicBezTo>
                  <a:cubicBezTo>
                    <a:pt x="751" y="532"/>
                    <a:pt x="751" y="531"/>
                    <a:pt x="750" y="531"/>
                  </a:cubicBezTo>
                  <a:cubicBezTo>
                    <a:pt x="750" y="530"/>
                    <a:pt x="749" y="530"/>
                    <a:pt x="748" y="530"/>
                  </a:cubicBezTo>
                  <a:close/>
                  <a:moveTo>
                    <a:pt x="696" y="449"/>
                  </a:moveTo>
                  <a:cubicBezTo>
                    <a:pt x="695" y="451"/>
                    <a:pt x="693" y="451"/>
                    <a:pt x="696" y="453"/>
                  </a:cubicBezTo>
                  <a:cubicBezTo>
                    <a:pt x="698" y="455"/>
                    <a:pt x="699" y="457"/>
                    <a:pt x="700" y="457"/>
                  </a:cubicBezTo>
                  <a:cubicBezTo>
                    <a:pt x="701" y="458"/>
                    <a:pt x="703" y="458"/>
                    <a:pt x="702" y="456"/>
                  </a:cubicBezTo>
                  <a:cubicBezTo>
                    <a:pt x="701" y="454"/>
                    <a:pt x="699" y="453"/>
                    <a:pt x="699" y="451"/>
                  </a:cubicBezTo>
                  <a:cubicBezTo>
                    <a:pt x="699" y="450"/>
                    <a:pt x="697" y="448"/>
                    <a:pt x="696" y="449"/>
                  </a:cubicBezTo>
                  <a:close/>
                  <a:moveTo>
                    <a:pt x="691" y="483"/>
                  </a:moveTo>
                  <a:cubicBezTo>
                    <a:pt x="690" y="483"/>
                    <a:pt x="688" y="485"/>
                    <a:pt x="690" y="486"/>
                  </a:cubicBezTo>
                  <a:cubicBezTo>
                    <a:pt x="691" y="488"/>
                    <a:pt x="693" y="488"/>
                    <a:pt x="694" y="489"/>
                  </a:cubicBezTo>
                  <a:cubicBezTo>
                    <a:pt x="695" y="490"/>
                    <a:pt x="696" y="493"/>
                    <a:pt x="696" y="493"/>
                  </a:cubicBezTo>
                  <a:cubicBezTo>
                    <a:pt x="696" y="496"/>
                    <a:pt x="696" y="496"/>
                    <a:pt x="696" y="496"/>
                  </a:cubicBezTo>
                  <a:cubicBezTo>
                    <a:pt x="696" y="496"/>
                    <a:pt x="696" y="500"/>
                    <a:pt x="697" y="500"/>
                  </a:cubicBezTo>
                  <a:cubicBezTo>
                    <a:pt x="698" y="500"/>
                    <a:pt x="699" y="499"/>
                    <a:pt x="699" y="497"/>
                  </a:cubicBezTo>
                  <a:cubicBezTo>
                    <a:pt x="699" y="495"/>
                    <a:pt x="698" y="490"/>
                    <a:pt x="700" y="490"/>
                  </a:cubicBezTo>
                  <a:cubicBezTo>
                    <a:pt x="702" y="489"/>
                    <a:pt x="703" y="486"/>
                    <a:pt x="702" y="486"/>
                  </a:cubicBezTo>
                  <a:cubicBezTo>
                    <a:pt x="700" y="486"/>
                    <a:pt x="698" y="487"/>
                    <a:pt x="698" y="486"/>
                  </a:cubicBezTo>
                  <a:cubicBezTo>
                    <a:pt x="697" y="484"/>
                    <a:pt x="693" y="482"/>
                    <a:pt x="691" y="483"/>
                  </a:cubicBezTo>
                  <a:close/>
                  <a:moveTo>
                    <a:pt x="707" y="480"/>
                  </a:moveTo>
                  <a:cubicBezTo>
                    <a:pt x="705" y="479"/>
                    <a:pt x="703" y="478"/>
                    <a:pt x="702" y="479"/>
                  </a:cubicBezTo>
                  <a:cubicBezTo>
                    <a:pt x="702" y="480"/>
                    <a:pt x="703" y="481"/>
                    <a:pt x="704" y="482"/>
                  </a:cubicBezTo>
                  <a:cubicBezTo>
                    <a:pt x="705" y="484"/>
                    <a:pt x="706" y="485"/>
                    <a:pt x="706" y="486"/>
                  </a:cubicBezTo>
                  <a:cubicBezTo>
                    <a:pt x="705" y="487"/>
                    <a:pt x="705" y="487"/>
                    <a:pt x="705" y="489"/>
                  </a:cubicBezTo>
                  <a:cubicBezTo>
                    <a:pt x="705" y="491"/>
                    <a:pt x="706" y="492"/>
                    <a:pt x="708" y="492"/>
                  </a:cubicBezTo>
                  <a:cubicBezTo>
                    <a:pt x="710" y="493"/>
                    <a:pt x="711" y="493"/>
                    <a:pt x="712" y="492"/>
                  </a:cubicBezTo>
                  <a:cubicBezTo>
                    <a:pt x="713" y="491"/>
                    <a:pt x="714" y="490"/>
                    <a:pt x="714" y="489"/>
                  </a:cubicBezTo>
                  <a:cubicBezTo>
                    <a:pt x="713" y="488"/>
                    <a:pt x="710" y="486"/>
                    <a:pt x="710" y="485"/>
                  </a:cubicBezTo>
                  <a:cubicBezTo>
                    <a:pt x="710" y="484"/>
                    <a:pt x="711" y="483"/>
                    <a:pt x="712" y="484"/>
                  </a:cubicBezTo>
                  <a:cubicBezTo>
                    <a:pt x="713" y="485"/>
                    <a:pt x="714" y="487"/>
                    <a:pt x="715" y="487"/>
                  </a:cubicBezTo>
                  <a:cubicBezTo>
                    <a:pt x="716" y="486"/>
                    <a:pt x="717" y="484"/>
                    <a:pt x="717" y="484"/>
                  </a:cubicBezTo>
                  <a:cubicBezTo>
                    <a:pt x="717" y="484"/>
                    <a:pt x="716" y="482"/>
                    <a:pt x="715" y="481"/>
                  </a:cubicBezTo>
                  <a:cubicBezTo>
                    <a:pt x="714" y="480"/>
                    <a:pt x="708" y="480"/>
                    <a:pt x="707" y="480"/>
                  </a:cubicBezTo>
                  <a:close/>
                  <a:moveTo>
                    <a:pt x="691" y="500"/>
                  </a:moveTo>
                  <a:cubicBezTo>
                    <a:pt x="692" y="501"/>
                    <a:pt x="692" y="502"/>
                    <a:pt x="692" y="505"/>
                  </a:cubicBezTo>
                  <a:cubicBezTo>
                    <a:pt x="692" y="508"/>
                    <a:pt x="693" y="510"/>
                    <a:pt x="693" y="508"/>
                  </a:cubicBezTo>
                  <a:cubicBezTo>
                    <a:pt x="694" y="506"/>
                    <a:pt x="694" y="506"/>
                    <a:pt x="693" y="503"/>
                  </a:cubicBezTo>
                  <a:cubicBezTo>
                    <a:pt x="693" y="501"/>
                    <a:pt x="694" y="499"/>
                    <a:pt x="693" y="498"/>
                  </a:cubicBezTo>
                  <a:cubicBezTo>
                    <a:pt x="692" y="496"/>
                    <a:pt x="690" y="497"/>
                    <a:pt x="691" y="500"/>
                  </a:cubicBezTo>
                  <a:close/>
                  <a:moveTo>
                    <a:pt x="721" y="489"/>
                  </a:moveTo>
                  <a:cubicBezTo>
                    <a:pt x="721" y="491"/>
                    <a:pt x="718" y="491"/>
                    <a:pt x="720" y="492"/>
                  </a:cubicBezTo>
                  <a:cubicBezTo>
                    <a:pt x="722" y="494"/>
                    <a:pt x="723" y="494"/>
                    <a:pt x="724" y="493"/>
                  </a:cubicBezTo>
                  <a:cubicBezTo>
                    <a:pt x="725" y="492"/>
                    <a:pt x="727" y="491"/>
                    <a:pt x="726" y="490"/>
                  </a:cubicBezTo>
                  <a:cubicBezTo>
                    <a:pt x="724" y="488"/>
                    <a:pt x="721" y="486"/>
                    <a:pt x="721" y="489"/>
                  </a:cubicBezTo>
                  <a:close/>
                  <a:moveTo>
                    <a:pt x="728" y="501"/>
                  </a:moveTo>
                  <a:cubicBezTo>
                    <a:pt x="727" y="503"/>
                    <a:pt x="725" y="503"/>
                    <a:pt x="727" y="505"/>
                  </a:cubicBezTo>
                  <a:cubicBezTo>
                    <a:pt x="729" y="506"/>
                    <a:pt x="732" y="509"/>
                    <a:pt x="732" y="509"/>
                  </a:cubicBezTo>
                  <a:cubicBezTo>
                    <a:pt x="732" y="509"/>
                    <a:pt x="734" y="510"/>
                    <a:pt x="734" y="509"/>
                  </a:cubicBezTo>
                  <a:cubicBezTo>
                    <a:pt x="734" y="508"/>
                    <a:pt x="732" y="505"/>
                    <a:pt x="731" y="504"/>
                  </a:cubicBezTo>
                  <a:cubicBezTo>
                    <a:pt x="731" y="503"/>
                    <a:pt x="729" y="501"/>
                    <a:pt x="728" y="501"/>
                  </a:cubicBezTo>
                  <a:close/>
                  <a:moveTo>
                    <a:pt x="733" y="498"/>
                  </a:moveTo>
                  <a:cubicBezTo>
                    <a:pt x="733" y="499"/>
                    <a:pt x="733" y="499"/>
                    <a:pt x="734" y="500"/>
                  </a:cubicBezTo>
                  <a:cubicBezTo>
                    <a:pt x="735" y="502"/>
                    <a:pt x="735" y="503"/>
                    <a:pt x="736" y="503"/>
                  </a:cubicBezTo>
                  <a:cubicBezTo>
                    <a:pt x="737" y="502"/>
                    <a:pt x="738" y="503"/>
                    <a:pt x="738" y="502"/>
                  </a:cubicBezTo>
                  <a:cubicBezTo>
                    <a:pt x="738" y="501"/>
                    <a:pt x="736" y="501"/>
                    <a:pt x="736" y="500"/>
                  </a:cubicBezTo>
                  <a:cubicBezTo>
                    <a:pt x="735" y="499"/>
                    <a:pt x="733" y="497"/>
                    <a:pt x="733" y="498"/>
                  </a:cubicBezTo>
                  <a:close/>
                  <a:moveTo>
                    <a:pt x="719" y="497"/>
                  </a:moveTo>
                  <a:cubicBezTo>
                    <a:pt x="719" y="497"/>
                    <a:pt x="718" y="499"/>
                    <a:pt x="719" y="499"/>
                  </a:cubicBezTo>
                  <a:cubicBezTo>
                    <a:pt x="720" y="500"/>
                    <a:pt x="721" y="502"/>
                    <a:pt x="722" y="500"/>
                  </a:cubicBezTo>
                  <a:cubicBezTo>
                    <a:pt x="723" y="499"/>
                    <a:pt x="724" y="499"/>
                    <a:pt x="723" y="498"/>
                  </a:cubicBezTo>
                  <a:cubicBezTo>
                    <a:pt x="723" y="497"/>
                    <a:pt x="720" y="497"/>
                    <a:pt x="719" y="497"/>
                  </a:cubicBezTo>
                  <a:close/>
                  <a:moveTo>
                    <a:pt x="703" y="506"/>
                  </a:moveTo>
                  <a:cubicBezTo>
                    <a:pt x="703" y="507"/>
                    <a:pt x="702" y="507"/>
                    <a:pt x="702" y="508"/>
                  </a:cubicBezTo>
                  <a:cubicBezTo>
                    <a:pt x="701" y="510"/>
                    <a:pt x="701" y="510"/>
                    <a:pt x="702" y="510"/>
                  </a:cubicBezTo>
                  <a:cubicBezTo>
                    <a:pt x="703" y="510"/>
                    <a:pt x="703" y="510"/>
                    <a:pt x="705" y="509"/>
                  </a:cubicBezTo>
                  <a:cubicBezTo>
                    <a:pt x="706" y="509"/>
                    <a:pt x="708" y="509"/>
                    <a:pt x="707" y="507"/>
                  </a:cubicBezTo>
                  <a:cubicBezTo>
                    <a:pt x="706" y="505"/>
                    <a:pt x="704" y="504"/>
                    <a:pt x="703" y="506"/>
                  </a:cubicBezTo>
                  <a:close/>
                  <a:moveTo>
                    <a:pt x="736" y="514"/>
                  </a:moveTo>
                  <a:cubicBezTo>
                    <a:pt x="736" y="515"/>
                    <a:pt x="735" y="514"/>
                    <a:pt x="735" y="516"/>
                  </a:cubicBezTo>
                  <a:cubicBezTo>
                    <a:pt x="735" y="518"/>
                    <a:pt x="735" y="520"/>
                    <a:pt x="736" y="520"/>
                  </a:cubicBezTo>
                  <a:cubicBezTo>
                    <a:pt x="737" y="520"/>
                    <a:pt x="740" y="518"/>
                    <a:pt x="740" y="517"/>
                  </a:cubicBezTo>
                  <a:cubicBezTo>
                    <a:pt x="741" y="516"/>
                    <a:pt x="741" y="514"/>
                    <a:pt x="739" y="514"/>
                  </a:cubicBezTo>
                  <a:cubicBezTo>
                    <a:pt x="738" y="514"/>
                    <a:pt x="737" y="513"/>
                    <a:pt x="736" y="514"/>
                  </a:cubicBezTo>
                  <a:close/>
                  <a:moveTo>
                    <a:pt x="750" y="513"/>
                  </a:moveTo>
                  <a:cubicBezTo>
                    <a:pt x="747" y="514"/>
                    <a:pt x="748" y="515"/>
                    <a:pt x="748" y="517"/>
                  </a:cubicBezTo>
                  <a:cubicBezTo>
                    <a:pt x="747" y="518"/>
                    <a:pt x="747" y="518"/>
                    <a:pt x="746" y="519"/>
                  </a:cubicBezTo>
                  <a:cubicBezTo>
                    <a:pt x="745" y="520"/>
                    <a:pt x="743" y="522"/>
                    <a:pt x="743" y="523"/>
                  </a:cubicBezTo>
                  <a:cubicBezTo>
                    <a:pt x="744" y="525"/>
                    <a:pt x="744" y="525"/>
                    <a:pt x="745" y="526"/>
                  </a:cubicBezTo>
                  <a:cubicBezTo>
                    <a:pt x="746" y="526"/>
                    <a:pt x="746" y="525"/>
                    <a:pt x="747" y="525"/>
                  </a:cubicBezTo>
                  <a:cubicBezTo>
                    <a:pt x="748" y="524"/>
                    <a:pt x="748" y="524"/>
                    <a:pt x="749" y="523"/>
                  </a:cubicBezTo>
                  <a:cubicBezTo>
                    <a:pt x="749" y="521"/>
                    <a:pt x="749" y="521"/>
                    <a:pt x="750" y="520"/>
                  </a:cubicBezTo>
                  <a:cubicBezTo>
                    <a:pt x="751" y="520"/>
                    <a:pt x="752" y="519"/>
                    <a:pt x="752" y="521"/>
                  </a:cubicBezTo>
                  <a:cubicBezTo>
                    <a:pt x="753" y="523"/>
                    <a:pt x="752" y="523"/>
                    <a:pt x="753" y="524"/>
                  </a:cubicBezTo>
                  <a:cubicBezTo>
                    <a:pt x="754" y="525"/>
                    <a:pt x="754" y="527"/>
                    <a:pt x="755" y="527"/>
                  </a:cubicBezTo>
                  <a:cubicBezTo>
                    <a:pt x="756" y="527"/>
                    <a:pt x="756" y="527"/>
                    <a:pt x="757" y="526"/>
                  </a:cubicBezTo>
                  <a:cubicBezTo>
                    <a:pt x="757" y="524"/>
                    <a:pt x="758" y="524"/>
                    <a:pt x="757" y="523"/>
                  </a:cubicBezTo>
                  <a:cubicBezTo>
                    <a:pt x="757" y="522"/>
                    <a:pt x="757" y="523"/>
                    <a:pt x="758" y="521"/>
                  </a:cubicBezTo>
                  <a:cubicBezTo>
                    <a:pt x="759" y="519"/>
                    <a:pt x="759" y="518"/>
                    <a:pt x="758" y="517"/>
                  </a:cubicBezTo>
                  <a:cubicBezTo>
                    <a:pt x="757" y="516"/>
                    <a:pt x="755" y="516"/>
                    <a:pt x="755" y="514"/>
                  </a:cubicBezTo>
                  <a:cubicBezTo>
                    <a:pt x="754" y="512"/>
                    <a:pt x="751" y="511"/>
                    <a:pt x="750" y="51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2" name="Freeform 187">
              <a:extLst>
                <a:ext uri="{FF2B5EF4-FFF2-40B4-BE49-F238E27FC236}">
                  <a16:creationId xmlns:a16="http://schemas.microsoft.com/office/drawing/2014/main" id="{C58EC465-6C66-4E46-587A-2838535A2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2744" y="2735597"/>
              <a:ext cx="7052" cy="7052"/>
            </a:xfrm>
            <a:custGeom>
              <a:avLst/>
              <a:gdLst>
                <a:gd name="T0" fmla="*/ 2 w 7"/>
                <a:gd name="T1" fmla="*/ 0 h 7"/>
                <a:gd name="T2" fmla="*/ 1 w 7"/>
                <a:gd name="T3" fmla="*/ 2 h 7"/>
                <a:gd name="T4" fmla="*/ 1 w 7"/>
                <a:gd name="T5" fmla="*/ 4 h 7"/>
                <a:gd name="T6" fmla="*/ 3 w 7"/>
                <a:gd name="T7" fmla="*/ 6 h 7"/>
                <a:gd name="T8" fmla="*/ 5 w 7"/>
                <a:gd name="T9" fmla="*/ 7 h 7"/>
                <a:gd name="T10" fmla="*/ 6 w 7"/>
                <a:gd name="T11" fmla="*/ 5 h 7"/>
                <a:gd name="T12" fmla="*/ 6 w 7"/>
                <a:gd name="T13" fmla="*/ 3 h 7"/>
                <a:gd name="T14" fmla="*/ 2 w 7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2" y="5"/>
                    <a:pt x="3" y="5"/>
                    <a:pt x="3" y="6"/>
                  </a:cubicBezTo>
                  <a:cubicBezTo>
                    <a:pt x="4" y="7"/>
                    <a:pt x="4" y="7"/>
                    <a:pt x="5" y="7"/>
                  </a:cubicBezTo>
                  <a:cubicBezTo>
                    <a:pt x="6" y="7"/>
                    <a:pt x="6" y="6"/>
                    <a:pt x="6" y="5"/>
                  </a:cubicBezTo>
                  <a:cubicBezTo>
                    <a:pt x="6" y="4"/>
                    <a:pt x="7" y="4"/>
                    <a:pt x="6" y="3"/>
                  </a:cubicBezTo>
                  <a:cubicBezTo>
                    <a:pt x="6" y="1"/>
                    <a:pt x="4" y="0"/>
                    <a:pt x="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3" name="Freeform 188">
              <a:extLst>
                <a:ext uri="{FF2B5EF4-FFF2-40B4-BE49-F238E27FC236}">
                  <a16:creationId xmlns:a16="http://schemas.microsoft.com/office/drawing/2014/main" id="{A8FE354F-47CF-E74F-C7CE-441A46B58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155" y="2886509"/>
              <a:ext cx="9873" cy="8462"/>
            </a:xfrm>
            <a:custGeom>
              <a:avLst/>
              <a:gdLst>
                <a:gd name="T0" fmla="*/ 1 w 9"/>
                <a:gd name="T1" fmla="*/ 5 h 8"/>
                <a:gd name="T2" fmla="*/ 4 w 9"/>
                <a:gd name="T3" fmla="*/ 7 h 8"/>
                <a:gd name="T4" fmla="*/ 7 w 9"/>
                <a:gd name="T5" fmla="*/ 4 h 8"/>
                <a:gd name="T6" fmla="*/ 8 w 9"/>
                <a:gd name="T7" fmla="*/ 2 h 8"/>
                <a:gd name="T8" fmla="*/ 3 w 9"/>
                <a:gd name="T9" fmla="*/ 1 h 8"/>
                <a:gd name="T10" fmla="*/ 0 w 9"/>
                <a:gd name="T11" fmla="*/ 2 h 8"/>
                <a:gd name="T12" fmla="*/ 1 w 9"/>
                <a:gd name="T13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8">
                  <a:moveTo>
                    <a:pt x="1" y="5"/>
                  </a:moveTo>
                  <a:cubicBezTo>
                    <a:pt x="3" y="7"/>
                    <a:pt x="2" y="8"/>
                    <a:pt x="4" y="7"/>
                  </a:cubicBezTo>
                  <a:cubicBezTo>
                    <a:pt x="6" y="6"/>
                    <a:pt x="6" y="6"/>
                    <a:pt x="7" y="4"/>
                  </a:cubicBezTo>
                  <a:cubicBezTo>
                    <a:pt x="8" y="3"/>
                    <a:pt x="9" y="2"/>
                    <a:pt x="8" y="2"/>
                  </a:cubicBezTo>
                  <a:cubicBezTo>
                    <a:pt x="6" y="1"/>
                    <a:pt x="4" y="0"/>
                    <a:pt x="3" y="1"/>
                  </a:cubicBezTo>
                  <a:cubicBezTo>
                    <a:pt x="1" y="1"/>
                    <a:pt x="0" y="0"/>
                    <a:pt x="0" y="2"/>
                  </a:cubicBezTo>
                  <a:cubicBezTo>
                    <a:pt x="0" y="3"/>
                    <a:pt x="0" y="4"/>
                    <a:pt x="1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4" name="Freeform 189">
              <a:extLst>
                <a:ext uri="{FF2B5EF4-FFF2-40B4-BE49-F238E27FC236}">
                  <a16:creationId xmlns:a16="http://schemas.microsoft.com/office/drawing/2014/main" id="{E7102B0A-D833-4D2B-2083-0B121211A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3518" y="2725725"/>
              <a:ext cx="7052" cy="9873"/>
            </a:xfrm>
            <a:custGeom>
              <a:avLst/>
              <a:gdLst>
                <a:gd name="T0" fmla="*/ 2 w 6"/>
                <a:gd name="T1" fmla="*/ 1 h 9"/>
                <a:gd name="T2" fmla="*/ 1 w 6"/>
                <a:gd name="T3" fmla="*/ 4 h 9"/>
                <a:gd name="T4" fmla="*/ 0 w 6"/>
                <a:gd name="T5" fmla="*/ 5 h 9"/>
                <a:gd name="T6" fmla="*/ 1 w 6"/>
                <a:gd name="T7" fmla="*/ 8 h 9"/>
                <a:gd name="T8" fmla="*/ 3 w 6"/>
                <a:gd name="T9" fmla="*/ 8 h 9"/>
                <a:gd name="T10" fmla="*/ 3 w 6"/>
                <a:gd name="T11" fmla="*/ 6 h 9"/>
                <a:gd name="T12" fmla="*/ 5 w 6"/>
                <a:gd name="T13" fmla="*/ 4 h 9"/>
                <a:gd name="T14" fmla="*/ 5 w 6"/>
                <a:gd name="T15" fmla="*/ 2 h 9"/>
                <a:gd name="T16" fmla="*/ 2 w 6"/>
                <a:gd name="T17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9">
                  <a:moveTo>
                    <a:pt x="2" y="1"/>
                  </a:moveTo>
                  <a:cubicBezTo>
                    <a:pt x="1" y="3"/>
                    <a:pt x="2" y="3"/>
                    <a:pt x="1" y="4"/>
                  </a:cubicBezTo>
                  <a:cubicBezTo>
                    <a:pt x="0" y="5"/>
                    <a:pt x="0" y="4"/>
                    <a:pt x="0" y="5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2" y="8"/>
                    <a:pt x="2" y="9"/>
                    <a:pt x="3" y="8"/>
                  </a:cubicBezTo>
                  <a:cubicBezTo>
                    <a:pt x="3" y="8"/>
                    <a:pt x="3" y="7"/>
                    <a:pt x="3" y="6"/>
                  </a:cubicBezTo>
                  <a:cubicBezTo>
                    <a:pt x="3" y="5"/>
                    <a:pt x="5" y="4"/>
                    <a:pt x="5" y="4"/>
                  </a:cubicBezTo>
                  <a:cubicBezTo>
                    <a:pt x="6" y="4"/>
                    <a:pt x="6" y="3"/>
                    <a:pt x="5" y="2"/>
                  </a:cubicBezTo>
                  <a:cubicBezTo>
                    <a:pt x="5" y="1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5" name="Freeform 190">
              <a:extLst>
                <a:ext uri="{FF2B5EF4-FFF2-40B4-BE49-F238E27FC236}">
                  <a16:creationId xmlns:a16="http://schemas.microsoft.com/office/drawing/2014/main" id="{3ED9EB73-A5BC-1733-BAB7-52BC09B02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4547" y="2806117"/>
              <a:ext cx="4231" cy="9873"/>
            </a:xfrm>
            <a:custGeom>
              <a:avLst/>
              <a:gdLst>
                <a:gd name="T0" fmla="*/ 3 w 4"/>
                <a:gd name="T1" fmla="*/ 1 h 10"/>
                <a:gd name="T2" fmla="*/ 1 w 4"/>
                <a:gd name="T3" fmla="*/ 3 h 10"/>
                <a:gd name="T4" fmla="*/ 2 w 4"/>
                <a:gd name="T5" fmla="*/ 6 h 10"/>
                <a:gd name="T6" fmla="*/ 3 w 4"/>
                <a:gd name="T7" fmla="*/ 9 h 10"/>
                <a:gd name="T8" fmla="*/ 4 w 4"/>
                <a:gd name="T9" fmla="*/ 2 h 10"/>
                <a:gd name="T10" fmla="*/ 3 w 4"/>
                <a:gd name="T11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0">
                  <a:moveTo>
                    <a:pt x="3" y="1"/>
                  </a:moveTo>
                  <a:cubicBezTo>
                    <a:pt x="2" y="2"/>
                    <a:pt x="2" y="2"/>
                    <a:pt x="1" y="3"/>
                  </a:cubicBezTo>
                  <a:cubicBezTo>
                    <a:pt x="1" y="4"/>
                    <a:pt x="0" y="4"/>
                    <a:pt x="2" y="6"/>
                  </a:cubicBezTo>
                  <a:cubicBezTo>
                    <a:pt x="3" y="8"/>
                    <a:pt x="2" y="10"/>
                    <a:pt x="3" y="9"/>
                  </a:cubicBezTo>
                  <a:cubicBezTo>
                    <a:pt x="4" y="8"/>
                    <a:pt x="4" y="2"/>
                    <a:pt x="4" y="2"/>
                  </a:cubicBezTo>
                  <a:cubicBezTo>
                    <a:pt x="4" y="1"/>
                    <a:pt x="4" y="0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6" name="Freeform 191">
              <a:extLst>
                <a:ext uri="{FF2B5EF4-FFF2-40B4-BE49-F238E27FC236}">
                  <a16:creationId xmlns:a16="http://schemas.microsoft.com/office/drawing/2014/main" id="{AE861D84-8C58-0651-5C5B-115580A16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155" y="2755343"/>
              <a:ext cx="5642" cy="9873"/>
            </a:xfrm>
            <a:custGeom>
              <a:avLst/>
              <a:gdLst>
                <a:gd name="T0" fmla="*/ 3 w 5"/>
                <a:gd name="T1" fmla="*/ 0 h 9"/>
                <a:gd name="T2" fmla="*/ 1 w 5"/>
                <a:gd name="T3" fmla="*/ 5 h 9"/>
                <a:gd name="T4" fmla="*/ 2 w 5"/>
                <a:gd name="T5" fmla="*/ 8 h 9"/>
                <a:gd name="T6" fmla="*/ 5 w 5"/>
                <a:gd name="T7" fmla="*/ 5 h 9"/>
                <a:gd name="T8" fmla="*/ 3 w 5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9">
                  <a:moveTo>
                    <a:pt x="3" y="0"/>
                  </a:moveTo>
                  <a:cubicBezTo>
                    <a:pt x="2" y="2"/>
                    <a:pt x="0" y="2"/>
                    <a:pt x="1" y="5"/>
                  </a:cubicBezTo>
                  <a:cubicBezTo>
                    <a:pt x="2" y="8"/>
                    <a:pt x="0" y="9"/>
                    <a:pt x="2" y="8"/>
                  </a:cubicBezTo>
                  <a:cubicBezTo>
                    <a:pt x="3" y="7"/>
                    <a:pt x="5" y="7"/>
                    <a:pt x="5" y="5"/>
                  </a:cubicBezTo>
                  <a:cubicBezTo>
                    <a:pt x="5" y="3"/>
                    <a:pt x="5" y="0"/>
                    <a:pt x="3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7" name="Freeform 192">
              <a:extLst>
                <a:ext uri="{FF2B5EF4-FFF2-40B4-BE49-F238E27FC236}">
                  <a16:creationId xmlns:a16="http://schemas.microsoft.com/office/drawing/2014/main" id="{6CF85D08-C0A0-BD06-476C-B6725B75D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1589" y="2902023"/>
              <a:ext cx="11283" cy="4231"/>
            </a:xfrm>
            <a:custGeom>
              <a:avLst/>
              <a:gdLst>
                <a:gd name="T0" fmla="*/ 3 w 10"/>
                <a:gd name="T1" fmla="*/ 0 h 5"/>
                <a:gd name="T2" fmla="*/ 1 w 10"/>
                <a:gd name="T3" fmla="*/ 2 h 5"/>
                <a:gd name="T4" fmla="*/ 3 w 10"/>
                <a:gd name="T5" fmla="*/ 4 h 5"/>
                <a:gd name="T6" fmla="*/ 7 w 10"/>
                <a:gd name="T7" fmla="*/ 4 h 5"/>
                <a:gd name="T8" fmla="*/ 10 w 10"/>
                <a:gd name="T9" fmla="*/ 4 h 5"/>
                <a:gd name="T10" fmla="*/ 9 w 10"/>
                <a:gd name="T11" fmla="*/ 2 h 5"/>
                <a:gd name="T12" fmla="*/ 3 w 10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">
                  <a:moveTo>
                    <a:pt x="3" y="0"/>
                  </a:moveTo>
                  <a:cubicBezTo>
                    <a:pt x="2" y="1"/>
                    <a:pt x="0" y="0"/>
                    <a:pt x="1" y="2"/>
                  </a:cubicBezTo>
                  <a:cubicBezTo>
                    <a:pt x="1" y="3"/>
                    <a:pt x="1" y="4"/>
                    <a:pt x="3" y="4"/>
                  </a:cubicBezTo>
                  <a:cubicBezTo>
                    <a:pt x="6" y="4"/>
                    <a:pt x="5" y="4"/>
                    <a:pt x="7" y="4"/>
                  </a:cubicBezTo>
                  <a:cubicBezTo>
                    <a:pt x="8" y="5"/>
                    <a:pt x="10" y="4"/>
                    <a:pt x="10" y="4"/>
                  </a:cubicBezTo>
                  <a:cubicBezTo>
                    <a:pt x="10" y="3"/>
                    <a:pt x="10" y="3"/>
                    <a:pt x="9" y="2"/>
                  </a:cubicBezTo>
                  <a:cubicBezTo>
                    <a:pt x="7" y="1"/>
                    <a:pt x="6" y="0"/>
                    <a:pt x="3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8" name="Freeform 193">
              <a:extLst>
                <a:ext uri="{FF2B5EF4-FFF2-40B4-BE49-F238E27FC236}">
                  <a16:creationId xmlns:a16="http://schemas.microsoft.com/office/drawing/2014/main" id="{46E92C60-99C6-1053-A944-84B10BF1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0433" y="2763805"/>
              <a:ext cx="7052" cy="8462"/>
            </a:xfrm>
            <a:custGeom>
              <a:avLst/>
              <a:gdLst>
                <a:gd name="T0" fmla="*/ 6 w 6"/>
                <a:gd name="T1" fmla="*/ 3 h 8"/>
                <a:gd name="T2" fmla="*/ 3 w 6"/>
                <a:gd name="T3" fmla="*/ 2 h 8"/>
                <a:gd name="T4" fmla="*/ 0 w 6"/>
                <a:gd name="T5" fmla="*/ 2 h 8"/>
                <a:gd name="T6" fmla="*/ 0 w 6"/>
                <a:gd name="T7" fmla="*/ 5 h 8"/>
                <a:gd name="T8" fmla="*/ 2 w 6"/>
                <a:gd name="T9" fmla="*/ 8 h 8"/>
                <a:gd name="T10" fmla="*/ 4 w 6"/>
                <a:gd name="T11" fmla="*/ 6 h 8"/>
                <a:gd name="T12" fmla="*/ 6 w 6"/>
                <a:gd name="T13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">
                  <a:moveTo>
                    <a:pt x="6" y="3"/>
                  </a:moveTo>
                  <a:cubicBezTo>
                    <a:pt x="5" y="1"/>
                    <a:pt x="5" y="3"/>
                    <a:pt x="3" y="2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4"/>
                    <a:pt x="0" y="5"/>
                  </a:cubicBezTo>
                  <a:cubicBezTo>
                    <a:pt x="0" y="6"/>
                    <a:pt x="1" y="8"/>
                    <a:pt x="2" y="8"/>
                  </a:cubicBezTo>
                  <a:cubicBezTo>
                    <a:pt x="2" y="8"/>
                    <a:pt x="3" y="6"/>
                    <a:pt x="4" y="6"/>
                  </a:cubicBezTo>
                  <a:cubicBezTo>
                    <a:pt x="6" y="5"/>
                    <a:pt x="6" y="5"/>
                    <a:pt x="6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59" name="Freeform 194">
              <a:extLst>
                <a:ext uri="{FF2B5EF4-FFF2-40B4-BE49-F238E27FC236}">
                  <a16:creationId xmlns:a16="http://schemas.microsoft.com/office/drawing/2014/main" id="{8A19C8A8-9DCB-37C1-0680-BAF23674A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8895" y="2734187"/>
              <a:ext cx="28208" cy="32439"/>
            </a:xfrm>
            <a:custGeom>
              <a:avLst/>
              <a:gdLst>
                <a:gd name="T0" fmla="*/ 24 w 26"/>
                <a:gd name="T1" fmla="*/ 11 h 30"/>
                <a:gd name="T2" fmla="*/ 25 w 26"/>
                <a:gd name="T3" fmla="*/ 9 h 30"/>
                <a:gd name="T4" fmla="*/ 18 w 26"/>
                <a:gd name="T5" fmla="*/ 6 h 30"/>
                <a:gd name="T6" fmla="*/ 14 w 26"/>
                <a:gd name="T7" fmla="*/ 3 h 30"/>
                <a:gd name="T8" fmla="*/ 8 w 26"/>
                <a:gd name="T9" fmla="*/ 2 h 30"/>
                <a:gd name="T10" fmla="*/ 2 w 26"/>
                <a:gd name="T11" fmla="*/ 1 h 30"/>
                <a:gd name="T12" fmla="*/ 2 w 26"/>
                <a:gd name="T13" fmla="*/ 4 h 30"/>
                <a:gd name="T14" fmla="*/ 7 w 26"/>
                <a:gd name="T15" fmla="*/ 9 h 30"/>
                <a:gd name="T16" fmla="*/ 9 w 26"/>
                <a:gd name="T17" fmla="*/ 13 h 30"/>
                <a:gd name="T18" fmla="*/ 11 w 26"/>
                <a:gd name="T19" fmla="*/ 19 h 30"/>
                <a:gd name="T20" fmla="*/ 15 w 26"/>
                <a:gd name="T21" fmla="*/ 22 h 30"/>
                <a:gd name="T22" fmla="*/ 17 w 26"/>
                <a:gd name="T23" fmla="*/ 27 h 30"/>
                <a:gd name="T24" fmla="*/ 20 w 26"/>
                <a:gd name="T25" fmla="*/ 28 h 30"/>
                <a:gd name="T26" fmla="*/ 24 w 26"/>
                <a:gd name="T27" fmla="*/ 23 h 30"/>
                <a:gd name="T28" fmla="*/ 25 w 26"/>
                <a:gd name="T29" fmla="*/ 20 h 30"/>
                <a:gd name="T30" fmla="*/ 24 w 26"/>
                <a:gd name="T31" fmla="*/ 14 h 30"/>
                <a:gd name="T32" fmla="*/ 24 w 26"/>
                <a:gd name="T33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" h="30">
                  <a:moveTo>
                    <a:pt x="24" y="11"/>
                  </a:moveTo>
                  <a:cubicBezTo>
                    <a:pt x="25" y="11"/>
                    <a:pt x="26" y="10"/>
                    <a:pt x="25" y="9"/>
                  </a:cubicBezTo>
                  <a:cubicBezTo>
                    <a:pt x="24" y="7"/>
                    <a:pt x="20" y="8"/>
                    <a:pt x="18" y="6"/>
                  </a:cubicBezTo>
                  <a:cubicBezTo>
                    <a:pt x="16" y="4"/>
                    <a:pt x="16" y="3"/>
                    <a:pt x="14" y="3"/>
                  </a:cubicBezTo>
                  <a:cubicBezTo>
                    <a:pt x="12" y="3"/>
                    <a:pt x="10" y="3"/>
                    <a:pt x="8" y="2"/>
                  </a:cubicBezTo>
                  <a:cubicBezTo>
                    <a:pt x="6" y="1"/>
                    <a:pt x="3" y="0"/>
                    <a:pt x="2" y="1"/>
                  </a:cubicBezTo>
                  <a:cubicBezTo>
                    <a:pt x="1" y="2"/>
                    <a:pt x="0" y="3"/>
                    <a:pt x="2" y="4"/>
                  </a:cubicBezTo>
                  <a:cubicBezTo>
                    <a:pt x="3" y="6"/>
                    <a:pt x="4" y="7"/>
                    <a:pt x="7" y="9"/>
                  </a:cubicBezTo>
                  <a:cubicBezTo>
                    <a:pt x="9" y="11"/>
                    <a:pt x="9" y="10"/>
                    <a:pt x="9" y="13"/>
                  </a:cubicBezTo>
                  <a:cubicBezTo>
                    <a:pt x="10" y="16"/>
                    <a:pt x="8" y="17"/>
                    <a:pt x="11" y="19"/>
                  </a:cubicBezTo>
                  <a:cubicBezTo>
                    <a:pt x="13" y="21"/>
                    <a:pt x="14" y="19"/>
                    <a:pt x="15" y="22"/>
                  </a:cubicBezTo>
                  <a:cubicBezTo>
                    <a:pt x="17" y="25"/>
                    <a:pt x="17" y="26"/>
                    <a:pt x="17" y="27"/>
                  </a:cubicBezTo>
                  <a:cubicBezTo>
                    <a:pt x="18" y="28"/>
                    <a:pt x="19" y="30"/>
                    <a:pt x="20" y="28"/>
                  </a:cubicBezTo>
                  <a:cubicBezTo>
                    <a:pt x="22" y="26"/>
                    <a:pt x="23" y="24"/>
                    <a:pt x="24" y="23"/>
                  </a:cubicBezTo>
                  <a:cubicBezTo>
                    <a:pt x="24" y="22"/>
                    <a:pt x="25" y="22"/>
                    <a:pt x="25" y="20"/>
                  </a:cubicBezTo>
                  <a:cubicBezTo>
                    <a:pt x="24" y="17"/>
                    <a:pt x="24" y="16"/>
                    <a:pt x="24" y="14"/>
                  </a:cubicBezTo>
                  <a:cubicBezTo>
                    <a:pt x="23" y="13"/>
                    <a:pt x="23" y="12"/>
                    <a:pt x="24" y="1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0" name="Freeform 195">
              <a:extLst>
                <a:ext uri="{FF2B5EF4-FFF2-40B4-BE49-F238E27FC236}">
                  <a16:creationId xmlns:a16="http://schemas.microsoft.com/office/drawing/2014/main" id="{1E44D10E-5F2F-74FF-F8BA-42676A7E0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2744" y="2770857"/>
              <a:ext cx="31029" cy="33849"/>
            </a:xfrm>
            <a:custGeom>
              <a:avLst/>
              <a:gdLst>
                <a:gd name="T0" fmla="*/ 14 w 28"/>
                <a:gd name="T1" fmla="*/ 9 h 32"/>
                <a:gd name="T2" fmla="*/ 8 w 28"/>
                <a:gd name="T3" fmla="*/ 4 h 32"/>
                <a:gd name="T4" fmla="*/ 3 w 28"/>
                <a:gd name="T5" fmla="*/ 1 h 32"/>
                <a:gd name="T6" fmla="*/ 2 w 28"/>
                <a:gd name="T7" fmla="*/ 6 h 32"/>
                <a:gd name="T8" fmla="*/ 5 w 28"/>
                <a:gd name="T9" fmla="*/ 8 h 32"/>
                <a:gd name="T10" fmla="*/ 5 w 28"/>
                <a:gd name="T11" fmla="*/ 14 h 32"/>
                <a:gd name="T12" fmla="*/ 4 w 28"/>
                <a:gd name="T13" fmla="*/ 20 h 32"/>
                <a:gd name="T14" fmla="*/ 3 w 28"/>
                <a:gd name="T15" fmla="*/ 27 h 32"/>
                <a:gd name="T16" fmla="*/ 3 w 28"/>
                <a:gd name="T17" fmla="*/ 32 h 32"/>
                <a:gd name="T18" fmla="*/ 8 w 28"/>
                <a:gd name="T19" fmla="*/ 29 h 32"/>
                <a:gd name="T20" fmla="*/ 15 w 28"/>
                <a:gd name="T21" fmla="*/ 25 h 32"/>
                <a:gd name="T22" fmla="*/ 21 w 28"/>
                <a:gd name="T23" fmla="*/ 21 h 32"/>
                <a:gd name="T24" fmla="*/ 24 w 28"/>
                <a:gd name="T25" fmla="*/ 16 h 32"/>
                <a:gd name="T26" fmla="*/ 27 w 28"/>
                <a:gd name="T27" fmla="*/ 10 h 32"/>
                <a:gd name="T28" fmla="*/ 21 w 28"/>
                <a:gd name="T29" fmla="*/ 10 h 32"/>
                <a:gd name="T30" fmla="*/ 14 w 28"/>
                <a:gd name="T31" fmla="*/ 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" h="32">
                  <a:moveTo>
                    <a:pt x="14" y="9"/>
                  </a:moveTo>
                  <a:cubicBezTo>
                    <a:pt x="12" y="7"/>
                    <a:pt x="10" y="6"/>
                    <a:pt x="8" y="4"/>
                  </a:cubicBezTo>
                  <a:cubicBezTo>
                    <a:pt x="5" y="2"/>
                    <a:pt x="4" y="0"/>
                    <a:pt x="3" y="1"/>
                  </a:cubicBezTo>
                  <a:cubicBezTo>
                    <a:pt x="2" y="3"/>
                    <a:pt x="0" y="5"/>
                    <a:pt x="2" y="6"/>
                  </a:cubicBezTo>
                  <a:cubicBezTo>
                    <a:pt x="4" y="7"/>
                    <a:pt x="5" y="5"/>
                    <a:pt x="5" y="8"/>
                  </a:cubicBezTo>
                  <a:cubicBezTo>
                    <a:pt x="5" y="11"/>
                    <a:pt x="5" y="12"/>
                    <a:pt x="5" y="14"/>
                  </a:cubicBezTo>
                  <a:cubicBezTo>
                    <a:pt x="4" y="16"/>
                    <a:pt x="4" y="16"/>
                    <a:pt x="4" y="20"/>
                  </a:cubicBezTo>
                  <a:cubicBezTo>
                    <a:pt x="3" y="23"/>
                    <a:pt x="3" y="24"/>
                    <a:pt x="3" y="27"/>
                  </a:cubicBezTo>
                  <a:cubicBezTo>
                    <a:pt x="2" y="29"/>
                    <a:pt x="1" y="32"/>
                    <a:pt x="3" y="32"/>
                  </a:cubicBezTo>
                  <a:cubicBezTo>
                    <a:pt x="4" y="32"/>
                    <a:pt x="6" y="32"/>
                    <a:pt x="8" y="29"/>
                  </a:cubicBezTo>
                  <a:cubicBezTo>
                    <a:pt x="10" y="27"/>
                    <a:pt x="12" y="26"/>
                    <a:pt x="15" y="25"/>
                  </a:cubicBezTo>
                  <a:cubicBezTo>
                    <a:pt x="18" y="24"/>
                    <a:pt x="19" y="23"/>
                    <a:pt x="21" y="21"/>
                  </a:cubicBezTo>
                  <a:cubicBezTo>
                    <a:pt x="22" y="19"/>
                    <a:pt x="21" y="19"/>
                    <a:pt x="24" y="16"/>
                  </a:cubicBezTo>
                  <a:cubicBezTo>
                    <a:pt x="27" y="13"/>
                    <a:pt x="28" y="11"/>
                    <a:pt x="27" y="10"/>
                  </a:cubicBezTo>
                  <a:cubicBezTo>
                    <a:pt x="27" y="9"/>
                    <a:pt x="24" y="9"/>
                    <a:pt x="21" y="10"/>
                  </a:cubicBezTo>
                  <a:cubicBezTo>
                    <a:pt x="18" y="11"/>
                    <a:pt x="16" y="11"/>
                    <a:pt x="14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1" name="Freeform 196">
              <a:extLst>
                <a:ext uri="{FF2B5EF4-FFF2-40B4-BE49-F238E27FC236}">
                  <a16:creationId xmlns:a16="http://schemas.microsoft.com/office/drawing/2014/main" id="{16CD748F-658B-4CA0-4207-AF754FCE6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155" y="2611483"/>
              <a:ext cx="1410" cy="2821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2 h 3"/>
                <a:gd name="T4" fmla="*/ 2 w 2"/>
                <a:gd name="T5" fmla="*/ 2 h 3"/>
                <a:gd name="T6" fmla="*/ 2 w 2"/>
                <a:gd name="T7" fmla="*/ 1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1" y="3"/>
                    <a:pt x="1" y="3"/>
                    <a:pt x="2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2" name="Freeform 197">
              <a:extLst>
                <a:ext uri="{FF2B5EF4-FFF2-40B4-BE49-F238E27FC236}">
                  <a16:creationId xmlns:a16="http://schemas.microsoft.com/office/drawing/2014/main" id="{0B256E55-02BF-63AC-EF88-C6A7B9031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7749" y="2756753"/>
              <a:ext cx="31029" cy="32439"/>
            </a:xfrm>
            <a:custGeom>
              <a:avLst/>
              <a:gdLst>
                <a:gd name="T0" fmla="*/ 5 w 29"/>
                <a:gd name="T1" fmla="*/ 1 h 30"/>
                <a:gd name="T2" fmla="*/ 2 w 29"/>
                <a:gd name="T3" fmla="*/ 6 h 30"/>
                <a:gd name="T4" fmla="*/ 7 w 29"/>
                <a:gd name="T5" fmla="*/ 10 h 30"/>
                <a:gd name="T6" fmla="*/ 13 w 29"/>
                <a:gd name="T7" fmla="*/ 14 h 30"/>
                <a:gd name="T8" fmla="*/ 16 w 29"/>
                <a:gd name="T9" fmla="*/ 19 h 30"/>
                <a:gd name="T10" fmla="*/ 16 w 29"/>
                <a:gd name="T11" fmla="*/ 24 h 30"/>
                <a:gd name="T12" fmla="*/ 18 w 29"/>
                <a:gd name="T13" fmla="*/ 27 h 30"/>
                <a:gd name="T14" fmla="*/ 23 w 29"/>
                <a:gd name="T15" fmla="*/ 29 h 30"/>
                <a:gd name="T16" fmla="*/ 27 w 29"/>
                <a:gd name="T17" fmla="*/ 26 h 30"/>
                <a:gd name="T18" fmla="*/ 28 w 29"/>
                <a:gd name="T19" fmla="*/ 20 h 30"/>
                <a:gd name="T20" fmla="*/ 26 w 29"/>
                <a:gd name="T21" fmla="*/ 14 h 30"/>
                <a:gd name="T22" fmla="*/ 25 w 29"/>
                <a:gd name="T23" fmla="*/ 7 h 30"/>
                <a:gd name="T24" fmla="*/ 22 w 29"/>
                <a:gd name="T25" fmla="*/ 3 h 30"/>
                <a:gd name="T26" fmla="*/ 17 w 29"/>
                <a:gd name="T27" fmla="*/ 0 h 30"/>
                <a:gd name="T28" fmla="*/ 11 w 29"/>
                <a:gd name="T29" fmla="*/ 1 h 30"/>
                <a:gd name="T30" fmla="*/ 5 w 29"/>
                <a:gd name="T31" fmla="*/ 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30">
                  <a:moveTo>
                    <a:pt x="5" y="1"/>
                  </a:moveTo>
                  <a:cubicBezTo>
                    <a:pt x="3" y="3"/>
                    <a:pt x="0" y="3"/>
                    <a:pt x="2" y="6"/>
                  </a:cubicBezTo>
                  <a:cubicBezTo>
                    <a:pt x="4" y="8"/>
                    <a:pt x="4" y="9"/>
                    <a:pt x="7" y="10"/>
                  </a:cubicBezTo>
                  <a:cubicBezTo>
                    <a:pt x="10" y="12"/>
                    <a:pt x="10" y="11"/>
                    <a:pt x="13" y="14"/>
                  </a:cubicBezTo>
                  <a:cubicBezTo>
                    <a:pt x="15" y="16"/>
                    <a:pt x="16" y="16"/>
                    <a:pt x="16" y="19"/>
                  </a:cubicBezTo>
                  <a:cubicBezTo>
                    <a:pt x="16" y="22"/>
                    <a:pt x="15" y="22"/>
                    <a:pt x="16" y="24"/>
                  </a:cubicBezTo>
                  <a:cubicBezTo>
                    <a:pt x="18" y="25"/>
                    <a:pt x="16" y="24"/>
                    <a:pt x="18" y="27"/>
                  </a:cubicBezTo>
                  <a:cubicBezTo>
                    <a:pt x="20" y="29"/>
                    <a:pt x="22" y="30"/>
                    <a:pt x="23" y="29"/>
                  </a:cubicBezTo>
                  <a:cubicBezTo>
                    <a:pt x="24" y="29"/>
                    <a:pt x="26" y="28"/>
                    <a:pt x="27" y="26"/>
                  </a:cubicBezTo>
                  <a:cubicBezTo>
                    <a:pt x="28" y="24"/>
                    <a:pt x="29" y="23"/>
                    <a:pt x="28" y="20"/>
                  </a:cubicBezTo>
                  <a:cubicBezTo>
                    <a:pt x="26" y="17"/>
                    <a:pt x="26" y="17"/>
                    <a:pt x="26" y="14"/>
                  </a:cubicBezTo>
                  <a:cubicBezTo>
                    <a:pt x="26" y="12"/>
                    <a:pt x="27" y="9"/>
                    <a:pt x="25" y="7"/>
                  </a:cubicBezTo>
                  <a:cubicBezTo>
                    <a:pt x="23" y="5"/>
                    <a:pt x="23" y="4"/>
                    <a:pt x="22" y="3"/>
                  </a:cubicBezTo>
                  <a:cubicBezTo>
                    <a:pt x="22" y="2"/>
                    <a:pt x="20" y="0"/>
                    <a:pt x="17" y="0"/>
                  </a:cubicBezTo>
                  <a:cubicBezTo>
                    <a:pt x="13" y="1"/>
                    <a:pt x="13" y="1"/>
                    <a:pt x="11" y="1"/>
                  </a:cubicBezTo>
                  <a:cubicBezTo>
                    <a:pt x="10" y="1"/>
                    <a:pt x="7" y="0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3" name="Freeform 198">
              <a:extLst>
                <a:ext uri="{FF2B5EF4-FFF2-40B4-BE49-F238E27FC236}">
                  <a16:creationId xmlns:a16="http://schemas.microsoft.com/office/drawing/2014/main" id="{0B00F7AE-667F-F419-FA41-C6FC695F7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155" y="2701748"/>
              <a:ext cx="4231" cy="7052"/>
            </a:xfrm>
            <a:custGeom>
              <a:avLst/>
              <a:gdLst>
                <a:gd name="T0" fmla="*/ 1 w 4"/>
                <a:gd name="T1" fmla="*/ 7 h 7"/>
                <a:gd name="T2" fmla="*/ 2 w 4"/>
                <a:gd name="T3" fmla="*/ 6 h 7"/>
                <a:gd name="T4" fmla="*/ 3 w 4"/>
                <a:gd name="T5" fmla="*/ 3 h 7"/>
                <a:gd name="T6" fmla="*/ 1 w 4"/>
                <a:gd name="T7" fmla="*/ 0 h 7"/>
                <a:gd name="T8" fmla="*/ 0 w 4"/>
                <a:gd name="T9" fmla="*/ 2 h 7"/>
                <a:gd name="T10" fmla="*/ 1 w 4"/>
                <a:gd name="T11" fmla="*/ 4 h 7"/>
                <a:gd name="T12" fmla="*/ 1 w 4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7">
                  <a:moveTo>
                    <a:pt x="1" y="7"/>
                  </a:moveTo>
                  <a:cubicBezTo>
                    <a:pt x="2" y="7"/>
                    <a:pt x="2" y="7"/>
                    <a:pt x="2" y="6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4" y="1"/>
                    <a:pt x="3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1" y="3"/>
                    <a:pt x="1" y="4"/>
                  </a:cubicBezTo>
                  <a:cubicBezTo>
                    <a:pt x="1" y="5"/>
                    <a:pt x="0" y="7"/>
                    <a:pt x="1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4" name="Freeform 199">
              <a:extLst>
                <a:ext uri="{FF2B5EF4-FFF2-40B4-BE49-F238E27FC236}">
                  <a16:creationId xmlns:a16="http://schemas.microsoft.com/office/drawing/2014/main" id="{4FCD251F-9EDD-0FEC-095A-1CB948688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791" y="2621356"/>
              <a:ext cx="101548" cy="136808"/>
            </a:xfrm>
            <a:custGeom>
              <a:avLst/>
              <a:gdLst>
                <a:gd name="T0" fmla="*/ 1 w 92"/>
                <a:gd name="T1" fmla="*/ 54 h 127"/>
                <a:gd name="T2" fmla="*/ 6 w 92"/>
                <a:gd name="T3" fmla="*/ 65 h 127"/>
                <a:gd name="T4" fmla="*/ 8 w 92"/>
                <a:gd name="T5" fmla="*/ 80 h 127"/>
                <a:gd name="T6" fmla="*/ 14 w 92"/>
                <a:gd name="T7" fmla="*/ 86 h 127"/>
                <a:gd name="T8" fmla="*/ 17 w 92"/>
                <a:gd name="T9" fmla="*/ 83 h 127"/>
                <a:gd name="T10" fmla="*/ 20 w 92"/>
                <a:gd name="T11" fmla="*/ 81 h 127"/>
                <a:gd name="T12" fmla="*/ 25 w 92"/>
                <a:gd name="T13" fmla="*/ 87 h 127"/>
                <a:gd name="T14" fmla="*/ 19 w 92"/>
                <a:gd name="T15" fmla="*/ 91 h 127"/>
                <a:gd name="T16" fmla="*/ 19 w 92"/>
                <a:gd name="T17" fmla="*/ 98 h 127"/>
                <a:gd name="T18" fmla="*/ 25 w 92"/>
                <a:gd name="T19" fmla="*/ 101 h 127"/>
                <a:gd name="T20" fmla="*/ 34 w 92"/>
                <a:gd name="T21" fmla="*/ 103 h 127"/>
                <a:gd name="T22" fmla="*/ 43 w 92"/>
                <a:gd name="T23" fmla="*/ 98 h 127"/>
                <a:gd name="T24" fmla="*/ 50 w 92"/>
                <a:gd name="T25" fmla="*/ 102 h 127"/>
                <a:gd name="T26" fmla="*/ 54 w 92"/>
                <a:gd name="T27" fmla="*/ 108 h 127"/>
                <a:gd name="T28" fmla="*/ 58 w 92"/>
                <a:gd name="T29" fmla="*/ 103 h 127"/>
                <a:gd name="T30" fmla="*/ 58 w 92"/>
                <a:gd name="T31" fmla="*/ 98 h 127"/>
                <a:gd name="T32" fmla="*/ 63 w 92"/>
                <a:gd name="T33" fmla="*/ 102 h 127"/>
                <a:gd name="T34" fmla="*/ 70 w 92"/>
                <a:gd name="T35" fmla="*/ 109 h 127"/>
                <a:gd name="T36" fmla="*/ 74 w 92"/>
                <a:gd name="T37" fmla="*/ 113 h 127"/>
                <a:gd name="T38" fmla="*/ 79 w 92"/>
                <a:gd name="T39" fmla="*/ 118 h 127"/>
                <a:gd name="T40" fmla="*/ 86 w 92"/>
                <a:gd name="T41" fmla="*/ 118 h 127"/>
                <a:gd name="T42" fmla="*/ 87 w 92"/>
                <a:gd name="T43" fmla="*/ 121 h 127"/>
                <a:gd name="T44" fmla="*/ 89 w 92"/>
                <a:gd name="T45" fmla="*/ 125 h 127"/>
                <a:gd name="T46" fmla="*/ 91 w 92"/>
                <a:gd name="T47" fmla="*/ 125 h 127"/>
                <a:gd name="T48" fmla="*/ 92 w 92"/>
                <a:gd name="T49" fmla="*/ 118 h 127"/>
                <a:gd name="T50" fmla="*/ 88 w 92"/>
                <a:gd name="T51" fmla="*/ 115 h 127"/>
                <a:gd name="T52" fmla="*/ 85 w 92"/>
                <a:gd name="T53" fmla="*/ 113 h 127"/>
                <a:gd name="T54" fmla="*/ 80 w 92"/>
                <a:gd name="T55" fmla="*/ 107 h 127"/>
                <a:gd name="T56" fmla="*/ 84 w 92"/>
                <a:gd name="T57" fmla="*/ 103 h 127"/>
                <a:gd name="T58" fmla="*/ 85 w 92"/>
                <a:gd name="T59" fmla="*/ 101 h 127"/>
                <a:gd name="T60" fmla="*/ 78 w 92"/>
                <a:gd name="T61" fmla="*/ 98 h 127"/>
                <a:gd name="T62" fmla="*/ 73 w 92"/>
                <a:gd name="T63" fmla="*/ 101 h 127"/>
                <a:gd name="T64" fmla="*/ 69 w 92"/>
                <a:gd name="T65" fmla="*/ 97 h 127"/>
                <a:gd name="T66" fmla="*/ 63 w 92"/>
                <a:gd name="T67" fmla="*/ 91 h 127"/>
                <a:gd name="T68" fmla="*/ 54 w 92"/>
                <a:gd name="T69" fmla="*/ 94 h 127"/>
                <a:gd name="T70" fmla="*/ 48 w 92"/>
                <a:gd name="T71" fmla="*/ 96 h 127"/>
                <a:gd name="T72" fmla="*/ 42 w 92"/>
                <a:gd name="T73" fmla="*/ 93 h 127"/>
                <a:gd name="T74" fmla="*/ 41 w 92"/>
                <a:gd name="T75" fmla="*/ 85 h 127"/>
                <a:gd name="T76" fmla="*/ 39 w 92"/>
                <a:gd name="T77" fmla="*/ 79 h 127"/>
                <a:gd name="T78" fmla="*/ 36 w 92"/>
                <a:gd name="T79" fmla="*/ 72 h 127"/>
                <a:gd name="T80" fmla="*/ 35 w 92"/>
                <a:gd name="T81" fmla="*/ 65 h 127"/>
                <a:gd name="T82" fmla="*/ 38 w 92"/>
                <a:gd name="T83" fmla="*/ 59 h 127"/>
                <a:gd name="T84" fmla="*/ 48 w 92"/>
                <a:gd name="T85" fmla="*/ 51 h 127"/>
                <a:gd name="T86" fmla="*/ 53 w 92"/>
                <a:gd name="T87" fmla="*/ 45 h 127"/>
                <a:gd name="T88" fmla="*/ 58 w 92"/>
                <a:gd name="T89" fmla="*/ 34 h 127"/>
                <a:gd name="T90" fmla="*/ 52 w 92"/>
                <a:gd name="T91" fmla="*/ 26 h 127"/>
                <a:gd name="T92" fmla="*/ 52 w 92"/>
                <a:gd name="T93" fmla="*/ 14 h 127"/>
                <a:gd name="T94" fmla="*/ 48 w 92"/>
                <a:gd name="T95" fmla="*/ 3 h 127"/>
                <a:gd name="T96" fmla="*/ 40 w 92"/>
                <a:gd name="T97" fmla="*/ 10 h 127"/>
                <a:gd name="T98" fmla="*/ 38 w 92"/>
                <a:gd name="T99" fmla="*/ 5 h 127"/>
                <a:gd name="T100" fmla="*/ 30 w 92"/>
                <a:gd name="T101" fmla="*/ 1 h 127"/>
                <a:gd name="T102" fmla="*/ 21 w 92"/>
                <a:gd name="T103" fmla="*/ 1 h 127"/>
                <a:gd name="T104" fmla="*/ 16 w 92"/>
                <a:gd name="T105" fmla="*/ 12 h 127"/>
                <a:gd name="T106" fmla="*/ 14 w 92"/>
                <a:gd name="T107" fmla="*/ 25 h 127"/>
                <a:gd name="T108" fmla="*/ 12 w 92"/>
                <a:gd name="T109" fmla="*/ 40 h 127"/>
                <a:gd name="T110" fmla="*/ 14 w 92"/>
                <a:gd name="T111" fmla="*/ 50 h 127"/>
                <a:gd name="T112" fmla="*/ 8 w 92"/>
                <a:gd name="T113" fmla="*/ 53 h 127"/>
                <a:gd name="T114" fmla="*/ 2 w 92"/>
                <a:gd name="T115" fmla="*/ 48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2" h="127">
                  <a:moveTo>
                    <a:pt x="2" y="48"/>
                  </a:moveTo>
                  <a:cubicBezTo>
                    <a:pt x="0" y="49"/>
                    <a:pt x="1" y="52"/>
                    <a:pt x="1" y="54"/>
                  </a:cubicBezTo>
                  <a:cubicBezTo>
                    <a:pt x="2" y="56"/>
                    <a:pt x="3" y="57"/>
                    <a:pt x="4" y="59"/>
                  </a:cubicBezTo>
                  <a:cubicBezTo>
                    <a:pt x="5" y="60"/>
                    <a:pt x="5" y="62"/>
                    <a:pt x="6" y="65"/>
                  </a:cubicBezTo>
                  <a:cubicBezTo>
                    <a:pt x="7" y="68"/>
                    <a:pt x="7" y="72"/>
                    <a:pt x="6" y="75"/>
                  </a:cubicBezTo>
                  <a:cubicBezTo>
                    <a:pt x="6" y="77"/>
                    <a:pt x="6" y="77"/>
                    <a:pt x="8" y="80"/>
                  </a:cubicBezTo>
                  <a:cubicBezTo>
                    <a:pt x="10" y="83"/>
                    <a:pt x="10" y="81"/>
                    <a:pt x="11" y="82"/>
                  </a:cubicBezTo>
                  <a:cubicBezTo>
                    <a:pt x="13" y="84"/>
                    <a:pt x="13" y="84"/>
                    <a:pt x="14" y="86"/>
                  </a:cubicBezTo>
                  <a:cubicBezTo>
                    <a:pt x="14" y="88"/>
                    <a:pt x="16" y="87"/>
                    <a:pt x="18" y="86"/>
                  </a:cubicBezTo>
                  <a:cubicBezTo>
                    <a:pt x="19" y="86"/>
                    <a:pt x="19" y="85"/>
                    <a:pt x="17" y="83"/>
                  </a:cubicBezTo>
                  <a:cubicBezTo>
                    <a:pt x="16" y="81"/>
                    <a:pt x="16" y="81"/>
                    <a:pt x="18" y="79"/>
                  </a:cubicBezTo>
                  <a:cubicBezTo>
                    <a:pt x="19" y="78"/>
                    <a:pt x="20" y="80"/>
                    <a:pt x="20" y="81"/>
                  </a:cubicBezTo>
                  <a:cubicBezTo>
                    <a:pt x="21" y="82"/>
                    <a:pt x="22" y="83"/>
                    <a:pt x="23" y="84"/>
                  </a:cubicBezTo>
                  <a:cubicBezTo>
                    <a:pt x="25" y="85"/>
                    <a:pt x="25" y="85"/>
                    <a:pt x="25" y="87"/>
                  </a:cubicBezTo>
                  <a:cubicBezTo>
                    <a:pt x="26" y="89"/>
                    <a:pt x="25" y="88"/>
                    <a:pt x="24" y="89"/>
                  </a:cubicBezTo>
                  <a:cubicBezTo>
                    <a:pt x="22" y="90"/>
                    <a:pt x="22" y="90"/>
                    <a:pt x="19" y="91"/>
                  </a:cubicBezTo>
                  <a:cubicBezTo>
                    <a:pt x="16" y="92"/>
                    <a:pt x="18" y="92"/>
                    <a:pt x="19" y="94"/>
                  </a:cubicBezTo>
                  <a:cubicBezTo>
                    <a:pt x="19" y="96"/>
                    <a:pt x="19" y="95"/>
                    <a:pt x="19" y="98"/>
                  </a:cubicBezTo>
                  <a:cubicBezTo>
                    <a:pt x="20" y="100"/>
                    <a:pt x="21" y="99"/>
                    <a:pt x="23" y="99"/>
                  </a:cubicBezTo>
                  <a:cubicBezTo>
                    <a:pt x="24" y="99"/>
                    <a:pt x="24" y="100"/>
                    <a:pt x="25" y="101"/>
                  </a:cubicBezTo>
                  <a:cubicBezTo>
                    <a:pt x="25" y="103"/>
                    <a:pt x="28" y="103"/>
                    <a:pt x="29" y="104"/>
                  </a:cubicBezTo>
                  <a:cubicBezTo>
                    <a:pt x="30" y="105"/>
                    <a:pt x="33" y="104"/>
                    <a:pt x="34" y="103"/>
                  </a:cubicBezTo>
                  <a:cubicBezTo>
                    <a:pt x="35" y="101"/>
                    <a:pt x="37" y="100"/>
                    <a:pt x="38" y="98"/>
                  </a:cubicBezTo>
                  <a:cubicBezTo>
                    <a:pt x="39" y="97"/>
                    <a:pt x="42" y="98"/>
                    <a:pt x="43" y="98"/>
                  </a:cubicBezTo>
                  <a:cubicBezTo>
                    <a:pt x="44" y="98"/>
                    <a:pt x="45" y="99"/>
                    <a:pt x="47" y="100"/>
                  </a:cubicBezTo>
                  <a:cubicBezTo>
                    <a:pt x="49" y="101"/>
                    <a:pt x="48" y="101"/>
                    <a:pt x="50" y="102"/>
                  </a:cubicBezTo>
                  <a:cubicBezTo>
                    <a:pt x="51" y="103"/>
                    <a:pt x="52" y="103"/>
                    <a:pt x="53" y="104"/>
                  </a:cubicBezTo>
                  <a:cubicBezTo>
                    <a:pt x="54" y="105"/>
                    <a:pt x="54" y="106"/>
                    <a:pt x="54" y="108"/>
                  </a:cubicBezTo>
                  <a:cubicBezTo>
                    <a:pt x="54" y="109"/>
                    <a:pt x="57" y="109"/>
                    <a:pt x="57" y="107"/>
                  </a:cubicBezTo>
                  <a:cubicBezTo>
                    <a:pt x="57" y="105"/>
                    <a:pt x="57" y="105"/>
                    <a:pt x="58" y="103"/>
                  </a:cubicBezTo>
                  <a:cubicBezTo>
                    <a:pt x="58" y="102"/>
                    <a:pt x="57" y="101"/>
                    <a:pt x="56" y="100"/>
                  </a:cubicBezTo>
                  <a:cubicBezTo>
                    <a:pt x="56" y="98"/>
                    <a:pt x="57" y="98"/>
                    <a:pt x="58" y="98"/>
                  </a:cubicBezTo>
                  <a:cubicBezTo>
                    <a:pt x="59" y="98"/>
                    <a:pt x="60" y="99"/>
                    <a:pt x="61" y="99"/>
                  </a:cubicBezTo>
                  <a:cubicBezTo>
                    <a:pt x="63" y="99"/>
                    <a:pt x="63" y="101"/>
                    <a:pt x="63" y="102"/>
                  </a:cubicBezTo>
                  <a:cubicBezTo>
                    <a:pt x="64" y="104"/>
                    <a:pt x="65" y="105"/>
                    <a:pt x="66" y="105"/>
                  </a:cubicBezTo>
                  <a:cubicBezTo>
                    <a:pt x="67" y="105"/>
                    <a:pt x="69" y="107"/>
                    <a:pt x="70" y="109"/>
                  </a:cubicBezTo>
                  <a:cubicBezTo>
                    <a:pt x="70" y="110"/>
                    <a:pt x="71" y="110"/>
                    <a:pt x="72" y="111"/>
                  </a:cubicBezTo>
                  <a:cubicBezTo>
                    <a:pt x="74" y="111"/>
                    <a:pt x="74" y="112"/>
                    <a:pt x="74" y="113"/>
                  </a:cubicBezTo>
                  <a:cubicBezTo>
                    <a:pt x="74" y="114"/>
                    <a:pt x="75" y="115"/>
                    <a:pt x="75" y="116"/>
                  </a:cubicBezTo>
                  <a:cubicBezTo>
                    <a:pt x="76" y="118"/>
                    <a:pt x="78" y="118"/>
                    <a:pt x="79" y="118"/>
                  </a:cubicBezTo>
                  <a:cubicBezTo>
                    <a:pt x="80" y="119"/>
                    <a:pt x="81" y="119"/>
                    <a:pt x="83" y="119"/>
                  </a:cubicBezTo>
                  <a:cubicBezTo>
                    <a:pt x="85" y="119"/>
                    <a:pt x="85" y="119"/>
                    <a:pt x="86" y="118"/>
                  </a:cubicBezTo>
                  <a:cubicBezTo>
                    <a:pt x="87" y="118"/>
                    <a:pt x="88" y="118"/>
                    <a:pt x="89" y="119"/>
                  </a:cubicBezTo>
                  <a:cubicBezTo>
                    <a:pt x="89" y="121"/>
                    <a:pt x="88" y="121"/>
                    <a:pt x="87" y="121"/>
                  </a:cubicBezTo>
                  <a:cubicBezTo>
                    <a:pt x="86" y="122"/>
                    <a:pt x="86" y="122"/>
                    <a:pt x="86" y="123"/>
                  </a:cubicBezTo>
                  <a:cubicBezTo>
                    <a:pt x="86" y="124"/>
                    <a:pt x="87" y="124"/>
                    <a:pt x="89" y="125"/>
                  </a:cubicBezTo>
                  <a:cubicBezTo>
                    <a:pt x="90" y="125"/>
                    <a:pt x="90" y="126"/>
                    <a:pt x="91" y="127"/>
                  </a:cubicBezTo>
                  <a:cubicBezTo>
                    <a:pt x="91" y="127"/>
                    <a:pt x="91" y="126"/>
                    <a:pt x="91" y="125"/>
                  </a:cubicBezTo>
                  <a:cubicBezTo>
                    <a:pt x="91" y="124"/>
                    <a:pt x="91" y="123"/>
                    <a:pt x="92" y="121"/>
                  </a:cubicBezTo>
                  <a:cubicBezTo>
                    <a:pt x="92" y="119"/>
                    <a:pt x="92" y="119"/>
                    <a:pt x="92" y="118"/>
                  </a:cubicBezTo>
                  <a:cubicBezTo>
                    <a:pt x="92" y="116"/>
                    <a:pt x="91" y="116"/>
                    <a:pt x="90" y="116"/>
                  </a:cubicBezTo>
                  <a:cubicBezTo>
                    <a:pt x="89" y="115"/>
                    <a:pt x="89" y="115"/>
                    <a:pt x="88" y="115"/>
                  </a:cubicBezTo>
                  <a:cubicBezTo>
                    <a:pt x="86" y="115"/>
                    <a:pt x="86" y="116"/>
                    <a:pt x="85" y="115"/>
                  </a:cubicBezTo>
                  <a:cubicBezTo>
                    <a:pt x="84" y="115"/>
                    <a:pt x="84" y="114"/>
                    <a:pt x="85" y="113"/>
                  </a:cubicBezTo>
                  <a:cubicBezTo>
                    <a:pt x="87" y="112"/>
                    <a:pt x="85" y="112"/>
                    <a:pt x="84" y="110"/>
                  </a:cubicBezTo>
                  <a:cubicBezTo>
                    <a:pt x="83" y="107"/>
                    <a:pt x="83" y="109"/>
                    <a:pt x="80" y="107"/>
                  </a:cubicBezTo>
                  <a:cubicBezTo>
                    <a:pt x="78" y="106"/>
                    <a:pt x="79" y="105"/>
                    <a:pt x="80" y="103"/>
                  </a:cubicBezTo>
                  <a:cubicBezTo>
                    <a:pt x="81" y="102"/>
                    <a:pt x="82" y="103"/>
                    <a:pt x="84" y="103"/>
                  </a:cubicBezTo>
                  <a:cubicBezTo>
                    <a:pt x="85" y="103"/>
                    <a:pt x="86" y="103"/>
                    <a:pt x="87" y="103"/>
                  </a:cubicBezTo>
                  <a:cubicBezTo>
                    <a:pt x="88" y="103"/>
                    <a:pt x="87" y="102"/>
                    <a:pt x="85" y="101"/>
                  </a:cubicBezTo>
                  <a:cubicBezTo>
                    <a:pt x="83" y="101"/>
                    <a:pt x="83" y="100"/>
                    <a:pt x="82" y="99"/>
                  </a:cubicBezTo>
                  <a:cubicBezTo>
                    <a:pt x="80" y="98"/>
                    <a:pt x="80" y="98"/>
                    <a:pt x="78" y="98"/>
                  </a:cubicBezTo>
                  <a:cubicBezTo>
                    <a:pt x="77" y="97"/>
                    <a:pt x="75" y="96"/>
                    <a:pt x="75" y="98"/>
                  </a:cubicBezTo>
                  <a:cubicBezTo>
                    <a:pt x="74" y="99"/>
                    <a:pt x="74" y="100"/>
                    <a:pt x="73" y="101"/>
                  </a:cubicBezTo>
                  <a:cubicBezTo>
                    <a:pt x="71" y="102"/>
                    <a:pt x="70" y="103"/>
                    <a:pt x="69" y="102"/>
                  </a:cubicBezTo>
                  <a:cubicBezTo>
                    <a:pt x="69" y="101"/>
                    <a:pt x="69" y="99"/>
                    <a:pt x="69" y="97"/>
                  </a:cubicBezTo>
                  <a:cubicBezTo>
                    <a:pt x="69" y="95"/>
                    <a:pt x="68" y="95"/>
                    <a:pt x="66" y="93"/>
                  </a:cubicBezTo>
                  <a:cubicBezTo>
                    <a:pt x="64" y="92"/>
                    <a:pt x="64" y="92"/>
                    <a:pt x="63" y="91"/>
                  </a:cubicBezTo>
                  <a:cubicBezTo>
                    <a:pt x="61" y="90"/>
                    <a:pt x="59" y="90"/>
                    <a:pt x="57" y="90"/>
                  </a:cubicBezTo>
                  <a:cubicBezTo>
                    <a:pt x="55" y="90"/>
                    <a:pt x="54" y="92"/>
                    <a:pt x="54" y="94"/>
                  </a:cubicBezTo>
                  <a:cubicBezTo>
                    <a:pt x="53" y="95"/>
                    <a:pt x="53" y="97"/>
                    <a:pt x="51" y="98"/>
                  </a:cubicBezTo>
                  <a:cubicBezTo>
                    <a:pt x="50" y="99"/>
                    <a:pt x="49" y="98"/>
                    <a:pt x="48" y="96"/>
                  </a:cubicBezTo>
                  <a:cubicBezTo>
                    <a:pt x="46" y="95"/>
                    <a:pt x="46" y="95"/>
                    <a:pt x="44" y="95"/>
                  </a:cubicBezTo>
                  <a:cubicBezTo>
                    <a:pt x="42" y="94"/>
                    <a:pt x="43" y="94"/>
                    <a:pt x="42" y="93"/>
                  </a:cubicBezTo>
                  <a:cubicBezTo>
                    <a:pt x="41" y="91"/>
                    <a:pt x="42" y="91"/>
                    <a:pt x="42" y="89"/>
                  </a:cubicBezTo>
                  <a:cubicBezTo>
                    <a:pt x="42" y="87"/>
                    <a:pt x="41" y="86"/>
                    <a:pt x="41" y="85"/>
                  </a:cubicBezTo>
                  <a:cubicBezTo>
                    <a:pt x="41" y="83"/>
                    <a:pt x="41" y="83"/>
                    <a:pt x="41" y="81"/>
                  </a:cubicBezTo>
                  <a:cubicBezTo>
                    <a:pt x="41" y="79"/>
                    <a:pt x="41" y="80"/>
                    <a:pt x="39" y="79"/>
                  </a:cubicBezTo>
                  <a:cubicBezTo>
                    <a:pt x="38" y="78"/>
                    <a:pt x="38" y="77"/>
                    <a:pt x="38" y="76"/>
                  </a:cubicBezTo>
                  <a:cubicBezTo>
                    <a:pt x="38" y="75"/>
                    <a:pt x="38" y="74"/>
                    <a:pt x="36" y="72"/>
                  </a:cubicBezTo>
                  <a:cubicBezTo>
                    <a:pt x="35" y="70"/>
                    <a:pt x="34" y="70"/>
                    <a:pt x="34" y="69"/>
                  </a:cubicBezTo>
                  <a:cubicBezTo>
                    <a:pt x="34" y="68"/>
                    <a:pt x="35" y="66"/>
                    <a:pt x="35" y="65"/>
                  </a:cubicBezTo>
                  <a:cubicBezTo>
                    <a:pt x="36" y="64"/>
                    <a:pt x="38" y="63"/>
                    <a:pt x="39" y="62"/>
                  </a:cubicBezTo>
                  <a:cubicBezTo>
                    <a:pt x="41" y="62"/>
                    <a:pt x="40" y="60"/>
                    <a:pt x="38" y="59"/>
                  </a:cubicBezTo>
                  <a:cubicBezTo>
                    <a:pt x="37" y="58"/>
                    <a:pt x="37" y="56"/>
                    <a:pt x="39" y="55"/>
                  </a:cubicBezTo>
                  <a:cubicBezTo>
                    <a:pt x="40" y="54"/>
                    <a:pt x="46" y="52"/>
                    <a:pt x="48" y="51"/>
                  </a:cubicBezTo>
                  <a:cubicBezTo>
                    <a:pt x="49" y="53"/>
                    <a:pt x="49" y="51"/>
                    <a:pt x="49" y="49"/>
                  </a:cubicBezTo>
                  <a:cubicBezTo>
                    <a:pt x="50" y="47"/>
                    <a:pt x="52" y="47"/>
                    <a:pt x="53" y="45"/>
                  </a:cubicBezTo>
                  <a:cubicBezTo>
                    <a:pt x="54" y="43"/>
                    <a:pt x="53" y="42"/>
                    <a:pt x="54" y="40"/>
                  </a:cubicBezTo>
                  <a:cubicBezTo>
                    <a:pt x="54" y="38"/>
                    <a:pt x="56" y="37"/>
                    <a:pt x="58" y="34"/>
                  </a:cubicBezTo>
                  <a:cubicBezTo>
                    <a:pt x="59" y="31"/>
                    <a:pt x="58" y="31"/>
                    <a:pt x="57" y="30"/>
                  </a:cubicBezTo>
                  <a:cubicBezTo>
                    <a:pt x="56" y="28"/>
                    <a:pt x="55" y="28"/>
                    <a:pt x="52" y="26"/>
                  </a:cubicBezTo>
                  <a:cubicBezTo>
                    <a:pt x="49" y="23"/>
                    <a:pt x="51" y="22"/>
                    <a:pt x="51" y="19"/>
                  </a:cubicBezTo>
                  <a:cubicBezTo>
                    <a:pt x="52" y="17"/>
                    <a:pt x="52" y="16"/>
                    <a:pt x="52" y="14"/>
                  </a:cubicBezTo>
                  <a:cubicBezTo>
                    <a:pt x="51" y="12"/>
                    <a:pt x="54" y="2"/>
                    <a:pt x="53" y="1"/>
                  </a:cubicBezTo>
                  <a:cubicBezTo>
                    <a:pt x="50" y="0"/>
                    <a:pt x="50" y="2"/>
                    <a:pt x="48" y="3"/>
                  </a:cubicBezTo>
                  <a:cubicBezTo>
                    <a:pt x="47" y="5"/>
                    <a:pt x="47" y="5"/>
                    <a:pt x="45" y="5"/>
                  </a:cubicBezTo>
                  <a:cubicBezTo>
                    <a:pt x="42" y="5"/>
                    <a:pt x="41" y="8"/>
                    <a:pt x="40" y="10"/>
                  </a:cubicBezTo>
                  <a:cubicBezTo>
                    <a:pt x="39" y="11"/>
                    <a:pt x="39" y="10"/>
                    <a:pt x="39" y="8"/>
                  </a:cubicBezTo>
                  <a:cubicBezTo>
                    <a:pt x="38" y="6"/>
                    <a:pt x="39" y="5"/>
                    <a:pt x="38" y="5"/>
                  </a:cubicBezTo>
                  <a:cubicBezTo>
                    <a:pt x="37" y="4"/>
                    <a:pt x="36" y="4"/>
                    <a:pt x="35" y="3"/>
                  </a:cubicBezTo>
                  <a:cubicBezTo>
                    <a:pt x="33" y="1"/>
                    <a:pt x="32" y="2"/>
                    <a:pt x="30" y="1"/>
                  </a:cubicBezTo>
                  <a:cubicBezTo>
                    <a:pt x="29" y="0"/>
                    <a:pt x="28" y="1"/>
                    <a:pt x="26" y="1"/>
                  </a:cubicBezTo>
                  <a:cubicBezTo>
                    <a:pt x="24" y="0"/>
                    <a:pt x="23" y="1"/>
                    <a:pt x="21" y="1"/>
                  </a:cubicBezTo>
                  <a:cubicBezTo>
                    <a:pt x="19" y="1"/>
                    <a:pt x="18" y="3"/>
                    <a:pt x="17" y="4"/>
                  </a:cubicBezTo>
                  <a:cubicBezTo>
                    <a:pt x="16" y="6"/>
                    <a:pt x="17" y="10"/>
                    <a:pt x="16" y="12"/>
                  </a:cubicBezTo>
                  <a:cubicBezTo>
                    <a:pt x="14" y="14"/>
                    <a:pt x="15" y="15"/>
                    <a:pt x="14" y="18"/>
                  </a:cubicBezTo>
                  <a:cubicBezTo>
                    <a:pt x="14" y="20"/>
                    <a:pt x="14" y="22"/>
                    <a:pt x="14" y="25"/>
                  </a:cubicBezTo>
                  <a:cubicBezTo>
                    <a:pt x="15" y="28"/>
                    <a:pt x="15" y="30"/>
                    <a:pt x="15" y="33"/>
                  </a:cubicBezTo>
                  <a:cubicBezTo>
                    <a:pt x="15" y="36"/>
                    <a:pt x="15" y="38"/>
                    <a:pt x="12" y="40"/>
                  </a:cubicBezTo>
                  <a:cubicBezTo>
                    <a:pt x="10" y="42"/>
                    <a:pt x="12" y="43"/>
                    <a:pt x="13" y="46"/>
                  </a:cubicBezTo>
                  <a:cubicBezTo>
                    <a:pt x="14" y="49"/>
                    <a:pt x="14" y="48"/>
                    <a:pt x="14" y="50"/>
                  </a:cubicBezTo>
                  <a:cubicBezTo>
                    <a:pt x="14" y="53"/>
                    <a:pt x="13" y="52"/>
                    <a:pt x="11" y="53"/>
                  </a:cubicBezTo>
                  <a:cubicBezTo>
                    <a:pt x="9" y="55"/>
                    <a:pt x="9" y="54"/>
                    <a:pt x="8" y="53"/>
                  </a:cubicBezTo>
                  <a:cubicBezTo>
                    <a:pt x="7" y="52"/>
                    <a:pt x="6" y="50"/>
                    <a:pt x="5" y="48"/>
                  </a:cubicBezTo>
                  <a:cubicBezTo>
                    <a:pt x="4" y="47"/>
                    <a:pt x="3" y="47"/>
                    <a:pt x="2" y="4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5" name="Freeform 200">
              <a:extLst>
                <a:ext uri="{FF2B5EF4-FFF2-40B4-BE49-F238E27FC236}">
                  <a16:creationId xmlns:a16="http://schemas.microsoft.com/office/drawing/2014/main" id="{D4E5C6E6-A56A-8DC2-FB59-D536C31C2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155" y="2820221"/>
              <a:ext cx="107189" cy="93086"/>
            </a:xfrm>
            <a:custGeom>
              <a:avLst/>
              <a:gdLst>
                <a:gd name="T0" fmla="*/ 73 w 97"/>
                <a:gd name="T1" fmla="*/ 1 h 86"/>
                <a:gd name="T2" fmla="*/ 75 w 97"/>
                <a:gd name="T3" fmla="*/ 12 h 86"/>
                <a:gd name="T4" fmla="*/ 67 w 97"/>
                <a:gd name="T5" fmla="*/ 15 h 86"/>
                <a:gd name="T6" fmla="*/ 61 w 97"/>
                <a:gd name="T7" fmla="*/ 14 h 86"/>
                <a:gd name="T8" fmla="*/ 59 w 97"/>
                <a:gd name="T9" fmla="*/ 14 h 86"/>
                <a:gd name="T10" fmla="*/ 58 w 97"/>
                <a:gd name="T11" fmla="*/ 25 h 86"/>
                <a:gd name="T12" fmla="*/ 49 w 97"/>
                <a:gd name="T13" fmla="*/ 26 h 86"/>
                <a:gd name="T14" fmla="*/ 41 w 97"/>
                <a:gd name="T15" fmla="*/ 35 h 86"/>
                <a:gd name="T16" fmla="*/ 38 w 97"/>
                <a:gd name="T17" fmla="*/ 33 h 86"/>
                <a:gd name="T18" fmla="*/ 39 w 97"/>
                <a:gd name="T19" fmla="*/ 27 h 86"/>
                <a:gd name="T20" fmla="*/ 33 w 97"/>
                <a:gd name="T21" fmla="*/ 23 h 86"/>
                <a:gd name="T22" fmla="*/ 27 w 97"/>
                <a:gd name="T23" fmla="*/ 23 h 86"/>
                <a:gd name="T24" fmla="*/ 21 w 97"/>
                <a:gd name="T25" fmla="*/ 31 h 86"/>
                <a:gd name="T26" fmla="*/ 11 w 97"/>
                <a:gd name="T27" fmla="*/ 36 h 86"/>
                <a:gd name="T28" fmla="*/ 5 w 97"/>
                <a:gd name="T29" fmla="*/ 41 h 86"/>
                <a:gd name="T30" fmla="*/ 3 w 97"/>
                <a:gd name="T31" fmla="*/ 48 h 86"/>
                <a:gd name="T32" fmla="*/ 3 w 97"/>
                <a:gd name="T33" fmla="*/ 57 h 86"/>
                <a:gd name="T34" fmla="*/ 8 w 97"/>
                <a:gd name="T35" fmla="*/ 51 h 86"/>
                <a:gd name="T36" fmla="*/ 12 w 97"/>
                <a:gd name="T37" fmla="*/ 42 h 86"/>
                <a:gd name="T38" fmla="*/ 16 w 97"/>
                <a:gd name="T39" fmla="*/ 42 h 86"/>
                <a:gd name="T40" fmla="*/ 20 w 97"/>
                <a:gd name="T41" fmla="*/ 46 h 86"/>
                <a:gd name="T42" fmla="*/ 23 w 97"/>
                <a:gd name="T43" fmla="*/ 43 h 86"/>
                <a:gd name="T44" fmla="*/ 27 w 97"/>
                <a:gd name="T45" fmla="*/ 44 h 86"/>
                <a:gd name="T46" fmla="*/ 31 w 97"/>
                <a:gd name="T47" fmla="*/ 47 h 86"/>
                <a:gd name="T48" fmla="*/ 37 w 97"/>
                <a:gd name="T49" fmla="*/ 40 h 86"/>
                <a:gd name="T50" fmla="*/ 44 w 97"/>
                <a:gd name="T51" fmla="*/ 47 h 86"/>
                <a:gd name="T52" fmla="*/ 44 w 97"/>
                <a:gd name="T53" fmla="*/ 54 h 86"/>
                <a:gd name="T54" fmla="*/ 46 w 97"/>
                <a:gd name="T55" fmla="*/ 69 h 86"/>
                <a:gd name="T56" fmla="*/ 60 w 97"/>
                <a:gd name="T57" fmla="*/ 77 h 86"/>
                <a:gd name="T58" fmla="*/ 66 w 97"/>
                <a:gd name="T59" fmla="*/ 75 h 86"/>
                <a:gd name="T60" fmla="*/ 68 w 97"/>
                <a:gd name="T61" fmla="*/ 81 h 86"/>
                <a:gd name="T62" fmla="*/ 74 w 97"/>
                <a:gd name="T63" fmla="*/ 81 h 86"/>
                <a:gd name="T64" fmla="*/ 77 w 97"/>
                <a:gd name="T65" fmla="*/ 72 h 86"/>
                <a:gd name="T66" fmla="*/ 72 w 97"/>
                <a:gd name="T67" fmla="*/ 64 h 86"/>
                <a:gd name="T68" fmla="*/ 76 w 97"/>
                <a:gd name="T69" fmla="*/ 54 h 86"/>
                <a:gd name="T70" fmla="*/ 78 w 97"/>
                <a:gd name="T71" fmla="*/ 52 h 86"/>
                <a:gd name="T72" fmla="*/ 84 w 97"/>
                <a:gd name="T73" fmla="*/ 57 h 86"/>
                <a:gd name="T74" fmla="*/ 88 w 97"/>
                <a:gd name="T75" fmla="*/ 64 h 86"/>
                <a:gd name="T76" fmla="*/ 94 w 97"/>
                <a:gd name="T77" fmla="*/ 56 h 86"/>
                <a:gd name="T78" fmla="*/ 96 w 97"/>
                <a:gd name="T79" fmla="*/ 41 h 86"/>
                <a:gd name="T80" fmla="*/ 94 w 97"/>
                <a:gd name="T81" fmla="*/ 32 h 86"/>
                <a:gd name="T82" fmla="*/ 92 w 97"/>
                <a:gd name="T83" fmla="*/ 27 h 86"/>
                <a:gd name="T84" fmla="*/ 87 w 97"/>
                <a:gd name="T85" fmla="*/ 21 h 86"/>
                <a:gd name="T86" fmla="*/ 90 w 97"/>
                <a:gd name="T87" fmla="*/ 12 h 86"/>
                <a:gd name="T88" fmla="*/ 84 w 97"/>
                <a:gd name="T89" fmla="*/ 8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7" h="86">
                  <a:moveTo>
                    <a:pt x="81" y="4"/>
                  </a:moveTo>
                  <a:cubicBezTo>
                    <a:pt x="79" y="2"/>
                    <a:pt x="78" y="2"/>
                    <a:pt x="77" y="1"/>
                  </a:cubicBezTo>
                  <a:cubicBezTo>
                    <a:pt x="75" y="0"/>
                    <a:pt x="73" y="0"/>
                    <a:pt x="73" y="1"/>
                  </a:cubicBezTo>
                  <a:cubicBezTo>
                    <a:pt x="72" y="2"/>
                    <a:pt x="74" y="2"/>
                    <a:pt x="73" y="4"/>
                  </a:cubicBezTo>
                  <a:cubicBezTo>
                    <a:pt x="73" y="5"/>
                    <a:pt x="73" y="6"/>
                    <a:pt x="73" y="8"/>
                  </a:cubicBezTo>
                  <a:cubicBezTo>
                    <a:pt x="73" y="10"/>
                    <a:pt x="74" y="10"/>
                    <a:pt x="75" y="12"/>
                  </a:cubicBezTo>
                  <a:cubicBezTo>
                    <a:pt x="75" y="13"/>
                    <a:pt x="74" y="14"/>
                    <a:pt x="73" y="14"/>
                  </a:cubicBezTo>
                  <a:cubicBezTo>
                    <a:pt x="72" y="15"/>
                    <a:pt x="71" y="14"/>
                    <a:pt x="69" y="13"/>
                  </a:cubicBezTo>
                  <a:cubicBezTo>
                    <a:pt x="68" y="13"/>
                    <a:pt x="68" y="13"/>
                    <a:pt x="67" y="15"/>
                  </a:cubicBezTo>
                  <a:cubicBezTo>
                    <a:pt x="67" y="16"/>
                    <a:pt x="67" y="16"/>
                    <a:pt x="66" y="17"/>
                  </a:cubicBezTo>
                  <a:cubicBezTo>
                    <a:pt x="66" y="18"/>
                    <a:pt x="64" y="17"/>
                    <a:pt x="63" y="16"/>
                  </a:cubicBezTo>
                  <a:cubicBezTo>
                    <a:pt x="62" y="15"/>
                    <a:pt x="62" y="15"/>
                    <a:pt x="61" y="14"/>
                  </a:cubicBezTo>
                  <a:cubicBezTo>
                    <a:pt x="60" y="13"/>
                    <a:pt x="60" y="12"/>
                    <a:pt x="60" y="11"/>
                  </a:cubicBezTo>
                  <a:cubicBezTo>
                    <a:pt x="59" y="9"/>
                    <a:pt x="58" y="10"/>
                    <a:pt x="57" y="11"/>
                  </a:cubicBezTo>
                  <a:cubicBezTo>
                    <a:pt x="56" y="12"/>
                    <a:pt x="58" y="13"/>
                    <a:pt x="59" y="14"/>
                  </a:cubicBezTo>
                  <a:cubicBezTo>
                    <a:pt x="60" y="14"/>
                    <a:pt x="59" y="15"/>
                    <a:pt x="60" y="17"/>
                  </a:cubicBezTo>
                  <a:cubicBezTo>
                    <a:pt x="60" y="18"/>
                    <a:pt x="59" y="18"/>
                    <a:pt x="59" y="21"/>
                  </a:cubicBezTo>
                  <a:cubicBezTo>
                    <a:pt x="59" y="23"/>
                    <a:pt x="59" y="23"/>
                    <a:pt x="58" y="25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5" y="23"/>
                    <a:pt x="54" y="23"/>
                    <a:pt x="52" y="23"/>
                  </a:cubicBezTo>
                  <a:cubicBezTo>
                    <a:pt x="50" y="24"/>
                    <a:pt x="51" y="25"/>
                    <a:pt x="49" y="26"/>
                  </a:cubicBezTo>
                  <a:cubicBezTo>
                    <a:pt x="48" y="28"/>
                    <a:pt x="47" y="28"/>
                    <a:pt x="46" y="29"/>
                  </a:cubicBezTo>
                  <a:cubicBezTo>
                    <a:pt x="45" y="30"/>
                    <a:pt x="45" y="30"/>
                    <a:pt x="44" y="32"/>
                  </a:cubicBezTo>
                  <a:cubicBezTo>
                    <a:pt x="43" y="33"/>
                    <a:pt x="42" y="34"/>
                    <a:pt x="41" y="35"/>
                  </a:cubicBezTo>
                  <a:cubicBezTo>
                    <a:pt x="40" y="36"/>
                    <a:pt x="39" y="36"/>
                    <a:pt x="38" y="36"/>
                  </a:cubicBezTo>
                  <a:cubicBezTo>
                    <a:pt x="36" y="36"/>
                    <a:pt x="37" y="36"/>
                    <a:pt x="36" y="35"/>
                  </a:cubicBezTo>
                  <a:cubicBezTo>
                    <a:pt x="36" y="34"/>
                    <a:pt x="37" y="33"/>
                    <a:pt x="38" y="33"/>
                  </a:cubicBezTo>
                  <a:cubicBezTo>
                    <a:pt x="39" y="32"/>
                    <a:pt x="39" y="32"/>
                    <a:pt x="40" y="31"/>
                  </a:cubicBezTo>
                  <a:cubicBezTo>
                    <a:pt x="41" y="31"/>
                    <a:pt x="40" y="30"/>
                    <a:pt x="40" y="29"/>
                  </a:cubicBezTo>
                  <a:cubicBezTo>
                    <a:pt x="39" y="27"/>
                    <a:pt x="39" y="28"/>
                    <a:pt x="39" y="27"/>
                  </a:cubicBezTo>
                  <a:cubicBezTo>
                    <a:pt x="39" y="25"/>
                    <a:pt x="39" y="25"/>
                    <a:pt x="38" y="24"/>
                  </a:cubicBezTo>
                  <a:cubicBezTo>
                    <a:pt x="37" y="23"/>
                    <a:pt x="37" y="24"/>
                    <a:pt x="36" y="24"/>
                  </a:cubicBezTo>
                  <a:cubicBezTo>
                    <a:pt x="34" y="23"/>
                    <a:pt x="34" y="23"/>
                    <a:pt x="33" y="23"/>
                  </a:cubicBezTo>
                  <a:cubicBezTo>
                    <a:pt x="33" y="23"/>
                    <a:pt x="32" y="21"/>
                    <a:pt x="31" y="21"/>
                  </a:cubicBezTo>
                  <a:cubicBezTo>
                    <a:pt x="29" y="20"/>
                    <a:pt x="29" y="21"/>
                    <a:pt x="28" y="22"/>
                  </a:cubicBezTo>
                  <a:cubicBezTo>
                    <a:pt x="27" y="23"/>
                    <a:pt x="28" y="23"/>
                    <a:pt x="27" y="23"/>
                  </a:cubicBezTo>
                  <a:cubicBezTo>
                    <a:pt x="26" y="24"/>
                    <a:pt x="25" y="24"/>
                    <a:pt x="24" y="25"/>
                  </a:cubicBezTo>
                  <a:cubicBezTo>
                    <a:pt x="23" y="26"/>
                    <a:pt x="23" y="27"/>
                    <a:pt x="23" y="28"/>
                  </a:cubicBezTo>
                  <a:cubicBezTo>
                    <a:pt x="22" y="29"/>
                    <a:pt x="22" y="30"/>
                    <a:pt x="21" y="31"/>
                  </a:cubicBezTo>
                  <a:cubicBezTo>
                    <a:pt x="21" y="32"/>
                    <a:pt x="20" y="34"/>
                    <a:pt x="17" y="34"/>
                  </a:cubicBezTo>
                  <a:cubicBezTo>
                    <a:pt x="14" y="34"/>
                    <a:pt x="15" y="35"/>
                    <a:pt x="14" y="35"/>
                  </a:cubicBezTo>
                  <a:cubicBezTo>
                    <a:pt x="13" y="35"/>
                    <a:pt x="13" y="36"/>
                    <a:pt x="11" y="36"/>
                  </a:cubicBezTo>
                  <a:cubicBezTo>
                    <a:pt x="10" y="37"/>
                    <a:pt x="9" y="37"/>
                    <a:pt x="8" y="37"/>
                  </a:cubicBezTo>
                  <a:cubicBezTo>
                    <a:pt x="7" y="37"/>
                    <a:pt x="7" y="38"/>
                    <a:pt x="6" y="38"/>
                  </a:cubicBezTo>
                  <a:cubicBezTo>
                    <a:pt x="5" y="39"/>
                    <a:pt x="5" y="40"/>
                    <a:pt x="5" y="41"/>
                  </a:cubicBezTo>
                  <a:cubicBezTo>
                    <a:pt x="5" y="42"/>
                    <a:pt x="5" y="42"/>
                    <a:pt x="4" y="43"/>
                  </a:cubicBezTo>
                  <a:cubicBezTo>
                    <a:pt x="3" y="44"/>
                    <a:pt x="3" y="44"/>
                    <a:pt x="3" y="46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50"/>
                    <a:pt x="2" y="49"/>
                    <a:pt x="1" y="51"/>
                  </a:cubicBezTo>
                  <a:cubicBezTo>
                    <a:pt x="0" y="53"/>
                    <a:pt x="1" y="53"/>
                    <a:pt x="1" y="54"/>
                  </a:cubicBezTo>
                  <a:cubicBezTo>
                    <a:pt x="1" y="56"/>
                    <a:pt x="2" y="56"/>
                    <a:pt x="3" y="57"/>
                  </a:cubicBezTo>
                  <a:cubicBezTo>
                    <a:pt x="4" y="58"/>
                    <a:pt x="4" y="57"/>
                    <a:pt x="5" y="56"/>
                  </a:cubicBezTo>
                  <a:cubicBezTo>
                    <a:pt x="5" y="55"/>
                    <a:pt x="6" y="54"/>
                    <a:pt x="6" y="53"/>
                  </a:cubicBezTo>
                  <a:cubicBezTo>
                    <a:pt x="6" y="52"/>
                    <a:pt x="7" y="52"/>
                    <a:pt x="8" y="51"/>
                  </a:cubicBezTo>
                  <a:cubicBezTo>
                    <a:pt x="8" y="50"/>
                    <a:pt x="8" y="50"/>
                    <a:pt x="8" y="49"/>
                  </a:cubicBezTo>
                  <a:cubicBezTo>
                    <a:pt x="9" y="48"/>
                    <a:pt x="10" y="47"/>
                    <a:pt x="11" y="45"/>
                  </a:cubicBezTo>
                  <a:cubicBezTo>
                    <a:pt x="12" y="43"/>
                    <a:pt x="12" y="44"/>
                    <a:pt x="12" y="42"/>
                  </a:cubicBezTo>
                  <a:cubicBezTo>
                    <a:pt x="12" y="41"/>
                    <a:pt x="13" y="41"/>
                    <a:pt x="13" y="41"/>
                  </a:cubicBezTo>
                  <a:cubicBezTo>
                    <a:pt x="14" y="40"/>
                    <a:pt x="15" y="41"/>
                    <a:pt x="15" y="41"/>
                  </a:cubicBezTo>
                  <a:cubicBezTo>
                    <a:pt x="16" y="41"/>
                    <a:pt x="16" y="42"/>
                    <a:pt x="16" y="42"/>
                  </a:cubicBezTo>
                  <a:cubicBezTo>
                    <a:pt x="17" y="42"/>
                    <a:pt x="18" y="42"/>
                    <a:pt x="19" y="43"/>
                  </a:cubicBezTo>
                  <a:cubicBezTo>
                    <a:pt x="20" y="44"/>
                    <a:pt x="19" y="44"/>
                    <a:pt x="19" y="45"/>
                  </a:cubicBezTo>
                  <a:cubicBezTo>
                    <a:pt x="19" y="46"/>
                    <a:pt x="19" y="46"/>
                    <a:pt x="20" y="46"/>
                  </a:cubicBezTo>
                  <a:cubicBezTo>
                    <a:pt x="20" y="46"/>
                    <a:pt x="21" y="46"/>
                    <a:pt x="21" y="45"/>
                  </a:cubicBezTo>
                  <a:cubicBezTo>
                    <a:pt x="21" y="45"/>
                    <a:pt x="21" y="45"/>
                    <a:pt x="22" y="44"/>
                  </a:cubicBezTo>
                  <a:cubicBezTo>
                    <a:pt x="22" y="44"/>
                    <a:pt x="23" y="44"/>
                    <a:pt x="23" y="43"/>
                  </a:cubicBezTo>
                  <a:cubicBezTo>
                    <a:pt x="24" y="43"/>
                    <a:pt x="24" y="42"/>
                    <a:pt x="25" y="42"/>
                  </a:cubicBezTo>
                  <a:cubicBezTo>
                    <a:pt x="25" y="41"/>
                    <a:pt x="26" y="42"/>
                    <a:pt x="26" y="43"/>
                  </a:cubicBezTo>
                  <a:cubicBezTo>
                    <a:pt x="27" y="43"/>
                    <a:pt x="27" y="44"/>
                    <a:pt x="27" y="44"/>
                  </a:cubicBezTo>
                  <a:cubicBezTo>
                    <a:pt x="27" y="45"/>
                    <a:pt x="28" y="45"/>
                    <a:pt x="29" y="46"/>
                  </a:cubicBezTo>
                  <a:cubicBezTo>
                    <a:pt x="30" y="46"/>
                    <a:pt x="29" y="47"/>
                    <a:pt x="29" y="48"/>
                  </a:cubicBezTo>
                  <a:cubicBezTo>
                    <a:pt x="29" y="49"/>
                    <a:pt x="31" y="48"/>
                    <a:pt x="31" y="47"/>
                  </a:cubicBezTo>
                  <a:cubicBezTo>
                    <a:pt x="31" y="46"/>
                    <a:pt x="32" y="45"/>
                    <a:pt x="32" y="43"/>
                  </a:cubicBezTo>
                  <a:cubicBezTo>
                    <a:pt x="31" y="41"/>
                    <a:pt x="32" y="41"/>
                    <a:pt x="33" y="40"/>
                  </a:cubicBezTo>
                  <a:cubicBezTo>
                    <a:pt x="34" y="39"/>
                    <a:pt x="35" y="40"/>
                    <a:pt x="37" y="40"/>
                  </a:cubicBezTo>
                  <a:cubicBezTo>
                    <a:pt x="38" y="40"/>
                    <a:pt x="38" y="40"/>
                    <a:pt x="39" y="41"/>
                  </a:cubicBezTo>
                  <a:cubicBezTo>
                    <a:pt x="41" y="42"/>
                    <a:pt x="41" y="42"/>
                    <a:pt x="42" y="44"/>
                  </a:cubicBezTo>
                  <a:cubicBezTo>
                    <a:pt x="42" y="46"/>
                    <a:pt x="43" y="45"/>
                    <a:pt x="44" y="47"/>
                  </a:cubicBezTo>
                  <a:cubicBezTo>
                    <a:pt x="46" y="48"/>
                    <a:pt x="47" y="48"/>
                    <a:pt x="48" y="49"/>
                  </a:cubicBezTo>
                  <a:cubicBezTo>
                    <a:pt x="49" y="50"/>
                    <a:pt x="49" y="51"/>
                    <a:pt x="48" y="52"/>
                  </a:cubicBezTo>
                  <a:cubicBezTo>
                    <a:pt x="47" y="53"/>
                    <a:pt x="45" y="53"/>
                    <a:pt x="44" y="54"/>
                  </a:cubicBezTo>
                  <a:cubicBezTo>
                    <a:pt x="43" y="55"/>
                    <a:pt x="43" y="56"/>
                    <a:pt x="43" y="58"/>
                  </a:cubicBezTo>
                  <a:cubicBezTo>
                    <a:pt x="43" y="60"/>
                    <a:pt x="44" y="59"/>
                    <a:pt x="45" y="62"/>
                  </a:cubicBezTo>
                  <a:cubicBezTo>
                    <a:pt x="46" y="64"/>
                    <a:pt x="45" y="66"/>
                    <a:pt x="46" y="69"/>
                  </a:cubicBezTo>
                  <a:cubicBezTo>
                    <a:pt x="46" y="72"/>
                    <a:pt x="47" y="70"/>
                    <a:pt x="48" y="72"/>
                  </a:cubicBezTo>
                  <a:cubicBezTo>
                    <a:pt x="50" y="74"/>
                    <a:pt x="51" y="74"/>
                    <a:pt x="52" y="75"/>
                  </a:cubicBezTo>
                  <a:cubicBezTo>
                    <a:pt x="54" y="76"/>
                    <a:pt x="56" y="76"/>
                    <a:pt x="60" y="77"/>
                  </a:cubicBezTo>
                  <a:cubicBezTo>
                    <a:pt x="64" y="77"/>
                    <a:pt x="62" y="78"/>
                    <a:pt x="63" y="79"/>
                  </a:cubicBezTo>
                  <a:cubicBezTo>
                    <a:pt x="65" y="80"/>
                    <a:pt x="65" y="79"/>
                    <a:pt x="65" y="78"/>
                  </a:cubicBezTo>
                  <a:cubicBezTo>
                    <a:pt x="65" y="77"/>
                    <a:pt x="66" y="76"/>
                    <a:pt x="66" y="75"/>
                  </a:cubicBezTo>
                  <a:cubicBezTo>
                    <a:pt x="66" y="74"/>
                    <a:pt x="68" y="75"/>
                    <a:pt x="69" y="75"/>
                  </a:cubicBezTo>
                  <a:cubicBezTo>
                    <a:pt x="70" y="76"/>
                    <a:pt x="69" y="77"/>
                    <a:pt x="68" y="78"/>
                  </a:cubicBezTo>
                  <a:cubicBezTo>
                    <a:pt x="68" y="79"/>
                    <a:pt x="68" y="80"/>
                    <a:pt x="68" y="81"/>
                  </a:cubicBezTo>
                  <a:cubicBezTo>
                    <a:pt x="68" y="82"/>
                    <a:pt x="69" y="82"/>
                    <a:pt x="70" y="84"/>
                  </a:cubicBezTo>
                  <a:cubicBezTo>
                    <a:pt x="71" y="86"/>
                    <a:pt x="71" y="86"/>
                    <a:pt x="72" y="85"/>
                  </a:cubicBezTo>
                  <a:cubicBezTo>
                    <a:pt x="73" y="84"/>
                    <a:pt x="73" y="83"/>
                    <a:pt x="74" y="81"/>
                  </a:cubicBezTo>
                  <a:cubicBezTo>
                    <a:pt x="74" y="79"/>
                    <a:pt x="76" y="79"/>
                    <a:pt x="77" y="78"/>
                  </a:cubicBezTo>
                  <a:cubicBezTo>
                    <a:pt x="79" y="78"/>
                    <a:pt x="79" y="77"/>
                    <a:pt x="78" y="75"/>
                  </a:cubicBezTo>
                  <a:cubicBezTo>
                    <a:pt x="78" y="73"/>
                    <a:pt x="78" y="74"/>
                    <a:pt x="77" y="72"/>
                  </a:cubicBezTo>
                  <a:cubicBezTo>
                    <a:pt x="76" y="70"/>
                    <a:pt x="77" y="72"/>
                    <a:pt x="77" y="69"/>
                  </a:cubicBezTo>
                  <a:cubicBezTo>
                    <a:pt x="77" y="67"/>
                    <a:pt x="76" y="67"/>
                    <a:pt x="75" y="66"/>
                  </a:cubicBezTo>
                  <a:cubicBezTo>
                    <a:pt x="74" y="65"/>
                    <a:pt x="73" y="66"/>
                    <a:pt x="72" y="64"/>
                  </a:cubicBezTo>
                  <a:cubicBezTo>
                    <a:pt x="71" y="62"/>
                    <a:pt x="72" y="63"/>
                    <a:pt x="72" y="62"/>
                  </a:cubicBezTo>
                  <a:cubicBezTo>
                    <a:pt x="72" y="60"/>
                    <a:pt x="74" y="60"/>
                    <a:pt x="74" y="58"/>
                  </a:cubicBezTo>
                  <a:cubicBezTo>
                    <a:pt x="75" y="57"/>
                    <a:pt x="75" y="55"/>
                    <a:pt x="76" y="54"/>
                  </a:cubicBezTo>
                  <a:cubicBezTo>
                    <a:pt x="76" y="54"/>
                    <a:pt x="77" y="55"/>
                    <a:pt x="78" y="56"/>
                  </a:cubicBezTo>
                  <a:cubicBezTo>
                    <a:pt x="79" y="57"/>
                    <a:pt x="80" y="56"/>
                    <a:pt x="80" y="56"/>
                  </a:cubicBezTo>
                  <a:cubicBezTo>
                    <a:pt x="80" y="55"/>
                    <a:pt x="79" y="54"/>
                    <a:pt x="78" y="52"/>
                  </a:cubicBezTo>
                  <a:cubicBezTo>
                    <a:pt x="77" y="51"/>
                    <a:pt x="78" y="50"/>
                    <a:pt x="80" y="50"/>
                  </a:cubicBezTo>
                  <a:cubicBezTo>
                    <a:pt x="81" y="50"/>
                    <a:pt x="82" y="52"/>
                    <a:pt x="83" y="53"/>
                  </a:cubicBezTo>
                  <a:cubicBezTo>
                    <a:pt x="84" y="55"/>
                    <a:pt x="84" y="55"/>
                    <a:pt x="84" y="57"/>
                  </a:cubicBezTo>
                  <a:cubicBezTo>
                    <a:pt x="84" y="59"/>
                    <a:pt x="85" y="61"/>
                    <a:pt x="86" y="63"/>
                  </a:cubicBezTo>
                  <a:cubicBezTo>
                    <a:pt x="87" y="65"/>
                    <a:pt x="86" y="67"/>
                    <a:pt x="87" y="67"/>
                  </a:cubicBezTo>
                  <a:cubicBezTo>
                    <a:pt x="87" y="68"/>
                    <a:pt x="88" y="66"/>
                    <a:pt x="88" y="64"/>
                  </a:cubicBezTo>
                  <a:cubicBezTo>
                    <a:pt x="87" y="62"/>
                    <a:pt x="87" y="61"/>
                    <a:pt x="88" y="59"/>
                  </a:cubicBezTo>
                  <a:cubicBezTo>
                    <a:pt x="88" y="58"/>
                    <a:pt x="89" y="59"/>
                    <a:pt x="91" y="59"/>
                  </a:cubicBezTo>
                  <a:cubicBezTo>
                    <a:pt x="92" y="59"/>
                    <a:pt x="93" y="57"/>
                    <a:pt x="94" y="56"/>
                  </a:cubicBezTo>
                  <a:cubicBezTo>
                    <a:pt x="95" y="55"/>
                    <a:pt x="96" y="54"/>
                    <a:pt x="96" y="52"/>
                  </a:cubicBezTo>
                  <a:cubicBezTo>
                    <a:pt x="97" y="50"/>
                    <a:pt x="96" y="49"/>
                    <a:pt x="96" y="46"/>
                  </a:cubicBezTo>
                  <a:cubicBezTo>
                    <a:pt x="96" y="44"/>
                    <a:pt x="96" y="43"/>
                    <a:pt x="96" y="41"/>
                  </a:cubicBezTo>
                  <a:cubicBezTo>
                    <a:pt x="95" y="39"/>
                    <a:pt x="93" y="38"/>
                    <a:pt x="92" y="37"/>
                  </a:cubicBezTo>
                  <a:cubicBezTo>
                    <a:pt x="91" y="36"/>
                    <a:pt x="92" y="36"/>
                    <a:pt x="93" y="35"/>
                  </a:cubicBezTo>
                  <a:cubicBezTo>
                    <a:pt x="93" y="34"/>
                    <a:pt x="94" y="33"/>
                    <a:pt x="94" y="32"/>
                  </a:cubicBezTo>
                  <a:cubicBezTo>
                    <a:pt x="94" y="31"/>
                    <a:pt x="93" y="31"/>
                    <a:pt x="92" y="31"/>
                  </a:cubicBezTo>
                  <a:cubicBezTo>
                    <a:pt x="91" y="31"/>
                    <a:pt x="91" y="31"/>
                    <a:pt x="91" y="30"/>
                  </a:cubicBezTo>
                  <a:cubicBezTo>
                    <a:pt x="91" y="29"/>
                    <a:pt x="92" y="28"/>
                    <a:pt x="92" y="27"/>
                  </a:cubicBezTo>
                  <a:cubicBezTo>
                    <a:pt x="92" y="26"/>
                    <a:pt x="91" y="24"/>
                    <a:pt x="90" y="24"/>
                  </a:cubicBezTo>
                  <a:cubicBezTo>
                    <a:pt x="88" y="24"/>
                    <a:pt x="87" y="24"/>
                    <a:pt x="86" y="23"/>
                  </a:cubicBezTo>
                  <a:cubicBezTo>
                    <a:pt x="86" y="23"/>
                    <a:pt x="86" y="22"/>
                    <a:pt x="87" y="21"/>
                  </a:cubicBezTo>
                  <a:cubicBezTo>
                    <a:pt x="88" y="19"/>
                    <a:pt x="89" y="20"/>
                    <a:pt x="89" y="19"/>
                  </a:cubicBezTo>
                  <a:cubicBezTo>
                    <a:pt x="90" y="19"/>
                    <a:pt x="91" y="18"/>
                    <a:pt x="91" y="17"/>
                  </a:cubicBezTo>
                  <a:cubicBezTo>
                    <a:pt x="91" y="16"/>
                    <a:pt x="90" y="14"/>
                    <a:pt x="90" y="12"/>
                  </a:cubicBezTo>
                  <a:cubicBezTo>
                    <a:pt x="90" y="11"/>
                    <a:pt x="90" y="10"/>
                    <a:pt x="89" y="9"/>
                  </a:cubicBezTo>
                  <a:cubicBezTo>
                    <a:pt x="89" y="8"/>
                    <a:pt x="88" y="9"/>
                    <a:pt x="87" y="9"/>
                  </a:cubicBezTo>
                  <a:cubicBezTo>
                    <a:pt x="85" y="9"/>
                    <a:pt x="85" y="9"/>
                    <a:pt x="84" y="8"/>
                  </a:cubicBezTo>
                  <a:cubicBezTo>
                    <a:pt x="82" y="7"/>
                    <a:pt x="82" y="7"/>
                    <a:pt x="81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6" name="Freeform 201">
              <a:extLst>
                <a:ext uri="{FF2B5EF4-FFF2-40B4-BE49-F238E27FC236}">
                  <a16:creationId xmlns:a16="http://schemas.microsoft.com/office/drawing/2014/main" id="{26027F45-38F7-B875-DE5C-D6A3CCFB6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334" y="2567761"/>
              <a:ext cx="2821" cy="5642"/>
            </a:xfrm>
            <a:custGeom>
              <a:avLst/>
              <a:gdLst>
                <a:gd name="T0" fmla="*/ 1 w 3"/>
                <a:gd name="T1" fmla="*/ 1 h 5"/>
                <a:gd name="T2" fmla="*/ 0 w 3"/>
                <a:gd name="T3" fmla="*/ 3 h 5"/>
                <a:gd name="T4" fmla="*/ 1 w 3"/>
                <a:gd name="T5" fmla="*/ 5 h 5"/>
                <a:gd name="T6" fmla="*/ 3 w 3"/>
                <a:gd name="T7" fmla="*/ 3 h 5"/>
                <a:gd name="T8" fmla="*/ 1 w 3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5">
                  <a:moveTo>
                    <a:pt x="1" y="1"/>
                  </a:moveTo>
                  <a:cubicBezTo>
                    <a:pt x="1" y="3"/>
                    <a:pt x="0" y="2"/>
                    <a:pt x="0" y="3"/>
                  </a:cubicBezTo>
                  <a:cubicBezTo>
                    <a:pt x="0" y="5"/>
                    <a:pt x="0" y="5"/>
                    <a:pt x="1" y="5"/>
                  </a:cubicBezTo>
                  <a:cubicBezTo>
                    <a:pt x="1" y="4"/>
                    <a:pt x="3" y="4"/>
                    <a:pt x="3" y="3"/>
                  </a:cubicBezTo>
                  <a:cubicBezTo>
                    <a:pt x="3" y="1"/>
                    <a:pt x="1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7" name="Freeform 202">
              <a:extLst>
                <a:ext uri="{FF2B5EF4-FFF2-40B4-BE49-F238E27FC236}">
                  <a16:creationId xmlns:a16="http://schemas.microsoft.com/office/drawing/2014/main" id="{427275E0-C20B-EB36-3629-1F3A254BF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5830" y="2814579"/>
              <a:ext cx="5642" cy="5642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3 h 5"/>
                <a:gd name="T4" fmla="*/ 2 w 5"/>
                <a:gd name="T5" fmla="*/ 0 h 5"/>
                <a:gd name="T6" fmla="*/ 1 w 5"/>
                <a:gd name="T7" fmla="*/ 2 h 5"/>
                <a:gd name="T8" fmla="*/ 3 w 5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3"/>
                  </a:cubicBezTo>
                  <a:cubicBezTo>
                    <a:pt x="5" y="2"/>
                    <a:pt x="3" y="0"/>
                    <a:pt x="2" y="0"/>
                  </a:cubicBezTo>
                  <a:cubicBezTo>
                    <a:pt x="1" y="1"/>
                    <a:pt x="0" y="0"/>
                    <a:pt x="1" y="2"/>
                  </a:cubicBezTo>
                  <a:cubicBezTo>
                    <a:pt x="2" y="4"/>
                    <a:pt x="1" y="5"/>
                    <a:pt x="3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8" name="Freeform 203">
              <a:extLst>
                <a:ext uri="{FF2B5EF4-FFF2-40B4-BE49-F238E27FC236}">
                  <a16:creationId xmlns:a16="http://schemas.microsoft.com/office/drawing/2014/main" id="{8AC1C8AE-96B3-0DFD-8537-4AC1EB9E6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7749" y="2776499"/>
              <a:ext cx="25387" cy="36670"/>
            </a:xfrm>
            <a:custGeom>
              <a:avLst/>
              <a:gdLst>
                <a:gd name="T0" fmla="*/ 10 w 24"/>
                <a:gd name="T1" fmla="*/ 25 h 34"/>
                <a:gd name="T2" fmla="*/ 11 w 24"/>
                <a:gd name="T3" fmla="*/ 30 h 34"/>
                <a:gd name="T4" fmla="*/ 14 w 24"/>
                <a:gd name="T5" fmla="*/ 33 h 34"/>
                <a:gd name="T6" fmla="*/ 16 w 24"/>
                <a:gd name="T7" fmla="*/ 26 h 34"/>
                <a:gd name="T8" fmla="*/ 19 w 24"/>
                <a:gd name="T9" fmla="*/ 28 h 34"/>
                <a:gd name="T10" fmla="*/ 23 w 24"/>
                <a:gd name="T11" fmla="*/ 26 h 34"/>
                <a:gd name="T12" fmla="*/ 18 w 24"/>
                <a:gd name="T13" fmla="*/ 21 h 34"/>
                <a:gd name="T14" fmla="*/ 17 w 24"/>
                <a:gd name="T15" fmla="*/ 16 h 34"/>
                <a:gd name="T16" fmla="*/ 16 w 24"/>
                <a:gd name="T17" fmla="*/ 8 h 34"/>
                <a:gd name="T18" fmla="*/ 13 w 24"/>
                <a:gd name="T19" fmla="*/ 7 h 34"/>
                <a:gd name="T20" fmla="*/ 9 w 24"/>
                <a:gd name="T21" fmla="*/ 5 h 34"/>
                <a:gd name="T22" fmla="*/ 7 w 24"/>
                <a:gd name="T23" fmla="*/ 2 h 34"/>
                <a:gd name="T24" fmla="*/ 2 w 24"/>
                <a:gd name="T25" fmla="*/ 3 h 34"/>
                <a:gd name="T26" fmla="*/ 2 w 24"/>
                <a:gd name="T27" fmla="*/ 9 h 34"/>
                <a:gd name="T28" fmla="*/ 2 w 24"/>
                <a:gd name="T29" fmla="*/ 13 h 34"/>
                <a:gd name="T30" fmla="*/ 3 w 24"/>
                <a:gd name="T31" fmla="*/ 17 h 34"/>
                <a:gd name="T32" fmla="*/ 7 w 24"/>
                <a:gd name="T33" fmla="*/ 15 h 34"/>
                <a:gd name="T34" fmla="*/ 11 w 24"/>
                <a:gd name="T35" fmla="*/ 15 h 34"/>
                <a:gd name="T36" fmla="*/ 10 w 24"/>
                <a:gd name="T37" fmla="*/ 20 h 34"/>
                <a:gd name="T38" fmla="*/ 10 w 24"/>
                <a:gd name="T39" fmla="*/ 2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" h="34">
                  <a:moveTo>
                    <a:pt x="10" y="25"/>
                  </a:moveTo>
                  <a:cubicBezTo>
                    <a:pt x="11" y="28"/>
                    <a:pt x="11" y="28"/>
                    <a:pt x="11" y="30"/>
                  </a:cubicBezTo>
                  <a:cubicBezTo>
                    <a:pt x="12" y="33"/>
                    <a:pt x="12" y="34"/>
                    <a:pt x="14" y="33"/>
                  </a:cubicBezTo>
                  <a:cubicBezTo>
                    <a:pt x="16" y="32"/>
                    <a:pt x="15" y="26"/>
                    <a:pt x="16" y="26"/>
                  </a:cubicBezTo>
                  <a:cubicBezTo>
                    <a:pt x="17" y="26"/>
                    <a:pt x="16" y="28"/>
                    <a:pt x="19" y="28"/>
                  </a:cubicBezTo>
                  <a:cubicBezTo>
                    <a:pt x="22" y="29"/>
                    <a:pt x="24" y="29"/>
                    <a:pt x="23" y="26"/>
                  </a:cubicBezTo>
                  <a:cubicBezTo>
                    <a:pt x="21" y="24"/>
                    <a:pt x="19" y="23"/>
                    <a:pt x="18" y="21"/>
                  </a:cubicBezTo>
                  <a:cubicBezTo>
                    <a:pt x="17" y="19"/>
                    <a:pt x="17" y="17"/>
                    <a:pt x="17" y="16"/>
                  </a:cubicBezTo>
                  <a:cubicBezTo>
                    <a:pt x="17" y="14"/>
                    <a:pt x="17" y="8"/>
                    <a:pt x="16" y="8"/>
                  </a:cubicBezTo>
                  <a:cubicBezTo>
                    <a:pt x="15" y="8"/>
                    <a:pt x="16" y="8"/>
                    <a:pt x="13" y="7"/>
                  </a:cubicBezTo>
                  <a:cubicBezTo>
                    <a:pt x="11" y="7"/>
                    <a:pt x="10" y="8"/>
                    <a:pt x="9" y="5"/>
                  </a:cubicBezTo>
                  <a:cubicBezTo>
                    <a:pt x="9" y="3"/>
                    <a:pt x="7" y="2"/>
                    <a:pt x="7" y="2"/>
                  </a:cubicBezTo>
                  <a:cubicBezTo>
                    <a:pt x="6" y="2"/>
                    <a:pt x="3" y="0"/>
                    <a:pt x="2" y="3"/>
                  </a:cubicBezTo>
                  <a:cubicBezTo>
                    <a:pt x="0" y="5"/>
                    <a:pt x="0" y="7"/>
                    <a:pt x="2" y="9"/>
                  </a:cubicBezTo>
                  <a:cubicBezTo>
                    <a:pt x="3" y="11"/>
                    <a:pt x="3" y="11"/>
                    <a:pt x="2" y="13"/>
                  </a:cubicBezTo>
                  <a:cubicBezTo>
                    <a:pt x="2" y="16"/>
                    <a:pt x="1" y="17"/>
                    <a:pt x="3" y="17"/>
                  </a:cubicBezTo>
                  <a:cubicBezTo>
                    <a:pt x="6" y="18"/>
                    <a:pt x="5" y="17"/>
                    <a:pt x="7" y="15"/>
                  </a:cubicBezTo>
                  <a:cubicBezTo>
                    <a:pt x="8" y="14"/>
                    <a:pt x="10" y="13"/>
                    <a:pt x="11" y="15"/>
                  </a:cubicBezTo>
                  <a:cubicBezTo>
                    <a:pt x="11" y="17"/>
                    <a:pt x="11" y="18"/>
                    <a:pt x="10" y="20"/>
                  </a:cubicBezTo>
                  <a:cubicBezTo>
                    <a:pt x="10" y="23"/>
                    <a:pt x="9" y="22"/>
                    <a:pt x="10" y="2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69" name="Freeform 204">
              <a:extLst>
                <a:ext uri="{FF2B5EF4-FFF2-40B4-BE49-F238E27FC236}">
                  <a16:creationId xmlns:a16="http://schemas.microsoft.com/office/drawing/2014/main" id="{B49458A2-0D08-43D8-7A2A-3B8B83DB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5183" y="2786371"/>
              <a:ext cx="19745" cy="39491"/>
            </a:xfrm>
            <a:custGeom>
              <a:avLst/>
              <a:gdLst>
                <a:gd name="T0" fmla="*/ 4 w 18"/>
                <a:gd name="T1" fmla="*/ 18 h 37"/>
                <a:gd name="T2" fmla="*/ 2 w 18"/>
                <a:gd name="T3" fmla="*/ 24 h 37"/>
                <a:gd name="T4" fmla="*/ 1 w 18"/>
                <a:gd name="T5" fmla="*/ 30 h 37"/>
                <a:gd name="T6" fmla="*/ 1 w 18"/>
                <a:gd name="T7" fmla="*/ 36 h 37"/>
                <a:gd name="T8" fmla="*/ 5 w 18"/>
                <a:gd name="T9" fmla="*/ 29 h 37"/>
                <a:gd name="T10" fmla="*/ 7 w 18"/>
                <a:gd name="T11" fmla="*/ 23 h 37"/>
                <a:gd name="T12" fmla="*/ 14 w 18"/>
                <a:gd name="T13" fmla="*/ 18 h 37"/>
                <a:gd name="T14" fmla="*/ 16 w 18"/>
                <a:gd name="T15" fmla="*/ 13 h 37"/>
                <a:gd name="T16" fmla="*/ 16 w 18"/>
                <a:gd name="T17" fmla="*/ 6 h 37"/>
                <a:gd name="T18" fmla="*/ 17 w 18"/>
                <a:gd name="T19" fmla="*/ 1 h 37"/>
                <a:gd name="T20" fmla="*/ 12 w 18"/>
                <a:gd name="T21" fmla="*/ 6 h 37"/>
                <a:gd name="T22" fmla="*/ 9 w 18"/>
                <a:gd name="T23" fmla="*/ 12 h 37"/>
                <a:gd name="T24" fmla="*/ 4 w 18"/>
                <a:gd name="T25" fmla="*/ 1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37">
                  <a:moveTo>
                    <a:pt x="4" y="18"/>
                  </a:moveTo>
                  <a:cubicBezTo>
                    <a:pt x="3" y="21"/>
                    <a:pt x="2" y="22"/>
                    <a:pt x="2" y="24"/>
                  </a:cubicBezTo>
                  <a:cubicBezTo>
                    <a:pt x="2" y="26"/>
                    <a:pt x="2" y="28"/>
                    <a:pt x="1" y="30"/>
                  </a:cubicBezTo>
                  <a:cubicBezTo>
                    <a:pt x="1" y="32"/>
                    <a:pt x="0" y="37"/>
                    <a:pt x="1" y="36"/>
                  </a:cubicBezTo>
                  <a:cubicBezTo>
                    <a:pt x="3" y="36"/>
                    <a:pt x="4" y="31"/>
                    <a:pt x="5" y="29"/>
                  </a:cubicBezTo>
                  <a:cubicBezTo>
                    <a:pt x="5" y="26"/>
                    <a:pt x="4" y="25"/>
                    <a:pt x="7" y="23"/>
                  </a:cubicBezTo>
                  <a:cubicBezTo>
                    <a:pt x="10" y="21"/>
                    <a:pt x="13" y="19"/>
                    <a:pt x="14" y="18"/>
                  </a:cubicBezTo>
                  <a:cubicBezTo>
                    <a:pt x="16" y="18"/>
                    <a:pt x="16" y="16"/>
                    <a:pt x="16" y="13"/>
                  </a:cubicBezTo>
                  <a:cubicBezTo>
                    <a:pt x="16" y="10"/>
                    <a:pt x="16" y="9"/>
                    <a:pt x="16" y="6"/>
                  </a:cubicBezTo>
                  <a:cubicBezTo>
                    <a:pt x="17" y="4"/>
                    <a:pt x="18" y="2"/>
                    <a:pt x="17" y="1"/>
                  </a:cubicBezTo>
                  <a:cubicBezTo>
                    <a:pt x="16" y="0"/>
                    <a:pt x="13" y="4"/>
                    <a:pt x="12" y="6"/>
                  </a:cubicBezTo>
                  <a:cubicBezTo>
                    <a:pt x="12" y="9"/>
                    <a:pt x="11" y="9"/>
                    <a:pt x="9" y="12"/>
                  </a:cubicBezTo>
                  <a:cubicBezTo>
                    <a:pt x="7" y="15"/>
                    <a:pt x="4" y="16"/>
                    <a:pt x="4" y="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0" name="Freeform 206">
              <a:extLst>
                <a:ext uri="{FF2B5EF4-FFF2-40B4-BE49-F238E27FC236}">
                  <a16:creationId xmlns:a16="http://schemas.microsoft.com/office/drawing/2014/main" id="{3AE7B5D4-024E-CF91-1BCF-E2FF0AB7D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4027" y="2793424"/>
              <a:ext cx="29618" cy="42312"/>
            </a:xfrm>
            <a:custGeom>
              <a:avLst/>
              <a:gdLst>
                <a:gd name="T0" fmla="*/ 22 w 26"/>
                <a:gd name="T1" fmla="*/ 0 h 40"/>
                <a:gd name="T2" fmla="*/ 13 w 26"/>
                <a:gd name="T3" fmla="*/ 1 h 40"/>
                <a:gd name="T4" fmla="*/ 10 w 26"/>
                <a:gd name="T5" fmla="*/ 6 h 40"/>
                <a:gd name="T6" fmla="*/ 8 w 26"/>
                <a:gd name="T7" fmla="*/ 14 h 40"/>
                <a:gd name="T8" fmla="*/ 5 w 26"/>
                <a:gd name="T9" fmla="*/ 20 h 40"/>
                <a:gd name="T10" fmla="*/ 1 w 26"/>
                <a:gd name="T11" fmla="*/ 23 h 40"/>
                <a:gd name="T12" fmla="*/ 3 w 26"/>
                <a:gd name="T13" fmla="*/ 28 h 40"/>
                <a:gd name="T14" fmla="*/ 5 w 26"/>
                <a:gd name="T15" fmla="*/ 32 h 40"/>
                <a:gd name="T16" fmla="*/ 9 w 26"/>
                <a:gd name="T17" fmla="*/ 33 h 40"/>
                <a:gd name="T18" fmla="*/ 13 w 26"/>
                <a:gd name="T19" fmla="*/ 37 h 40"/>
                <a:gd name="T20" fmla="*/ 17 w 26"/>
                <a:gd name="T21" fmla="*/ 39 h 40"/>
                <a:gd name="T22" fmla="*/ 17 w 26"/>
                <a:gd name="T23" fmla="*/ 32 h 40"/>
                <a:gd name="T24" fmla="*/ 15 w 26"/>
                <a:gd name="T25" fmla="*/ 25 h 40"/>
                <a:gd name="T26" fmla="*/ 18 w 26"/>
                <a:gd name="T27" fmla="*/ 19 h 40"/>
                <a:gd name="T28" fmla="*/ 19 w 26"/>
                <a:gd name="T29" fmla="*/ 11 h 40"/>
                <a:gd name="T30" fmla="*/ 23 w 26"/>
                <a:gd name="T31" fmla="*/ 5 h 40"/>
                <a:gd name="T32" fmla="*/ 25 w 26"/>
                <a:gd name="T33" fmla="*/ 3 h 40"/>
                <a:gd name="T34" fmla="*/ 22 w 26"/>
                <a:gd name="T3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" h="40">
                  <a:moveTo>
                    <a:pt x="22" y="0"/>
                  </a:moveTo>
                  <a:cubicBezTo>
                    <a:pt x="19" y="0"/>
                    <a:pt x="15" y="1"/>
                    <a:pt x="13" y="1"/>
                  </a:cubicBezTo>
                  <a:cubicBezTo>
                    <a:pt x="11" y="3"/>
                    <a:pt x="10" y="2"/>
                    <a:pt x="10" y="6"/>
                  </a:cubicBezTo>
                  <a:cubicBezTo>
                    <a:pt x="10" y="10"/>
                    <a:pt x="9" y="10"/>
                    <a:pt x="8" y="14"/>
                  </a:cubicBezTo>
                  <a:cubicBezTo>
                    <a:pt x="7" y="18"/>
                    <a:pt x="7" y="18"/>
                    <a:pt x="5" y="20"/>
                  </a:cubicBezTo>
                  <a:cubicBezTo>
                    <a:pt x="3" y="21"/>
                    <a:pt x="1" y="20"/>
                    <a:pt x="1" y="23"/>
                  </a:cubicBezTo>
                  <a:cubicBezTo>
                    <a:pt x="1" y="26"/>
                    <a:pt x="0" y="25"/>
                    <a:pt x="3" y="28"/>
                  </a:cubicBezTo>
                  <a:cubicBezTo>
                    <a:pt x="5" y="31"/>
                    <a:pt x="3" y="31"/>
                    <a:pt x="5" y="32"/>
                  </a:cubicBezTo>
                  <a:cubicBezTo>
                    <a:pt x="7" y="33"/>
                    <a:pt x="7" y="30"/>
                    <a:pt x="9" y="33"/>
                  </a:cubicBezTo>
                  <a:cubicBezTo>
                    <a:pt x="11" y="35"/>
                    <a:pt x="11" y="35"/>
                    <a:pt x="13" y="37"/>
                  </a:cubicBezTo>
                  <a:cubicBezTo>
                    <a:pt x="15" y="40"/>
                    <a:pt x="16" y="40"/>
                    <a:pt x="17" y="39"/>
                  </a:cubicBezTo>
                  <a:cubicBezTo>
                    <a:pt x="17" y="38"/>
                    <a:pt x="18" y="34"/>
                    <a:pt x="17" y="32"/>
                  </a:cubicBezTo>
                  <a:cubicBezTo>
                    <a:pt x="16" y="30"/>
                    <a:pt x="14" y="27"/>
                    <a:pt x="15" y="25"/>
                  </a:cubicBezTo>
                  <a:cubicBezTo>
                    <a:pt x="16" y="22"/>
                    <a:pt x="18" y="23"/>
                    <a:pt x="18" y="19"/>
                  </a:cubicBezTo>
                  <a:cubicBezTo>
                    <a:pt x="18" y="15"/>
                    <a:pt x="18" y="14"/>
                    <a:pt x="19" y="11"/>
                  </a:cubicBezTo>
                  <a:cubicBezTo>
                    <a:pt x="21" y="8"/>
                    <a:pt x="22" y="6"/>
                    <a:pt x="23" y="5"/>
                  </a:cubicBezTo>
                  <a:cubicBezTo>
                    <a:pt x="24" y="4"/>
                    <a:pt x="26" y="5"/>
                    <a:pt x="25" y="3"/>
                  </a:cubicBezTo>
                  <a:cubicBezTo>
                    <a:pt x="25" y="2"/>
                    <a:pt x="24" y="0"/>
                    <a:pt x="2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1" name="Freeform 207">
              <a:extLst>
                <a:ext uri="{FF2B5EF4-FFF2-40B4-BE49-F238E27FC236}">
                  <a16:creationId xmlns:a16="http://schemas.microsoft.com/office/drawing/2014/main" id="{007A4EBF-C6B2-1872-6ACE-15C4A0F93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3772" y="2752522"/>
              <a:ext cx="7052" cy="19745"/>
            </a:xfrm>
            <a:custGeom>
              <a:avLst/>
              <a:gdLst>
                <a:gd name="T0" fmla="*/ 0 w 7"/>
                <a:gd name="T1" fmla="*/ 5 h 18"/>
                <a:gd name="T2" fmla="*/ 2 w 7"/>
                <a:gd name="T3" fmla="*/ 12 h 18"/>
                <a:gd name="T4" fmla="*/ 4 w 7"/>
                <a:gd name="T5" fmla="*/ 15 h 18"/>
                <a:gd name="T6" fmla="*/ 7 w 7"/>
                <a:gd name="T7" fmla="*/ 9 h 18"/>
                <a:gd name="T8" fmla="*/ 0 w 7"/>
                <a:gd name="T9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8">
                  <a:moveTo>
                    <a:pt x="0" y="5"/>
                  </a:moveTo>
                  <a:cubicBezTo>
                    <a:pt x="1" y="9"/>
                    <a:pt x="2" y="10"/>
                    <a:pt x="2" y="12"/>
                  </a:cubicBezTo>
                  <a:cubicBezTo>
                    <a:pt x="2" y="14"/>
                    <a:pt x="3" y="18"/>
                    <a:pt x="4" y="15"/>
                  </a:cubicBezTo>
                  <a:cubicBezTo>
                    <a:pt x="6" y="12"/>
                    <a:pt x="7" y="10"/>
                    <a:pt x="7" y="9"/>
                  </a:cubicBezTo>
                  <a:cubicBezTo>
                    <a:pt x="7" y="7"/>
                    <a:pt x="0" y="0"/>
                    <a:pt x="0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2" name="Freeform 208">
              <a:extLst>
                <a:ext uri="{FF2B5EF4-FFF2-40B4-BE49-F238E27FC236}">
                  <a16:creationId xmlns:a16="http://schemas.microsoft.com/office/drawing/2014/main" id="{1B864005-6E80-814C-42D4-919A71EC1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6466" y="2811759"/>
              <a:ext cx="18335" cy="12693"/>
            </a:xfrm>
            <a:custGeom>
              <a:avLst/>
              <a:gdLst>
                <a:gd name="T0" fmla="*/ 6 w 17"/>
                <a:gd name="T1" fmla="*/ 2 h 12"/>
                <a:gd name="T2" fmla="*/ 1 w 17"/>
                <a:gd name="T3" fmla="*/ 6 h 12"/>
                <a:gd name="T4" fmla="*/ 1 w 17"/>
                <a:gd name="T5" fmla="*/ 9 h 12"/>
                <a:gd name="T6" fmla="*/ 6 w 17"/>
                <a:gd name="T7" fmla="*/ 11 h 12"/>
                <a:gd name="T8" fmla="*/ 11 w 17"/>
                <a:gd name="T9" fmla="*/ 10 h 12"/>
                <a:gd name="T10" fmla="*/ 16 w 17"/>
                <a:gd name="T11" fmla="*/ 7 h 12"/>
                <a:gd name="T12" fmla="*/ 15 w 17"/>
                <a:gd name="T13" fmla="*/ 3 h 12"/>
                <a:gd name="T14" fmla="*/ 11 w 17"/>
                <a:gd name="T15" fmla="*/ 2 h 12"/>
                <a:gd name="T16" fmla="*/ 6 w 17"/>
                <a:gd name="T17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2">
                  <a:moveTo>
                    <a:pt x="6" y="2"/>
                  </a:moveTo>
                  <a:cubicBezTo>
                    <a:pt x="5" y="3"/>
                    <a:pt x="1" y="4"/>
                    <a:pt x="1" y="6"/>
                  </a:cubicBezTo>
                  <a:cubicBezTo>
                    <a:pt x="1" y="8"/>
                    <a:pt x="0" y="7"/>
                    <a:pt x="1" y="9"/>
                  </a:cubicBezTo>
                  <a:cubicBezTo>
                    <a:pt x="3" y="11"/>
                    <a:pt x="4" y="12"/>
                    <a:pt x="6" y="11"/>
                  </a:cubicBezTo>
                  <a:cubicBezTo>
                    <a:pt x="9" y="11"/>
                    <a:pt x="8" y="10"/>
                    <a:pt x="11" y="10"/>
                  </a:cubicBezTo>
                  <a:cubicBezTo>
                    <a:pt x="13" y="9"/>
                    <a:pt x="16" y="9"/>
                    <a:pt x="16" y="7"/>
                  </a:cubicBezTo>
                  <a:cubicBezTo>
                    <a:pt x="16" y="5"/>
                    <a:pt x="17" y="3"/>
                    <a:pt x="15" y="3"/>
                  </a:cubicBezTo>
                  <a:cubicBezTo>
                    <a:pt x="14" y="2"/>
                    <a:pt x="13" y="3"/>
                    <a:pt x="11" y="2"/>
                  </a:cubicBezTo>
                  <a:cubicBezTo>
                    <a:pt x="10" y="0"/>
                    <a:pt x="7" y="0"/>
                    <a:pt x="6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3" name="Freeform 209">
              <a:extLst>
                <a:ext uri="{FF2B5EF4-FFF2-40B4-BE49-F238E27FC236}">
                  <a16:creationId xmlns:a16="http://schemas.microsoft.com/office/drawing/2014/main" id="{F14746FF-BF4A-98DF-C881-171840011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5310" y="2742650"/>
              <a:ext cx="14104" cy="11283"/>
            </a:xfrm>
            <a:custGeom>
              <a:avLst/>
              <a:gdLst>
                <a:gd name="T0" fmla="*/ 10 w 13"/>
                <a:gd name="T1" fmla="*/ 7 h 11"/>
                <a:gd name="T2" fmla="*/ 5 w 13"/>
                <a:gd name="T3" fmla="*/ 4 h 11"/>
                <a:gd name="T4" fmla="*/ 1 w 13"/>
                <a:gd name="T5" fmla="*/ 2 h 11"/>
                <a:gd name="T6" fmla="*/ 3 w 13"/>
                <a:gd name="T7" fmla="*/ 5 h 11"/>
                <a:gd name="T8" fmla="*/ 7 w 13"/>
                <a:gd name="T9" fmla="*/ 8 h 11"/>
                <a:gd name="T10" fmla="*/ 11 w 13"/>
                <a:gd name="T11" fmla="*/ 10 h 11"/>
                <a:gd name="T12" fmla="*/ 10 w 13"/>
                <a:gd name="T13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1">
                  <a:moveTo>
                    <a:pt x="10" y="7"/>
                  </a:moveTo>
                  <a:cubicBezTo>
                    <a:pt x="7" y="6"/>
                    <a:pt x="6" y="5"/>
                    <a:pt x="5" y="4"/>
                  </a:cubicBezTo>
                  <a:cubicBezTo>
                    <a:pt x="5" y="2"/>
                    <a:pt x="2" y="0"/>
                    <a:pt x="1" y="2"/>
                  </a:cubicBezTo>
                  <a:cubicBezTo>
                    <a:pt x="0" y="2"/>
                    <a:pt x="0" y="3"/>
                    <a:pt x="3" y="5"/>
                  </a:cubicBezTo>
                  <a:cubicBezTo>
                    <a:pt x="5" y="6"/>
                    <a:pt x="6" y="8"/>
                    <a:pt x="7" y="8"/>
                  </a:cubicBezTo>
                  <a:cubicBezTo>
                    <a:pt x="9" y="9"/>
                    <a:pt x="10" y="11"/>
                    <a:pt x="11" y="10"/>
                  </a:cubicBezTo>
                  <a:cubicBezTo>
                    <a:pt x="12" y="9"/>
                    <a:pt x="13" y="8"/>
                    <a:pt x="10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4" name="Freeform 210">
              <a:extLst>
                <a:ext uri="{FF2B5EF4-FFF2-40B4-BE49-F238E27FC236}">
                  <a16:creationId xmlns:a16="http://schemas.microsoft.com/office/drawing/2014/main" id="{A951D42B-3CAE-5678-288C-1B3B579EF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9414" y="2830094"/>
              <a:ext cx="7052" cy="5642"/>
            </a:xfrm>
            <a:custGeom>
              <a:avLst/>
              <a:gdLst>
                <a:gd name="T0" fmla="*/ 2 w 6"/>
                <a:gd name="T1" fmla="*/ 1 h 6"/>
                <a:gd name="T2" fmla="*/ 1 w 6"/>
                <a:gd name="T3" fmla="*/ 4 h 6"/>
                <a:gd name="T4" fmla="*/ 5 w 6"/>
                <a:gd name="T5" fmla="*/ 4 h 6"/>
                <a:gd name="T6" fmla="*/ 2 w 6"/>
                <a:gd name="T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2" y="1"/>
                  </a:moveTo>
                  <a:cubicBezTo>
                    <a:pt x="1" y="2"/>
                    <a:pt x="0" y="2"/>
                    <a:pt x="1" y="4"/>
                  </a:cubicBezTo>
                  <a:cubicBezTo>
                    <a:pt x="2" y="5"/>
                    <a:pt x="4" y="6"/>
                    <a:pt x="5" y="4"/>
                  </a:cubicBezTo>
                  <a:cubicBezTo>
                    <a:pt x="6" y="3"/>
                    <a:pt x="5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5" name="Freeform 211">
              <a:extLst>
                <a:ext uri="{FF2B5EF4-FFF2-40B4-BE49-F238E27FC236}">
                  <a16:creationId xmlns:a16="http://schemas.microsoft.com/office/drawing/2014/main" id="{1676EF21-DD85-C18B-F347-CA833413F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3645" y="2762395"/>
              <a:ext cx="9873" cy="14104"/>
            </a:xfrm>
            <a:custGeom>
              <a:avLst/>
              <a:gdLst>
                <a:gd name="T0" fmla="*/ 3 w 8"/>
                <a:gd name="T1" fmla="*/ 9 h 13"/>
                <a:gd name="T2" fmla="*/ 8 w 8"/>
                <a:gd name="T3" fmla="*/ 11 h 13"/>
                <a:gd name="T4" fmla="*/ 6 w 8"/>
                <a:gd name="T5" fmla="*/ 6 h 13"/>
                <a:gd name="T6" fmla="*/ 1 w 8"/>
                <a:gd name="T7" fmla="*/ 3 h 13"/>
                <a:gd name="T8" fmla="*/ 3 w 8"/>
                <a:gd name="T9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13">
                  <a:moveTo>
                    <a:pt x="3" y="9"/>
                  </a:moveTo>
                  <a:cubicBezTo>
                    <a:pt x="5" y="10"/>
                    <a:pt x="8" y="13"/>
                    <a:pt x="8" y="11"/>
                  </a:cubicBezTo>
                  <a:cubicBezTo>
                    <a:pt x="8" y="9"/>
                    <a:pt x="6" y="8"/>
                    <a:pt x="6" y="6"/>
                  </a:cubicBezTo>
                  <a:cubicBezTo>
                    <a:pt x="5" y="3"/>
                    <a:pt x="1" y="0"/>
                    <a:pt x="1" y="3"/>
                  </a:cubicBezTo>
                  <a:cubicBezTo>
                    <a:pt x="0" y="5"/>
                    <a:pt x="2" y="8"/>
                    <a:pt x="3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6" name="Freeform 212">
              <a:extLst>
                <a:ext uri="{FF2B5EF4-FFF2-40B4-BE49-F238E27FC236}">
                  <a16:creationId xmlns:a16="http://schemas.microsoft.com/office/drawing/2014/main" id="{9B779D73-179E-3753-4E0A-C867BC660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154" y="2576224"/>
              <a:ext cx="4231" cy="5642"/>
            </a:xfrm>
            <a:custGeom>
              <a:avLst/>
              <a:gdLst>
                <a:gd name="T0" fmla="*/ 2 w 4"/>
                <a:gd name="T1" fmla="*/ 1 h 5"/>
                <a:gd name="T2" fmla="*/ 1 w 4"/>
                <a:gd name="T3" fmla="*/ 3 h 5"/>
                <a:gd name="T4" fmla="*/ 3 w 4"/>
                <a:gd name="T5" fmla="*/ 2 h 5"/>
                <a:gd name="T6" fmla="*/ 2 w 4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cubicBezTo>
                    <a:pt x="1" y="2"/>
                    <a:pt x="0" y="2"/>
                    <a:pt x="1" y="3"/>
                  </a:cubicBezTo>
                  <a:cubicBezTo>
                    <a:pt x="2" y="5"/>
                    <a:pt x="3" y="3"/>
                    <a:pt x="3" y="2"/>
                  </a:cubicBezTo>
                  <a:cubicBezTo>
                    <a:pt x="4" y="1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7" name="Freeform 213">
              <a:extLst>
                <a:ext uri="{FF2B5EF4-FFF2-40B4-BE49-F238E27FC236}">
                  <a16:creationId xmlns:a16="http://schemas.microsoft.com/office/drawing/2014/main" id="{835A8305-9A83-1C7D-1F7B-93382A09A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50050" y="2600201"/>
              <a:ext cx="7052" cy="5642"/>
            </a:xfrm>
            <a:custGeom>
              <a:avLst/>
              <a:gdLst>
                <a:gd name="T0" fmla="*/ 3 w 6"/>
                <a:gd name="T1" fmla="*/ 0 h 5"/>
                <a:gd name="T2" fmla="*/ 1 w 6"/>
                <a:gd name="T3" fmla="*/ 2 h 5"/>
                <a:gd name="T4" fmla="*/ 4 w 6"/>
                <a:gd name="T5" fmla="*/ 4 h 5"/>
                <a:gd name="T6" fmla="*/ 6 w 6"/>
                <a:gd name="T7" fmla="*/ 3 h 5"/>
                <a:gd name="T8" fmla="*/ 3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3" y="0"/>
                  </a:moveTo>
                  <a:cubicBezTo>
                    <a:pt x="1" y="1"/>
                    <a:pt x="0" y="1"/>
                    <a:pt x="1" y="2"/>
                  </a:cubicBezTo>
                  <a:cubicBezTo>
                    <a:pt x="3" y="3"/>
                    <a:pt x="3" y="2"/>
                    <a:pt x="4" y="4"/>
                  </a:cubicBezTo>
                  <a:cubicBezTo>
                    <a:pt x="5" y="5"/>
                    <a:pt x="6" y="4"/>
                    <a:pt x="6" y="3"/>
                  </a:cubicBezTo>
                  <a:cubicBezTo>
                    <a:pt x="6" y="1"/>
                    <a:pt x="5" y="0"/>
                    <a:pt x="3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8" name="Freeform 214">
              <a:extLst>
                <a:ext uri="{FF2B5EF4-FFF2-40B4-BE49-F238E27FC236}">
                  <a16:creationId xmlns:a16="http://schemas.microsoft.com/office/drawing/2014/main" id="{6C31B3B4-CF2B-C729-F3C3-4B6717C14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406" y="2930231"/>
              <a:ext cx="5642" cy="2821"/>
            </a:xfrm>
            <a:custGeom>
              <a:avLst/>
              <a:gdLst>
                <a:gd name="T0" fmla="*/ 2 w 5"/>
                <a:gd name="T1" fmla="*/ 1 h 3"/>
                <a:gd name="T2" fmla="*/ 2 w 5"/>
                <a:gd name="T3" fmla="*/ 3 h 3"/>
                <a:gd name="T4" fmla="*/ 5 w 5"/>
                <a:gd name="T5" fmla="*/ 1 h 3"/>
                <a:gd name="T6" fmla="*/ 2 w 5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cubicBezTo>
                    <a:pt x="1" y="2"/>
                    <a:pt x="0" y="3"/>
                    <a:pt x="2" y="3"/>
                  </a:cubicBezTo>
                  <a:cubicBezTo>
                    <a:pt x="3" y="3"/>
                    <a:pt x="5" y="3"/>
                    <a:pt x="5" y="1"/>
                  </a:cubicBezTo>
                  <a:cubicBezTo>
                    <a:pt x="5" y="0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79" name="Freeform 215">
              <a:extLst>
                <a:ext uri="{FF2B5EF4-FFF2-40B4-BE49-F238E27FC236}">
                  <a16:creationId xmlns:a16="http://schemas.microsoft.com/office/drawing/2014/main" id="{51257E19-5F68-9C64-8302-04C86E884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1608" y="3213719"/>
              <a:ext cx="9873" cy="9873"/>
            </a:xfrm>
            <a:custGeom>
              <a:avLst/>
              <a:gdLst>
                <a:gd name="T0" fmla="*/ 4 w 8"/>
                <a:gd name="T1" fmla="*/ 2 h 9"/>
                <a:gd name="T2" fmla="*/ 2 w 8"/>
                <a:gd name="T3" fmla="*/ 7 h 9"/>
                <a:gd name="T4" fmla="*/ 2 w 8"/>
                <a:gd name="T5" fmla="*/ 8 h 9"/>
                <a:gd name="T6" fmla="*/ 7 w 8"/>
                <a:gd name="T7" fmla="*/ 4 h 9"/>
                <a:gd name="T8" fmla="*/ 4 w 8"/>
                <a:gd name="T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9">
                  <a:moveTo>
                    <a:pt x="4" y="2"/>
                  </a:moveTo>
                  <a:cubicBezTo>
                    <a:pt x="3" y="4"/>
                    <a:pt x="3" y="6"/>
                    <a:pt x="2" y="7"/>
                  </a:cubicBezTo>
                  <a:cubicBezTo>
                    <a:pt x="1" y="8"/>
                    <a:pt x="0" y="9"/>
                    <a:pt x="2" y="8"/>
                  </a:cubicBezTo>
                  <a:cubicBezTo>
                    <a:pt x="5" y="7"/>
                    <a:pt x="7" y="6"/>
                    <a:pt x="7" y="4"/>
                  </a:cubicBezTo>
                  <a:cubicBezTo>
                    <a:pt x="8" y="3"/>
                    <a:pt x="6" y="0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0" name="Freeform 216">
              <a:extLst>
                <a:ext uri="{FF2B5EF4-FFF2-40B4-BE49-F238E27FC236}">
                  <a16:creationId xmlns:a16="http://schemas.microsoft.com/office/drawing/2014/main" id="{69177129-BF2B-0612-3BB7-48C04A1AB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6858" y="3199615"/>
              <a:ext cx="4231" cy="8462"/>
            </a:xfrm>
            <a:custGeom>
              <a:avLst/>
              <a:gdLst>
                <a:gd name="T0" fmla="*/ 3 w 4"/>
                <a:gd name="T1" fmla="*/ 6 h 7"/>
                <a:gd name="T2" fmla="*/ 4 w 4"/>
                <a:gd name="T3" fmla="*/ 3 h 7"/>
                <a:gd name="T4" fmla="*/ 2 w 4"/>
                <a:gd name="T5" fmla="*/ 3 h 7"/>
                <a:gd name="T6" fmla="*/ 0 w 4"/>
                <a:gd name="T7" fmla="*/ 6 h 7"/>
                <a:gd name="T8" fmla="*/ 3 w 4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7">
                  <a:moveTo>
                    <a:pt x="3" y="6"/>
                  </a:moveTo>
                  <a:cubicBezTo>
                    <a:pt x="4" y="5"/>
                    <a:pt x="4" y="4"/>
                    <a:pt x="4" y="3"/>
                  </a:cubicBezTo>
                  <a:cubicBezTo>
                    <a:pt x="4" y="3"/>
                    <a:pt x="2" y="0"/>
                    <a:pt x="2" y="3"/>
                  </a:cubicBezTo>
                  <a:cubicBezTo>
                    <a:pt x="2" y="4"/>
                    <a:pt x="0" y="5"/>
                    <a:pt x="0" y="6"/>
                  </a:cubicBezTo>
                  <a:cubicBezTo>
                    <a:pt x="1" y="7"/>
                    <a:pt x="2" y="7"/>
                    <a:pt x="3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1" name="Freeform 217">
              <a:extLst>
                <a:ext uri="{FF2B5EF4-FFF2-40B4-BE49-F238E27FC236}">
                  <a16:creationId xmlns:a16="http://schemas.microsoft.com/office/drawing/2014/main" id="{0169417D-7997-736A-1B27-B6209199B6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2224" y="2997930"/>
              <a:ext cx="211558" cy="165015"/>
            </a:xfrm>
            <a:custGeom>
              <a:avLst/>
              <a:gdLst>
                <a:gd name="T0" fmla="*/ 81 w 193"/>
                <a:gd name="T1" fmla="*/ 120 h 154"/>
                <a:gd name="T2" fmla="*/ 76 w 193"/>
                <a:gd name="T3" fmla="*/ 106 h 154"/>
                <a:gd name="T4" fmla="*/ 66 w 193"/>
                <a:gd name="T5" fmla="*/ 88 h 154"/>
                <a:gd name="T6" fmla="*/ 62 w 193"/>
                <a:gd name="T7" fmla="*/ 75 h 154"/>
                <a:gd name="T8" fmla="*/ 86 w 193"/>
                <a:gd name="T9" fmla="*/ 54 h 154"/>
                <a:gd name="T10" fmla="*/ 96 w 193"/>
                <a:gd name="T11" fmla="*/ 50 h 154"/>
                <a:gd name="T12" fmla="*/ 72 w 193"/>
                <a:gd name="T13" fmla="*/ 52 h 154"/>
                <a:gd name="T14" fmla="*/ 50 w 193"/>
                <a:gd name="T15" fmla="*/ 64 h 154"/>
                <a:gd name="T16" fmla="*/ 30 w 193"/>
                <a:gd name="T17" fmla="*/ 51 h 154"/>
                <a:gd name="T18" fmla="*/ 37 w 193"/>
                <a:gd name="T19" fmla="*/ 26 h 154"/>
                <a:gd name="T20" fmla="*/ 81 w 193"/>
                <a:gd name="T21" fmla="*/ 26 h 154"/>
                <a:gd name="T22" fmla="*/ 113 w 193"/>
                <a:gd name="T23" fmla="*/ 28 h 154"/>
                <a:gd name="T24" fmla="*/ 133 w 193"/>
                <a:gd name="T25" fmla="*/ 5 h 154"/>
                <a:gd name="T26" fmla="*/ 120 w 193"/>
                <a:gd name="T27" fmla="*/ 12 h 154"/>
                <a:gd name="T28" fmla="*/ 98 w 193"/>
                <a:gd name="T29" fmla="*/ 18 h 154"/>
                <a:gd name="T30" fmla="*/ 78 w 193"/>
                <a:gd name="T31" fmla="*/ 17 h 154"/>
                <a:gd name="T32" fmla="*/ 56 w 193"/>
                <a:gd name="T33" fmla="*/ 9 h 154"/>
                <a:gd name="T34" fmla="*/ 41 w 193"/>
                <a:gd name="T35" fmla="*/ 17 h 154"/>
                <a:gd name="T36" fmla="*/ 24 w 193"/>
                <a:gd name="T37" fmla="*/ 26 h 154"/>
                <a:gd name="T38" fmla="*/ 23 w 193"/>
                <a:gd name="T39" fmla="*/ 51 h 154"/>
                <a:gd name="T40" fmla="*/ 13 w 193"/>
                <a:gd name="T41" fmla="*/ 69 h 154"/>
                <a:gd name="T42" fmla="*/ 4 w 193"/>
                <a:gd name="T43" fmla="*/ 95 h 154"/>
                <a:gd name="T44" fmla="*/ 16 w 193"/>
                <a:gd name="T45" fmla="*/ 110 h 154"/>
                <a:gd name="T46" fmla="*/ 17 w 193"/>
                <a:gd name="T47" fmla="*/ 129 h 154"/>
                <a:gd name="T48" fmla="*/ 17 w 193"/>
                <a:gd name="T49" fmla="*/ 151 h 154"/>
                <a:gd name="T50" fmla="*/ 36 w 193"/>
                <a:gd name="T51" fmla="*/ 150 h 154"/>
                <a:gd name="T52" fmla="*/ 36 w 193"/>
                <a:gd name="T53" fmla="*/ 129 h 154"/>
                <a:gd name="T54" fmla="*/ 34 w 193"/>
                <a:gd name="T55" fmla="*/ 96 h 154"/>
                <a:gd name="T56" fmla="*/ 48 w 193"/>
                <a:gd name="T57" fmla="*/ 104 h 154"/>
                <a:gd name="T58" fmla="*/ 60 w 193"/>
                <a:gd name="T59" fmla="*/ 120 h 154"/>
                <a:gd name="T60" fmla="*/ 64 w 193"/>
                <a:gd name="T61" fmla="*/ 135 h 154"/>
                <a:gd name="T62" fmla="*/ 75 w 193"/>
                <a:gd name="T63" fmla="*/ 127 h 154"/>
                <a:gd name="T64" fmla="*/ 178 w 193"/>
                <a:gd name="T65" fmla="*/ 31 h 154"/>
                <a:gd name="T66" fmla="*/ 180 w 193"/>
                <a:gd name="T67" fmla="*/ 21 h 154"/>
                <a:gd name="T68" fmla="*/ 174 w 193"/>
                <a:gd name="T69" fmla="*/ 45 h 154"/>
                <a:gd name="T70" fmla="*/ 148 w 193"/>
                <a:gd name="T71" fmla="*/ 80 h 154"/>
                <a:gd name="T72" fmla="*/ 170 w 193"/>
                <a:gd name="T73" fmla="*/ 102 h 154"/>
                <a:gd name="T74" fmla="*/ 155 w 193"/>
                <a:gd name="T75" fmla="*/ 110 h 154"/>
                <a:gd name="T76" fmla="*/ 146 w 193"/>
                <a:gd name="T77" fmla="*/ 74 h 154"/>
                <a:gd name="T78" fmla="*/ 146 w 193"/>
                <a:gd name="T79" fmla="*/ 75 h 154"/>
                <a:gd name="T80" fmla="*/ 118 w 193"/>
                <a:gd name="T81" fmla="*/ 76 h 154"/>
                <a:gd name="T82" fmla="*/ 185 w 193"/>
                <a:gd name="T83" fmla="*/ 51 h 154"/>
                <a:gd name="T84" fmla="*/ 180 w 193"/>
                <a:gd name="T85" fmla="*/ 50 h 154"/>
                <a:gd name="T86" fmla="*/ 184 w 193"/>
                <a:gd name="T87" fmla="*/ 62 h 154"/>
                <a:gd name="T88" fmla="*/ 91 w 193"/>
                <a:gd name="T89" fmla="*/ 67 h 154"/>
                <a:gd name="T90" fmla="*/ 193 w 193"/>
                <a:gd name="T91" fmla="*/ 70 h 154"/>
                <a:gd name="T92" fmla="*/ 184 w 193"/>
                <a:gd name="T93" fmla="*/ 71 h 154"/>
                <a:gd name="T94" fmla="*/ 192 w 193"/>
                <a:gd name="T95" fmla="*/ 101 h 154"/>
                <a:gd name="T96" fmla="*/ 100 w 193"/>
                <a:gd name="T97" fmla="*/ 71 h 154"/>
                <a:gd name="T98" fmla="*/ 68 w 193"/>
                <a:gd name="T99" fmla="*/ 44 h 154"/>
                <a:gd name="T100" fmla="*/ 67 w 193"/>
                <a:gd name="T101" fmla="*/ 46 h 154"/>
                <a:gd name="T102" fmla="*/ 73 w 193"/>
                <a:gd name="T103" fmla="*/ 40 h 154"/>
                <a:gd name="T104" fmla="*/ 87 w 193"/>
                <a:gd name="T105" fmla="*/ 61 h 154"/>
                <a:gd name="T106" fmla="*/ 92 w 193"/>
                <a:gd name="T107" fmla="*/ 73 h 154"/>
                <a:gd name="T108" fmla="*/ 67 w 193"/>
                <a:gd name="T109" fmla="*/ 143 h 154"/>
                <a:gd name="T110" fmla="*/ 83 w 193"/>
                <a:gd name="T111" fmla="*/ 136 h 154"/>
                <a:gd name="T112" fmla="*/ 75 w 193"/>
                <a:gd name="T113" fmla="*/ 147 h 154"/>
                <a:gd name="T114" fmla="*/ 87 w 193"/>
                <a:gd name="T115" fmla="*/ 135 h 154"/>
                <a:gd name="T116" fmla="*/ 85 w 193"/>
                <a:gd name="T117" fmla="*/ 151 h 154"/>
                <a:gd name="T118" fmla="*/ 91 w 193"/>
                <a:gd name="T11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93" h="154">
                  <a:moveTo>
                    <a:pt x="80" y="127"/>
                  </a:moveTo>
                  <a:cubicBezTo>
                    <a:pt x="81" y="127"/>
                    <a:pt x="83" y="127"/>
                    <a:pt x="84" y="127"/>
                  </a:cubicBezTo>
                  <a:cubicBezTo>
                    <a:pt x="86" y="127"/>
                    <a:pt x="85" y="126"/>
                    <a:pt x="86" y="125"/>
                  </a:cubicBezTo>
                  <a:cubicBezTo>
                    <a:pt x="87" y="123"/>
                    <a:pt x="86" y="122"/>
                    <a:pt x="85" y="121"/>
                  </a:cubicBezTo>
                  <a:cubicBezTo>
                    <a:pt x="85" y="121"/>
                    <a:pt x="84" y="122"/>
                    <a:pt x="83" y="122"/>
                  </a:cubicBezTo>
                  <a:cubicBezTo>
                    <a:pt x="82" y="122"/>
                    <a:pt x="82" y="122"/>
                    <a:pt x="81" y="120"/>
                  </a:cubicBezTo>
                  <a:cubicBezTo>
                    <a:pt x="80" y="118"/>
                    <a:pt x="80" y="119"/>
                    <a:pt x="80" y="118"/>
                  </a:cubicBezTo>
                  <a:cubicBezTo>
                    <a:pt x="81" y="117"/>
                    <a:pt x="81" y="117"/>
                    <a:pt x="80" y="116"/>
                  </a:cubicBezTo>
                  <a:cubicBezTo>
                    <a:pt x="79" y="114"/>
                    <a:pt x="78" y="115"/>
                    <a:pt x="77" y="114"/>
                  </a:cubicBezTo>
                  <a:cubicBezTo>
                    <a:pt x="75" y="113"/>
                    <a:pt x="74" y="112"/>
                    <a:pt x="73" y="111"/>
                  </a:cubicBezTo>
                  <a:cubicBezTo>
                    <a:pt x="72" y="110"/>
                    <a:pt x="73" y="110"/>
                    <a:pt x="74" y="109"/>
                  </a:cubicBezTo>
                  <a:cubicBezTo>
                    <a:pt x="75" y="108"/>
                    <a:pt x="76" y="107"/>
                    <a:pt x="76" y="106"/>
                  </a:cubicBezTo>
                  <a:cubicBezTo>
                    <a:pt x="75" y="104"/>
                    <a:pt x="75" y="104"/>
                    <a:pt x="75" y="103"/>
                  </a:cubicBezTo>
                  <a:cubicBezTo>
                    <a:pt x="76" y="102"/>
                    <a:pt x="77" y="102"/>
                    <a:pt x="77" y="102"/>
                  </a:cubicBezTo>
                  <a:cubicBezTo>
                    <a:pt x="78" y="101"/>
                    <a:pt x="77" y="100"/>
                    <a:pt x="76" y="99"/>
                  </a:cubicBezTo>
                  <a:cubicBezTo>
                    <a:pt x="74" y="97"/>
                    <a:pt x="73" y="98"/>
                    <a:pt x="71" y="96"/>
                  </a:cubicBezTo>
                  <a:cubicBezTo>
                    <a:pt x="69" y="94"/>
                    <a:pt x="70" y="95"/>
                    <a:pt x="68" y="92"/>
                  </a:cubicBezTo>
                  <a:cubicBezTo>
                    <a:pt x="66" y="89"/>
                    <a:pt x="67" y="90"/>
                    <a:pt x="66" y="88"/>
                  </a:cubicBezTo>
                  <a:cubicBezTo>
                    <a:pt x="65" y="86"/>
                    <a:pt x="65" y="85"/>
                    <a:pt x="64" y="84"/>
                  </a:cubicBezTo>
                  <a:cubicBezTo>
                    <a:pt x="64" y="83"/>
                    <a:pt x="62" y="81"/>
                    <a:pt x="60" y="80"/>
                  </a:cubicBezTo>
                  <a:cubicBezTo>
                    <a:pt x="58" y="78"/>
                    <a:pt x="55" y="78"/>
                    <a:pt x="54" y="77"/>
                  </a:cubicBezTo>
                  <a:cubicBezTo>
                    <a:pt x="53" y="76"/>
                    <a:pt x="54" y="74"/>
                    <a:pt x="54" y="73"/>
                  </a:cubicBezTo>
                  <a:cubicBezTo>
                    <a:pt x="55" y="73"/>
                    <a:pt x="57" y="74"/>
                    <a:pt x="59" y="75"/>
                  </a:cubicBezTo>
                  <a:cubicBezTo>
                    <a:pt x="61" y="76"/>
                    <a:pt x="61" y="75"/>
                    <a:pt x="62" y="75"/>
                  </a:cubicBezTo>
                  <a:cubicBezTo>
                    <a:pt x="63" y="74"/>
                    <a:pt x="67" y="73"/>
                    <a:pt x="67" y="71"/>
                  </a:cubicBezTo>
                  <a:cubicBezTo>
                    <a:pt x="68" y="70"/>
                    <a:pt x="70" y="69"/>
                    <a:pt x="71" y="67"/>
                  </a:cubicBezTo>
                  <a:cubicBezTo>
                    <a:pt x="72" y="65"/>
                    <a:pt x="74" y="65"/>
                    <a:pt x="75" y="63"/>
                  </a:cubicBezTo>
                  <a:cubicBezTo>
                    <a:pt x="77" y="62"/>
                    <a:pt x="79" y="62"/>
                    <a:pt x="80" y="61"/>
                  </a:cubicBezTo>
                  <a:cubicBezTo>
                    <a:pt x="82" y="59"/>
                    <a:pt x="82" y="59"/>
                    <a:pt x="82" y="57"/>
                  </a:cubicBezTo>
                  <a:cubicBezTo>
                    <a:pt x="83" y="55"/>
                    <a:pt x="84" y="55"/>
                    <a:pt x="86" y="54"/>
                  </a:cubicBezTo>
                  <a:cubicBezTo>
                    <a:pt x="88" y="53"/>
                    <a:pt x="88" y="54"/>
                    <a:pt x="90" y="54"/>
                  </a:cubicBezTo>
                  <a:cubicBezTo>
                    <a:pt x="91" y="53"/>
                    <a:pt x="93" y="54"/>
                    <a:pt x="94" y="54"/>
                  </a:cubicBezTo>
                  <a:cubicBezTo>
                    <a:pt x="95" y="55"/>
                    <a:pt x="94" y="56"/>
                    <a:pt x="95" y="58"/>
                  </a:cubicBezTo>
                  <a:cubicBezTo>
                    <a:pt x="95" y="59"/>
                    <a:pt x="97" y="58"/>
                    <a:pt x="96" y="56"/>
                  </a:cubicBezTo>
                  <a:cubicBezTo>
                    <a:pt x="96" y="55"/>
                    <a:pt x="97" y="55"/>
                    <a:pt x="97" y="54"/>
                  </a:cubicBezTo>
                  <a:cubicBezTo>
                    <a:pt x="97" y="52"/>
                    <a:pt x="97" y="51"/>
                    <a:pt x="96" y="50"/>
                  </a:cubicBezTo>
                  <a:cubicBezTo>
                    <a:pt x="96" y="49"/>
                    <a:pt x="95" y="50"/>
                    <a:pt x="94" y="49"/>
                  </a:cubicBezTo>
                  <a:cubicBezTo>
                    <a:pt x="93" y="49"/>
                    <a:pt x="93" y="48"/>
                    <a:pt x="90" y="48"/>
                  </a:cubicBezTo>
                  <a:cubicBezTo>
                    <a:pt x="88" y="48"/>
                    <a:pt x="89" y="49"/>
                    <a:pt x="88" y="51"/>
                  </a:cubicBezTo>
                  <a:cubicBezTo>
                    <a:pt x="87" y="53"/>
                    <a:pt x="85" y="52"/>
                    <a:pt x="84" y="52"/>
                  </a:cubicBezTo>
                  <a:cubicBezTo>
                    <a:pt x="82" y="52"/>
                    <a:pt x="81" y="52"/>
                    <a:pt x="77" y="52"/>
                  </a:cubicBezTo>
                  <a:cubicBezTo>
                    <a:pt x="74" y="52"/>
                    <a:pt x="75" y="52"/>
                    <a:pt x="72" y="52"/>
                  </a:cubicBezTo>
                  <a:cubicBezTo>
                    <a:pt x="69" y="53"/>
                    <a:pt x="70" y="54"/>
                    <a:pt x="68" y="55"/>
                  </a:cubicBezTo>
                  <a:cubicBezTo>
                    <a:pt x="67" y="56"/>
                    <a:pt x="66" y="56"/>
                    <a:pt x="64" y="55"/>
                  </a:cubicBezTo>
                  <a:cubicBezTo>
                    <a:pt x="63" y="54"/>
                    <a:pt x="62" y="53"/>
                    <a:pt x="59" y="53"/>
                  </a:cubicBezTo>
                  <a:cubicBezTo>
                    <a:pt x="57" y="53"/>
                    <a:pt x="58" y="56"/>
                    <a:pt x="56" y="57"/>
                  </a:cubicBezTo>
                  <a:cubicBezTo>
                    <a:pt x="54" y="59"/>
                    <a:pt x="54" y="59"/>
                    <a:pt x="53" y="60"/>
                  </a:cubicBezTo>
                  <a:cubicBezTo>
                    <a:pt x="52" y="62"/>
                    <a:pt x="51" y="64"/>
                    <a:pt x="50" y="64"/>
                  </a:cubicBezTo>
                  <a:cubicBezTo>
                    <a:pt x="49" y="65"/>
                    <a:pt x="47" y="66"/>
                    <a:pt x="45" y="65"/>
                  </a:cubicBezTo>
                  <a:cubicBezTo>
                    <a:pt x="44" y="65"/>
                    <a:pt x="42" y="65"/>
                    <a:pt x="41" y="64"/>
                  </a:cubicBezTo>
                  <a:cubicBezTo>
                    <a:pt x="40" y="63"/>
                    <a:pt x="39" y="59"/>
                    <a:pt x="39" y="59"/>
                  </a:cubicBezTo>
                  <a:cubicBezTo>
                    <a:pt x="38" y="58"/>
                    <a:pt x="38" y="56"/>
                    <a:pt x="36" y="55"/>
                  </a:cubicBezTo>
                  <a:cubicBezTo>
                    <a:pt x="34" y="53"/>
                    <a:pt x="34" y="54"/>
                    <a:pt x="32" y="53"/>
                  </a:cubicBezTo>
                  <a:cubicBezTo>
                    <a:pt x="30" y="52"/>
                    <a:pt x="30" y="53"/>
                    <a:pt x="30" y="51"/>
                  </a:cubicBezTo>
                  <a:cubicBezTo>
                    <a:pt x="29" y="49"/>
                    <a:pt x="29" y="50"/>
                    <a:pt x="28" y="48"/>
                  </a:cubicBezTo>
                  <a:cubicBezTo>
                    <a:pt x="28" y="46"/>
                    <a:pt x="27" y="44"/>
                    <a:pt x="27" y="42"/>
                  </a:cubicBezTo>
                  <a:cubicBezTo>
                    <a:pt x="27" y="40"/>
                    <a:pt x="28" y="38"/>
                    <a:pt x="28" y="36"/>
                  </a:cubicBezTo>
                  <a:cubicBezTo>
                    <a:pt x="28" y="34"/>
                    <a:pt x="29" y="34"/>
                    <a:pt x="30" y="33"/>
                  </a:cubicBezTo>
                  <a:cubicBezTo>
                    <a:pt x="31" y="32"/>
                    <a:pt x="32" y="32"/>
                    <a:pt x="32" y="31"/>
                  </a:cubicBezTo>
                  <a:cubicBezTo>
                    <a:pt x="33" y="30"/>
                    <a:pt x="36" y="26"/>
                    <a:pt x="37" y="26"/>
                  </a:cubicBezTo>
                  <a:cubicBezTo>
                    <a:pt x="38" y="25"/>
                    <a:pt x="39" y="26"/>
                    <a:pt x="41" y="26"/>
                  </a:cubicBezTo>
                  <a:cubicBezTo>
                    <a:pt x="43" y="25"/>
                    <a:pt x="47" y="25"/>
                    <a:pt x="50" y="26"/>
                  </a:cubicBezTo>
                  <a:cubicBezTo>
                    <a:pt x="52" y="27"/>
                    <a:pt x="55" y="28"/>
                    <a:pt x="57" y="28"/>
                  </a:cubicBezTo>
                  <a:cubicBezTo>
                    <a:pt x="59" y="28"/>
                    <a:pt x="63" y="27"/>
                    <a:pt x="65" y="26"/>
                  </a:cubicBezTo>
                  <a:cubicBezTo>
                    <a:pt x="67" y="26"/>
                    <a:pt x="69" y="27"/>
                    <a:pt x="72" y="27"/>
                  </a:cubicBezTo>
                  <a:cubicBezTo>
                    <a:pt x="75" y="27"/>
                    <a:pt x="79" y="26"/>
                    <a:pt x="81" y="26"/>
                  </a:cubicBezTo>
                  <a:cubicBezTo>
                    <a:pt x="84" y="25"/>
                    <a:pt x="85" y="26"/>
                    <a:pt x="88" y="26"/>
                  </a:cubicBezTo>
                  <a:cubicBezTo>
                    <a:pt x="92" y="26"/>
                    <a:pt x="92" y="27"/>
                    <a:pt x="94" y="27"/>
                  </a:cubicBezTo>
                  <a:cubicBezTo>
                    <a:pt x="95" y="27"/>
                    <a:pt x="96" y="28"/>
                    <a:pt x="98" y="30"/>
                  </a:cubicBezTo>
                  <a:cubicBezTo>
                    <a:pt x="100" y="31"/>
                    <a:pt x="101" y="31"/>
                    <a:pt x="103" y="31"/>
                  </a:cubicBezTo>
                  <a:cubicBezTo>
                    <a:pt x="106" y="31"/>
                    <a:pt x="105" y="31"/>
                    <a:pt x="107" y="29"/>
                  </a:cubicBezTo>
                  <a:cubicBezTo>
                    <a:pt x="110" y="28"/>
                    <a:pt x="111" y="28"/>
                    <a:pt x="113" y="28"/>
                  </a:cubicBezTo>
                  <a:cubicBezTo>
                    <a:pt x="116" y="27"/>
                    <a:pt x="116" y="27"/>
                    <a:pt x="117" y="26"/>
                  </a:cubicBezTo>
                  <a:cubicBezTo>
                    <a:pt x="119" y="24"/>
                    <a:pt x="118" y="24"/>
                    <a:pt x="120" y="22"/>
                  </a:cubicBezTo>
                  <a:cubicBezTo>
                    <a:pt x="122" y="20"/>
                    <a:pt x="123" y="19"/>
                    <a:pt x="125" y="18"/>
                  </a:cubicBezTo>
                  <a:cubicBezTo>
                    <a:pt x="126" y="17"/>
                    <a:pt x="127" y="16"/>
                    <a:pt x="127" y="15"/>
                  </a:cubicBezTo>
                  <a:cubicBezTo>
                    <a:pt x="128" y="13"/>
                    <a:pt x="128" y="13"/>
                    <a:pt x="130" y="11"/>
                  </a:cubicBezTo>
                  <a:cubicBezTo>
                    <a:pt x="132" y="9"/>
                    <a:pt x="132" y="6"/>
                    <a:pt x="133" y="5"/>
                  </a:cubicBezTo>
                  <a:cubicBezTo>
                    <a:pt x="135" y="3"/>
                    <a:pt x="134" y="1"/>
                    <a:pt x="132" y="1"/>
                  </a:cubicBezTo>
                  <a:cubicBezTo>
                    <a:pt x="131" y="0"/>
                    <a:pt x="129" y="1"/>
                    <a:pt x="127" y="2"/>
                  </a:cubicBezTo>
                  <a:cubicBezTo>
                    <a:pt x="126" y="4"/>
                    <a:pt x="126" y="6"/>
                    <a:pt x="125" y="7"/>
                  </a:cubicBezTo>
                  <a:cubicBezTo>
                    <a:pt x="124" y="7"/>
                    <a:pt x="123" y="7"/>
                    <a:pt x="121" y="8"/>
                  </a:cubicBezTo>
                  <a:cubicBezTo>
                    <a:pt x="120" y="8"/>
                    <a:pt x="122" y="8"/>
                    <a:pt x="122" y="10"/>
                  </a:cubicBezTo>
                  <a:cubicBezTo>
                    <a:pt x="122" y="11"/>
                    <a:pt x="121" y="12"/>
                    <a:pt x="120" y="12"/>
                  </a:cubicBezTo>
                  <a:cubicBezTo>
                    <a:pt x="119" y="12"/>
                    <a:pt x="116" y="13"/>
                    <a:pt x="115" y="15"/>
                  </a:cubicBezTo>
                  <a:cubicBezTo>
                    <a:pt x="114" y="16"/>
                    <a:pt x="113" y="16"/>
                    <a:pt x="111" y="16"/>
                  </a:cubicBezTo>
                  <a:cubicBezTo>
                    <a:pt x="109" y="17"/>
                    <a:pt x="109" y="17"/>
                    <a:pt x="109" y="19"/>
                  </a:cubicBezTo>
                  <a:cubicBezTo>
                    <a:pt x="108" y="20"/>
                    <a:pt x="107" y="19"/>
                    <a:pt x="106" y="19"/>
                  </a:cubicBezTo>
                  <a:cubicBezTo>
                    <a:pt x="105" y="20"/>
                    <a:pt x="104" y="19"/>
                    <a:pt x="103" y="18"/>
                  </a:cubicBezTo>
                  <a:cubicBezTo>
                    <a:pt x="102" y="18"/>
                    <a:pt x="100" y="18"/>
                    <a:pt x="98" y="18"/>
                  </a:cubicBezTo>
                  <a:cubicBezTo>
                    <a:pt x="97" y="18"/>
                    <a:pt x="96" y="18"/>
                    <a:pt x="95" y="18"/>
                  </a:cubicBezTo>
                  <a:cubicBezTo>
                    <a:pt x="94" y="18"/>
                    <a:pt x="93" y="18"/>
                    <a:pt x="91" y="17"/>
                  </a:cubicBezTo>
                  <a:cubicBezTo>
                    <a:pt x="89" y="17"/>
                    <a:pt x="90" y="18"/>
                    <a:pt x="88" y="19"/>
                  </a:cubicBezTo>
                  <a:cubicBezTo>
                    <a:pt x="87" y="20"/>
                    <a:pt x="86" y="20"/>
                    <a:pt x="86" y="20"/>
                  </a:cubicBezTo>
                  <a:cubicBezTo>
                    <a:pt x="85" y="20"/>
                    <a:pt x="84" y="19"/>
                    <a:pt x="82" y="19"/>
                  </a:cubicBezTo>
                  <a:cubicBezTo>
                    <a:pt x="80" y="18"/>
                    <a:pt x="79" y="19"/>
                    <a:pt x="78" y="17"/>
                  </a:cubicBezTo>
                  <a:cubicBezTo>
                    <a:pt x="76" y="15"/>
                    <a:pt x="74" y="15"/>
                    <a:pt x="73" y="15"/>
                  </a:cubicBezTo>
                  <a:cubicBezTo>
                    <a:pt x="71" y="15"/>
                    <a:pt x="70" y="16"/>
                    <a:pt x="69" y="15"/>
                  </a:cubicBezTo>
                  <a:cubicBezTo>
                    <a:pt x="67" y="14"/>
                    <a:pt x="66" y="15"/>
                    <a:pt x="64" y="15"/>
                  </a:cubicBezTo>
                  <a:cubicBezTo>
                    <a:pt x="62" y="16"/>
                    <a:pt x="62" y="15"/>
                    <a:pt x="60" y="15"/>
                  </a:cubicBezTo>
                  <a:cubicBezTo>
                    <a:pt x="58" y="14"/>
                    <a:pt x="59" y="14"/>
                    <a:pt x="59" y="12"/>
                  </a:cubicBezTo>
                  <a:cubicBezTo>
                    <a:pt x="58" y="10"/>
                    <a:pt x="57" y="10"/>
                    <a:pt x="56" y="9"/>
                  </a:cubicBezTo>
                  <a:cubicBezTo>
                    <a:pt x="55" y="9"/>
                    <a:pt x="54" y="10"/>
                    <a:pt x="52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7" y="10"/>
                    <a:pt x="47" y="9"/>
                    <a:pt x="46" y="9"/>
                  </a:cubicBezTo>
                  <a:cubicBezTo>
                    <a:pt x="45" y="8"/>
                    <a:pt x="44" y="9"/>
                    <a:pt x="43" y="10"/>
                  </a:cubicBezTo>
                  <a:cubicBezTo>
                    <a:pt x="42" y="11"/>
                    <a:pt x="43" y="12"/>
                    <a:pt x="43" y="14"/>
                  </a:cubicBezTo>
                  <a:cubicBezTo>
                    <a:pt x="43" y="17"/>
                    <a:pt x="42" y="16"/>
                    <a:pt x="41" y="17"/>
                  </a:cubicBezTo>
                  <a:cubicBezTo>
                    <a:pt x="40" y="18"/>
                    <a:pt x="40" y="19"/>
                    <a:pt x="38" y="20"/>
                  </a:cubicBezTo>
                  <a:cubicBezTo>
                    <a:pt x="36" y="20"/>
                    <a:pt x="35" y="19"/>
                    <a:pt x="34" y="18"/>
                  </a:cubicBezTo>
                  <a:cubicBezTo>
                    <a:pt x="33" y="17"/>
                    <a:pt x="32" y="17"/>
                    <a:pt x="31" y="18"/>
                  </a:cubicBezTo>
                  <a:cubicBezTo>
                    <a:pt x="29" y="19"/>
                    <a:pt x="30" y="20"/>
                    <a:pt x="29" y="21"/>
                  </a:cubicBezTo>
                  <a:cubicBezTo>
                    <a:pt x="28" y="23"/>
                    <a:pt x="28" y="23"/>
                    <a:pt x="27" y="23"/>
                  </a:cubicBezTo>
                  <a:cubicBezTo>
                    <a:pt x="25" y="24"/>
                    <a:pt x="25" y="24"/>
                    <a:pt x="24" y="26"/>
                  </a:cubicBezTo>
                  <a:cubicBezTo>
                    <a:pt x="22" y="27"/>
                    <a:pt x="23" y="28"/>
                    <a:pt x="23" y="29"/>
                  </a:cubicBezTo>
                  <a:cubicBezTo>
                    <a:pt x="23" y="31"/>
                    <a:pt x="22" y="32"/>
                    <a:pt x="21" y="33"/>
                  </a:cubicBezTo>
                  <a:cubicBezTo>
                    <a:pt x="19" y="35"/>
                    <a:pt x="20" y="35"/>
                    <a:pt x="20" y="37"/>
                  </a:cubicBezTo>
                  <a:cubicBezTo>
                    <a:pt x="20" y="38"/>
                    <a:pt x="21" y="37"/>
                    <a:pt x="23" y="39"/>
                  </a:cubicBezTo>
                  <a:cubicBezTo>
                    <a:pt x="24" y="40"/>
                    <a:pt x="23" y="46"/>
                    <a:pt x="24" y="48"/>
                  </a:cubicBezTo>
                  <a:cubicBezTo>
                    <a:pt x="25" y="49"/>
                    <a:pt x="24" y="49"/>
                    <a:pt x="23" y="51"/>
                  </a:cubicBezTo>
                  <a:cubicBezTo>
                    <a:pt x="23" y="52"/>
                    <a:pt x="23" y="51"/>
                    <a:pt x="21" y="51"/>
                  </a:cubicBezTo>
                  <a:cubicBezTo>
                    <a:pt x="20" y="50"/>
                    <a:pt x="20" y="51"/>
                    <a:pt x="18" y="52"/>
                  </a:cubicBezTo>
                  <a:cubicBezTo>
                    <a:pt x="17" y="53"/>
                    <a:pt x="17" y="53"/>
                    <a:pt x="16" y="56"/>
                  </a:cubicBezTo>
                  <a:cubicBezTo>
                    <a:pt x="15" y="58"/>
                    <a:pt x="15" y="58"/>
                    <a:pt x="13" y="59"/>
                  </a:cubicBezTo>
                  <a:cubicBezTo>
                    <a:pt x="11" y="60"/>
                    <a:pt x="13" y="60"/>
                    <a:pt x="12" y="63"/>
                  </a:cubicBezTo>
                  <a:cubicBezTo>
                    <a:pt x="11" y="65"/>
                    <a:pt x="12" y="67"/>
                    <a:pt x="13" y="69"/>
                  </a:cubicBezTo>
                  <a:cubicBezTo>
                    <a:pt x="14" y="71"/>
                    <a:pt x="13" y="75"/>
                    <a:pt x="12" y="76"/>
                  </a:cubicBezTo>
                  <a:cubicBezTo>
                    <a:pt x="11" y="77"/>
                    <a:pt x="10" y="78"/>
                    <a:pt x="9" y="79"/>
                  </a:cubicBezTo>
                  <a:cubicBezTo>
                    <a:pt x="8" y="81"/>
                    <a:pt x="8" y="82"/>
                    <a:pt x="7" y="84"/>
                  </a:cubicBezTo>
                  <a:cubicBezTo>
                    <a:pt x="5" y="86"/>
                    <a:pt x="5" y="85"/>
                    <a:pt x="3" y="86"/>
                  </a:cubicBezTo>
                  <a:cubicBezTo>
                    <a:pt x="1" y="87"/>
                    <a:pt x="2" y="89"/>
                    <a:pt x="2" y="91"/>
                  </a:cubicBezTo>
                  <a:cubicBezTo>
                    <a:pt x="2" y="93"/>
                    <a:pt x="3" y="92"/>
                    <a:pt x="4" y="95"/>
                  </a:cubicBezTo>
                  <a:cubicBezTo>
                    <a:pt x="5" y="97"/>
                    <a:pt x="4" y="97"/>
                    <a:pt x="2" y="98"/>
                  </a:cubicBezTo>
                  <a:cubicBezTo>
                    <a:pt x="0" y="98"/>
                    <a:pt x="1" y="99"/>
                    <a:pt x="1" y="101"/>
                  </a:cubicBezTo>
                  <a:cubicBezTo>
                    <a:pt x="1" y="102"/>
                    <a:pt x="2" y="103"/>
                    <a:pt x="4" y="104"/>
                  </a:cubicBezTo>
                  <a:cubicBezTo>
                    <a:pt x="7" y="105"/>
                    <a:pt x="5" y="108"/>
                    <a:pt x="7" y="109"/>
                  </a:cubicBezTo>
                  <a:cubicBezTo>
                    <a:pt x="8" y="110"/>
                    <a:pt x="11" y="109"/>
                    <a:pt x="13" y="109"/>
                  </a:cubicBezTo>
                  <a:cubicBezTo>
                    <a:pt x="14" y="108"/>
                    <a:pt x="15" y="109"/>
                    <a:pt x="16" y="110"/>
                  </a:cubicBezTo>
                  <a:cubicBezTo>
                    <a:pt x="17" y="112"/>
                    <a:pt x="16" y="112"/>
                    <a:pt x="15" y="114"/>
                  </a:cubicBezTo>
                  <a:cubicBezTo>
                    <a:pt x="14" y="116"/>
                    <a:pt x="16" y="116"/>
                    <a:pt x="18" y="117"/>
                  </a:cubicBezTo>
                  <a:cubicBezTo>
                    <a:pt x="19" y="119"/>
                    <a:pt x="19" y="119"/>
                    <a:pt x="19" y="120"/>
                  </a:cubicBezTo>
                  <a:cubicBezTo>
                    <a:pt x="20" y="121"/>
                    <a:pt x="19" y="121"/>
                    <a:pt x="19" y="121"/>
                  </a:cubicBezTo>
                  <a:cubicBezTo>
                    <a:pt x="18" y="122"/>
                    <a:pt x="18" y="122"/>
                    <a:pt x="17" y="124"/>
                  </a:cubicBezTo>
                  <a:cubicBezTo>
                    <a:pt x="16" y="125"/>
                    <a:pt x="17" y="127"/>
                    <a:pt x="17" y="129"/>
                  </a:cubicBezTo>
                  <a:cubicBezTo>
                    <a:pt x="17" y="131"/>
                    <a:pt x="17" y="131"/>
                    <a:pt x="17" y="132"/>
                  </a:cubicBezTo>
                  <a:cubicBezTo>
                    <a:pt x="17" y="134"/>
                    <a:pt x="16" y="134"/>
                    <a:pt x="15" y="136"/>
                  </a:cubicBezTo>
                  <a:cubicBezTo>
                    <a:pt x="13" y="138"/>
                    <a:pt x="15" y="138"/>
                    <a:pt x="15" y="141"/>
                  </a:cubicBezTo>
                  <a:cubicBezTo>
                    <a:pt x="16" y="143"/>
                    <a:pt x="15" y="143"/>
                    <a:pt x="15" y="145"/>
                  </a:cubicBezTo>
                  <a:cubicBezTo>
                    <a:pt x="14" y="146"/>
                    <a:pt x="15" y="147"/>
                    <a:pt x="15" y="148"/>
                  </a:cubicBezTo>
                  <a:cubicBezTo>
                    <a:pt x="15" y="149"/>
                    <a:pt x="15" y="150"/>
                    <a:pt x="17" y="151"/>
                  </a:cubicBezTo>
                  <a:cubicBezTo>
                    <a:pt x="18" y="152"/>
                    <a:pt x="19" y="151"/>
                    <a:pt x="20" y="150"/>
                  </a:cubicBezTo>
                  <a:cubicBezTo>
                    <a:pt x="21" y="150"/>
                    <a:pt x="22" y="150"/>
                    <a:pt x="23" y="152"/>
                  </a:cubicBezTo>
                  <a:cubicBezTo>
                    <a:pt x="23" y="154"/>
                    <a:pt x="24" y="154"/>
                    <a:pt x="26" y="154"/>
                  </a:cubicBezTo>
                  <a:cubicBezTo>
                    <a:pt x="28" y="153"/>
                    <a:pt x="28" y="151"/>
                    <a:pt x="29" y="150"/>
                  </a:cubicBezTo>
                  <a:cubicBezTo>
                    <a:pt x="30" y="149"/>
                    <a:pt x="32" y="150"/>
                    <a:pt x="33" y="150"/>
                  </a:cubicBezTo>
                  <a:cubicBezTo>
                    <a:pt x="33" y="151"/>
                    <a:pt x="36" y="152"/>
                    <a:pt x="36" y="150"/>
                  </a:cubicBezTo>
                  <a:cubicBezTo>
                    <a:pt x="36" y="149"/>
                    <a:pt x="36" y="148"/>
                    <a:pt x="35" y="145"/>
                  </a:cubicBezTo>
                  <a:cubicBezTo>
                    <a:pt x="34" y="143"/>
                    <a:pt x="34" y="144"/>
                    <a:pt x="32" y="143"/>
                  </a:cubicBezTo>
                  <a:cubicBezTo>
                    <a:pt x="31" y="142"/>
                    <a:pt x="32" y="142"/>
                    <a:pt x="33" y="140"/>
                  </a:cubicBezTo>
                  <a:cubicBezTo>
                    <a:pt x="33" y="138"/>
                    <a:pt x="33" y="138"/>
                    <a:pt x="34" y="138"/>
                  </a:cubicBezTo>
                  <a:cubicBezTo>
                    <a:pt x="35" y="137"/>
                    <a:pt x="36" y="135"/>
                    <a:pt x="36" y="134"/>
                  </a:cubicBezTo>
                  <a:cubicBezTo>
                    <a:pt x="36" y="132"/>
                    <a:pt x="36" y="131"/>
                    <a:pt x="36" y="129"/>
                  </a:cubicBezTo>
                  <a:cubicBezTo>
                    <a:pt x="35" y="126"/>
                    <a:pt x="34" y="124"/>
                    <a:pt x="34" y="120"/>
                  </a:cubicBezTo>
                  <a:cubicBezTo>
                    <a:pt x="34" y="116"/>
                    <a:pt x="37" y="116"/>
                    <a:pt x="36" y="115"/>
                  </a:cubicBezTo>
                  <a:cubicBezTo>
                    <a:pt x="36" y="113"/>
                    <a:pt x="36" y="111"/>
                    <a:pt x="36" y="108"/>
                  </a:cubicBezTo>
                  <a:cubicBezTo>
                    <a:pt x="36" y="106"/>
                    <a:pt x="37" y="106"/>
                    <a:pt x="36" y="103"/>
                  </a:cubicBezTo>
                  <a:cubicBezTo>
                    <a:pt x="35" y="101"/>
                    <a:pt x="34" y="102"/>
                    <a:pt x="33" y="99"/>
                  </a:cubicBezTo>
                  <a:cubicBezTo>
                    <a:pt x="32" y="96"/>
                    <a:pt x="33" y="97"/>
                    <a:pt x="34" y="96"/>
                  </a:cubicBezTo>
                  <a:cubicBezTo>
                    <a:pt x="35" y="95"/>
                    <a:pt x="37" y="95"/>
                    <a:pt x="38" y="93"/>
                  </a:cubicBezTo>
                  <a:cubicBezTo>
                    <a:pt x="39" y="91"/>
                    <a:pt x="40" y="92"/>
                    <a:pt x="42" y="92"/>
                  </a:cubicBezTo>
                  <a:cubicBezTo>
                    <a:pt x="44" y="91"/>
                    <a:pt x="45" y="92"/>
                    <a:pt x="47" y="93"/>
                  </a:cubicBezTo>
                  <a:cubicBezTo>
                    <a:pt x="48" y="93"/>
                    <a:pt x="48" y="94"/>
                    <a:pt x="48" y="96"/>
                  </a:cubicBezTo>
                  <a:cubicBezTo>
                    <a:pt x="48" y="98"/>
                    <a:pt x="48" y="97"/>
                    <a:pt x="49" y="99"/>
                  </a:cubicBezTo>
                  <a:cubicBezTo>
                    <a:pt x="50" y="102"/>
                    <a:pt x="49" y="102"/>
                    <a:pt x="48" y="104"/>
                  </a:cubicBezTo>
                  <a:cubicBezTo>
                    <a:pt x="46" y="106"/>
                    <a:pt x="46" y="105"/>
                    <a:pt x="45" y="107"/>
                  </a:cubicBezTo>
                  <a:cubicBezTo>
                    <a:pt x="45" y="109"/>
                    <a:pt x="46" y="108"/>
                    <a:pt x="46" y="109"/>
                  </a:cubicBezTo>
                  <a:cubicBezTo>
                    <a:pt x="46" y="110"/>
                    <a:pt x="48" y="111"/>
                    <a:pt x="50" y="112"/>
                  </a:cubicBezTo>
                  <a:cubicBezTo>
                    <a:pt x="52" y="113"/>
                    <a:pt x="52" y="113"/>
                    <a:pt x="53" y="115"/>
                  </a:cubicBezTo>
                  <a:cubicBezTo>
                    <a:pt x="54" y="117"/>
                    <a:pt x="54" y="117"/>
                    <a:pt x="55" y="118"/>
                  </a:cubicBezTo>
                  <a:cubicBezTo>
                    <a:pt x="57" y="119"/>
                    <a:pt x="59" y="119"/>
                    <a:pt x="60" y="120"/>
                  </a:cubicBezTo>
                  <a:cubicBezTo>
                    <a:pt x="61" y="121"/>
                    <a:pt x="60" y="121"/>
                    <a:pt x="59" y="123"/>
                  </a:cubicBezTo>
                  <a:cubicBezTo>
                    <a:pt x="59" y="125"/>
                    <a:pt x="59" y="125"/>
                    <a:pt x="59" y="126"/>
                  </a:cubicBezTo>
                  <a:cubicBezTo>
                    <a:pt x="59" y="127"/>
                    <a:pt x="58" y="128"/>
                    <a:pt x="58" y="130"/>
                  </a:cubicBezTo>
                  <a:cubicBezTo>
                    <a:pt x="58" y="132"/>
                    <a:pt x="58" y="131"/>
                    <a:pt x="58" y="132"/>
                  </a:cubicBezTo>
                  <a:cubicBezTo>
                    <a:pt x="58" y="133"/>
                    <a:pt x="60" y="134"/>
                    <a:pt x="61" y="135"/>
                  </a:cubicBezTo>
                  <a:cubicBezTo>
                    <a:pt x="62" y="136"/>
                    <a:pt x="64" y="135"/>
                    <a:pt x="64" y="135"/>
                  </a:cubicBezTo>
                  <a:cubicBezTo>
                    <a:pt x="65" y="135"/>
                    <a:pt x="68" y="136"/>
                    <a:pt x="69" y="136"/>
                  </a:cubicBezTo>
                  <a:cubicBezTo>
                    <a:pt x="71" y="136"/>
                    <a:pt x="70" y="135"/>
                    <a:pt x="71" y="134"/>
                  </a:cubicBezTo>
                  <a:cubicBezTo>
                    <a:pt x="72" y="133"/>
                    <a:pt x="71" y="132"/>
                    <a:pt x="70" y="132"/>
                  </a:cubicBezTo>
                  <a:cubicBezTo>
                    <a:pt x="69" y="131"/>
                    <a:pt x="69" y="131"/>
                    <a:pt x="68" y="129"/>
                  </a:cubicBezTo>
                  <a:cubicBezTo>
                    <a:pt x="68" y="128"/>
                    <a:pt x="70" y="128"/>
                    <a:pt x="71" y="128"/>
                  </a:cubicBezTo>
                  <a:cubicBezTo>
                    <a:pt x="72" y="128"/>
                    <a:pt x="73" y="128"/>
                    <a:pt x="75" y="127"/>
                  </a:cubicBezTo>
                  <a:cubicBezTo>
                    <a:pt x="77" y="127"/>
                    <a:pt x="78" y="127"/>
                    <a:pt x="80" y="127"/>
                  </a:cubicBezTo>
                  <a:close/>
                  <a:moveTo>
                    <a:pt x="176" y="52"/>
                  </a:moveTo>
                  <a:cubicBezTo>
                    <a:pt x="177" y="51"/>
                    <a:pt x="175" y="48"/>
                    <a:pt x="175" y="50"/>
                  </a:cubicBezTo>
                  <a:cubicBezTo>
                    <a:pt x="175" y="51"/>
                    <a:pt x="173" y="51"/>
                    <a:pt x="174" y="52"/>
                  </a:cubicBezTo>
                  <a:cubicBezTo>
                    <a:pt x="175" y="52"/>
                    <a:pt x="176" y="54"/>
                    <a:pt x="176" y="52"/>
                  </a:cubicBezTo>
                  <a:close/>
                  <a:moveTo>
                    <a:pt x="178" y="31"/>
                  </a:moveTo>
                  <a:cubicBezTo>
                    <a:pt x="179" y="31"/>
                    <a:pt x="179" y="31"/>
                    <a:pt x="180" y="30"/>
                  </a:cubicBezTo>
                  <a:cubicBezTo>
                    <a:pt x="180" y="29"/>
                    <a:pt x="179" y="26"/>
                    <a:pt x="179" y="28"/>
                  </a:cubicBezTo>
                  <a:cubicBezTo>
                    <a:pt x="179" y="29"/>
                    <a:pt x="177" y="29"/>
                    <a:pt x="177" y="30"/>
                  </a:cubicBezTo>
                  <a:cubicBezTo>
                    <a:pt x="177" y="31"/>
                    <a:pt x="177" y="31"/>
                    <a:pt x="178" y="31"/>
                  </a:cubicBezTo>
                  <a:close/>
                  <a:moveTo>
                    <a:pt x="178" y="20"/>
                  </a:moveTo>
                  <a:cubicBezTo>
                    <a:pt x="178" y="21"/>
                    <a:pt x="179" y="22"/>
                    <a:pt x="180" y="21"/>
                  </a:cubicBezTo>
                  <a:cubicBezTo>
                    <a:pt x="180" y="20"/>
                    <a:pt x="180" y="20"/>
                    <a:pt x="179" y="19"/>
                  </a:cubicBezTo>
                  <a:cubicBezTo>
                    <a:pt x="179" y="18"/>
                    <a:pt x="178" y="18"/>
                    <a:pt x="177" y="19"/>
                  </a:cubicBezTo>
                  <a:cubicBezTo>
                    <a:pt x="177" y="20"/>
                    <a:pt x="177" y="20"/>
                    <a:pt x="178" y="20"/>
                  </a:cubicBezTo>
                  <a:close/>
                  <a:moveTo>
                    <a:pt x="176" y="44"/>
                  </a:moveTo>
                  <a:cubicBezTo>
                    <a:pt x="176" y="43"/>
                    <a:pt x="174" y="42"/>
                    <a:pt x="174" y="43"/>
                  </a:cubicBezTo>
                  <a:cubicBezTo>
                    <a:pt x="173" y="44"/>
                    <a:pt x="173" y="45"/>
                    <a:pt x="174" y="45"/>
                  </a:cubicBezTo>
                  <a:cubicBezTo>
                    <a:pt x="175" y="45"/>
                    <a:pt x="176" y="45"/>
                    <a:pt x="176" y="44"/>
                  </a:cubicBezTo>
                  <a:close/>
                  <a:moveTo>
                    <a:pt x="149" y="83"/>
                  </a:moveTo>
                  <a:cubicBezTo>
                    <a:pt x="150" y="85"/>
                    <a:pt x="151" y="86"/>
                    <a:pt x="151" y="85"/>
                  </a:cubicBezTo>
                  <a:cubicBezTo>
                    <a:pt x="151" y="83"/>
                    <a:pt x="150" y="83"/>
                    <a:pt x="150" y="81"/>
                  </a:cubicBezTo>
                  <a:cubicBezTo>
                    <a:pt x="150" y="80"/>
                    <a:pt x="149" y="77"/>
                    <a:pt x="148" y="78"/>
                  </a:cubicBezTo>
                  <a:cubicBezTo>
                    <a:pt x="147" y="79"/>
                    <a:pt x="146" y="79"/>
                    <a:pt x="148" y="80"/>
                  </a:cubicBezTo>
                  <a:cubicBezTo>
                    <a:pt x="149" y="82"/>
                    <a:pt x="149" y="82"/>
                    <a:pt x="149" y="83"/>
                  </a:cubicBezTo>
                  <a:close/>
                  <a:moveTo>
                    <a:pt x="173" y="111"/>
                  </a:moveTo>
                  <a:cubicBezTo>
                    <a:pt x="174" y="111"/>
                    <a:pt x="175" y="111"/>
                    <a:pt x="175" y="109"/>
                  </a:cubicBezTo>
                  <a:cubicBezTo>
                    <a:pt x="176" y="107"/>
                    <a:pt x="175" y="107"/>
                    <a:pt x="175" y="106"/>
                  </a:cubicBezTo>
                  <a:cubicBezTo>
                    <a:pt x="175" y="104"/>
                    <a:pt x="175" y="105"/>
                    <a:pt x="173" y="104"/>
                  </a:cubicBezTo>
                  <a:cubicBezTo>
                    <a:pt x="172" y="104"/>
                    <a:pt x="171" y="103"/>
                    <a:pt x="170" y="102"/>
                  </a:cubicBezTo>
                  <a:cubicBezTo>
                    <a:pt x="169" y="100"/>
                    <a:pt x="166" y="99"/>
                    <a:pt x="165" y="99"/>
                  </a:cubicBezTo>
                  <a:cubicBezTo>
                    <a:pt x="163" y="99"/>
                    <a:pt x="160" y="100"/>
                    <a:pt x="159" y="100"/>
                  </a:cubicBezTo>
                  <a:cubicBezTo>
                    <a:pt x="158" y="100"/>
                    <a:pt x="156" y="101"/>
                    <a:pt x="154" y="101"/>
                  </a:cubicBezTo>
                  <a:cubicBezTo>
                    <a:pt x="152" y="101"/>
                    <a:pt x="151" y="102"/>
                    <a:pt x="150" y="103"/>
                  </a:cubicBezTo>
                  <a:cubicBezTo>
                    <a:pt x="149" y="103"/>
                    <a:pt x="151" y="105"/>
                    <a:pt x="152" y="107"/>
                  </a:cubicBezTo>
                  <a:cubicBezTo>
                    <a:pt x="152" y="108"/>
                    <a:pt x="153" y="109"/>
                    <a:pt x="155" y="110"/>
                  </a:cubicBezTo>
                  <a:cubicBezTo>
                    <a:pt x="157" y="110"/>
                    <a:pt x="158" y="111"/>
                    <a:pt x="159" y="112"/>
                  </a:cubicBezTo>
                  <a:cubicBezTo>
                    <a:pt x="160" y="113"/>
                    <a:pt x="162" y="115"/>
                    <a:pt x="164" y="115"/>
                  </a:cubicBezTo>
                  <a:cubicBezTo>
                    <a:pt x="165" y="115"/>
                    <a:pt x="166" y="115"/>
                    <a:pt x="168" y="113"/>
                  </a:cubicBezTo>
                  <a:cubicBezTo>
                    <a:pt x="170" y="111"/>
                    <a:pt x="171" y="112"/>
                    <a:pt x="173" y="111"/>
                  </a:cubicBezTo>
                  <a:close/>
                  <a:moveTo>
                    <a:pt x="146" y="75"/>
                  </a:moveTo>
                  <a:cubicBezTo>
                    <a:pt x="147" y="74"/>
                    <a:pt x="147" y="74"/>
                    <a:pt x="146" y="74"/>
                  </a:cubicBezTo>
                  <a:cubicBezTo>
                    <a:pt x="145" y="73"/>
                    <a:pt x="143" y="73"/>
                    <a:pt x="142" y="73"/>
                  </a:cubicBezTo>
                  <a:cubicBezTo>
                    <a:pt x="141" y="73"/>
                    <a:pt x="141" y="73"/>
                    <a:pt x="140" y="73"/>
                  </a:cubicBezTo>
                  <a:cubicBezTo>
                    <a:pt x="138" y="74"/>
                    <a:pt x="137" y="75"/>
                    <a:pt x="138" y="75"/>
                  </a:cubicBezTo>
                  <a:cubicBezTo>
                    <a:pt x="138" y="76"/>
                    <a:pt x="138" y="77"/>
                    <a:pt x="140" y="76"/>
                  </a:cubicBezTo>
                  <a:cubicBezTo>
                    <a:pt x="142" y="76"/>
                    <a:pt x="141" y="76"/>
                    <a:pt x="143" y="75"/>
                  </a:cubicBezTo>
                  <a:cubicBezTo>
                    <a:pt x="145" y="75"/>
                    <a:pt x="145" y="75"/>
                    <a:pt x="146" y="75"/>
                  </a:cubicBezTo>
                  <a:close/>
                  <a:moveTo>
                    <a:pt x="134" y="74"/>
                  </a:moveTo>
                  <a:cubicBezTo>
                    <a:pt x="134" y="73"/>
                    <a:pt x="135" y="72"/>
                    <a:pt x="133" y="72"/>
                  </a:cubicBezTo>
                  <a:cubicBezTo>
                    <a:pt x="131" y="72"/>
                    <a:pt x="130" y="73"/>
                    <a:pt x="129" y="72"/>
                  </a:cubicBezTo>
                  <a:cubicBezTo>
                    <a:pt x="128" y="71"/>
                    <a:pt x="126" y="71"/>
                    <a:pt x="124" y="72"/>
                  </a:cubicBezTo>
                  <a:cubicBezTo>
                    <a:pt x="121" y="72"/>
                    <a:pt x="119" y="71"/>
                    <a:pt x="118" y="71"/>
                  </a:cubicBezTo>
                  <a:cubicBezTo>
                    <a:pt x="117" y="71"/>
                    <a:pt x="117" y="74"/>
                    <a:pt x="118" y="76"/>
                  </a:cubicBezTo>
                  <a:cubicBezTo>
                    <a:pt x="118" y="77"/>
                    <a:pt x="118" y="77"/>
                    <a:pt x="120" y="77"/>
                  </a:cubicBezTo>
                  <a:cubicBezTo>
                    <a:pt x="121" y="77"/>
                    <a:pt x="121" y="77"/>
                    <a:pt x="123" y="76"/>
                  </a:cubicBezTo>
                  <a:cubicBezTo>
                    <a:pt x="126" y="76"/>
                    <a:pt x="126" y="75"/>
                    <a:pt x="128" y="76"/>
                  </a:cubicBezTo>
                  <a:cubicBezTo>
                    <a:pt x="129" y="76"/>
                    <a:pt x="129" y="76"/>
                    <a:pt x="131" y="75"/>
                  </a:cubicBezTo>
                  <a:cubicBezTo>
                    <a:pt x="133" y="75"/>
                    <a:pt x="134" y="76"/>
                    <a:pt x="134" y="74"/>
                  </a:cubicBezTo>
                  <a:close/>
                  <a:moveTo>
                    <a:pt x="185" y="51"/>
                  </a:moveTo>
                  <a:cubicBezTo>
                    <a:pt x="185" y="49"/>
                    <a:pt x="184" y="49"/>
                    <a:pt x="183" y="48"/>
                  </a:cubicBezTo>
                  <a:cubicBezTo>
                    <a:pt x="183" y="47"/>
                    <a:pt x="183" y="46"/>
                    <a:pt x="183" y="45"/>
                  </a:cubicBezTo>
                  <a:cubicBezTo>
                    <a:pt x="182" y="45"/>
                    <a:pt x="181" y="45"/>
                    <a:pt x="180" y="45"/>
                  </a:cubicBezTo>
                  <a:cubicBezTo>
                    <a:pt x="179" y="45"/>
                    <a:pt x="178" y="44"/>
                    <a:pt x="178" y="46"/>
                  </a:cubicBezTo>
                  <a:cubicBezTo>
                    <a:pt x="179" y="47"/>
                    <a:pt x="179" y="47"/>
                    <a:pt x="180" y="48"/>
                  </a:cubicBezTo>
                  <a:cubicBezTo>
                    <a:pt x="180" y="49"/>
                    <a:pt x="180" y="48"/>
                    <a:pt x="180" y="50"/>
                  </a:cubicBezTo>
                  <a:cubicBezTo>
                    <a:pt x="180" y="51"/>
                    <a:pt x="179" y="52"/>
                    <a:pt x="181" y="52"/>
                  </a:cubicBezTo>
                  <a:cubicBezTo>
                    <a:pt x="182" y="52"/>
                    <a:pt x="182" y="51"/>
                    <a:pt x="184" y="51"/>
                  </a:cubicBezTo>
                  <a:cubicBezTo>
                    <a:pt x="185" y="51"/>
                    <a:pt x="186" y="52"/>
                    <a:pt x="185" y="51"/>
                  </a:cubicBezTo>
                  <a:close/>
                  <a:moveTo>
                    <a:pt x="181" y="60"/>
                  </a:moveTo>
                  <a:cubicBezTo>
                    <a:pt x="181" y="61"/>
                    <a:pt x="180" y="61"/>
                    <a:pt x="181" y="61"/>
                  </a:cubicBezTo>
                  <a:cubicBezTo>
                    <a:pt x="183" y="62"/>
                    <a:pt x="183" y="63"/>
                    <a:pt x="184" y="62"/>
                  </a:cubicBezTo>
                  <a:cubicBezTo>
                    <a:pt x="185" y="62"/>
                    <a:pt x="185" y="61"/>
                    <a:pt x="185" y="61"/>
                  </a:cubicBezTo>
                  <a:cubicBezTo>
                    <a:pt x="184" y="60"/>
                    <a:pt x="183" y="60"/>
                    <a:pt x="181" y="60"/>
                  </a:cubicBezTo>
                  <a:close/>
                  <a:moveTo>
                    <a:pt x="95" y="65"/>
                  </a:moveTo>
                  <a:cubicBezTo>
                    <a:pt x="97" y="64"/>
                    <a:pt x="99" y="64"/>
                    <a:pt x="97" y="63"/>
                  </a:cubicBezTo>
                  <a:cubicBezTo>
                    <a:pt x="96" y="63"/>
                    <a:pt x="94" y="63"/>
                    <a:pt x="93" y="64"/>
                  </a:cubicBezTo>
                  <a:cubicBezTo>
                    <a:pt x="92" y="64"/>
                    <a:pt x="91" y="66"/>
                    <a:pt x="91" y="67"/>
                  </a:cubicBezTo>
                  <a:cubicBezTo>
                    <a:pt x="91" y="68"/>
                    <a:pt x="90" y="70"/>
                    <a:pt x="92" y="70"/>
                  </a:cubicBezTo>
                  <a:cubicBezTo>
                    <a:pt x="94" y="70"/>
                    <a:pt x="95" y="69"/>
                    <a:pt x="94" y="68"/>
                  </a:cubicBezTo>
                  <a:cubicBezTo>
                    <a:pt x="94" y="66"/>
                    <a:pt x="94" y="65"/>
                    <a:pt x="95" y="65"/>
                  </a:cubicBezTo>
                  <a:close/>
                  <a:moveTo>
                    <a:pt x="184" y="71"/>
                  </a:moveTo>
                  <a:cubicBezTo>
                    <a:pt x="185" y="71"/>
                    <a:pt x="185" y="70"/>
                    <a:pt x="188" y="70"/>
                  </a:cubicBezTo>
                  <a:cubicBezTo>
                    <a:pt x="191" y="70"/>
                    <a:pt x="192" y="71"/>
                    <a:pt x="193" y="70"/>
                  </a:cubicBezTo>
                  <a:cubicBezTo>
                    <a:pt x="193" y="70"/>
                    <a:pt x="193" y="70"/>
                    <a:pt x="192" y="68"/>
                  </a:cubicBezTo>
                  <a:cubicBezTo>
                    <a:pt x="190" y="67"/>
                    <a:pt x="188" y="67"/>
                    <a:pt x="188" y="66"/>
                  </a:cubicBezTo>
                  <a:cubicBezTo>
                    <a:pt x="187" y="65"/>
                    <a:pt x="187" y="64"/>
                    <a:pt x="186" y="65"/>
                  </a:cubicBezTo>
                  <a:cubicBezTo>
                    <a:pt x="185" y="65"/>
                    <a:pt x="183" y="65"/>
                    <a:pt x="181" y="66"/>
                  </a:cubicBezTo>
                  <a:cubicBezTo>
                    <a:pt x="181" y="66"/>
                    <a:pt x="180" y="66"/>
                    <a:pt x="180" y="68"/>
                  </a:cubicBezTo>
                  <a:cubicBezTo>
                    <a:pt x="181" y="70"/>
                    <a:pt x="182" y="71"/>
                    <a:pt x="184" y="71"/>
                  </a:cubicBezTo>
                  <a:close/>
                  <a:moveTo>
                    <a:pt x="190" y="101"/>
                  </a:moveTo>
                  <a:cubicBezTo>
                    <a:pt x="188" y="102"/>
                    <a:pt x="188" y="104"/>
                    <a:pt x="188" y="105"/>
                  </a:cubicBezTo>
                  <a:cubicBezTo>
                    <a:pt x="188" y="106"/>
                    <a:pt x="188" y="107"/>
                    <a:pt x="188" y="108"/>
                  </a:cubicBezTo>
                  <a:cubicBezTo>
                    <a:pt x="189" y="109"/>
                    <a:pt x="190" y="108"/>
                    <a:pt x="190" y="106"/>
                  </a:cubicBezTo>
                  <a:cubicBezTo>
                    <a:pt x="191" y="105"/>
                    <a:pt x="191" y="105"/>
                    <a:pt x="192" y="104"/>
                  </a:cubicBezTo>
                  <a:cubicBezTo>
                    <a:pt x="193" y="103"/>
                    <a:pt x="192" y="102"/>
                    <a:pt x="192" y="101"/>
                  </a:cubicBezTo>
                  <a:cubicBezTo>
                    <a:pt x="192" y="100"/>
                    <a:pt x="191" y="101"/>
                    <a:pt x="190" y="101"/>
                  </a:cubicBezTo>
                  <a:close/>
                  <a:moveTo>
                    <a:pt x="100" y="71"/>
                  </a:moveTo>
                  <a:cubicBezTo>
                    <a:pt x="100" y="70"/>
                    <a:pt x="100" y="69"/>
                    <a:pt x="100" y="68"/>
                  </a:cubicBezTo>
                  <a:cubicBezTo>
                    <a:pt x="100" y="67"/>
                    <a:pt x="100" y="66"/>
                    <a:pt x="99" y="66"/>
                  </a:cubicBezTo>
                  <a:cubicBezTo>
                    <a:pt x="99" y="68"/>
                    <a:pt x="98" y="67"/>
                    <a:pt x="98" y="68"/>
                  </a:cubicBezTo>
                  <a:cubicBezTo>
                    <a:pt x="99" y="70"/>
                    <a:pt x="99" y="72"/>
                    <a:pt x="100" y="71"/>
                  </a:cubicBezTo>
                  <a:close/>
                  <a:moveTo>
                    <a:pt x="107" y="77"/>
                  </a:moveTo>
                  <a:cubicBezTo>
                    <a:pt x="107" y="76"/>
                    <a:pt x="107" y="75"/>
                    <a:pt x="107" y="75"/>
                  </a:cubicBezTo>
                  <a:cubicBezTo>
                    <a:pt x="106" y="74"/>
                    <a:pt x="105" y="73"/>
                    <a:pt x="104" y="74"/>
                  </a:cubicBezTo>
                  <a:cubicBezTo>
                    <a:pt x="103" y="75"/>
                    <a:pt x="105" y="76"/>
                    <a:pt x="105" y="77"/>
                  </a:cubicBezTo>
                  <a:cubicBezTo>
                    <a:pt x="106" y="77"/>
                    <a:pt x="107" y="78"/>
                    <a:pt x="107" y="77"/>
                  </a:cubicBezTo>
                  <a:close/>
                  <a:moveTo>
                    <a:pt x="68" y="44"/>
                  </a:moveTo>
                  <a:cubicBezTo>
                    <a:pt x="69" y="43"/>
                    <a:pt x="68" y="42"/>
                    <a:pt x="66" y="42"/>
                  </a:cubicBezTo>
                  <a:cubicBezTo>
                    <a:pt x="65" y="44"/>
                    <a:pt x="66" y="45"/>
                    <a:pt x="64" y="45"/>
                  </a:cubicBezTo>
                  <a:cubicBezTo>
                    <a:pt x="62" y="45"/>
                    <a:pt x="61" y="44"/>
                    <a:pt x="61" y="45"/>
                  </a:cubicBezTo>
                  <a:cubicBezTo>
                    <a:pt x="60" y="46"/>
                    <a:pt x="59" y="47"/>
                    <a:pt x="61" y="48"/>
                  </a:cubicBezTo>
                  <a:cubicBezTo>
                    <a:pt x="62" y="48"/>
                    <a:pt x="63" y="47"/>
                    <a:pt x="64" y="47"/>
                  </a:cubicBezTo>
                  <a:cubicBezTo>
                    <a:pt x="65" y="46"/>
                    <a:pt x="66" y="47"/>
                    <a:pt x="67" y="46"/>
                  </a:cubicBezTo>
                  <a:cubicBezTo>
                    <a:pt x="67" y="45"/>
                    <a:pt x="67" y="44"/>
                    <a:pt x="68" y="44"/>
                  </a:cubicBezTo>
                  <a:close/>
                  <a:moveTo>
                    <a:pt x="73" y="40"/>
                  </a:moveTo>
                  <a:cubicBezTo>
                    <a:pt x="72" y="40"/>
                    <a:pt x="72" y="41"/>
                    <a:pt x="73" y="41"/>
                  </a:cubicBezTo>
                  <a:cubicBezTo>
                    <a:pt x="75" y="42"/>
                    <a:pt x="75" y="42"/>
                    <a:pt x="76" y="43"/>
                  </a:cubicBezTo>
                  <a:cubicBezTo>
                    <a:pt x="76" y="43"/>
                    <a:pt x="77" y="42"/>
                    <a:pt x="76" y="42"/>
                  </a:cubicBezTo>
                  <a:cubicBezTo>
                    <a:pt x="76" y="41"/>
                    <a:pt x="74" y="39"/>
                    <a:pt x="73" y="40"/>
                  </a:cubicBezTo>
                  <a:close/>
                  <a:moveTo>
                    <a:pt x="85" y="68"/>
                  </a:moveTo>
                  <a:cubicBezTo>
                    <a:pt x="86" y="68"/>
                    <a:pt x="87" y="69"/>
                    <a:pt x="88" y="67"/>
                  </a:cubicBezTo>
                  <a:cubicBezTo>
                    <a:pt x="88" y="66"/>
                    <a:pt x="87" y="65"/>
                    <a:pt x="89" y="64"/>
                  </a:cubicBezTo>
                  <a:cubicBezTo>
                    <a:pt x="90" y="63"/>
                    <a:pt x="90" y="63"/>
                    <a:pt x="91" y="63"/>
                  </a:cubicBezTo>
                  <a:cubicBezTo>
                    <a:pt x="92" y="62"/>
                    <a:pt x="94" y="63"/>
                    <a:pt x="93" y="62"/>
                  </a:cubicBezTo>
                  <a:cubicBezTo>
                    <a:pt x="92" y="60"/>
                    <a:pt x="89" y="60"/>
                    <a:pt x="87" y="61"/>
                  </a:cubicBezTo>
                  <a:cubicBezTo>
                    <a:pt x="85" y="62"/>
                    <a:pt x="85" y="62"/>
                    <a:pt x="85" y="64"/>
                  </a:cubicBezTo>
                  <a:cubicBezTo>
                    <a:pt x="85" y="66"/>
                    <a:pt x="84" y="67"/>
                    <a:pt x="85" y="68"/>
                  </a:cubicBezTo>
                  <a:close/>
                  <a:moveTo>
                    <a:pt x="90" y="73"/>
                  </a:moveTo>
                  <a:cubicBezTo>
                    <a:pt x="90" y="74"/>
                    <a:pt x="90" y="72"/>
                    <a:pt x="91" y="74"/>
                  </a:cubicBezTo>
                  <a:cubicBezTo>
                    <a:pt x="92" y="76"/>
                    <a:pt x="92" y="77"/>
                    <a:pt x="93" y="75"/>
                  </a:cubicBezTo>
                  <a:cubicBezTo>
                    <a:pt x="93" y="74"/>
                    <a:pt x="92" y="74"/>
                    <a:pt x="92" y="73"/>
                  </a:cubicBezTo>
                  <a:cubicBezTo>
                    <a:pt x="91" y="72"/>
                    <a:pt x="89" y="71"/>
                    <a:pt x="90" y="73"/>
                  </a:cubicBezTo>
                  <a:close/>
                  <a:moveTo>
                    <a:pt x="65" y="141"/>
                  </a:moveTo>
                  <a:cubicBezTo>
                    <a:pt x="65" y="142"/>
                    <a:pt x="64" y="142"/>
                    <a:pt x="64" y="143"/>
                  </a:cubicBezTo>
                  <a:cubicBezTo>
                    <a:pt x="64" y="144"/>
                    <a:pt x="64" y="145"/>
                    <a:pt x="65" y="146"/>
                  </a:cubicBezTo>
                  <a:cubicBezTo>
                    <a:pt x="66" y="147"/>
                    <a:pt x="67" y="148"/>
                    <a:pt x="67" y="147"/>
                  </a:cubicBezTo>
                  <a:cubicBezTo>
                    <a:pt x="68" y="146"/>
                    <a:pt x="67" y="146"/>
                    <a:pt x="67" y="143"/>
                  </a:cubicBezTo>
                  <a:cubicBezTo>
                    <a:pt x="67" y="141"/>
                    <a:pt x="66" y="139"/>
                    <a:pt x="65" y="141"/>
                  </a:cubicBezTo>
                  <a:close/>
                  <a:moveTo>
                    <a:pt x="75" y="147"/>
                  </a:moveTo>
                  <a:cubicBezTo>
                    <a:pt x="77" y="147"/>
                    <a:pt x="77" y="148"/>
                    <a:pt x="78" y="146"/>
                  </a:cubicBezTo>
                  <a:cubicBezTo>
                    <a:pt x="79" y="145"/>
                    <a:pt x="79" y="144"/>
                    <a:pt x="79" y="142"/>
                  </a:cubicBezTo>
                  <a:cubicBezTo>
                    <a:pt x="80" y="141"/>
                    <a:pt x="79" y="141"/>
                    <a:pt x="81" y="140"/>
                  </a:cubicBezTo>
                  <a:cubicBezTo>
                    <a:pt x="82" y="138"/>
                    <a:pt x="83" y="138"/>
                    <a:pt x="83" y="136"/>
                  </a:cubicBezTo>
                  <a:cubicBezTo>
                    <a:pt x="83" y="135"/>
                    <a:pt x="83" y="134"/>
                    <a:pt x="82" y="133"/>
                  </a:cubicBezTo>
                  <a:cubicBezTo>
                    <a:pt x="81" y="132"/>
                    <a:pt x="79" y="132"/>
                    <a:pt x="77" y="133"/>
                  </a:cubicBezTo>
                  <a:cubicBezTo>
                    <a:pt x="75" y="135"/>
                    <a:pt x="75" y="136"/>
                    <a:pt x="75" y="137"/>
                  </a:cubicBezTo>
                  <a:cubicBezTo>
                    <a:pt x="76" y="139"/>
                    <a:pt x="75" y="139"/>
                    <a:pt x="75" y="141"/>
                  </a:cubicBezTo>
                  <a:cubicBezTo>
                    <a:pt x="75" y="142"/>
                    <a:pt x="75" y="143"/>
                    <a:pt x="75" y="144"/>
                  </a:cubicBezTo>
                  <a:cubicBezTo>
                    <a:pt x="75" y="146"/>
                    <a:pt x="74" y="147"/>
                    <a:pt x="75" y="147"/>
                  </a:cubicBezTo>
                  <a:close/>
                  <a:moveTo>
                    <a:pt x="91" y="135"/>
                  </a:moveTo>
                  <a:cubicBezTo>
                    <a:pt x="92" y="136"/>
                    <a:pt x="93" y="137"/>
                    <a:pt x="93" y="135"/>
                  </a:cubicBezTo>
                  <a:cubicBezTo>
                    <a:pt x="93" y="134"/>
                    <a:pt x="91" y="133"/>
                    <a:pt x="91" y="131"/>
                  </a:cubicBezTo>
                  <a:cubicBezTo>
                    <a:pt x="91" y="130"/>
                    <a:pt x="90" y="128"/>
                    <a:pt x="89" y="128"/>
                  </a:cubicBezTo>
                  <a:cubicBezTo>
                    <a:pt x="87" y="129"/>
                    <a:pt x="87" y="130"/>
                    <a:pt x="87" y="131"/>
                  </a:cubicBezTo>
                  <a:cubicBezTo>
                    <a:pt x="87" y="133"/>
                    <a:pt x="87" y="134"/>
                    <a:pt x="87" y="135"/>
                  </a:cubicBezTo>
                  <a:cubicBezTo>
                    <a:pt x="87" y="136"/>
                    <a:pt x="86" y="136"/>
                    <a:pt x="85" y="137"/>
                  </a:cubicBezTo>
                  <a:cubicBezTo>
                    <a:pt x="85" y="139"/>
                    <a:pt x="85" y="140"/>
                    <a:pt x="85" y="141"/>
                  </a:cubicBezTo>
                  <a:cubicBezTo>
                    <a:pt x="85" y="142"/>
                    <a:pt x="85" y="144"/>
                    <a:pt x="84" y="144"/>
                  </a:cubicBezTo>
                  <a:cubicBezTo>
                    <a:pt x="83" y="145"/>
                    <a:pt x="82" y="146"/>
                    <a:pt x="82" y="147"/>
                  </a:cubicBezTo>
                  <a:cubicBezTo>
                    <a:pt x="82" y="148"/>
                    <a:pt x="82" y="148"/>
                    <a:pt x="83" y="149"/>
                  </a:cubicBezTo>
                  <a:cubicBezTo>
                    <a:pt x="83" y="151"/>
                    <a:pt x="84" y="152"/>
                    <a:pt x="85" y="151"/>
                  </a:cubicBezTo>
                  <a:cubicBezTo>
                    <a:pt x="87" y="151"/>
                    <a:pt x="86" y="151"/>
                    <a:pt x="88" y="149"/>
                  </a:cubicBezTo>
                  <a:cubicBezTo>
                    <a:pt x="90" y="147"/>
                    <a:pt x="91" y="146"/>
                    <a:pt x="92" y="146"/>
                  </a:cubicBezTo>
                  <a:cubicBezTo>
                    <a:pt x="92" y="145"/>
                    <a:pt x="92" y="143"/>
                    <a:pt x="91" y="143"/>
                  </a:cubicBezTo>
                  <a:cubicBezTo>
                    <a:pt x="90" y="142"/>
                    <a:pt x="89" y="142"/>
                    <a:pt x="89" y="140"/>
                  </a:cubicBezTo>
                  <a:cubicBezTo>
                    <a:pt x="89" y="137"/>
                    <a:pt x="89" y="137"/>
                    <a:pt x="89" y="136"/>
                  </a:cubicBezTo>
                  <a:cubicBezTo>
                    <a:pt x="89" y="135"/>
                    <a:pt x="89" y="134"/>
                    <a:pt x="91" y="135"/>
                  </a:cubicBezTo>
                  <a:close/>
                  <a:moveTo>
                    <a:pt x="94" y="121"/>
                  </a:moveTo>
                  <a:cubicBezTo>
                    <a:pt x="94" y="120"/>
                    <a:pt x="91" y="118"/>
                    <a:pt x="90" y="118"/>
                  </a:cubicBezTo>
                  <a:cubicBezTo>
                    <a:pt x="89" y="119"/>
                    <a:pt x="88" y="120"/>
                    <a:pt x="89" y="121"/>
                  </a:cubicBezTo>
                  <a:cubicBezTo>
                    <a:pt x="90" y="122"/>
                    <a:pt x="91" y="124"/>
                    <a:pt x="92" y="123"/>
                  </a:cubicBezTo>
                  <a:cubicBezTo>
                    <a:pt x="93" y="123"/>
                    <a:pt x="94" y="122"/>
                    <a:pt x="94" y="12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2" name="Freeform 218">
              <a:extLst>
                <a:ext uri="{FF2B5EF4-FFF2-40B4-BE49-F238E27FC236}">
                  <a16:creationId xmlns:a16="http://schemas.microsoft.com/office/drawing/2014/main" id="{8D4DD03C-293F-283F-1866-9A62E058F0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1186" y="3162945"/>
              <a:ext cx="287719" cy="117062"/>
            </a:xfrm>
            <a:custGeom>
              <a:avLst/>
              <a:gdLst>
                <a:gd name="T0" fmla="*/ 251 w 261"/>
                <a:gd name="T1" fmla="*/ 89 h 110"/>
                <a:gd name="T2" fmla="*/ 255 w 261"/>
                <a:gd name="T3" fmla="*/ 68 h 110"/>
                <a:gd name="T4" fmla="*/ 233 w 261"/>
                <a:gd name="T5" fmla="*/ 80 h 110"/>
                <a:gd name="T6" fmla="*/ 72 w 261"/>
                <a:gd name="T7" fmla="*/ 63 h 110"/>
                <a:gd name="T8" fmla="*/ 83 w 261"/>
                <a:gd name="T9" fmla="*/ 66 h 110"/>
                <a:gd name="T10" fmla="*/ 85 w 261"/>
                <a:gd name="T11" fmla="*/ 54 h 110"/>
                <a:gd name="T12" fmla="*/ 65 w 261"/>
                <a:gd name="T13" fmla="*/ 54 h 110"/>
                <a:gd name="T14" fmla="*/ 44 w 261"/>
                <a:gd name="T15" fmla="*/ 52 h 110"/>
                <a:gd name="T16" fmla="*/ 53 w 261"/>
                <a:gd name="T17" fmla="*/ 61 h 110"/>
                <a:gd name="T18" fmla="*/ 64 w 261"/>
                <a:gd name="T19" fmla="*/ 57 h 110"/>
                <a:gd name="T20" fmla="*/ 64 w 261"/>
                <a:gd name="T21" fmla="*/ 65 h 110"/>
                <a:gd name="T22" fmla="*/ 135 w 261"/>
                <a:gd name="T23" fmla="*/ 64 h 110"/>
                <a:gd name="T24" fmla="*/ 133 w 261"/>
                <a:gd name="T25" fmla="*/ 55 h 110"/>
                <a:gd name="T26" fmla="*/ 127 w 261"/>
                <a:gd name="T27" fmla="*/ 55 h 110"/>
                <a:gd name="T28" fmla="*/ 117 w 261"/>
                <a:gd name="T29" fmla="*/ 53 h 110"/>
                <a:gd name="T30" fmla="*/ 111 w 261"/>
                <a:gd name="T31" fmla="*/ 57 h 110"/>
                <a:gd name="T32" fmla="*/ 122 w 261"/>
                <a:gd name="T33" fmla="*/ 65 h 110"/>
                <a:gd name="T34" fmla="*/ 193 w 261"/>
                <a:gd name="T35" fmla="*/ 103 h 110"/>
                <a:gd name="T36" fmla="*/ 201 w 261"/>
                <a:gd name="T37" fmla="*/ 63 h 110"/>
                <a:gd name="T38" fmla="*/ 189 w 261"/>
                <a:gd name="T39" fmla="*/ 59 h 110"/>
                <a:gd name="T40" fmla="*/ 173 w 261"/>
                <a:gd name="T41" fmla="*/ 56 h 110"/>
                <a:gd name="T42" fmla="*/ 155 w 261"/>
                <a:gd name="T43" fmla="*/ 57 h 110"/>
                <a:gd name="T44" fmla="*/ 160 w 261"/>
                <a:gd name="T45" fmla="*/ 65 h 110"/>
                <a:gd name="T46" fmla="*/ 178 w 261"/>
                <a:gd name="T47" fmla="*/ 67 h 110"/>
                <a:gd name="T48" fmla="*/ 194 w 261"/>
                <a:gd name="T49" fmla="*/ 66 h 110"/>
                <a:gd name="T50" fmla="*/ 57 w 261"/>
                <a:gd name="T51" fmla="*/ 27 h 110"/>
                <a:gd name="T52" fmla="*/ 136 w 261"/>
                <a:gd name="T53" fmla="*/ 53 h 110"/>
                <a:gd name="T54" fmla="*/ 109 w 261"/>
                <a:gd name="T55" fmla="*/ 67 h 110"/>
                <a:gd name="T56" fmla="*/ 110 w 261"/>
                <a:gd name="T57" fmla="*/ 64 h 110"/>
                <a:gd name="T58" fmla="*/ 93 w 261"/>
                <a:gd name="T59" fmla="*/ 58 h 110"/>
                <a:gd name="T60" fmla="*/ 98 w 261"/>
                <a:gd name="T61" fmla="*/ 70 h 110"/>
                <a:gd name="T62" fmla="*/ 143 w 261"/>
                <a:gd name="T63" fmla="*/ 61 h 110"/>
                <a:gd name="T64" fmla="*/ 3 w 261"/>
                <a:gd name="T65" fmla="*/ 4 h 110"/>
                <a:gd name="T66" fmla="*/ 165 w 261"/>
                <a:gd name="T67" fmla="*/ 12 h 110"/>
                <a:gd name="T68" fmla="*/ 18 w 261"/>
                <a:gd name="T69" fmla="*/ 25 h 110"/>
                <a:gd name="T70" fmla="*/ 16 w 261"/>
                <a:gd name="T71" fmla="*/ 33 h 110"/>
                <a:gd name="T72" fmla="*/ 18 w 261"/>
                <a:gd name="T73" fmla="*/ 25 h 110"/>
                <a:gd name="T74" fmla="*/ 154 w 261"/>
                <a:gd name="T75" fmla="*/ 90 h 110"/>
                <a:gd name="T76" fmla="*/ 167 w 261"/>
                <a:gd name="T77" fmla="*/ 94 h 110"/>
                <a:gd name="T78" fmla="*/ 167 w 261"/>
                <a:gd name="T79" fmla="*/ 84 h 110"/>
                <a:gd name="T80" fmla="*/ 156 w 261"/>
                <a:gd name="T81" fmla="*/ 78 h 110"/>
                <a:gd name="T82" fmla="*/ 136 w 261"/>
                <a:gd name="T83" fmla="*/ 80 h 110"/>
                <a:gd name="T84" fmla="*/ 167 w 261"/>
                <a:gd name="T85" fmla="*/ 6 h 110"/>
                <a:gd name="T86" fmla="*/ 248 w 261"/>
                <a:gd name="T87" fmla="*/ 59 h 110"/>
                <a:gd name="T88" fmla="*/ 245 w 261"/>
                <a:gd name="T89" fmla="*/ 54 h 110"/>
                <a:gd name="T90" fmla="*/ 224 w 261"/>
                <a:gd name="T91" fmla="*/ 58 h 110"/>
                <a:gd name="T92" fmla="*/ 236 w 261"/>
                <a:gd name="T93" fmla="*/ 57 h 110"/>
                <a:gd name="T94" fmla="*/ 224 w 261"/>
                <a:gd name="T95" fmla="*/ 93 h 110"/>
                <a:gd name="T96" fmla="*/ 205 w 261"/>
                <a:gd name="T97" fmla="*/ 63 h 110"/>
                <a:gd name="T98" fmla="*/ 211 w 261"/>
                <a:gd name="T99" fmla="*/ 55 h 110"/>
                <a:gd name="T100" fmla="*/ 230 w 261"/>
                <a:gd name="T101" fmla="*/ 56 h 110"/>
                <a:gd name="T102" fmla="*/ 216 w 261"/>
                <a:gd name="T103" fmla="*/ 108 h 110"/>
                <a:gd name="T104" fmla="*/ 221 w 261"/>
                <a:gd name="T105" fmla="*/ 10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61" h="110">
                  <a:moveTo>
                    <a:pt x="229" y="96"/>
                  </a:moveTo>
                  <a:cubicBezTo>
                    <a:pt x="231" y="98"/>
                    <a:pt x="229" y="98"/>
                    <a:pt x="234" y="96"/>
                  </a:cubicBezTo>
                  <a:cubicBezTo>
                    <a:pt x="239" y="94"/>
                    <a:pt x="240" y="95"/>
                    <a:pt x="244" y="94"/>
                  </a:cubicBezTo>
                  <a:cubicBezTo>
                    <a:pt x="247" y="93"/>
                    <a:pt x="248" y="92"/>
                    <a:pt x="251" y="89"/>
                  </a:cubicBezTo>
                  <a:cubicBezTo>
                    <a:pt x="254" y="85"/>
                    <a:pt x="255" y="85"/>
                    <a:pt x="259" y="82"/>
                  </a:cubicBezTo>
                  <a:cubicBezTo>
                    <a:pt x="259" y="81"/>
                    <a:pt x="260" y="80"/>
                    <a:pt x="261" y="80"/>
                  </a:cubicBezTo>
                  <a:cubicBezTo>
                    <a:pt x="261" y="76"/>
                    <a:pt x="260" y="71"/>
                    <a:pt x="259" y="70"/>
                  </a:cubicBezTo>
                  <a:cubicBezTo>
                    <a:pt x="257" y="69"/>
                    <a:pt x="256" y="69"/>
                    <a:pt x="255" y="68"/>
                  </a:cubicBezTo>
                  <a:cubicBezTo>
                    <a:pt x="253" y="69"/>
                    <a:pt x="254" y="68"/>
                    <a:pt x="251" y="70"/>
                  </a:cubicBezTo>
                  <a:cubicBezTo>
                    <a:pt x="249" y="73"/>
                    <a:pt x="248" y="74"/>
                    <a:pt x="246" y="76"/>
                  </a:cubicBezTo>
                  <a:cubicBezTo>
                    <a:pt x="244" y="78"/>
                    <a:pt x="243" y="77"/>
                    <a:pt x="239" y="78"/>
                  </a:cubicBezTo>
                  <a:cubicBezTo>
                    <a:pt x="236" y="79"/>
                    <a:pt x="234" y="77"/>
                    <a:pt x="233" y="80"/>
                  </a:cubicBezTo>
                  <a:cubicBezTo>
                    <a:pt x="231" y="83"/>
                    <a:pt x="230" y="83"/>
                    <a:pt x="230" y="87"/>
                  </a:cubicBezTo>
                  <a:cubicBezTo>
                    <a:pt x="231" y="90"/>
                    <a:pt x="232" y="90"/>
                    <a:pt x="231" y="92"/>
                  </a:cubicBezTo>
                  <a:cubicBezTo>
                    <a:pt x="229" y="95"/>
                    <a:pt x="227" y="95"/>
                    <a:pt x="229" y="96"/>
                  </a:cubicBezTo>
                  <a:close/>
                  <a:moveTo>
                    <a:pt x="72" y="63"/>
                  </a:moveTo>
                  <a:cubicBezTo>
                    <a:pt x="70" y="63"/>
                    <a:pt x="69" y="64"/>
                    <a:pt x="70" y="65"/>
                  </a:cubicBezTo>
                  <a:cubicBezTo>
                    <a:pt x="71" y="66"/>
                    <a:pt x="72" y="66"/>
                    <a:pt x="74" y="66"/>
                  </a:cubicBezTo>
                  <a:cubicBezTo>
                    <a:pt x="76" y="66"/>
                    <a:pt x="77" y="66"/>
                    <a:pt x="78" y="67"/>
                  </a:cubicBezTo>
                  <a:cubicBezTo>
                    <a:pt x="79" y="68"/>
                    <a:pt x="82" y="67"/>
                    <a:pt x="83" y="66"/>
                  </a:cubicBezTo>
                  <a:cubicBezTo>
                    <a:pt x="84" y="64"/>
                    <a:pt x="84" y="65"/>
                    <a:pt x="85" y="64"/>
                  </a:cubicBezTo>
                  <a:cubicBezTo>
                    <a:pt x="86" y="62"/>
                    <a:pt x="86" y="61"/>
                    <a:pt x="86" y="60"/>
                  </a:cubicBezTo>
                  <a:cubicBezTo>
                    <a:pt x="87" y="59"/>
                    <a:pt x="88" y="58"/>
                    <a:pt x="88" y="57"/>
                  </a:cubicBezTo>
                  <a:cubicBezTo>
                    <a:pt x="87" y="56"/>
                    <a:pt x="86" y="54"/>
                    <a:pt x="85" y="54"/>
                  </a:cubicBezTo>
                  <a:cubicBezTo>
                    <a:pt x="84" y="54"/>
                    <a:pt x="80" y="52"/>
                    <a:pt x="76" y="55"/>
                  </a:cubicBezTo>
                  <a:cubicBezTo>
                    <a:pt x="74" y="57"/>
                    <a:pt x="75" y="59"/>
                    <a:pt x="75" y="60"/>
                  </a:cubicBezTo>
                  <a:cubicBezTo>
                    <a:pt x="74" y="62"/>
                    <a:pt x="74" y="62"/>
                    <a:pt x="72" y="63"/>
                  </a:cubicBezTo>
                  <a:close/>
                  <a:moveTo>
                    <a:pt x="65" y="54"/>
                  </a:moveTo>
                  <a:cubicBezTo>
                    <a:pt x="64" y="53"/>
                    <a:pt x="63" y="53"/>
                    <a:pt x="61" y="51"/>
                  </a:cubicBezTo>
                  <a:cubicBezTo>
                    <a:pt x="59" y="50"/>
                    <a:pt x="58" y="50"/>
                    <a:pt x="54" y="50"/>
                  </a:cubicBezTo>
                  <a:cubicBezTo>
                    <a:pt x="52" y="50"/>
                    <a:pt x="51" y="50"/>
                    <a:pt x="49" y="51"/>
                  </a:cubicBezTo>
                  <a:cubicBezTo>
                    <a:pt x="47" y="52"/>
                    <a:pt x="47" y="51"/>
                    <a:pt x="44" y="52"/>
                  </a:cubicBezTo>
                  <a:cubicBezTo>
                    <a:pt x="41" y="52"/>
                    <a:pt x="42" y="53"/>
                    <a:pt x="42" y="54"/>
                  </a:cubicBezTo>
                  <a:cubicBezTo>
                    <a:pt x="43" y="55"/>
                    <a:pt x="44" y="55"/>
                    <a:pt x="46" y="56"/>
                  </a:cubicBezTo>
                  <a:cubicBezTo>
                    <a:pt x="47" y="57"/>
                    <a:pt x="48" y="57"/>
                    <a:pt x="51" y="58"/>
                  </a:cubicBezTo>
                  <a:cubicBezTo>
                    <a:pt x="53" y="58"/>
                    <a:pt x="53" y="59"/>
                    <a:pt x="53" y="61"/>
                  </a:cubicBezTo>
                  <a:cubicBezTo>
                    <a:pt x="54" y="63"/>
                    <a:pt x="53" y="63"/>
                    <a:pt x="54" y="65"/>
                  </a:cubicBezTo>
                  <a:cubicBezTo>
                    <a:pt x="54" y="66"/>
                    <a:pt x="56" y="65"/>
                    <a:pt x="56" y="63"/>
                  </a:cubicBezTo>
                  <a:cubicBezTo>
                    <a:pt x="57" y="61"/>
                    <a:pt x="59" y="61"/>
                    <a:pt x="60" y="60"/>
                  </a:cubicBezTo>
                  <a:cubicBezTo>
                    <a:pt x="61" y="59"/>
                    <a:pt x="63" y="59"/>
                    <a:pt x="64" y="57"/>
                  </a:cubicBezTo>
                  <a:cubicBezTo>
                    <a:pt x="65" y="56"/>
                    <a:pt x="66" y="56"/>
                    <a:pt x="65" y="54"/>
                  </a:cubicBezTo>
                  <a:close/>
                  <a:moveTo>
                    <a:pt x="62" y="63"/>
                  </a:moveTo>
                  <a:cubicBezTo>
                    <a:pt x="61" y="64"/>
                    <a:pt x="61" y="64"/>
                    <a:pt x="62" y="65"/>
                  </a:cubicBezTo>
                  <a:cubicBezTo>
                    <a:pt x="63" y="66"/>
                    <a:pt x="64" y="66"/>
                    <a:pt x="64" y="65"/>
                  </a:cubicBezTo>
                  <a:cubicBezTo>
                    <a:pt x="64" y="63"/>
                    <a:pt x="63" y="62"/>
                    <a:pt x="62" y="63"/>
                  </a:cubicBezTo>
                  <a:close/>
                  <a:moveTo>
                    <a:pt x="126" y="65"/>
                  </a:moveTo>
                  <a:cubicBezTo>
                    <a:pt x="128" y="65"/>
                    <a:pt x="129" y="65"/>
                    <a:pt x="130" y="64"/>
                  </a:cubicBezTo>
                  <a:cubicBezTo>
                    <a:pt x="131" y="63"/>
                    <a:pt x="133" y="64"/>
                    <a:pt x="135" y="64"/>
                  </a:cubicBezTo>
                  <a:cubicBezTo>
                    <a:pt x="137" y="63"/>
                    <a:pt x="137" y="63"/>
                    <a:pt x="137" y="63"/>
                  </a:cubicBezTo>
                  <a:cubicBezTo>
                    <a:pt x="137" y="62"/>
                    <a:pt x="136" y="62"/>
                    <a:pt x="135" y="61"/>
                  </a:cubicBezTo>
                  <a:cubicBezTo>
                    <a:pt x="134" y="60"/>
                    <a:pt x="134" y="60"/>
                    <a:pt x="135" y="58"/>
                  </a:cubicBezTo>
                  <a:cubicBezTo>
                    <a:pt x="135" y="56"/>
                    <a:pt x="134" y="56"/>
                    <a:pt x="133" y="55"/>
                  </a:cubicBezTo>
                  <a:cubicBezTo>
                    <a:pt x="132" y="54"/>
                    <a:pt x="130" y="55"/>
                    <a:pt x="129" y="56"/>
                  </a:cubicBezTo>
                  <a:cubicBezTo>
                    <a:pt x="128" y="57"/>
                    <a:pt x="129" y="57"/>
                    <a:pt x="129" y="58"/>
                  </a:cubicBezTo>
                  <a:cubicBezTo>
                    <a:pt x="128" y="59"/>
                    <a:pt x="127" y="58"/>
                    <a:pt x="126" y="58"/>
                  </a:cubicBezTo>
                  <a:cubicBezTo>
                    <a:pt x="125" y="57"/>
                    <a:pt x="127" y="56"/>
                    <a:pt x="127" y="55"/>
                  </a:cubicBezTo>
                  <a:cubicBezTo>
                    <a:pt x="127" y="54"/>
                    <a:pt x="126" y="54"/>
                    <a:pt x="125" y="54"/>
                  </a:cubicBezTo>
                  <a:cubicBezTo>
                    <a:pt x="124" y="54"/>
                    <a:pt x="123" y="54"/>
                    <a:pt x="122" y="56"/>
                  </a:cubicBezTo>
                  <a:cubicBezTo>
                    <a:pt x="121" y="57"/>
                    <a:pt x="121" y="57"/>
                    <a:pt x="120" y="56"/>
                  </a:cubicBezTo>
                  <a:cubicBezTo>
                    <a:pt x="118" y="55"/>
                    <a:pt x="118" y="54"/>
                    <a:pt x="117" y="53"/>
                  </a:cubicBezTo>
                  <a:cubicBezTo>
                    <a:pt x="117" y="52"/>
                    <a:pt x="116" y="52"/>
                    <a:pt x="114" y="52"/>
                  </a:cubicBezTo>
                  <a:cubicBezTo>
                    <a:pt x="112" y="52"/>
                    <a:pt x="112" y="51"/>
                    <a:pt x="110" y="51"/>
                  </a:cubicBezTo>
                  <a:cubicBezTo>
                    <a:pt x="108" y="51"/>
                    <a:pt x="109" y="52"/>
                    <a:pt x="109" y="54"/>
                  </a:cubicBezTo>
                  <a:cubicBezTo>
                    <a:pt x="109" y="55"/>
                    <a:pt x="110" y="56"/>
                    <a:pt x="111" y="57"/>
                  </a:cubicBezTo>
                  <a:cubicBezTo>
                    <a:pt x="113" y="58"/>
                    <a:pt x="115" y="58"/>
                    <a:pt x="117" y="59"/>
                  </a:cubicBezTo>
                  <a:cubicBezTo>
                    <a:pt x="120" y="60"/>
                    <a:pt x="119" y="60"/>
                    <a:pt x="120" y="60"/>
                  </a:cubicBezTo>
                  <a:cubicBezTo>
                    <a:pt x="121" y="60"/>
                    <a:pt x="122" y="61"/>
                    <a:pt x="123" y="61"/>
                  </a:cubicBezTo>
                  <a:cubicBezTo>
                    <a:pt x="124" y="62"/>
                    <a:pt x="122" y="63"/>
                    <a:pt x="122" y="65"/>
                  </a:cubicBezTo>
                  <a:cubicBezTo>
                    <a:pt x="121" y="67"/>
                    <a:pt x="125" y="66"/>
                    <a:pt x="126" y="65"/>
                  </a:cubicBezTo>
                  <a:close/>
                  <a:moveTo>
                    <a:pt x="193" y="100"/>
                  </a:moveTo>
                  <a:cubicBezTo>
                    <a:pt x="191" y="101"/>
                    <a:pt x="190" y="101"/>
                    <a:pt x="191" y="102"/>
                  </a:cubicBezTo>
                  <a:cubicBezTo>
                    <a:pt x="192" y="103"/>
                    <a:pt x="193" y="104"/>
                    <a:pt x="193" y="103"/>
                  </a:cubicBezTo>
                  <a:cubicBezTo>
                    <a:pt x="194" y="102"/>
                    <a:pt x="195" y="102"/>
                    <a:pt x="195" y="101"/>
                  </a:cubicBezTo>
                  <a:cubicBezTo>
                    <a:pt x="195" y="100"/>
                    <a:pt x="194" y="100"/>
                    <a:pt x="193" y="100"/>
                  </a:cubicBezTo>
                  <a:close/>
                  <a:moveTo>
                    <a:pt x="199" y="65"/>
                  </a:moveTo>
                  <a:cubicBezTo>
                    <a:pt x="201" y="65"/>
                    <a:pt x="201" y="64"/>
                    <a:pt x="201" y="63"/>
                  </a:cubicBezTo>
                  <a:cubicBezTo>
                    <a:pt x="201" y="62"/>
                    <a:pt x="201" y="63"/>
                    <a:pt x="199" y="62"/>
                  </a:cubicBezTo>
                  <a:cubicBezTo>
                    <a:pt x="198" y="61"/>
                    <a:pt x="199" y="61"/>
                    <a:pt x="198" y="60"/>
                  </a:cubicBezTo>
                  <a:cubicBezTo>
                    <a:pt x="197" y="60"/>
                    <a:pt x="196" y="60"/>
                    <a:pt x="194" y="59"/>
                  </a:cubicBezTo>
                  <a:cubicBezTo>
                    <a:pt x="192" y="58"/>
                    <a:pt x="191" y="59"/>
                    <a:pt x="189" y="59"/>
                  </a:cubicBezTo>
                  <a:cubicBezTo>
                    <a:pt x="186" y="59"/>
                    <a:pt x="188" y="60"/>
                    <a:pt x="186" y="61"/>
                  </a:cubicBezTo>
                  <a:cubicBezTo>
                    <a:pt x="185" y="62"/>
                    <a:pt x="184" y="61"/>
                    <a:pt x="183" y="60"/>
                  </a:cubicBezTo>
                  <a:cubicBezTo>
                    <a:pt x="181" y="59"/>
                    <a:pt x="181" y="59"/>
                    <a:pt x="179" y="57"/>
                  </a:cubicBezTo>
                  <a:cubicBezTo>
                    <a:pt x="177" y="56"/>
                    <a:pt x="177" y="56"/>
                    <a:pt x="173" y="56"/>
                  </a:cubicBezTo>
                  <a:cubicBezTo>
                    <a:pt x="170" y="56"/>
                    <a:pt x="171" y="56"/>
                    <a:pt x="170" y="56"/>
                  </a:cubicBezTo>
                  <a:cubicBezTo>
                    <a:pt x="168" y="55"/>
                    <a:pt x="167" y="55"/>
                    <a:pt x="165" y="55"/>
                  </a:cubicBezTo>
                  <a:cubicBezTo>
                    <a:pt x="163" y="55"/>
                    <a:pt x="160" y="55"/>
                    <a:pt x="159" y="56"/>
                  </a:cubicBezTo>
                  <a:cubicBezTo>
                    <a:pt x="157" y="56"/>
                    <a:pt x="158" y="56"/>
                    <a:pt x="155" y="57"/>
                  </a:cubicBezTo>
                  <a:cubicBezTo>
                    <a:pt x="153" y="57"/>
                    <a:pt x="154" y="58"/>
                    <a:pt x="153" y="59"/>
                  </a:cubicBezTo>
                  <a:cubicBezTo>
                    <a:pt x="152" y="60"/>
                    <a:pt x="151" y="61"/>
                    <a:pt x="151" y="63"/>
                  </a:cubicBezTo>
                  <a:cubicBezTo>
                    <a:pt x="151" y="65"/>
                    <a:pt x="153" y="64"/>
                    <a:pt x="156" y="64"/>
                  </a:cubicBezTo>
                  <a:cubicBezTo>
                    <a:pt x="159" y="63"/>
                    <a:pt x="158" y="64"/>
                    <a:pt x="160" y="65"/>
                  </a:cubicBezTo>
                  <a:cubicBezTo>
                    <a:pt x="162" y="65"/>
                    <a:pt x="164" y="65"/>
                    <a:pt x="166" y="65"/>
                  </a:cubicBezTo>
                  <a:cubicBezTo>
                    <a:pt x="169" y="64"/>
                    <a:pt x="169" y="64"/>
                    <a:pt x="172" y="64"/>
                  </a:cubicBezTo>
                  <a:cubicBezTo>
                    <a:pt x="174" y="64"/>
                    <a:pt x="173" y="66"/>
                    <a:pt x="174" y="67"/>
                  </a:cubicBezTo>
                  <a:cubicBezTo>
                    <a:pt x="176" y="68"/>
                    <a:pt x="176" y="68"/>
                    <a:pt x="178" y="67"/>
                  </a:cubicBezTo>
                  <a:cubicBezTo>
                    <a:pt x="180" y="66"/>
                    <a:pt x="180" y="66"/>
                    <a:pt x="183" y="65"/>
                  </a:cubicBezTo>
                  <a:cubicBezTo>
                    <a:pt x="186" y="64"/>
                    <a:pt x="185" y="65"/>
                    <a:pt x="186" y="66"/>
                  </a:cubicBezTo>
                  <a:cubicBezTo>
                    <a:pt x="187" y="66"/>
                    <a:pt x="189" y="67"/>
                    <a:pt x="190" y="67"/>
                  </a:cubicBezTo>
                  <a:cubicBezTo>
                    <a:pt x="192" y="67"/>
                    <a:pt x="192" y="67"/>
                    <a:pt x="194" y="66"/>
                  </a:cubicBezTo>
                  <a:cubicBezTo>
                    <a:pt x="195" y="64"/>
                    <a:pt x="197" y="65"/>
                    <a:pt x="199" y="65"/>
                  </a:cubicBezTo>
                  <a:close/>
                  <a:moveTo>
                    <a:pt x="61" y="27"/>
                  </a:moveTo>
                  <a:cubicBezTo>
                    <a:pt x="63" y="27"/>
                    <a:pt x="59" y="23"/>
                    <a:pt x="57" y="25"/>
                  </a:cubicBezTo>
                  <a:cubicBezTo>
                    <a:pt x="56" y="25"/>
                    <a:pt x="55" y="27"/>
                    <a:pt x="57" y="27"/>
                  </a:cubicBezTo>
                  <a:cubicBezTo>
                    <a:pt x="59" y="28"/>
                    <a:pt x="60" y="28"/>
                    <a:pt x="61" y="27"/>
                  </a:cubicBezTo>
                  <a:close/>
                  <a:moveTo>
                    <a:pt x="137" y="53"/>
                  </a:moveTo>
                  <a:cubicBezTo>
                    <a:pt x="138" y="51"/>
                    <a:pt x="136" y="49"/>
                    <a:pt x="136" y="51"/>
                  </a:cubicBezTo>
                  <a:cubicBezTo>
                    <a:pt x="135" y="52"/>
                    <a:pt x="135" y="53"/>
                    <a:pt x="136" y="53"/>
                  </a:cubicBezTo>
                  <a:cubicBezTo>
                    <a:pt x="137" y="53"/>
                    <a:pt x="137" y="54"/>
                    <a:pt x="137" y="53"/>
                  </a:cubicBezTo>
                  <a:close/>
                  <a:moveTo>
                    <a:pt x="98" y="70"/>
                  </a:moveTo>
                  <a:cubicBezTo>
                    <a:pt x="101" y="69"/>
                    <a:pt x="103" y="69"/>
                    <a:pt x="104" y="68"/>
                  </a:cubicBezTo>
                  <a:cubicBezTo>
                    <a:pt x="105" y="68"/>
                    <a:pt x="108" y="68"/>
                    <a:pt x="109" y="67"/>
                  </a:cubicBezTo>
                  <a:cubicBezTo>
                    <a:pt x="111" y="65"/>
                    <a:pt x="114" y="66"/>
                    <a:pt x="116" y="65"/>
                  </a:cubicBezTo>
                  <a:cubicBezTo>
                    <a:pt x="118" y="64"/>
                    <a:pt x="118" y="64"/>
                    <a:pt x="118" y="63"/>
                  </a:cubicBezTo>
                  <a:cubicBezTo>
                    <a:pt x="118" y="62"/>
                    <a:pt x="117" y="63"/>
                    <a:pt x="115" y="63"/>
                  </a:cubicBezTo>
                  <a:cubicBezTo>
                    <a:pt x="113" y="63"/>
                    <a:pt x="112" y="64"/>
                    <a:pt x="110" y="64"/>
                  </a:cubicBezTo>
                  <a:cubicBezTo>
                    <a:pt x="108" y="64"/>
                    <a:pt x="108" y="64"/>
                    <a:pt x="106" y="63"/>
                  </a:cubicBezTo>
                  <a:cubicBezTo>
                    <a:pt x="104" y="61"/>
                    <a:pt x="104" y="62"/>
                    <a:pt x="103" y="60"/>
                  </a:cubicBezTo>
                  <a:cubicBezTo>
                    <a:pt x="101" y="59"/>
                    <a:pt x="101" y="59"/>
                    <a:pt x="98" y="58"/>
                  </a:cubicBezTo>
                  <a:cubicBezTo>
                    <a:pt x="96" y="57"/>
                    <a:pt x="94" y="58"/>
                    <a:pt x="93" y="58"/>
                  </a:cubicBezTo>
                  <a:cubicBezTo>
                    <a:pt x="92" y="59"/>
                    <a:pt x="91" y="60"/>
                    <a:pt x="91" y="62"/>
                  </a:cubicBezTo>
                  <a:cubicBezTo>
                    <a:pt x="90" y="64"/>
                    <a:pt x="90" y="65"/>
                    <a:pt x="90" y="66"/>
                  </a:cubicBezTo>
                  <a:cubicBezTo>
                    <a:pt x="89" y="68"/>
                    <a:pt x="90" y="69"/>
                    <a:pt x="91" y="70"/>
                  </a:cubicBezTo>
                  <a:cubicBezTo>
                    <a:pt x="92" y="71"/>
                    <a:pt x="94" y="71"/>
                    <a:pt x="98" y="70"/>
                  </a:cubicBezTo>
                  <a:close/>
                  <a:moveTo>
                    <a:pt x="143" y="63"/>
                  </a:moveTo>
                  <a:cubicBezTo>
                    <a:pt x="144" y="63"/>
                    <a:pt x="146" y="62"/>
                    <a:pt x="146" y="61"/>
                  </a:cubicBezTo>
                  <a:cubicBezTo>
                    <a:pt x="146" y="60"/>
                    <a:pt x="146" y="56"/>
                    <a:pt x="143" y="58"/>
                  </a:cubicBezTo>
                  <a:cubicBezTo>
                    <a:pt x="143" y="59"/>
                    <a:pt x="143" y="60"/>
                    <a:pt x="143" y="61"/>
                  </a:cubicBezTo>
                  <a:cubicBezTo>
                    <a:pt x="143" y="62"/>
                    <a:pt x="141" y="63"/>
                    <a:pt x="143" y="63"/>
                  </a:cubicBezTo>
                  <a:close/>
                  <a:moveTo>
                    <a:pt x="2" y="1"/>
                  </a:moveTo>
                  <a:cubicBezTo>
                    <a:pt x="1" y="3"/>
                    <a:pt x="0" y="4"/>
                    <a:pt x="1" y="4"/>
                  </a:cubicBezTo>
                  <a:cubicBezTo>
                    <a:pt x="3" y="5"/>
                    <a:pt x="1" y="5"/>
                    <a:pt x="3" y="4"/>
                  </a:cubicBezTo>
                  <a:cubicBezTo>
                    <a:pt x="5" y="2"/>
                    <a:pt x="3" y="0"/>
                    <a:pt x="2" y="1"/>
                  </a:cubicBezTo>
                  <a:close/>
                  <a:moveTo>
                    <a:pt x="164" y="16"/>
                  </a:moveTo>
                  <a:cubicBezTo>
                    <a:pt x="165" y="16"/>
                    <a:pt x="165" y="15"/>
                    <a:pt x="165" y="14"/>
                  </a:cubicBezTo>
                  <a:cubicBezTo>
                    <a:pt x="166" y="13"/>
                    <a:pt x="166" y="12"/>
                    <a:pt x="165" y="12"/>
                  </a:cubicBezTo>
                  <a:cubicBezTo>
                    <a:pt x="165" y="12"/>
                    <a:pt x="164" y="11"/>
                    <a:pt x="164" y="13"/>
                  </a:cubicBezTo>
                  <a:cubicBezTo>
                    <a:pt x="164" y="14"/>
                    <a:pt x="164" y="14"/>
                    <a:pt x="164" y="15"/>
                  </a:cubicBezTo>
                  <a:cubicBezTo>
                    <a:pt x="164" y="16"/>
                    <a:pt x="163" y="17"/>
                    <a:pt x="164" y="16"/>
                  </a:cubicBezTo>
                  <a:close/>
                  <a:moveTo>
                    <a:pt x="18" y="25"/>
                  </a:moveTo>
                  <a:cubicBezTo>
                    <a:pt x="15" y="25"/>
                    <a:pt x="12" y="26"/>
                    <a:pt x="10" y="26"/>
                  </a:cubicBezTo>
                  <a:cubicBezTo>
                    <a:pt x="8" y="27"/>
                    <a:pt x="8" y="27"/>
                    <a:pt x="7" y="29"/>
                  </a:cubicBezTo>
                  <a:cubicBezTo>
                    <a:pt x="7" y="31"/>
                    <a:pt x="8" y="31"/>
                    <a:pt x="10" y="31"/>
                  </a:cubicBezTo>
                  <a:cubicBezTo>
                    <a:pt x="12" y="31"/>
                    <a:pt x="13" y="32"/>
                    <a:pt x="16" y="33"/>
                  </a:cubicBezTo>
                  <a:cubicBezTo>
                    <a:pt x="18" y="33"/>
                    <a:pt x="18" y="33"/>
                    <a:pt x="20" y="32"/>
                  </a:cubicBezTo>
                  <a:cubicBezTo>
                    <a:pt x="22" y="31"/>
                    <a:pt x="23" y="30"/>
                    <a:pt x="26" y="30"/>
                  </a:cubicBezTo>
                  <a:cubicBezTo>
                    <a:pt x="29" y="30"/>
                    <a:pt x="32" y="26"/>
                    <a:pt x="28" y="26"/>
                  </a:cubicBezTo>
                  <a:cubicBezTo>
                    <a:pt x="24" y="26"/>
                    <a:pt x="23" y="25"/>
                    <a:pt x="18" y="25"/>
                  </a:cubicBezTo>
                  <a:close/>
                  <a:moveTo>
                    <a:pt x="140" y="85"/>
                  </a:moveTo>
                  <a:cubicBezTo>
                    <a:pt x="142" y="85"/>
                    <a:pt x="143" y="85"/>
                    <a:pt x="145" y="85"/>
                  </a:cubicBezTo>
                  <a:cubicBezTo>
                    <a:pt x="146" y="86"/>
                    <a:pt x="148" y="86"/>
                    <a:pt x="150" y="86"/>
                  </a:cubicBezTo>
                  <a:cubicBezTo>
                    <a:pt x="152" y="87"/>
                    <a:pt x="152" y="88"/>
                    <a:pt x="154" y="90"/>
                  </a:cubicBezTo>
                  <a:cubicBezTo>
                    <a:pt x="155" y="91"/>
                    <a:pt x="157" y="91"/>
                    <a:pt x="158" y="92"/>
                  </a:cubicBezTo>
                  <a:cubicBezTo>
                    <a:pt x="160" y="93"/>
                    <a:pt x="160" y="93"/>
                    <a:pt x="161" y="95"/>
                  </a:cubicBezTo>
                  <a:cubicBezTo>
                    <a:pt x="161" y="96"/>
                    <a:pt x="163" y="96"/>
                    <a:pt x="164" y="96"/>
                  </a:cubicBezTo>
                  <a:cubicBezTo>
                    <a:pt x="165" y="95"/>
                    <a:pt x="166" y="95"/>
                    <a:pt x="167" y="94"/>
                  </a:cubicBezTo>
                  <a:cubicBezTo>
                    <a:pt x="168" y="93"/>
                    <a:pt x="169" y="93"/>
                    <a:pt x="170" y="93"/>
                  </a:cubicBezTo>
                  <a:cubicBezTo>
                    <a:pt x="171" y="92"/>
                    <a:pt x="171" y="90"/>
                    <a:pt x="170" y="89"/>
                  </a:cubicBezTo>
                  <a:cubicBezTo>
                    <a:pt x="169" y="89"/>
                    <a:pt x="169" y="89"/>
                    <a:pt x="168" y="87"/>
                  </a:cubicBezTo>
                  <a:cubicBezTo>
                    <a:pt x="166" y="85"/>
                    <a:pt x="167" y="85"/>
                    <a:pt x="167" y="84"/>
                  </a:cubicBezTo>
                  <a:cubicBezTo>
                    <a:pt x="166" y="83"/>
                    <a:pt x="165" y="84"/>
                    <a:pt x="163" y="83"/>
                  </a:cubicBezTo>
                  <a:cubicBezTo>
                    <a:pt x="162" y="83"/>
                    <a:pt x="162" y="83"/>
                    <a:pt x="160" y="82"/>
                  </a:cubicBezTo>
                  <a:cubicBezTo>
                    <a:pt x="158" y="81"/>
                    <a:pt x="159" y="81"/>
                    <a:pt x="158" y="79"/>
                  </a:cubicBezTo>
                  <a:cubicBezTo>
                    <a:pt x="157" y="78"/>
                    <a:pt x="158" y="79"/>
                    <a:pt x="156" y="78"/>
                  </a:cubicBezTo>
                  <a:cubicBezTo>
                    <a:pt x="154" y="76"/>
                    <a:pt x="153" y="77"/>
                    <a:pt x="151" y="76"/>
                  </a:cubicBezTo>
                  <a:cubicBezTo>
                    <a:pt x="149" y="76"/>
                    <a:pt x="148" y="76"/>
                    <a:pt x="146" y="76"/>
                  </a:cubicBezTo>
                  <a:cubicBezTo>
                    <a:pt x="143" y="77"/>
                    <a:pt x="139" y="78"/>
                    <a:pt x="138" y="79"/>
                  </a:cubicBezTo>
                  <a:cubicBezTo>
                    <a:pt x="137" y="79"/>
                    <a:pt x="137" y="79"/>
                    <a:pt x="136" y="80"/>
                  </a:cubicBezTo>
                  <a:cubicBezTo>
                    <a:pt x="135" y="80"/>
                    <a:pt x="133" y="81"/>
                    <a:pt x="134" y="82"/>
                  </a:cubicBezTo>
                  <a:cubicBezTo>
                    <a:pt x="135" y="83"/>
                    <a:pt x="138" y="84"/>
                    <a:pt x="140" y="85"/>
                  </a:cubicBezTo>
                  <a:close/>
                  <a:moveTo>
                    <a:pt x="166" y="8"/>
                  </a:moveTo>
                  <a:cubicBezTo>
                    <a:pt x="167" y="8"/>
                    <a:pt x="167" y="7"/>
                    <a:pt x="167" y="6"/>
                  </a:cubicBezTo>
                  <a:cubicBezTo>
                    <a:pt x="167" y="5"/>
                    <a:pt x="165" y="1"/>
                    <a:pt x="164" y="3"/>
                  </a:cubicBezTo>
                  <a:cubicBezTo>
                    <a:pt x="164" y="5"/>
                    <a:pt x="165" y="5"/>
                    <a:pt x="165" y="6"/>
                  </a:cubicBezTo>
                  <a:cubicBezTo>
                    <a:pt x="165" y="8"/>
                    <a:pt x="165" y="8"/>
                    <a:pt x="166" y="8"/>
                  </a:cubicBezTo>
                  <a:close/>
                  <a:moveTo>
                    <a:pt x="248" y="59"/>
                  </a:moveTo>
                  <a:cubicBezTo>
                    <a:pt x="250" y="58"/>
                    <a:pt x="249" y="57"/>
                    <a:pt x="253" y="57"/>
                  </a:cubicBezTo>
                  <a:cubicBezTo>
                    <a:pt x="258" y="56"/>
                    <a:pt x="257" y="56"/>
                    <a:pt x="255" y="53"/>
                  </a:cubicBezTo>
                  <a:cubicBezTo>
                    <a:pt x="252" y="50"/>
                    <a:pt x="251" y="53"/>
                    <a:pt x="246" y="51"/>
                  </a:cubicBezTo>
                  <a:cubicBezTo>
                    <a:pt x="245" y="51"/>
                    <a:pt x="245" y="53"/>
                    <a:pt x="245" y="54"/>
                  </a:cubicBezTo>
                  <a:cubicBezTo>
                    <a:pt x="246" y="55"/>
                    <a:pt x="245" y="57"/>
                    <a:pt x="244" y="58"/>
                  </a:cubicBezTo>
                  <a:cubicBezTo>
                    <a:pt x="244" y="59"/>
                    <a:pt x="245" y="59"/>
                    <a:pt x="248" y="59"/>
                  </a:cubicBezTo>
                  <a:close/>
                  <a:moveTo>
                    <a:pt x="226" y="60"/>
                  </a:moveTo>
                  <a:cubicBezTo>
                    <a:pt x="227" y="58"/>
                    <a:pt x="227" y="57"/>
                    <a:pt x="224" y="58"/>
                  </a:cubicBezTo>
                  <a:cubicBezTo>
                    <a:pt x="223" y="59"/>
                    <a:pt x="221" y="59"/>
                    <a:pt x="223" y="60"/>
                  </a:cubicBezTo>
                  <a:cubicBezTo>
                    <a:pt x="224" y="60"/>
                    <a:pt x="225" y="61"/>
                    <a:pt x="226" y="60"/>
                  </a:cubicBezTo>
                  <a:close/>
                  <a:moveTo>
                    <a:pt x="239" y="55"/>
                  </a:moveTo>
                  <a:cubicBezTo>
                    <a:pt x="238" y="56"/>
                    <a:pt x="236" y="55"/>
                    <a:pt x="236" y="57"/>
                  </a:cubicBezTo>
                  <a:cubicBezTo>
                    <a:pt x="236" y="58"/>
                    <a:pt x="236" y="58"/>
                    <a:pt x="238" y="58"/>
                  </a:cubicBezTo>
                  <a:cubicBezTo>
                    <a:pt x="239" y="58"/>
                    <a:pt x="240" y="58"/>
                    <a:pt x="241" y="56"/>
                  </a:cubicBezTo>
                  <a:cubicBezTo>
                    <a:pt x="241" y="55"/>
                    <a:pt x="240" y="54"/>
                    <a:pt x="239" y="55"/>
                  </a:cubicBezTo>
                  <a:close/>
                  <a:moveTo>
                    <a:pt x="224" y="93"/>
                  </a:moveTo>
                  <a:cubicBezTo>
                    <a:pt x="223" y="95"/>
                    <a:pt x="222" y="95"/>
                    <a:pt x="223" y="97"/>
                  </a:cubicBezTo>
                  <a:cubicBezTo>
                    <a:pt x="224" y="97"/>
                    <a:pt x="226" y="94"/>
                    <a:pt x="226" y="93"/>
                  </a:cubicBezTo>
                  <a:cubicBezTo>
                    <a:pt x="226" y="92"/>
                    <a:pt x="224" y="92"/>
                    <a:pt x="224" y="93"/>
                  </a:cubicBezTo>
                  <a:close/>
                  <a:moveTo>
                    <a:pt x="205" y="63"/>
                  </a:moveTo>
                  <a:cubicBezTo>
                    <a:pt x="207" y="63"/>
                    <a:pt x="207" y="63"/>
                    <a:pt x="209" y="61"/>
                  </a:cubicBezTo>
                  <a:cubicBezTo>
                    <a:pt x="210" y="60"/>
                    <a:pt x="213" y="61"/>
                    <a:pt x="214" y="59"/>
                  </a:cubicBezTo>
                  <a:cubicBezTo>
                    <a:pt x="215" y="58"/>
                    <a:pt x="216" y="58"/>
                    <a:pt x="216" y="55"/>
                  </a:cubicBezTo>
                  <a:cubicBezTo>
                    <a:pt x="215" y="52"/>
                    <a:pt x="213" y="52"/>
                    <a:pt x="211" y="55"/>
                  </a:cubicBezTo>
                  <a:cubicBezTo>
                    <a:pt x="210" y="57"/>
                    <a:pt x="209" y="55"/>
                    <a:pt x="207" y="58"/>
                  </a:cubicBezTo>
                  <a:cubicBezTo>
                    <a:pt x="205" y="61"/>
                    <a:pt x="203" y="62"/>
                    <a:pt x="205" y="63"/>
                  </a:cubicBezTo>
                  <a:close/>
                  <a:moveTo>
                    <a:pt x="230" y="53"/>
                  </a:moveTo>
                  <a:cubicBezTo>
                    <a:pt x="229" y="54"/>
                    <a:pt x="230" y="56"/>
                    <a:pt x="230" y="56"/>
                  </a:cubicBezTo>
                  <a:cubicBezTo>
                    <a:pt x="231" y="56"/>
                    <a:pt x="232" y="56"/>
                    <a:pt x="233" y="54"/>
                  </a:cubicBezTo>
                  <a:cubicBezTo>
                    <a:pt x="234" y="53"/>
                    <a:pt x="231" y="53"/>
                    <a:pt x="230" y="53"/>
                  </a:cubicBezTo>
                  <a:close/>
                  <a:moveTo>
                    <a:pt x="213" y="109"/>
                  </a:moveTo>
                  <a:cubicBezTo>
                    <a:pt x="214" y="110"/>
                    <a:pt x="215" y="109"/>
                    <a:pt x="216" y="108"/>
                  </a:cubicBezTo>
                  <a:cubicBezTo>
                    <a:pt x="217" y="107"/>
                    <a:pt x="217" y="107"/>
                    <a:pt x="219" y="106"/>
                  </a:cubicBezTo>
                  <a:cubicBezTo>
                    <a:pt x="222" y="105"/>
                    <a:pt x="224" y="105"/>
                    <a:pt x="224" y="104"/>
                  </a:cubicBezTo>
                  <a:cubicBezTo>
                    <a:pt x="224" y="103"/>
                    <a:pt x="225" y="100"/>
                    <a:pt x="225" y="100"/>
                  </a:cubicBezTo>
                  <a:cubicBezTo>
                    <a:pt x="224" y="100"/>
                    <a:pt x="223" y="100"/>
                    <a:pt x="221" y="101"/>
                  </a:cubicBezTo>
                  <a:cubicBezTo>
                    <a:pt x="220" y="102"/>
                    <a:pt x="220" y="101"/>
                    <a:pt x="218" y="103"/>
                  </a:cubicBezTo>
                  <a:cubicBezTo>
                    <a:pt x="216" y="104"/>
                    <a:pt x="216" y="103"/>
                    <a:pt x="214" y="105"/>
                  </a:cubicBezTo>
                  <a:cubicBezTo>
                    <a:pt x="212" y="107"/>
                    <a:pt x="212" y="109"/>
                    <a:pt x="213" y="10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3" name="Freeform 219">
              <a:extLst>
                <a:ext uri="{FF2B5EF4-FFF2-40B4-BE49-F238E27FC236}">
                  <a16:creationId xmlns:a16="http://schemas.microsoft.com/office/drawing/2014/main" id="{7F98F5A8-907C-C38B-A64F-1EF693127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8141" y="3216540"/>
              <a:ext cx="7052" cy="5642"/>
            </a:xfrm>
            <a:custGeom>
              <a:avLst/>
              <a:gdLst>
                <a:gd name="T0" fmla="*/ 2 w 7"/>
                <a:gd name="T1" fmla="*/ 2 h 5"/>
                <a:gd name="T2" fmla="*/ 4 w 7"/>
                <a:gd name="T3" fmla="*/ 5 h 5"/>
                <a:gd name="T4" fmla="*/ 7 w 7"/>
                <a:gd name="T5" fmla="*/ 3 h 5"/>
                <a:gd name="T6" fmla="*/ 2 w 7"/>
                <a:gd name="T7" fmla="*/ 1 h 5"/>
                <a:gd name="T8" fmla="*/ 1 w 7"/>
                <a:gd name="T9" fmla="*/ 1 h 5"/>
                <a:gd name="T10" fmla="*/ 2 w 7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5">
                  <a:moveTo>
                    <a:pt x="2" y="2"/>
                  </a:moveTo>
                  <a:cubicBezTo>
                    <a:pt x="3" y="3"/>
                    <a:pt x="3" y="5"/>
                    <a:pt x="4" y="5"/>
                  </a:cubicBezTo>
                  <a:cubicBezTo>
                    <a:pt x="6" y="4"/>
                    <a:pt x="6" y="4"/>
                    <a:pt x="7" y="3"/>
                  </a:cubicBezTo>
                  <a:cubicBezTo>
                    <a:pt x="7" y="2"/>
                    <a:pt x="4" y="2"/>
                    <a:pt x="2" y="1"/>
                  </a:cubicBezTo>
                  <a:cubicBezTo>
                    <a:pt x="1" y="0"/>
                    <a:pt x="0" y="0"/>
                    <a:pt x="1" y="1"/>
                  </a:cubicBezTo>
                  <a:cubicBezTo>
                    <a:pt x="1" y="1"/>
                    <a:pt x="1" y="1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4" name="Freeform 220">
              <a:extLst>
                <a:ext uri="{FF2B5EF4-FFF2-40B4-BE49-F238E27FC236}">
                  <a16:creationId xmlns:a16="http://schemas.microsoft.com/office/drawing/2014/main" id="{93F0AAE8-DE73-1061-05B5-032A5944B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53009" y="3203846"/>
              <a:ext cx="22566" cy="11283"/>
            </a:xfrm>
            <a:custGeom>
              <a:avLst/>
              <a:gdLst>
                <a:gd name="T0" fmla="*/ 1 w 21"/>
                <a:gd name="T1" fmla="*/ 11 h 11"/>
                <a:gd name="T2" fmla="*/ 5 w 21"/>
                <a:gd name="T3" fmla="*/ 9 h 11"/>
                <a:gd name="T4" fmla="*/ 8 w 21"/>
                <a:gd name="T5" fmla="*/ 8 h 11"/>
                <a:gd name="T6" fmla="*/ 11 w 21"/>
                <a:gd name="T7" fmla="*/ 9 h 11"/>
                <a:gd name="T8" fmla="*/ 15 w 21"/>
                <a:gd name="T9" fmla="*/ 9 h 11"/>
                <a:gd name="T10" fmla="*/ 18 w 21"/>
                <a:gd name="T11" fmla="*/ 7 h 11"/>
                <a:gd name="T12" fmla="*/ 21 w 21"/>
                <a:gd name="T13" fmla="*/ 4 h 11"/>
                <a:gd name="T14" fmla="*/ 18 w 21"/>
                <a:gd name="T15" fmla="*/ 2 h 11"/>
                <a:gd name="T16" fmla="*/ 15 w 21"/>
                <a:gd name="T17" fmla="*/ 2 h 11"/>
                <a:gd name="T18" fmla="*/ 10 w 21"/>
                <a:gd name="T19" fmla="*/ 4 h 11"/>
                <a:gd name="T20" fmla="*/ 8 w 21"/>
                <a:gd name="T21" fmla="*/ 4 h 11"/>
                <a:gd name="T22" fmla="*/ 5 w 21"/>
                <a:gd name="T23" fmla="*/ 3 h 11"/>
                <a:gd name="T24" fmla="*/ 3 w 21"/>
                <a:gd name="T25" fmla="*/ 6 h 11"/>
                <a:gd name="T26" fmla="*/ 1 w 21"/>
                <a:gd name="T27" fmla="*/ 9 h 11"/>
                <a:gd name="T28" fmla="*/ 1 w 21"/>
                <a:gd name="T2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" h="11">
                  <a:moveTo>
                    <a:pt x="1" y="11"/>
                  </a:moveTo>
                  <a:cubicBezTo>
                    <a:pt x="2" y="11"/>
                    <a:pt x="4" y="10"/>
                    <a:pt x="5" y="9"/>
                  </a:cubicBezTo>
                  <a:cubicBezTo>
                    <a:pt x="5" y="8"/>
                    <a:pt x="6" y="8"/>
                    <a:pt x="8" y="8"/>
                  </a:cubicBezTo>
                  <a:cubicBezTo>
                    <a:pt x="9" y="8"/>
                    <a:pt x="9" y="8"/>
                    <a:pt x="11" y="9"/>
                  </a:cubicBezTo>
                  <a:cubicBezTo>
                    <a:pt x="12" y="10"/>
                    <a:pt x="14" y="10"/>
                    <a:pt x="15" y="9"/>
                  </a:cubicBezTo>
                  <a:cubicBezTo>
                    <a:pt x="16" y="8"/>
                    <a:pt x="17" y="8"/>
                    <a:pt x="18" y="7"/>
                  </a:cubicBezTo>
                  <a:cubicBezTo>
                    <a:pt x="20" y="6"/>
                    <a:pt x="21" y="5"/>
                    <a:pt x="21" y="4"/>
                  </a:cubicBezTo>
                  <a:cubicBezTo>
                    <a:pt x="21" y="3"/>
                    <a:pt x="20" y="3"/>
                    <a:pt x="18" y="2"/>
                  </a:cubicBezTo>
                  <a:cubicBezTo>
                    <a:pt x="17" y="0"/>
                    <a:pt x="16" y="1"/>
                    <a:pt x="15" y="2"/>
                  </a:cubicBezTo>
                  <a:cubicBezTo>
                    <a:pt x="14" y="3"/>
                    <a:pt x="13" y="3"/>
                    <a:pt x="10" y="4"/>
                  </a:cubicBezTo>
                  <a:cubicBezTo>
                    <a:pt x="9" y="4"/>
                    <a:pt x="9" y="4"/>
                    <a:pt x="8" y="4"/>
                  </a:cubicBezTo>
                  <a:cubicBezTo>
                    <a:pt x="7" y="4"/>
                    <a:pt x="6" y="3"/>
                    <a:pt x="5" y="3"/>
                  </a:cubicBezTo>
                  <a:cubicBezTo>
                    <a:pt x="4" y="3"/>
                    <a:pt x="3" y="4"/>
                    <a:pt x="3" y="6"/>
                  </a:cubicBezTo>
                  <a:cubicBezTo>
                    <a:pt x="3" y="7"/>
                    <a:pt x="2" y="8"/>
                    <a:pt x="1" y="9"/>
                  </a:cubicBezTo>
                  <a:cubicBezTo>
                    <a:pt x="0" y="10"/>
                    <a:pt x="1" y="11"/>
                    <a:pt x="1" y="1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5" name="Freeform 221">
              <a:extLst>
                <a:ext uri="{FF2B5EF4-FFF2-40B4-BE49-F238E27FC236}">
                  <a16:creationId xmlns:a16="http://schemas.microsoft.com/office/drawing/2014/main" id="{BA8C4246-3899-D03D-ABC0-D502AD5E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3136" y="3215129"/>
              <a:ext cx="7052" cy="5642"/>
            </a:xfrm>
            <a:custGeom>
              <a:avLst/>
              <a:gdLst>
                <a:gd name="T0" fmla="*/ 4 w 6"/>
                <a:gd name="T1" fmla="*/ 2 h 5"/>
                <a:gd name="T2" fmla="*/ 2 w 6"/>
                <a:gd name="T3" fmla="*/ 4 h 5"/>
                <a:gd name="T4" fmla="*/ 1 w 6"/>
                <a:gd name="T5" fmla="*/ 5 h 5"/>
                <a:gd name="T6" fmla="*/ 4 w 6"/>
                <a:gd name="T7" fmla="*/ 4 h 5"/>
                <a:gd name="T8" fmla="*/ 6 w 6"/>
                <a:gd name="T9" fmla="*/ 2 h 5"/>
                <a:gd name="T10" fmla="*/ 4 w 6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4" y="2"/>
                  </a:moveTo>
                  <a:cubicBezTo>
                    <a:pt x="4" y="3"/>
                    <a:pt x="3" y="4"/>
                    <a:pt x="2" y="4"/>
                  </a:cubicBezTo>
                  <a:cubicBezTo>
                    <a:pt x="2" y="4"/>
                    <a:pt x="0" y="5"/>
                    <a:pt x="1" y="5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6" y="2"/>
                    <a:pt x="5" y="0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6" name="Freeform 222">
              <a:extLst>
                <a:ext uri="{FF2B5EF4-FFF2-40B4-BE49-F238E27FC236}">
                  <a16:creationId xmlns:a16="http://schemas.microsoft.com/office/drawing/2014/main" id="{8840C7F8-B8FD-2047-6809-D4F0A19BA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811" y="2419671"/>
              <a:ext cx="266563" cy="289129"/>
            </a:xfrm>
            <a:custGeom>
              <a:avLst/>
              <a:gdLst>
                <a:gd name="T0" fmla="*/ 12 w 243"/>
                <a:gd name="T1" fmla="*/ 232 h 269"/>
                <a:gd name="T2" fmla="*/ 22 w 243"/>
                <a:gd name="T3" fmla="*/ 229 h 269"/>
                <a:gd name="T4" fmla="*/ 35 w 243"/>
                <a:gd name="T5" fmla="*/ 228 h 269"/>
                <a:gd name="T6" fmla="*/ 48 w 243"/>
                <a:gd name="T7" fmla="*/ 227 h 269"/>
                <a:gd name="T8" fmla="*/ 60 w 243"/>
                <a:gd name="T9" fmla="*/ 232 h 269"/>
                <a:gd name="T10" fmla="*/ 69 w 243"/>
                <a:gd name="T11" fmla="*/ 236 h 269"/>
                <a:gd name="T12" fmla="*/ 75 w 243"/>
                <a:gd name="T13" fmla="*/ 241 h 269"/>
                <a:gd name="T14" fmla="*/ 81 w 243"/>
                <a:gd name="T15" fmla="*/ 251 h 269"/>
                <a:gd name="T16" fmla="*/ 94 w 243"/>
                <a:gd name="T17" fmla="*/ 263 h 269"/>
                <a:gd name="T18" fmla="*/ 99 w 243"/>
                <a:gd name="T19" fmla="*/ 269 h 269"/>
                <a:gd name="T20" fmla="*/ 107 w 243"/>
                <a:gd name="T21" fmla="*/ 256 h 269"/>
                <a:gd name="T22" fmla="*/ 110 w 243"/>
                <a:gd name="T23" fmla="*/ 248 h 269"/>
                <a:gd name="T24" fmla="*/ 121 w 243"/>
                <a:gd name="T25" fmla="*/ 254 h 269"/>
                <a:gd name="T26" fmla="*/ 127 w 243"/>
                <a:gd name="T27" fmla="*/ 256 h 269"/>
                <a:gd name="T28" fmla="*/ 139 w 243"/>
                <a:gd name="T29" fmla="*/ 252 h 269"/>
                <a:gd name="T30" fmla="*/ 154 w 243"/>
                <a:gd name="T31" fmla="*/ 251 h 269"/>
                <a:gd name="T32" fmla="*/ 162 w 243"/>
                <a:gd name="T33" fmla="*/ 249 h 269"/>
                <a:gd name="T34" fmla="*/ 190 w 243"/>
                <a:gd name="T35" fmla="*/ 251 h 269"/>
                <a:gd name="T36" fmla="*/ 236 w 243"/>
                <a:gd name="T37" fmla="*/ 248 h 269"/>
                <a:gd name="T38" fmla="*/ 237 w 243"/>
                <a:gd name="T39" fmla="*/ 241 h 269"/>
                <a:gd name="T40" fmla="*/ 236 w 243"/>
                <a:gd name="T41" fmla="*/ 232 h 269"/>
                <a:gd name="T42" fmla="*/ 218 w 243"/>
                <a:gd name="T43" fmla="*/ 89 h 269"/>
                <a:gd name="T44" fmla="*/ 214 w 243"/>
                <a:gd name="T45" fmla="*/ 49 h 269"/>
                <a:gd name="T46" fmla="*/ 243 w 243"/>
                <a:gd name="T47" fmla="*/ 47 h 269"/>
                <a:gd name="T48" fmla="*/ 173 w 243"/>
                <a:gd name="T49" fmla="*/ 22 h 269"/>
                <a:gd name="T50" fmla="*/ 168 w 243"/>
                <a:gd name="T51" fmla="*/ 27 h 269"/>
                <a:gd name="T52" fmla="*/ 106 w 243"/>
                <a:gd name="T53" fmla="*/ 27 h 269"/>
                <a:gd name="T54" fmla="*/ 104 w 243"/>
                <a:gd name="T55" fmla="*/ 28 h 269"/>
                <a:gd name="T56" fmla="*/ 105 w 243"/>
                <a:gd name="T57" fmla="*/ 77 h 269"/>
                <a:gd name="T58" fmla="*/ 105 w 243"/>
                <a:gd name="T59" fmla="*/ 78 h 269"/>
                <a:gd name="T60" fmla="*/ 99 w 243"/>
                <a:gd name="T61" fmla="*/ 84 h 269"/>
                <a:gd name="T62" fmla="*/ 84 w 243"/>
                <a:gd name="T63" fmla="*/ 92 h 269"/>
                <a:gd name="T64" fmla="*/ 81 w 243"/>
                <a:gd name="T65" fmla="*/ 103 h 269"/>
                <a:gd name="T66" fmla="*/ 83 w 243"/>
                <a:gd name="T67" fmla="*/ 122 h 269"/>
                <a:gd name="T68" fmla="*/ 83 w 243"/>
                <a:gd name="T69" fmla="*/ 127 h 269"/>
                <a:gd name="T70" fmla="*/ 0 w 243"/>
                <a:gd name="T71" fmla="*/ 129 h 269"/>
                <a:gd name="T72" fmla="*/ 5 w 243"/>
                <a:gd name="T73" fmla="*/ 138 h 269"/>
                <a:gd name="T74" fmla="*/ 11 w 243"/>
                <a:gd name="T75" fmla="*/ 143 h 269"/>
                <a:gd name="T76" fmla="*/ 16 w 243"/>
                <a:gd name="T77" fmla="*/ 150 h 269"/>
                <a:gd name="T78" fmla="*/ 14 w 243"/>
                <a:gd name="T79" fmla="*/ 162 h 269"/>
                <a:gd name="T80" fmla="*/ 11 w 243"/>
                <a:gd name="T81" fmla="*/ 171 h 269"/>
                <a:gd name="T82" fmla="*/ 17 w 243"/>
                <a:gd name="T83" fmla="*/ 179 h 269"/>
                <a:gd name="T84" fmla="*/ 19 w 243"/>
                <a:gd name="T85" fmla="*/ 203 h 269"/>
                <a:gd name="T86" fmla="*/ 14 w 243"/>
                <a:gd name="T87" fmla="*/ 22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3" h="269">
                  <a:moveTo>
                    <a:pt x="14" y="224"/>
                  </a:moveTo>
                  <a:cubicBezTo>
                    <a:pt x="13" y="228"/>
                    <a:pt x="12" y="230"/>
                    <a:pt x="12" y="232"/>
                  </a:cubicBezTo>
                  <a:cubicBezTo>
                    <a:pt x="13" y="231"/>
                    <a:pt x="15" y="230"/>
                    <a:pt x="16" y="230"/>
                  </a:cubicBezTo>
                  <a:cubicBezTo>
                    <a:pt x="18" y="229"/>
                    <a:pt x="20" y="229"/>
                    <a:pt x="22" y="229"/>
                  </a:cubicBezTo>
                  <a:cubicBezTo>
                    <a:pt x="23" y="229"/>
                    <a:pt x="25" y="230"/>
                    <a:pt x="27" y="229"/>
                  </a:cubicBezTo>
                  <a:cubicBezTo>
                    <a:pt x="30" y="229"/>
                    <a:pt x="33" y="229"/>
                    <a:pt x="35" y="228"/>
                  </a:cubicBezTo>
                  <a:cubicBezTo>
                    <a:pt x="38" y="228"/>
                    <a:pt x="41" y="227"/>
                    <a:pt x="44" y="227"/>
                  </a:cubicBezTo>
                  <a:cubicBezTo>
                    <a:pt x="46" y="227"/>
                    <a:pt x="47" y="227"/>
                    <a:pt x="48" y="227"/>
                  </a:cubicBezTo>
                  <a:cubicBezTo>
                    <a:pt x="51" y="226"/>
                    <a:pt x="53" y="226"/>
                    <a:pt x="56" y="228"/>
                  </a:cubicBezTo>
                  <a:cubicBezTo>
                    <a:pt x="58" y="229"/>
                    <a:pt x="59" y="230"/>
                    <a:pt x="60" y="232"/>
                  </a:cubicBezTo>
                  <a:cubicBezTo>
                    <a:pt x="61" y="233"/>
                    <a:pt x="61" y="235"/>
                    <a:pt x="63" y="235"/>
                  </a:cubicBezTo>
                  <a:cubicBezTo>
                    <a:pt x="65" y="236"/>
                    <a:pt x="67" y="236"/>
                    <a:pt x="69" y="236"/>
                  </a:cubicBezTo>
                  <a:cubicBezTo>
                    <a:pt x="71" y="237"/>
                    <a:pt x="72" y="237"/>
                    <a:pt x="73" y="238"/>
                  </a:cubicBezTo>
                  <a:cubicBezTo>
                    <a:pt x="75" y="239"/>
                    <a:pt x="75" y="240"/>
                    <a:pt x="75" y="241"/>
                  </a:cubicBezTo>
                  <a:cubicBezTo>
                    <a:pt x="75" y="243"/>
                    <a:pt x="76" y="245"/>
                    <a:pt x="78" y="248"/>
                  </a:cubicBezTo>
                  <a:cubicBezTo>
                    <a:pt x="80" y="249"/>
                    <a:pt x="81" y="250"/>
                    <a:pt x="81" y="251"/>
                  </a:cubicBezTo>
                  <a:cubicBezTo>
                    <a:pt x="83" y="252"/>
                    <a:pt x="84" y="253"/>
                    <a:pt x="88" y="257"/>
                  </a:cubicBezTo>
                  <a:cubicBezTo>
                    <a:pt x="90" y="260"/>
                    <a:pt x="92" y="262"/>
                    <a:pt x="94" y="263"/>
                  </a:cubicBezTo>
                  <a:cubicBezTo>
                    <a:pt x="96" y="265"/>
                    <a:pt x="97" y="267"/>
                    <a:pt x="98" y="268"/>
                  </a:cubicBezTo>
                  <a:cubicBezTo>
                    <a:pt x="99" y="269"/>
                    <a:pt x="99" y="269"/>
                    <a:pt x="99" y="269"/>
                  </a:cubicBezTo>
                  <a:cubicBezTo>
                    <a:pt x="100" y="268"/>
                    <a:pt x="104" y="265"/>
                    <a:pt x="105" y="263"/>
                  </a:cubicBezTo>
                  <a:cubicBezTo>
                    <a:pt x="106" y="261"/>
                    <a:pt x="106" y="258"/>
                    <a:pt x="107" y="256"/>
                  </a:cubicBezTo>
                  <a:cubicBezTo>
                    <a:pt x="107" y="254"/>
                    <a:pt x="107" y="253"/>
                    <a:pt x="107" y="252"/>
                  </a:cubicBezTo>
                  <a:cubicBezTo>
                    <a:pt x="108" y="250"/>
                    <a:pt x="109" y="249"/>
                    <a:pt x="110" y="248"/>
                  </a:cubicBezTo>
                  <a:cubicBezTo>
                    <a:pt x="111" y="248"/>
                    <a:pt x="112" y="248"/>
                    <a:pt x="114" y="248"/>
                  </a:cubicBezTo>
                  <a:cubicBezTo>
                    <a:pt x="116" y="248"/>
                    <a:pt x="119" y="251"/>
                    <a:pt x="121" y="254"/>
                  </a:cubicBezTo>
                  <a:cubicBezTo>
                    <a:pt x="123" y="256"/>
                    <a:pt x="125" y="258"/>
                    <a:pt x="126" y="258"/>
                  </a:cubicBezTo>
                  <a:cubicBezTo>
                    <a:pt x="126" y="258"/>
                    <a:pt x="127" y="257"/>
                    <a:pt x="127" y="256"/>
                  </a:cubicBezTo>
                  <a:cubicBezTo>
                    <a:pt x="128" y="254"/>
                    <a:pt x="129" y="252"/>
                    <a:pt x="131" y="252"/>
                  </a:cubicBezTo>
                  <a:cubicBezTo>
                    <a:pt x="132" y="252"/>
                    <a:pt x="135" y="252"/>
                    <a:pt x="139" y="252"/>
                  </a:cubicBezTo>
                  <a:cubicBezTo>
                    <a:pt x="144" y="252"/>
                    <a:pt x="151" y="252"/>
                    <a:pt x="153" y="252"/>
                  </a:cubicBezTo>
                  <a:cubicBezTo>
                    <a:pt x="154" y="252"/>
                    <a:pt x="154" y="251"/>
                    <a:pt x="154" y="251"/>
                  </a:cubicBezTo>
                  <a:cubicBezTo>
                    <a:pt x="155" y="250"/>
                    <a:pt x="155" y="249"/>
                    <a:pt x="156" y="248"/>
                  </a:cubicBezTo>
                  <a:cubicBezTo>
                    <a:pt x="158" y="247"/>
                    <a:pt x="160" y="248"/>
                    <a:pt x="162" y="249"/>
                  </a:cubicBezTo>
                  <a:cubicBezTo>
                    <a:pt x="163" y="250"/>
                    <a:pt x="164" y="251"/>
                    <a:pt x="165" y="251"/>
                  </a:cubicBezTo>
                  <a:cubicBezTo>
                    <a:pt x="166" y="251"/>
                    <a:pt x="178" y="251"/>
                    <a:pt x="190" y="251"/>
                  </a:cubicBezTo>
                  <a:cubicBezTo>
                    <a:pt x="208" y="250"/>
                    <a:pt x="229" y="250"/>
                    <a:pt x="231" y="250"/>
                  </a:cubicBezTo>
                  <a:cubicBezTo>
                    <a:pt x="235" y="250"/>
                    <a:pt x="235" y="250"/>
                    <a:pt x="236" y="248"/>
                  </a:cubicBezTo>
                  <a:cubicBezTo>
                    <a:pt x="236" y="248"/>
                    <a:pt x="236" y="247"/>
                    <a:pt x="236" y="247"/>
                  </a:cubicBezTo>
                  <a:cubicBezTo>
                    <a:pt x="236" y="245"/>
                    <a:pt x="237" y="243"/>
                    <a:pt x="237" y="241"/>
                  </a:cubicBezTo>
                  <a:cubicBezTo>
                    <a:pt x="237" y="239"/>
                    <a:pt x="237" y="237"/>
                    <a:pt x="237" y="235"/>
                  </a:cubicBezTo>
                  <a:cubicBezTo>
                    <a:pt x="237" y="234"/>
                    <a:pt x="237" y="233"/>
                    <a:pt x="236" y="232"/>
                  </a:cubicBezTo>
                  <a:cubicBezTo>
                    <a:pt x="235" y="231"/>
                    <a:pt x="235" y="230"/>
                    <a:pt x="234" y="227"/>
                  </a:cubicBezTo>
                  <a:cubicBezTo>
                    <a:pt x="234" y="224"/>
                    <a:pt x="224" y="139"/>
                    <a:pt x="218" y="89"/>
                  </a:cubicBezTo>
                  <a:cubicBezTo>
                    <a:pt x="215" y="68"/>
                    <a:pt x="214" y="54"/>
                    <a:pt x="214" y="53"/>
                  </a:cubicBezTo>
                  <a:cubicBezTo>
                    <a:pt x="213" y="51"/>
                    <a:pt x="213" y="50"/>
                    <a:pt x="214" y="49"/>
                  </a:cubicBezTo>
                  <a:cubicBezTo>
                    <a:pt x="214" y="47"/>
                    <a:pt x="215" y="47"/>
                    <a:pt x="217" y="47"/>
                  </a:cubicBezTo>
                  <a:cubicBezTo>
                    <a:pt x="220" y="47"/>
                    <a:pt x="235" y="47"/>
                    <a:pt x="243" y="47"/>
                  </a:cubicBezTo>
                  <a:cubicBezTo>
                    <a:pt x="210" y="24"/>
                    <a:pt x="180" y="5"/>
                    <a:pt x="173" y="0"/>
                  </a:cubicBezTo>
                  <a:cubicBezTo>
                    <a:pt x="173" y="11"/>
                    <a:pt x="173" y="21"/>
                    <a:pt x="173" y="22"/>
                  </a:cubicBezTo>
                  <a:cubicBezTo>
                    <a:pt x="173" y="22"/>
                    <a:pt x="173" y="22"/>
                    <a:pt x="173" y="22"/>
                  </a:cubicBezTo>
                  <a:cubicBezTo>
                    <a:pt x="173" y="24"/>
                    <a:pt x="173" y="27"/>
                    <a:pt x="168" y="27"/>
                  </a:cubicBezTo>
                  <a:cubicBezTo>
                    <a:pt x="164" y="27"/>
                    <a:pt x="106" y="27"/>
                    <a:pt x="106" y="27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6" y="27"/>
                    <a:pt x="104" y="27"/>
                    <a:pt x="104" y="28"/>
                  </a:cubicBezTo>
                  <a:cubicBezTo>
                    <a:pt x="105" y="31"/>
                    <a:pt x="105" y="68"/>
                    <a:pt x="105" y="76"/>
                  </a:cubicBezTo>
                  <a:cubicBezTo>
                    <a:pt x="105" y="77"/>
                    <a:pt x="105" y="77"/>
                    <a:pt x="105" y="77"/>
                  </a:cubicBezTo>
                  <a:cubicBezTo>
                    <a:pt x="105" y="77"/>
                    <a:pt x="105" y="77"/>
                    <a:pt x="105" y="77"/>
                  </a:cubicBezTo>
                  <a:cubicBezTo>
                    <a:pt x="105" y="77"/>
                    <a:pt x="105" y="78"/>
                    <a:pt x="105" y="78"/>
                  </a:cubicBezTo>
                  <a:cubicBezTo>
                    <a:pt x="105" y="79"/>
                    <a:pt x="105" y="82"/>
                    <a:pt x="102" y="83"/>
                  </a:cubicBezTo>
                  <a:cubicBezTo>
                    <a:pt x="102" y="83"/>
                    <a:pt x="100" y="83"/>
                    <a:pt x="99" y="84"/>
                  </a:cubicBezTo>
                  <a:cubicBezTo>
                    <a:pt x="96" y="85"/>
                    <a:pt x="91" y="87"/>
                    <a:pt x="90" y="88"/>
                  </a:cubicBezTo>
                  <a:cubicBezTo>
                    <a:pt x="88" y="88"/>
                    <a:pt x="86" y="90"/>
                    <a:pt x="84" y="92"/>
                  </a:cubicBezTo>
                  <a:cubicBezTo>
                    <a:pt x="83" y="93"/>
                    <a:pt x="82" y="95"/>
                    <a:pt x="82" y="96"/>
                  </a:cubicBezTo>
                  <a:cubicBezTo>
                    <a:pt x="81" y="97"/>
                    <a:pt x="81" y="100"/>
                    <a:pt x="81" y="103"/>
                  </a:cubicBezTo>
                  <a:cubicBezTo>
                    <a:pt x="82" y="106"/>
                    <a:pt x="82" y="110"/>
                    <a:pt x="82" y="113"/>
                  </a:cubicBezTo>
                  <a:cubicBezTo>
                    <a:pt x="83" y="116"/>
                    <a:pt x="83" y="119"/>
                    <a:pt x="83" y="122"/>
                  </a:cubicBezTo>
                  <a:cubicBezTo>
                    <a:pt x="83" y="123"/>
                    <a:pt x="83" y="124"/>
                    <a:pt x="83" y="125"/>
                  </a:cubicBezTo>
                  <a:cubicBezTo>
                    <a:pt x="83" y="126"/>
                    <a:pt x="83" y="126"/>
                    <a:pt x="83" y="127"/>
                  </a:cubicBezTo>
                  <a:cubicBezTo>
                    <a:pt x="82" y="128"/>
                    <a:pt x="81" y="128"/>
                    <a:pt x="80" y="128"/>
                  </a:cubicBezTo>
                  <a:cubicBezTo>
                    <a:pt x="79" y="129"/>
                    <a:pt x="15" y="129"/>
                    <a:pt x="0" y="129"/>
                  </a:cubicBezTo>
                  <a:cubicBezTo>
                    <a:pt x="1" y="131"/>
                    <a:pt x="1" y="132"/>
                    <a:pt x="1" y="132"/>
                  </a:cubicBezTo>
                  <a:cubicBezTo>
                    <a:pt x="2" y="134"/>
                    <a:pt x="4" y="136"/>
                    <a:pt x="5" y="138"/>
                  </a:cubicBezTo>
                  <a:cubicBezTo>
                    <a:pt x="6" y="139"/>
                    <a:pt x="7" y="142"/>
                    <a:pt x="7" y="143"/>
                  </a:cubicBezTo>
                  <a:cubicBezTo>
                    <a:pt x="8" y="143"/>
                    <a:pt x="9" y="142"/>
                    <a:pt x="11" y="143"/>
                  </a:cubicBezTo>
                  <a:cubicBezTo>
                    <a:pt x="12" y="144"/>
                    <a:pt x="13" y="145"/>
                    <a:pt x="14" y="146"/>
                  </a:cubicBezTo>
                  <a:cubicBezTo>
                    <a:pt x="14" y="147"/>
                    <a:pt x="14" y="147"/>
                    <a:pt x="16" y="150"/>
                  </a:cubicBezTo>
                  <a:cubicBezTo>
                    <a:pt x="17" y="153"/>
                    <a:pt x="18" y="153"/>
                    <a:pt x="17" y="157"/>
                  </a:cubicBezTo>
                  <a:cubicBezTo>
                    <a:pt x="15" y="160"/>
                    <a:pt x="15" y="159"/>
                    <a:pt x="14" y="162"/>
                  </a:cubicBezTo>
                  <a:cubicBezTo>
                    <a:pt x="13" y="164"/>
                    <a:pt x="14" y="166"/>
                    <a:pt x="14" y="167"/>
                  </a:cubicBezTo>
                  <a:cubicBezTo>
                    <a:pt x="13" y="168"/>
                    <a:pt x="11" y="169"/>
                    <a:pt x="11" y="171"/>
                  </a:cubicBezTo>
                  <a:cubicBezTo>
                    <a:pt x="11" y="172"/>
                    <a:pt x="13" y="174"/>
                    <a:pt x="14" y="176"/>
                  </a:cubicBezTo>
                  <a:cubicBezTo>
                    <a:pt x="16" y="177"/>
                    <a:pt x="17" y="177"/>
                    <a:pt x="17" y="179"/>
                  </a:cubicBezTo>
                  <a:cubicBezTo>
                    <a:pt x="17" y="182"/>
                    <a:pt x="17" y="189"/>
                    <a:pt x="18" y="193"/>
                  </a:cubicBezTo>
                  <a:cubicBezTo>
                    <a:pt x="19" y="198"/>
                    <a:pt x="19" y="200"/>
                    <a:pt x="19" y="203"/>
                  </a:cubicBezTo>
                  <a:cubicBezTo>
                    <a:pt x="20" y="206"/>
                    <a:pt x="18" y="209"/>
                    <a:pt x="18" y="211"/>
                  </a:cubicBezTo>
                  <a:cubicBezTo>
                    <a:pt x="17" y="213"/>
                    <a:pt x="17" y="216"/>
                    <a:pt x="14" y="22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7" name="Freeform 223">
              <a:extLst>
                <a:ext uri="{FF2B5EF4-FFF2-40B4-BE49-F238E27FC236}">
                  <a16:creationId xmlns:a16="http://schemas.microsoft.com/office/drawing/2014/main" id="{67B7D033-392D-767F-D43A-6811341E3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489" y="2505705"/>
              <a:ext cx="354007" cy="266563"/>
            </a:xfrm>
            <a:custGeom>
              <a:avLst/>
              <a:gdLst>
                <a:gd name="T0" fmla="*/ 277 w 322"/>
                <a:gd name="T1" fmla="*/ 186 h 248"/>
                <a:gd name="T2" fmla="*/ 284 w 322"/>
                <a:gd name="T3" fmla="*/ 177 h 248"/>
                <a:gd name="T4" fmla="*/ 300 w 322"/>
                <a:gd name="T5" fmla="*/ 155 h 248"/>
                <a:gd name="T6" fmla="*/ 312 w 322"/>
                <a:gd name="T7" fmla="*/ 141 h 248"/>
                <a:gd name="T8" fmla="*/ 313 w 322"/>
                <a:gd name="T9" fmla="*/ 127 h 248"/>
                <a:gd name="T10" fmla="*/ 315 w 322"/>
                <a:gd name="T11" fmla="*/ 106 h 248"/>
                <a:gd name="T12" fmla="*/ 317 w 322"/>
                <a:gd name="T13" fmla="*/ 86 h 248"/>
                <a:gd name="T14" fmla="*/ 320 w 322"/>
                <a:gd name="T15" fmla="*/ 74 h 248"/>
                <a:gd name="T16" fmla="*/ 319 w 322"/>
                <a:gd name="T17" fmla="*/ 67 h 248"/>
                <a:gd name="T18" fmla="*/ 314 w 322"/>
                <a:gd name="T19" fmla="*/ 57 h 248"/>
                <a:gd name="T20" fmla="*/ 311 w 322"/>
                <a:gd name="T21" fmla="*/ 51 h 248"/>
                <a:gd name="T22" fmla="*/ 306 w 322"/>
                <a:gd name="T23" fmla="*/ 36 h 248"/>
                <a:gd name="T24" fmla="*/ 306 w 322"/>
                <a:gd name="T25" fmla="*/ 29 h 248"/>
                <a:gd name="T26" fmla="*/ 304 w 322"/>
                <a:gd name="T27" fmla="*/ 14 h 248"/>
                <a:gd name="T28" fmla="*/ 284 w 322"/>
                <a:gd name="T29" fmla="*/ 17 h 248"/>
                <a:gd name="T30" fmla="*/ 277 w 322"/>
                <a:gd name="T31" fmla="*/ 10 h 248"/>
                <a:gd name="T32" fmla="*/ 259 w 322"/>
                <a:gd name="T33" fmla="*/ 5 h 248"/>
                <a:gd name="T34" fmla="*/ 241 w 322"/>
                <a:gd name="T35" fmla="*/ 0 h 248"/>
                <a:gd name="T36" fmla="*/ 140 w 322"/>
                <a:gd name="T37" fmla="*/ 66 h 248"/>
                <a:gd name="T38" fmla="*/ 107 w 322"/>
                <a:gd name="T39" fmla="*/ 90 h 248"/>
                <a:gd name="T40" fmla="*/ 83 w 322"/>
                <a:gd name="T41" fmla="*/ 128 h 248"/>
                <a:gd name="T42" fmla="*/ 81 w 322"/>
                <a:gd name="T43" fmla="*/ 157 h 248"/>
                <a:gd name="T44" fmla="*/ 68 w 322"/>
                <a:gd name="T45" fmla="*/ 175 h 248"/>
                <a:gd name="T46" fmla="*/ 58 w 322"/>
                <a:gd name="T47" fmla="*/ 177 h 248"/>
                <a:gd name="T48" fmla="*/ 27 w 322"/>
                <a:gd name="T49" fmla="*/ 177 h 248"/>
                <a:gd name="T50" fmla="*/ 12 w 322"/>
                <a:gd name="T51" fmla="*/ 180 h 248"/>
                <a:gd name="T52" fmla="*/ 3 w 322"/>
                <a:gd name="T53" fmla="*/ 184 h 248"/>
                <a:gd name="T54" fmla="*/ 0 w 322"/>
                <a:gd name="T55" fmla="*/ 191 h 248"/>
                <a:gd name="T56" fmla="*/ 2 w 322"/>
                <a:gd name="T57" fmla="*/ 195 h 248"/>
                <a:gd name="T58" fmla="*/ 6 w 322"/>
                <a:gd name="T59" fmla="*/ 205 h 248"/>
                <a:gd name="T60" fmla="*/ 11 w 322"/>
                <a:gd name="T61" fmla="*/ 210 h 248"/>
                <a:gd name="T62" fmla="*/ 19 w 322"/>
                <a:gd name="T63" fmla="*/ 214 h 248"/>
                <a:gd name="T64" fmla="*/ 17 w 322"/>
                <a:gd name="T65" fmla="*/ 220 h 248"/>
                <a:gd name="T66" fmla="*/ 21 w 322"/>
                <a:gd name="T67" fmla="*/ 226 h 248"/>
                <a:gd name="T68" fmla="*/ 26 w 322"/>
                <a:gd name="T69" fmla="*/ 228 h 248"/>
                <a:gd name="T70" fmla="*/ 35 w 322"/>
                <a:gd name="T71" fmla="*/ 230 h 248"/>
                <a:gd name="T72" fmla="*/ 41 w 322"/>
                <a:gd name="T73" fmla="*/ 232 h 248"/>
                <a:gd name="T74" fmla="*/ 41 w 322"/>
                <a:gd name="T75" fmla="*/ 239 h 248"/>
                <a:gd name="T76" fmla="*/ 40 w 322"/>
                <a:gd name="T77" fmla="*/ 241 h 248"/>
                <a:gd name="T78" fmla="*/ 48 w 322"/>
                <a:gd name="T79" fmla="*/ 237 h 248"/>
                <a:gd name="T80" fmla="*/ 56 w 322"/>
                <a:gd name="T81" fmla="*/ 239 h 248"/>
                <a:gd name="T82" fmla="*/ 67 w 322"/>
                <a:gd name="T83" fmla="*/ 248 h 248"/>
                <a:gd name="T84" fmla="*/ 69 w 322"/>
                <a:gd name="T85" fmla="*/ 241 h 248"/>
                <a:gd name="T86" fmla="*/ 75 w 322"/>
                <a:gd name="T87" fmla="*/ 226 h 248"/>
                <a:gd name="T88" fmla="*/ 78 w 322"/>
                <a:gd name="T89" fmla="*/ 218 h 248"/>
                <a:gd name="T90" fmla="*/ 93 w 322"/>
                <a:gd name="T91" fmla="*/ 207 h 248"/>
                <a:gd name="T92" fmla="*/ 109 w 322"/>
                <a:gd name="T93" fmla="*/ 205 h 248"/>
                <a:gd name="T94" fmla="*/ 131 w 322"/>
                <a:gd name="T95" fmla="*/ 215 h 248"/>
                <a:gd name="T96" fmla="*/ 141 w 322"/>
                <a:gd name="T97" fmla="*/ 221 h 248"/>
                <a:gd name="T98" fmla="*/ 157 w 322"/>
                <a:gd name="T99" fmla="*/ 217 h 248"/>
                <a:gd name="T100" fmla="*/ 169 w 322"/>
                <a:gd name="T101" fmla="*/ 221 h 248"/>
                <a:gd name="T102" fmla="*/ 182 w 322"/>
                <a:gd name="T103" fmla="*/ 226 h 248"/>
                <a:gd name="T104" fmla="*/ 200 w 322"/>
                <a:gd name="T105" fmla="*/ 222 h 248"/>
                <a:gd name="T106" fmla="*/ 222 w 322"/>
                <a:gd name="T107" fmla="*/ 215 h 248"/>
                <a:gd name="T108" fmla="*/ 239 w 322"/>
                <a:gd name="T109" fmla="*/ 218 h 248"/>
                <a:gd name="T110" fmla="*/ 251 w 322"/>
                <a:gd name="T111" fmla="*/ 219 h 248"/>
                <a:gd name="T112" fmla="*/ 267 w 322"/>
                <a:gd name="T113" fmla="*/ 210 h 248"/>
                <a:gd name="T114" fmla="*/ 273 w 322"/>
                <a:gd name="T115" fmla="*/ 206 h 248"/>
                <a:gd name="T116" fmla="*/ 274 w 322"/>
                <a:gd name="T117" fmla="*/ 192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2" h="248">
                  <a:moveTo>
                    <a:pt x="274" y="192"/>
                  </a:moveTo>
                  <a:cubicBezTo>
                    <a:pt x="274" y="190"/>
                    <a:pt x="276" y="188"/>
                    <a:pt x="277" y="186"/>
                  </a:cubicBezTo>
                  <a:cubicBezTo>
                    <a:pt x="278" y="184"/>
                    <a:pt x="280" y="182"/>
                    <a:pt x="281" y="181"/>
                  </a:cubicBezTo>
                  <a:cubicBezTo>
                    <a:pt x="281" y="181"/>
                    <a:pt x="282" y="179"/>
                    <a:pt x="284" y="177"/>
                  </a:cubicBezTo>
                  <a:cubicBezTo>
                    <a:pt x="286" y="173"/>
                    <a:pt x="289" y="168"/>
                    <a:pt x="291" y="165"/>
                  </a:cubicBezTo>
                  <a:cubicBezTo>
                    <a:pt x="294" y="162"/>
                    <a:pt x="297" y="158"/>
                    <a:pt x="300" y="155"/>
                  </a:cubicBezTo>
                  <a:cubicBezTo>
                    <a:pt x="304" y="151"/>
                    <a:pt x="308" y="147"/>
                    <a:pt x="309" y="146"/>
                  </a:cubicBezTo>
                  <a:cubicBezTo>
                    <a:pt x="310" y="145"/>
                    <a:pt x="311" y="143"/>
                    <a:pt x="312" y="141"/>
                  </a:cubicBezTo>
                  <a:cubicBezTo>
                    <a:pt x="313" y="140"/>
                    <a:pt x="313" y="138"/>
                    <a:pt x="313" y="137"/>
                  </a:cubicBezTo>
                  <a:cubicBezTo>
                    <a:pt x="313" y="135"/>
                    <a:pt x="313" y="131"/>
                    <a:pt x="313" y="127"/>
                  </a:cubicBezTo>
                  <a:cubicBezTo>
                    <a:pt x="314" y="121"/>
                    <a:pt x="314" y="115"/>
                    <a:pt x="314" y="113"/>
                  </a:cubicBezTo>
                  <a:cubicBezTo>
                    <a:pt x="314" y="111"/>
                    <a:pt x="315" y="109"/>
                    <a:pt x="315" y="106"/>
                  </a:cubicBezTo>
                  <a:cubicBezTo>
                    <a:pt x="316" y="100"/>
                    <a:pt x="317" y="91"/>
                    <a:pt x="317" y="89"/>
                  </a:cubicBezTo>
                  <a:cubicBezTo>
                    <a:pt x="317" y="88"/>
                    <a:pt x="317" y="87"/>
                    <a:pt x="317" y="86"/>
                  </a:cubicBezTo>
                  <a:cubicBezTo>
                    <a:pt x="317" y="83"/>
                    <a:pt x="317" y="80"/>
                    <a:pt x="318" y="77"/>
                  </a:cubicBezTo>
                  <a:cubicBezTo>
                    <a:pt x="319" y="76"/>
                    <a:pt x="320" y="75"/>
                    <a:pt x="320" y="74"/>
                  </a:cubicBezTo>
                  <a:cubicBezTo>
                    <a:pt x="321" y="73"/>
                    <a:pt x="321" y="72"/>
                    <a:pt x="322" y="70"/>
                  </a:cubicBezTo>
                  <a:cubicBezTo>
                    <a:pt x="322" y="70"/>
                    <a:pt x="320" y="68"/>
                    <a:pt x="319" y="67"/>
                  </a:cubicBezTo>
                  <a:cubicBezTo>
                    <a:pt x="317" y="65"/>
                    <a:pt x="315" y="64"/>
                    <a:pt x="315" y="61"/>
                  </a:cubicBezTo>
                  <a:cubicBezTo>
                    <a:pt x="314" y="59"/>
                    <a:pt x="314" y="58"/>
                    <a:pt x="314" y="57"/>
                  </a:cubicBezTo>
                  <a:cubicBezTo>
                    <a:pt x="314" y="56"/>
                    <a:pt x="314" y="56"/>
                    <a:pt x="314" y="55"/>
                  </a:cubicBezTo>
                  <a:cubicBezTo>
                    <a:pt x="313" y="54"/>
                    <a:pt x="312" y="52"/>
                    <a:pt x="311" y="51"/>
                  </a:cubicBezTo>
                  <a:cubicBezTo>
                    <a:pt x="309" y="49"/>
                    <a:pt x="307" y="47"/>
                    <a:pt x="307" y="45"/>
                  </a:cubicBezTo>
                  <a:cubicBezTo>
                    <a:pt x="306" y="42"/>
                    <a:pt x="306" y="39"/>
                    <a:pt x="306" y="36"/>
                  </a:cubicBezTo>
                  <a:cubicBezTo>
                    <a:pt x="306" y="35"/>
                    <a:pt x="306" y="34"/>
                    <a:pt x="306" y="33"/>
                  </a:cubicBezTo>
                  <a:cubicBezTo>
                    <a:pt x="306" y="32"/>
                    <a:pt x="306" y="30"/>
                    <a:pt x="306" y="29"/>
                  </a:cubicBezTo>
                  <a:cubicBezTo>
                    <a:pt x="306" y="26"/>
                    <a:pt x="306" y="23"/>
                    <a:pt x="306" y="21"/>
                  </a:cubicBezTo>
                  <a:cubicBezTo>
                    <a:pt x="305" y="18"/>
                    <a:pt x="304" y="15"/>
                    <a:pt x="304" y="14"/>
                  </a:cubicBezTo>
                  <a:cubicBezTo>
                    <a:pt x="299" y="16"/>
                    <a:pt x="294" y="19"/>
                    <a:pt x="292" y="19"/>
                  </a:cubicBezTo>
                  <a:cubicBezTo>
                    <a:pt x="288" y="21"/>
                    <a:pt x="288" y="20"/>
                    <a:pt x="284" y="17"/>
                  </a:cubicBezTo>
                  <a:cubicBezTo>
                    <a:pt x="284" y="16"/>
                    <a:pt x="283" y="16"/>
                    <a:pt x="283" y="15"/>
                  </a:cubicBezTo>
                  <a:cubicBezTo>
                    <a:pt x="281" y="13"/>
                    <a:pt x="279" y="12"/>
                    <a:pt x="277" y="10"/>
                  </a:cubicBezTo>
                  <a:cubicBezTo>
                    <a:pt x="274" y="9"/>
                    <a:pt x="272" y="8"/>
                    <a:pt x="270" y="7"/>
                  </a:cubicBezTo>
                  <a:cubicBezTo>
                    <a:pt x="267" y="6"/>
                    <a:pt x="263" y="6"/>
                    <a:pt x="259" y="5"/>
                  </a:cubicBezTo>
                  <a:cubicBezTo>
                    <a:pt x="254" y="4"/>
                    <a:pt x="248" y="3"/>
                    <a:pt x="244" y="1"/>
                  </a:cubicBezTo>
                  <a:cubicBezTo>
                    <a:pt x="243" y="1"/>
                    <a:pt x="242" y="1"/>
                    <a:pt x="241" y="0"/>
                  </a:cubicBezTo>
                  <a:cubicBezTo>
                    <a:pt x="234" y="5"/>
                    <a:pt x="158" y="52"/>
                    <a:pt x="152" y="56"/>
                  </a:cubicBezTo>
                  <a:cubicBezTo>
                    <a:pt x="149" y="58"/>
                    <a:pt x="145" y="62"/>
                    <a:pt x="140" y="66"/>
                  </a:cubicBezTo>
                  <a:cubicBezTo>
                    <a:pt x="131" y="73"/>
                    <a:pt x="123" y="81"/>
                    <a:pt x="120" y="84"/>
                  </a:cubicBezTo>
                  <a:cubicBezTo>
                    <a:pt x="118" y="86"/>
                    <a:pt x="113" y="88"/>
                    <a:pt x="107" y="90"/>
                  </a:cubicBezTo>
                  <a:cubicBezTo>
                    <a:pt x="98" y="93"/>
                    <a:pt x="87" y="95"/>
                    <a:pt x="83" y="96"/>
                  </a:cubicBezTo>
                  <a:cubicBezTo>
                    <a:pt x="83" y="101"/>
                    <a:pt x="83" y="122"/>
                    <a:pt x="83" y="128"/>
                  </a:cubicBezTo>
                  <a:cubicBezTo>
                    <a:pt x="83" y="131"/>
                    <a:pt x="83" y="136"/>
                    <a:pt x="82" y="140"/>
                  </a:cubicBezTo>
                  <a:cubicBezTo>
                    <a:pt x="82" y="147"/>
                    <a:pt x="81" y="154"/>
                    <a:pt x="81" y="157"/>
                  </a:cubicBezTo>
                  <a:cubicBezTo>
                    <a:pt x="80" y="159"/>
                    <a:pt x="78" y="163"/>
                    <a:pt x="76" y="166"/>
                  </a:cubicBezTo>
                  <a:cubicBezTo>
                    <a:pt x="73" y="170"/>
                    <a:pt x="69" y="174"/>
                    <a:pt x="68" y="175"/>
                  </a:cubicBezTo>
                  <a:cubicBezTo>
                    <a:pt x="65" y="177"/>
                    <a:pt x="64" y="177"/>
                    <a:pt x="62" y="177"/>
                  </a:cubicBezTo>
                  <a:cubicBezTo>
                    <a:pt x="61" y="176"/>
                    <a:pt x="59" y="176"/>
                    <a:pt x="58" y="177"/>
                  </a:cubicBezTo>
                  <a:cubicBezTo>
                    <a:pt x="55" y="177"/>
                    <a:pt x="47" y="177"/>
                    <a:pt x="40" y="177"/>
                  </a:cubicBezTo>
                  <a:cubicBezTo>
                    <a:pt x="34" y="177"/>
                    <a:pt x="29" y="177"/>
                    <a:pt x="27" y="177"/>
                  </a:cubicBezTo>
                  <a:cubicBezTo>
                    <a:pt x="25" y="177"/>
                    <a:pt x="22" y="178"/>
                    <a:pt x="19" y="178"/>
                  </a:cubicBezTo>
                  <a:cubicBezTo>
                    <a:pt x="16" y="179"/>
                    <a:pt x="14" y="179"/>
                    <a:pt x="12" y="180"/>
                  </a:cubicBezTo>
                  <a:cubicBezTo>
                    <a:pt x="9" y="181"/>
                    <a:pt x="6" y="183"/>
                    <a:pt x="3" y="184"/>
                  </a:cubicBezTo>
                  <a:cubicBezTo>
                    <a:pt x="3" y="184"/>
                    <a:pt x="3" y="184"/>
                    <a:pt x="3" y="184"/>
                  </a:cubicBezTo>
                  <a:cubicBezTo>
                    <a:pt x="1" y="185"/>
                    <a:pt x="0" y="186"/>
                    <a:pt x="0" y="186"/>
                  </a:cubicBezTo>
                  <a:cubicBezTo>
                    <a:pt x="0" y="187"/>
                    <a:pt x="0" y="189"/>
                    <a:pt x="0" y="191"/>
                  </a:cubicBezTo>
                  <a:cubicBezTo>
                    <a:pt x="1" y="192"/>
                    <a:pt x="1" y="193"/>
                    <a:pt x="2" y="194"/>
                  </a:cubicBezTo>
                  <a:cubicBezTo>
                    <a:pt x="2" y="195"/>
                    <a:pt x="2" y="195"/>
                    <a:pt x="2" y="195"/>
                  </a:cubicBezTo>
                  <a:cubicBezTo>
                    <a:pt x="4" y="197"/>
                    <a:pt x="4" y="198"/>
                    <a:pt x="6" y="202"/>
                  </a:cubicBezTo>
                  <a:cubicBezTo>
                    <a:pt x="6" y="203"/>
                    <a:pt x="6" y="204"/>
                    <a:pt x="6" y="205"/>
                  </a:cubicBezTo>
                  <a:cubicBezTo>
                    <a:pt x="7" y="207"/>
                    <a:pt x="7" y="208"/>
                    <a:pt x="8" y="209"/>
                  </a:cubicBezTo>
                  <a:cubicBezTo>
                    <a:pt x="9" y="209"/>
                    <a:pt x="10" y="210"/>
                    <a:pt x="11" y="210"/>
                  </a:cubicBezTo>
                  <a:cubicBezTo>
                    <a:pt x="12" y="210"/>
                    <a:pt x="14" y="210"/>
                    <a:pt x="15" y="211"/>
                  </a:cubicBezTo>
                  <a:cubicBezTo>
                    <a:pt x="17" y="212"/>
                    <a:pt x="18" y="213"/>
                    <a:pt x="19" y="214"/>
                  </a:cubicBezTo>
                  <a:cubicBezTo>
                    <a:pt x="19" y="216"/>
                    <a:pt x="19" y="217"/>
                    <a:pt x="18" y="219"/>
                  </a:cubicBezTo>
                  <a:cubicBezTo>
                    <a:pt x="17" y="219"/>
                    <a:pt x="17" y="220"/>
                    <a:pt x="17" y="220"/>
                  </a:cubicBezTo>
                  <a:cubicBezTo>
                    <a:pt x="16" y="220"/>
                    <a:pt x="17" y="221"/>
                    <a:pt x="17" y="222"/>
                  </a:cubicBezTo>
                  <a:cubicBezTo>
                    <a:pt x="18" y="224"/>
                    <a:pt x="19" y="225"/>
                    <a:pt x="21" y="226"/>
                  </a:cubicBezTo>
                  <a:cubicBezTo>
                    <a:pt x="22" y="226"/>
                    <a:pt x="23" y="227"/>
                    <a:pt x="24" y="227"/>
                  </a:cubicBezTo>
                  <a:cubicBezTo>
                    <a:pt x="25" y="228"/>
                    <a:pt x="25" y="228"/>
                    <a:pt x="26" y="228"/>
                  </a:cubicBezTo>
                  <a:cubicBezTo>
                    <a:pt x="28" y="230"/>
                    <a:pt x="28" y="230"/>
                    <a:pt x="31" y="230"/>
                  </a:cubicBezTo>
                  <a:cubicBezTo>
                    <a:pt x="33" y="230"/>
                    <a:pt x="34" y="230"/>
                    <a:pt x="35" y="230"/>
                  </a:cubicBezTo>
                  <a:cubicBezTo>
                    <a:pt x="36" y="230"/>
                    <a:pt x="37" y="230"/>
                    <a:pt x="38" y="230"/>
                  </a:cubicBezTo>
                  <a:cubicBezTo>
                    <a:pt x="39" y="230"/>
                    <a:pt x="40" y="231"/>
                    <a:pt x="41" y="232"/>
                  </a:cubicBezTo>
                  <a:cubicBezTo>
                    <a:pt x="42" y="233"/>
                    <a:pt x="42" y="234"/>
                    <a:pt x="42" y="236"/>
                  </a:cubicBezTo>
                  <a:cubicBezTo>
                    <a:pt x="42" y="237"/>
                    <a:pt x="41" y="238"/>
                    <a:pt x="41" y="239"/>
                  </a:cubicBezTo>
                  <a:cubicBezTo>
                    <a:pt x="40" y="239"/>
                    <a:pt x="40" y="240"/>
                    <a:pt x="40" y="241"/>
                  </a:cubicBezTo>
                  <a:cubicBezTo>
                    <a:pt x="40" y="241"/>
                    <a:pt x="40" y="241"/>
                    <a:pt x="40" y="241"/>
                  </a:cubicBezTo>
                  <a:cubicBezTo>
                    <a:pt x="41" y="240"/>
                    <a:pt x="43" y="240"/>
                    <a:pt x="44" y="239"/>
                  </a:cubicBezTo>
                  <a:cubicBezTo>
                    <a:pt x="46" y="238"/>
                    <a:pt x="47" y="238"/>
                    <a:pt x="48" y="237"/>
                  </a:cubicBezTo>
                  <a:cubicBezTo>
                    <a:pt x="52" y="235"/>
                    <a:pt x="53" y="236"/>
                    <a:pt x="55" y="238"/>
                  </a:cubicBezTo>
                  <a:cubicBezTo>
                    <a:pt x="55" y="238"/>
                    <a:pt x="56" y="239"/>
                    <a:pt x="56" y="239"/>
                  </a:cubicBezTo>
                  <a:cubicBezTo>
                    <a:pt x="56" y="239"/>
                    <a:pt x="56" y="239"/>
                    <a:pt x="56" y="239"/>
                  </a:cubicBezTo>
                  <a:cubicBezTo>
                    <a:pt x="58" y="241"/>
                    <a:pt x="64" y="246"/>
                    <a:pt x="67" y="248"/>
                  </a:cubicBezTo>
                  <a:cubicBezTo>
                    <a:pt x="67" y="248"/>
                    <a:pt x="68" y="247"/>
                    <a:pt x="68" y="247"/>
                  </a:cubicBezTo>
                  <a:cubicBezTo>
                    <a:pt x="68" y="244"/>
                    <a:pt x="68" y="242"/>
                    <a:pt x="69" y="241"/>
                  </a:cubicBezTo>
                  <a:cubicBezTo>
                    <a:pt x="69" y="237"/>
                    <a:pt x="70" y="234"/>
                    <a:pt x="72" y="230"/>
                  </a:cubicBezTo>
                  <a:cubicBezTo>
                    <a:pt x="73" y="228"/>
                    <a:pt x="74" y="227"/>
                    <a:pt x="75" y="226"/>
                  </a:cubicBezTo>
                  <a:cubicBezTo>
                    <a:pt x="76" y="224"/>
                    <a:pt x="77" y="223"/>
                    <a:pt x="78" y="221"/>
                  </a:cubicBezTo>
                  <a:cubicBezTo>
                    <a:pt x="78" y="219"/>
                    <a:pt x="78" y="218"/>
                    <a:pt x="78" y="218"/>
                  </a:cubicBezTo>
                  <a:cubicBezTo>
                    <a:pt x="78" y="215"/>
                    <a:pt x="78" y="214"/>
                    <a:pt x="83" y="211"/>
                  </a:cubicBezTo>
                  <a:cubicBezTo>
                    <a:pt x="87" y="209"/>
                    <a:pt x="90" y="207"/>
                    <a:pt x="93" y="207"/>
                  </a:cubicBezTo>
                  <a:cubicBezTo>
                    <a:pt x="97" y="206"/>
                    <a:pt x="100" y="205"/>
                    <a:pt x="105" y="205"/>
                  </a:cubicBezTo>
                  <a:cubicBezTo>
                    <a:pt x="106" y="205"/>
                    <a:pt x="108" y="205"/>
                    <a:pt x="109" y="205"/>
                  </a:cubicBezTo>
                  <a:cubicBezTo>
                    <a:pt x="114" y="205"/>
                    <a:pt x="118" y="205"/>
                    <a:pt x="122" y="208"/>
                  </a:cubicBezTo>
                  <a:cubicBezTo>
                    <a:pt x="125" y="210"/>
                    <a:pt x="128" y="213"/>
                    <a:pt x="131" y="215"/>
                  </a:cubicBezTo>
                  <a:cubicBezTo>
                    <a:pt x="133" y="217"/>
                    <a:pt x="135" y="219"/>
                    <a:pt x="136" y="220"/>
                  </a:cubicBezTo>
                  <a:cubicBezTo>
                    <a:pt x="138" y="221"/>
                    <a:pt x="139" y="222"/>
                    <a:pt x="141" y="221"/>
                  </a:cubicBezTo>
                  <a:cubicBezTo>
                    <a:pt x="144" y="221"/>
                    <a:pt x="146" y="220"/>
                    <a:pt x="148" y="219"/>
                  </a:cubicBezTo>
                  <a:cubicBezTo>
                    <a:pt x="150" y="218"/>
                    <a:pt x="153" y="217"/>
                    <a:pt x="157" y="217"/>
                  </a:cubicBezTo>
                  <a:cubicBezTo>
                    <a:pt x="160" y="218"/>
                    <a:pt x="164" y="218"/>
                    <a:pt x="166" y="220"/>
                  </a:cubicBezTo>
                  <a:cubicBezTo>
                    <a:pt x="167" y="220"/>
                    <a:pt x="168" y="221"/>
                    <a:pt x="169" y="221"/>
                  </a:cubicBezTo>
                  <a:cubicBezTo>
                    <a:pt x="172" y="223"/>
                    <a:pt x="175" y="224"/>
                    <a:pt x="179" y="225"/>
                  </a:cubicBezTo>
                  <a:cubicBezTo>
                    <a:pt x="180" y="225"/>
                    <a:pt x="181" y="225"/>
                    <a:pt x="182" y="226"/>
                  </a:cubicBezTo>
                  <a:cubicBezTo>
                    <a:pt x="186" y="226"/>
                    <a:pt x="189" y="227"/>
                    <a:pt x="192" y="226"/>
                  </a:cubicBezTo>
                  <a:cubicBezTo>
                    <a:pt x="195" y="225"/>
                    <a:pt x="197" y="223"/>
                    <a:pt x="200" y="222"/>
                  </a:cubicBezTo>
                  <a:cubicBezTo>
                    <a:pt x="203" y="219"/>
                    <a:pt x="207" y="217"/>
                    <a:pt x="210" y="217"/>
                  </a:cubicBezTo>
                  <a:cubicBezTo>
                    <a:pt x="213" y="216"/>
                    <a:pt x="218" y="215"/>
                    <a:pt x="222" y="215"/>
                  </a:cubicBezTo>
                  <a:cubicBezTo>
                    <a:pt x="226" y="214"/>
                    <a:pt x="230" y="215"/>
                    <a:pt x="232" y="215"/>
                  </a:cubicBezTo>
                  <a:cubicBezTo>
                    <a:pt x="235" y="216"/>
                    <a:pt x="237" y="217"/>
                    <a:pt x="239" y="218"/>
                  </a:cubicBezTo>
                  <a:cubicBezTo>
                    <a:pt x="242" y="220"/>
                    <a:pt x="244" y="221"/>
                    <a:pt x="247" y="221"/>
                  </a:cubicBezTo>
                  <a:cubicBezTo>
                    <a:pt x="250" y="221"/>
                    <a:pt x="250" y="221"/>
                    <a:pt x="251" y="219"/>
                  </a:cubicBezTo>
                  <a:cubicBezTo>
                    <a:pt x="252" y="218"/>
                    <a:pt x="254" y="217"/>
                    <a:pt x="257" y="215"/>
                  </a:cubicBezTo>
                  <a:cubicBezTo>
                    <a:pt x="261" y="213"/>
                    <a:pt x="264" y="211"/>
                    <a:pt x="267" y="210"/>
                  </a:cubicBezTo>
                  <a:cubicBezTo>
                    <a:pt x="269" y="210"/>
                    <a:pt x="271" y="209"/>
                    <a:pt x="274" y="209"/>
                  </a:cubicBezTo>
                  <a:cubicBezTo>
                    <a:pt x="274" y="208"/>
                    <a:pt x="273" y="207"/>
                    <a:pt x="273" y="206"/>
                  </a:cubicBezTo>
                  <a:cubicBezTo>
                    <a:pt x="271" y="197"/>
                    <a:pt x="272" y="195"/>
                    <a:pt x="273" y="193"/>
                  </a:cubicBezTo>
                  <a:cubicBezTo>
                    <a:pt x="273" y="192"/>
                    <a:pt x="273" y="192"/>
                    <a:pt x="274" y="19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8" name="Freeform 224">
              <a:extLst>
                <a:ext uri="{FF2B5EF4-FFF2-40B4-BE49-F238E27FC236}">
                  <a16:creationId xmlns:a16="http://schemas.microsoft.com/office/drawing/2014/main" id="{DEF8A0A0-2A81-9171-08A9-503CABA44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2178" y="2172853"/>
              <a:ext cx="153732" cy="121293"/>
            </a:xfrm>
            <a:custGeom>
              <a:avLst/>
              <a:gdLst>
                <a:gd name="T0" fmla="*/ 9 w 140"/>
                <a:gd name="T1" fmla="*/ 33 h 112"/>
                <a:gd name="T2" fmla="*/ 4 w 140"/>
                <a:gd name="T3" fmla="*/ 33 h 112"/>
                <a:gd name="T4" fmla="*/ 6 w 140"/>
                <a:gd name="T5" fmla="*/ 44 h 112"/>
                <a:gd name="T6" fmla="*/ 6 w 140"/>
                <a:gd name="T7" fmla="*/ 58 h 112"/>
                <a:gd name="T8" fmla="*/ 12 w 140"/>
                <a:gd name="T9" fmla="*/ 59 h 112"/>
                <a:gd name="T10" fmla="*/ 19 w 140"/>
                <a:gd name="T11" fmla="*/ 71 h 112"/>
                <a:gd name="T12" fmla="*/ 12 w 140"/>
                <a:gd name="T13" fmla="*/ 78 h 112"/>
                <a:gd name="T14" fmla="*/ 11 w 140"/>
                <a:gd name="T15" fmla="*/ 81 h 112"/>
                <a:gd name="T16" fmla="*/ 6 w 140"/>
                <a:gd name="T17" fmla="*/ 89 h 112"/>
                <a:gd name="T18" fmla="*/ 0 w 140"/>
                <a:gd name="T19" fmla="*/ 95 h 112"/>
                <a:gd name="T20" fmla="*/ 9 w 140"/>
                <a:gd name="T21" fmla="*/ 108 h 112"/>
                <a:gd name="T22" fmla="*/ 24 w 140"/>
                <a:gd name="T23" fmla="*/ 112 h 112"/>
                <a:gd name="T24" fmla="*/ 37 w 140"/>
                <a:gd name="T25" fmla="*/ 105 h 112"/>
                <a:gd name="T26" fmla="*/ 56 w 140"/>
                <a:gd name="T27" fmla="*/ 93 h 112"/>
                <a:gd name="T28" fmla="*/ 65 w 140"/>
                <a:gd name="T29" fmla="*/ 90 h 112"/>
                <a:gd name="T30" fmla="*/ 84 w 140"/>
                <a:gd name="T31" fmla="*/ 77 h 112"/>
                <a:gd name="T32" fmla="*/ 99 w 140"/>
                <a:gd name="T33" fmla="*/ 69 h 112"/>
                <a:gd name="T34" fmla="*/ 104 w 140"/>
                <a:gd name="T35" fmla="*/ 66 h 112"/>
                <a:gd name="T36" fmla="*/ 104 w 140"/>
                <a:gd name="T37" fmla="*/ 66 h 112"/>
                <a:gd name="T38" fmla="*/ 112 w 140"/>
                <a:gd name="T39" fmla="*/ 61 h 112"/>
                <a:gd name="T40" fmla="*/ 114 w 140"/>
                <a:gd name="T41" fmla="*/ 52 h 112"/>
                <a:gd name="T42" fmla="*/ 114 w 140"/>
                <a:gd name="T43" fmla="*/ 47 h 112"/>
                <a:gd name="T44" fmla="*/ 116 w 140"/>
                <a:gd name="T45" fmla="*/ 40 h 112"/>
                <a:gd name="T46" fmla="*/ 115 w 140"/>
                <a:gd name="T47" fmla="*/ 24 h 112"/>
                <a:gd name="T48" fmla="*/ 119 w 140"/>
                <a:gd name="T49" fmla="*/ 16 h 112"/>
                <a:gd name="T50" fmla="*/ 127 w 140"/>
                <a:gd name="T51" fmla="*/ 13 h 112"/>
                <a:gd name="T52" fmla="*/ 140 w 140"/>
                <a:gd name="T53" fmla="*/ 1 h 112"/>
                <a:gd name="T54" fmla="*/ 129 w 140"/>
                <a:gd name="T55" fmla="*/ 1 h 112"/>
                <a:gd name="T56" fmla="*/ 117 w 140"/>
                <a:gd name="T57" fmla="*/ 3 h 112"/>
                <a:gd name="T58" fmla="*/ 95 w 140"/>
                <a:gd name="T59" fmla="*/ 7 h 112"/>
                <a:gd name="T60" fmla="*/ 62 w 140"/>
                <a:gd name="T61" fmla="*/ 10 h 112"/>
                <a:gd name="T62" fmla="*/ 54 w 140"/>
                <a:gd name="T63" fmla="*/ 8 h 112"/>
                <a:gd name="T64" fmla="*/ 44 w 140"/>
                <a:gd name="T65" fmla="*/ 11 h 112"/>
                <a:gd name="T66" fmla="*/ 25 w 140"/>
                <a:gd name="T67" fmla="*/ 13 h 112"/>
                <a:gd name="T68" fmla="*/ 20 w 140"/>
                <a:gd name="T69" fmla="*/ 18 h 112"/>
                <a:gd name="T70" fmla="*/ 16 w 140"/>
                <a:gd name="T71" fmla="*/ 2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0" h="112">
                  <a:moveTo>
                    <a:pt x="16" y="28"/>
                  </a:moveTo>
                  <a:cubicBezTo>
                    <a:pt x="14" y="30"/>
                    <a:pt x="11" y="33"/>
                    <a:pt x="9" y="33"/>
                  </a:cubicBezTo>
                  <a:cubicBezTo>
                    <a:pt x="8" y="34"/>
                    <a:pt x="6" y="33"/>
                    <a:pt x="5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" y="34"/>
                    <a:pt x="2" y="35"/>
                    <a:pt x="3" y="38"/>
                  </a:cubicBezTo>
                  <a:cubicBezTo>
                    <a:pt x="3" y="41"/>
                    <a:pt x="5" y="42"/>
                    <a:pt x="6" y="44"/>
                  </a:cubicBezTo>
                  <a:cubicBezTo>
                    <a:pt x="7" y="46"/>
                    <a:pt x="6" y="49"/>
                    <a:pt x="6" y="52"/>
                  </a:cubicBezTo>
                  <a:cubicBezTo>
                    <a:pt x="6" y="54"/>
                    <a:pt x="6" y="56"/>
                    <a:pt x="6" y="58"/>
                  </a:cubicBezTo>
                  <a:cubicBezTo>
                    <a:pt x="7" y="58"/>
                    <a:pt x="9" y="58"/>
                    <a:pt x="11" y="59"/>
                  </a:cubicBezTo>
                  <a:cubicBezTo>
                    <a:pt x="11" y="59"/>
                    <a:pt x="12" y="59"/>
                    <a:pt x="12" y="59"/>
                  </a:cubicBezTo>
                  <a:cubicBezTo>
                    <a:pt x="15" y="60"/>
                    <a:pt x="16" y="60"/>
                    <a:pt x="18" y="65"/>
                  </a:cubicBezTo>
                  <a:cubicBezTo>
                    <a:pt x="19" y="68"/>
                    <a:pt x="19" y="70"/>
                    <a:pt x="19" y="71"/>
                  </a:cubicBezTo>
                  <a:cubicBezTo>
                    <a:pt x="19" y="73"/>
                    <a:pt x="18" y="74"/>
                    <a:pt x="16" y="76"/>
                  </a:cubicBezTo>
                  <a:cubicBezTo>
                    <a:pt x="14" y="76"/>
                    <a:pt x="13" y="77"/>
                    <a:pt x="12" y="78"/>
                  </a:cubicBezTo>
                  <a:cubicBezTo>
                    <a:pt x="11" y="79"/>
                    <a:pt x="11" y="79"/>
                    <a:pt x="11" y="80"/>
                  </a:cubicBezTo>
                  <a:cubicBezTo>
                    <a:pt x="10" y="80"/>
                    <a:pt x="11" y="81"/>
                    <a:pt x="11" y="81"/>
                  </a:cubicBezTo>
                  <a:cubicBezTo>
                    <a:pt x="11" y="83"/>
                    <a:pt x="12" y="84"/>
                    <a:pt x="9" y="87"/>
                  </a:cubicBezTo>
                  <a:cubicBezTo>
                    <a:pt x="7" y="88"/>
                    <a:pt x="7" y="88"/>
                    <a:pt x="6" y="89"/>
                  </a:cubicBezTo>
                  <a:cubicBezTo>
                    <a:pt x="4" y="91"/>
                    <a:pt x="3" y="92"/>
                    <a:pt x="2" y="93"/>
                  </a:cubicBezTo>
                  <a:cubicBezTo>
                    <a:pt x="1" y="94"/>
                    <a:pt x="1" y="94"/>
                    <a:pt x="0" y="95"/>
                  </a:cubicBezTo>
                  <a:cubicBezTo>
                    <a:pt x="0" y="96"/>
                    <a:pt x="0" y="99"/>
                    <a:pt x="0" y="102"/>
                  </a:cubicBezTo>
                  <a:cubicBezTo>
                    <a:pt x="1" y="102"/>
                    <a:pt x="5" y="105"/>
                    <a:pt x="9" y="108"/>
                  </a:cubicBezTo>
                  <a:cubicBezTo>
                    <a:pt x="11" y="109"/>
                    <a:pt x="13" y="110"/>
                    <a:pt x="15" y="110"/>
                  </a:cubicBezTo>
                  <a:cubicBezTo>
                    <a:pt x="19" y="111"/>
                    <a:pt x="22" y="112"/>
                    <a:pt x="24" y="112"/>
                  </a:cubicBezTo>
                  <a:cubicBezTo>
                    <a:pt x="26" y="112"/>
                    <a:pt x="28" y="110"/>
                    <a:pt x="33" y="108"/>
                  </a:cubicBezTo>
                  <a:cubicBezTo>
                    <a:pt x="34" y="107"/>
                    <a:pt x="35" y="106"/>
                    <a:pt x="37" y="105"/>
                  </a:cubicBezTo>
                  <a:cubicBezTo>
                    <a:pt x="40" y="104"/>
                    <a:pt x="43" y="101"/>
                    <a:pt x="46" y="99"/>
                  </a:cubicBezTo>
                  <a:cubicBezTo>
                    <a:pt x="50" y="97"/>
                    <a:pt x="53" y="95"/>
                    <a:pt x="56" y="93"/>
                  </a:cubicBezTo>
                  <a:cubicBezTo>
                    <a:pt x="60" y="91"/>
                    <a:pt x="62" y="91"/>
                    <a:pt x="64" y="90"/>
                  </a:cubicBezTo>
                  <a:cubicBezTo>
                    <a:pt x="64" y="90"/>
                    <a:pt x="65" y="90"/>
                    <a:pt x="65" y="90"/>
                  </a:cubicBezTo>
                  <a:cubicBezTo>
                    <a:pt x="65" y="89"/>
                    <a:pt x="66" y="88"/>
                    <a:pt x="70" y="85"/>
                  </a:cubicBezTo>
                  <a:cubicBezTo>
                    <a:pt x="73" y="84"/>
                    <a:pt x="79" y="80"/>
                    <a:pt x="84" y="77"/>
                  </a:cubicBezTo>
                  <a:cubicBezTo>
                    <a:pt x="89" y="75"/>
                    <a:pt x="94" y="72"/>
                    <a:pt x="96" y="71"/>
                  </a:cubicBezTo>
                  <a:cubicBezTo>
                    <a:pt x="97" y="70"/>
                    <a:pt x="98" y="70"/>
                    <a:pt x="99" y="69"/>
                  </a:cubicBezTo>
                  <a:cubicBezTo>
                    <a:pt x="100" y="68"/>
                    <a:pt x="102" y="67"/>
                    <a:pt x="104" y="6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07" y="65"/>
                    <a:pt x="109" y="65"/>
                    <a:pt x="110" y="63"/>
                  </a:cubicBezTo>
                  <a:cubicBezTo>
                    <a:pt x="111" y="62"/>
                    <a:pt x="112" y="62"/>
                    <a:pt x="112" y="61"/>
                  </a:cubicBezTo>
                  <a:cubicBezTo>
                    <a:pt x="112" y="60"/>
                    <a:pt x="113" y="59"/>
                    <a:pt x="113" y="57"/>
                  </a:cubicBezTo>
                  <a:cubicBezTo>
                    <a:pt x="114" y="55"/>
                    <a:pt x="114" y="53"/>
                    <a:pt x="114" y="52"/>
                  </a:cubicBezTo>
                  <a:cubicBezTo>
                    <a:pt x="114" y="50"/>
                    <a:pt x="114" y="48"/>
                    <a:pt x="114" y="47"/>
                  </a:cubicBezTo>
                  <a:cubicBezTo>
                    <a:pt x="114" y="47"/>
                    <a:pt x="114" y="47"/>
                    <a:pt x="114" y="47"/>
                  </a:cubicBezTo>
                  <a:cubicBezTo>
                    <a:pt x="114" y="45"/>
                    <a:pt x="115" y="44"/>
                    <a:pt x="115" y="43"/>
                  </a:cubicBezTo>
                  <a:cubicBezTo>
                    <a:pt x="115" y="42"/>
                    <a:pt x="116" y="42"/>
                    <a:pt x="116" y="40"/>
                  </a:cubicBezTo>
                  <a:cubicBezTo>
                    <a:pt x="116" y="38"/>
                    <a:pt x="116" y="35"/>
                    <a:pt x="116" y="31"/>
                  </a:cubicBezTo>
                  <a:cubicBezTo>
                    <a:pt x="115" y="28"/>
                    <a:pt x="115" y="25"/>
                    <a:pt x="115" y="24"/>
                  </a:cubicBezTo>
                  <a:cubicBezTo>
                    <a:pt x="115" y="23"/>
                    <a:pt x="115" y="23"/>
                    <a:pt x="115" y="23"/>
                  </a:cubicBezTo>
                  <a:cubicBezTo>
                    <a:pt x="115" y="20"/>
                    <a:pt x="116" y="18"/>
                    <a:pt x="119" y="16"/>
                  </a:cubicBezTo>
                  <a:cubicBezTo>
                    <a:pt x="120" y="14"/>
                    <a:pt x="122" y="14"/>
                    <a:pt x="124" y="14"/>
                  </a:cubicBezTo>
                  <a:cubicBezTo>
                    <a:pt x="125" y="14"/>
                    <a:pt x="126" y="14"/>
                    <a:pt x="127" y="13"/>
                  </a:cubicBezTo>
                  <a:cubicBezTo>
                    <a:pt x="128" y="13"/>
                    <a:pt x="133" y="8"/>
                    <a:pt x="137" y="4"/>
                  </a:cubicBezTo>
                  <a:cubicBezTo>
                    <a:pt x="138" y="3"/>
                    <a:pt x="139" y="2"/>
                    <a:pt x="140" y="1"/>
                  </a:cubicBezTo>
                  <a:cubicBezTo>
                    <a:pt x="138" y="1"/>
                    <a:pt x="135" y="0"/>
                    <a:pt x="134" y="0"/>
                  </a:cubicBezTo>
                  <a:cubicBezTo>
                    <a:pt x="132" y="0"/>
                    <a:pt x="131" y="0"/>
                    <a:pt x="129" y="1"/>
                  </a:cubicBezTo>
                  <a:cubicBezTo>
                    <a:pt x="128" y="2"/>
                    <a:pt x="126" y="2"/>
                    <a:pt x="125" y="2"/>
                  </a:cubicBezTo>
                  <a:cubicBezTo>
                    <a:pt x="123" y="3"/>
                    <a:pt x="120" y="3"/>
                    <a:pt x="117" y="3"/>
                  </a:cubicBezTo>
                  <a:cubicBezTo>
                    <a:pt x="112" y="3"/>
                    <a:pt x="107" y="3"/>
                    <a:pt x="104" y="4"/>
                  </a:cubicBezTo>
                  <a:cubicBezTo>
                    <a:pt x="102" y="5"/>
                    <a:pt x="98" y="6"/>
                    <a:pt x="95" y="7"/>
                  </a:cubicBezTo>
                  <a:cubicBezTo>
                    <a:pt x="90" y="9"/>
                    <a:pt x="84" y="12"/>
                    <a:pt x="80" y="13"/>
                  </a:cubicBezTo>
                  <a:cubicBezTo>
                    <a:pt x="72" y="14"/>
                    <a:pt x="68" y="12"/>
                    <a:pt x="62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59" y="9"/>
                    <a:pt x="56" y="9"/>
                    <a:pt x="54" y="8"/>
                  </a:cubicBezTo>
                  <a:cubicBezTo>
                    <a:pt x="51" y="8"/>
                    <a:pt x="49" y="9"/>
                    <a:pt x="48" y="9"/>
                  </a:cubicBezTo>
                  <a:cubicBezTo>
                    <a:pt x="47" y="9"/>
                    <a:pt x="46" y="10"/>
                    <a:pt x="44" y="11"/>
                  </a:cubicBezTo>
                  <a:cubicBezTo>
                    <a:pt x="40" y="13"/>
                    <a:pt x="34" y="16"/>
                    <a:pt x="30" y="15"/>
                  </a:cubicBezTo>
                  <a:cubicBezTo>
                    <a:pt x="28" y="15"/>
                    <a:pt x="27" y="14"/>
                    <a:pt x="25" y="13"/>
                  </a:cubicBezTo>
                  <a:cubicBezTo>
                    <a:pt x="23" y="12"/>
                    <a:pt x="22" y="11"/>
                    <a:pt x="21" y="12"/>
                  </a:cubicBezTo>
                  <a:cubicBezTo>
                    <a:pt x="20" y="13"/>
                    <a:pt x="20" y="16"/>
                    <a:pt x="20" y="18"/>
                  </a:cubicBezTo>
                  <a:cubicBezTo>
                    <a:pt x="20" y="19"/>
                    <a:pt x="20" y="21"/>
                    <a:pt x="20" y="22"/>
                  </a:cubicBezTo>
                  <a:cubicBezTo>
                    <a:pt x="20" y="24"/>
                    <a:pt x="18" y="26"/>
                    <a:pt x="16" y="2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89" name="Freeform 225">
              <a:extLst>
                <a:ext uri="{FF2B5EF4-FFF2-40B4-BE49-F238E27FC236}">
                  <a16:creationId xmlns:a16="http://schemas.microsoft.com/office/drawing/2014/main" id="{D0A91772-F515-73EA-5027-B2D194254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044" y="1878082"/>
              <a:ext cx="210148" cy="124114"/>
            </a:xfrm>
            <a:custGeom>
              <a:avLst/>
              <a:gdLst>
                <a:gd name="T0" fmla="*/ 115 w 192"/>
                <a:gd name="T1" fmla="*/ 8 h 116"/>
                <a:gd name="T2" fmla="*/ 100 w 192"/>
                <a:gd name="T3" fmla="*/ 9 h 116"/>
                <a:gd name="T4" fmla="*/ 93 w 192"/>
                <a:gd name="T5" fmla="*/ 14 h 116"/>
                <a:gd name="T6" fmla="*/ 88 w 192"/>
                <a:gd name="T7" fmla="*/ 11 h 116"/>
                <a:gd name="T8" fmla="*/ 73 w 192"/>
                <a:gd name="T9" fmla="*/ 7 h 116"/>
                <a:gd name="T10" fmla="*/ 60 w 192"/>
                <a:gd name="T11" fmla="*/ 6 h 116"/>
                <a:gd name="T12" fmla="*/ 51 w 192"/>
                <a:gd name="T13" fmla="*/ 7 h 116"/>
                <a:gd name="T14" fmla="*/ 47 w 192"/>
                <a:gd name="T15" fmla="*/ 11 h 116"/>
                <a:gd name="T16" fmla="*/ 32 w 192"/>
                <a:gd name="T17" fmla="*/ 24 h 116"/>
                <a:gd name="T18" fmla="*/ 25 w 192"/>
                <a:gd name="T19" fmla="*/ 35 h 116"/>
                <a:gd name="T20" fmla="*/ 18 w 192"/>
                <a:gd name="T21" fmla="*/ 48 h 116"/>
                <a:gd name="T22" fmla="*/ 12 w 192"/>
                <a:gd name="T23" fmla="*/ 51 h 116"/>
                <a:gd name="T24" fmla="*/ 9 w 192"/>
                <a:gd name="T25" fmla="*/ 53 h 116"/>
                <a:gd name="T26" fmla="*/ 8 w 192"/>
                <a:gd name="T27" fmla="*/ 54 h 116"/>
                <a:gd name="T28" fmla="*/ 2 w 192"/>
                <a:gd name="T29" fmla="*/ 55 h 116"/>
                <a:gd name="T30" fmla="*/ 0 w 192"/>
                <a:gd name="T31" fmla="*/ 56 h 116"/>
                <a:gd name="T32" fmla="*/ 1 w 192"/>
                <a:gd name="T33" fmla="*/ 58 h 116"/>
                <a:gd name="T34" fmla="*/ 6 w 192"/>
                <a:gd name="T35" fmla="*/ 64 h 116"/>
                <a:gd name="T36" fmla="*/ 10 w 192"/>
                <a:gd name="T37" fmla="*/ 70 h 116"/>
                <a:gd name="T38" fmla="*/ 16 w 192"/>
                <a:gd name="T39" fmla="*/ 74 h 116"/>
                <a:gd name="T40" fmla="*/ 22 w 192"/>
                <a:gd name="T41" fmla="*/ 77 h 116"/>
                <a:gd name="T42" fmla="*/ 22 w 192"/>
                <a:gd name="T43" fmla="*/ 77 h 116"/>
                <a:gd name="T44" fmla="*/ 23 w 192"/>
                <a:gd name="T45" fmla="*/ 85 h 116"/>
                <a:gd name="T46" fmla="*/ 23 w 192"/>
                <a:gd name="T47" fmla="*/ 87 h 116"/>
                <a:gd name="T48" fmla="*/ 33 w 192"/>
                <a:gd name="T49" fmla="*/ 92 h 116"/>
                <a:gd name="T50" fmla="*/ 36 w 192"/>
                <a:gd name="T51" fmla="*/ 94 h 116"/>
                <a:gd name="T52" fmla="*/ 39 w 192"/>
                <a:gd name="T53" fmla="*/ 91 h 116"/>
                <a:gd name="T54" fmla="*/ 47 w 192"/>
                <a:gd name="T55" fmla="*/ 93 h 116"/>
                <a:gd name="T56" fmla="*/ 46 w 192"/>
                <a:gd name="T57" fmla="*/ 97 h 116"/>
                <a:gd name="T58" fmla="*/ 46 w 192"/>
                <a:gd name="T59" fmla="*/ 98 h 116"/>
                <a:gd name="T60" fmla="*/ 46 w 192"/>
                <a:gd name="T61" fmla="*/ 101 h 116"/>
                <a:gd name="T62" fmla="*/ 48 w 192"/>
                <a:gd name="T63" fmla="*/ 103 h 116"/>
                <a:gd name="T64" fmla="*/ 55 w 192"/>
                <a:gd name="T65" fmla="*/ 110 h 116"/>
                <a:gd name="T66" fmla="*/ 59 w 192"/>
                <a:gd name="T67" fmla="*/ 112 h 116"/>
                <a:gd name="T68" fmla="*/ 72 w 192"/>
                <a:gd name="T69" fmla="*/ 114 h 116"/>
                <a:gd name="T70" fmla="*/ 83 w 192"/>
                <a:gd name="T71" fmla="*/ 115 h 116"/>
                <a:gd name="T72" fmla="*/ 88 w 192"/>
                <a:gd name="T73" fmla="*/ 114 h 116"/>
                <a:gd name="T74" fmla="*/ 105 w 192"/>
                <a:gd name="T75" fmla="*/ 116 h 116"/>
                <a:gd name="T76" fmla="*/ 117 w 192"/>
                <a:gd name="T77" fmla="*/ 111 h 116"/>
                <a:gd name="T78" fmla="*/ 130 w 192"/>
                <a:gd name="T79" fmla="*/ 107 h 116"/>
                <a:gd name="T80" fmla="*/ 142 w 192"/>
                <a:gd name="T81" fmla="*/ 105 h 116"/>
                <a:gd name="T82" fmla="*/ 156 w 192"/>
                <a:gd name="T83" fmla="*/ 109 h 116"/>
                <a:gd name="T84" fmla="*/ 169 w 192"/>
                <a:gd name="T85" fmla="*/ 113 h 116"/>
                <a:gd name="T86" fmla="*/ 169 w 192"/>
                <a:gd name="T87" fmla="*/ 101 h 116"/>
                <a:gd name="T88" fmla="*/ 175 w 192"/>
                <a:gd name="T89" fmla="*/ 90 h 116"/>
                <a:gd name="T90" fmla="*/ 180 w 192"/>
                <a:gd name="T91" fmla="*/ 83 h 116"/>
                <a:gd name="T92" fmla="*/ 189 w 192"/>
                <a:gd name="T93" fmla="*/ 85 h 116"/>
                <a:gd name="T94" fmla="*/ 192 w 192"/>
                <a:gd name="T95" fmla="*/ 79 h 116"/>
                <a:gd name="T96" fmla="*/ 179 w 192"/>
                <a:gd name="T97" fmla="*/ 75 h 116"/>
                <a:gd name="T98" fmla="*/ 164 w 192"/>
                <a:gd name="T99" fmla="*/ 75 h 116"/>
                <a:gd name="T100" fmla="*/ 156 w 192"/>
                <a:gd name="T101" fmla="*/ 60 h 116"/>
                <a:gd name="T102" fmla="*/ 158 w 192"/>
                <a:gd name="T103" fmla="*/ 50 h 116"/>
                <a:gd name="T104" fmla="*/ 159 w 192"/>
                <a:gd name="T105" fmla="*/ 43 h 116"/>
                <a:gd name="T106" fmla="*/ 149 w 192"/>
                <a:gd name="T107" fmla="*/ 26 h 116"/>
                <a:gd name="T108" fmla="*/ 141 w 192"/>
                <a:gd name="T109" fmla="*/ 14 h 116"/>
                <a:gd name="T110" fmla="*/ 131 w 192"/>
                <a:gd name="T111" fmla="*/ 0 h 116"/>
                <a:gd name="T112" fmla="*/ 126 w 192"/>
                <a:gd name="T113" fmla="*/ 4 h 116"/>
                <a:gd name="T114" fmla="*/ 125 w 192"/>
                <a:gd name="T115" fmla="*/ 4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2" h="116">
                  <a:moveTo>
                    <a:pt x="125" y="4"/>
                  </a:moveTo>
                  <a:cubicBezTo>
                    <a:pt x="123" y="5"/>
                    <a:pt x="118" y="8"/>
                    <a:pt x="115" y="8"/>
                  </a:cubicBezTo>
                  <a:cubicBezTo>
                    <a:pt x="113" y="9"/>
                    <a:pt x="110" y="9"/>
                    <a:pt x="107" y="9"/>
                  </a:cubicBezTo>
                  <a:cubicBezTo>
                    <a:pt x="105" y="9"/>
                    <a:pt x="102" y="9"/>
                    <a:pt x="100" y="9"/>
                  </a:cubicBezTo>
                  <a:cubicBezTo>
                    <a:pt x="99" y="9"/>
                    <a:pt x="98" y="10"/>
                    <a:pt x="97" y="11"/>
                  </a:cubicBezTo>
                  <a:cubicBezTo>
                    <a:pt x="96" y="13"/>
                    <a:pt x="95" y="14"/>
                    <a:pt x="93" y="14"/>
                  </a:cubicBezTo>
                  <a:cubicBezTo>
                    <a:pt x="93" y="14"/>
                    <a:pt x="93" y="14"/>
                    <a:pt x="93" y="14"/>
                  </a:cubicBezTo>
                  <a:cubicBezTo>
                    <a:pt x="91" y="14"/>
                    <a:pt x="90" y="12"/>
                    <a:pt x="88" y="11"/>
                  </a:cubicBezTo>
                  <a:cubicBezTo>
                    <a:pt x="87" y="10"/>
                    <a:pt x="85" y="8"/>
                    <a:pt x="83" y="8"/>
                  </a:cubicBezTo>
                  <a:cubicBezTo>
                    <a:pt x="80" y="7"/>
                    <a:pt x="76" y="7"/>
                    <a:pt x="73" y="7"/>
                  </a:cubicBezTo>
                  <a:cubicBezTo>
                    <a:pt x="70" y="7"/>
                    <a:pt x="68" y="7"/>
                    <a:pt x="66" y="7"/>
                  </a:cubicBezTo>
                  <a:cubicBezTo>
                    <a:pt x="62" y="7"/>
                    <a:pt x="61" y="7"/>
                    <a:pt x="60" y="6"/>
                  </a:cubicBezTo>
                  <a:cubicBezTo>
                    <a:pt x="59" y="6"/>
                    <a:pt x="58" y="5"/>
                    <a:pt x="57" y="5"/>
                  </a:cubicBezTo>
                  <a:cubicBezTo>
                    <a:pt x="55" y="5"/>
                    <a:pt x="52" y="6"/>
                    <a:pt x="51" y="7"/>
                  </a:cubicBezTo>
                  <a:cubicBezTo>
                    <a:pt x="51" y="8"/>
                    <a:pt x="50" y="8"/>
                    <a:pt x="50" y="8"/>
                  </a:cubicBezTo>
                  <a:cubicBezTo>
                    <a:pt x="50" y="9"/>
                    <a:pt x="49" y="10"/>
                    <a:pt x="47" y="11"/>
                  </a:cubicBezTo>
                  <a:cubicBezTo>
                    <a:pt x="46" y="11"/>
                    <a:pt x="43" y="14"/>
                    <a:pt x="39" y="17"/>
                  </a:cubicBezTo>
                  <a:cubicBezTo>
                    <a:pt x="36" y="20"/>
                    <a:pt x="33" y="23"/>
                    <a:pt x="32" y="24"/>
                  </a:cubicBezTo>
                  <a:cubicBezTo>
                    <a:pt x="31" y="25"/>
                    <a:pt x="29" y="28"/>
                    <a:pt x="28" y="30"/>
                  </a:cubicBezTo>
                  <a:cubicBezTo>
                    <a:pt x="27" y="32"/>
                    <a:pt x="26" y="34"/>
                    <a:pt x="25" y="35"/>
                  </a:cubicBezTo>
                  <a:cubicBezTo>
                    <a:pt x="24" y="36"/>
                    <a:pt x="23" y="40"/>
                    <a:pt x="21" y="43"/>
                  </a:cubicBezTo>
                  <a:cubicBezTo>
                    <a:pt x="20" y="45"/>
                    <a:pt x="19" y="47"/>
                    <a:pt x="18" y="48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6" y="50"/>
                    <a:pt x="16" y="51"/>
                    <a:pt x="12" y="51"/>
                  </a:cubicBezTo>
                  <a:cubicBezTo>
                    <a:pt x="11" y="51"/>
                    <a:pt x="10" y="52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7" y="54"/>
                    <a:pt x="7" y="55"/>
                    <a:pt x="6" y="55"/>
                  </a:cubicBezTo>
                  <a:cubicBezTo>
                    <a:pt x="5" y="55"/>
                    <a:pt x="4" y="55"/>
                    <a:pt x="2" y="55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1" y="55"/>
                    <a:pt x="1" y="55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7"/>
                    <a:pt x="0" y="57"/>
                    <a:pt x="1" y="58"/>
                  </a:cubicBezTo>
                  <a:cubicBezTo>
                    <a:pt x="1" y="58"/>
                    <a:pt x="2" y="59"/>
                    <a:pt x="2" y="60"/>
                  </a:cubicBezTo>
                  <a:cubicBezTo>
                    <a:pt x="3" y="61"/>
                    <a:pt x="5" y="62"/>
                    <a:pt x="6" y="64"/>
                  </a:cubicBezTo>
                  <a:cubicBezTo>
                    <a:pt x="8" y="66"/>
                    <a:pt x="9" y="67"/>
                    <a:pt x="10" y="68"/>
                  </a:cubicBezTo>
                  <a:cubicBezTo>
                    <a:pt x="10" y="69"/>
                    <a:pt x="10" y="70"/>
                    <a:pt x="10" y="70"/>
                  </a:cubicBezTo>
                  <a:cubicBezTo>
                    <a:pt x="11" y="71"/>
                    <a:pt x="11" y="72"/>
                    <a:pt x="12" y="72"/>
                  </a:cubicBezTo>
                  <a:cubicBezTo>
                    <a:pt x="13" y="73"/>
                    <a:pt x="15" y="73"/>
                    <a:pt x="16" y="74"/>
                  </a:cubicBezTo>
                  <a:cubicBezTo>
                    <a:pt x="18" y="75"/>
                    <a:pt x="21" y="76"/>
                    <a:pt x="22" y="77"/>
                  </a:cubicBezTo>
                  <a:cubicBezTo>
                    <a:pt x="22" y="77"/>
                    <a:pt x="22" y="77"/>
                    <a:pt x="22" y="77"/>
                  </a:cubicBezTo>
                  <a:cubicBezTo>
                    <a:pt x="22" y="77"/>
                    <a:pt x="22" y="77"/>
                    <a:pt x="22" y="77"/>
                  </a:cubicBezTo>
                  <a:cubicBezTo>
                    <a:pt x="22" y="77"/>
                    <a:pt x="22" y="77"/>
                    <a:pt x="22" y="77"/>
                  </a:cubicBezTo>
                  <a:cubicBezTo>
                    <a:pt x="24" y="79"/>
                    <a:pt x="25" y="79"/>
                    <a:pt x="25" y="82"/>
                  </a:cubicBezTo>
                  <a:cubicBezTo>
                    <a:pt x="25" y="83"/>
                    <a:pt x="24" y="84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7"/>
                  </a:cubicBezTo>
                  <a:cubicBezTo>
                    <a:pt x="23" y="87"/>
                    <a:pt x="26" y="89"/>
                    <a:pt x="29" y="90"/>
                  </a:cubicBezTo>
                  <a:cubicBezTo>
                    <a:pt x="30" y="91"/>
                    <a:pt x="32" y="92"/>
                    <a:pt x="33" y="92"/>
                  </a:cubicBezTo>
                  <a:cubicBezTo>
                    <a:pt x="34" y="93"/>
                    <a:pt x="34" y="93"/>
                    <a:pt x="35" y="94"/>
                  </a:cubicBezTo>
                  <a:cubicBezTo>
                    <a:pt x="35" y="94"/>
                    <a:pt x="35" y="94"/>
                    <a:pt x="36" y="94"/>
                  </a:cubicBezTo>
                  <a:cubicBezTo>
                    <a:pt x="37" y="94"/>
                    <a:pt x="38" y="92"/>
                    <a:pt x="39" y="91"/>
                  </a:cubicBezTo>
                  <a:cubicBezTo>
                    <a:pt x="39" y="91"/>
                    <a:pt x="39" y="91"/>
                    <a:pt x="39" y="91"/>
                  </a:cubicBezTo>
                  <a:cubicBezTo>
                    <a:pt x="40" y="90"/>
                    <a:pt x="42" y="90"/>
                    <a:pt x="43" y="90"/>
                  </a:cubicBezTo>
                  <a:cubicBezTo>
                    <a:pt x="45" y="91"/>
                    <a:pt x="46" y="92"/>
                    <a:pt x="47" y="93"/>
                  </a:cubicBezTo>
                  <a:cubicBezTo>
                    <a:pt x="49" y="94"/>
                    <a:pt x="48" y="95"/>
                    <a:pt x="47" y="96"/>
                  </a:cubicBezTo>
                  <a:cubicBezTo>
                    <a:pt x="47" y="97"/>
                    <a:pt x="47" y="97"/>
                    <a:pt x="46" y="97"/>
                  </a:cubicBezTo>
                  <a:cubicBezTo>
                    <a:pt x="46" y="97"/>
                    <a:pt x="46" y="97"/>
                    <a:pt x="46" y="97"/>
                  </a:cubicBezTo>
                  <a:cubicBezTo>
                    <a:pt x="46" y="98"/>
                    <a:pt x="46" y="98"/>
                    <a:pt x="46" y="98"/>
                  </a:cubicBezTo>
                  <a:cubicBezTo>
                    <a:pt x="45" y="99"/>
                    <a:pt x="45" y="99"/>
                    <a:pt x="45" y="99"/>
                  </a:cubicBezTo>
                  <a:cubicBezTo>
                    <a:pt x="45" y="100"/>
                    <a:pt x="45" y="100"/>
                    <a:pt x="46" y="101"/>
                  </a:cubicBezTo>
                  <a:cubicBezTo>
                    <a:pt x="46" y="101"/>
                    <a:pt x="46" y="101"/>
                    <a:pt x="46" y="102"/>
                  </a:cubicBezTo>
                  <a:cubicBezTo>
                    <a:pt x="47" y="102"/>
                    <a:pt x="47" y="102"/>
                    <a:pt x="48" y="103"/>
                  </a:cubicBezTo>
                  <a:cubicBezTo>
                    <a:pt x="49" y="104"/>
                    <a:pt x="53" y="104"/>
                    <a:pt x="54" y="105"/>
                  </a:cubicBezTo>
                  <a:cubicBezTo>
                    <a:pt x="55" y="106"/>
                    <a:pt x="55" y="108"/>
                    <a:pt x="55" y="110"/>
                  </a:cubicBezTo>
                  <a:cubicBezTo>
                    <a:pt x="54" y="111"/>
                    <a:pt x="54" y="112"/>
                    <a:pt x="54" y="112"/>
                  </a:cubicBezTo>
                  <a:cubicBezTo>
                    <a:pt x="55" y="112"/>
                    <a:pt x="57" y="112"/>
                    <a:pt x="59" y="112"/>
                  </a:cubicBezTo>
                  <a:cubicBezTo>
                    <a:pt x="60" y="112"/>
                    <a:pt x="62" y="111"/>
                    <a:pt x="64" y="111"/>
                  </a:cubicBezTo>
                  <a:cubicBezTo>
                    <a:pt x="66" y="111"/>
                    <a:pt x="69" y="113"/>
                    <a:pt x="72" y="114"/>
                  </a:cubicBezTo>
                  <a:cubicBezTo>
                    <a:pt x="74" y="115"/>
                    <a:pt x="76" y="116"/>
                    <a:pt x="77" y="116"/>
                  </a:cubicBezTo>
                  <a:cubicBezTo>
                    <a:pt x="79" y="116"/>
                    <a:pt x="81" y="116"/>
                    <a:pt x="83" y="115"/>
                  </a:cubicBezTo>
                  <a:cubicBezTo>
                    <a:pt x="83" y="115"/>
                    <a:pt x="83" y="115"/>
                    <a:pt x="83" y="115"/>
                  </a:cubicBezTo>
                  <a:cubicBezTo>
                    <a:pt x="84" y="114"/>
                    <a:pt x="86" y="114"/>
                    <a:pt x="88" y="114"/>
                  </a:cubicBezTo>
                  <a:cubicBezTo>
                    <a:pt x="90" y="113"/>
                    <a:pt x="94" y="114"/>
                    <a:pt x="98" y="115"/>
                  </a:cubicBezTo>
                  <a:cubicBezTo>
                    <a:pt x="101" y="115"/>
                    <a:pt x="103" y="116"/>
                    <a:pt x="105" y="116"/>
                  </a:cubicBezTo>
                  <a:cubicBezTo>
                    <a:pt x="107" y="116"/>
                    <a:pt x="109" y="115"/>
                    <a:pt x="111" y="115"/>
                  </a:cubicBezTo>
                  <a:cubicBezTo>
                    <a:pt x="113" y="114"/>
                    <a:pt x="115" y="113"/>
                    <a:pt x="117" y="111"/>
                  </a:cubicBezTo>
                  <a:cubicBezTo>
                    <a:pt x="119" y="109"/>
                    <a:pt x="122" y="108"/>
                    <a:pt x="124" y="108"/>
                  </a:cubicBezTo>
                  <a:cubicBezTo>
                    <a:pt x="126" y="107"/>
                    <a:pt x="128" y="107"/>
                    <a:pt x="130" y="107"/>
                  </a:cubicBezTo>
                  <a:cubicBezTo>
                    <a:pt x="131" y="107"/>
                    <a:pt x="133" y="107"/>
                    <a:pt x="135" y="106"/>
                  </a:cubicBezTo>
                  <a:cubicBezTo>
                    <a:pt x="137" y="106"/>
                    <a:pt x="139" y="105"/>
                    <a:pt x="142" y="105"/>
                  </a:cubicBezTo>
                  <a:cubicBezTo>
                    <a:pt x="145" y="105"/>
                    <a:pt x="148" y="106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9" y="110"/>
                    <a:pt x="163" y="111"/>
                    <a:pt x="166" y="112"/>
                  </a:cubicBezTo>
                  <a:cubicBezTo>
                    <a:pt x="167" y="113"/>
                    <a:pt x="168" y="113"/>
                    <a:pt x="169" y="113"/>
                  </a:cubicBezTo>
                  <a:cubicBezTo>
                    <a:pt x="169" y="113"/>
                    <a:pt x="169" y="112"/>
                    <a:pt x="169" y="111"/>
                  </a:cubicBezTo>
                  <a:cubicBezTo>
                    <a:pt x="170" y="107"/>
                    <a:pt x="168" y="104"/>
                    <a:pt x="169" y="101"/>
                  </a:cubicBezTo>
                  <a:cubicBezTo>
                    <a:pt x="171" y="98"/>
                    <a:pt x="173" y="98"/>
                    <a:pt x="175" y="96"/>
                  </a:cubicBezTo>
                  <a:cubicBezTo>
                    <a:pt x="176" y="93"/>
                    <a:pt x="176" y="93"/>
                    <a:pt x="175" y="90"/>
                  </a:cubicBezTo>
                  <a:cubicBezTo>
                    <a:pt x="174" y="87"/>
                    <a:pt x="173" y="87"/>
                    <a:pt x="174" y="85"/>
                  </a:cubicBezTo>
                  <a:cubicBezTo>
                    <a:pt x="176" y="82"/>
                    <a:pt x="179" y="80"/>
                    <a:pt x="180" y="83"/>
                  </a:cubicBezTo>
                  <a:cubicBezTo>
                    <a:pt x="180" y="85"/>
                    <a:pt x="178" y="87"/>
                    <a:pt x="182" y="87"/>
                  </a:cubicBezTo>
                  <a:cubicBezTo>
                    <a:pt x="185" y="87"/>
                    <a:pt x="187" y="86"/>
                    <a:pt x="189" y="85"/>
                  </a:cubicBezTo>
                  <a:cubicBezTo>
                    <a:pt x="191" y="84"/>
                    <a:pt x="191" y="82"/>
                    <a:pt x="192" y="79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90" y="76"/>
                    <a:pt x="189" y="74"/>
                    <a:pt x="186" y="74"/>
                  </a:cubicBezTo>
                  <a:cubicBezTo>
                    <a:pt x="184" y="73"/>
                    <a:pt x="182" y="74"/>
                    <a:pt x="179" y="75"/>
                  </a:cubicBezTo>
                  <a:cubicBezTo>
                    <a:pt x="177" y="76"/>
                    <a:pt x="176" y="77"/>
                    <a:pt x="173" y="77"/>
                  </a:cubicBezTo>
                  <a:cubicBezTo>
                    <a:pt x="171" y="78"/>
                    <a:pt x="167" y="77"/>
                    <a:pt x="164" y="75"/>
                  </a:cubicBezTo>
                  <a:cubicBezTo>
                    <a:pt x="160" y="74"/>
                    <a:pt x="157" y="71"/>
                    <a:pt x="156" y="69"/>
                  </a:cubicBezTo>
                  <a:cubicBezTo>
                    <a:pt x="155" y="66"/>
                    <a:pt x="155" y="64"/>
                    <a:pt x="156" y="60"/>
                  </a:cubicBezTo>
                  <a:cubicBezTo>
                    <a:pt x="156" y="59"/>
                    <a:pt x="156" y="58"/>
                    <a:pt x="156" y="57"/>
                  </a:cubicBezTo>
                  <a:cubicBezTo>
                    <a:pt x="156" y="54"/>
                    <a:pt x="157" y="52"/>
                    <a:pt x="158" y="50"/>
                  </a:cubicBezTo>
                  <a:cubicBezTo>
                    <a:pt x="158" y="48"/>
                    <a:pt x="159" y="46"/>
                    <a:pt x="159" y="44"/>
                  </a:cubicBezTo>
                  <a:cubicBezTo>
                    <a:pt x="159" y="43"/>
                    <a:pt x="159" y="44"/>
                    <a:pt x="159" y="43"/>
                  </a:cubicBezTo>
                  <a:cubicBezTo>
                    <a:pt x="159" y="39"/>
                    <a:pt x="159" y="36"/>
                    <a:pt x="156" y="33"/>
                  </a:cubicBezTo>
                  <a:cubicBezTo>
                    <a:pt x="154" y="31"/>
                    <a:pt x="151" y="28"/>
                    <a:pt x="149" y="26"/>
                  </a:cubicBezTo>
                  <a:cubicBezTo>
                    <a:pt x="147" y="23"/>
                    <a:pt x="145" y="21"/>
                    <a:pt x="144" y="20"/>
                  </a:cubicBezTo>
                  <a:cubicBezTo>
                    <a:pt x="144" y="19"/>
                    <a:pt x="143" y="16"/>
                    <a:pt x="141" y="14"/>
                  </a:cubicBezTo>
                  <a:cubicBezTo>
                    <a:pt x="140" y="11"/>
                    <a:pt x="138" y="8"/>
                    <a:pt x="137" y="7"/>
                  </a:cubicBezTo>
                  <a:cubicBezTo>
                    <a:pt x="136" y="5"/>
                    <a:pt x="133" y="1"/>
                    <a:pt x="131" y="0"/>
                  </a:cubicBezTo>
                  <a:cubicBezTo>
                    <a:pt x="130" y="0"/>
                    <a:pt x="130" y="1"/>
                    <a:pt x="129" y="2"/>
                  </a:cubicBezTo>
                  <a:cubicBezTo>
                    <a:pt x="128" y="3"/>
                    <a:pt x="127" y="3"/>
                    <a:pt x="126" y="4"/>
                  </a:cubicBezTo>
                  <a:cubicBezTo>
                    <a:pt x="126" y="4"/>
                    <a:pt x="126" y="4"/>
                    <a:pt x="126" y="4"/>
                  </a:cubicBezTo>
                  <a:cubicBezTo>
                    <a:pt x="125" y="4"/>
                    <a:pt x="125" y="4"/>
                    <a:pt x="125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0" name="Freeform 226">
              <a:extLst>
                <a:ext uri="{FF2B5EF4-FFF2-40B4-BE49-F238E27FC236}">
                  <a16:creationId xmlns:a16="http://schemas.microsoft.com/office/drawing/2014/main" id="{D870C599-BADD-6DA4-0775-0BBE317D5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6" y="1195455"/>
              <a:ext cx="291950" cy="471069"/>
            </a:xfrm>
            <a:custGeom>
              <a:avLst/>
              <a:gdLst>
                <a:gd name="T0" fmla="*/ 1 w 266"/>
                <a:gd name="T1" fmla="*/ 339 h 439"/>
                <a:gd name="T2" fmla="*/ 10 w 266"/>
                <a:gd name="T3" fmla="*/ 352 h 439"/>
                <a:gd name="T4" fmla="*/ 11 w 266"/>
                <a:gd name="T5" fmla="*/ 361 h 439"/>
                <a:gd name="T6" fmla="*/ 17 w 266"/>
                <a:gd name="T7" fmla="*/ 378 h 439"/>
                <a:gd name="T8" fmla="*/ 35 w 266"/>
                <a:gd name="T9" fmla="*/ 401 h 439"/>
                <a:gd name="T10" fmla="*/ 32 w 266"/>
                <a:gd name="T11" fmla="*/ 421 h 439"/>
                <a:gd name="T12" fmla="*/ 45 w 266"/>
                <a:gd name="T13" fmla="*/ 437 h 439"/>
                <a:gd name="T14" fmla="*/ 64 w 266"/>
                <a:gd name="T15" fmla="*/ 424 h 439"/>
                <a:gd name="T16" fmla="*/ 91 w 266"/>
                <a:gd name="T17" fmla="*/ 414 h 439"/>
                <a:gd name="T18" fmla="*/ 108 w 266"/>
                <a:gd name="T19" fmla="*/ 391 h 439"/>
                <a:gd name="T20" fmla="*/ 111 w 266"/>
                <a:gd name="T21" fmla="*/ 372 h 439"/>
                <a:gd name="T22" fmla="*/ 116 w 266"/>
                <a:gd name="T23" fmla="*/ 356 h 439"/>
                <a:gd name="T24" fmla="*/ 117 w 266"/>
                <a:gd name="T25" fmla="*/ 347 h 439"/>
                <a:gd name="T26" fmla="*/ 119 w 266"/>
                <a:gd name="T27" fmla="*/ 341 h 439"/>
                <a:gd name="T28" fmla="*/ 137 w 266"/>
                <a:gd name="T29" fmla="*/ 332 h 439"/>
                <a:gd name="T30" fmla="*/ 147 w 266"/>
                <a:gd name="T31" fmla="*/ 322 h 439"/>
                <a:gd name="T32" fmla="*/ 162 w 266"/>
                <a:gd name="T33" fmla="*/ 308 h 439"/>
                <a:gd name="T34" fmla="*/ 148 w 266"/>
                <a:gd name="T35" fmla="*/ 288 h 439"/>
                <a:gd name="T36" fmla="*/ 124 w 266"/>
                <a:gd name="T37" fmla="*/ 279 h 439"/>
                <a:gd name="T38" fmla="*/ 121 w 266"/>
                <a:gd name="T39" fmla="*/ 250 h 439"/>
                <a:gd name="T40" fmla="*/ 129 w 266"/>
                <a:gd name="T41" fmla="*/ 239 h 439"/>
                <a:gd name="T42" fmla="*/ 138 w 266"/>
                <a:gd name="T43" fmla="*/ 212 h 439"/>
                <a:gd name="T44" fmla="*/ 146 w 266"/>
                <a:gd name="T45" fmla="*/ 207 h 439"/>
                <a:gd name="T46" fmla="*/ 172 w 266"/>
                <a:gd name="T47" fmla="*/ 190 h 439"/>
                <a:gd name="T48" fmla="*/ 198 w 266"/>
                <a:gd name="T49" fmla="*/ 177 h 439"/>
                <a:gd name="T50" fmla="*/ 210 w 266"/>
                <a:gd name="T51" fmla="*/ 154 h 439"/>
                <a:gd name="T52" fmla="*/ 212 w 266"/>
                <a:gd name="T53" fmla="*/ 138 h 439"/>
                <a:gd name="T54" fmla="*/ 221 w 266"/>
                <a:gd name="T55" fmla="*/ 122 h 439"/>
                <a:gd name="T56" fmla="*/ 230 w 266"/>
                <a:gd name="T57" fmla="*/ 110 h 439"/>
                <a:gd name="T58" fmla="*/ 244 w 266"/>
                <a:gd name="T59" fmla="*/ 115 h 439"/>
                <a:gd name="T60" fmla="*/ 266 w 266"/>
                <a:gd name="T61" fmla="*/ 111 h 439"/>
                <a:gd name="T62" fmla="*/ 260 w 266"/>
                <a:gd name="T63" fmla="*/ 88 h 439"/>
                <a:gd name="T64" fmla="*/ 259 w 266"/>
                <a:gd name="T65" fmla="*/ 60 h 439"/>
                <a:gd name="T66" fmla="*/ 255 w 266"/>
                <a:gd name="T67" fmla="*/ 39 h 439"/>
                <a:gd name="T68" fmla="*/ 201 w 266"/>
                <a:gd name="T69" fmla="*/ 4 h 439"/>
                <a:gd name="T70" fmla="*/ 187 w 266"/>
                <a:gd name="T71" fmla="*/ 3 h 439"/>
                <a:gd name="T72" fmla="*/ 184 w 266"/>
                <a:gd name="T73" fmla="*/ 21 h 439"/>
                <a:gd name="T74" fmla="*/ 153 w 266"/>
                <a:gd name="T75" fmla="*/ 20 h 439"/>
                <a:gd name="T76" fmla="*/ 145 w 266"/>
                <a:gd name="T77" fmla="*/ 31 h 439"/>
                <a:gd name="T78" fmla="*/ 122 w 266"/>
                <a:gd name="T79" fmla="*/ 38 h 439"/>
                <a:gd name="T80" fmla="*/ 108 w 266"/>
                <a:gd name="T81" fmla="*/ 60 h 439"/>
                <a:gd name="T82" fmla="*/ 91 w 266"/>
                <a:gd name="T83" fmla="*/ 89 h 439"/>
                <a:gd name="T84" fmla="*/ 74 w 266"/>
                <a:gd name="T85" fmla="*/ 103 h 439"/>
                <a:gd name="T86" fmla="*/ 65 w 266"/>
                <a:gd name="T87" fmla="*/ 140 h 439"/>
                <a:gd name="T88" fmla="*/ 61 w 266"/>
                <a:gd name="T89" fmla="*/ 158 h 439"/>
                <a:gd name="T90" fmla="*/ 41 w 266"/>
                <a:gd name="T91" fmla="*/ 171 h 439"/>
                <a:gd name="T92" fmla="*/ 20 w 266"/>
                <a:gd name="T93" fmla="*/ 197 h 439"/>
                <a:gd name="T94" fmla="*/ 23 w 266"/>
                <a:gd name="T95" fmla="*/ 222 h 439"/>
                <a:gd name="T96" fmla="*/ 28 w 266"/>
                <a:gd name="T97" fmla="*/ 252 h 439"/>
                <a:gd name="T98" fmla="*/ 28 w 266"/>
                <a:gd name="T99" fmla="*/ 270 h 439"/>
                <a:gd name="T100" fmla="*/ 29 w 266"/>
                <a:gd name="T101" fmla="*/ 287 h 439"/>
                <a:gd name="T102" fmla="*/ 19 w 266"/>
                <a:gd name="T103" fmla="*/ 303 h 439"/>
                <a:gd name="T104" fmla="*/ 13 w 266"/>
                <a:gd name="T105" fmla="*/ 327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66" h="439">
                  <a:moveTo>
                    <a:pt x="10" y="332"/>
                  </a:moveTo>
                  <a:cubicBezTo>
                    <a:pt x="9" y="332"/>
                    <a:pt x="7" y="332"/>
                    <a:pt x="4" y="331"/>
                  </a:cubicBezTo>
                  <a:cubicBezTo>
                    <a:pt x="3" y="330"/>
                    <a:pt x="2" y="330"/>
                    <a:pt x="1" y="330"/>
                  </a:cubicBezTo>
                  <a:cubicBezTo>
                    <a:pt x="1" y="331"/>
                    <a:pt x="0" y="332"/>
                    <a:pt x="0" y="332"/>
                  </a:cubicBezTo>
                  <a:cubicBezTo>
                    <a:pt x="0" y="335"/>
                    <a:pt x="0" y="338"/>
                    <a:pt x="1" y="339"/>
                  </a:cubicBezTo>
                  <a:cubicBezTo>
                    <a:pt x="2" y="341"/>
                    <a:pt x="2" y="344"/>
                    <a:pt x="2" y="346"/>
                  </a:cubicBezTo>
                  <a:cubicBezTo>
                    <a:pt x="2" y="348"/>
                    <a:pt x="2" y="350"/>
                    <a:pt x="3" y="350"/>
                  </a:cubicBezTo>
                  <a:cubicBezTo>
                    <a:pt x="4" y="351"/>
                    <a:pt x="7" y="351"/>
                    <a:pt x="8" y="349"/>
                  </a:cubicBezTo>
                  <a:cubicBezTo>
                    <a:pt x="9" y="348"/>
                    <a:pt x="10" y="346"/>
                    <a:pt x="11" y="348"/>
                  </a:cubicBezTo>
                  <a:cubicBezTo>
                    <a:pt x="11" y="350"/>
                    <a:pt x="10" y="351"/>
                    <a:pt x="10" y="352"/>
                  </a:cubicBezTo>
                  <a:cubicBezTo>
                    <a:pt x="10" y="353"/>
                    <a:pt x="10" y="354"/>
                    <a:pt x="11" y="354"/>
                  </a:cubicBezTo>
                  <a:cubicBezTo>
                    <a:pt x="12" y="353"/>
                    <a:pt x="12" y="352"/>
                    <a:pt x="14" y="352"/>
                  </a:cubicBezTo>
                  <a:cubicBezTo>
                    <a:pt x="15" y="352"/>
                    <a:pt x="15" y="353"/>
                    <a:pt x="15" y="354"/>
                  </a:cubicBezTo>
                  <a:cubicBezTo>
                    <a:pt x="15" y="355"/>
                    <a:pt x="14" y="356"/>
                    <a:pt x="14" y="357"/>
                  </a:cubicBezTo>
                  <a:cubicBezTo>
                    <a:pt x="13" y="358"/>
                    <a:pt x="11" y="360"/>
                    <a:pt x="11" y="361"/>
                  </a:cubicBezTo>
                  <a:cubicBezTo>
                    <a:pt x="11" y="363"/>
                    <a:pt x="11" y="363"/>
                    <a:pt x="12" y="364"/>
                  </a:cubicBezTo>
                  <a:cubicBezTo>
                    <a:pt x="13" y="365"/>
                    <a:pt x="14" y="365"/>
                    <a:pt x="14" y="366"/>
                  </a:cubicBezTo>
                  <a:cubicBezTo>
                    <a:pt x="14" y="367"/>
                    <a:pt x="13" y="368"/>
                    <a:pt x="13" y="369"/>
                  </a:cubicBezTo>
                  <a:cubicBezTo>
                    <a:pt x="13" y="369"/>
                    <a:pt x="15" y="371"/>
                    <a:pt x="15" y="372"/>
                  </a:cubicBezTo>
                  <a:cubicBezTo>
                    <a:pt x="15" y="372"/>
                    <a:pt x="16" y="375"/>
                    <a:pt x="17" y="378"/>
                  </a:cubicBezTo>
                  <a:cubicBezTo>
                    <a:pt x="17" y="381"/>
                    <a:pt x="18" y="383"/>
                    <a:pt x="19" y="384"/>
                  </a:cubicBezTo>
                  <a:cubicBezTo>
                    <a:pt x="21" y="386"/>
                    <a:pt x="21" y="389"/>
                    <a:pt x="22" y="390"/>
                  </a:cubicBezTo>
                  <a:cubicBezTo>
                    <a:pt x="23" y="391"/>
                    <a:pt x="25" y="391"/>
                    <a:pt x="26" y="394"/>
                  </a:cubicBezTo>
                  <a:cubicBezTo>
                    <a:pt x="28" y="396"/>
                    <a:pt x="28" y="397"/>
                    <a:pt x="29" y="398"/>
                  </a:cubicBezTo>
                  <a:cubicBezTo>
                    <a:pt x="30" y="399"/>
                    <a:pt x="34" y="400"/>
                    <a:pt x="35" y="401"/>
                  </a:cubicBezTo>
                  <a:cubicBezTo>
                    <a:pt x="35" y="402"/>
                    <a:pt x="36" y="406"/>
                    <a:pt x="35" y="407"/>
                  </a:cubicBezTo>
                  <a:cubicBezTo>
                    <a:pt x="34" y="408"/>
                    <a:pt x="32" y="405"/>
                    <a:pt x="31" y="407"/>
                  </a:cubicBezTo>
                  <a:cubicBezTo>
                    <a:pt x="30" y="409"/>
                    <a:pt x="32" y="410"/>
                    <a:pt x="32" y="411"/>
                  </a:cubicBezTo>
                  <a:cubicBezTo>
                    <a:pt x="31" y="413"/>
                    <a:pt x="29" y="411"/>
                    <a:pt x="29" y="413"/>
                  </a:cubicBezTo>
                  <a:cubicBezTo>
                    <a:pt x="29" y="415"/>
                    <a:pt x="29" y="419"/>
                    <a:pt x="32" y="421"/>
                  </a:cubicBezTo>
                  <a:cubicBezTo>
                    <a:pt x="35" y="422"/>
                    <a:pt x="37" y="424"/>
                    <a:pt x="38" y="426"/>
                  </a:cubicBezTo>
                  <a:cubicBezTo>
                    <a:pt x="39" y="429"/>
                    <a:pt x="39" y="430"/>
                    <a:pt x="38" y="432"/>
                  </a:cubicBezTo>
                  <a:cubicBezTo>
                    <a:pt x="37" y="434"/>
                    <a:pt x="36" y="435"/>
                    <a:pt x="36" y="436"/>
                  </a:cubicBezTo>
                  <a:cubicBezTo>
                    <a:pt x="37" y="438"/>
                    <a:pt x="39" y="439"/>
                    <a:pt x="40" y="438"/>
                  </a:cubicBezTo>
                  <a:cubicBezTo>
                    <a:pt x="42" y="438"/>
                    <a:pt x="42" y="437"/>
                    <a:pt x="45" y="437"/>
                  </a:cubicBezTo>
                  <a:cubicBezTo>
                    <a:pt x="48" y="438"/>
                    <a:pt x="50" y="438"/>
                    <a:pt x="53" y="437"/>
                  </a:cubicBezTo>
                  <a:cubicBezTo>
                    <a:pt x="55" y="437"/>
                    <a:pt x="57" y="436"/>
                    <a:pt x="59" y="436"/>
                  </a:cubicBezTo>
                  <a:cubicBezTo>
                    <a:pt x="62" y="436"/>
                    <a:pt x="64" y="436"/>
                    <a:pt x="64" y="434"/>
                  </a:cubicBezTo>
                  <a:cubicBezTo>
                    <a:pt x="65" y="432"/>
                    <a:pt x="65" y="431"/>
                    <a:pt x="64" y="429"/>
                  </a:cubicBezTo>
                  <a:cubicBezTo>
                    <a:pt x="64" y="427"/>
                    <a:pt x="63" y="426"/>
                    <a:pt x="64" y="424"/>
                  </a:cubicBezTo>
                  <a:cubicBezTo>
                    <a:pt x="64" y="422"/>
                    <a:pt x="67" y="421"/>
                    <a:pt x="69" y="419"/>
                  </a:cubicBezTo>
                  <a:cubicBezTo>
                    <a:pt x="71" y="418"/>
                    <a:pt x="72" y="418"/>
                    <a:pt x="74" y="418"/>
                  </a:cubicBezTo>
                  <a:cubicBezTo>
                    <a:pt x="76" y="417"/>
                    <a:pt x="79" y="417"/>
                    <a:pt x="81" y="416"/>
                  </a:cubicBezTo>
                  <a:cubicBezTo>
                    <a:pt x="83" y="415"/>
                    <a:pt x="85" y="414"/>
                    <a:pt x="87" y="414"/>
                  </a:cubicBezTo>
                  <a:cubicBezTo>
                    <a:pt x="89" y="414"/>
                    <a:pt x="88" y="413"/>
                    <a:pt x="91" y="414"/>
                  </a:cubicBezTo>
                  <a:cubicBezTo>
                    <a:pt x="93" y="415"/>
                    <a:pt x="93" y="418"/>
                    <a:pt x="95" y="417"/>
                  </a:cubicBezTo>
                  <a:cubicBezTo>
                    <a:pt x="97" y="416"/>
                    <a:pt x="99" y="414"/>
                    <a:pt x="99" y="412"/>
                  </a:cubicBezTo>
                  <a:cubicBezTo>
                    <a:pt x="100" y="410"/>
                    <a:pt x="103" y="407"/>
                    <a:pt x="105" y="404"/>
                  </a:cubicBezTo>
                  <a:cubicBezTo>
                    <a:pt x="106" y="402"/>
                    <a:pt x="107" y="400"/>
                    <a:pt x="108" y="398"/>
                  </a:cubicBezTo>
                  <a:cubicBezTo>
                    <a:pt x="109" y="396"/>
                    <a:pt x="108" y="392"/>
                    <a:pt x="108" y="391"/>
                  </a:cubicBezTo>
                  <a:cubicBezTo>
                    <a:pt x="109" y="389"/>
                    <a:pt x="110" y="390"/>
                    <a:pt x="110" y="388"/>
                  </a:cubicBezTo>
                  <a:cubicBezTo>
                    <a:pt x="110" y="385"/>
                    <a:pt x="109" y="386"/>
                    <a:pt x="110" y="384"/>
                  </a:cubicBezTo>
                  <a:cubicBezTo>
                    <a:pt x="110" y="382"/>
                    <a:pt x="111" y="380"/>
                    <a:pt x="112" y="379"/>
                  </a:cubicBezTo>
                  <a:cubicBezTo>
                    <a:pt x="113" y="378"/>
                    <a:pt x="114" y="376"/>
                    <a:pt x="113" y="375"/>
                  </a:cubicBezTo>
                  <a:cubicBezTo>
                    <a:pt x="112" y="374"/>
                    <a:pt x="110" y="374"/>
                    <a:pt x="111" y="372"/>
                  </a:cubicBezTo>
                  <a:cubicBezTo>
                    <a:pt x="113" y="369"/>
                    <a:pt x="114" y="369"/>
                    <a:pt x="113" y="368"/>
                  </a:cubicBezTo>
                  <a:cubicBezTo>
                    <a:pt x="112" y="367"/>
                    <a:pt x="110" y="365"/>
                    <a:pt x="110" y="364"/>
                  </a:cubicBezTo>
                  <a:cubicBezTo>
                    <a:pt x="111" y="363"/>
                    <a:pt x="112" y="364"/>
                    <a:pt x="113" y="363"/>
                  </a:cubicBezTo>
                  <a:cubicBezTo>
                    <a:pt x="115" y="362"/>
                    <a:pt x="114" y="361"/>
                    <a:pt x="114" y="360"/>
                  </a:cubicBezTo>
                  <a:cubicBezTo>
                    <a:pt x="114" y="358"/>
                    <a:pt x="114" y="358"/>
                    <a:pt x="116" y="356"/>
                  </a:cubicBezTo>
                  <a:cubicBezTo>
                    <a:pt x="117" y="355"/>
                    <a:pt x="118" y="354"/>
                    <a:pt x="116" y="353"/>
                  </a:cubicBezTo>
                  <a:cubicBezTo>
                    <a:pt x="115" y="351"/>
                    <a:pt x="115" y="350"/>
                    <a:pt x="112" y="350"/>
                  </a:cubicBezTo>
                  <a:cubicBezTo>
                    <a:pt x="110" y="349"/>
                    <a:pt x="108" y="347"/>
                    <a:pt x="109" y="347"/>
                  </a:cubicBezTo>
                  <a:cubicBezTo>
                    <a:pt x="110" y="347"/>
                    <a:pt x="111" y="347"/>
                    <a:pt x="112" y="347"/>
                  </a:cubicBezTo>
                  <a:cubicBezTo>
                    <a:pt x="114" y="348"/>
                    <a:pt x="116" y="349"/>
                    <a:pt x="117" y="347"/>
                  </a:cubicBezTo>
                  <a:cubicBezTo>
                    <a:pt x="117" y="346"/>
                    <a:pt x="116" y="345"/>
                    <a:pt x="116" y="344"/>
                  </a:cubicBezTo>
                  <a:cubicBezTo>
                    <a:pt x="115" y="344"/>
                    <a:pt x="114" y="344"/>
                    <a:pt x="112" y="344"/>
                  </a:cubicBezTo>
                  <a:cubicBezTo>
                    <a:pt x="110" y="344"/>
                    <a:pt x="107" y="344"/>
                    <a:pt x="107" y="342"/>
                  </a:cubicBezTo>
                  <a:cubicBezTo>
                    <a:pt x="107" y="341"/>
                    <a:pt x="112" y="342"/>
                    <a:pt x="114" y="342"/>
                  </a:cubicBezTo>
                  <a:cubicBezTo>
                    <a:pt x="117" y="342"/>
                    <a:pt x="117" y="342"/>
                    <a:pt x="119" y="341"/>
                  </a:cubicBezTo>
                  <a:cubicBezTo>
                    <a:pt x="121" y="340"/>
                    <a:pt x="125" y="340"/>
                    <a:pt x="126" y="339"/>
                  </a:cubicBezTo>
                  <a:cubicBezTo>
                    <a:pt x="128" y="338"/>
                    <a:pt x="130" y="337"/>
                    <a:pt x="131" y="335"/>
                  </a:cubicBezTo>
                  <a:cubicBezTo>
                    <a:pt x="132" y="333"/>
                    <a:pt x="133" y="333"/>
                    <a:pt x="134" y="332"/>
                  </a:cubicBezTo>
                  <a:cubicBezTo>
                    <a:pt x="135" y="331"/>
                    <a:pt x="135" y="329"/>
                    <a:pt x="136" y="328"/>
                  </a:cubicBezTo>
                  <a:cubicBezTo>
                    <a:pt x="137" y="327"/>
                    <a:pt x="137" y="331"/>
                    <a:pt x="137" y="332"/>
                  </a:cubicBezTo>
                  <a:cubicBezTo>
                    <a:pt x="137" y="334"/>
                    <a:pt x="137" y="334"/>
                    <a:pt x="139" y="334"/>
                  </a:cubicBezTo>
                  <a:cubicBezTo>
                    <a:pt x="140" y="334"/>
                    <a:pt x="139" y="333"/>
                    <a:pt x="142" y="331"/>
                  </a:cubicBezTo>
                  <a:cubicBezTo>
                    <a:pt x="144" y="329"/>
                    <a:pt x="143" y="330"/>
                    <a:pt x="146" y="328"/>
                  </a:cubicBezTo>
                  <a:cubicBezTo>
                    <a:pt x="149" y="326"/>
                    <a:pt x="151" y="326"/>
                    <a:pt x="150" y="324"/>
                  </a:cubicBezTo>
                  <a:cubicBezTo>
                    <a:pt x="150" y="323"/>
                    <a:pt x="148" y="322"/>
                    <a:pt x="147" y="322"/>
                  </a:cubicBezTo>
                  <a:cubicBezTo>
                    <a:pt x="145" y="321"/>
                    <a:pt x="143" y="320"/>
                    <a:pt x="144" y="319"/>
                  </a:cubicBezTo>
                  <a:cubicBezTo>
                    <a:pt x="144" y="317"/>
                    <a:pt x="144" y="317"/>
                    <a:pt x="147" y="316"/>
                  </a:cubicBezTo>
                  <a:cubicBezTo>
                    <a:pt x="150" y="316"/>
                    <a:pt x="150" y="315"/>
                    <a:pt x="153" y="314"/>
                  </a:cubicBezTo>
                  <a:cubicBezTo>
                    <a:pt x="155" y="312"/>
                    <a:pt x="156" y="312"/>
                    <a:pt x="158" y="311"/>
                  </a:cubicBezTo>
                  <a:cubicBezTo>
                    <a:pt x="160" y="310"/>
                    <a:pt x="161" y="309"/>
                    <a:pt x="162" y="308"/>
                  </a:cubicBezTo>
                  <a:cubicBezTo>
                    <a:pt x="162" y="307"/>
                    <a:pt x="161" y="305"/>
                    <a:pt x="160" y="303"/>
                  </a:cubicBezTo>
                  <a:cubicBezTo>
                    <a:pt x="160" y="300"/>
                    <a:pt x="160" y="299"/>
                    <a:pt x="159" y="297"/>
                  </a:cubicBezTo>
                  <a:cubicBezTo>
                    <a:pt x="159" y="296"/>
                    <a:pt x="155" y="296"/>
                    <a:pt x="154" y="296"/>
                  </a:cubicBezTo>
                  <a:cubicBezTo>
                    <a:pt x="152" y="296"/>
                    <a:pt x="153" y="294"/>
                    <a:pt x="152" y="292"/>
                  </a:cubicBezTo>
                  <a:cubicBezTo>
                    <a:pt x="151" y="290"/>
                    <a:pt x="151" y="290"/>
                    <a:pt x="148" y="288"/>
                  </a:cubicBezTo>
                  <a:cubicBezTo>
                    <a:pt x="145" y="286"/>
                    <a:pt x="145" y="285"/>
                    <a:pt x="143" y="284"/>
                  </a:cubicBezTo>
                  <a:cubicBezTo>
                    <a:pt x="142" y="282"/>
                    <a:pt x="142" y="281"/>
                    <a:pt x="139" y="282"/>
                  </a:cubicBezTo>
                  <a:cubicBezTo>
                    <a:pt x="136" y="283"/>
                    <a:pt x="136" y="285"/>
                    <a:pt x="134" y="284"/>
                  </a:cubicBezTo>
                  <a:cubicBezTo>
                    <a:pt x="132" y="283"/>
                    <a:pt x="131" y="281"/>
                    <a:pt x="129" y="280"/>
                  </a:cubicBezTo>
                  <a:cubicBezTo>
                    <a:pt x="127" y="280"/>
                    <a:pt x="124" y="280"/>
                    <a:pt x="124" y="279"/>
                  </a:cubicBezTo>
                  <a:cubicBezTo>
                    <a:pt x="124" y="278"/>
                    <a:pt x="127" y="278"/>
                    <a:pt x="127" y="276"/>
                  </a:cubicBezTo>
                  <a:cubicBezTo>
                    <a:pt x="127" y="274"/>
                    <a:pt x="124" y="274"/>
                    <a:pt x="124" y="271"/>
                  </a:cubicBezTo>
                  <a:cubicBezTo>
                    <a:pt x="123" y="268"/>
                    <a:pt x="122" y="267"/>
                    <a:pt x="123" y="263"/>
                  </a:cubicBezTo>
                  <a:cubicBezTo>
                    <a:pt x="124" y="259"/>
                    <a:pt x="124" y="259"/>
                    <a:pt x="123" y="257"/>
                  </a:cubicBezTo>
                  <a:cubicBezTo>
                    <a:pt x="123" y="256"/>
                    <a:pt x="121" y="252"/>
                    <a:pt x="121" y="250"/>
                  </a:cubicBezTo>
                  <a:cubicBezTo>
                    <a:pt x="121" y="248"/>
                    <a:pt x="122" y="247"/>
                    <a:pt x="123" y="247"/>
                  </a:cubicBezTo>
                  <a:cubicBezTo>
                    <a:pt x="125" y="247"/>
                    <a:pt x="125" y="249"/>
                    <a:pt x="127" y="249"/>
                  </a:cubicBezTo>
                  <a:cubicBezTo>
                    <a:pt x="128" y="250"/>
                    <a:pt x="130" y="250"/>
                    <a:pt x="130" y="248"/>
                  </a:cubicBezTo>
                  <a:cubicBezTo>
                    <a:pt x="129" y="246"/>
                    <a:pt x="128" y="246"/>
                    <a:pt x="128" y="244"/>
                  </a:cubicBezTo>
                  <a:cubicBezTo>
                    <a:pt x="128" y="242"/>
                    <a:pt x="127" y="242"/>
                    <a:pt x="129" y="239"/>
                  </a:cubicBezTo>
                  <a:cubicBezTo>
                    <a:pt x="131" y="236"/>
                    <a:pt x="131" y="231"/>
                    <a:pt x="130" y="229"/>
                  </a:cubicBezTo>
                  <a:cubicBezTo>
                    <a:pt x="129" y="227"/>
                    <a:pt x="127" y="224"/>
                    <a:pt x="128" y="223"/>
                  </a:cubicBezTo>
                  <a:cubicBezTo>
                    <a:pt x="130" y="222"/>
                    <a:pt x="133" y="225"/>
                    <a:pt x="136" y="224"/>
                  </a:cubicBezTo>
                  <a:cubicBezTo>
                    <a:pt x="138" y="222"/>
                    <a:pt x="139" y="221"/>
                    <a:pt x="139" y="218"/>
                  </a:cubicBezTo>
                  <a:cubicBezTo>
                    <a:pt x="139" y="214"/>
                    <a:pt x="140" y="215"/>
                    <a:pt x="138" y="212"/>
                  </a:cubicBezTo>
                  <a:cubicBezTo>
                    <a:pt x="137" y="210"/>
                    <a:pt x="135" y="207"/>
                    <a:pt x="135" y="206"/>
                  </a:cubicBezTo>
                  <a:cubicBezTo>
                    <a:pt x="135" y="204"/>
                    <a:pt x="137" y="203"/>
                    <a:pt x="137" y="204"/>
                  </a:cubicBezTo>
                  <a:cubicBezTo>
                    <a:pt x="138" y="206"/>
                    <a:pt x="138" y="206"/>
                    <a:pt x="140" y="209"/>
                  </a:cubicBezTo>
                  <a:cubicBezTo>
                    <a:pt x="142" y="212"/>
                    <a:pt x="142" y="213"/>
                    <a:pt x="143" y="212"/>
                  </a:cubicBezTo>
                  <a:cubicBezTo>
                    <a:pt x="144" y="211"/>
                    <a:pt x="145" y="208"/>
                    <a:pt x="146" y="207"/>
                  </a:cubicBezTo>
                  <a:cubicBezTo>
                    <a:pt x="146" y="206"/>
                    <a:pt x="145" y="206"/>
                    <a:pt x="149" y="205"/>
                  </a:cubicBezTo>
                  <a:cubicBezTo>
                    <a:pt x="153" y="203"/>
                    <a:pt x="152" y="203"/>
                    <a:pt x="155" y="202"/>
                  </a:cubicBezTo>
                  <a:cubicBezTo>
                    <a:pt x="157" y="202"/>
                    <a:pt x="158" y="203"/>
                    <a:pt x="161" y="200"/>
                  </a:cubicBezTo>
                  <a:cubicBezTo>
                    <a:pt x="163" y="198"/>
                    <a:pt x="166" y="192"/>
                    <a:pt x="167" y="191"/>
                  </a:cubicBezTo>
                  <a:cubicBezTo>
                    <a:pt x="169" y="191"/>
                    <a:pt x="170" y="191"/>
                    <a:pt x="172" y="190"/>
                  </a:cubicBezTo>
                  <a:cubicBezTo>
                    <a:pt x="173" y="189"/>
                    <a:pt x="175" y="190"/>
                    <a:pt x="177" y="189"/>
                  </a:cubicBezTo>
                  <a:cubicBezTo>
                    <a:pt x="179" y="188"/>
                    <a:pt x="180" y="187"/>
                    <a:pt x="182" y="186"/>
                  </a:cubicBezTo>
                  <a:cubicBezTo>
                    <a:pt x="183" y="185"/>
                    <a:pt x="184" y="184"/>
                    <a:pt x="186" y="184"/>
                  </a:cubicBezTo>
                  <a:cubicBezTo>
                    <a:pt x="188" y="184"/>
                    <a:pt x="189" y="184"/>
                    <a:pt x="191" y="182"/>
                  </a:cubicBezTo>
                  <a:cubicBezTo>
                    <a:pt x="193" y="181"/>
                    <a:pt x="196" y="180"/>
                    <a:pt x="198" y="177"/>
                  </a:cubicBezTo>
                  <a:cubicBezTo>
                    <a:pt x="200" y="173"/>
                    <a:pt x="200" y="171"/>
                    <a:pt x="202" y="169"/>
                  </a:cubicBezTo>
                  <a:cubicBezTo>
                    <a:pt x="205" y="166"/>
                    <a:pt x="206" y="164"/>
                    <a:pt x="208" y="163"/>
                  </a:cubicBezTo>
                  <a:cubicBezTo>
                    <a:pt x="210" y="162"/>
                    <a:pt x="212" y="162"/>
                    <a:pt x="212" y="160"/>
                  </a:cubicBezTo>
                  <a:cubicBezTo>
                    <a:pt x="212" y="159"/>
                    <a:pt x="211" y="159"/>
                    <a:pt x="211" y="157"/>
                  </a:cubicBezTo>
                  <a:cubicBezTo>
                    <a:pt x="211" y="155"/>
                    <a:pt x="211" y="155"/>
                    <a:pt x="210" y="154"/>
                  </a:cubicBezTo>
                  <a:cubicBezTo>
                    <a:pt x="208" y="153"/>
                    <a:pt x="206" y="152"/>
                    <a:pt x="206" y="151"/>
                  </a:cubicBezTo>
                  <a:cubicBezTo>
                    <a:pt x="206" y="150"/>
                    <a:pt x="206" y="149"/>
                    <a:pt x="206" y="148"/>
                  </a:cubicBezTo>
                  <a:cubicBezTo>
                    <a:pt x="206" y="147"/>
                    <a:pt x="204" y="147"/>
                    <a:pt x="204" y="146"/>
                  </a:cubicBezTo>
                  <a:cubicBezTo>
                    <a:pt x="204" y="144"/>
                    <a:pt x="206" y="143"/>
                    <a:pt x="207" y="142"/>
                  </a:cubicBezTo>
                  <a:cubicBezTo>
                    <a:pt x="209" y="141"/>
                    <a:pt x="212" y="139"/>
                    <a:pt x="212" y="138"/>
                  </a:cubicBezTo>
                  <a:cubicBezTo>
                    <a:pt x="213" y="137"/>
                    <a:pt x="214" y="135"/>
                    <a:pt x="214" y="133"/>
                  </a:cubicBezTo>
                  <a:cubicBezTo>
                    <a:pt x="214" y="132"/>
                    <a:pt x="214" y="131"/>
                    <a:pt x="215" y="130"/>
                  </a:cubicBezTo>
                  <a:cubicBezTo>
                    <a:pt x="216" y="129"/>
                    <a:pt x="213" y="129"/>
                    <a:pt x="213" y="127"/>
                  </a:cubicBezTo>
                  <a:cubicBezTo>
                    <a:pt x="213" y="126"/>
                    <a:pt x="213" y="126"/>
                    <a:pt x="216" y="125"/>
                  </a:cubicBezTo>
                  <a:cubicBezTo>
                    <a:pt x="218" y="123"/>
                    <a:pt x="218" y="124"/>
                    <a:pt x="221" y="122"/>
                  </a:cubicBezTo>
                  <a:cubicBezTo>
                    <a:pt x="224" y="120"/>
                    <a:pt x="223" y="119"/>
                    <a:pt x="225" y="119"/>
                  </a:cubicBezTo>
                  <a:cubicBezTo>
                    <a:pt x="227" y="119"/>
                    <a:pt x="228" y="120"/>
                    <a:pt x="229" y="120"/>
                  </a:cubicBezTo>
                  <a:cubicBezTo>
                    <a:pt x="231" y="119"/>
                    <a:pt x="229" y="118"/>
                    <a:pt x="229" y="117"/>
                  </a:cubicBezTo>
                  <a:cubicBezTo>
                    <a:pt x="228" y="115"/>
                    <a:pt x="227" y="115"/>
                    <a:pt x="228" y="114"/>
                  </a:cubicBezTo>
                  <a:cubicBezTo>
                    <a:pt x="230" y="112"/>
                    <a:pt x="229" y="111"/>
                    <a:pt x="230" y="110"/>
                  </a:cubicBezTo>
                  <a:cubicBezTo>
                    <a:pt x="231" y="109"/>
                    <a:pt x="233" y="110"/>
                    <a:pt x="234" y="111"/>
                  </a:cubicBezTo>
                  <a:cubicBezTo>
                    <a:pt x="236" y="112"/>
                    <a:pt x="235" y="113"/>
                    <a:pt x="236" y="112"/>
                  </a:cubicBezTo>
                  <a:cubicBezTo>
                    <a:pt x="238" y="111"/>
                    <a:pt x="237" y="110"/>
                    <a:pt x="238" y="110"/>
                  </a:cubicBezTo>
                  <a:cubicBezTo>
                    <a:pt x="240" y="110"/>
                    <a:pt x="242" y="111"/>
                    <a:pt x="242" y="112"/>
                  </a:cubicBezTo>
                  <a:cubicBezTo>
                    <a:pt x="243" y="114"/>
                    <a:pt x="242" y="115"/>
                    <a:pt x="244" y="115"/>
                  </a:cubicBezTo>
                  <a:cubicBezTo>
                    <a:pt x="246" y="114"/>
                    <a:pt x="245" y="112"/>
                    <a:pt x="246" y="112"/>
                  </a:cubicBezTo>
                  <a:cubicBezTo>
                    <a:pt x="248" y="111"/>
                    <a:pt x="249" y="110"/>
                    <a:pt x="251" y="111"/>
                  </a:cubicBezTo>
                  <a:cubicBezTo>
                    <a:pt x="253" y="111"/>
                    <a:pt x="252" y="112"/>
                    <a:pt x="256" y="111"/>
                  </a:cubicBezTo>
                  <a:cubicBezTo>
                    <a:pt x="260" y="111"/>
                    <a:pt x="259" y="111"/>
                    <a:pt x="262" y="111"/>
                  </a:cubicBezTo>
                  <a:cubicBezTo>
                    <a:pt x="264" y="111"/>
                    <a:pt x="265" y="111"/>
                    <a:pt x="266" y="111"/>
                  </a:cubicBezTo>
                  <a:cubicBezTo>
                    <a:pt x="266" y="110"/>
                    <a:pt x="266" y="108"/>
                    <a:pt x="264" y="107"/>
                  </a:cubicBezTo>
                  <a:cubicBezTo>
                    <a:pt x="263" y="105"/>
                    <a:pt x="261" y="103"/>
                    <a:pt x="260" y="101"/>
                  </a:cubicBezTo>
                  <a:cubicBezTo>
                    <a:pt x="260" y="101"/>
                    <a:pt x="260" y="101"/>
                    <a:pt x="260" y="101"/>
                  </a:cubicBezTo>
                  <a:cubicBezTo>
                    <a:pt x="259" y="99"/>
                    <a:pt x="258" y="98"/>
                    <a:pt x="258" y="96"/>
                  </a:cubicBezTo>
                  <a:cubicBezTo>
                    <a:pt x="257" y="95"/>
                    <a:pt x="259" y="92"/>
                    <a:pt x="260" y="88"/>
                  </a:cubicBezTo>
                  <a:cubicBezTo>
                    <a:pt x="262" y="84"/>
                    <a:pt x="263" y="80"/>
                    <a:pt x="263" y="78"/>
                  </a:cubicBezTo>
                  <a:cubicBezTo>
                    <a:pt x="263" y="77"/>
                    <a:pt x="261" y="76"/>
                    <a:pt x="260" y="74"/>
                  </a:cubicBezTo>
                  <a:cubicBezTo>
                    <a:pt x="257" y="72"/>
                    <a:pt x="255" y="69"/>
                    <a:pt x="255" y="67"/>
                  </a:cubicBezTo>
                  <a:cubicBezTo>
                    <a:pt x="255" y="64"/>
                    <a:pt x="256" y="62"/>
                    <a:pt x="258" y="61"/>
                  </a:cubicBezTo>
                  <a:cubicBezTo>
                    <a:pt x="258" y="61"/>
                    <a:pt x="259" y="60"/>
                    <a:pt x="259" y="60"/>
                  </a:cubicBezTo>
                  <a:cubicBezTo>
                    <a:pt x="259" y="59"/>
                    <a:pt x="258" y="58"/>
                    <a:pt x="257" y="57"/>
                  </a:cubicBezTo>
                  <a:cubicBezTo>
                    <a:pt x="255" y="56"/>
                    <a:pt x="254" y="56"/>
                    <a:pt x="254" y="55"/>
                  </a:cubicBezTo>
                  <a:cubicBezTo>
                    <a:pt x="254" y="55"/>
                    <a:pt x="254" y="55"/>
                    <a:pt x="254" y="55"/>
                  </a:cubicBezTo>
                  <a:cubicBezTo>
                    <a:pt x="253" y="53"/>
                    <a:pt x="254" y="47"/>
                    <a:pt x="254" y="42"/>
                  </a:cubicBezTo>
                  <a:cubicBezTo>
                    <a:pt x="255" y="41"/>
                    <a:pt x="255" y="39"/>
                    <a:pt x="255" y="39"/>
                  </a:cubicBezTo>
                  <a:cubicBezTo>
                    <a:pt x="255" y="38"/>
                    <a:pt x="252" y="35"/>
                    <a:pt x="250" y="34"/>
                  </a:cubicBezTo>
                  <a:cubicBezTo>
                    <a:pt x="250" y="33"/>
                    <a:pt x="250" y="33"/>
                    <a:pt x="249" y="33"/>
                  </a:cubicBezTo>
                  <a:cubicBezTo>
                    <a:pt x="249" y="32"/>
                    <a:pt x="237" y="25"/>
                    <a:pt x="226" y="19"/>
                  </a:cubicBezTo>
                  <a:cubicBezTo>
                    <a:pt x="219" y="15"/>
                    <a:pt x="212" y="12"/>
                    <a:pt x="211" y="10"/>
                  </a:cubicBezTo>
                  <a:cubicBezTo>
                    <a:pt x="208" y="9"/>
                    <a:pt x="204" y="6"/>
                    <a:pt x="201" y="4"/>
                  </a:cubicBezTo>
                  <a:cubicBezTo>
                    <a:pt x="199" y="3"/>
                    <a:pt x="197" y="1"/>
                    <a:pt x="196" y="0"/>
                  </a:cubicBezTo>
                  <a:cubicBezTo>
                    <a:pt x="195" y="0"/>
                    <a:pt x="194" y="0"/>
                    <a:pt x="192" y="0"/>
                  </a:cubicBezTo>
                  <a:cubicBezTo>
                    <a:pt x="190" y="0"/>
                    <a:pt x="188" y="1"/>
                    <a:pt x="187" y="1"/>
                  </a:cubicBezTo>
                  <a:cubicBezTo>
                    <a:pt x="187" y="1"/>
                    <a:pt x="187" y="1"/>
                    <a:pt x="187" y="1"/>
                  </a:cubicBezTo>
                  <a:cubicBezTo>
                    <a:pt x="187" y="1"/>
                    <a:pt x="187" y="2"/>
                    <a:pt x="187" y="3"/>
                  </a:cubicBezTo>
                  <a:cubicBezTo>
                    <a:pt x="187" y="4"/>
                    <a:pt x="188" y="5"/>
                    <a:pt x="188" y="7"/>
                  </a:cubicBezTo>
                  <a:cubicBezTo>
                    <a:pt x="189" y="10"/>
                    <a:pt x="188" y="11"/>
                    <a:pt x="186" y="12"/>
                  </a:cubicBezTo>
                  <a:cubicBezTo>
                    <a:pt x="186" y="12"/>
                    <a:pt x="185" y="13"/>
                    <a:pt x="185" y="13"/>
                  </a:cubicBezTo>
                  <a:cubicBezTo>
                    <a:pt x="184" y="15"/>
                    <a:pt x="184" y="15"/>
                    <a:pt x="184" y="17"/>
                  </a:cubicBezTo>
                  <a:cubicBezTo>
                    <a:pt x="184" y="18"/>
                    <a:pt x="184" y="19"/>
                    <a:pt x="184" y="21"/>
                  </a:cubicBezTo>
                  <a:cubicBezTo>
                    <a:pt x="183" y="25"/>
                    <a:pt x="182" y="26"/>
                    <a:pt x="179" y="25"/>
                  </a:cubicBezTo>
                  <a:cubicBezTo>
                    <a:pt x="178" y="25"/>
                    <a:pt x="177" y="25"/>
                    <a:pt x="176" y="24"/>
                  </a:cubicBezTo>
                  <a:cubicBezTo>
                    <a:pt x="175" y="24"/>
                    <a:pt x="175" y="24"/>
                    <a:pt x="174" y="24"/>
                  </a:cubicBezTo>
                  <a:cubicBezTo>
                    <a:pt x="170" y="23"/>
                    <a:pt x="164" y="22"/>
                    <a:pt x="159" y="21"/>
                  </a:cubicBezTo>
                  <a:cubicBezTo>
                    <a:pt x="156" y="21"/>
                    <a:pt x="154" y="21"/>
                    <a:pt x="153" y="20"/>
                  </a:cubicBezTo>
                  <a:cubicBezTo>
                    <a:pt x="152" y="20"/>
                    <a:pt x="152" y="20"/>
                    <a:pt x="152" y="20"/>
                  </a:cubicBezTo>
                  <a:cubicBezTo>
                    <a:pt x="150" y="20"/>
                    <a:pt x="149" y="20"/>
                    <a:pt x="148" y="21"/>
                  </a:cubicBezTo>
                  <a:cubicBezTo>
                    <a:pt x="147" y="21"/>
                    <a:pt x="146" y="22"/>
                    <a:pt x="146" y="24"/>
                  </a:cubicBezTo>
                  <a:cubicBezTo>
                    <a:pt x="146" y="24"/>
                    <a:pt x="146" y="24"/>
                    <a:pt x="146" y="24"/>
                  </a:cubicBezTo>
                  <a:cubicBezTo>
                    <a:pt x="145" y="26"/>
                    <a:pt x="145" y="29"/>
                    <a:pt x="145" y="31"/>
                  </a:cubicBezTo>
                  <a:cubicBezTo>
                    <a:pt x="144" y="33"/>
                    <a:pt x="143" y="35"/>
                    <a:pt x="142" y="36"/>
                  </a:cubicBezTo>
                  <a:cubicBezTo>
                    <a:pt x="139" y="38"/>
                    <a:pt x="138" y="38"/>
                    <a:pt x="136" y="37"/>
                  </a:cubicBezTo>
                  <a:cubicBezTo>
                    <a:pt x="136" y="37"/>
                    <a:pt x="135" y="36"/>
                    <a:pt x="133" y="36"/>
                  </a:cubicBezTo>
                  <a:cubicBezTo>
                    <a:pt x="129" y="35"/>
                    <a:pt x="126" y="36"/>
                    <a:pt x="122" y="38"/>
                  </a:cubicBezTo>
                  <a:cubicBezTo>
                    <a:pt x="122" y="38"/>
                    <a:pt x="122" y="38"/>
                    <a:pt x="122" y="38"/>
                  </a:cubicBezTo>
                  <a:cubicBezTo>
                    <a:pt x="119" y="39"/>
                    <a:pt x="118" y="42"/>
                    <a:pt x="116" y="45"/>
                  </a:cubicBezTo>
                  <a:cubicBezTo>
                    <a:pt x="116" y="46"/>
                    <a:pt x="116" y="47"/>
                    <a:pt x="115" y="47"/>
                  </a:cubicBezTo>
                  <a:cubicBezTo>
                    <a:pt x="114" y="50"/>
                    <a:pt x="113" y="51"/>
                    <a:pt x="111" y="52"/>
                  </a:cubicBezTo>
                  <a:cubicBezTo>
                    <a:pt x="109" y="53"/>
                    <a:pt x="107" y="54"/>
                    <a:pt x="107" y="56"/>
                  </a:cubicBezTo>
                  <a:cubicBezTo>
                    <a:pt x="106" y="58"/>
                    <a:pt x="107" y="59"/>
                    <a:pt x="108" y="60"/>
                  </a:cubicBezTo>
                  <a:cubicBezTo>
                    <a:pt x="109" y="61"/>
                    <a:pt x="110" y="62"/>
                    <a:pt x="110" y="64"/>
                  </a:cubicBezTo>
                  <a:cubicBezTo>
                    <a:pt x="111" y="68"/>
                    <a:pt x="108" y="71"/>
                    <a:pt x="104" y="75"/>
                  </a:cubicBezTo>
                  <a:cubicBezTo>
                    <a:pt x="104" y="76"/>
                    <a:pt x="103" y="76"/>
                    <a:pt x="103" y="76"/>
                  </a:cubicBezTo>
                  <a:cubicBezTo>
                    <a:pt x="101" y="78"/>
                    <a:pt x="99" y="80"/>
                    <a:pt x="98" y="81"/>
                  </a:cubicBezTo>
                  <a:cubicBezTo>
                    <a:pt x="95" y="83"/>
                    <a:pt x="92" y="86"/>
                    <a:pt x="91" y="89"/>
                  </a:cubicBezTo>
                  <a:cubicBezTo>
                    <a:pt x="90" y="91"/>
                    <a:pt x="89" y="92"/>
                    <a:pt x="89" y="93"/>
                  </a:cubicBezTo>
                  <a:cubicBezTo>
                    <a:pt x="89" y="94"/>
                    <a:pt x="88" y="95"/>
                    <a:pt x="87" y="96"/>
                  </a:cubicBezTo>
                  <a:cubicBezTo>
                    <a:pt x="86" y="97"/>
                    <a:pt x="84" y="97"/>
                    <a:pt x="82" y="98"/>
                  </a:cubicBezTo>
                  <a:cubicBezTo>
                    <a:pt x="81" y="99"/>
                    <a:pt x="80" y="99"/>
                    <a:pt x="80" y="99"/>
                  </a:cubicBezTo>
                  <a:cubicBezTo>
                    <a:pt x="78" y="100"/>
                    <a:pt x="76" y="101"/>
                    <a:pt x="74" y="103"/>
                  </a:cubicBezTo>
                  <a:cubicBezTo>
                    <a:pt x="73" y="104"/>
                    <a:pt x="72" y="105"/>
                    <a:pt x="72" y="106"/>
                  </a:cubicBezTo>
                  <a:cubicBezTo>
                    <a:pt x="72" y="108"/>
                    <a:pt x="72" y="113"/>
                    <a:pt x="72" y="117"/>
                  </a:cubicBezTo>
                  <a:cubicBezTo>
                    <a:pt x="72" y="120"/>
                    <a:pt x="71" y="123"/>
                    <a:pt x="71" y="125"/>
                  </a:cubicBezTo>
                  <a:cubicBezTo>
                    <a:pt x="71" y="130"/>
                    <a:pt x="70" y="132"/>
                    <a:pt x="66" y="138"/>
                  </a:cubicBezTo>
                  <a:cubicBezTo>
                    <a:pt x="65" y="140"/>
                    <a:pt x="65" y="140"/>
                    <a:pt x="65" y="140"/>
                  </a:cubicBezTo>
                  <a:cubicBezTo>
                    <a:pt x="63" y="143"/>
                    <a:pt x="61" y="144"/>
                    <a:pt x="60" y="146"/>
                  </a:cubicBezTo>
                  <a:cubicBezTo>
                    <a:pt x="58" y="147"/>
                    <a:pt x="58" y="148"/>
                    <a:pt x="57" y="150"/>
                  </a:cubicBezTo>
                  <a:cubicBezTo>
                    <a:pt x="56" y="154"/>
                    <a:pt x="58" y="155"/>
                    <a:pt x="59" y="155"/>
                  </a:cubicBezTo>
                  <a:cubicBezTo>
                    <a:pt x="60" y="156"/>
                    <a:pt x="61" y="157"/>
                    <a:pt x="61" y="158"/>
                  </a:cubicBezTo>
                  <a:cubicBezTo>
                    <a:pt x="61" y="158"/>
                    <a:pt x="61" y="158"/>
                    <a:pt x="61" y="158"/>
                  </a:cubicBezTo>
                  <a:cubicBezTo>
                    <a:pt x="62" y="160"/>
                    <a:pt x="62" y="162"/>
                    <a:pt x="61" y="164"/>
                  </a:cubicBezTo>
                  <a:cubicBezTo>
                    <a:pt x="61" y="166"/>
                    <a:pt x="60" y="169"/>
                    <a:pt x="59" y="171"/>
                  </a:cubicBezTo>
                  <a:cubicBezTo>
                    <a:pt x="56" y="174"/>
                    <a:pt x="54" y="173"/>
                    <a:pt x="50" y="172"/>
                  </a:cubicBezTo>
                  <a:cubicBezTo>
                    <a:pt x="49" y="172"/>
                    <a:pt x="48" y="171"/>
                    <a:pt x="47" y="171"/>
                  </a:cubicBezTo>
                  <a:cubicBezTo>
                    <a:pt x="45" y="171"/>
                    <a:pt x="43" y="171"/>
                    <a:pt x="41" y="171"/>
                  </a:cubicBezTo>
                  <a:cubicBezTo>
                    <a:pt x="39" y="171"/>
                    <a:pt x="38" y="172"/>
                    <a:pt x="36" y="172"/>
                  </a:cubicBezTo>
                  <a:cubicBezTo>
                    <a:pt x="34" y="173"/>
                    <a:pt x="32" y="176"/>
                    <a:pt x="29" y="179"/>
                  </a:cubicBezTo>
                  <a:cubicBezTo>
                    <a:pt x="28" y="181"/>
                    <a:pt x="28" y="182"/>
                    <a:pt x="26" y="183"/>
                  </a:cubicBezTo>
                  <a:cubicBezTo>
                    <a:pt x="24" y="186"/>
                    <a:pt x="22" y="189"/>
                    <a:pt x="21" y="191"/>
                  </a:cubicBezTo>
                  <a:cubicBezTo>
                    <a:pt x="20" y="193"/>
                    <a:pt x="20" y="195"/>
                    <a:pt x="20" y="197"/>
                  </a:cubicBezTo>
                  <a:cubicBezTo>
                    <a:pt x="20" y="198"/>
                    <a:pt x="20" y="199"/>
                    <a:pt x="21" y="201"/>
                  </a:cubicBezTo>
                  <a:cubicBezTo>
                    <a:pt x="22" y="203"/>
                    <a:pt x="23" y="205"/>
                    <a:pt x="23" y="207"/>
                  </a:cubicBezTo>
                  <a:cubicBezTo>
                    <a:pt x="23" y="209"/>
                    <a:pt x="23" y="211"/>
                    <a:pt x="22" y="213"/>
                  </a:cubicBezTo>
                  <a:cubicBezTo>
                    <a:pt x="22" y="214"/>
                    <a:pt x="21" y="216"/>
                    <a:pt x="21" y="218"/>
                  </a:cubicBezTo>
                  <a:cubicBezTo>
                    <a:pt x="21" y="219"/>
                    <a:pt x="22" y="221"/>
                    <a:pt x="23" y="222"/>
                  </a:cubicBezTo>
                  <a:cubicBezTo>
                    <a:pt x="24" y="224"/>
                    <a:pt x="25" y="226"/>
                    <a:pt x="25" y="228"/>
                  </a:cubicBezTo>
                  <a:cubicBezTo>
                    <a:pt x="25" y="231"/>
                    <a:pt x="24" y="237"/>
                    <a:pt x="23" y="243"/>
                  </a:cubicBezTo>
                  <a:cubicBezTo>
                    <a:pt x="23" y="243"/>
                    <a:pt x="23" y="243"/>
                    <a:pt x="23" y="243"/>
                  </a:cubicBezTo>
                  <a:cubicBezTo>
                    <a:pt x="23" y="244"/>
                    <a:pt x="23" y="244"/>
                    <a:pt x="23" y="245"/>
                  </a:cubicBezTo>
                  <a:cubicBezTo>
                    <a:pt x="22" y="248"/>
                    <a:pt x="25" y="250"/>
                    <a:pt x="28" y="252"/>
                  </a:cubicBezTo>
                  <a:cubicBezTo>
                    <a:pt x="30" y="253"/>
                    <a:pt x="32" y="254"/>
                    <a:pt x="34" y="256"/>
                  </a:cubicBezTo>
                  <a:cubicBezTo>
                    <a:pt x="37" y="259"/>
                    <a:pt x="36" y="261"/>
                    <a:pt x="35" y="263"/>
                  </a:cubicBezTo>
                  <a:cubicBezTo>
                    <a:pt x="35" y="263"/>
                    <a:pt x="35" y="263"/>
                    <a:pt x="35" y="263"/>
                  </a:cubicBezTo>
                  <a:cubicBezTo>
                    <a:pt x="35" y="264"/>
                    <a:pt x="35" y="265"/>
                    <a:pt x="34" y="266"/>
                  </a:cubicBezTo>
                  <a:cubicBezTo>
                    <a:pt x="34" y="270"/>
                    <a:pt x="31" y="270"/>
                    <a:pt x="28" y="270"/>
                  </a:cubicBezTo>
                  <a:cubicBezTo>
                    <a:pt x="27" y="270"/>
                    <a:pt x="25" y="270"/>
                    <a:pt x="24" y="270"/>
                  </a:cubicBezTo>
                  <a:cubicBezTo>
                    <a:pt x="23" y="271"/>
                    <a:pt x="23" y="271"/>
                    <a:pt x="24" y="271"/>
                  </a:cubicBezTo>
                  <a:cubicBezTo>
                    <a:pt x="24" y="272"/>
                    <a:pt x="24" y="272"/>
                    <a:pt x="24" y="273"/>
                  </a:cubicBezTo>
                  <a:cubicBezTo>
                    <a:pt x="25" y="274"/>
                    <a:pt x="27" y="276"/>
                    <a:pt x="28" y="279"/>
                  </a:cubicBezTo>
                  <a:cubicBezTo>
                    <a:pt x="30" y="285"/>
                    <a:pt x="30" y="285"/>
                    <a:pt x="29" y="287"/>
                  </a:cubicBezTo>
                  <a:cubicBezTo>
                    <a:pt x="29" y="287"/>
                    <a:pt x="29" y="288"/>
                    <a:pt x="29" y="289"/>
                  </a:cubicBezTo>
                  <a:cubicBezTo>
                    <a:pt x="28" y="291"/>
                    <a:pt x="28" y="294"/>
                    <a:pt x="27" y="296"/>
                  </a:cubicBezTo>
                  <a:cubicBezTo>
                    <a:pt x="26" y="298"/>
                    <a:pt x="25" y="299"/>
                    <a:pt x="23" y="301"/>
                  </a:cubicBezTo>
                  <a:cubicBezTo>
                    <a:pt x="22" y="302"/>
                    <a:pt x="20" y="302"/>
                    <a:pt x="19" y="303"/>
                  </a:cubicBezTo>
                  <a:cubicBezTo>
                    <a:pt x="19" y="303"/>
                    <a:pt x="19" y="303"/>
                    <a:pt x="19" y="303"/>
                  </a:cubicBezTo>
                  <a:cubicBezTo>
                    <a:pt x="18" y="303"/>
                    <a:pt x="16" y="303"/>
                    <a:pt x="16" y="305"/>
                  </a:cubicBezTo>
                  <a:cubicBezTo>
                    <a:pt x="16" y="307"/>
                    <a:pt x="15" y="308"/>
                    <a:pt x="14" y="309"/>
                  </a:cubicBezTo>
                  <a:cubicBezTo>
                    <a:pt x="14" y="310"/>
                    <a:pt x="13" y="311"/>
                    <a:pt x="13" y="312"/>
                  </a:cubicBezTo>
                  <a:cubicBezTo>
                    <a:pt x="13" y="312"/>
                    <a:pt x="13" y="314"/>
                    <a:pt x="13" y="316"/>
                  </a:cubicBezTo>
                  <a:cubicBezTo>
                    <a:pt x="13" y="320"/>
                    <a:pt x="14" y="325"/>
                    <a:pt x="13" y="327"/>
                  </a:cubicBezTo>
                  <a:cubicBezTo>
                    <a:pt x="13" y="330"/>
                    <a:pt x="12" y="331"/>
                    <a:pt x="10" y="33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1" name="Freeform 227">
              <a:extLst>
                <a:ext uri="{FF2B5EF4-FFF2-40B4-BE49-F238E27FC236}">
                  <a16:creationId xmlns:a16="http://schemas.microsoft.com/office/drawing/2014/main" id="{FE8DEA08-5CFF-96CA-C61E-97914AF15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808" y="2849839"/>
              <a:ext cx="5642" cy="5642"/>
            </a:xfrm>
            <a:custGeom>
              <a:avLst/>
              <a:gdLst>
                <a:gd name="T0" fmla="*/ 6 w 6"/>
                <a:gd name="T1" fmla="*/ 4 h 5"/>
                <a:gd name="T2" fmla="*/ 3 w 6"/>
                <a:gd name="T3" fmla="*/ 2 h 5"/>
                <a:gd name="T4" fmla="*/ 2 w 6"/>
                <a:gd name="T5" fmla="*/ 5 h 5"/>
                <a:gd name="T6" fmla="*/ 6 w 6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5">
                  <a:moveTo>
                    <a:pt x="6" y="4"/>
                  </a:moveTo>
                  <a:cubicBezTo>
                    <a:pt x="6" y="2"/>
                    <a:pt x="5" y="0"/>
                    <a:pt x="3" y="2"/>
                  </a:cubicBezTo>
                  <a:cubicBezTo>
                    <a:pt x="2" y="3"/>
                    <a:pt x="0" y="5"/>
                    <a:pt x="2" y="5"/>
                  </a:cubicBezTo>
                  <a:cubicBezTo>
                    <a:pt x="4" y="5"/>
                    <a:pt x="6" y="5"/>
                    <a:pt x="6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2" name="Freeform 228">
              <a:extLst>
                <a:ext uri="{FF2B5EF4-FFF2-40B4-BE49-F238E27FC236}">
                  <a16:creationId xmlns:a16="http://schemas.microsoft.com/office/drawing/2014/main" id="{06C7D60B-2CA9-7B89-7636-FE2060A2F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2785" y="2474676"/>
              <a:ext cx="2821" cy="4231"/>
            </a:xfrm>
            <a:custGeom>
              <a:avLst/>
              <a:gdLst>
                <a:gd name="T0" fmla="*/ 3 w 3"/>
                <a:gd name="T1" fmla="*/ 3 h 4"/>
                <a:gd name="T2" fmla="*/ 1 w 3"/>
                <a:gd name="T3" fmla="*/ 1 h 4"/>
                <a:gd name="T4" fmla="*/ 0 w 3"/>
                <a:gd name="T5" fmla="*/ 3 h 4"/>
                <a:gd name="T6" fmla="*/ 3 w 3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3" y="3"/>
                  </a:moveTo>
                  <a:cubicBezTo>
                    <a:pt x="3" y="1"/>
                    <a:pt x="2" y="0"/>
                    <a:pt x="1" y="1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1" y="4"/>
                    <a:pt x="3" y="4"/>
                    <a:pt x="3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3" name="Freeform 229">
              <a:extLst>
                <a:ext uri="{FF2B5EF4-FFF2-40B4-BE49-F238E27FC236}">
                  <a16:creationId xmlns:a16="http://schemas.microsoft.com/office/drawing/2014/main" id="{F8EF44D1-D93C-090E-6746-90F0D58D4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5213" y="2820221"/>
              <a:ext cx="9873" cy="8462"/>
            </a:xfrm>
            <a:custGeom>
              <a:avLst/>
              <a:gdLst>
                <a:gd name="T0" fmla="*/ 9 w 9"/>
                <a:gd name="T1" fmla="*/ 4 h 7"/>
                <a:gd name="T2" fmla="*/ 5 w 9"/>
                <a:gd name="T3" fmla="*/ 2 h 7"/>
                <a:gd name="T4" fmla="*/ 3 w 9"/>
                <a:gd name="T5" fmla="*/ 6 h 7"/>
                <a:gd name="T6" fmla="*/ 9 w 9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7">
                  <a:moveTo>
                    <a:pt x="9" y="4"/>
                  </a:moveTo>
                  <a:cubicBezTo>
                    <a:pt x="9" y="3"/>
                    <a:pt x="7" y="0"/>
                    <a:pt x="5" y="2"/>
                  </a:cubicBezTo>
                  <a:cubicBezTo>
                    <a:pt x="3" y="5"/>
                    <a:pt x="0" y="6"/>
                    <a:pt x="3" y="6"/>
                  </a:cubicBezTo>
                  <a:cubicBezTo>
                    <a:pt x="6" y="7"/>
                    <a:pt x="9" y="6"/>
                    <a:pt x="9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4" name="Freeform 230">
              <a:extLst>
                <a:ext uri="{FF2B5EF4-FFF2-40B4-BE49-F238E27FC236}">
                  <a16:creationId xmlns:a16="http://schemas.microsoft.com/office/drawing/2014/main" id="{5AD21C77-C103-0B86-0772-7E1B89DDA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0229" y="2718673"/>
              <a:ext cx="5642" cy="4231"/>
            </a:xfrm>
            <a:custGeom>
              <a:avLst/>
              <a:gdLst>
                <a:gd name="T0" fmla="*/ 4 w 5"/>
                <a:gd name="T1" fmla="*/ 2 h 4"/>
                <a:gd name="T2" fmla="*/ 2 w 5"/>
                <a:gd name="T3" fmla="*/ 0 h 4"/>
                <a:gd name="T4" fmla="*/ 0 w 5"/>
                <a:gd name="T5" fmla="*/ 3 h 4"/>
                <a:gd name="T6" fmla="*/ 4 w 5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4">
                  <a:moveTo>
                    <a:pt x="4" y="2"/>
                  </a:moveTo>
                  <a:cubicBezTo>
                    <a:pt x="5" y="1"/>
                    <a:pt x="3" y="0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1" y="4"/>
                    <a:pt x="4" y="4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5" name="Freeform 231">
              <a:extLst>
                <a:ext uri="{FF2B5EF4-FFF2-40B4-BE49-F238E27FC236}">
                  <a16:creationId xmlns:a16="http://schemas.microsoft.com/office/drawing/2014/main" id="{01500138-43C7-EBED-6E83-0BDB20391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709" y="2428133"/>
              <a:ext cx="7052" cy="7052"/>
            </a:xfrm>
            <a:custGeom>
              <a:avLst/>
              <a:gdLst>
                <a:gd name="T0" fmla="*/ 2 w 6"/>
                <a:gd name="T1" fmla="*/ 6 h 6"/>
                <a:gd name="T2" fmla="*/ 5 w 6"/>
                <a:gd name="T3" fmla="*/ 4 h 6"/>
                <a:gd name="T4" fmla="*/ 4 w 6"/>
                <a:gd name="T5" fmla="*/ 2 h 6"/>
                <a:gd name="T6" fmla="*/ 1 w 6"/>
                <a:gd name="T7" fmla="*/ 1 h 6"/>
                <a:gd name="T8" fmla="*/ 1 w 6"/>
                <a:gd name="T9" fmla="*/ 3 h 6"/>
                <a:gd name="T10" fmla="*/ 2 w 6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2" y="6"/>
                  </a:moveTo>
                  <a:cubicBezTo>
                    <a:pt x="4" y="6"/>
                    <a:pt x="6" y="6"/>
                    <a:pt x="5" y="4"/>
                  </a:cubicBezTo>
                  <a:cubicBezTo>
                    <a:pt x="5" y="3"/>
                    <a:pt x="4" y="4"/>
                    <a:pt x="4" y="2"/>
                  </a:cubicBezTo>
                  <a:cubicBezTo>
                    <a:pt x="4" y="1"/>
                    <a:pt x="2" y="0"/>
                    <a:pt x="1" y="1"/>
                  </a:cubicBezTo>
                  <a:cubicBezTo>
                    <a:pt x="0" y="2"/>
                    <a:pt x="1" y="2"/>
                    <a:pt x="1" y="3"/>
                  </a:cubicBezTo>
                  <a:cubicBezTo>
                    <a:pt x="2" y="4"/>
                    <a:pt x="1" y="6"/>
                    <a:pt x="2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6" name="Freeform 232">
              <a:extLst>
                <a:ext uri="{FF2B5EF4-FFF2-40B4-BE49-F238E27FC236}">
                  <a16:creationId xmlns:a16="http://schemas.microsoft.com/office/drawing/2014/main" id="{87CA296E-EC06-58AF-75DB-02DB83EE3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535" y="2734187"/>
              <a:ext cx="9873" cy="9873"/>
            </a:xfrm>
            <a:custGeom>
              <a:avLst/>
              <a:gdLst>
                <a:gd name="T0" fmla="*/ 5 w 9"/>
                <a:gd name="T1" fmla="*/ 6 h 9"/>
                <a:gd name="T2" fmla="*/ 8 w 9"/>
                <a:gd name="T3" fmla="*/ 2 h 9"/>
                <a:gd name="T4" fmla="*/ 6 w 9"/>
                <a:gd name="T5" fmla="*/ 0 h 9"/>
                <a:gd name="T6" fmla="*/ 1 w 9"/>
                <a:gd name="T7" fmla="*/ 2 h 9"/>
                <a:gd name="T8" fmla="*/ 1 w 9"/>
                <a:gd name="T9" fmla="*/ 6 h 9"/>
                <a:gd name="T10" fmla="*/ 5 w 9"/>
                <a:gd name="T11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9">
                  <a:moveTo>
                    <a:pt x="5" y="6"/>
                  </a:moveTo>
                  <a:cubicBezTo>
                    <a:pt x="6" y="4"/>
                    <a:pt x="6" y="4"/>
                    <a:pt x="8" y="2"/>
                  </a:cubicBezTo>
                  <a:cubicBezTo>
                    <a:pt x="9" y="0"/>
                    <a:pt x="7" y="0"/>
                    <a:pt x="6" y="0"/>
                  </a:cubicBezTo>
                  <a:cubicBezTo>
                    <a:pt x="5" y="1"/>
                    <a:pt x="2" y="1"/>
                    <a:pt x="1" y="2"/>
                  </a:cubicBezTo>
                  <a:cubicBezTo>
                    <a:pt x="0" y="2"/>
                    <a:pt x="0" y="4"/>
                    <a:pt x="1" y="6"/>
                  </a:cubicBezTo>
                  <a:cubicBezTo>
                    <a:pt x="2" y="7"/>
                    <a:pt x="3" y="9"/>
                    <a:pt x="5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7" name="Freeform 233">
              <a:extLst>
                <a:ext uri="{FF2B5EF4-FFF2-40B4-BE49-F238E27FC236}">
                  <a16:creationId xmlns:a16="http://schemas.microsoft.com/office/drawing/2014/main" id="{C4011B9B-8E38-DF89-AD70-68E038757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1894" y="2842787"/>
              <a:ext cx="8462" cy="7052"/>
            </a:xfrm>
            <a:custGeom>
              <a:avLst/>
              <a:gdLst>
                <a:gd name="T0" fmla="*/ 5 w 8"/>
                <a:gd name="T1" fmla="*/ 2 h 7"/>
                <a:gd name="T2" fmla="*/ 2 w 8"/>
                <a:gd name="T3" fmla="*/ 2 h 7"/>
                <a:gd name="T4" fmla="*/ 6 w 8"/>
                <a:gd name="T5" fmla="*/ 6 h 7"/>
                <a:gd name="T6" fmla="*/ 5 w 8"/>
                <a:gd name="T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7">
                  <a:moveTo>
                    <a:pt x="5" y="2"/>
                  </a:moveTo>
                  <a:cubicBezTo>
                    <a:pt x="4" y="1"/>
                    <a:pt x="0" y="0"/>
                    <a:pt x="2" y="2"/>
                  </a:cubicBezTo>
                  <a:cubicBezTo>
                    <a:pt x="2" y="6"/>
                    <a:pt x="5" y="7"/>
                    <a:pt x="6" y="6"/>
                  </a:cubicBezTo>
                  <a:cubicBezTo>
                    <a:pt x="8" y="5"/>
                    <a:pt x="5" y="3"/>
                    <a:pt x="5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8" name="Freeform 234">
              <a:extLst>
                <a:ext uri="{FF2B5EF4-FFF2-40B4-BE49-F238E27FC236}">
                  <a16:creationId xmlns:a16="http://schemas.microsoft.com/office/drawing/2014/main" id="{5DC91072-9D76-7FEB-D643-CB60950B7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2275" y="2886509"/>
              <a:ext cx="4231" cy="5642"/>
            </a:xfrm>
            <a:custGeom>
              <a:avLst/>
              <a:gdLst>
                <a:gd name="T0" fmla="*/ 2 w 4"/>
                <a:gd name="T1" fmla="*/ 5 h 6"/>
                <a:gd name="T2" fmla="*/ 4 w 4"/>
                <a:gd name="T3" fmla="*/ 2 h 6"/>
                <a:gd name="T4" fmla="*/ 0 w 4"/>
                <a:gd name="T5" fmla="*/ 2 h 6"/>
                <a:gd name="T6" fmla="*/ 2 w 4"/>
                <a:gd name="T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2" y="5"/>
                  </a:moveTo>
                  <a:cubicBezTo>
                    <a:pt x="3" y="4"/>
                    <a:pt x="4" y="4"/>
                    <a:pt x="4" y="2"/>
                  </a:cubicBezTo>
                  <a:cubicBezTo>
                    <a:pt x="3" y="0"/>
                    <a:pt x="0" y="0"/>
                    <a:pt x="0" y="2"/>
                  </a:cubicBezTo>
                  <a:cubicBezTo>
                    <a:pt x="0" y="3"/>
                    <a:pt x="0" y="6"/>
                    <a:pt x="2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99" name="Freeform 235">
              <a:extLst>
                <a:ext uri="{FF2B5EF4-FFF2-40B4-BE49-F238E27FC236}">
                  <a16:creationId xmlns:a16="http://schemas.microsoft.com/office/drawing/2014/main" id="{13ECF9F3-235B-C333-38E7-9BBF195E7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6232" y="2863943"/>
              <a:ext cx="8462" cy="15514"/>
            </a:xfrm>
            <a:custGeom>
              <a:avLst/>
              <a:gdLst>
                <a:gd name="T0" fmla="*/ 3 w 8"/>
                <a:gd name="T1" fmla="*/ 9 h 14"/>
                <a:gd name="T2" fmla="*/ 0 w 8"/>
                <a:gd name="T3" fmla="*/ 12 h 14"/>
                <a:gd name="T4" fmla="*/ 4 w 8"/>
                <a:gd name="T5" fmla="*/ 12 h 14"/>
                <a:gd name="T6" fmla="*/ 6 w 8"/>
                <a:gd name="T7" fmla="*/ 7 h 14"/>
                <a:gd name="T8" fmla="*/ 8 w 8"/>
                <a:gd name="T9" fmla="*/ 4 h 14"/>
                <a:gd name="T10" fmla="*/ 6 w 8"/>
                <a:gd name="T11" fmla="*/ 2 h 14"/>
                <a:gd name="T12" fmla="*/ 3 w 8"/>
                <a:gd name="T13" fmla="*/ 5 h 14"/>
                <a:gd name="T14" fmla="*/ 3 w 8"/>
                <a:gd name="T15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4">
                  <a:moveTo>
                    <a:pt x="3" y="9"/>
                  </a:moveTo>
                  <a:cubicBezTo>
                    <a:pt x="1" y="10"/>
                    <a:pt x="0" y="11"/>
                    <a:pt x="0" y="12"/>
                  </a:cubicBezTo>
                  <a:cubicBezTo>
                    <a:pt x="1" y="13"/>
                    <a:pt x="3" y="14"/>
                    <a:pt x="4" y="12"/>
                  </a:cubicBezTo>
                  <a:cubicBezTo>
                    <a:pt x="4" y="10"/>
                    <a:pt x="6" y="7"/>
                    <a:pt x="6" y="7"/>
                  </a:cubicBezTo>
                  <a:cubicBezTo>
                    <a:pt x="7" y="6"/>
                    <a:pt x="7" y="6"/>
                    <a:pt x="8" y="4"/>
                  </a:cubicBezTo>
                  <a:cubicBezTo>
                    <a:pt x="8" y="3"/>
                    <a:pt x="7" y="0"/>
                    <a:pt x="6" y="2"/>
                  </a:cubicBezTo>
                  <a:cubicBezTo>
                    <a:pt x="4" y="4"/>
                    <a:pt x="3" y="4"/>
                    <a:pt x="3" y="5"/>
                  </a:cubicBezTo>
                  <a:cubicBezTo>
                    <a:pt x="4" y="7"/>
                    <a:pt x="5" y="7"/>
                    <a:pt x="3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0" name="Freeform 236">
              <a:extLst>
                <a:ext uri="{FF2B5EF4-FFF2-40B4-BE49-F238E27FC236}">
                  <a16:creationId xmlns:a16="http://schemas.microsoft.com/office/drawing/2014/main" id="{D5F4E3FF-CAB7-12D2-6F5F-09A317F06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2764" y="3131916"/>
              <a:ext cx="4231" cy="5642"/>
            </a:xfrm>
            <a:custGeom>
              <a:avLst/>
              <a:gdLst>
                <a:gd name="T0" fmla="*/ 3 w 3"/>
                <a:gd name="T1" fmla="*/ 4 h 5"/>
                <a:gd name="T2" fmla="*/ 1 w 3"/>
                <a:gd name="T3" fmla="*/ 2 h 5"/>
                <a:gd name="T4" fmla="*/ 1 w 3"/>
                <a:gd name="T5" fmla="*/ 4 h 5"/>
                <a:gd name="T6" fmla="*/ 3 w 3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2" y="0"/>
                    <a:pt x="1" y="2"/>
                  </a:cubicBezTo>
                  <a:cubicBezTo>
                    <a:pt x="0" y="3"/>
                    <a:pt x="0" y="3"/>
                    <a:pt x="1" y="4"/>
                  </a:cubicBezTo>
                  <a:cubicBezTo>
                    <a:pt x="2" y="5"/>
                    <a:pt x="3" y="5"/>
                    <a:pt x="3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1" name="Freeform 237">
              <a:extLst>
                <a:ext uri="{FF2B5EF4-FFF2-40B4-BE49-F238E27FC236}">
                  <a16:creationId xmlns:a16="http://schemas.microsoft.com/office/drawing/2014/main" id="{0E364796-839E-FE06-E374-4ECD8E177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8533" y="3122044"/>
              <a:ext cx="2821" cy="4231"/>
            </a:xfrm>
            <a:custGeom>
              <a:avLst/>
              <a:gdLst>
                <a:gd name="T0" fmla="*/ 3 w 3"/>
                <a:gd name="T1" fmla="*/ 3 h 4"/>
                <a:gd name="T2" fmla="*/ 1 w 3"/>
                <a:gd name="T3" fmla="*/ 2 h 4"/>
                <a:gd name="T4" fmla="*/ 1 w 3"/>
                <a:gd name="T5" fmla="*/ 4 h 4"/>
                <a:gd name="T6" fmla="*/ 3 w 3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3" y="3"/>
                  </a:moveTo>
                  <a:cubicBezTo>
                    <a:pt x="3" y="2"/>
                    <a:pt x="1" y="0"/>
                    <a:pt x="1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2" y="4"/>
                    <a:pt x="3" y="4"/>
                    <a:pt x="3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2" name="Freeform 238">
              <a:extLst>
                <a:ext uri="{FF2B5EF4-FFF2-40B4-BE49-F238E27FC236}">
                  <a16:creationId xmlns:a16="http://schemas.microsoft.com/office/drawing/2014/main" id="{A63D996C-E603-72D8-5832-E04F8D534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5341" y="2847018"/>
              <a:ext cx="4231" cy="5642"/>
            </a:xfrm>
            <a:custGeom>
              <a:avLst/>
              <a:gdLst>
                <a:gd name="T0" fmla="*/ 2 w 4"/>
                <a:gd name="T1" fmla="*/ 4 h 5"/>
                <a:gd name="T2" fmla="*/ 4 w 4"/>
                <a:gd name="T3" fmla="*/ 3 h 5"/>
                <a:gd name="T4" fmla="*/ 1 w 4"/>
                <a:gd name="T5" fmla="*/ 1 h 5"/>
                <a:gd name="T6" fmla="*/ 2 w 4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4"/>
                  </a:moveTo>
                  <a:cubicBezTo>
                    <a:pt x="3" y="4"/>
                    <a:pt x="4" y="5"/>
                    <a:pt x="4" y="3"/>
                  </a:cubicBezTo>
                  <a:cubicBezTo>
                    <a:pt x="4" y="1"/>
                    <a:pt x="2" y="0"/>
                    <a:pt x="1" y="1"/>
                  </a:cubicBezTo>
                  <a:cubicBezTo>
                    <a:pt x="0" y="3"/>
                    <a:pt x="1" y="5"/>
                    <a:pt x="2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3" name="Freeform 239">
              <a:extLst>
                <a:ext uri="{FF2B5EF4-FFF2-40B4-BE49-F238E27FC236}">
                  <a16:creationId xmlns:a16="http://schemas.microsoft.com/office/drawing/2014/main" id="{22FFDF66-DE14-1C77-F54E-5C4E8F928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6868" y="2914717"/>
              <a:ext cx="4231" cy="7052"/>
            </a:xfrm>
            <a:custGeom>
              <a:avLst/>
              <a:gdLst>
                <a:gd name="T0" fmla="*/ 0 w 4"/>
                <a:gd name="T1" fmla="*/ 2 h 7"/>
                <a:gd name="T2" fmla="*/ 1 w 4"/>
                <a:gd name="T3" fmla="*/ 6 h 7"/>
                <a:gd name="T4" fmla="*/ 4 w 4"/>
                <a:gd name="T5" fmla="*/ 3 h 7"/>
                <a:gd name="T6" fmla="*/ 0 w 4"/>
                <a:gd name="T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2"/>
                  </a:moveTo>
                  <a:cubicBezTo>
                    <a:pt x="0" y="3"/>
                    <a:pt x="0" y="7"/>
                    <a:pt x="1" y="6"/>
                  </a:cubicBezTo>
                  <a:cubicBezTo>
                    <a:pt x="3" y="5"/>
                    <a:pt x="3" y="5"/>
                    <a:pt x="4" y="3"/>
                  </a:cubicBezTo>
                  <a:cubicBezTo>
                    <a:pt x="4" y="1"/>
                    <a:pt x="1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4" name="Freeform 240">
              <a:extLst>
                <a:ext uri="{FF2B5EF4-FFF2-40B4-BE49-F238E27FC236}">
                  <a16:creationId xmlns:a16="http://schemas.microsoft.com/office/drawing/2014/main" id="{730DC3A4-BE2B-BB19-AD21-FD2D162FD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01" y="2667899"/>
              <a:ext cx="7052" cy="5642"/>
            </a:xfrm>
            <a:custGeom>
              <a:avLst/>
              <a:gdLst>
                <a:gd name="T0" fmla="*/ 0 w 6"/>
                <a:gd name="T1" fmla="*/ 2 h 6"/>
                <a:gd name="T2" fmla="*/ 2 w 6"/>
                <a:gd name="T3" fmla="*/ 5 h 6"/>
                <a:gd name="T4" fmla="*/ 6 w 6"/>
                <a:gd name="T5" fmla="*/ 3 h 6"/>
                <a:gd name="T6" fmla="*/ 0 w 6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0" y="2"/>
                  </a:moveTo>
                  <a:cubicBezTo>
                    <a:pt x="0" y="3"/>
                    <a:pt x="0" y="4"/>
                    <a:pt x="2" y="5"/>
                  </a:cubicBezTo>
                  <a:cubicBezTo>
                    <a:pt x="4" y="6"/>
                    <a:pt x="6" y="4"/>
                    <a:pt x="6" y="3"/>
                  </a:cubicBezTo>
                  <a:cubicBezTo>
                    <a:pt x="6" y="2"/>
                    <a:pt x="1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5" name="Freeform 241">
              <a:extLst>
                <a:ext uri="{FF2B5EF4-FFF2-40B4-BE49-F238E27FC236}">
                  <a16:creationId xmlns:a16="http://schemas.microsoft.com/office/drawing/2014/main" id="{B5C14555-530A-FE5E-04C6-C1999EBE4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714" y="3222181"/>
              <a:ext cx="262332" cy="218610"/>
            </a:xfrm>
            <a:custGeom>
              <a:avLst/>
              <a:gdLst>
                <a:gd name="T0" fmla="*/ 221 w 239"/>
                <a:gd name="T1" fmla="*/ 116 h 204"/>
                <a:gd name="T2" fmla="*/ 224 w 239"/>
                <a:gd name="T3" fmla="*/ 102 h 204"/>
                <a:gd name="T4" fmla="*/ 228 w 239"/>
                <a:gd name="T5" fmla="*/ 88 h 204"/>
                <a:gd name="T6" fmla="*/ 233 w 239"/>
                <a:gd name="T7" fmla="*/ 85 h 204"/>
                <a:gd name="T8" fmla="*/ 230 w 239"/>
                <a:gd name="T9" fmla="*/ 76 h 204"/>
                <a:gd name="T10" fmla="*/ 230 w 239"/>
                <a:gd name="T11" fmla="*/ 59 h 204"/>
                <a:gd name="T12" fmla="*/ 238 w 239"/>
                <a:gd name="T13" fmla="*/ 45 h 204"/>
                <a:gd name="T14" fmla="*/ 229 w 239"/>
                <a:gd name="T15" fmla="*/ 25 h 204"/>
                <a:gd name="T16" fmla="*/ 216 w 239"/>
                <a:gd name="T17" fmla="*/ 20 h 204"/>
                <a:gd name="T18" fmla="*/ 198 w 239"/>
                <a:gd name="T19" fmla="*/ 11 h 204"/>
                <a:gd name="T20" fmla="*/ 188 w 239"/>
                <a:gd name="T21" fmla="*/ 7 h 204"/>
                <a:gd name="T22" fmla="*/ 171 w 239"/>
                <a:gd name="T23" fmla="*/ 0 h 204"/>
                <a:gd name="T24" fmla="*/ 144 w 239"/>
                <a:gd name="T25" fmla="*/ 6 h 204"/>
                <a:gd name="T26" fmla="*/ 134 w 239"/>
                <a:gd name="T27" fmla="*/ 19 h 204"/>
                <a:gd name="T28" fmla="*/ 136 w 239"/>
                <a:gd name="T29" fmla="*/ 34 h 204"/>
                <a:gd name="T30" fmla="*/ 137 w 239"/>
                <a:gd name="T31" fmla="*/ 46 h 204"/>
                <a:gd name="T32" fmla="*/ 132 w 239"/>
                <a:gd name="T33" fmla="*/ 69 h 204"/>
                <a:gd name="T34" fmla="*/ 140 w 239"/>
                <a:gd name="T35" fmla="*/ 77 h 204"/>
                <a:gd name="T36" fmla="*/ 145 w 239"/>
                <a:gd name="T37" fmla="*/ 84 h 204"/>
                <a:gd name="T38" fmla="*/ 153 w 239"/>
                <a:gd name="T39" fmla="*/ 80 h 204"/>
                <a:gd name="T40" fmla="*/ 160 w 239"/>
                <a:gd name="T41" fmla="*/ 80 h 204"/>
                <a:gd name="T42" fmla="*/ 161 w 239"/>
                <a:gd name="T43" fmla="*/ 101 h 204"/>
                <a:gd name="T44" fmla="*/ 144 w 239"/>
                <a:gd name="T45" fmla="*/ 105 h 204"/>
                <a:gd name="T46" fmla="*/ 131 w 239"/>
                <a:gd name="T47" fmla="*/ 89 h 204"/>
                <a:gd name="T48" fmla="*/ 113 w 239"/>
                <a:gd name="T49" fmla="*/ 81 h 204"/>
                <a:gd name="T50" fmla="*/ 105 w 239"/>
                <a:gd name="T51" fmla="*/ 70 h 204"/>
                <a:gd name="T52" fmla="*/ 97 w 239"/>
                <a:gd name="T53" fmla="*/ 77 h 204"/>
                <a:gd name="T54" fmla="*/ 72 w 239"/>
                <a:gd name="T55" fmla="*/ 73 h 204"/>
                <a:gd name="T56" fmla="*/ 67 w 239"/>
                <a:gd name="T57" fmla="*/ 64 h 204"/>
                <a:gd name="T58" fmla="*/ 59 w 239"/>
                <a:gd name="T59" fmla="*/ 64 h 204"/>
                <a:gd name="T60" fmla="*/ 48 w 239"/>
                <a:gd name="T61" fmla="*/ 62 h 204"/>
                <a:gd name="T62" fmla="*/ 41 w 239"/>
                <a:gd name="T63" fmla="*/ 56 h 204"/>
                <a:gd name="T64" fmla="*/ 42 w 239"/>
                <a:gd name="T65" fmla="*/ 79 h 204"/>
                <a:gd name="T66" fmla="*/ 39 w 239"/>
                <a:gd name="T67" fmla="*/ 92 h 204"/>
                <a:gd name="T68" fmla="*/ 37 w 239"/>
                <a:gd name="T69" fmla="*/ 100 h 204"/>
                <a:gd name="T70" fmla="*/ 2 w 239"/>
                <a:gd name="T71" fmla="*/ 99 h 204"/>
                <a:gd name="T72" fmla="*/ 1 w 239"/>
                <a:gd name="T73" fmla="*/ 117 h 204"/>
                <a:gd name="T74" fmla="*/ 0 w 239"/>
                <a:gd name="T75" fmla="*/ 162 h 204"/>
                <a:gd name="T76" fmla="*/ 14 w 239"/>
                <a:gd name="T77" fmla="*/ 179 h 204"/>
                <a:gd name="T78" fmla="*/ 30 w 239"/>
                <a:gd name="T79" fmla="*/ 193 h 204"/>
                <a:gd name="T80" fmla="*/ 43 w 239"/>
                <a:gd name="T81" fmla="*/ 191 h 204"/>
                <a:gd name="T82" fmla="*/ 62 w 239"/>
                <a:gd name="T83" fmla="*/ 193 h 204"/>
                <a:gd name="T84" fmla="*/ 72 w 239"/>
                <a:gd name="T85" fmla="*/ 198 h 204"/>
                <a:gd name="T86" fmla="*/ 93 w 239"/>
                <a:gd name="T87" fmla="*/ 203 h 204"/>
                <a:gd name="T88" fmla="*/ 114 w 239"/>
                <a:gd name="T89" fmla="*/ 185 h 204"/>
                <a:gd name="T90" fmla="*/ 133 w 239"/>
                <a:gd name="T91" fmla="*/ 174 h 204"/>
                <a:gd name="T92" fmla="*/ 138 w 239"/>
                <a:gd name="T93" fmla="*/ 169 h 204"/>
                <a:gd name="T94" fmla="*/ 148 w 239"/>
                <a:gd name="T95" fmla="*/ 156 h 204"/>
                <a:gd name="T96" fmla="*/ 170 w 239"/>
                <a:gd name="T97" fmla="*/ 153 h 204"/>
                <a:gd name="T98" fmla="*/ 172 w 239"/>
                <a:gd name="T99" fmla="*/ 137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9" h="204">
                  <a:moveTo>
                    <a:pt x="172" y="137"/>
                  </a:moveTo>
                  <a:cubicBezTo>
                    <a:pt x="175" y="136"/>
                    <a:pt x="214" y="122"/>
                    <a:pt x="223" y="119"/>
                  </a:cubicBezTo>
                  <a:cubicBezTo>
                    <a:pt x="222" y="118"/>
                    <a:pt x="221" y="117"/>
                    <a:pt x="221" y="116"/>
                  </a:cubicBezTo>
                  <a:cubicBezTo>
                    <a:pt x="219" y="113"/>
                    <a:pt x="218" y="110"/>
                    <a:pt x="218" y="109"/>
                  </a:cubicBezTo>
                  <a:cubicBezTo>
                    <a:pt x="218" y="108"/>
                    <a:pt x="220" y="107"/>
                    <a:pt x="221" y="105"/>
                  </a:cubicBezTo>
                  <a:cubicBezTo>
                    <a:pt x="222" y="104"/>
                    <a:pt x="223" y="103"/>
                    <a:pt x="224" y="102"/>
                  </a:cubicBezTo>
                  <a:cubicBezTo>
                    <a:pt x="225" y="101"/>
                    <a:pt x="225" y="100"/>
                    <a:pt x="225" y="98"/>
                  </a:cubicBezTo>
                  <a:cubicBezTo>
                    <a:pt x="225" y="97"/>
                    <a:pt x="224" y="96"/>
                    <a:pt x="225" y="94"/>
                  </a:cubicBezTo>
                  <a:cubicBezTo>
                    <a:pt x="225" y="90"/>
                    <a:pt x="226" y="89"/>
                    <a:pt x="228" y="88"/>
                  </a:cubicBezTo>
                  <a:cubicBezTo>
                    <a:pt x="228" y="88"/>
                    <a:pt x="229" y="87"/>
                    <a:pt x="229" y="87"/>
                  </a:cubicBezTo>
                  <a:cubicBezTo>
                    <a:pt x="230" y="87"/>
                    <a:pt x="231" y="86"/>
                    <a:pt x="232" y="86"/>
                  </a:cubicBezTo>
                  <a:cubicBezTo>
                    <a:pt x="232" y="86"/>
                    <a:pt x="233" y="86"/>
                    <a:pt x="233" y="85"/>
                  </a:cubicBezTo>
                  <a:cubicBezTo>
                    <a:pt x="234" y="85"/>
                    <a:pt x="235" y="85"/>
                    <a:pt x="234" y="84"/>
                  </a:cubicBezTo>
                  <a:cubicBezTo>
                    <a:pt x="234" y="84"/>
                    <a:pt x="233" y="83"/>
                    <a:pt x="233" y="82"/>
                  </a:cubicBezTo>
                  <a:cubicBezTo>
                    <a:pt x="232" y="80"/>
                    <a:pt x="230" y="78"/>
                    <a:pt x="230" y="76"/>
                  </a:cubicBezTo>
                  <a:cubicBezTo>
                    <a:pt x="230" y="74"/>
                    <a:pt x="230" y="70"/>
                    <a:pt x="230" y="66"/>
                  </a:cubicBezTo>
                  <a:cubicBezTo>
                    <a:pt x="230" y="65"/>
                    <a:pt x="230" y="65"/>
                    <a:pt x="230" y="65"/>
                  </a:cubicBezTo>
                  <a:cubicBezTo>
                    <a:pt x="230" y="63"/>
                    <a:pt x="230" y="61"/>
                    <a:pt x="230" y="59"/>
                  </a:cubicBezTo>
                  <a:cubicBezTo>
                    <a:pt x="230" y="56"/>
                    <a:pt x="230" y="54"/>
                    <a:pt x="231" y="53"/>
                  </a:cubicBezTo>
                  <a:cubicBezTo>
                    <a:pt x="232" y="51"/>
                    <a:pt x="234" y="49"/>
                    <a:pt x="236" y="48"/>
                  </a:cubicBezTo>
                  <a:cubicBezTo>
                    <a:pt x="237" y="47"/>
                    <a:pt x="239" y="46"/>
                    <a:pt x="238" y="45"/>
                  </a:cubicBezTo>
                  <a:cubicBezTo>
                    <a:pt x="238" y="44"/>
                    <a:pt x="237" y="43"/>
                    <a:pt x="235" y="41"/>
                  </a:cubicBezTo>
                  <a:cubicBezTo>
                    <a:pt x="233" y="39"/>
                    <a:pt x="230" y="36"/>
                    <a:pt x="230" y="33"/>
                  </a:cubicBezTo>
                  <a:cubicBezTo>
                    <a:pt x="229" y="30"/>
                    <a:pt x="229" y="27"/>
                    <a:pt x="229" y="25"/>
                  </a:cubicBezTo>
                  <a:cubicBezTo>
                    <a:pt x="229" y="25"/>
                    <a:pt x="229" y="25"/>
                    <a:pt x="229" y="25"/>
                  </a:cubicBezTo>
                  <a:cubicBezTo>
                    <a:pt x="225" y="24"/>
                    <a:pt x="223" y="23"/>
                    <a:pt x="220" y="22"/>
                  </a:cubicBezTo>
                  <a:cubicBezTo>
                    <a:pt x="219" y="21"/>
                    <a:pt x="218" y="21"/>
                    <a:pt x="216" y="20"/>
                  </a:cubicBezTo>
                  <a:cubicBezTo>
                    <a:pt x="212" y="18"/>
                    <a:pt x="210" y="17"/>
                    <a:pt x="208" y="16"/>
                  </a:cubicBezTo>
                  <a:cubicBezTo>
                    <a:pt x="206" y="15"/>
                    <a:pt x="204" y="14"/>
                    <a:pt x="201" y="13"/>
                  </a:cubicBezTo>
                  <a:cubicBezTo>
                    <a:pt x="200" y="12"/>
                    <a:pt x="199" y="11"/>
                    <a:pt x="198" y="11"/>
                  </a:cubicBezTo>
                  <a:cubicBezTo>
                    <a:pt x="195" y="9"/>
                    <a:pt x="194" y="8"/>
                    <a:pt x="191" y="7"/>
                  </a:cubicBezTo>
                  <a:cubicBezTo>
                    <a:pt x="190" y="7"/>
                    <a:pt x="189" y="7"/>
                    <a:pt x="188" y="7"/>
                  </a:cubicBezTo>
                  <a:cubicBezTo>
                    <a:pt x="188" y="7"/>
                    <a:pt x="188" y="7"/>
                    <a:pt x="188" y="7"/>
                  </a:cubicBezTo>
                  <a:cubicBezTo>
                    <a:pt x="186" y="8"/>
                    <a:pt x="184" y="9"/>
                    <a:pt x="182" y="8"/>
                  </a:cubicBezTo>
                  <a:cubicBezTo>
                    <a:pt x="179" y="7"/>
                    <a:pt x="174" y="4"/>
                    <a:pt x="172" y="4"/>
                  </a:cubicBezTo>
                  <a:cubicBezTo>
                    <a:pt x="171" y="3"/>
                    <a:pt x="171" y="2"/>
                    <a:pt x="171" y="0"/>
                  </a:cubicBezTo>
                  <a:cubicBezTo>
                    <a:pt x="169" y="0"/>
                    <a:pt x="168" y="0"/>
                    <a:pt x="166" y="0"/>
                  </a:cubicBezTo>
                  <a:cubicBezTo>
                    <a:pt x="157" y="2"/>
                    <a:pt x="146" y="4"/>
                    <a:pt x="145" y="4"/>
                  </a:cubicBezTo>
                  <a:cubicBezTo>
                    <a:pt x="144" y="4"/>
                    <a:pt x="144" y="5"/>
                    <a:pt x="144" y="6"/>
                  </a:cubicBezTo>
                  <a:cubicBezTo>
                    <a:pt x="144" y="7"/>
                    <a:pt x="144" y="8"/>
                    <a:pt x="143" y="9"/>
                  </a:cubicBezTo>
                  <a:cubicBezTo>
                    <a:pt x="143" y="11"/>
                    <a:pt x="140" y="13"/>
                    <a:pt x="138" y="15"/>
                  </a:cubicBezTo>
                  <a:cubicBezTo>
                    <a:pt x="136" y="17"/>
                    <a:pt x="134" y="18"/>
                    <a:pt x="134" y="19"/>
                  </a:cubicBezTo>
                  <a:cubicBezTo>
                    <a:pt x="134" y="19"/>
                    <a:pt x="134" y="21"/>
                    <a:pt x="135" y="22"/>
                  </a:cubicBezTo>
                  <a:cubicBezTo>
                    <a:pt x="136" y="24"/>
                    <a:pt x="137" y="25"/>
                    <a:pt x="137" y="28"/>
                  </a:cubicBezTo>
                  <a:cubicBezTo>
                    <a:pt x="138" y="30"/>
                    <a:pt x="137" y="33"/>
                    <a:pt x="136" y="34"/>
                  </a:cubicBezTo>
                  <a:cubicBezTo>
                    <a:pt x="136" y="36"/>
                    <a:pt x="135" y="36"/>
                    <a:pt x="135" y="37"/>
                  </a:cubicBezTo>
                  <a:cubicBezTo>
                    <a:pt x="135" y="38"/>
                    <a:pt x="136" y="38"/>
                    <a:pt x="136" y="39"/>
                  </a:cubicBezTo>
                  <a:cubicBezTo>
                    <a:pt x="137" y="41"/>
                    <a:pt x="138" y="42"/>
                    <a:pt x="137" y="46"/>
                  </a:cubicBezTo>
                  <a:cubicBezTo>
                    <a:pt x="137" y="48"/>
                    <a:pt x="135" y="53"/>
                    <a:pt x="134" y="57"/>
                  </a:cubicBezTo>
                  <a:cubicBezTo>
                    <a:pt x="133" y="60"/>
                    <a:pt x="132" y="63"/>
                    <a:pt x="132" y="65"/>
                  </a:cubicBezTo>
                  <a:cubicBezTo>
                    <a:pt x="132" y="66"/>
                    <a:pt x="132" y="67"/>
                    <a:pt x="132" y="69"/>
                  </a:cubicBezTo>
                  <a:cubicBezTo>
                    <a:pt x="133" y="70"/>
                    <a:pt x="133" y="71"/>
                    <a:pt x="134" y="72"/>
                  </a:cubicBezTo>
                  <a:cubicBezTo>
                    <a:pt x="135" y="73"/>
                    <a:pt x="136" y="74"/>
                    <a:pt x="136" y="74"/>
                  </a:cubicBezTo>
                  <a:cubicBezTo>
                    <a:pt x="138" y="74"/>
                    <a:pt x="139" y="75"/>
                    <a:pt x="140" y="77"/>
                  </a:cubicBezTo>
                  <a:cubicBezTo>
                    <a:pt x="141" y="79"/>
                    <a:pt x="142" y="80"/>
                    <a:pt x="143" y="81"/>
                  </a:cubicBezTo>
                  <a:cubicBezTo>
                    <a:pt x="143" y="83"/>
                    <a:pt x="144" y="84"/>
                    <a:pt x="145" y="84"/>
                  </a:cubicBezTo>
                  <a:cubicBezTo>
                    <a:pt x="145" y="84"/>
                    <a:pt x="145" y="84"/>
                    <a:pt x="145" y="84"/>
                  </a:cubicBezTo>
                  <a:cubicBezTo>
                    <a:pt x="145" y="84"/>
                    <a:pt x="146" y="84"/>
                    <a:pt x="146" y="84"/>
                  </a:cubicBezTo>
                  <a:cubicBezTo>
                    <a:pt x="148" y="85"/>
                    <a:pt x="150" y="86"/>
                    <a:pt x="150" y="84"/>
                  </a:cubicBezTo>
                  <a:cubicBezTo>
                    <a:pt x="151" y="83"/>
                    <a:pt x="152" y="81"/>
                    <a:pt x="153" y="80"/>
                  </a:cubicBezTo>
                  <a:cubicBezTo>
                    <a:pt x="153" y="80"/>
                    <a:pt x="153" y="80"/>
                    <a:pt x="153" y="80"/>
                  </a:cubicBezTo>
                  <a:cubicBezTo>
                    <a:pt x="155" y="79"/>
                    <a:pt x="156" y="78"/>
                    <a:pt x="157" y="78"/>
                  </a:cubicBezTo>
                  <a:cubicBezTo>
                    <a:pt x="159" y="78"/>
                    <a:pt x="160" y="79"/>
                    <a:pt x="160" y="80"/>
                  </a:cubicBezTo>
                  <a:cubicBezTo>
                    <a:pt x="161" y="81"/>
                    <a:pt x="162" y="83"/>
                    <a:pt x="162" y="85"/>
                  </a:cubicBezTo>
                  <a:cubicBezTo>
                    <a:pt x="162" y="88"/>
                    <a:pt x="162" y="92"/>
                    <a:pt x="162" y="95"/>
                  </a:cubicBezTo>
                  <a:cubicBezTo>
                    <a:pt x="161" y="98"/>
                    <a:pt x="161" y="100"/>
                    <a:pt x="161" y="101"/>
                  </a:cubicBezTo>
                  <a:cubicBezTo>
                    <a:pt x="162" y="105"/>
                    <a:pt x="155" y="107"/>
                    <a:pt x="151" y="108"/>
                  </a:cubicBezTo>
                  <a:cubicBezTo>
                    <a:pt x="151" y="109"/>
                    <a:pt x="150" y="109"/>
                    <a:pt x="150" y="109"/>
                  </a:cubicBezTo>
                  <a:cubicBezTo>
                    <a:pt x="147" y="110"/>
                    <a:pt x="145" y="107"/>
                    <a:pt x="144" y="105"/>
                  </a:cubicBezTo>
                  <a:cubicBezTo>
                    <a:pt x="143" y="105"/>
                    <a:pt x="143" y="104"/>
                    <a:pt x="143" y="104"/>
                  </a:cubicBezTo>
                  <a:cubicBezTo>
                    <a:pt x="142" y="103"/>
                    <a:pt x="139" y="99"/>
                    <a:pt x="136" y="95"/>
                  </a:cubicBezTo>
                  <a:cubicBezTo>
                    <a:pt x="134" y="92"/>
                    <a:pt x="132" y="90"/>
                    <a:pt x="131" y="89"/>
                  </a:cubicBezTo>
                  <a:cubicBezTo>
                    <a:pt x="130" y="88"/>
                    <a:pt x="127" y="87"/>
                    <a:pt x="125" y="86"/>
                  </a:cubicBezTo>
                  <a:cubicBezTo>
                    <a:pt x="123" y="86"/>
                    <a:pt x="121" y="86"/>
                    <a:pt x="119" y="85"/>
                  </a:cubicBezTo>
                  <a:cubicBezTo>
                    <a:pt x="116" y="84"/>
                    <a:pt x="115" y="82"/>
                    <a:pt x="113" y="81"/>
                  </a:cubicBezTo>
                  <a:cubicBezTo>
                    <a:pt x="112" y="79"/>
                    <a:pt x="111" y="78"/>
                    <a:pt x="110" y="76"/>
                  </a:cubicBezTo>
                  <a:cubicBezTo>
                    <a:pt x="109" y="74"/>
                    <a:pt x="108" y="72"/>
                    <a:pt x="107" y="71"/>
                  </a:cubicBezTo>
                  <a:cubicBezTo>
                    <a:pt x="106" y="70"/>
                    <a:pt x="105" y="70"/>
                    <a:pt x="105" y="70"/>
                  </a:cubicBezTo>
                  <a:cubicBezTo>
                    <a:pt x="104" y="70"/>
                    <a:pt x="104" y="71"/>
                    <a:pt x="103" y="72"/>
                  </a:cubicBezTo>
                  <a:cubicBezTo>
                    <a:pt x="103" y="73"/>
                    <a:pt x="102" y="73"/>
                    <a:pt x="102" y="74"/>
                  </a:cubicBezTo>
                  <a:cubicBezTo>
                    <a:pt x="101" y="76"/>
                    <a:pt x="99" y="77"/>
                    <a:pt x="97" y="77"/>
                  </a:cubicBezTo>
                  <a:cubicBezTo>
                    <a:pt x="95" y="77"/>
                    <a:pt x="93" y="77"/>
                    <a:pt x="91" y="77"/>
                  </a:cubicBezTo>
                  <a:cubicBezTo>
                    <a:pt x="89" y="76"/>
                    <a:pt x="84" y="75"/>
                    <a:pt x="79" y="74"/>
                  </a:cubicBezTo>
                  <a:cubicBezTo>
                    <a:pt x="76" y="74"/>
                    <a:pt x="73" y="73"/>
                    <a:pt x="72" y="73"/>
                  </a:cubicBezTo>
                  <a:cubicBezTo>
                    <a:pt x="71" y="72"/>
                    <a:pt x="69" y="71"/>
                    <a:pt x="68" y="70"/>
                  </a:cubicBezTo>
                  <a:cubicBezTo>
                    <a:pt x="68" y="69"/>
                    <a:pt x="67" y="67"/>
                    <a:pt x="67" y="66"/>
                  </a:cubicBezTo>
                  <a:cubicBezTo>
                    <a:pt x="67" y="65"/>
                    <a:pt x="67" y="65"/>
                    <a:pt x="67" y="64"/>
                  </a:cubicBezTo>
                  <a:cubicBezTo>
                    <a:pt x="66" y="63"/>
                    <a:pt x="66" y="62"/>
                    <a:pt x="66" y="62"/>
                  </a:cubicBezTo>
                  <a:cubicBezTo>
                    <a:pt x="65" y="62"/>
                    <a:pt x="65" y="62"/>
                    <a:pt x="64" y="62"/>
                  </a:cubicBezTo>
                  <a:cubicBezTo>
                    <a:pt x="63" y="63"/>
                    <a:pt x="61" y="63"/>
                    <a:pt x="59" y="64"/>
                  </a:cubicBezTo>
                  <a:cubicBezTo>
                    <a:pt x="59" y="64"/>
                    <a:pt x="58" y="64"/>
                    <a:pt x="57" y="64"/>
                  </a:cubicBezTo>
                  <a:cubicBezTo>
                    <a:pt x="53" y="66"/>
                    <a:pt x="49" y="67"/>
                    <a:pt x="48" y="64"/>
                  </a:cubicBezTo>
                  <a:cubicBezTo>
                    <a:pt x="47" y="63"/>
                    <a:pt x="48" y="62"/>
                    <a:pt x="48" y="62"/>
                  </a:cubicBezTo>
                  <a:cubicBezTo>
                    <a:pt x="48" y="61"/>
                    <a:pt x="48" y="61"/>
                    <a:pt x="47" y="60"/>
                  </a:cubicBezTo>
                  <a:cubicBezTo>
                    <a:pt x="46" y="58"/>
                    <a:pt x="45" y="58"/>
                    <a:pt x="44" y="57"/>
                  </a:cubicBezTo>
                  <a:cubicBezTo>
                    <a:pt x="43" y="57"/>
                    <a:pt x="42" y="56"/>
                    <a:pt x="41" y="56"/>
                  </a:cubicBezTo>
                  <a:cubicBezTo>
                    <a:pt x="41" y="58"/>
                    <a:pt x="41" y="61"/>
                    <a:pt x="41" y="63"/>
                  </a:cubicBezTo>
                  <a:cubicBezTo>
                    <a:pt x="41" y="68"/>
                    <a:pt x="41" y="73"/>
                    <a:pt x="42" y="76"/>
                  </a:cubicBezTo>
                  <a:cubicBezTo>
                    <a:pt x="42" y="77"/>
                    <a:pt x="42" y="78"/>
                    <a:pt x="42" y="79"/>
                  </a:cubicBezTo>
                  <a:cubicBezTo>
                    <a:pt x="42" y="82"/>
                    <a:pt x="43" y="83"/>
                    <a:pt x="41" y="86"/>
                  </a:cubicBezTo>
                  <a:cubicBezTo>
                    <a:pt x="41" y="87"/>
                    <a:pt x="41" y="88"/>
                    <a:pt x="40" y="88"/>
                  </a:cubicBezTo>
                  <a:cubicBezTo>
                    <a:pt x="39" y="90"/>
                    <a:pt x="39" y="91"/>
                    <a:pt x="39" y="92"/>
                  </a:cubicBezTo>
                  <a:cubicBezTo>
                    <a:pt x="39" y="92"/>
                    <a:pt x="39" y="93"/>
                    <a:pt x="40" y="93"/>
                  </a:cubicBezTo>
                  <a:cubicBezTo>
                    <a:pt x="40" y="95"/>
                    <a:pt x="41" y="96"/>
                    <a:pt x="40" y="97"/>
                  </a:cubicBezTo>
                  <a:cubicBezTo>
                    <a:pt x="40" y="99"/>
                    <a:pt x="39" y="99"/>
                    <a:pt x="37" y="100"/>
                  </a:cubicBezTo>
                  <a:cubicBezTo>
                    <a:pt x="35" y="100"/>
                    <a:pt x="33" y="100"/>
                    <a:pt x="30" y="100"/>
                  </a:cubicBezTo>
                  <a:cubicBezTo>
                    <a:pt x="28" y="99"/>
                    <a:pt x="24" y="99"/>
                    <a:pt x="20" y="99"/>
                  </a:cubicBezTo>
                  <a:cubicBezTo>
                    <a:pt x="12" y="99"/>
                    <a:pt x="3" y="99"/>
                    <a:pt x="2" y="99"/>
                  </a:cubicBezTo>
                  <a:cubicBezTo>
                    <a:pt x="2" y="99"/>
                    <a:pt x="1" y="99"/>
                    <a:pt x="1" y="99"/>
                  </a:cubicBezTo>
                  <a:cubicBezTo>
                    <a:pt x="1" y="100"/>
                    <a:pt x="1" y="100"/>
                    <a:pt x="1" y="101"/>
                  </a:cubicBezTo>
                  <a:cubicBezTo>
                    <a:pt x="1" y="103"/>
                    <a:pt x="1" y="110"/>
                    <a:pt x="1" y="117"/>
                  </a:cubicBezTo>
                  <a:cubicBezTo>
                    <a:pt x="1" y="125"/>
                    <a:pt x="1" y="132"/>
                    <a:pt x="1" y="134"/>
                  </a:cubicBezTo>
                  <a:cubicBezTo>
                    <a:pt x="1" y="135"/>
                    <a:pt x="1" y="139"/>
                    <a:pt x="1" y="144"/>
                  </a:cubicBezTo>
                  <a:cubicBezTo>
                    <a:pt x="1" y="152"/>
                    <a:pt x="0" y="161"/>
                    <a:pt x="0" y="162"/>
                  </a:cubicBezTo>
                  <a:cubicBezTo>
                    <a:pt x="0" y="163"/>
                    <a:pt x="1" y="164"/>
                    <a:pt x="1" y="166"/>
                  </a:cubicBezTo>
                  <a:cubicBezTo>
                    <a:pt x="2" y="168"/>
                    <a:pt x="3" y="169"/>
                    <a:pt x="3" y="170"/>
                  </a:cubicBezTo>
                  <a:cubicBezTo>
                    <a:pt x="4" y="171"/>
                    <a:pt x="9" y="175"/>
                    <a:pt x="14" y="179"/>
                  </a:cubicBezTo>
                  <a:cubicBezTo>
                    <a:pt x="20" y="185"/>
                    <a:pt x="26" y="191"/>
                    <a:pt x="27" y="191"/>
                  </a:cubicBezTo>
                  <a:cubicBezTo>
                    <a:pt x="28" y="192"/>
                    <a:pt x="29" y="192"/>
                    <a:pt x="30" y="193"/>
                  </a:cubicBezTo>
                  <a:cubicBezTo>
                    <a:pt x="30" y="193"/>
                    <a:pt x="30" y="193"/>
                    <a:pt x="30" y="193"/>
                  </a:cubicBezTo>
                  <a:cubicBezTo>
                    <a:pt x="31" y="193"/>
                    <a:pt x="32" y="193"/>
                    <a:pt x="33" y="193"/>
                  </a:cubicBezTo>
                  <a:cubicBezTo>
                    <a:pt x="33" y="193"/>
                    <a:pt x="35" y="193"/>
                    <a:pt x="36" y="192"/>
                  </a:cubicBezTo>
                  <a:cubicBezTo>
                    <a:pt x="39" y="192"/>
                    <a:pt x="41" y="191"/>
                    <a:pt x="43" y="191"/>
                  </a:cubicBezTo>
                  <a:cubicBezTo>
                    <a:pt x="45" y="191"/>
                    <a:pt x="47" y="191"/>
                    <a:pt x="49" y="191"/>
                  </a:cubicBezTo>
                  <a:cubicBezTo>
                    <a:pt x="51" y="191"/>
                    <a:pt x="53" y="191"/>
                    <a:pt x="55" y="191"/>
                  </a:cubicBezTo>
                  <a:cubicBezTo>
                    <a:pt x="56" y="192"/>
                    <a:pt x="59" y="192"/>
                    <a:pt x="62" y="193"/>
                  </a:cubicBezTo>
                  <a:cubicBezTo>
                    <a:pt x="63" y="194"/>
                    <a:pt x="65" y="195"/>
                    <a:pt x="66" y="196"/>
                  </a:cubicBezTo>
                  <a:cubicBezTo>
                    <a:pt x="66" y="196"/>
                    <a:pt x="67" y="197"/>
                    <a:pt x="68" y="198"/>
                  </a:cubicBezTo>
                  <a:cubicBezTo>
                    <a:pt x="69" y="198"/>
                    <a:pt x="71" y="198"/>
                    <a:pt x="72" y="198"/>
                  </a:cubicBezTo>
                  <a:cubicBezTo>
                    <a:pt x="75" y="198"/>
                    <a:pt x="79" y="199"/>
                    <a:pt x="83" y="200"/>
                  </a:cubicBezTo>
                  <a:cubicBezTo>
                    <a:pt x="86" y="201"/>
                    <a:pt x="88" y="202"/>
                    <a:pt x="90" y="202"/>
                  </a:cubicBezTo>
                  <a:cubicBezTo>
                    <a:pt x="91" y="203"/>
                    <a:pt x="92" y="203"/>
                    <a:pt x="93" y="203"/>
                  </a:cubicBezTo>
                  <a:cubicBezTo>
                    <a:pt x="95" y="203"/>
                    <a:pt x="97" y="204"/>
                    <a:pt x="100" y="201"/>
                  </a:cubicBezTo>
                  <a:cubicBezTo>
                    <a:pt x="103" y="199"/>
                    <a:pt x="105" y="196"/>
                    <a:pt x="107" y="193"/>
                  </a:cubicBezTo>
                  <a:cubicBezTo>
                    <a:pt x="109" y="191"/>
                    <a:pt x="112" y="188"/>
                    <a:pt x="114" y="185"/>
                  </a:cubicBezTo>
                  <a:cubicBezTo>
                    <a:pt x="115" y="184"/>
                    <a:pt x="116" y="184"/>
                    <a:pt x="117" y="183"/>
                  </a:cubicBezTo>
                  <a:cubicBezTo>
                    <a:pt x="120" y="179"/>
                    <a:pt x="122" y="178"/>
                    <a:pt x="127" y="176"/>
                  </a:cubicBezTo>
                  <a:cubicBezTo>
                    <a:pt x="130" y="175"/>
                    <a:pt x="132" y="174"/>
                    <a:pt x="133" y="174"/>
                  </a:cubicBezTo>
                  <a:cubicBezTo>
                    <a:pt x="135" y="173"/>
                    <a:pt x="136" y="173"/>
                    <a:pt x="137" y="172"/>
                  </a:cubicBezTo>
                  <a:cubicBezTo>
                    <a:pt x="137" y="172"/>
                    <a:pt x="137" y="171"/>
                    <a:pt x="138" y="169"/>
                  </a:cubicBezTo>
                  <a:cubicBezTo>
                    <a:pt x="138" y="169"/>
                    <a:pt x="138" y="169"/>
                    <a:pt x="138" y="169"/>
                  </a:cubicBezTo>
                  <a:cubicBezTo>
                    <a:pt x="138" y="167"/>
                    <a:pt x="139" y="164"/>
                    <a:pt x="140" y="162"/>
                  </a:cubicBezTo>
                  <a:cubicBezTo>
                    <a:pt x="142" y="159"/>
                    <a:pt x="143" y="158"/>
                    <a:pt x="146" y="157"/>
                  </a:cubicBezTo>
                  <a:cubicBezTo>
                    <a:pt x="146" y="157"/>
                    <a:pt x="147" y="157"/>
                    <a:pt x="148" y="156"/>
                  </a:cubicBezTo>
                  <a:cubicBezTo>
                    <a:pt x="149" y="156"/>
                    <a:pt x="149" y="156"/>
                    <a:pt x="150" y="155"/>
                  </a:cubicBezTo>
                  <a:cubicBezTo>
                    <a:pt x="152" y="154"/>
                    <a:pt x="153" y="154"/>
                    <a:pt x="157" y="154"/>
                  </a:cubicBezTo>
                  <a:cubicBezTo>
                    <a:pt x="161" y="154"/>
                    <a:pt x="167" y="153"/>
                    <a:pt x="170" y="153"/>
                  </a:cubicBezTo>
                  <a:cubicBezTo>
                    <a:pt x="169" y="148"/>
                    <a:pt x="168" y="143"/>
                    <a:pt x="167" y="142"/>
                  </a:cubicBezTo>
                  <a:cubicBezTo>
                    <a:pt x="167" y="141"/>
                    <a:pt x="168" y="140"/>
                    <a:pt x="168" y="139"/>
                  </a:cubicBezTo>
                  <a:cubicBezTo>
                    <a:pt x="169" y="139"/>
                    <a:pt x="170" y="138"/>
                    <a:pt x="172" y="13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6" name="Freeform 242">
              <a:extLst>
                <a:ext uri="{FF2B5EF4-FFF2-40B4-BE49-F238E27FC236}">
                  <a16:creationId xmlns:a16="http://schemas.microsoft.com/office/drawing/2014/main" id="{429648FC-BFC7-608F-2DF8-8126A45E1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4902" y="2446468"/>
              <a:ext cx="18335" cy="32439"/>
            </a:xfrm>
            <a:custGeom>
              <a:avLst/>
              <a:gdLst>
                <a:gd name="T0" fmla="*/ 3 w 17"/>
                <a:gd name="T1" fmla="*/ 25 h 30"/>
                <a:gd name="T2" fmla="*/ 9 w 17"/>
                <a:gd name="T3" fmla="*/ 29 h 30"/>
                <a:gd name="T4" fmla="*/ 13 w 17"/>
                <a:gd name="T5" fmla="*/ 30 h 30"/>
                <a:gd name="T6" fmla="*/ 16 w 17"/>
                <a:gd name="T7" fmla="*/ 26 h 30"/>
                <a:gd name="T8" fmla="*/ 16 w 17"/>
                <a:gd name="T9" fmla="*/ 14 h 30"/>
                <a:gd name="T10" fmla="*/ 16 w 17"/>
                <a:gd name="T11" fmla="*/ 8 h 30"/>
                <a:gd name="T12" fmla="*/ 13 w 17"/>
                <a:gd name="T13" fmla="*/ 2 h 30"/>
                <a:gd name="T14" fmla="*/ 8 w 17"/>
                <a:gd name="T15" fmla="*/ 0 h 30"/>
                <a:gd name="T16" fmla="*/ 4 w 17"/>
                <a:gd name="T17" fmla="*/ 3 h 30"/>
                <a:gd name="T18" fmla="*/ 2 w 17"/>
                <a:gd name="T19" fmla="*/ 10 h 30"/>
                <a:gd name="T20" fmla="*/ 1 w 17"/>
                <a:gd name="T21" fmla="*/ 19 h 30"/>
                <a:gd name="T22" fmla="*/ 1 w 17"/>
                <a:gd name="T23" fmla="*/ 22 h 30"/>
                <a:gd name="T24" fmla="*/ 3 w 17"/>
                <a:gd name="T25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0">
                  <a:moveTo>
                    <a:pt x="3" y="25"/>
                  </a:moveTo>
                  <a:cubicBezTo>
                    <a:pt x="4" y="26"/>
                    <a:pt x="7" y="28"/>
                    <a:pt x="9" y="29"/>
                  </a:cubicBezTo>
                  <a:cubicBezTo>
                    <a:pt x="10" y="29"/>
                    <a:pt x="12" y="30"/>
                    <a:pt x="13" y="30"/>
                  </a:cubicBezTo>
                  <a:cubicBezTo>
                    <a:pt x="13" y="28"/>
                    <a:pt x="16" y="28"/>
                    <a:pt x="16" y="26"/>
                  </a:cubicBezTo>
                  <a:cubicBezTo>
                    <a:pt x="16" y="24"/>
                    <a:pt x="17" y="16"/>
                    <a:pt x="16" y="14"/>
                  </a:cubicBezTo>
                  <a:cubicBezTo>
                    <a:pt x="16" y="12"/>
                    <a:pt x="16" y="10"/>
                    <a:pt x="16" y="8"/>
                  </a:cubicBezTo>
                  <a:cubicBezTo>
                    <a:pt x="16" y="5"/>
                    <a:pt x="15" y="4"/>
                    <a:pt x="13" y="2"/>
                  </a:cubicBezTo>
                  <a:cubicBezTo>
                    <a:pt x="11" y="0"/>
                    <a:pt x="11" y="0"/>
                    <a:pt x="8" y="0"/>
                  </a:cubicBezTo>
                  <a:cubicBezTo>
                    <a:pt x="5" y="0"/>
                    <a:pt x="6" y="1"/>
                    <a:pt x="4" y="3"/>
                  </a:cubicBezTo>
                  <a:cubicBezTo>
                    <a:pt x="3" y="4"/>
                    <a:pt x="3" y="6"/>
                    <a:pt x="2" y="10"/>
                  </a:cubicBezTo>
                  <a:cubicBezTo>
                    <a:pt x="0" y="14"/>
                    <a:pt x="1" y="14"/>
                    <a:pt x="1" y="19"/>
                  </a:cubicBezTo>
                  <a:cubicBezTo>
                    <a:pt x="1" y="20"/>
                    <a:pt x="1" y="22"/>
                    <a:pt x="1" y="22"/>
                  </a:cubicBezTo>
                  <a:cubicBezTo>
                    <a:pt x="2" y="23"/>
                    <a:pt x="2" y="24"/>
                    <a:pt x="3" y="2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7" name="Freeform 243">
              <a:extLst>
                <a:ext uri="{FF2B5EF4-FFF2-40B4-BE49-F238E27FC236}">
                  <a16:creationId xmlns:a16="http://schemas.microsoft.com/office/drawing/2014/main" id="{FD20D43E-DF9A-63C9-CCF9-592981425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7850" y="2442237"/>
              <a:ext cx="4231" cy="9873"/>
            </a:xfrm>
            <a:custGeom>
              <a:avLst/>
              <a:gdLst>
                <a:gd name="T0" fmla="*/ 2 w 5"/>
                <a:gd name="T1" fmla="*/ 0 h 10"/>
                <a:gd name="T2" fmla="*/ 1 w 5"/>
                <a:gd name="T3" fmla="*/ 4 h 10"/>
                <a:gd name="T4" fmla="*/ 2 w 5"/>
                <a:gd name="T5" fmla="*/ 9 h 10"/>
                <a:gd name="T6" fmla="*/ 4 w 5"/>
                <a:gd name="T7" fmla="*/ 7 h 10"/>
                <a:gd name="T8" fmla="*/ 5 w 5"/>
                <a:gd name="T9" fmla="*/ 2 h 10"/>
                <a:gd name="T10" fmla="*/ 2 w 5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0">
                  <a:moveTo>
                    <a:pt x="2" y="0"/>
                  </a:moveTo>
                  <a:cubicBezTo>
                    <a:pt x="0" y="2"/>
                    <a:pt x="1" y="2"/>
                    <a:pt x="1" y="4"/>
                  </a:cubicBezTo>
                  <a:cubicBezTo>
                    <a:pt x="2" y="6"/>
                    <a:pt x="1" y="9"/>
                    <a:pt x="2" y="9"/>
                  </a:cubicBezTo>
                  <a:cubicBezTo>
                    <a:pt x="3" y="10"/>
                    <a:pt x="4" y="9"/>
                    <a:pt x="4" y="7"/>
                  </a:cubicBezTo>
                  <a:cubicBezTo>
                    <a:pt x="4" y="5"/>
                    <a:pt x="5" y="3"/>
                    <a:pt x="5" y="2"/>
                  </a:cubicBezTo>
                  <a:cubicBezTo>
                    <a:pt x="5" y="1"/>
                    <a:pt x="3" y="0"/>
                    <a:pt x="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8" name="Freeform 244">
              <a:extLst>
                <a:ext uri="{FF2B5EF4-FFF2-40B4-BE49-F238E27FC236}">
                  <a16:creationId xmlns:a16="http://schemas.microsoft.com/office/drawing/2014/main" id="{DB67BDE4-B6D9-9AEB-62D1-F1E799593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118" y="2069895"/>
              <a:ext cx="67699" cy="60647"/>
            </a:xfrm>
            <a:custGeom>
              <a:avLst/>
              <a:gdLst>
                <a:gd name="T0" fmla="*/ 51 w 62"/>
                <a:gd name="T1" fmla="*/ 50 h 57"/>
                <a:gd name="T2" fmla="*/ 53 w 62"/>
                <a:gd name="T3" fmla="*/ 57 h 57"/>
                <a:gd name="T4" fmla="*/ 58 w 62"/>
                <a:gd name="T5" fmla="*/ 56 h 57"/>
                <a:gd name="T6" fmla="*/ 62 w 62"/>
                <a:gd name="T7" fmla="*/ 54 h 57"/>
                <a:gd name="T8" fmla="*/ 61 w 62"/>
                <a:gd name="T9" fmla="*/ 53 h 57"/>
                <a:gd name="T10" fmla="*/ 59 w 62"/>
                <a:gd name="T11" fmla="*/ 47 h 57"/>
                <a:gd name="T12" fmla="*/ 59 w 62"/>
                <a:gd name="T13" fmla="*/ 45 h 57"/>
                <a:gd name="T14" fmla="*/ 55 w 62"/>
                <a:gd name="T15" fmla="*/ 40 h 57"/>
                <a:gd name="T16" fmla="*/ 50 w 62"/>
                <a:gd name="T17" fmla="*/ 37 h 57"/>
                <a:gd name="T18" fmla="*/ 43 w 62"/>
                <a:gd name="T19" fmla="*/ 31 h 57"/>
                <a:gd name="T20" fmla="*/ 44 w 62"/>
                <a:gd name="T21" fmla="*/ 28 h 57"/>
                <a:gd name="T22" fmla="*/ 45 w 62"/>
                <a:gd name="T23" fmla="*/ 24 h 57"/>
                <a:gd name="T24" fmla="*/ 42 w 62"/>
                <a:gd name="T25" fmla="*/ 21 h 57"/>
                <a:gd name="T26" fmla="*/ 39 w 62"/>
                <a:gd name="T27" fmla="*/ 16 h 57"/>
                <a:gd name="T28" fmla="*/ 38 w 62"/>
                <a:gd name="T29" fmla="*/ 11 h 57"/>
                <a:gd name="T30" fmla="*/ 38 w 62"/>
                <a:gd name="T31" fmla="*/ 8 h 57"/>
                <a:gd name="T32" fmla="*/ 29 w 62"/>
                <a:gd name="T33" fmla="*/ 0 h 57"/>
                <a:gd name="T34" fmla="*/ 25 w 62"/>
                <a:gd name="T35" fmla="*/ 1 h 57"/>
                <a:gd name="T36" fmla="*/ 19 w 62"/>
                <a:gd name="T37" fmla="*/ 1 h 57"/>
                <a:gd name="T38" fmla="*/ 9 w 62"/>
                <a:gd name="T39" fmla="*/ 1 h 57"/>
                <a:gd name="T40" fmla="*/ 6 w 62"/>
                <a:gd name="T41" fmla="*/ 1 h 57"/>
                <a:gd name="T42" fmla="*/ 0 w 62"/>
                <a:gd name="T43" fmla="*/ 2 h 57"/>
                <a:gd name="T44" fmla="*/ 1 w 62"/>
                <a:gd name="T45" fmla="*/ 4 h 57"/>
                <a:gd name="T46" fmla="*/ 2 w 62"/>
                <a:gd name="T47" fmla="*/ 9 h 57"/>
                <a:gd name="T48" fmla="*/ 2 w 62"/>
                <a:gd name="T49" fmla="*/ 15 h 57"/>
                <a:gd name="T50" fmla="*/ 2 w 62"/>
                <a:gd name="T51" fmla="*/ 20 h 57"/>
                <a:gd name="T52" fmla="*/ 2 w 62"/>
                <a:gd name="T53" fmla="*/ 22 h 57"/>
                <a:gd name="T54" fmla="*/ 3 w 62"/>
                <a:gd name="T55" fmla="*/ 24 h 57"/>
                <a:gd name="T56" fmla="*/ 3 w 62"/>
                <a:gd name="T57" fmla="*/ 24 h 57"/>
                <a:gd name="T58" fmla="*/ 13 w 62"/>
                <a:gd name="T59" fmla="*/ 27 h 57"/>
                <a:gd name="T60" fmla="*/ 18 w 62"/>
                <a:gd name="T61" fmla="*/ 28 h 57"/>
                <a:gd name="T62" fmla="*/ 20 w 62"/>
                <a:gd name="T63" fmla="*/ 30 h 57"/>
                <a:gd name="T64" fmla="*/ 22 w 62"/>
                <a:gd name="T65" fmla="*/ 32 h 57"/>
                <a:gd name="T66" fmla="*/ 22 w 62"/>
                <a:gd name="T67" fmla="*/ 33 h 57"/>
                <a:gd name="T68" fmla="*/ 25 w 62"/>
                <a:gd name="T69" fmla="*/ 32 h 57"/>
                <a:gd name="T70" fmla="*/ 31 w 62"/>
                <a:gd name="T71" fmla="*/ 34 h 57"/>
                <a:gd name="T72" fmla="*/ 36 w 62"/>
                <a:gd name="T73" fmla="*/ 39 h 57"/>
                <a:gd name="T74" fmla="*/ 40 w 62"/>
                <a:gd name="T75" fmla="*/ 40 h 57"/>
                <a:gd name="T76" fmla="*/ 44 w 62"/>
                <a:gd name="T77" fmla="*/ 41 h 57"/>
                <a:gd name="T78" fmla="*/ 51 w 62"/>
                <a:gd name="T79" fmla="*/ 50 h 57"/>
                <a:gd name="T80" fmla="*/ 51 w 62"/>
                <a:gd name="T81" fmla="*/ 5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2" h="57">
                  <a:moveTo>
                    <a:pt x="51" y="50"/>
                  </a:moveTo>
                  <a:cubicBezTo>
                    <a:pt x="52" y="53"/>
                    <a:pt x="53" y="54"/>
                    <a:pt x="53" y="57"/>
                  </a:cubicBezTo>
                  <a:cubicBezTo>
                    <a:pt x="55" y="57"/>
                    <a:pt x="57" y="57"/>
                    <a:pt x="58" y="56"/>
                  </a:cubicBezTo>
                  <a:cubicBezTo>
                    <a:pt x="59" y="56"/>
                    <a:pt x="61" y="55"/>
                    <a:pt x="62" y="54"/>
                  </a:cubicBezTo>
                  <a:cubicBezTo>
                    <a:pt x="62" y="53"/>
                    <a:pt x="61" y="53"/>
                    <a:pt x="61" y="53"/>
                  </a:cubicBezTo>
                  <a:cubicBezTo>
                    <a:pt x="60" y="51"/>
                    <a:pt x="59" y="49"/>
                    <a:pt x="59" y="47"/>
                  </a:cubicBezTo>
                  <a:cubicBezTo>
                    <a:pt x="59" y="46"/>
                    <a:pt x="59" y="45"/>
                    <a:pt x="59" y="45"/>
                  </a:cubicBezTo>
                  <a:cubicBezTo>
                    <a:pt x="59" y="43"/>
                    <a:pt x="59" y="42"/>
                    <a:pt x="55" y="40"/>
                  </a:cubicBezTo>
                  <a:cubicBezTo>
                    <a:pt x="54" y="39"/>
                    <a:pt x="52" y="38"/>
                    <a:pt x="50" y="37"/>
                  </a:cubicBezTo>
                  <a:cubicBezTo>
                    <a:pt x="46" y="35"/>
                    <a:pt x="43" y="34"/>
                    <a:pt x="43" y="31"/>
                  </a:cubicBezTo>
                  <a:cubicBezTo>
                    <a:pt x="43" y="30"/>
                    <a:pt x="44" y="29"/>
                    <a:pt x="44" y="28"/>
                  </a:cubicBezTo>
                  <a:cubicBezTo>
                    <a:pt x="45" y="27"/>
                    <a:pt x="45" y="26"/>
                    <a:pt x="45" y="24"/>
                  </a:cubicBezTo>
                  <a:cubicBezTo>
                    <a:pt x="44" y="23"/>
                    <a:pt x="43" y="22"/>
                    <a:pt x="42" y="21"/>
                  </a:cubicBezTo>
                  <a:cubicBezTo>
                    <a:pt x="41" y="20"/>
                    <a:pt x="40" y="18"/>
                    <a:pt x="39" y="16"/>
                  </a:cubicBezTo>
                  <a:cubicBezTo>
                    <a:pt x="38" y="13"/>
                    <a:pt x="38" y="12"/>
                    <a:pt x="38" y="11"/>
                  </a:cubicBezTo>
                  <a:cubicBezTo>
                    <a:pt x="39" y="10"/>
                    <a:pt x="39" y="9"/>
                    <a:pt x="38" y="8"/>
                  </a:cubicBezTo>
                  <a:cubicBezTo>
                    <a:pt x="36" y="5"/>
                    <a:pt x="29" y="1"/>
                    <a:pt x="29" y="0"/>
                  </a:cubicBezTo>
                  <a:cubicBezTo>
                    <a:pt x="28" y="1"/>
                    <a:pt x="27" y="1"/>
                    <a:pt x="25" y="1"/>
                  </a:cubicBezTo>
                  <a:cubicBezTo>
                    <a:pt x="24" y="1"/>
                    <a:pt x="21" y="1"/>
                    <a:pt x="19" y="1"/>
                  </a:cubicBezTo>
                  <a:cubicBezTo>
                    <a:pt x="16" y="1"/>
                    <a:pt x="12" y="1"/>
                    <a:pt x="9" y="1"/>
                  </a:cubicBezTo>
                  <a:cubicBezTo>
                    <a:pt x="8" y="1"/>
                    <a:pt x="7" y="1"/>
                    <a:pt x="6" y="1"/>
                  </a:cubicBezTo>
                  <a:cubicBezTo>
                    <a:pt x="3" y="2"/>
                    <a:pt x="1" y="2"/>
                    <a:pt x="0" y="2"/>
                  </a:cubicBezTo>
                  <a:cubicBezTo>
                    <a:pt x="0" y="3"/>
                    <a:pt x="1" y="3"/>
                    <a:pt x="1" y="4"/>
                  </a:cubicBezTo>
                  <a:cubicBezTo>
                    <a:pt x="2" y="6"/>
                    <a:pt x="2" y="7"/>
                    <a:pt x="2" y="9"/>
                  </a:cubicBezTo>
                  <a:cubicBezTo>
                    <a:pt x="2" y="11"/>
                    <a:pt x="2" y="13"/>
                    <a:pt x="2" y="15"/>
                  </a:cubicBezTo>
                  <a:cubicBezTo>
                    <a:pt x="2" y="16"/>
                    <a:pt x="2" y="18"/>
                    <a:pt x="2" y="20"/>
                  </a:cubicBezTo>
                  <a:cubicBezTo>
                    <a:pt x="2" y="21"/>
                    <a:pt x="2" y="21"/>
                    <a:pt x="2" y="22"/>
                  </a:cubicBezTo>
                  <a:cubicBezTo>
                    <a:pt x="2" y="23"/>
                    <a:pt x="2" y="24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7" y="26"/>
                    <a:pt x="8" y="27"/>
                    <a:pt x="13" y="27"/>
                  </a:cubicBezTo>
                  <a:cubicBezTo>
                    <a:pt x="15" y="28"/>
                    <a:pt x="17" y="28"/>
                    <a:pt x="18" y="28"/>
                  </a:cubicBezTo>
                  <a:cubicBezTo>
                    <a:pt x="19" y="29"/>
                    <a:pt x="20" y="29"/>
                    <a:pt x="20" y="30"/>
                  </a:cubicBezTo>
                  <a:cubicBezTo>
                    <a:pt x="21" y="30"/>
                    <a:pt x="21" y="31"/>
                    <a:pt x="22" y="32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5" y="32"/>
                  </a:cubicBezTo>
                  <a:cubicBezTo>
                    <a:pt x="27" y="32"/>
                    <a:pt x="29" y="33"/>
                    <a:pt x="31" y="34"/>
                  </a:cubicBezTo>
                  <a:cubicBezTo>
                    <a:pt x="33" y="35"/>
                    <a:pt x="35" y="37"/>
                    <a:pt x="36" y="39"/>
                  </a:cubicBezTo>
                  <a:cubicBezTo>
                    <a:pt x="37" y="40"/>
                    <a:pt x="38" y="40"/>
                    <a:pt x="40" y="40"/>
                  </a:cubicBezTo>
                  <a:cubicBezTo>
                    <a:pt x="41" y="40"/>
                    <a:pt x="42" y="40"/>
                    <a:pt x="44" y="41"/>
                  </a:cubicBezTo>
                  <a:cubicBezTo>
                    <a:pt x="48" y="43"/>
                    <a:pt x="50" y="47"/>
                    <a:pt x="51" y="50"/>
                  </a:cubicBezTo>
                  <a:cubicBezTo>
                    <a:pt x="51" y="50"/>
                    <a:pt x="51" y="50"/>
                    <a:pt x="51" y="5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09" name="Freeform 245">
              <a:extLst>
                <a:ext uri="{FF2B5EF4-FFF2-40B4-BE49-F238E27FC236}">
                  <a16:creationId xmlns:a16="http://schemas.microsoft.com/office/drawing/2014/main" id="{516E3E95-920C-1DAE-1035-4DE858ADA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512" y="2628408"/>
              <a:ext cx="7052" cy="7052"/>
            </a:xfrm>
            <a:custGeom>
              <a:avLst/>
              <a:gdLst>
                <a:gd name="T0" fmla="*/ 3 w 6"/>
                <a:gd name="T1" fmla="*/ 5 h 6"/>
                <a:gd name="T2" fmla="*/ 5 w 6"/>
                <a:gd name="T3" fmla="*/ 2 h 6"/>
                <a:gd name="T4" fmla="*/ 3 w 6"/>
                <a:gd name="T5" fmla="*/ 1 h 6"/>
                <a:gd name="T6" fmla="*/ 1 w 6"/>
                <a:gd name="T7" fmla="*/ 3 h 6"/>
                <a:gd name="T8" fmla="*/ 3 w 6"/>
                <a:gd name="T9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3" y="5"/>
                  </a:moveTo>
                  <a:cubicBezTo>
                    <a:pt x="4" y="4"/>
                    <a:pt x="5" y="3"/>
                    <a:pt x="5" y="2"/>
                  </a:cubicBezTo>
                  <a:cubicBezTo>
                    <a:pt x="6" y="1"/>
                    <a:pt x="4" y="0"/>
                    <a:pt x="3" y="1"/>
                  </a:cubicBezTo>
                  <a:cubicBezTo>
                    <a:pt x="1" y="3"/>
                    <a:pt x="1" y="2"/>
                    <a:pt x="1" y="3"/>
                  </a:cubicBezTo>
                  <a:cubicBezTo>
                    <a:pt x="0" y="5"/>
                    <a:pt x="1" y="6"/>
                    <a:pt x="3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0" name="Freeform 246">
              <a:extLst>
                <a:ext uri="{FF2B5EF4-FFF2-40B4-BE49-F238E27FC236}">
                  <a16:creationId xmlns:a16="http://schemas.microsoft.com/office/drawing/2014/main" id="{848C66E1-5334-0BB8-D21C-89662D91F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6781" y="2945745"/>
              <a:ext cx="119883" cy="121293"/>
            </a:xfrm>
            <a:custGeom>
              <a:avLst/>
              <a:gdLst>
                <a:gd name="T0" fmla="*/ 90 w 109"/>
                <a:gd name="T1" fmla="*/ 1 h 113"/>
                <a:gd name="T2" fmla="*/ 88 w 109"/>
                <a:gd name="T3" fmla="*/ 2 h 113"/>
                <a:gd name="T4" fmla="*/ 87 w 109"/>
                <a:gd name="T5" fmla="*/ 3 h 113"/>
                <a:gd name="T6" fmla="*/ 79 w 109"/>
                <a:gd name="T7" fmla="*/ 8 h 113"/>
                <a:gd name="T8" fmla="*/ 73 w 109"/>
                <a:gd name="T9" fmla="*/ 7 h 113"/>
                <a:gd name="T10" fmla="*/ 65 w 109"/>
                <a:gd name="T11" fmla="*/ 7 h 113"/>
                <a:gd name="T12" fmla="*/ 56 w 109"/>
                <a:gd name="T13" fmla="*/ 11 h 113"/>
                <a:gd name="T14" fmla="*/ 46 w 109"/>
                <a:gd name="T15" fmla="*/ 10 h 113"/>
                <a:gd name="T16" fmla="*/ 43 w 109"/>
                <a:gd name="T17" fmla="*/ 9 h 113"/>
                <a:gd name="T18" fmla="*/ 33 w 109"/>
                <a:gd name="T19" fmla="*/ 10 h 113"/>
                <a:gd name="T20" fmla="*/ 27 w 109"/>
                <a:gd name="T21" fmla="*/ 13 h 113"/>
                <a:gd name="T22" fmla="*/ 26 w 109"/>
                <a:gd name="T23" fmla="*/ 17 h 113"/>
                <a:gd name="T24" fmla="*/ 25 w 109"/>
                <a:gd name="T25" fmla="*/ 24 h 113"/>
                <a:gd name="T26" fmla="*/ 28 w 109"/>
                <a:gd name="T27" fmla="*/ 34 h 113"/>
                <a:gd name="T28" fmla="*/ 34 w 109"/>
                <a:gd name="T29" fmla="*/ 38 h 113"/>
                <a:gd name="T30" fmla="*/ 32 w 109"/>
                <a:gd name="T31" fmla="*/ 45 h 113"/>
                <a:gd name="T32" fmla="*/ 20 w 109"/>
                <a:gd name="T33" fmla="*/ 58 h 113"/>
                <a:gd name="T34" fmla="*/ 10 w 109"/>
                <a:gd name="T35" fmla="*/ 67 h 113"/>
                <a:gd name="T36" fmla="*/ 5 w 109"/>
                <a:gd name="T37" fmla="*/ 78 h 113"/>
                <a:gd name="T38" fmla="*/ 2 w 109"/>
                <a:gd name="T39" fmla="*/ 96 h 113"/>
                <a:gd name="T40" fmla="*/ 0 w 109"/>
                <a:gd name="T41" fmla="*/ 108 h 113"/>
                <a:gd name="T42" fmla="*/ 4 w 109"/>
                <a:gd name="T43" fmla="*/ 112 h 113"/>
                <a:gd name="T44" fmla="*/ 8 w 109"/>
                <a:gd name="T45" fmla="*/ 113 h 113"/>
                <a:gd name="T46" fmla="*/ 14 w 109"/>
                <a:gd name="T47" fmla="*/ 108 h 113"/>
                <a:gd name="T48" fmla="*/ 22 w 109"/>
                <a:gd name="T49" fmla="*/ 105 h 113"/>
                <a:gd name="T50" fmla="*/ 45 w 109"/>
                <a:gd name="T51" fmla="*/ 104 h 113"/>
                <a:gd name="T52" fmla="*/ 49 w 109"/>
                <a:gd name="T53" fmla="*/ 91 h 113"/>
                <a:gd name="T54" fmla="*/ 55 w 109"/>
                <a:gd name="T55" fmla="*/ 85 h 113"/>
                <a:gd name="T56" fmla="*/ 68 w 109"/>
                <a:gd name="T57" fmla="*/ 83 h 113"/>
                <a:gd name="T58" fmla="*/ 78 w 109"/>
                <a:gd name="T59" fmla="*/ 77 h 113"/>
                <a:gd name="T60" fmla="*/ 88 w 109"/>
                <a:gd name="T61" fmla="*/ 82 h 113"/>
                <a:gd name="T62" fmla="*/ 91 w 109"/>
                <a:gd name="T63" fmla="*/ 77 h 113"/>
                <a:gd name="T64" fmla="*/ 101 w 109"/>
                <a:gd name="T65" fmla="*/ 60 h 113"/>
                <a:gd name="T66" fmla="*/ 109 w 109"/>
                <a:gd name="T67" fmla="*/ 44 h 113"/>
                <a:gd name="T68" fmla="*/ 108 w 109"/>
                <a:gd name="T69" fmla="*/ 35 h 113"/>
                <a:gd name="T70" fmla="*/ 103 w 109"/>
                <a:gd name="T71" fmla="*/ 26 h 113"/>
                <a:gd name="T72" fmla="*/ 100 w 109"/>
                <a:gd name="T73" fmla="*/ 15 h 113"/>
                <a:gd name="T74" fmla="*/ 97 w 109"/>
                <a:gd name="T75" fmla="*/ 10 h 113"/>
                <a:gd name="T76" fmla="*/ 97 w 109"/>
                <a:gd name="T77" fmla="*/ 10 h 113"/>
                <a:gd name="T78" fmla="*/ 91 w 109"/>
                <a:gd name="T79" fmla="*/ 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9" h="113">
                  <a:moveTo>
                    <a:pt x="91" y="4"/>
                  </a:moveTo>
                  <a:cubicBezTo>
                    <a:pt x="91" y="2"/>
                    <a:pt x="90" y="1"/>
                    <a:pt x="90" y="1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1"/>
                    <a:pt x="88" y="1"/>
                    <a:pt x="88" y="2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87" y="3"/>
                    <a:pt x="87" y="3"/>
                    <a:pt x="87" y="3"/>
                  </a:cubicBezTo>
                  <a:cubicBezTo>
                    <a:pt x="87" y="3"/>
                    <a:pt x="87" y="3"/>
                    <a:pt x="87" y="3"/>
                  </a:cubicBezTo>
                  <a:cubicBezTo>
                    <a:pt x="85" y="5"/>
                    <a:pt x="82" y="8"/>
                    <a:pt x="79" y="8"/>
                  </a:cubicBezTo>
                  <a:cubicBezTo>
                    <a:pt x="77" y="9"/>
                    <a:pt x="75" y="8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1" y="7"/>
                    <a:pt x="70" y="7"/>
                    <a:pt x="69" y="7"/>
                  </a:cubicBezTo>
                  <a:cubicBezTo>
                    <a:pt x="68" y="7"/>
                    <a:pt x="66" y="7"/>
                    <a:pt x="65" y="7"/>
                  </a:cubicBezTo>
                  <a:cubicBezTo>
                    <a:pt x="63" y="7"/>
                    <a:pt x="61" y="8"/>
                    <a:pt x="59" y="9"/>
                  </a:cubicBezTo>
                  <a:cubicBezTo>
                    <a:pt x="58" y="9"/>
                    <a:pt x="57" y="10"/>
                    <a:pt x="56" y="11"/>
                  </a:cubicBezTo>
                  <a:cubicBezTo>
                    <a:pt x="55" y="12"/>
                    <a:pt x="53" y="13"/>
                    <a:pt x="51" y="13"/>
                  </a:cubicBezTo>
                  <a:cubicBezTo>
                    <a:pt x="49" y="13"/>
                    <a:pt x="48" y="11"/>
                    <a:pt x="46" y="10"/>
                  </a:cubicBezTo>
                  <a:cubicBezTo>
                    <a:pt x="46" y="9"/>
                    <a:pt x="45" y="8"/>
                    <a:pt x="45" y="8"/>
                  </a:cubicBezTo>
                  <a:cubicBezTo>
                    <a:pt x="44" y="8"/>
                    <a:pt x="44" y="9"/>
                    <a:pt x="43" y="9"/>
                  </a:cubicBezTo>
                  <a:cubicBezTo>
                    <a:pt x="41" y="11"/>
                    <a:pt x="40" y="12"/>
                    <a:pt x="38" y="11"/>
                  </a:cubicBezTo>
                  <a:cubicBezTo>
                    <a:pt x="36" y="11"/>
                    <a:pt x="34" y="10"/>
                    <a:pt x="33" y="10"/>
                  </a:cubicBezTo>
                  <a:cubicBezTo>
                    <a:pt x="32" y="9"/>
                    <a:pt x="32" y="9"/>
                    <a:pt x="31" y="9"/>
                  </a:cubicBezTo>
                  <a:cubicBezTo>
                    <a:pt x="30" y="9"/>
                    <a:pt x="28" y="11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6"/>
                    <a:pt x="26" y="17"/>
                  </a:cubicBezTo>
                  <a:cubicBezTo>
                    <a:pt x="25" y="18"/>
                    <a:pt x="25" y="19"/>
                    <a:pt x="25" y="20"/>
                  </a:cubicBezTo>
                  <a:cubicBezTo>
                    <a:pt x="25" y="21"/>
                    <a:pt x="25" y="22"/>
                    <a:pt x="25" y="24"/>
                  </a:cubicBezTo>
                  <a:cubicBezTo>
                    <a:pt x="25" y="27"/>
                    <a:pt x="24" y="30"/>
                    <a:pt x="25" y="31"/>
                  </a:cubicBezTo>
                  <a:cubicBezTo>
                    <a:pt x="25" y="32"/>
                    <a:pt x="26" y="33"/>
                    <a:pt x="28" y="34"/>
                  </a:cubicBezTo>
                  <a:cubicBezTo>
                    <a:pt x="29" y="34"/>
                    <a:pt x="29" y="35"/>
                    <a:pt x="30" y="35"/>
                  </a:cubicBezTo>
                  <a:cubicBezTo>
                    <a:pt x="32" y="36"/>
                    <a:pt x="33" y="37"/>
                    <a:pt x="34" y="38"/>
                  </a:cubicBezTo>
                  <a:cubicBezTo>
                    <a:pt x="35" y="39"/>
                    <a:pt x="35" y="39"/>
                    <a:pt x="35" y="41"/>
                  </a:cubicBezTo>
                  <a:cubicBezTo>
                    <a:pt x="35" y="41"/>
                    <a:pt x="34" y="43"/>
                    <a:pt x="32" y="45"/>
                  </a:cubicBezTo>
                  <a:cubicBezTo>
                    <a:pt x="30" y="47"/>
                    <a:pt x="29" y="50"/>
                    <a:pt x="27" y="51"/>
                  </a:cubicBezTo>
                  <a:cubicBezTo>
                    <a:pt x="26" y="52"/>
                    <a:pt x="23" y="55"/>
                    <a:pt x="20" y="58"/>
                  </a:cubicBezTo>
                  <a:cubicBezTo>
                    <a:pt x="18" y="60"/>
                    <a:pt x="16" y="61"/>
                    <a:pt x="15" y="63"/>
                  </a:cubicBezTo>
                  <a:cubicBezTo>
                    <a:pt x="13" y="64"/>
                    <a:pt x="11" y="66"/>
                    <a:pt x="10" y="67"/>
                  </a:cubicBezTo>
                  <a:cubicBezTo>
                    <a:pt x="9" y="68"/>
                    <a:pt x="9" y="69"/>
                    <a:pt x="8" y="70"/>
                  </a:cubicBezTo>
                  <a:cubicBezTo>
                    <a:pt x="8" y="71"/>
                    <a:pt x="6" y="74"/>
                    <a:pt x="5" y="78"/>
                  </a:cubicBezTo>
                  <a:cubicBezTo>
                    <a:pt x="5" y="80"/>
                    <a:pt x="4" y="83"/>
                    <a:pt x="4" y="85"/>
                  </a:cubicBezTo>
                  <a:cubicBezTo>
                    <a:pt x="3" y="88"/>
                    <a:pt x="2" y="92"/>
                    <a:pt x="2" y="96"/>
                  </a:cubicBezTo>
                  <a:cubicBezTo>
                    <a:pt x="1" y="100"/>
                    <a:pt x="0" y="103"/>
                    <a:pt x="0" y="105"/>
                  </a:cubicBezTo>
                  <a:cubicBezTo>
                    <a:pt x="0" y="106"/>
                    <a:pt x="0" y="107"/>
                    <a:pt x="0" y="108"/>
                  </a:cubicBezTo>
                  <a:cubicBezTo>
                    <a:pt x="0" y="109"/>
                    <a:pt x="0" y="110"/>
                    <a:pt x="0" y="111"/>
                  </a:cubicBezTo>
                  <a:cubicBezTo>
                    <a:pt x="1" y="111"/>
                    <a:pt x="3" y="111"/>
                    <a:pt x="4" y="112"/>
                  </a:cubicBezTo>
                  <a:cubicBezTo>
                    <a:pt x="6" y="112"/>
                    <a:pt x="6" y="113"/>
                    <a:pt x="7" y="113"/>
                  </a:cubicBezTo>
                  <a:cubicBezTo>
                    <a:pt x="7" y="113"/>
                    <a:pt x="8" y="113"/>
                    <a:pt x="8" y="113"/>
                  </a:cubicBezTo>
                  <a:cubicBezTo>
                    <a:pt x="9" y="113"/>
                    <a:pt x="11" y="111"/>
                    <a:pt x="13" y="109"/>
                  </a:cubicBezTo>
                  <a:cubicBezTo>
                    <a:pt x="13" y="109"/>
                    <a:pt x="14" y="108"/>
                    <a:pt x="14" y="108"/>
                  </a:cubicBezTo>
                  <a:cubicBezTo>
                    <a:pt x="15" y="107"/>
                    <a:pt x="17" y="106"/>
                    <a:pt x="18" y="105"/>
                  </a:cubicBezTo>
                  <a:cubicBezTo>
                    <a:pt x="19" y="105"/>
                    <a:pt x="21" y="105"/>
                    <a:pt x="22" y="105"/>
                  </a:cubicBezTo>
                  <a:cubicBezTo>
                    <a:pt x="23" y="104"/>
                    <a:pt x="33" y="105"/>
                    <a:pt x="45" y="105"/>
                  </a:cubicBezTo>
                  <a:cubicBezTo>
                    <a:pt x="45" y="105"/>
                    <a:pt x="45" y="104"/>
                    <a:pt x="45" y="104"/>
                  </a:cubicBezTo>
                  <a:cubicBezTo>
                    <a:pt x="44" y="102"/>
                    <a:pt x="43" y="100"/>
                    <a:pt x="46" y="97"/>
                  </a:cubicBezTo>
                  <a:cubicBezTo>
                    <a:pt x="47" y="95"/>
                    <a:pt x="50" y="92"/>
                    <a:pt x="49" y="91"/>
                  </a:cubicBezTo>
                  <a:cubicBezTo>
                    <a:pt x="49" y="89"/>
                    <a:pt x="49" y="88"/>
                    <a:pt x="50" y="85"/>
                  </a:cubicBezTo>
                  <a:cubicBezTo>
                    <a:pt x="51" y="83"/>
                    <a:pt x="54" y="85"/>
                    <a:pt x="55" y="85"/>
                  </a:cubicBezTo>
                  <a:cubicBezTo>
                    <a:pt x="57" y="84"/>
                    <a:pt x="59" y="81"/>
                    <a:pt x="62" y="80"/>
                  </a:cubicBezTo>
                  <a:cubicBezTo>
                    <a:pt x="66" y="79"/>
                    <a:pt x="65" y="82"/>
                    <a:pt x="68" y="83"/>
                  </a:cubicBezTo>
                  <a:cubicBezTo>
                    <a:pt x="70" y="83"/>
                    <a:pt x="72" y="81"/>
                    <a:pt x="72" y="78"/>
                  </a:cubicBezTo>
                  <a:cubicBezTo>
                    <a:pt x="73" y="75"/>
                    <a:pt x="77" y="76"/>
                    <a:pt x="78" y="77"/>
                  </a:cubicBezTo>
                  <a:cubicBezTo>
                    <a:pt x="79" y="79"/>
                    <a:pt x="81" y="80"/>
                    <a:pt x="82" y="81"/>
                  </a:cubicBezTo>
                  <a:cubicBezTo>
                    <a:pt x="83" y="82"/>
                    <a:pt x="85" y="81"/>
                    <a:pt x="88" y="82"/>
                  </a:cubicBezTo>
                  <a:cubicBezTo>
                    <a:pt x="88" y="81"/>
                    <a:pt x="88" y="81"/>
                    <a:pt x="89" y="81"/>
                  </a:cubicBezTo>
                  <a:cubicBezTo>
                    <a:pt x="89" y="80"/>
                    <a:pt x="90" y="79"/>
                    <a:pt x="91" y="77"/>
                  </a:cubicBezTo>
                  <a:cubicBezTo>
                    <a:pt x="91" y="75"/>
                    <a:pt x="93" y="73"/>
                    <a:pt x="94" y="70"/>
                  </a:cubicBezTo>
                  <a:cubicBezTo>
                    <a:pt x="96" y="66"/>
                    <a:pt x="99" y="62"/>
                    <a:pt x="101" y="60"/>
                  </a:cubicBezTo>
                  <a:cubicBezTo>
                    <a:pt x="103" y="58"/>
                    <a:pt x="105" y="54"/>
                    <a:pt x="106" y="51"/>
                  </a:cubicBezTo>
                  <a:cubicBezTo>
                    <a:pt x="108" y="48"/>
                    <a:pt x="109" y="46"/>
                    <a:pt x="109" y="44"/>
                  </a:cubicBezTo>
                  <a:cubicBezTo>
                    <a:pt x="109" y="43"/>
                    <a:pt x="109" y="41"/>
                    <a:pt x="108" y="40"/>
                  </a:cubicBezTo>
                  <a:cubicBezTo>
                    <a:pt x="108" y="39"/>
                    <a:pt x="108" y="37"/>
                    <a:pt x="108" y="35"/>
                  </a:cubicBezTo>
                  <a:cubicBezTo>
                    <a:pt x="108" y="33"/>
                    <a:pt x="107" y="32"/>
                    <a:pt x="105" y="29"/>
                  </a:cubicBezTo>
                  <a:cubicBezTo>
                    <a:pt x="105" y="28"/>
                    <a:pt x="104" y="27"/>
                    <a:pt x="103" y="26"/>
                  </a:cubicBezTo>
                  <a:cubicBezTo>
                    <a:pt x="100" y="21"/>
                    <a:pt x="100" y="20"/>
                    <a:pt x="100" y="18"/>
                  </a:cubicBezTo>
                  <a:cubicBezTo>
                    <a:pt x="100" y="17"/>
                    <a:pt x="100" y="17"/>
                    <a:pt x="100" y="15"/>
                  </a:cubicBezTo>
                  <a:cubicBezTo>
                    <a:pt x="100" y="12"/>
                    <a:pt x="99" y="12"/>
                    <a:pt x="98" y="11"/>
                  </a:cubicBezTo>
                  <a:cubicBezTo>
                    <a:pt x="98" y="10"/>
                    <a:pt x="97" y="10"/>
                    <a:pt x="97" y="10"/>
                  </a:cubicBezTo>
                  <a:cubicBezTo>
                    <a:pt x="97" y="10"/>
                    <a:pt x="97" y="10"/>
                    <a:pt x="97" y="10"/>
                  </a:cubicBezTo>
                  <a:cubicBezTo>
                    <a:pt x="97" y="10"/>
                    <a:pt x="97" y="10"/>
                    <a:pt x="97" y="10"/>
                  </a:cubicBezTo>
                  <a:cubicBezTo>
                    <a:pt x="97" y="10"/>
                    <a:pt x="97" y="10"/>
                    <a:pt x="97" y="10"/>
                  </a:cubicBezTo>
                  <a:cubicBezTo>
                    <a:pt x="94" y="8"/>
                    <a:pt x="93" y="7"/>
                    <a:pt x="91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1" name="Freeform 247">
              <a:extLst>
                <a:ext uri="{FF2B5EF4-FFF2-40B4-BE49-F238E27FC236}">
                  <a16:creationId xmlns:a16="http://schemas.microsoft.com/office/drawing/2014/main" id="{523B5AE7-72F3-5452-52BC-D0971454E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2983" y="2030404"/>
              <a:ext cx="320158" cy="191813"/>
            </a:xfrm>
            <a:custGeom>
              <a:avLst/>
              <a:gdLst>
                <a:gd name="T0" fmla="*/ 60 w 291"/>
                <a:gd name="T1" fmla="*/ 112 h 179"/>
                <a:gd name="T2" fmla="*/ 76 w 291"/>
                <a:gd name="T3" fmla="*/ 111 h 179"/>
                <a:gd name="T4" fmla="*/ 88 w 291"/>
                <a:gd name="T5" fmla="*/ 106 h 179"/>
                <a:gd name="T6" fmla="*/ 101 w 291"/>
                <a:gd name="T7" fmla="*/ 112 h 179"/>
                <a:gd name="T8" fmla="*/ 110 w 291"/>
                <a:gd name="T9" fmla="*/ 115 h 179"/>
                <a:gd name="T10" fmla="*/ 128 w 291"/>
                <a:gd name="T11" fmla="*/ 121 h 179"/>
                <a:gd name="T12" fmla="*/ 147 w 291"/>
                <a:gd name="T13" fmla="*/ 131 h 179"/>
                <a:gd name="T14" fmla="*/ 158 w 291"/>
                <a:gd name="T15" fmla="*/ 138 h 179"/>
                <a:gd name="T16" fmla="*/ 178 w 291"/>
                <a:gd name="T17" fmla="*/ 144 h 179"/>
                <a:gd name="T18" fmla="*/ 182 w 291"/>
                <a:gd name="T19" fmla="*/ 165 h 179"/>
                <a:gd name="T20" fmla="*/ 185 w 291"/>
                <a:gd name="T21" fmla="*/ 170 h 179"/>
                <a:gd name="T22" fmla="*/ 199 w 291"/>
                <a:gd name="T23" fmla="*/ 175 h 179"/>
                <a:gd name="T24" fmla="*/ 205 w 291"/>
                <a:gd name="T25" fmla="*/ 178 h 179"/>
                <a:gd name="T26" fmla="*/ 215 w 291"/>
                <a:gd name="T27" fmla="*/ 176 h 179"/>
                <a:gd name="T28" fmla="*/ 220 w 291"/>
                <a:gd name="T29" fmla="*/ 168 h 179"/>
                <a:gd name="T30" fmla="*/ 229 w 291"/>
                <a:gd name="T31" fmla="*/ 162 h 179"/>
                <a:gd name="T32" fmla="*/ 238 w 291"/>
                <a:gd name="T33" fmla="*/ 158 h 179"/>
                <a:gd name="T34" fmla="*/ 249 w 291"/>
                <a:gd name="T35" fmla="*/ 150 h 179"/>
                <a:gd name="T36" fmla="*/ 252 w 291"/>
                <a:gd name="T37" fmla="*/ 138 h 179"/>
                <a:gd name="T38" fmla="*/ 262 w 291"/>
                <a:gd name="T39" fmla="*/ 131 h 179"/>
                <a:gd name="T40" fmla="*/ 271 w 291"/>
                <a:gd name="T41" fmla="*/ 128 h 179"/>
                <a:gd name="T42" fmla="*/ 285 w 291"/>
                <a:gd name="T43" fmla="*/ 128 h 179"/>
                <a:gd name="T44" fmla="*/ 289 w 291"/>
                <a:gd name="T45" fmla="*/ 114 h 179"/>
                <a:gd name="T46" fmla="*/ 289 w 291"/>
                <a:gd name="T47" fmla="*/ 114 h 179"/>
                <a:gd name="T48" fmla="*/ 275 w 291"/>
                <a:gd name="T49" fmla="*/ 109 h 179"/>
                <a:gd name="T50" fmla="*/ 254 w 291"/>
                <a:gd name="T51" fmla="*/ 98 h 179"/>
                <a:gd name="T52" fmla="*/ 221 w 291"/>
                <a:gd name="T53" fmla="*/ 77 h 179"/>
                <a:gd name="T54" fmla="*/ 205 w 291"/>
                <a:gd name="T55" fmla="*/ 62 h 179"/>
                <a:gd name="T56" fmla="*/ 196 w 291"/>
                <a:gd name="T57" fmla="*/ 48 h 179"/>
                <a:gd name="T58" fmla="*/ 187 w 291"/>
                <a:gd name="T59" fmla="*/ 36 h 179"/>
                <a:gd name="T60" fmla="*/ 175 w 291"/>
                <a:gd name="T61" fmla="*/ 38 h 179"/>
                <a:gd name="T62" fmla="*/ 158 w 291"/>
                <a:gd name="T63" fmla="*/ 32 h 179"/>
                <a:gd name="T64" fmla="*/ 158 w 291"/>
                <a:gd name="T65" fmla="*/ 22 h 179"/>
                <a:gd name="T66" fmla="*/ 155 w 291"/>
                <a:gd name="T67" fmla="*/ 12 h 179"/>
                <a:gd name="T68" fmla="*/ 146 w 291"/>
                <a:gd name="T69" fmla="*/ 10 h 179"/>
                <a:gd name="T70" fmla="*/ 135 w 291"/>
                <a:gd name="T71" fmla="*/ 6 h 179"/>
                <a:gd name="T72" fmla="*/ 127 w 291"/>
                <a:gd name="T73" fmla="*/ 0 h 179"/>
                <a:gd name="T74" fmla="*/ 123 w 291"/>
                <a:gd name="T75" fmla="*/ 10 h 179"/>
                <a:gd name="T76" fmla="*/ 116 w 291"/>
                <a:gd name="T77" fmla="*/ 6 h 179"/>
                <a:gd name="T78" fmla="*/ 113 w 291"/>
                <a:gd name="T79" fmla="*/ 11 h 179"/>
                <a:gd name="T80" fmla="*/ 108 w 291"/>
                <a:gd name="T81" fmla="*/ 15 h 179"/>
                <a:gd name="T82" fmla="*/ 102 w 291"/>
                <a:gd name="T83" fmla="*/ 17 h 179"/>
                <a:gd name="T84" fmla="*/ 95 w 291"/>
                <a:gd name="T85" fmla="*/ 27 h 179"/>
                <a:gd name="T86" fmla="*/ 96 w 291"/>
                <a:gd name="T87" fmla="*/ 35 h 179"/>
                <a:gd name="T88" fmla="*/ 48 w 291"/>
                <a:gd name="T89" fmla="*/ 22 h 179"/>
                <a:gd name="T90" fmla="*/ 34 w 291"/>
                <a:gd name="T91" fmla="*/ 10 h 179"/>
                <a:gd name="T92" fmla="*/ 12 w 291"/>
                <a:gd name="T93" fmla="*/ 14 h 179"/>
                <a:gd name="T94" fmla="*/ 0 w 291"/>
                <a:gd name="T95" fmla="*/ 23 h 179"/>
                <a:gd name="T96" fmla="*/ 8 w 291"/>
                <a:gd name="T97" fmla="*/ 33 h 179"/>
                <a:gd name="T98" fmla="*/ 11 w 291"/>
                <a:gd name="T99" fmla="*/ 17 h 179"/>
                <a:gd name="T100" fmla="*/ 40 w 291"/>
                <a:gd name="T101" fmla="*/ 35 h 179"/>
                <a:gd name="T102" fmla="*/ 33 w 291"/>
                <a:gd name="T103" fmla="*/ 50 h 179"/>
                <a:gd name="T104" fmla="*/ 14 w 291"/>
                <a:gd name="T105" fmla="*/ 44 h 179"/>
                <a:gd name="T106" fmla="*/ 5 w 291"/>
                <a:gd name="T107" fmla="*/ 58 h 179"/>
                <a:gd name="T108" fmla="*/ 21 w 291"/>
                <a:gd name="T109" fmla="*/ 71 h 179"/>
                <a:gd name="T110" fmla="*/ 13 w 291"/>
                <a:gd name="T111" fmla="*/ 78 h 179"/>
                <a:gd name="T112" fmla="*/ 29 w 291"/>
                <a:gd name="T113" fmla="*/ 89 h 179"/>
                <a:gd name="T114" fmla="*/ 30 w 291"/>
                <a:gd name="T115" fmla="*/ 127 h 179"/>
                <a:gd name="T116" fmla="*/ 45 w 291"/>
                <a:gd name="T117" fmla="*/ 12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1" h="179">
                  <a:moveTo>
                    <a:pt x="45" y="123"/>
                  </a:moveTo>
                  <a:cubicBezTo>
                    <a:pt x="48" y="120"/>
                    <a:pt x="52" y="116"/>
                    <a:pt x="54" y="115"/>
                  </a:cubicBezTo>
                  <a:cubicBezTo>
                    <a:pt x="56" y="113"/>
                    <a:pt x="58" y="112"/>
                    <a:pt x="60" y="112"/>
                  </a:cubicBezTo>
                  <a:cubicBezTo>
                    <a:pt x="62" y="111"/>
                    <a:pt x="64" y="111"/>
                    <a:pt x="67" y="111"/>
                  </a:cubicBezTo>
                  <a:cubicBezTo>
                    <a:pt x="68" y="111"/>
                    <a:pt x="70" y="111"/>
                    <a:pt x="72" y="111"/>
                  </a:cubicBezTo>
                  <a:cubicBezTo>
                    <a:pt x="74" y="111"/>
                    <a:pt x="76" y="111"/>
                    <a:pt x="76" y="111"/>
                  </a:cubicBezTo>
                  <a:cubicBezTo>
                    <a:pt x="77" y="111"/>
                    <a:pt x="77" y="110"/>
                    <a:pt x="78" y="109"/>
                  </a:cubicBezTo>
                  <a:cubicBezTo>
                    <a:pt x="79" y="108"/>
                    <a:pt x="80" y="107"/>
                    <a:pt x="82" y="107"/>
                  </a:cubicBezTo>
                  <a:cubicBezTo>
                    <a:pt x="83" y="107"/>
                    <a:pt x="85" y="106"/>
                    <a:pt x="88" y="106"/>
                  </a:cubicBezTo>
                  <a:cubicBezTo>
                    <a:pt x="91" y="106"/>
                    <a:pt x="95" y="107"/>
                    <a:pt x="96" y="107"/>
                  </a:cubicBezTo>
                  <a:cubicBezTo>
                    <a:pt x="98" y="107"/>
                    <a:pt x="100" y="110"/>
                    <a:pt x="101" y="112"/>
                  </a:cubicBezTo>
                  <a:cubicBezTo>
                    <a:pt x="101" y="112"/>
                    <a:pt x="101" y="112"/>
                    <a:pt x="101" y="112"/>
                  </a:cubicBezTo>
                  <a:cubicBezTo>
                    <a:pt x="102" y="112"/>
                    <a:pt x="102" y="113"/>
                    <a:pt x="102" y="113"/>
                  </a:cubicBezTo>
                  <a:cubicBezTo>
                    <a:pt x="103" y="114"/>
                    <a:pt x="104" y="114"/>
                    <a:pt x="105" y="114"/>
                  </a:cubicBezTo>
                  <a:cubicBezTo>
                    <a:pt x="106" y="114"/>
                    <a:pt x="108" y="114"/>
                    <a:pt x="110" y="115"/>
                  </a:cubicBezTo>
                  <a:cubicBezTo>
                    <a:pt x="112" y="116"/>
                    <a:pt x="113" y="117"/>
                    <a:pt x="114" y="118"/>
                  </a:cubicBezTo>
                  <a:cubicBezTo>
                    <a:pt x="115" y="119"/>
                    <a:pt x="116" y="120"/>
                    <a:pt x="118" y="121"/>
                  </a:cubicBezTo>
                  <a:cubicBezTo>
                    <a:pt x="121" y="122"/>
                    <a:pt x="124" y="121"/>
                    <a:pt x="128" y="121"/>
                  </a:cubicBezTo>
                  <a:cubicBezTo>
                    <a:pt x="130" y="121"/>
                    <a:pt x="132" y="121"/>
                    <a:pt x="134" y="122"/>
                  </a:cubicBezTo>
                  <a:cubicBezTo>
                    <a:pt x="137" y="122"/>
                    <a:pt x="139" y="123"/>
                    <a:pt x="141" y="125"/>
                  </a:cubicBezTo>
                  <a:cubicBezTo>
                    <a:pt x="143" y="127"/>
                    <a:pt x="145" y="129"/>
                    <a:pt x="147" y="131"/>
                  </a:cubicBezTo>
                  <a:cubicBezTo>
                    <a:pt x="149" y="134"/>
                    <a:pt x="150" y="134"/>
                    <a:pt x="152" y="135"/>
                  </a:cubicBezTo>
                  <a:cubicBezTo>
                    <a:pt x="153" y="135"/>
                    <a:pt x="154" y="135"/>
                    <a:pt x="154" y="135"/>
                  </a:cubicBezTo>
                  <a:cubicBezTo>
                    <a:pt x="157" y="136"/>
                    <a:pt x="157" y="137"/>
                    <a:pt x="158" y="138"/>
                  </a:cubicBezTo>
                  <a:cubicBezTo>
                    <a:pt x="158" y="139"/>
                    <a:pt x="159" y="141"/>
                    <a:pt x="161" y="142"/>
                  </a:cubicBezTo>
                  <a:cubicBezTo>
                    <a:pt x="165" y="144"/>
                    <a:pt x="169" y="144"/>
                    <a:pt x="173" y="144"/>
                  </a:cubicBezTo>
                  <a:cubicBezTo>
                    <a:pt x="175" y="144"/>
                    <a:pt x="177" y="144"/>
                    <a:pt x="178" y="144"/>
                  </a:cubicBezTo>
                  <a:cubicBezTo>
                    <a:pt x="180" y="145"/>
                    <a:pt x="180" y="146"/>
                    <a:pt x="180" y="149"/>
                  </a:cubicBezTo>
                  <a:cubicBezTo>
                    <a:pt x="180" y="150"/>
                    <a:pt x="180" y="152"/>
                    <a:pt x="181" y="154"/>
                  </a:cubicBezTo>
                  <a:cubicBezTo>
                    <a:pt x="181" y="157"/>
                    <a:pt x="181" y="162"/>
                    <a:pt x="182" y="165"/>
                  </a:cubicBezTo>
                  <a:cubicBezTo>
                    <a:pt x="182" y="167"/>
                    <a:pt x="182" y="169"/>
                    <a:pt x="182" y="170"/>
                  </a:cubicBezTo>
                  <a:cubicBezTo>
                    <a:pt x="182" y="170"/>
                    <a:pt x="182" y="170"/>
                    <a:pt x="182" y="170"/>
                  </a:cubicBezTo>
                  <a:cubicBezTo>
                    <a:pt x="183" y="170"/>
                    <a:pt x="184" y="170"/>
                    <a:pt x="185" y="170"/>
                  </a:cubicBezTo>
                  <a:cubicBezTo>
                    <a:pt x="186" y="170"/>
                    <a:pt x="188" y="170"/>
                    <a:pt x="190" y="171"/>
                  </a:cubicBezTo>
                  <a:cubicBezTo>
                    <a:pt x="191" y="171"/>
                    <a:pt x="191" y="171"/>
                    <a:pt x="192" y="172"/>
                  </a:cubicBezTo>
                  <a:cubicBezTo>
                    <a:pt x="195" y="172"/>
                    <a:pt x="197" y="173"/>
                    <a:pt x="199" y="175"/>
                  </a:cubicBezTo>
                  <a:cubicBezTo>
                    <a:pt x="199" y="176"/>
                    <a:pt x="200" y="176"/>
                    <a:pt x="200" y="177"/>
                  </a:cubicBezTo>
                  <a:cubicBezTo>
                    <a:pt x="201" y="178"/>
                    <a:pt x="202" y="179"/>
                    <a:pt x="203" y="179"/>
                  </a:cubicBezTo>
                  <a:cubicBezTo>
                    <a:pt x="203" y="179"/>
                    <a:pt x="204" y="179"/>
                    <a:pt x="205" y="178"/>
                  </a:cubicBezTo>
                  <a:cubicBezTo>
                    <a:pt x="205" y="178"/>
                    <a:pt x="206" y="177"/>
                    <a:pt x="207" y="176"/>
                  </a:cubicBezTo>
                  <a:cubicBezTo>
                    <a:pt x="209" y="176"/>
                    <a:pt x="211" y="176"/>
                    <a:pt x="213" y="176"/>
                  </a:cubicBezTo>
                  <a:cubicBezTo>
                    <a:pt x="213" y="176"/>
                    <a:pt x="214" y="176"/>
                    <a:pt x="215" y="176"/>
                  </a:cubicBezTo>
                  <a:cubicBezTo>
                    <a:pt x="215" y="176"/>
                    <a:pt x="216" y="174"/>
                    <a:pt x="217" y="173"/>
                  </a:cubicBezTo>
                  <a:cubicBezTo>
                    <a:pt x="219" y="172"/>
                    <a:pt x="220" y="170"/>
                    <a:pt x="220" y="170"/>
                  </a:cubicBezTo>
                  <a:cubicBezTo>
                    <a:pt x="220" y="169"/>
                    <a:pt x="220" y="169"/>
                    <a:pt x="220" y="168"/>
                  </a:cubicBezTo>
                  <a:cubicBezTo>
                    <a:pt x="219" y="167"/>
                    <a:pt x="218" y="165"/>
                    <a:pt x="221" y="163"/>
                  </a:cubicBezTo>
                  <a:cubicBezTo>
                    <a:pt x="222" y="163"/>
                    <a:pt x="223" y="162"/>
                    <a:pt x="225" y="162"/>
                  </a:cubicBezTo>
                  <a:cubicBezTo>
                    <a:pt x="226" y="162"/>
                    <a:pt x="227" y="162"/>
                    <a:pt x="229" y="162"/>
                  </a:cubicBezTo>
                  <a:cubicBezTo>
                    <a:pt x="230" y="161"/>
                    <a:pt x="231" y="161"/>
                    <a:pt x="232" y="160"/>
                  </a:cubicBezTo>
                  <a:cubicBezTo>
                    <a:pt x="233" y="160"/>
                    <a:pt x="235" y="159"/>
                    <a:pt x="236" y="159"/>
                  </a:cubicBezTo>
                  <a:cubicBezTo>
                    <a:pt x="237" y="158"/>
                    <a:pt x="237" y="158"/>
                    <a:pt x="238" y="158"/>
                  </a:cubicBezTo>
                  <a:cubicBezTo>
                    <a:pt x="241" y="157"/>
                    <a:pt x="245" y="156"/>
                    <a:pt x="246" y="154"/>
                  </a:cubicBezTo>
                  <a:cubicBezTo>
                    <a:pt x="247" y="154"/>
                    <a:pt x="247" y="153"/>
                    <a:pt x="248" y="153"/>
                  </a:cubicBezTo>
                  <a:cubicBezTo>
                    <a:pt x="249" y="152"/>
                    <a:pt x="249" y="152"/>
                    <a:pt x="249" y="150"/>
                  </a:cubicBezTo>
                  <a:cubicBezTo>
                    <a:pt x="249" y="149"/>
                    <a:pt x="249" y="147"/>
                    <a:pt x="249" y="146"/>
                  </a:cubicBezTo>
                  <a:cubicBezTo>
                    <a:pt x="250" y="144"/>
                    <a:pt x="250" y="143"/>
                    <a:pt x="251" y="142"/>
                  </a:cubicBezTo>
                  <a:cubicBezTo>
                    <a:pt x="252" y="141"/>
                    <a:pt x="252" y="140"/>
                    <a:pt x="252" y="138"/>
                  </a:cubicBezTo>
                  <a:cubicBezTo>
                    <a:pt x="252" y="137"/>
                    <a:pt x="253" y="136"/>
                    <a:pt x="253" y="135"/>
                  </a:cubicBezTo>
                  <a:cubicBezTo>
                    <a:pt x="254" y="133"/>
                    <a:pt x="255" y="132"/>
                    <a:pt x="257" y="132"/>
                  </a:cubicBezTo>
                  <a:cubicBezTo>
                    <a:pt x="258" y="131"/>
                    <a:pt x="260" y="131"/>
                    <a:pt x="262" y="131"/>
                  </a:cubicBezTo>
                  <a:cubicBezTo>
                    <a:pt x="263" y="131"/>
                    <a:pt x="264" y="131"/>
                    <a:pt x="264" y="131"/>
                  </a:cubicBezTo>
                  <a:cubicBezTo>
                    <a:pt x="267" y="131"/>
                    <a:pt x="268" y="131"/>
                    <a:pt x="269" y="129"/>
                  </a:cubicBezTo>
                  <a:cubicBezTo>
                    <a:pt x="270" y="129"/>
                    <a:pt x="270" y="128"/>
                    <a:pt x="271" y="128"/>
                  </a:cubicBezTo>
                  <a:cubicBezTo>
                    <a:pt x="272" y="127"/>
                    <a:pt x="272" y="126"/>
                    <a:pt x="274" y="125"/>
                  </a:cubicBezTo>
                  <a:cubicBezTo>
                    <a:pt x="276" y="125"/>
                    <a:pt x="277" y="125"/>
                    <a:pt x="279" y="126"/>
                  </a:cubicBezTo>
                  <a:cubicBezTo>
                    <a:pt x="281" y="127"/>
                    <a:pt x="283" y="127"/>
                    <a:pt x="285" y="128"/>
                  </a:cubicBezTo>
                  <a:cubicBezTo>
                    <a:pt x="287" y="128"/>
                    <a:pt x="288" y="128"/>
                    <a:pt x="290" y="128"/>
                  </a:cubicBezTo>
                  <a:cubicBezTo>
                    <a:pt x="290" y="126"/>
                    <a:pt x="290" y="121"/>
                    <a:pt x="291" y="118"/>
                  </a:cubicBezTo>
                  <a:cubicBezTo>
                    <a:pt x="291" y="115"/>
                    <a:pt x="291" y="115"/>
                    <a:pt x="289" y="114"/>
                  </a:cubicBezTo>
                  <a:cubicBezTo>
                    <a:pt x="289" y="114"/>
                    <a:pt x="289" y="114"/>
                    <a:pt x="289" y="114"/>
                  </a:cubicBezTo>
                  <a:cubicBezTo>
                    <a:pt x="289" y="114"/>
                    <a:pt x="289" y="114"/>
                    <a:pt x="289" y="114"/>
                  </a:cubicBezTo>
                  <a:cubicBezTo>
                    <a:pt x="289" y="114"/>
                    <a:pt x="289" y="114"/>
                    <a:pt x="289" y="114"/>
                  </a:cubicBezTo>
                  <a:cubicBezTo>
                    <a:pt x="288" y="113"/>
                    <a:pt x="286" y="112"/>
                    <a:pt x="284" y="111"/>
                  </a:cubicBezTo>
                  <a:cubicBezTo>
                    <a:pt x="283" y="110"/>
                    <a:pt x="281" y="110"/>
                    <a:pt x="279" y="109"/>
                  </a:cubicBezTo>
                  <a:cubicBezTo>
                    <a:pt x="277" y="109"/>
                    <a:pt x="276" y="109"/>
                    <a:pt x="275" y="109"/>
                  </a:cubicBezTo>
                  <a:cubicBezTo>
                    <a:pt x="274" y="109"/>
                    <a:pt x="272" y="110"/>
                    <a:pt x="270" y="109"/>
                  </a:cubicBezTo>
                  <a:cubicBezTo>
                    <a:pt x="266" y="109"/>
                    <a:pt x="263" y="105"/>
                    <a:pt x="259" y="102"/>
                  </a:cubicBezTo>
                  <a:cubicBezTo>
                    <a:pt x="257" y="101"/>
                    <a:pt x="256" y="99"/>
                    <a:pt x="254" y="98"/>
                  </a:cubicBezTo>
                  <a:cubicBezTo>
                    <a:pt x="251" y="95"/>
                    <a:pt x="249" y="95"/>
                    <a:pt x="245" y="93"/>
                  </a:cubicBezTo>
                  <a:cubicBezTo>
                    <a:pt x="244" y="92"/>
                    <a:pt x="243" y="92"/>
                    <a:pt x="241" y="91"/>
                  </a:cubicBezTo>
                  <a:cubicBezTo>
                    <a:pt x="236" y="88"/>
                    <a:pt x="228" y="82"/>
                    <a:pt x="221" y="77"/>
                  </a:cubicBezTo>
                  <a:cubicBezTo>
                    <a:pt x="217" y="75"/>
                    <a:pt x="214" y="72"/>
                    <a:pt x="212" y="71"/>
                  </a:cubicBezTo>
                  <a:cubicBezTo>
                    <a:pt x="210" y="70"/>
                    <a:pt x="208" y="69"/>
                    <a:pt x="207" y="67"/>
                  </a:cubicBezTo>
                  <a:cubicBezTo>
                    <a:pt x="206" y="66"/>
                    <a:pt x="205" y="64"/>
                    <a:pt x="205" y="62"/>
                  </a:cubicBezTo>
                  <a:cubicBezTo>
                    <a:pt x="204" y="58"/>
                    <a:pt x="204" y="58"/>
                    <a:pt x="202" y="56"/>
                  </a:cubicBezTo>
                  <a:cubicBezTo>
                    <a:pt x="201" y="56"/>
                    <a:pt x="200" y="55"/>
                    <a:pt x="199" y="54"/>
                  </a:cubicBezTo>
                  <a:cubicBezTo>
                    <a:pt x="196" y="52"/>
                    <a:pt x="196" y="50"/>
                    <a:pt x="196" y="48"/>
                  </a:cubicBezTo>
                  <a:cubicBezTo>
                    <a:pt x="196" y="47"/>
                    <a:pt x="195" y="46"/>
                    <a:pt x="195" y="44"/>
                  </a:cubicBezTo>
                  <a:cubicBezTo>
                    <a:pt x="194" y="42"/>
                    <a:pt x="193" y="41"/>
                    <a:pt x="191" y="39"/>
                  </a:cubicBezTo>
                  <a:cubicBezTo>
                    <a:pt x="190" y="38"/>
                    <a:pt x="188" y="37"/>
                    <a:pt x="187" y="36"/>
                  </a:cubicBezTo>
                  <a:cubicBezTo>
                    <a:pt x="186" y="36"/>
                    <a:pt x="185" y="36"/>
                    <a:pt x="184" y="37"/>
                  </a:cubicBezTo>
                  <a:cubicBezTo>
                    <a:pt x="183" y="37"/>
                    <a:pt x="182" y="38"/>
                    <a:pt x="180" y="38"/>
                  </a:cubicBezTo>
                  <a:cubicBezTo>
                    <a:pt x="178" y="39"/>
                    <a:pt x="177" y="39"/>
                    <a:pt x="175" y="38"/>
                  </a:cubicBezTo>
                  <a:cubicBezTo>
                    <a:pt x="173" y="38"/>
                    <a:pt x="171" y="37"/>
                    <a:pt x="167" y="36"/>
                  </a:cubicBezTo>
                  <a:cubicBezTo>
                    <a:pt x="159" y="35"/>
                    <a:pt x="159" y="35"/>
                    <a:pt x="159" y="33"/>
                  </a:cubicBezTo>
                  <a:cubicBezTo>
                    <a:pt x="159" y="33"/>
                    <a:pt x="159" y="32"/>
                    <a:pt x="158" y="32"/>
                  </a:cubicBezTo>
                  <a:cubicBezTo>
                    <a:pt x="156" y="29"/>
                    <a:pt x="156" y="27"/>
                    <a:pt x="157" y="25"/>
                  </a:cubicBezTo>
                  <a:cubicBezTo>
                    <a:pt x="158" y="25"/>
                    <a:pt x="158" y="24"/>
                    <a:pt x="158" y="23"/>
                  </a:cubicBezTo>
                  <a:cubicBezTo>
                    <a:pt x="158" y="22"/>
                    <a:pt x="158" y="22"/>
                    <a:pt x="158" y="22"/>
                  </a:cubicBezTo>
                  <a:cubicBezTo>
                    <a:pt x="157" y="21"/>
                    <a:pt x="156" y="20"/>
                    <a:pt x="155" y="19"/>
                  </a:cubicBezTo>
                  <a:cubicBezTo>
                    <a:pt x="153" y="16"/>
                    <a:pt x="154" y="15"/>
                    <a:pt x="155" y="14"/>
                  </a:cubicBezTo>
                  <a:cubicBezTo>
                    <a:pt x="155" y="13"/>
                    <a:pt x="155" y="13"/>
                    <a:pt x="155" y="12"/>
                  </a:cubicBezTo>
                  <a:cubicBezTo>
                    <a:pt x="155" y="11"/>
                    <a:pt x="154" y="11"/>
                    <a:pt x="153" y="11"/>
                  </a:cubicBezTo>
                  <a:cubicBezTo>
                    <a:pt x="152" y="11"/>
                    <a:pt x="151" y="12"/>
                    <a:pt x="150" y="11"/>
                  </a:cubicBezTo>
                  <a:cubicBezTo>
                    <a:pt x="149" y="11"/>
                    <a:pt x="148" y="11"/>
                    <a:pt x="146" y="10"/>
                  </a:cubicBezTo>
                  <a:cubicBezTo>
                    <a:pt x="144" y="10"/>
                    <a:pt x="143" y="9"/>
                    <a:pt x="141" y="8"/>
                  </a:cubicBezTo>
                  <a:cubicBezTo>
                    <a:pt x="139" y="6"/>
                    <a:pt x="138" y="6"/>
                    <a:pt x="138" y="6"/>
                  </a:cubicBezTo>
                  <a:cubicBezTo>
                    <a:pt x="137" y="6"/>
                    <a:pt x="136" y="6"/>
                    <a:pt x="135" y="6"/>
                  </a:cubicBezTo>
                  <a:cubicBezTo>
                    <a:pt x="132" y="5"/>
                    <a:pt x="131" y="3"/>
                    <a:pt x="130" y="2"/>
                  </a:cubicBezTo>
                  <a:cubicBezTo>
                    <a:pt x="129" y="1"/>
                    <a:pt x="129" y="0"/>
                    <a:pt x="128" y="0"/>
                  </a:cubicBezTo>
                  <a:cubicBezTo>
                    <a:pt x="128" y="0"/>
                    <a:pt x="127" y="0"/>
                    <a:pt x="127" y="0"/>
                  </a:cubicBezTo>
                  <a:cubicBezTo>
                    <a:pt x="127" y="1"/>
                    <a:pt x="126" y="2"/>
                    <a:pt x="125" y="3"/>
                  </a:cubicBezTo>
                  <a:cubicBezTo>
                    <a:pt x="125" y="4"/>
                    <a:pt x="125" y="5"/>
                    <a:pt x="125" y="6"/>
                  </a:cubicBezTo>
                  <a:cubicBezTo>
                    <a:pt x="125" y="8"/>
                    <a:pt x="125" y="9"/>
                    <a:pt x="123" y="10"/>
                  </a:cubicBezTo>
                  <a:cubicBezTo>
                    <a:pt x="123" y="10"/>
                    <a:pt x="123" y="10"/>
                    <a:pt x="123" y="10"/>
                  </a:cubicBezTo>
                  <a:cubicBezTo>
                    <a:pt x="122" y="10"/>
                    <a:pt x="121" y="9"/>
                    <a:pt x="119" y="8"/>
                  </a:cubicBezTo>
                  <a:cubicBezTo>
                    <a:pt x="118" y="7"/>
                    <a:pt x="117" y="6"/>
                    <a:pt x="116" y="6"/>
                  </a:cubicBezTo>
                  <a:cubicBezTo>
                    <a:pt x="114" y="6"/>
                    <a:pt x="114" y="7"/>
                    <a:pt x="114" y="9"/>
                  </a:cubicBezTo>
                  <a:cubicBezTo>
                    <a:pt x="114" y="9"/>
                    <a:pt x="113" y="10"/>
                    <a:pt x="113" y="10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3" y="11"/>
                    <a:pt x="113" y="11"/>
                    <a:pt x="113" y="11"/>
                  </a:cubicBezTo>
                  <a:cubicBezTo>
                    <a:pt x="113" y="12"/>
                    <a:pt x="112" y="13"/>
                    <a:pt x="112" y="14"/>
                  </a:cubicBezTo>
                  <a:cubicBezTo>
                    <a:pt x="111" y="14"/>
                    <a:pt x="110" y="15"/>
                    <a:pt x="108" y="15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05" y="17"/>
                    <a:pt x="103" y="17"/>
                    <a:pt x="102" y="17"/>
                  </a:cubicBezTo>
                  <a:cubicBezTo>
                    <a:pt x="100" y="17"/>
                    <a:pt x="100" y="17"/>
                    <a:pt x="98" y="18"/>
                  </a:cubicBezTo>
                  <a:cubicBezTo>
                    <a:pt x="97" y="19"/>
                    <a:pt x="97" y="20"/>
                    <a:pt x="96" y="22"/>
                  </a:cubicBezTo>
                  <a:cubicBezTo>
                    <a:pt x="95" y="23"/>
                    <a:pt x="95" y="25"/>
                    <a:pt x="95" y="27"/>
                  </a:cubicBezTo>
                  <a:cubicBezTo>
                    <a:pt x="95" y="28"/>
                    <a:pt x="96" y="29"/>
                    <a:pt x="97" y="30"/>
                  </a:cubicBezTo>
                  <a:cubicBezTo>
                    <a:pt x="97" y="31"/>
                    <a:pt x="98" y="32"/>
                    <a:pt x="98" y="33"/>
                  </a:cubicBezTo>
                  <a:cubicBezTo>
                    <a:pt x="98" y="34"/>
                    <a:pt x="97" y="35"/>
                    <a:pt x="96" y="35"/>
                  </a:cubicBezTo>
                  <a:cubicBezTo>
                    <a:pt x="95" y="35"/>
                    <a:pt x="86" y="35"/>
                    <a:pt x="78" y="35"/>
                  </a:cubicBezTo>
                  <a:cubicBezTo>
                    <a:pt x="71" y="35"/>
                    <a:pt x="65" y="35"/>
                    <a:pt x="62" y="35"/>
                  </a:cubicBezTo>
                  <a:cubicBezTo>
                    <a:pt x="57" y="34"/>
                    <a:pt x="52" y="27"/>
                    <a:pt x="48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7" y="20"/>
                    <a:pt x="43" y="17"/>
                    <a:pt x="40" y="15"/>
                  </a:cubicBezTo>
                  <a:cubicBezTo>
                    <a:pt x="37" y="12"/>
                    <a:pt x="34" y="10"/>
                    <a:pt x="34" y="10"/>
                  </a:cubicBezTo>
                  <a:cubicBezTo>
                    <a:pt x="33" y="10"/>
                    <a:pt x="25" y="11"/>
                    <a:pt x="20" y="12"/>
                  </a:cubicBezTo>
                  <a:cubicBezTo>
                    <a:pt x="16" y="13"/>
                    <a:pt x="13" y="13"/>
                    <a:pt x="13" y="14"/>
                  </a:cubicBezTo>
                  <a:cubicBezTo>
                    <a:pt x="13" y="14"/>
                    <a:pt x="12" y="14"/>
                    <a:pt x="12" y="14"/>
                  </a:cubicBezTo>
                  <a:cubicBezTo>
                    <a:pt x="10" y="15"/>
                    <a:pt x="8" y="16"/>
                    <a:pt x="7" y="17"/>
                  </a:cubicBezTo>
                  <a:cubicBezTo>
                    <a:pt x="6" y="18"/>
                    <a:pt x="4" y="20"/>
                    <a:pt x="2" y="21"/>
                  </a:cubicBezTo>
                  <a:cubicBezTo>
                    <a:pt x="1" y="22"/>
                    <a:pt x="1" y="23"/>
                    <a:pt x="0" y="23"/>
                  </a:cubicBezTo>
                  <a:cubicBezTo>
                    <a:pt x="1" y="24"/>
                    <a:pt x="2" y="26"/>
                    <a:pt x="3" y="28"/>
                  </a:cubicBezTo>
                  <a:cubicBezTo>
                    <a:pt x="6" y="33"/>
                    <a:pt x="4" y="35"/>
                    <a:pt x="6" y="37"/>
                  </a:cubicBezTo>
                  <a:cubicBezTo>
                    <a:pt x="7" y="38"/>
                    <a:pt x="8" y="37"/>
                    <a:pt x="8" y="33"/>
                  </a:cubicBezTo>
                  <a:cubicBezTo>
                    <a:pt x="9" y="29"/>
                    <a:pt x="11" y="29"/>
                    <a:pt x="11" y="27"/>
                  </a:cubicBezTo>
                  <a:cubicBezTo>
                    <a:pt x="11" y="25"/>
                    <a:pt x="9" y="26"/>
                    <a:pt x="9" y="22"/>
                  </a:cubicBezTo>
                  <a:cubicBezTo>
                    <a:pt x="9" y="19"/>
                    <a:pt x="9" y="19"/>
                    <a:pt x="11" y="17"/>
                  </a:cubicBezTo>
                  <a:cubicBezTo>
                    <a:pt x="13" y="15"/>
                    <a:pt x="22" y="11"/>
                    <a:pt x="28" y="14"/>
                  </a:cubicBezTo>
                  <a:cubicBezTo>
                    <a:pt x="34" y="17"/>
                    <a:pt x="31" y="20"/>
                    <a:pt x="32" y="27"/>
                  </a:cubicBezTo>
                  <a:cubicBezTo>
                    <a:pt x="33" y="33"/>
                    <a:pt x="35" y="31"/>
                    <a:pt x="40" y="35"/>
                  </a:cubicBezTo>
                  <a:cubicBezTo>
                    <a:pt x="46" y="38"/>
                    <a:pt x="49" y="41"/>
                    <a:pt x="46" y="42"/>
                  </a:cubicBezTo>
                  <a:cubicBezTo>
                    <a:pt x="43" y="43"/>
                    <a:pt x="39" y="42"/>
                    <a:pt x="39" y="45"/>
                  </a:cubicBezTo>
                  <a:cubicBezTo>
                    <a:pt x="39" y="48"/>
                    <a:pt x="37" y="50"/>
                    <a:pt x="33" y="50"/>
                  </a:cubicBezTo>
                  <a:cubicBezTo>
                    <a:pt x="29" y="50"/>
                    <a:pt x="30" y="49"/>
                    <a:pt x="28" y="47"/>
                  </a:cubicBezTo>
                  <a:cubicBezTo>
                    <a:pt x="27" y="44"/>
                    <a:pt x="26" y="46"/>
                    <a:pt x="21" y="47"/>
                  </a:cubicBezTo>
                  <a:cubicBezTo>
                    <a:pt x="17" y="48"/>
                    <a:pt x="16" y="47"/>
                    <a:pt x="14" y="44"/>
                  </a:cubicBezTo>
                  <a:cubicBezTo>
                    <a:pt x="13" y="41"/>
                    <a:pt x="11" y="41"/>
                    <a:pt x="8" y="42"/>
                  </a:cubicBezTo>
                  <a:cubicBezTo>
                    <a:pt x="6" y="42"/>
                    <a:pt x="8" y="45"/>
                    <a:pt x="7" y="50"/>
                  </a:cubicBezTo>
                  <a:cubicBezTo>
                    <a:pt x="6" y="55"/>
                    <a:pt x="5" y="53"/>
                    <a:pt x="5" y="58"/>
                  </a:cubicBezTo>
                  <a:cubicBezTo>
                    <a:pt x="4" y="63"/>
                    <a:pt x="5" y="63"/>
                    <a:pt x="10" y="65"/>
                  </a:cubicBezTo>
                  <a:cubicBezTo>
                    <a:pt x="16" y="67"/>
                    <a:pt x="14" y="65"/>
                    <a:pt x="18" y="66"/>
                  </a:cubicBezTo>
                  <a:cubicBezTo>
                    <a:pt x="23" y="67"/>
                    <a:pt x="19" y="68"/>
                    <a:pt x="21" y="71"/>
                  </a:cubicBezTo>
                  <a:cubicBezTo>
                    <a:pt x="23" y="74"/>
                    <a:pt x="25" y="74"/>
                    <a:pt x="24" y="76"/>
                  </a:cubicBezTo>
                  <a:cubicBezTo>
                    <a:pt x="23" y="78"/>
                    <a:pt x="21" y="75"/>
                    <a:pt x="19" y="73"/>
                  </a:cubicBezTo>
                  <a:cubicBezTo>
                    <a:pt x="18" y="72"/>
                    <a:pt x="13" y="75"/>
                    <a:pt x="13" y="78"/>
                  </a:cubicBezTo>
                  <a:cubicBezTo>
                    <a:pt x="12" y="81"/>
                    <a:pt x="13" y="82"/>
                    <a:pt x="16" y="84"/>
                  </a:cubicBezTo>
                  <a:cubicBezTo>
                    <a:pt x="18" y="86"/>
                    <a:pt x="18" y="83"/>
                    <a:pt x="20" y="82"/>
                  </a:cubicBezTo>
                  <a:cubicBezTo>
                    <a:pt x="23" y="82"/>
                    <a:pt x="26" y="85"/>
                    <a:pt x="29" y="89"/>
                  </a:cubicBezTo>
                  <a:cubicBezTo>
                    <a:pt x="33" y="93"/>
                    <a:pt x="30" y="92"/>
                    <a:pt x="29" y="95"/>
                  </a:cubicBezTo>
                  <a:cubicBezTo>
                    <a:pt x="28" y="97"/>
                    <a:pt x="27" y="108"/>
                    <a:pt x="27" y="113"/>
                  </a:cubicBezTo>
                  <a:cubicBezTo>
                    <a:pt x="27" y="118"/>
                    <a:pt x="29" y="122"/>
                    <a:pt x="30" y="127"/>
                  </a:cubicBezTo>
                  <a:cubicBezTo>
                    <a:pt x="30" y="128"/>
                    <a:pt x="31" y="128"/>
                    <a:pt x="31" y="129"/>
                  </a:cubicBezTo>
                  <a:cubicBezTo>
                    <a:pt x="35" y="129"/>
                    <a:pt x="39" y="129"/>
                    <a:pt x="40" y="128"/>
                  </a:cubicBezTo>
                  <a:cubicBezTo>
                    <a:pt x="41" y="128"/>
                    <a:pt x="43" y="126"/>
                    <a:pt x="45" y="12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2" name="Freeform 248">
              <a:extLst>
                <a:ext uri="{FF2B5EF4-FFF2-40B4-BE49-F238E27FC236}">
                  <a16:creationId xmlns:a16="http://schemas.microsoft.com/office/drawing/2014/main" id="{A9761826-5F0F-11A1-D7D0-8F1A12592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8691" y="2693286"/>
              <a:ext cx="8462" cy="12693"/>
            </a:xfrm>
            <a:custGeom>
              <a:avLst/>
              <a:gdLst>
                <a:gd name="T0" fmla="*/ 2 w 8"/>
                <a:gd name="T1" fmla="*/ 11 h 12"/>
                <a:gd name="T2" fmla="*/ 5 w 8"/>
                <a:gd name="T3" fmla="*/ 9 h 12"/>
                <a:gd name="T4" fmla="*/ 7 w 8"/>
                <a:gd name="T5" fmla="*/ 5 h 12"/>
                <a:gd name="T6" fmla="*/ 6 w 8"/>
                <a:gd name="T7" fmla="*/ 2 h 12"/>
                <a:gd name="T8" fmla="*/ 5 w 8"/>
                <a:gd name="T9" fmla="*/ 5 h 12"/>
                <a:gd name="T10" fmla="*/ 2 w 8"/>
                <a:gd name="T11" fmla="*/ 8 h 12"/>
                <a:gd name="T12" fmla="*/ 2 w 8"/>
                <a:gd name="T13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2">
                  <a:moveTo>
                    <a:pt x="2" y="11"/>
                  </a:moveTo>
                  <a:cubicBezTo>
                    <a:pt x="3" y="12"/>
                    <a:pt x="4" y="11"/>
                    <a:pt x="5" y="9"/>
                  </a:cubicBezTo>
                  <a:cubicBezTo>
                    <a:pt x="5" y="7"/>
                    <a:pt x="6" y="7"/>
                    <a:pt x="7" y="5"/>
                  </a:cubicBezTo>
                  <a:cubicBezTo>
                    <a:pt x="8" y="3"/>
                    <a:pt x="6" y="0"/>
                    <a:pt x="6" y="2"/>
                  </a:cubicBezTo>
                  <a:cubicBezTo>
                    <a:pt x="5" y="5"/>
                    <a:pt x="6" y="5"/>
                    <a:pt x="5" y="5"/>
                  </a:cubicBezTo>
                  <a:cubicBezTo>
                    <a:pt x="3" y="6"/>
                    <a:pt x="2" y="6"/>
                    <a:pt x="2" y="8"/>
                  </a:cubicBezTo>
                  <a:cubicBezTo>
                    <a:pt x="1" y="9"/>
                    <a:pt x="0" y="11"/>
                    <a:pt x="2" y="1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3" name="Freeform 249">
              <a:extLst>
                <a:ext uri="{FF2B5EF4-FFF2-40B4-BE49-F238E27FC236}">
                  <a16:creationId xmlns:a16="http://schemas.microsoft.com/office/drawing/2014/main" id="{B6B56383-F73D-ABA7-447E-7EE54056B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4750" y="2532502"/>
              <a:ext cx="165015" cy="191813"/>
            </a:xfrm>
            <a:custGeom>
              <a:avLst/>
              <a:gdLst>
                <a:gd name="T0" fmla="*/ 24 w 151"/>
                <a:gd name="T1" fmla="*/ 28 h 179"/>
                <a:gd name="T2" fmla="*/ 19 w 151"/>
                <a:gd name="T3" fmla="*/ 21 h 179"/>
                <a:gd name="T4" fmla="*/ 10 w 151"/>
                <a:gd name="T5" fmla="*/ 29 h 179"/>
                <a:gd name="T6" fmla="*/ 1 w 151"/>
                <a:gd name="T7" fmla="*/ 40 h 179"/>
                <a:gd name="T8" fmla="*/ 0 w 151"/>
                <a:gd name="T9" fmla="*/ 42 h 179"/>
                <a:gd name="T10" fmla="*/ 3 w 151"/>
                <a:gd name="T11" fmla="*/ 44 h 179"/>
                <a:gd name="T12" fmla="*/ 7 w 151"/>
                <a:gd name="T13" fmla="*/ 54 h 179"/>
                <a:gd name="T14" fmla="*/ 8 w 151"/>
                <a:gd name="T15" fmla="*/ 60 h 179"/>
                <a:gd name="T16" fmla="*/ 20 w 151"/>
                <a:gd name="T17" fmla="*/ 62 h 179"/>
                <a:gd name="T18" fmla="*/ 24 w 151"/>
                <a:gd name="T19" fmla="*/ 73 h 179"/>
                <a:gd name="T20" fmla="*/ 20 w 151"/>
                <a:gd name="T21" fmla="*/ 86 h 179"/>
                <a:gd name="T22" fmla="*/ 18 w 151"/>
                <a:gd name="T23" fmla="*/ 97 h 179"/>
                <a:gd name="T24" fmla="*/ 18 w 151"/>
                <a:gd name="T25" fmla="*/ 104 h 179"/>
                <a:gd name="T26" fmla="*/ 32 w 151"/>
                <a:gd name="T27" fmla="*/ 94 h 179"/>
                <a:gd name="T28" fmla="*/ 48 w 151"/>
                <a:gd name="T29" fmla="*/ 96 h 179"/>
                <a:gd name="T30" fmla="*/ 53 w 151"/>
                <a:gd name="T31" fmla="*/ 95 h 179"/>
                <a:gd name="T32" fmla="*/ 69 w 151"/>
                <a:gd name="T33" fmla="*/ 85 h 179"/>
                <a:gd name="T34" fmla="*/ 86 w 151"/>
                <a:gd name="T35" fmla="*/ 98 h 179"/>
                <a:gd name="T36" fmla="*/ 95 w 151"/>
                <a:gd name="T37" fmla="*/ 110 h 179"/>
                <a:gd name="T38" fmla="*/ 95 w 151"/>
                <a:gd name="T39" fmla="*/ 122 h 179"/>
                <a:gd name="T40" fmla="*/ 102 w 151"/>
                <a:gd name="T41" fmla="*/ 131 h 179"/>
                <a:gd name="T42" fmla="*/ 111 w 151"/>
                <a:gd name="T43" fmla="*/ 145 h 179"/>
                <a:gd name="T44" fmla="*/ 110 w 151"/>
                <a:gd name="T45" fmla="*/ 164 h 179"/>
                <a:gd name="T46" fmla="*/ 104 w 151"/>
                <a:gd name="T47" fmla="*/ 174 h 179"/>
                <a:gd name="T48" fmla="*/ 114 w 151"/>
                <a:gd name="T49" fmla="*/ 177 h 179"/>
                <a:gd name="T50" fmla="*/ 120 w 151"/>
                <a:gd name="T51" fmla="*/ 179 h 179"/>
                <a:gd name="T52" fmla="*/ 122 w 151"/>
                <a:gd name="T53" fmla="*/ 169 h 179"/>
                <a:gd name="T54" fmla="*/ 136 w 151"/>
                <a:gd name="T55" fmla="*/ 170 h 179"/>
                <a:gd name="T56" fmla="*/ 143 w 151"/>
                <a:gd name="T57" fmla="*/ 169 h 179"/>
                <a:gd name="T58" fmla="*/ 149 w 151"/>
                <a:gd name="T59" fmla="*/ 160 h 179"/>
                <a:gd name="T60" fmla="*/ 150 w 151"/>
                <a:gd name="T61" fmla="*/ 151 h 179"/>
                <a:gd name="T62" fmla="*/ 142 w 151"/>
                <a:gd name="T63" fmla="*/ 142 h 179"/>
                <a:gd name="T64" fmla="*/ 145 w 151"/>
                <a:gd name="T65" fmla="*/ 134 h 179"/>
                <a:gd name="T66" fmla="*/ 138 w 151"/>
                <a:gd name="T67" fmla="*/ 129 h 179"/>
                <a:gd name="T68" fmla="*/ 131 w 151"/>
                <a:gd name="T69" fmla="*/ 126 h 179"/>
                <a:gd name="T70" fmla="*/ 125 w 151"/>
                <a:gd name="T71" fmla="*/ 112 h 179"/>
                <a:gd name="T72" fmla="*/ 112 w 151"/>
                <a:gd name="T73" fmla="*/ 99 h 179"/>
                <a:gd name="T74" fmla="*/ 105 w 151"/>
                <a:gd name="T75" fmla="*/ 93 h 179"/>
                <a:gd name="T76" fmla="*/ 100 w 151"/>
                <a:gd name="T77" fmla="*/ 83 h 179"/>
                <a:gd name="T78" fmla="*/ 87 w 151"/>
                <a:gd name="T79" fmla="*/ 75 h 179"/>
                <a:gd name="T80" fmla="*/ 77 w 151"/>
                <a:gd name="T81" fmla="*/ 65 h 179"/>
                <a:gd name="T82" fmla="*/ 80 w 151"/>
                <a:gd name="T83" fmla="*/ 60 h 179"/>
                <a:gd name="T84" fmla="*/ 94 w 151"/>
                <a:gd name="T85" fmla="*/ 56 h 179"/>
                <a:gd name="T86" fmla="*/ 96 w 151"/>
                <a:gd name="T87" fmla="*/ 51 h 179"/>
                <a:gd name="T88" fmla="*/ 92 w 151"/>
                <a:gd name="T89" fmla="*/ 47 h 179"/>
                <a:gd name="T90" fmla="*/ 88 w 151"/>
                <a:gd name="T91" fmla="*/ 41 h 179"/>
                <a:gd name="T92" fmla="*/ 81 w 151"/>
                <a:gd name="T93" fmla="*/ 34 h 179"/>
                <a:gd name="T94" fmla="*/ 71 w 151"/>
                <a:gd name="T95" fmla="*/ 38 h 179"/>
                <a:gd name="T96" fmla="*/ 56 w 151"/>
                <a:gd name="T97" fmla="*/ 29 h 179"/>
                <a:gd name="T98" fmla="*/ 54 w 151"/>
                <a:gd name="T99" fmla="*/ 18 h 179"/>
                <a:gd name="T100" fmla="*/ 49 w 151"/>
                <a:gd name="T101" fmla="*/ 15 h 179"/>
                <a:gd name="T102" fmla="*/ 44 w 151"/>
                <a:gd name="T103" fmla="*/ 7 h 179"/>
                <a:gd name="T104" fmla="*/ 44 w 151"/>
                <a:gd name="T105" fmla="*/ 7 h 179"/>
                <a:gd name="T106" fmla="*/ 36 w 151"/>
                <a:gd name="T107" fmla="*/ 1 h 179"/>
                <a:gd name="T108" fmla="*/ 29 w 151"/>
                <a:gd name="T109" fmla="*/ 5 h 179"/>
                <a:gd name="T110" fmla="*/ 32 w 151"/>
                <a:gd name="T111" fmla="*/ 11 h 179"/>
                <a:gd name="T112" fmla="*/ 33 w 151"/>
                <a:gd name="T113" fmla="*/ 23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79">
                  <a:moveTo>
                    <a:pt x="33" y="29"/>
                  </a:moveTo>
                  <a:cubicBezTo>
                    <a:pt x="32" y="29"/>
                    <a:pt x="31" y="29"/>
                    <a:pt x="29" y="29"/>
                  </a:cubicBezTo>
                  <a:cubicBezTo>
                    <a:pt x="27" y="29"/>
                    <a:pt x="26" y="29"/>
                    <a:pt x="24" y="28"/>
                  </a:cubicBezTo>
                  <a:cubicBezTo>
                    <a:pt x="23" y="28"/>
                    <a:pt x="22" y="27"/>
                    <a:pt x="21" y="25"/>
                  </a:cubicBezTo>
                  <a:cubicBezTo>
                    <a:pt x="20" y="24"/>
                    <a:pt x="20" y="23"/>
                    <a:pt x="19" y="21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7" y="21"/>
                    <a:pt x="15" y="22"/>
                    <a:pt x="12" y="24"/>
                  </a:cubicBezTo>
                  <a:cubicBezTo>
                    <a:pt x="10" y="26"/>
                    <a:pt x="10" y="26"/>
                    <a:pt x="10" y="27"/>
                  </a:cubicBezTo>
                  <a:cubicBezTo>
                    <a:pt x="10" y="28"/>
                    <a:pt x="10" y="28"/>
                    <a:pt x="10" y="29"/>
                  </a:cubicBezTo>
                  <a:cubicBezTo>
                    <a:pt x="9" y="30"/>
                    <a:pt x="9" y="30"/>
                    <a:pt x="9" y="31"/>
                  </a:cubicBezTo>
                  <a:cubicBezTo>
                    <a:pt x="9" y="33"/>
                    <a:pt x="9" y="35"/>
                    <a:pt x="6" y="36"/>
                  </a:cubicBezTo>
                  <a:cubicBezTo>
                    <a:pt x="3" y="37"/>
                    <a:pt x="3" y="38"/>
                    <a:pt x="1" y="40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" y="40"/>
                    <a:pt x="0" y="41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3"/>
                    <a:pt x="2" y="43"/>
                    <a:pt x="3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5" y="45"/>
                    <a:pt x="6" y="46"/>
                    <a:pt x="7" y="48"/>
                  </a:cubicBezTo>
                  <a:cubicBezTo>
                    <a:pt x="8" y="50"/>
                    <a:pt x="7" y="52"/>
                    <a:pt x="7" y="54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8"/>
                    <a:pt x="6" y="58"/>
                    <a:pt x="6" y="59"/>
                  </a:cubicBezTo>
                  <a:cubicBezTo>
                    <a:pt x="6" y="59"/>
                    <a:pt x="7" y="60"/>
                    <a:pt x="8" y="60"/>
                  </a:cubicBezTo>
                  <a:cubicBezTo>
                    <a:pt x="8" y="61"/>
                    <a:pt x="10" y="62"/>
                    <a:pt x="11" y="62"/>
                  </a:cubicBezTo>
                  <a:cubicBezTo>
                    <a:pt x="12" y="62"/>
                    <a:pt x="14" y="62"/>
                    <a:pt x="15" y="62"/>
                  </a:cubicBezTo>
                  <a:cubicBezTo>
                    <a:pt x="17" y="61"/>
                    <a:pt x="18" y="61"/>
                    <a:pt x="20" y="62"/>
                  </a:cubicBezTo>
                  <a:cubicBezTo>
                    <a:pt x="21" y="63"/>
                    <a:pt x="23" y="65"/>
                    <a:pt x="23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3" y="67"/>
                    <a:pt x="24" y="70"/>
                    <a:pt x="24" y="73"/>
                  </a:cubicBezTo>
                  <a:cubicBezTo>
                    <a:pt x="24" y="75"/>
                    <a:pt x="24" y="78"/>
                    <a:pt x="23" y="79"/>
                  </a:cubicBezTo>
                  <a:cubicBezTo>
                    <a:pt x="23" y="80"/>
                    <a:pt x="22" y="80"/>
                    <a:pt x="22" y="81"/>
                  </a:cubicBezTo>
                  <a:cubicBezTo>
                    <a:pt x="21" y="83"/>
                    <a:pt x="20" y="84"/>
                    <a:pt x="20" y="86"/>
                  </a:cubicBezTo>
                  <a:cubicBezTo>
                    <a:pt x="20" y="87"/>
                    <a:pt x="21" y="88"/>
                    <a:pt x="21" y="89"/>
                  </a:cubicBezTo>
                  <a:cubicBezTo>
                    <a:pt x="22" y="91"/>
                    <a:pt x="22" y="92"/>
                    <a:pt x="21" y="94"/>
                  </a:cubicBezTo>
                  <a:cubicBezTo>
                    <a:pt x="20" y="94"/>
                    <a:pt x="19" y="96"/>
                    <a:pt x="18" y="97"/>
                  </a:cubicBezTo>
                  <a:cubicBezTo>
                    <a:pt x="18" y="99"/>
                    <a:pt x="17" y="100"/>
                    <a:pt x="17" y="101"/>
                  </a:cubicBezTo>
                  <a:cubicBezTo>
                    <a:pt x="17" y="102"/>
                    <a:pt x="17" y="103"/>
                    <a:pt x="17" y="103"/>
                  </a:cubicBezTo>
                  <a:cubicBezTo>
                    <a:pt x="17" y="104"/>
                    <a:pt x="17" y="104"/>
                    <a:pt x="18" y="104"/>
                  </a:cubicBezTo>
                  <a:cubicBezTo>
                    <a:pt x="19" y="104"/>
                    <a:pt x="20" y="104"/>
                    <a:pt x="21" y="104"/>
                  </a:cubicBezTo>
                  <a:cubicBezTo>
                    <a:pt x="22" y="103"/>
                    <a:pt x="23" y="102"/>
                    <a:pt x="25" y="100"/>
                  </a:cubicBezTo>
                  <a:cubicBezTo>
                    <a:pt x="27" y="98"/>
                    <a:pt x="29" y="96"/>
                    <a:pt x="32" y="94"/>
                  </a:cubicBezTo>
                  <a:cubicBezTo>
                    <a:pt x="33" y="93"/>
                    <a:pt x="35" y="91"/>
                    <a:pt x="36" y="91"/>
                  </a:cubicBezTo>
                  <a:cubicBezTo>
                    <a:pt x="38" y="90"/>
                    <a:pt x="40" y="91"/>
                    <a:pt x="42" y="93"/>
                  </a:cubicBezTo>
                  <a:cubicBezTo>
                    <a:pt x="44" y="94"/>
                    <a:pt x="46" y="95"/>
                    <a:pt x="48" y="96"/>
                  </a:cubicBezTo>
                  <a:cubicBezTo>
                    <a:pt x="51" y="97"/>
                    <a:pt x="51" y="96"/>
                    <a:pt x="52" y="95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4"/>
                    <a:pt x="56" y="92"/>
                    <a:pt x="58" y="91"/>
                  </a:cubicBezTo>
                  <a:cubicBezTo>
                    <a:pt x="60" y="89"/>
                    <a:pt x="62" y="87"/>
                    <a:pt x="63" y="87"/>
                  </a:cubicBezTo>
                  <a:cubicBezTo>
                    <a:pt x="64" y="85"/>
                    <a:pt x="67" y="85"/>
                    <a:pt x="69" y="85"/>
                  </a:cubicBezTo>
                  <a:cubicBezTo>
                    <a:pt x="72" y="85"/>
                    <a:pt x="75" y="86"/>
                    <a:pt x="77" y="87"/>
                  </a:cubicBezTo>
                  <a:cubicBezTo>
                    <a:pt x="80" y="89"/>
                    <a:pt x="82" y="92"/>
                    <a:pt x="84" y="95"/>
                  </a:cubicBezTo>
                  <a:cubicBezTo>
                    <a:pt x="85" y="96"/>
                    <a:pt x="86" y="97"/>
                    <a:pt x="86" y="98"/>
                  </a:cubicBezTo>
                  <a:cubicBezTo>
                    <a:pt x="88" y="99"/>
                    <a:pt x="89" y="101"/>
                    <a:pt x="91" y="103"/>
                  </a:cubicBezTo>
                  <a:cubicBezTo>
                    <a:pt x="92" y="104"/>
                    <a:pt x="94" y="106"/>
                    <a:pt x="94" y="106"/>
                  </a:cubicBezTo>
                  <a:cubicBezTo>
                    <a:pt x="96" y="108"/>
                    <a:pt x="95" y="109"/>
                    <a:pt x="95" y="110"/>
                  </a:cubicBezTo>
                  <a:cubicBezTo>
                    <a:pt x="95" y="111"/>
                    <a:pt x="95" y="112"/>
                    <a:pt x="95" y="113"/>
                  </a:cubicBezTo>
                  <a:cubicBezTo>
                    <a:pt x="95" y="115"/>
                    <a:pt x="95" y="116"/>
                    <a:pt x="95" y="117"/>
                  </a:cubicBezTo>
                  <a:cubicBezTo>
                    <a:pt x="95" y="119"/>
                    <a:pt x="95" y="121"/>
                    <a:pt x="95" y="122"/>
                  </a:cubicBezTo>
                  <a:cubicBezTo>
                    <a:pt x="95" y="124"/>
                    <a:pt x="95" y="125"/>
                    <a:pt x="96" y="126"/>
                  </a:cubicBezTo>
                  <a:cubicBezTo>
                    <a:pt x="96" y="127"/>
                    <a:pt x="97" y="127"/>
                    <a:pt x="99" y="129"/>
                  </a:cubicBezTo>
                  <a:cubicBezTo>
                    <a:pt x="100" y="129"/>
                    <a:pt x="101" y="130"/>
                    <a:pt x="102" y="131"/>
                  </a:cubicBezTo>
                  <a:cubicBezTo>
                    <a:pt x="104" y="133"/>
                    <a:pt x="107" y="135"/>
                    <a:pt x="108" y="137"/>
                  </a:cubicBezTo>
                  <a:cubicBezTo>
                    <a:pt x="108" y="137"/>
                    <a:pt x="108" y="138"/>
                    <a:pt x="108" y="138"/>
                  </a:cubicBezTo>
                  <a:cubicBezTo>
                    <a:pt x="109" y="140"/>
                    <a:pt x="110" y="141"/>
                    <a:pt x="111" y="145"/>
                  </a:cubicBezTo>
                  <a:cubicBezTo>
                    <a:pt x="111" y="148"/>
                    <a:pt x="111" y="150"/>
                    <a:pt x="110" y="152"/>
                  </a:cubicBezTo>
                  <a:cubicBezTo>
                    <a:pt x="110" y="154"/>
                    <a:pt x="110" y="155"/>
                    <a:pt x="110" y="157"/>
                  </a:cubicBezTo>
                  <a:cubicBezTo>
                    <a:pt x="110" y="160"/>
                    <a:pt x="110" y="162"/>
                    <a:pt x="110" y="164"/>
                  </a:cubicBezTo>
                  <a:cubicBezTo>
                    <a:pt x="110" y="164"/>
                    <a:pt x="110" y="164"/>
                    <a:pt x="110" y="164"/>
                  </a:cubicBezTo>
                  <a:cubicBezTo>
                    <a:pt x="110" y="165"/>
                    <a:pt x="110" y="165"/>
                    <a:pt x="110" y="166"/>
                  </a:cubicBezTo>
                  <a:cubicBezTo>
                    <a:pt x="110" y="168"/>
                    <a:pt x="106" y="172"/>
                    <a:pt x="104" y="174"/>
                  </a:cubicBezTo>
                  <a:cubicBezTo>
                    <a:pt x="105" y="175"/>
                    <a:pt x="106" y="175"/>
                    <a:pt x="107" y="175"/>
                  </a:cubicBezTo>
                  <a:cubicBezTo>
                    <a:pt x="109" y="176"/>
                    <a:pt x="110" y="176"/>
                    <a:pt x="111" y="176"/>
                  </a:cubicBezTo>
                  <a:cubicBezTo>
                    <a:pt x="113" y="177"/>
                    <a:pt x="113" y="177"/>
                    <a:pt x="114" y="177"/>
                  </a:cubicBezTo>
                  <a:cubicBezTo>
                    <a:pt x="114" y="178"/>
                    <a:pt x="115" y="178"/>
                    <a:pt x="117" y="178"/>
                  </a:cubicBezTo>
                  <a:cubicBezTo>
                    <a:pt x="119" y="179"/>
                    <a:pt x="120" y="179"/>
                    <a:pt x="120" y="179"/>
                  </a:cubicBezTo>
                  <a:cubicBezTo>
                    <a:pt x="121" y="179"/>
                    <a:pt x="120" y="179"/>
                    <a:pt x="120" y="179"/>
                  </a:cubicBezTo>
                  <a:cubicBezTo>
                    <a:pt x="120" y="178"/>
                    <a:pt x="120" y="177"/>
                    <a:pt x="120" y="177"/>
                  </a:cubicBezTo>
                  <a:cubicBezTo>
                    <a:pt x="119" y="176"/>
                    <a:pt x="119" y="175"/>
                    <a:pt x="119" y="173"/>
                  </a:cubicBezTo>
                  <a:cubicBezTo>
                    <a:pt x="119" y="171"/>
                    <a:pt x="121" y="170"/>
                    <a:pt x="122" y="169"/>
                  </a:cubicBezTo>
                  <a:cubicBezTo>
                    <a:pt x="124" y="168"/>
                    <a:pt x="126" y="167"/>
                    <a:pt x="128" y="166"/>
                  </a:cubicBezTo>
                  <a:cubicBezTo>
                    <a:pt x="130" y="166"/>
                    <a:pt x="132" y="167"/>
                    <a:pt x="134" y="168"/>
                  </a:cubicBezTo>
                  <a:cubicBezTo>
                    <a:pt x="135" y="169"/>
                    <a:pt x="135" y="169"/>
                    <a:pt x="136" y="170"/>
                  </a:cubicBezTo>
                  <a:cubicBezTo>
                    <a:pt x="137" y="170"/>
                    <a:pt x="138" y="170"/>
                    <a:pt x="139" y="170"/>
                  </a:cubicBezTo>
                  <a:cubicBezTo>
                    <a:pt x="141" y="170"/>
                    <a:pt x="142" y="170"/>
                    <a:pt x="143" y="169"/>
                  </a:cubicBezTo>
                  <a:cubicBezTo>
                    <a:pt x="143" y="169"/>
                    <a:pt x="143" y="169"/>
                    <a:pt x="143" y="169"/>
                  </a:cubicBezTo>
                  <a:cubicBezTo>
                    <a:pt x="145" y="168"/>
                    <a:pt x="146" y="167"/>
                    <a:pt x="147" y="165"/>
                  </a:cubicBezTo>
                  <a:cubicBezTo>
                    <a:pt x="148" y="164"/>
                    <a:pt x="148" y="164"/>
                    <a:pt x="148" y="161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58"/>
                    <a:pt x="150" y="157"/>
                    <a:pt x="150" y="156"/>
                  </a:cubicBezTo>
                  <a:cubicBezTo>
                    <a:pt x="151" y="155"/>
                    <a:pt x="151" y="155"/>
                    <a:pt x="151" y="154"/>
                  </a:cubicBezTo>
                  <a:cubicBezTo>
                    <a:pt x="151" y="153"/>
                    <a:pt x="151" y="152"/>
                    <a:pt x="150" y="151"/>
                  </a:cubicBezTo>
                  <a:cubicBezTo>
                    <a:pt x="149" y="150"/>
                    <a:pt x="149" y="149"/>
                    <a:pt x="148" y="149"/>
                  </a:cubicBezTo>
                  <a:cubicBezTo>
                    <a:pt x="147" y="148"/>
                    <a:pt x="145" y="147"/>
                    <a:pt x="144" y="145"/>
                  </a:cubicBezTo>
                  <a:cubicBezTo>
                    <a:pt x="142" y="144"/>
                    <a:pt x="142" y="143"/>
                    <a:pt x="142" y="142"/>
                  </a:cubicBezTo>
                  <a:cubicBezTo>
                    <a:pt x="142" y="140"/>
                    <a:pt x="143" y="140"/>
                    <a:pt x="145" y="139"/>
                  </a:cubicBezTo>
                  <a:cubicBezTo>
                    <a:pt x="146" y="138"/>
                    <a:pt x="147" y="138"/>
                    <a:pt x="147" y="137"/>
                  </a:cubicBezTo>
                  <a:cubicBezTo>
                    <a:pt x="146" y="134"/>
                    <a:pt x="146" y="134"/>
                    <a:pt x="145" y="134"/>
                  </a:cubicBezTo>
                  <a:cubicBezTo>
                    <a:pt x="145" y="134"/>
                    <a:pt x="145" y="134"/>
                    <a:pt x="145" y="134"/>
                  </a:cubicBezTo>
                  <a:cubicBezTo>
                    <a:pt x="144" y="133"/>
                    <a:pt x="144" y="133"/>
                    <a:pt x="144" y="133"/>
                  </a:cubicBezTo>
                  <a:cubicBezTo>
                    <a:pt x="141" y="132"/>
                    <a:pt x="139" y="130"/>
                    <a:pt x="138" y="129"/>
                  </a:cubicBezTo>
                  <a:cubicBezTo>
                    <a:pt x="138" y="129"/>
                    <a:pt x="137" y="129"/>
                    <a:pt x="137" y="128"/>
                  </a:cubicBezTo>
                  <a:cubicBezTo>
                    <a:pt x="137" y="128"/>
                    <a:pt x="137" y="128"/>
                    <a:pt x="136" y="128"/>
                  </a:cubicBezTo>
                  <a:cubicBezTo>
                    <a:pt x="134" y="128"/>
                    <a:pt x="132" y="129"/>
                    <a:pt x="131" y="126"/>
                  </a:cubicBezTo>
                  <a:cubicBezTo>
                    <a:pt x="131" y="125"/>
                    <a:pt x="131" y="124"/>
                    <a:pt x="131" y="123"/>
                  </a:cubicBezTo>
                  <a:cubicBezTo>
                    <a:pt x="131" y="121"/>
                    <a:pt x="131" y="119"/>
                    <a:pt x="129" y="116"/>
                  </a:cubicBezTo>
                  <a:cubicBezTo>
                    <a:pt x="128" y="114"/>
                    <a:pt x="126" y="113"/>
                    <a:pt x="125" y="112"/>
                  </a:cubicBezTo>
                  <a:cubicBezTo>
                    <a:pt x="123" y="111"/>
                    <a:pt x="122" y="110"/>
                    <a:pt x="120" y="109"/>
                  </a:cubicBezTo>
                  <a:cubicBezTo>
                    <a:pt x="116" y="106"/>
                    <a:pt x="114" y="102"/>
                    <a:pt x="112" y="99"/>
                  </a:cubicBezTo>
                  <a:cubicBezTo>
                    <a:pt x="112" y="99"/>
                    <a:pt x="112" y="99"/>
                    <a:pt x="112" y="99"/>
                  </a:cubicBezTo>
                  <a:cubicBezTo>
                    <a:pt x="112" y="99"/>
                    <a:pt x="112" y="99"/>
                    <a:pt x="112" y="99"/>
                  </a:cubicBezTo>
                  <a:cubicBezTo>
                    <a:pt x="110" y="96"/>
                    <a:pt x="109" y="95"/>
                    <a:pt x="107" y="94"/>
                  </a:cubicBezTo>
                  <a:cubicBezTo>
                    <a:pt x="106" y="94"/>
                    <a:pt x="106" y="93"/>
                    <a:pt x="105" y="93"/>
                  </a:cubicBezTo>
                  <a:cubicBezTo>
                    <a:pt x="105" y="92"/>
                    <a:pt x="104" y="92"/>
                    <a:pt x="103" y="91"/>
                  </a:cubicBezTo>
                  <a:cubicBezTo>
                    <a:pt x="102" y="90"/>
                    <a:pt x="101" y="90"/>
                    <a:pt x="101" y="87"/>
                  </a:cubicBezTo>
                  <a:cubicBezTo>
                    <a:pt x="101" y="85"/>
                    <a:pt x="100" y="84"/>
                    <a:pt x="100" y="83"/>
                  </a:cubicBezTo>
                  <a:cubicBezTo>
                    <a:pt x="99" y="82"/>
                    <a:pt x="99" y="82"/>
                    <a:pt x="98" y="81"/>
                  </a:cubicBezTo>
                  <a:cubicBezTo>
                    <a:pt x="97" y="81"/>
                    <a:pt x="96" y="80"/>
                    <a:pt x="94" y="79"/>
                  </a:cubicBezTo>
                  <a:cubicBezTo>
                    <a:pt x="91" y="77"/>
                    <a:pt x="88" y="76"/>
                    <a:pt x="87" y="75"/>
                  </a:cubicBezTo>
                  <a:cubicBezTo>
                    <a:pt x="86" y="75"/>
                    <a:pt x="85" y="75"/>
                    <a:pt x="85" y="75"/>
                  </a:cubicBezTo>
                  <a:cubicBezTo>
                    <a:pt x="82" y="74"/>
                    <a:pt x="79" y="73"/>
                    <a:pt x="78" y="70"/>
                  </a:cubicBezTo>
                  <a:cubicBezTo>
                    <a:pt x="76" y="68"/>
                    <a:pt x="76" y="67"/>
                    <a:pt x="77" y="65"/>
                  </a:cubicBezTo>
                  <a:cubicBezTo>
                    <a:pt x="77" y="65"/>
                    <a:pt x="77" y="65"/>
                    <a:pt x="77" y="64"/>
                  </a:cubicBezTo>
                  <a:cubicBezTo>
                    <a:pt x="78" y="64"/>
                    <a:pt x="78" y="63"/>
                    <a:pt x="78" y="63"/>
                  </a:cubicBezTo>
                  <a:cubicBezTo>
                    <a:pt x="78" y="61"/>
                    <a:pt x="78" y="60"/>
                    <a:pt x="80" y="60"/>
                  </a:cubicBezTo>
                  <a:cubicBezTo>
                    <a:pt x="81" y="59"/>
                    <a:pt x="82" y="59"/>
                    <a:pt x="84" y="59"/>
                  </a:cubicBezTo>
                  <a:cubicBezTo>
                    <a:pt x="86" y="60"/>
                    <a:pt x="87" y="60"/>
                    <a:pt x="89" y="59"/>
                  </a:cubicBezTo>
                  <a:cubicBezTo>
                    <a:pt x="90" y="59"/>
                    <a:pt x="92" y="57"/>
                    <a:pt x="94" y="56"/>
                  </a:cubicBezTo>
                  <a:cubicBezTo>
                    <a:pt x="95" y="55"/>
                    <a:pt x="95" y="54"/>
                    <a:pt x="96" y="53"/>
                  </a:cubicBezTo>
                  <a:cubicBezTo>
                    <a:pt x="96" y="53"/>
                    <a:pt x="96" y="53"/>
                    <a:pt x="96" y="53"/>
                  </a:cubicBezTo>
                  <a:cubicBezTo>
                    <a:pt x="97" y="53"/>
                    <a:pt x="96" y="52"/>
                    <a:pt x="96" y="51"/>
                  </a:cubicBezTo>
                  <a:cubicBezTo>
                    <a:pt x="96" y="50"/>
                    <a:pt x="95" y="49"/>
                    <a:pt x="94" y="48"/>
                  </a:cubicBezTo>
                  <a:cubicBezTo>
                    <a:pt x="94" y="48"/>
                    <a:pt x="94" y="48"/>
                    <a:pt x="94" y="47"/>
                  </a:cubicBezTo>
                  <a:cubicBezTo>
                    <a:pt x="93" y="47"/>
                    <a:pt x="93" y="47"/>
                    <a:pt x="92" y="47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1" y="46"/>
                    <a:pt x="89" y="46"/>
                    <a:pt x="89" y="44"/>
                  </a:cubicBezTo>
                  <a:cubicBezTo>
                    <a:pt x="88" y="43"/>
                    <a:pt x="88" y="42"/>
                    <a:pt x="88" y="41"/>
                  </a:cubicBezTo>
                  <a:cubicBezTo>
                    <a:pt x="88" y="41"/>
                    <a:pt x="88" y="40"/>
                    <a:pt x="88" y="39"/>
                  </a:cubicBezTo>
                  <a:cubicBezTo>
                    <a:pt x="88" y="39"/>
                    <a:pt x="87" y="37"/>
                    <a:pt x="85" y="36"/>
                  </a:cubicBezTo>
                  <a:cubicBezTo>
                    <a:pt x="84" y="35"/>
                    <a:pt x="82" y="34"/>
                    <a:pt x="81" y="34"/>
                  </a:cubicBezTo>
                  <a:cubicBezTo>
                    <a:pt x="80" y="34"/>
                    <a:pt x="79" y="35"/>
                    <a:pt x="78" y="36"/>
                  </a:cubicBezTo>
                  <a:cubicBezTo>
                    <a:pt x="78" y="36"/>
                    <a:pt x="77" y="37"/>
                    <a:pt x="77" y="38"/>
                  </a:cubicBezTo>
                  <a:cubicBezTo>
                    <a:pt x="75" y="38"/>
                    <a:pt x="73" y="39"/>
                    <a:pt x="71" y="38"/>
                  </a:cubicBezTo>
                  <a:cubicBezTo>
                    <a:pt x="69" y="38"/>
                    <a:pt x="66" y="38"/>
                    <a:pt x="64" y="37"/>
                  </a:cubicBezTo>
                  <a:cubicBezTo>
                    <a:pt x="63" y="36"/>
                    <a:pt x="62" y="35"/>
                    <a:pt x="60" y="34"/>
                  </a:cubicBezTo>
                  <a:cubicBezTo>
                    <a:pt x="59" y="32"/>
                    <a:pt x="57" y="31"/>
                    <a:pt x="56" y="29"/>
                  </a:cubicBezTo>
                  <a:cubicBezTo>
                    <a:pt x="55" y="28"/>
                    <a:pt x="55" y="27"/>
                    <a:pt x="54" y="26"/>
                  </a:cubicBezTo>
                  <a:cubicBezTo>
                    <a:pt x="54" y="24"/>
                    <a:pt x="54" y="23"/>
                    <a:pt x="54" y="21"/>
                  </a:cubicBezTo>
                  <a:cubicBezTo>
                    <a:pt x="55" y="20"/>
                    <a:pt x="55" y="19"/>
                    <a:pt x="54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2" y="18"/>
                    <a:pt x="51" y="18"/>
                    <a:pt x="49" y="15"/>
                  </a:cubicBezTo>
                  <a:cubicBezTo>
                    <a:pt x="47" y="13"/>
                    <a:pt x="47" y="12"/>
                    <a:pt x="47" y="11"/>
                  </a:cubicBezTo>
                  <a:cubicBezTo>
                    <a:pt x="47" y="11"/>
                    <a:pt x="47" y="11"/>
                    <a:pt x="46" y="10"/>
                  </a:cubicBezTo>
                  <a:cubicBezTo>
                    <a:pt x="46" y="9"/>
                    <a:pt x="45" y="8"/>
                    <a:pt x="44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3" y="6"/>
                    <a:pt x="40" y="3"/>
                    <a:pt x="39" y="1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6" y="1"/>
                    <a:pt x="36" y="1"/>
                  </a:cubicBezTo>
                  <a:cubicBezTo>
                    <a:pt x="34" y="1"/>
                    <a:pt x="33" y="0"/>
                    <a:pt x="32" y="1"/>
                  </a:cubicBezTo>
                  <a:cubicBezTo>
                    <a:pt x="32" y="1"/>
                    <a:pt x="31" y="2"/>
                    <a:pt x="30" y="3"/>
                  </a:cubicBezTo>
                  <a:cubicBezTo>
                    <a:pt x="29" y="4"/>
                    <a:pt x="29" y="4"/>
                    <a:pt x="29" y="5"/>
                  </a:cubicBezTo>
                  <a:cubicBezTo>
                    <a:pt x="29" y="6"/>
                    <a:pt x="30" y="8"/>
                    <a:pt x="31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32" y="10"/>
                    <a:pt x="32" y="11"/>
                  </a:cubicBezTo>
                  <a:cubicBezTo>
                    <a:pt x="33" y="12"/>
                    <a:pt x="33" y="13"/>
                    <a:pt x="33" y="15"/>
                  </a:cubicBezTo>
                  <a:cubicBezTo>
                    <a:pt x="33" y="16"/>
                    <a:pt x="33" y="17"/>
                    <a:pt x="33" y="18"/>
                  </a:cubicBezTo>
                  <a:cubicBezTo>
                    <a:pt x="33" y="20"/>
                    <a:pt x="33" y="21"/>
                    <a:pt x="33" y="23"/>
                  </a:cubicBezTo>
                  <a:cubicBezTo>
                    <a:pt x="33" y="23"/>
                    <a:pt x="34" y="24"/>
                    <a:pt x="34" y="25"/>
                  </a:cubicBezTo>
                  <a:cubicBezTo>
                    <a:pt x="34" y="27"/>
                    <a:pt x="34" y="28"/>
                    <a:pt x="33" y="2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4" name="Freeform 250">
              <a:extLst>
                <a:ext uri="{FF2B5EF4-FFF2-40B4-BE49-F238E27FC236}">
                  <a16:creationId xmlns:a16="http://schemas.microsoft.com/office/drawing/2014/main" id="{C0081271-A13D-CB33-EDA6-C1E76C5C5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3635" y="2794834"/>
              <a:ext cx="21156" cy="21156"/>
            </a:xfrm>
            <a:custGeom>
              <a:avLst/>
              <a:gdLst>
                <a:gd name="T0" fmla="*/ 9 w 19"/>
                <a:gd name="T1" fmla="*/ 10 h 20"/>
                <a:gd name="T2" fmla="*/ 4 w 19"/>
                <a:gd name="T3" fmla="*/ 13 h 20"/>
                <a:gd name="T4" fmla="*/ 1 w 19"/>
                <a:gd name="T5" fmla="*/ 18 h 20"/>
                <a:gd name="T6" fmla="*/ 4 w 19"/>
                <a:gd name="T7" fmla="*/ 18 h 20"/>
                <a:gd name="T8" fmla="*/ 8 w 19"/>
                <a:gd name="T9" fmla="*/ 15 h 20"/>
                <a:gd name="T10" fmla="*/ 12 w 19"/>
                <a:gd name="T11" fmla="*/ 12 h 20"/>
                <a:gd name="T12" fmla="*/ 14 w 19"/>
                <a:gd name="T13" fmla="*/ 8 h 20"/>
                <a:gd name="T14" fmla="*/ 18 w 19"/>
                <a:gd name="T15" fmla="*/ 6 h 20"/>
                <a:gd name="T16" fmla="*/ 15 w 19"/>
                <a:gd name="T17" fmla="*/ 2 h 20"/>
                <a:gd name="T18" fmla="*/ 13 w 19"/>
                <a:gd name="T19" fmla="*/ 3 h 20"/>
                <a:gd name="T20" fmla="*/ 10 w 19"/>
                <a:gd name="T21" fmla="*/ 2 h 20"/>
                <a:gd name="T22" fmla="*/ 10 w 19"/>
                <a:gd name="T23" fmla="*/ 7 h 20"/>
                <a:gd name="T24" fmla="*/ 9 w 19"/>
                <a:gd name="T25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0">
                  <a:moveTo>
                    <a:pt x="9" y="10"/>
                  </a:moveTo>
                  <a:cubicBezTo>
                    <a:pt x="7" y="11"/>
                    <a:pt x="5" y="12"/>
                    <a:pt x="4" y="13"/>
                  </a:cubicBezTo>
                  <a:cubicBezTo>
                    <a:pt x="2" y="15"/>
                    <a:pt x="0" y="17"/>
                    <a:pt x="1" y="18"/>
                  </a:cubicBezTo>
                  <a:cubicBezTo>
                    <a:pt x="2" y="19"/>
                    <a:pt x="2" y="20"/>
                    <a:pt x="4" y="18"/>
                  </a:cubicBezTo>
                  <a:cubicBezTo>
                    <a:pt x="6" y="17"/>
                    <a:pt x="6" y="16"/>
                    <a:pt x="8" y="15"/>
                  </a:cubicBezTo>
                  <a:cubicBezTo>
                    <a:pt x="11" y="14"/>
                    <a:pt x="12" y="13"/>
                    <a:pt x="12" y="12"/>
                  </a:cubicBezTo>
                  <a:cubicBezTo>
                    <a:pt x="12" y="10"/>
                    <a:pt x="12" y="10"/>
                    <a:pt x="14" y="8"/>
                  </a:cubicBezTo>
                  <a:cubicBezTo>
                    <a:pt x="17" y="7"/>
                    <a:pt x="18" y="8"/>
                    <a:pt x="18" y="6"/>
                  </a:cubicBezTo>
                  <a:cubicBezTo>
                    <a:pt x="19" y="5"/>
                    <a:pt x="16" y="2"/>
                    <a:pt x="15" y="2"/>
                  </a:cubicBezTo>
                  <a:cubicBezTo>
                    <a:pt x="15" y="2"/>
                    <a:pt x="13" y="3"/>
                    <a:pt x="13" y="3"/>
                  </a:cubicBezTo>
                  <a:cubicBezTo>
                    <a:pt x="12" y="2"/>
                    <a:pt x="10" y="0"/>
                    <a:pt x="10" y="2"/>
                  </a:cubicBezTo>
                  <a:cubicBezTo>
                    <a:pt x="10" y="4"/>
                    <a:pt x="9" y="5"/>
                    <a:pt x="10" y="7"/>
                  </a:cubicBezTo>
                  <a:cubicBezTo>
                    <a:pt x="10" y="8"/>
                    <a:pt x="10" y="9"/>
                    <a:pt x="9" y="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5" name="Freeform 251">
              <a:extLst>
                <a:ext uri="{FF2B5EF4-FFF2-40B4-BE49-F238E27FC236}">
                  <a16:creationId xmlns:a16="http://schemas.microsoft.com/office/drawing/2014/main" id="{ABC538C4-4BBA-6845-F2D2-D3B7133EC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6328" y="2783551"/>
              <a:ext cx="4231" cy="11283"/>
            </a:xfrm>
            <a:custGeom>
              <a:avLst/>
              <a:gdLst>
                <a:gd name="T0" fmla="*/ 0 w 4"/>
                <a:gd name="T1" fmla="*/ 7 h 11"/>
                <a:gd name="T2" fmla="*/ 1 w 4"/>
                <a:gd name="T3" fmla="*/ 10 h 11"/>
                <a:gd name="T4" fmla="*/ 3 w 4"/>
                <a:gd name="T5" fmla="*/ 9 h 11"/>
                <a:gd name="T6" fmla="*/ 3 w 4"/>
                <a:gd name="T7" fmla="*/ 6 h 11"/>
                <a:gd name="T8" fmla="*/ 4 w 4"/>
                <a:gd name="T9" fmla="*/ 3 h 11"/>
                <a:gd name="T10" fmla="*/ 2 w 4"/>
                <a:gd name="T11" fmla="*/ 1 h 11"/>
                <a:gd name="T12" fmla="*/ 1 w 4"/>
                <a:gd name="T13" fmla="*/ 4 h 11"/>
                <a:gd name="T14" fmla="*/ 0 w 4"/>
                <a:gd name="T15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7"/>
                  </a:moveTo>
                  <a:cubicBezTo>
                    <a:pt x="0" y="9"/>
                    <a:pt x="0" y="9"/>
                    <a:pt x="1" y="10"/>
                  </a:cubicBezTo>
                  <a:cubicBezTo>
                    <a:pt x="2" y="10"/>
                    <a:pt x="3" y="11"/>
                    <a:pt x="3" y="9"/>
                  </a:cubicBezTo>
                  <a:cubicBezTo>
                    <a:pt x="4" y="8"/>
                    <a:pt x="3" y="7"/>
                    <a:pt x="3" y="6"/>
                  </a:cubicBezTo>
                  <a:cubicBezTo>
                    <a:pt x="4" y="4"/>
                    <a:pt x="4" y="4"/>
                    <a:pt x="4" y="3"/>
                  </a:cubicBezTo>
                  <a:cubicBezTo>
                    <a:pt x="4" y="1"/>
                    <a:pt x="4" y="0"/>
                    <a:pt x="2" y="1"/>
                  </a:cubicBezTo>
                  <a:cubicBezTo>
                    <a:pt x="2" y="2"/>
                    <a:pt x="3" y="3"/>
                    <a:pt x="1" y="4"/>
                  </a:cubicBezTo>
                  <a:cubicBezTo>
                    <a:pt x="0" y="6"/>
                    <a:pt x="0" y="6"/>
                    <a:pt x="0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6" name="Freeform 252">
              <a:extLst>
                <a:ext uri="{FF2B5EF4-FFF2-40B4-BE49-F238E27FC236}">
                  <a16:creationId xmlns:a16="http://schemas.microsoft.com/office/drawing/2014/main" id="{816A5DD3-BE8D-1F57-12AB-6D6F49458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8375" y="2815990"/>
              <a:ext cx="35260" cy="35260"/>
            </a:xfrm>
            <a:custGeom>
              <a:avLst/>
              <a:gdLst>
                <a:gd name="T0" fmla="*/ 2 w 32"/>
                <a:gd name="T1" fmla="*/ 32 h 33"/>
                <a:gd name="T2" fmla="*/ 8 w 32"/>
                <a:gd name="T3" fmla="*/ 27 h 33"/>
                <a:gd name="T4" fmla="*/ 16 w 32"/>
                <a:gd name="T5" fmla="*/ 21 h 33"/>
                <a:gd name="T6" fmla="*/ 21 w 32"/>
                <a:gd name="T7" fmla="*/ 16 h 33"/>
                <a:gd name="T8" fmla="*/ 28 w 32"/>
                <a:gd name="T9" fmla="*/ 11 h 33"/>
                <a:gd name="T10" fmla="*/ 31 w 32"/>
                <a:gd name="T11" fmla="*/ 7 h 33"/>
                <a:gd name="T12" fmla="*/ 31 w 32"/>
                <a:gd name="T13" fmla="*/ 3 h 33"/>
                <a:gd name="T14" fmla="*/ 27 w 32"/>
                <a:gd name="T15" fmla="*/ 4 h 33"/>
                <a:gd name="T16" fmla="*/ 21 w 32"/>
                <a:gd name="T17" fmla="*/ 10 h 33"/>
                <a:gd name="T18" fmla="*/ 15 w 32"/>
                <a:gd name="T19" fmla="*/ 16 h 33"/>
                <a:gd name="T20" fmla="*/ 7 w 32"/>
                <a:gd name="T21" fmla="*/ 22 h 33"/>
                <a:gd name="T22" fmla="*/ 1 w 32"/>
                <a:gd name="T23" fmla="*/ 29 h 33"/>
                <a:gd name="T24" fmla="*/ 2 w 32"/>
                <a:gd name="T25" fmla="*/ 3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3">
                  <a:moveTo>
                    <a:pt x="2" y="32"/>
                  </a:moveTo>
                  <a:cubicBezTo>
                    <a:pt x="3" y="31"/>
                    <a:pt x="7" y="28"/>
                    <a:pt x="8" y="27"/>
                  </a:cubicBezTo>
                  <a:cubicBezTo>
                    <a:pt x="9" y="25"/>
                    <a:pt x="14" y="22"/>
                    <a:pt x="16" y="21"/>
                  </a:cubicBezTo>
                  <a:cubicBezTo>
                    <a:pt x="18" y="19"/>
                    <a:pt x="20" y="18"/>
                    <a:pt x="21" y="16"/>
                  </a:cubicBezTo>
                  <a:cubicBezTo>
                    <a:pt x="23" y="14"/>
                    <a:pt x="25" y="14"/>
                    <a:pt x="28" y="11"/>
                  </a:cubicBezTo>
                  <a:cubicBezTo>
                    <a:pt x="30" y="9"/>
                    <a:pt x="31" y="9"/>
                    <a:pt x="31" y="7"/>
                  </a:cubicBezTo>
                  <a:cubicBezTo>
                    <a:pt x="31" y="6"/>
                    <a:pt x="32" y="5"/>
                    <a:pt x="31" y="3"/>
                  </a:cubicBezTo>
                  <a:cubicBezTo>
                    <a:pt x="31" y="0"/>
                    <a:pt x="29" y="3"/>
                    <a:pt x="27" y="4"/>
                  </a:cubicBezTo>
                  <a:cubicBezTo>
                    <a:pt x="25" y="5"/>
                    <a:pt x="22" y="8"/>
                    <a:pt x="21" y="10"/>
                  </a:cubicBezTo>
                  <a:cubicBezTo>
                    <a:pt x="19" y="11"/>
                    <a:pt x="17" y="14"/>
                    <a:pt x="15" y="16"/>
                  </a:cubicBezTo>
                  <a:cubicBezTo>
                    <a:pt x="13" y="18"/>
                    <a:pt x="9" y="21"/>
                    <a:pt x="7" y="22"/>
                  </a:cubicBezTo>
                  <a:cubicBezTo>
                    <a:pt x="5" y="24"/>
                    <a:pt x="2" y="27"/>
                    <a:pt x="1" y="29"/>
                  </a:cubicBezTo>
                  <a:cubicBezTo>
                    <a:pt x="0" y="31"/>
                    <a:pt x="1" y="33"/>
                    <a:pt x="2" y="3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7" name="Freeform 253">
              <a:extLst>
                <a:ext uri="{FF2B5EF4-FFF2-40B4-BE49-F238E27FC236}">
                  <a16:creationId xmlns:a16="http://schemas.microsoft.com/office/drawing/2014/main" id="{64902692-D4DD-3E9E-79F5-71A72FA78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7632" y="3208077"/>
              <a:ext cx="7052" cy="7052"/>
            </a:xfrm>
            <a:custGeom>
              <a:avLst/>
              <a:gdLst>
                <a:gd name="T0" fmla="*/ 1 w 6"/>
                <a:gd name="T1" fmla="*/ 2 h 6"/>
                <a:gd name="T2" fmla="*/ 2 w 6"/>
                <a:gd name="T3" fmla="*/ 4 h 6"/>
                <a:gd name="T4" fmla="*/ 5 w 6"/>
                <a:gd name="T5" fmla="*/ 4 h 6"/>
                <a:gd name="T6" fmla="*/ 4 w 6"/>
                <a:gd name="T7" fmla="*/ 1 h 6"/>
                <a:gd name="T8" fmla="*/ 1 w 6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1" y="2"/>
                  </a:moveTo>
                  <a:cubicBezTo>
                    <a:pt x="1" y="3"/>
                    <a:pt x="0" y="3"/>
                    <a:pt x="2" y="4"/>
                  </a:cubicBezTo>
                  <a:cubicBezTo>
                    <a:pt x="4" y="5"/>
                    <a:pt x="5" y="6"/>
                    <a:pt x="5" y="4"/>
                  </a:cubicBezTo>
                  <a:cubicBezTo>
                    <a:pt x="6" y="2"/>
                    <a:pt x="5" y="2"/>
                    <a:pt x="4" y="1"/>
                  </a:cubicBezTo>
                  <a:cubicBezTo>
                    <a:pt x="4" y="1"/>
                    <a:pt x="2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8" name="Freeform 254">
              <a:extLst>
                <a:ext uri="{FF2B5EF4-FFF2-40B4-BE49-F238E27FC236}">
                  <a16:creationId xmlns:a16="http://schemas.microsoft.com/office/drawing/2014/main" id="{5EF388D5-1166-FB31-B90B-E3EAD0E08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9348" y="2903434"/>
              <a:ext cx="7052" cy="4231"/>
            </a:xfrm>
            <a:custGeom>
              <a:avLst/>
              <a:gdLst>
                <a:gd name="T0" fmla="*/ 2 w 6"/>
                <a:gd name="T1" fmla="*/ 1 h 4"/>
                <a:gd name="T2" fmla="*/ 2 w 6"/>
                <a:gd name="T3" fmla="*/ 4 h 4"/>
                <a:gd name="T4" fmla="*/ 5 w 6"/>
                <a:gd name="T5" fmla="*/ 3 h 4"/>
                <a:gd name="T6" fmla="*/ 2 w 6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2" y="1"/>
                  </a:moveTo>
                  <a:cubicBezTo>
                    <a:pt x="2" y="1"/>
                    <a:pt x="0" y="4"/>
                    <a:pt x="2" y="4"/>
                  </a:cubicBezTo>
                  <a:cubicBezTo>
                    <a:pt x="3" y="4"/>
                    <a:pt x="5" y="4"/>
                    <a:pt x="5" y="3"/>
                  </a:cubicBezTo>
                  <a:cubicBezTo>
                    <a:pt x="6" y="2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19" name="Freeform 255">
              <a:extLst>
                <a:ext uri="{FF2B5EF4-FFF2-40B4-BE49-F238E27FC236}">
                  <a16:creationId xmlns:a16="http://schemas.microsoft.com/office/drawing/2014/main" id="{2E54622D-7FD9-E553-935A-4A6D3CB40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2423" y="2842787"/>
              <a:ext cx="4231" cy="4231"/>
            </a:xfrm>
            <a:custGeom>
              <a:avLst/>
              <a:gdLst>
                <a:gd name="T0" fmla="*/ 1 w 4"/>
                <a:gd name="T1" fmla="*/ 1 h 4"/>
                <a:gd name="T2" fmla="*/ 1 w 4"/>
                <a:gd name="T3" fmla="*/ 4 h 4"/>
                <a:gd name="T4" fmla="*/ 4 w 4"/>
                <a:gd name="T5" fmla="*/ 2 h 4"/>
                <a:gd name="T6" fmla="*/ 1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1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3" y="4"/>
                    <a:pt x="4" y="3"/>
                    <a:pt x="4" y="2"/>
                  </a:cubicBezTo>
                  <a:cubicBezTo>
                    <a:pt x="4" y="1"/>
                    <a:pt x="1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0" name="Freeform 256">
              <a:extLst>
                <a:ext uri="{FF2B5EF4-FFF2-40B4-BE49-F238E27FC236}">
                  <a16:creationId xmlns:a16="http://schemas.microsoft.com/office/drawing/2014/main" id="{12CFF089-DE99-A4AE-DE87-4A1FBB9D1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0886" y="2879457"/>
              <a:ext cx="2821" cy="7052"/>
            </a:xfrm>
            <a:custGeom>
              <a:avLst/>
              <a:gdLst>
                <a:gd name="T0" fmla="*/ 1 w 3"/>
                <a:gd name="T1" fmla="*/ 5 h 6"/>
                <a:gd name="T2" fmla="*/ 3 w 3"/>
                <a:gd name="T3" fmla="*/ 5 h 6"/>
                <a:gd name="T4" fmla="*/ 1 w 3"/>
                <a:gd name="T5" fmla="*/ 3 h 6"/>
                <a:gd name="T6" fmla="*/ 1 w 3"/>
                <a:gd name="T7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1" y="5"/>
                  </a:moveTo>
                  <a:cubicBezTo>
                    <a:pt x="2" y="5"/>
                    <a:pt x="3" y="6"/>
                    <a:pt x="3" y="5"/>
                  </a:cubicBezTo>
                  <a:cubicBezTo>
                    <a:pt x="3" y="3"/>
                    <a:pt x="1" y="0"/>
                    <a:pt x="1" y="3"/>
                  </a:cubicBezTo>
                  <a:cubicBezTo>
                    <a:pt x="0" y="4"/>
                    <a:pt x="0" y="5"/>
                    <a:pt x="1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1" name="Freeform 257">
              <a:extLst>
                <a:ext uri="{FF2B5EF4-FFF2-40B4-BE49-F238E27FC236}">
                  <a16:creationId xmlns:a16="http://schemas.microsoft.com/office/drawing/2014/main" id="{E60F61B9-DE7A-9DEA-B48B-09A7BC8DE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655" y="3192563"/>
              <a:ext cx="4231" cy="4231"/>
            </a:xfrm>
            <a:custGeom>
              <a:avLst/>
              <a:gdLst>
                <a:gd name="T0" fmla="*/ 1 w 3"/>
                <a:gd name="T1" fmla="*/ 2 h 4"/>
                <a:gd name="T2" fmla="*/ 2 w 3"/>
                <a:gd name="T3" fmla="*/ 4 h 4"/>
                <a:gd name="T4" fmla="*/ 3 w 3"/>
                <a:gd name="T5" fmla="*/ 2 h 4"/>
                <a:gd name="T6" fmla="*/ 1 w 3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1" y="2"/>
                  </a:moveTo>
                  <a:cubicBezTo>
                    <a:pt x="1" y="3"/>
                    <a:pt x="0" y="4"/>
                    <a:pt x="2" y="4"/>
                  </a:cubicBezTo>
                  <a:cubicBezTo>
                    <a:pt x="3" y="4"/>
                    <a:pt x="3" y="3"/>
                    <a:pt x="3" y="2"/>
                  </a:cubicBezTo>
                  <a:cubicBezTo>
                    <a:pt x="3" y="1"/>
                    <a:pt x="2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2" name="Freeform 258">
              <a:extLst>
                <a:ext uri="{FF2B5EF4-FFF2-40B4-BE49-F238E27FC236}">
                  <a16:creationId xmlns:a16="http://schemas.microsoft.com/office/drawing/2014/main" id="{3CCD259A-81A2-54A7-3558-4A6DBBA0C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1904" y="2885099"/>
              <a:ext cx="5642" cy="4231"/>
            </a:xfrm>
            <a:custGeom>
              <a:avLst/>
              <a:gdLst>
                <a:gd name="T0" fmla="*/ 4 w 4"/>
                <a:gd name="T1" fmla="*/ 3 h 4"/>
                <a:gd name="T2" fmla="*/ 1 w 4"/>
                <a:gd name="T3" fmla="*/ 2 h 4"/>
                <a:gd name="T4" fmla="*/ 2 w 4"/>
                <a:gd name="T5" fmla="*/ 4 h 4"/>
                <a:gd name="T6" fmla="*/ 4 w 4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4" y="2"/>
                    <a:pt x="1" y="0"/>
                    <a:pt x="1" y="2"/>
                  </a:cubicBezTo>
                  <a:cubicBezTo>
                    <a:pt x="0" y="3"/>
                    <a:pt x="0" y="4"/>
                    <a:pt x="2" y="4"/>
                  </a:cubicBezTo>
                  <a:cubicBezTo>
                    <a:pt x="3" y="4"/>
                    <a:pt x="4" y="4"/>
                    <a:pt x="4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3" name="Freeform 259">
              <a:extLst>
                <a:ext uri="{FF2B5EF4-FFF2-40B4-BE49-F238E27FC236}">
                  <a16:creationId xmlns:a16="http://schemas.microsoft.com/office/drawing/2014/main" id="{595A6BB9-9E7C-B171-73CA-D861FDCD0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1481" y="3193974"/>
              <a:ext cx="19745" cy="22566"/>
            </a:xfrm>
            <a:custGeom>
              <a:avLst/>
              <a:gdLst>
                <a:gd name="T0" fmla="*/ 16 w 18"/>
                <a:gd name="T1" fmla="*/ 2 h 20"/>
                <a:gd name="T2" fmla="*/ 18 w 18"/>
                <a:gd name="T3" fmla="*/ 2 h 20"/>
                <a:gd name="T4" fmla="*/ 15 w 18"/>
                <a:gd name="T5" fmla="*/ 0 h 20"/>
                <a:gd name="T6" fmla="*/ 11 w 18"/>
                <a:gd name="T7" fmla="*/ 2 h 20"/>
                <a:gd name="T8" fmla="*/ 8 w 18"/>
                <a:gd name="T9" fmla="*/ 4 h 20"/>
                <a:gd name="T10" fmla="*/ 4 w 18"/>
                <a:gd name="T11" fmla="*/ 8 h 20"/>
                <a:gd name="T12" fmla="*/ 2 w 18"/>
                <a:gd name="T13" fmla="*/ 12 h 20"/>
                <a:gd name="T14" fmla="*/ 1 w 18"/>
                <a:gd name="T15" fmla="*/ 17 h 20"/>
                <a:gd name="T16" fmla="*/ 4 w 18"/>
                <a:gd name="T17" fmla="*/ 18 h 20"/>
                <a:gd name="T18" fmla="*/ 8 w 18"/>
                <a:gd name="T19" fmla="*/ 14 h 20"/>
                <a:gd name="T20" fmla="*/ 13 w 18"/>
                <a:gd name="T21" fmla="*/ 8 h 20"/>
                <a:gd name="T22" fmla="*/ 13 w 18"/>
                <a:gd name="T23" fmla="*/ 4 h 20"/>
                <a:gd name="T24" fmla="*/ 16 w 18"/>
                <a:gd name="T25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20">
                  <a:moveTo>
                    <a:pt x="16" y="2"/>
                  </a:moveTo>
                  <a:cubicBezTo>
                    <a:pt x="17" y="3"/>
                    <a:pt x="18" y="3"/>
                    <a:pt x="18" y="2"/>
                  </a:cubicBezTo>
                  <a:cubicBezTo>
                    <a:pt x="18" y="1"/>
                    <a:pt x="17" y="0"/>
                    <a:pt x="15" y="0"/>
                  </a:cubicBezTo>
                  <a:cubicBezTo>
                    <a:pt x="13" y="0"/>
                    <a:pt x="13" y="1"/>
                    <a:pt x="11" y="2"/>
                  </a:cubicBezTo>
                  <a:cubicBezTo>
                    <a:pt x="9" y="2"/>
                    <a:pt x="10" y="3"/>
                    <a:pt x="8" y="4"/>
                  </a:cubicBezTo>
                  <a:cubicBezTo>
                    <a:pt x="6" y="6"/>
                    <a:pt x="5" y="6"/>
                    <a:pt x="4" y="8"/>
                  </a:cubicBezTo>
                  <a:cubicBezTo>
                    <a:pt x="4" y="10"/>
                    <a:pt x="3" y="9"/>
                    <a:pt x="2" y="12"/>
                  </a:cubicBezTo>
                  <a:cubicBezTo>
                    <a:pt x="1" y="14"/>
                    <a:pt x="0" y="16"/>
                    <a:pt x="1" y="17"/>
                  </a:cubicBezTo>
                  <a:cubicBezTo>
                    <a:pt x="2" y="19"/>
                    <a:pt x="2" y="20"/>
                    <a:pt x="4" y="18"/>
                  </a:cubicBezTo>
                  <a:cubicBezTo>
                    <a:pt x="6" y="17"/>
                    <a:pt x="5" y="17"/>
                    <a:pt x="8" y="14"/>
                  </a:cubicBezTo>
                  <a:cubicBezTo>
                    <a:pt x="11" y="11"/>
                    <a:pt x="13" y="11"/>
                    <a:pt x="13" y="8"/>
                  </a:cubicBezTo>
                  <a:cubicBezTo>
                    <a:pt x="13" y="6"/>
                    <a:pt x="12" y="5"/>
                    <a:pt x="13" y="4"/>
                  </a:cubicBezTo>
                  <a:cubicBezTo>
                    <a:pt x="13" y="3"/>
                    <a:pt x="14" y="2"/>
                    <a:pt x="16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4" name="Freeform 260">
              <a:extLst>
                <a:ext uri="{FF2B5EF4-FFF2-40B4-BE49-F238E27FC236}">
                  <a16:creationId xmlns:a16="http://schemas.microsoft.com/office/drawing/2014/main" id="{55359DBB-2FF8-817A-22A4-73A0CDA7C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372" y="3096657"/>
              <a:ext cx="64878" cy="25387"/>
            </a:xfrm>
            <a:custGeom>
              <a:avLst/>
              <a:gdLst>
                <a:gd name="T0" fmla="*/ 44 w 59"/>
                <a:gd name="T1" fmla="*/ 16 h 24"/>
                <a:gd name="T2" fmla="*/ 48 w 59"/>
                <a:gd name="T3" fmla="*/ 17 h 24"/>
                <a:gd name="T4" fmla="*/ 53 w 59"/>
                <a:gd name="T5" fmla="*/ 21 h 24"/>
                <a:gd name="T6" fmla="*/ 58 w 59"/>
                <a:gd name="T7" fmla="*/ 24 h 24"/>
                <a:gd name="T8" fmla="*/ 59 w 59"/>
                <a:gd name="T9" fmla="*/ 20 h 24"/>
                <a:gd name="T10" fmla="*/ 57 w 59"/>
                <a:gd name="T11" fmla="*/ 15 h 24"/>
                <a:gd name="T12" fmla="*/ 54 w 59"/>
                <a:gd name="T13" fmla="*/ 14 h 24"/>
                <a:gd name="T14" fmla="*/ 53 w 59"/>
                <a:gd name="T15" fmla="*/ 9 h 24"/>
                <a:gd name="T16" fmla="*/ 50 w 59"/>
                <a:gd name="T17" fmla="*/ 6 h 24"/>
                <a:gd name="T18" fmla="*/ 45 w 59"/>
                <a:gd name="T19" fmla="*/ 5 h 24"/>
                <a:gd name="T20" fmla="*/ 39 w 59"/>
                <a:gd name="T21" fmla="*/ 5 h 24"/>
                <a:gd name="T22" fmla="*/ 33 w 59"/>
                <a:gd name="T23" fmla="*/ 2 h 24"/>
                <a:gd name="T24" fmla="*/ 26 w 59"/>
                <a:gd name="T25" fmla="*/ 3 h 24"/>
                <a:gd name="T26" fmla="*/ 24 w 59"/>
                <a:gd name="T27" fmla="*/ 4 h 24"/>
                <a:gd name="T28" fmla="*/ 22 w 59"/>
                <a:gd name="T29" fmla="*/ 2 h 24"/>
                <a:gd name="T30" fmla="*/ 17 w 59"/>
                <a:gd name="T31" fmla="*/ 1 h 24"/>
                <a:gd name="T32" fmla="*/ 11 w 59"/>
                <a:gd name="T33" fmla="*/ 4 h 24"/>
                <a:gd name="T34" fmla="*/ 4 w 59"/>
                <a:gd name="T35" fmla="*/ 4 h 24"/>
                <a:gd name="T36" fmla="*/ 2 w 59"/>
                <a:gd name="T37" fmla="*/ 7 h 24"/>
                <a:gd name="T38" fmla="*/ 4 w 59"/>
                <a:gd name="T39" fmla="*/ 11 h 24"/>
                <a:gd name="T40" fmla="*/ 9 w 59"/>
                <a:gd name="T41" fmla="*/ 14 h 24"/>
                <a:gd name="T42" fmla="*/ 15 w 59"/>
                <a:gd name="T43" fmla="*/ 12 h 24"/>
                <a:gd name="T44" fmla="*/ 19 w 59"/>
                <a:gd name="T45" fmla="*/ 13 h 24"/>
                <a:gd name="T46" fmla="*/ 27 w 59"/>
                <a:gd name="T47" fmla="*/ 13 h 24"/>
                <a:gd name="T48" fmla="*/ 34 w 59"/>
                <a:gd name="T49" fmla="*/ 13 h 24"/>
                <a:gd name="T50" fmla="*/ 38 w 59"/>
                <a:gd name="T51" fmla="*/ 12 h 24"/>
                <a:gd name="T52" fmla="*/ 44 w 59"/>
                <a:gd name="T5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9" h="24">
                  <a:moveTo>
                    <a:pt x="44" y="16"/>
                  </a:moveTo>
                  <a:cubicBezTo>
                    <a:pt x="46" y="17"/>
                    <a:pt x="47" y="17"/>
                    <a:pt x="48" y="17"/>
                  </a:cubicBezTo>
                  <a:cubicBezTo>
                    <a:pt x="50" y="18"/>
                    <a:pt x="52" y="19"/>
                    <a:pt x="53" y="21"/>
                  </a:cubicBezTo>
                  <a:cubicBezTo>
                    <a:pt x="54" y="22"/>
                    <a:pt x="57" y="24"/>
                    <a:pt x="58" y="24"/>
                  </a:cubicBezTo>
                  <a:cubicBezTo>
                    <a:pt x="59" y="24"/>
                    <a:pt x="59" y="23"/>
                    <a:pt x="59" y="20"/>
                  </a:cubicBezTo>
                  <a:cubicBezTo>
                    <a:pt x="58" y="17"/>
                    <a:pt x="59" y="17"/>
                    <a:pt x="57" y="15"/>
                  </a:cubicBezTo>
                  <a:cubicBezTo>
                    <a:pt x="56" y="14"/>
                    <a:pt x="55" y="15"/>
                    <a:pt x="54" y="14"/>
                  </a:cubicBezTo>
                  <a:cubicBezTo>
                    <a:pt x="53" y="14"/>
                    <a:pt x="54" y="11"/>
                    <a:pt x="53" y="9"/>
                  </a:cubicBezTo>
                  <a:cubicBezTo>
                    <a:pt x="52" y="8"/>
                    <a:pt x="52" y="7"/>
                    <a:pt x="50" y="6"/>
                  </a:cubicBezTo>
                  <a:cubicBezTo>
                    <a:pt x="49" y="5"/>
                    <a:pt x="47" y="5"/>
                    <a:pt x="45" y="5"/>
                  </a:cubicBezTo>
                  <a:cubicBezTo>
                    <a:pt x="42" y="5"/>
                    <a:pt x="42" y="5"/>
                    <a:pt x="39" y="5"/>
                  </a:cubicBezTo>
                  <a:cubicBezTo>
                    <a:pt x="36" y="4"/>
                    <a:pt x="36" y="3"/>
                    <a:pt x="33" y="2"/>
                  </a:cubicBezTo>
                  <a:cubicBezTo>
                    <a:pt x="30" y="0"/>
                    <a:pt x="30" y="2"/>
                    <a:pt x="26" y="3"/>
                  </a:cubicBezTo>
                  <a:cubicBezTo>
                    <a:pt x="25" y="3"/>
                    <a:pt x="24" y="4"/>
                    <a:pt x="24" y="4"/>
                  </a:cubicBezTo>
                  <a:cubicBezTo>
                    <a:pt x="24" y="4"/>
                    <a:pt x="23" y="3"/>
                    <a:pt x="22" y="2"/>
                  </a:cubicBezTo>
                  <a:cubicBezTo>
                    <a:pt x="21" y="0"/>
                    <a:pt x="20" y="1"/>
                    <a:pt x="17" y="1"/>
                  </a:cubicBezTo>
                  <a:cubicBezTo>
                    <a:pt x="15" y="1"/>
                    <a:pt x="15" y="3"/>
                    <a:pt x="11" y="4"/>
                  </a:cubicBezTo>
                  <a:cubicBezTo>
                    <a:pt x="7" y="5"/>
                    <a:pt x="8" y="4"/>
                    <a:pt x="4" y="4"/>
                  </a:cubicBezTo>
                  <a:cubicBezTo>
                    <a:pt x="0" y="4"/>
                    <a:pt x="2" y="5"/>
                    <a:pt x="2" y="7"/>
                  </a:cubicBezTo>
                  <a:cubicBezTo>
                    <a:pt x="2" y="9"/>
                    <a:pt x="4" y="10"/>
                    <a:pt x="4" y="11"/>
                  </a:cubicBezTo>
                  <a:cubicBezTo>
                    <a:pt x="5" y="13"/>
                    <a:pt x="7" y="13"/>
                    <a:pt x="9" y="14"/>
                  </a:cubicBezTo>
                  <a:cubicBezTo>
                    <a:pt x="11" y="14"/>
                    <a:pt x="12" y="13"/>
                    <a:pt x="15" y="12"/>
                  </a:cubicBezTo>
                  <a:cubicBezTo>
                    <a:pt x="18" y="11"/>
                    <a:pt x="18" y="13"/>
                    <a:pt x="19" y="13"/>
                  </a:cubicBezTo>
                  <a:cubicBezTo>
                    <a:pt x="20" y="13"/>
                    <a:pt x="25" y="13"/>
                    <a:pt x="27" y="13"/>
                  </a:cubicBezTo>
                  <a:cubicBezTo>
                    <a:pt x="28" y="13"/>
                    <a:pt x="32" y="13"/>
                    <a:pt x="34" y="13"/>
                  </a:cubicBezTo>
                  <a:cubicBezTo>
                    <a:pt x="35" y="12"/>
                    <a:pt x="37" y="12"/>
                    <a:pt x="38" y="12"/>
                  </a:cubicBezTo>
                  <a:cubicBezTo>
                    <a:pt x="40" y="12"/>
                    <a:pt x="42" y="14"/>
                    <a:pt x="44" y="1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5" name="Freeform 261">
              <a:extLst>
                <a:ext uri="{FF2B5EF4-FFF2-40B4-BE49-F238E27FC236}">
                  <a16:creationId xmlns:a16="http://schemas.microsoft.com/office/drawing/2014/main" id="{B52EB5B6-125C-9F3F-EA84-B834B16992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4633" y="2928821"/>
              <a:ext cx="303233" cy="200275"/>
            </a:xfrm>
            <a:custGeom>
              <a:avLst/>
              <a:gdLst>
                <a:gd name="T0" fmla="*/ 241 w 276"/>
                <a:gd name="T1" fmla="*/ 120 h 187"/>
                <a:gd name="T2" fmla="*/ 245 w 276"/>
                <a:gd name="T3" fmla="*/ 109 h 187"/>
                <a:gd name="T4" fmla="*/ 250 w 276"/>
                <a:gd name="T5" fmla="*/ 85 h 187"/>
                <a:gd name="T6" fmla="*/ 258 w 276"/>
                <a:gd name="T7" fmla="*/ 81 h 187"/>
                <a:gd name="T8" fmla="*/ 271 w 276"/>
                <a:gd name="T9" fmla="*/ 76 h 187"/>
                <a:gd name="T10" fmla="*/ 252 w 276"/>
                <a:gd name="T11" fmla="*/ 58 h 187"/>
                <a:gd name="T12" fmla="*/ 248 w 276"/>
                <a:gd name="T13" fmla="*/ 41 h 187"/>
                <a:gd name="T14" fmla="*/ 241 w 276"/>
                <a:gd name="T15" fmla="*/ 29 h 187"/>
                <a:gd name="T16" fmla="*/ 246 w 276"/>
                <a:gd name="T17" fmla="*/ 22 h 187"/>
                <a:gd name="T18" fmla="*/ 247 w 276"/>
                <a:gd name="T19" fmla="*/ 15 h 187"/>
                <a:gd name="T20" fmla="*/ 220 w 276"/>
                <a:gd name="T21" fmla="*/ 11 h 187"/>
                <a:gd name="T22" fmla="*/ 208 w 276"/>
                <a:gd name="T23" fmla="*/ 20 h 187"/>
                <a:gd name="T24" fmla="*/ 205 w 276"/>
                <a:gd name="T25" fmla="*/ 39 h 187"/>
                <a:gd name="T26" fmla="*/ 199 w 276"/>
                <a:gd name="T27" fmla="*/ 49 h 187"/>
                <a:gd name="T28" fmla="*/ 193 w 276"/>
                <a:gd name="T29" fmla="*/ 61 h 187"/>
                <a:gd name="T30" fmla="*/ 185 w 276"/>
                <a:gd name="T31" fmla="*/ 73 h 187"/>
                <a:gd name="T32" fmla="*/ 169 w 276"/>
                <a:gd name="T33" fmla="*/ 76 h 187"/>
                <a:gd name="T34" fmla="*/ 150 w 276"/>
                <a:gd name="T35" fmla="*/ 71 h 187"/>
                <a:gd name="T36" fmla="*/ 135 w 276"/>
                <a:gd name="T37" fmla="*/ 79 h 187"/>
                <a:gd name="T38" fmla="*/ 114 w 276"/>
                <a:gd name="T39" fmla="*/ 81 h 187"/>
                <a:gd name="T40" fmla="*/ 82 w 276"/>
                <a:gd name="T41" fmla="*/ 64 h 187"/>
                <a:gd name="T42" fmla="*/ 77 w 276"/>
                <a:gd name="T43" fmla="*/ 66 h 187"/>
                <a:gd name="T44" fmla="*/ 76 w 276"/>
                <a:gd name="T45" fmla="*/ 74 h 187"/>
                <a:gd name="T46" fmla="*/ 71 w 276"/>
                <a:gd name="T47" fmla="*/ 82 h 187"/>
                <a:gd name="T48" fmla="*/ 71 w 276"/>
                <a:gd name="T49" fmla="*/ 93 h 187"/>
                <a:gd name="T50" fmla="*/ 75 w 276"/>
                <a:gd name="T51" fmla="*/ 107 h 187"/>
                <a:gd name="T52" fmla="*/ 78 w 276"/>
                <a:gd name="T53" fmla="*/ 117 h 187"/>
                <a:gd name="T54" fmla="*/ 89 w 276"/>
                <a:gd name="T55" fmla="*/ 121 h 187"/>
                <a:gd name="T56" fmla="*/ 91 w 276"/>
                <a:gd name="T57" fmla="*/ 139 h 187"/>
                <a:gd name="T58" fmla="*/ 96 w 276"/>
                <a:gd name="T59" fmla="*/ 156 h 187"/>
                <a:gd name="T60" fmla="*/ 111 w 276"/>
                <a:gd name="T61" fmla="*/ 160 h 187"/>
                <a:gd name="T62" fmla="*/ 122 w 276"/>
                <a:gd name="T63" fmla="*/ 161 h 187"/>
                <a:gd name="T64" fmla="*/ 130 w 276"/>
                <a:gd name="T65" fmla="*/ 170 h 187"/>
                <a:gd name="T66" fmla="*/ 148 w 276"/>
                <a:gd name="T67" fmla="*/ 168 h 187"/>
                <a:gd name="T68" fmla="*/ 164 w 276"/>
                <a:gd name="T69" fmla="*/ 166 h 187"/>
                <a:gd name="T70" fmla="*/ 177 w 276"/>
                <a:gd name="T71" fmla="*/ 168 h 187"/>
                <a:gd name="T72" fmla="*/ 188 w 276"/>
                <a:gd name="T73" fmla="*/ 184 h 187"/>
                <a:gd name="T74" fmla="*/ 211 w 276"/>
                <a:gd name="T75" fmla="*/ 176 h 187"/>
                <a:gd name="T76" fmla="*/ 220 w 276"/>
                <a:gd name="T77" fmla="*/ 164 h 187"/>
                <a:gd name="T78" fmla="*/ 223 w 276"/>
                <a:gd name="T79" fmla="*/ 157 h 187"/>
                <a:gd name="T80" fmla="*/ 227 w 276"/>
                <a:gd name="T81" fmla="*/ 147 h 187"/>
                <a:gd name="T82" fmla="*/ 223 w 276"/>
                <a:gd name="T83" fmla="*/ 141 h 187"/>
                <a:gd name="T84" fmla="*/ 228 w 276"/>
                <a:gd name="T85" fmla="*/ 131 h 187"/>
                <a:gd name="T86" fmla="*/ 2 w 276"/>
                <a:gd name="T87" fmla="*/ 43 h 187"/>
                <a:gd name="T88" fmla="*/ 70 w 276"/>
                <a:gd name="T89" fmla="*/ 43 h 187"/>
                <a:gd name="T90" fmla="*/ 48 w 276"/>
                <a:gd name="T91" fmla="*/ 2 h 187"/>
                <a:gd name="T92" fmla="*/ 56 w 276"/>
                <a:gd name="T93" fmla="*/ 17 h 187"/>
                <a:gd name="T94" fmla="*/ 58 w 276"/>
                <a:gd name="T95" fmla="*/ 23 h 187"/>
                <a:gd name="T96" fmla="*/ 222 w 276"/>
                <a:gd name="T97" fmla="*/ 174 h 187"/>
                <a:gd name="T98" fmla="*/ 217 w 276"/>
                <a:gd name="T99" fmla="*/ 185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76" h="187">
                  <a:moveTo>
                    <a:pt x="232" y="124"/>
                  </a:moveTo>
                  <a:cubicBezTo>
                    <a:pt x="235" y="124"/>
                    <a:pt x="233" y="126"/>
                    <a:pt x="235" y="125"/>
                  </a:cubicBezTo>
                  <a:cubicBezTo>
                    <a:pt x="237" y="125"/>
                    <a:pt x="239" y="123"/>
                    <a:pt x="240" y="123"/>
                  </a:cubicBezTo>
                  <a:cubicBezTo>
                    <a:pt x="241" y="123"/>
                    <a:pt x="241" y="122"/>
                    <a:pt x="241" y="120"/>
                  </a:cubicBezTo>
                  <a:cubicBezTo>
                    <a:pt x="242" y="118"/>
                    <a:pt x="243" y="118"/>
                    <a:pt x="244" y="117"/>
                  </a:cubicBezTo>
                  <a:cubicBezTo>
                    <a:pt x="245" y="117"/>
                    <a:pt x="246" y="117"/>
                    <a:pt x="246" y="115"/>
                  </a:cubicBezTo>
                  <a:cubicBezTo>
                    <a:pt x="247" y="113"/>
                    <a:pt x="249" y="112"/>
                    <a:pt x="248" y="110"/>
                  </a:cubicBezTo>
                  <a:cubicBezTo>
                    <a:pt x="247" y="109"/>
                    <a:pt x="246" y="110"/>
                    <a:pt x="245" y="109"/>
                  </a:cubicBezTo>
                  <a:cubicBezTo>
                    <a:pt x="244" y="108"/>
                    <a:pt x="245" y="108"/>
                    <a:pt x="246" y="104"/>
                  </a:cubicBezTo>
                  <a:cubicBezTo>
                    <a:pt x="246" y="100"/>
                    <a:pt x="246" y="102"/>
                    <a:pt x="246" y="98"/>
                  </a:cubicBezTo>
                  <a:cubicBezTo>
                    <a:pt x="246" y="95"/>
                    <a:pt x="246" y="94"/>
                    <a:pt x="249" y="91"/>
                  </a:cubicBezTo>
                  <a:cubicBezTo>
                    <a:pt x="251" y="89"/>
                    <a:pt x="250" y="87"/>
                    <a:pt x="250" y="85"/>
                  </a:cubicBezTo>
                  <a:cubicBezTo>
                    <a:pt x="251" y="83"/>
                    <a:pt x="253" y="84"/>
                    <a:pt x="255" y="84"/>
                  </a:cubicBezTo>
                  <a:cubicBezTo>
                    <a:pt x="257" y="83"/>
                    <a:pt x="256" y="82"/>
                    <a:pt x="255" y="80"/>
                  </a:cubicBezTo>
                  <a:cubicBezTo>
                    <a:pt x="254" y="78"/>
                    <a:pt x="254" y="78"/>
                    <a:pt x="255" y="78"/>
                  </a:cubicBezTo>
                  <a:cubicBezTo>
                    <a:pt x="255" y="77"/>
                    <a:pt x="258" y="79"/>
                    <a:pt x="258" y="81"/>
                  </a:cubicBezTo>
                  <a:cubicBezTo>
                    <a:pt x="259" y="82"/>
                    <a:pt x="261" y="82"/>
                    <a:pt x="263" y="83"/>
                  </a:cubicBezTo>
                  <a:cubicBezTo>
                    <a:pt x="264" y="83"/>
                    <a:pt x="269" y="84"/>
                    <a:pt x="271" y="84"/>
                  </a:cubicBezTo>
                  <a:cubicBezTo>
                    <a:pt x="273" y="84"/>
                    <a:pt x="276" y="83"/>
                    <a:pt x="275" y="80"/>
                  </a:cubicBezTo>
                  <a:cubicBezTo>
                    <a:pt x="275" y="77"/>
                    <a:pt x="273" y="80"/>
                    <a:pt x="271" y="76"/>
                  </a:cubicBezTo>
                  <a:cubicBezTo>
                    <a:pt x="269" y="72"/>
                    <a:pt x="269" y="74"/>
                    <a:pt x="266" y="72"/>
                  </a:cubicBezTo>
                  <a:cubicBezTo>
                    <a:pt x="263" y="71"/>
                    <a:pt x="263" y="71"/>
                    <a:pt x="262" y="67"/>
                  </a:cubicBezTo>
                  <a:cubicBezTo>
                    <a:pt x="261" y="64"/>
                    <a:pt x="259" y="65"/>
                    <a:pt x="255" y="63"/>
                  </a:cubicBezTo>
                  <a:cubicBezTo>
                    <a:pt x="252" y="61"/>
                    <a:pt x="252" y="60"/>
                    <a:pt x="252" y="58"/>
                  </a:cubicBezTo>
                  <a:cubicBezTo>
                    <a:pt x="252" y="56"/>
                    <a:pt x="255" y="57"/>
                    <a:pt x="256" y="55"/>
                  </a:cubicBezTo>
                  <a:cubicBezTo>
                    <a:pt x="257" y="52"/>
                    <a:pt x="258" y="52"/>
                    <a:pt x="255" y="49"/>
                  </a:cubicBezTo>
                  <a:cubicBezTo>
                    <a:pt x="253" y="47"/>
                    <a:pt x="253" y="47"/>
                    <a:pt x="251" y="45"/>
                  </a:cubicBezTo>
                  <a:cubicBezTo>
                    <a:pt x="248" y="42"/>
                    <a:pt x="249" y="44"/>
                    <a:pt x="248" y="41"/>
                  </a:cubicBezTo>
                  <a:cubicBezTo>
                    <a:pt x="247" y="39"/>
                    <a:pt x="249" y="39"/>
                    <a:pt x="248" y="37"/>
                  </a:cubicBezTo>
                  <a:cubicBezTo>
                    <a:pt x="248" y="34"/>
                    <a:pt x="247" y="37"/>
                    <a:pt x="244" y="36"/>
                  </a:cubicBezTo>
                  <a:cubicBezTo>
                    <a:pt x="242" y="34"/>
                    <a:pt x="242" y="34"/>
                    <a:pt x="243" y="32"/>
                  </a:cubicBezTo>
                  <a:cubicBezTo>
                    <a:pt x="243" y="30"/>
                    <a:pt x="243" y="30"/>
                    <a:pt x="241" y="29"/>
                  </a:cubicBezTo>
                  <a:cubicBezTo>
                    <a:pt x="239" y="28"/>
                    <a:pt x="237" y="29"/>
                    <a:pt x="237" y="27"/>
                  </a:cubicBezTo>
                  <a:cubicBezTo>
                    <a:pt x="236" y="26"/>
                    <a:pt x="239" y="26"/>
                    <a:pt x="241" y="26"/>
                  </a:cubicBezTo>
                  <a:cubicBezTo>
                    <a:pt x="243" y="26"/>
                    <a:pt x="244" y="26"/>
                    <a:pt x="246" y="26"/>
                  </a:cubicBezTo>
                  <a:cubicBezTo>
                    <a:pt x="247" y="25"/>
                    <a:pt x="246" y="23"/>
                    <a:pt x="246" y="22"/>
                  </a:cubicBezTo>
                  <a:cubicBezTo>
                    <a:pt x="247" y="21"/>
                    <a:pt x="249" y="24"/>
                    <a:pt x="250" y="24"/>
                  </a:cubicBezTo>
                  <a:cubicBezTo>
                    <a:pt x="252" y="24"/>
                    <a:pt x="252" y="22"/>
                    <a:pt x="251" y="21"/>
                  </a:cubicBezTo>
                  <a:cubicBezTo>
                    <a:pt x="250" y="21"/>
                    <a:pt x="248" y="19"/>
                    <a:pt x="247" y="17"/>
                  </a:cubicBezTo>
                  <a:cubicBezTo>
                    <a:pt x="246" y="16"/>
                    <a:pt x="246" y="16"/>
                    <a:pt x="247" y="15"/>
                  </a:cubicBezTo>
                  <a:cubicBezTo>
                    <a:pt x="244" y="15"/>
                    <a:pt x="241" y="14"/>
                    <a:pt x="240" y="14"/>
                  </a:cubicBezTo>
                  <a:cubicBezTo>
                    <a:pt x="238" y="14"/>
                    <a:pt x="237" y="13"/>
                    <a:pt x="236" y="13"/>
                  </a:cubicBezTo>
                  <a:cubicBezTo>
                    <a:pt x="233" y="13"/>
                    <a:pt x="231" y="13"/>
                    <a:pt x="227" y="12"/>
                  </a:cubicBezTo>
                  <a:cubicBezTo>
                    <a:pt x="224" y="11"/>
                    <a:pt x="222" y="11"/>
                    <a:pt x="220" y="11"/>
                  </a:cubicBezTo>
                  <a:cubicBezTo>
                    <a:pt x="218" y="12"/>
                    <a:pt x="215" y="12"/>
                    <a:pt x="213" y="13"/>
                  </a:cubicBezTo>
                  <a:cubicBezTo>
                    <a:pt x="210" y="14"/>
                    <a:pt x="209" y="17"/>
                    <a:pt x="208" y="18"/>
                  </a:cubicBezTo>
                  <a:cubicBezTo>
                    <a:pt x="208" y="18"/>
                    <a:pt x="208" y="18"/>
                    <a:pt x="208" y="18"/>
                  </a:cubicBezTo>
                  <a:cubicBezTo>
                    <a:pt x="208" y="19"/>
                    <a:pt x="208" y="19"/>
                    <a:pt x="208" y="20"/>
                  </a:cubicBezTo>
                  <a:cubicBezTo>
                    <a:pt x="208" y="20"/>
                    <a:pt x="208" y="22"/>
                    <a:pt x="208" y="23"/>
                  </a:cubicBezTo>
                  <a:cubicBezTo>
                    <a:pt x="208" y="25"/>
                    <a:pt x="209" y="27"/>
                    <a:pt x="209" y="28"/>
                  </a:cubicBezTo>
                  <a:cubicBezTo>
                    <a:pt x="208" y="30"/>
                    <a:pt x="208" y="32"/>
                    <a:pt x="208" y="34"/>
                  </a:cubicBezTo>
                  <a:cubicBezTo>
                    <a:pt x="207" y="36"/>
                    <a:pt x="206" y="37"/>
                    <a:pt x="205" y="39"/>
                  </a:cubicBezTo>
                  <a:cubicBezTo>
                    <a:pt x="204" y="40"/>
                    <a:pt x="203" y="40"/>
                    <a:pt x="201" y="41"/>
                  </a:cubicBezTo>
                  <a:cubicBezTo>
                    <a:pt x="200" y="41"/>
                    <a:pt x="199" y="42"/>
                    <a:pt x="199" y="43"/>
                  </a:cubicBezTo>
                  <a:cubicBezTo>
                    <a:pt x="198" y="44"/>
                    <a:pt x="198" y="45"/>
                    <a:pt x="198" y="47"/>
                  </a:cubicBezTo>
                  <a:cubicBezTo>
                    <a:pt x="199" y="47"/>
                    <a:pt x="199" y="48"/>
                    <a:pt x="199" y="49"/>
                  </a:cubicBezTo>
                  <a:cubicBezTo>
                    <a:pt x="199" y="52"/>
                    <a:pt x="197" y="53"/>
                    <a:pt x="195" y="53"/>
                  </a:cubicBezTo>
                  <a:cubicBezTo>
                    <a:pt x="194" y="54"/>
                    <a:pt x="194" y="54"/>
                    <a:pt x="193" y="54"/>
                  </a:cubicBezTo>
                  <a:cubicBezTo>
                    <a:pt x="192" y="55"/>
                    <a:pt x="192" y="57"/>
                    <a:pt x="193" y="59"/>
                  </a:cubicBezTo>
                  <a:cubicBezTo>
                    <a:pt x="193" y="59"/>
                    <a:pt x="193" y="60"/>
                    <a:pt x="193" y="61"/>
                  </a:cubicBezTo>
                  <a:cubicBezTo>
                    <a:pt x="193" y="63"/>
                    <a:pt x="192" y="63"/>
                    <a:pt x="191" y="65"/>
                  </a:cubicBezTo>
                  <a:cubicBezTo>
                    <a:pt x="191" y="65"/>
                    <a:pt x="190" y="66"/>
                    <a:pt x="190" y="67"/>
                  </a:cubicBezTo>
                  <a:cubicBezTo>
                    <a:pt x="189" y="67"/>
                    <a:pt x="189" y="68"/>
                    <a:pt x="189" y="68"/>
                  </a:cubicBezTo>
                  <a:cubicBezTo>
                    <a:pt x="188" y="70"/>
                    <a:pt x="187" y="71"/>
                    <a:pt x="185" y="73"/>
                  </a:cubicBezTo>
                  <a:cubicBezTo>
                    <a:pt x="183" y="74"/>
                    <a:pt x="182" y="74"/>
                    <a:pt x="180" y="74"/>
                  </a:cubicBezTo>
                  <a:cubicBezTo>
                    <a:pt x="179" y="73"/>
                    <a:pt x="178" y="73"/>
                    <a:pt x="176" y="73"/>
                  </a:cubicBezTo>
                  <a:cubicBezTo>
                    <a:pt x="173" y="74"/>
                    <a:pt x="172" y="74"/>
                    <a:pt x="171" y="75"/>
                  </a:cubicBezTo>
                  <a:cubicBezTo>
                    <a:pt x="171" y="75"/>
                    <a:pt x="170" y="76"/>
                    <a:pt x="169" y="76"/>
                  </a:cubicBezTo>
                  <a:cubicBezTo>
                    <a:pt x="168" y="76"/>
                    <a:pt x="167" y="77"/>
                    <a:pt x="166" y="77"/>
                  </a:cubicBezTo>
                  <a:cubicBezTo>
                    <a:pt x="164" y="77"/>
                    <a:pt x="162" y="77"/>
                    <a:pt x="160" y="76"/>
                  </a:cubicBezTo>
                  <a:cubicBezTo>
                    <a:pt x="160" y="75"/>
                    <a:pt x="159" y="75"/>
                    <a:pt x="158" y="74"/>
                  </a:cubicBezTo>
                  <a:cubicBezTo>
                    <a:pt x="155" y="73"/>
                    <a:pt x="152" y="71"/>
                    <a:pt x="150" y="71"/>
                  </a:cubicBezTo>
                  <a:cubicBezTo>
                    <a:pt x="149" y="71"/>
                    <a:pt x="146" y="71"/>
                    <a:pt x="143" y="71"/>
                  </a:cubicBezTo>
                  <a:cubicBezTo>
                    <a:pt x="141" y="72"/>
                    <a:pt x="139" y="72"/>
                    <a:pt x="137" y="73"/>
                  </a:cubicBezTo>
                  <a:cubicBezTo>
                    <a:pt x="136" y="74"/>
                    <a:pt x="136" y="75"/>
                    <a:pt x="136" y="76"/>
                  </a:cubicBezTo>
                  <a:cubicBezTo>
                    <a:pt x="136" y="77"/>
                    <a:pt x="136" y="78"/>
                    <a:pt x="135" y="79"/>
                  </a:cubicBezTo>
                  <a:cubicBezTo>
                    <a:pt x="133" y="81"/>
                    <a:pt x="132" y="82"/>
                    <a:pt x="130" y="82"/>
                  </a:cubicBezTo>
                  <a:cubicBezTo>
                    <a:pt x="128" y="82"/>
                    <a:pt x="126" y="82"/>
                    <a:pt x="124" y="81"/>
                  </a:cubicBezTo>
                  <a:cubicBezTo>
                    <a:pt x="121" y="81"/>
                    <a:pt x="120" y="81"/>
                    <a:pt x="118" y="81"/>
                  </a:cubicBezTo>
                  <a:cubicBezTo>
                    <a:pt x="117" y="81"/>
                    <a:pt x="116" y="81"/>
                    <a:pt x="114" y="81"/>
                  </a:cubicBezTo>
                  <a:cubicBezTo>
                    <a:pt x="113" y="81"/>
                    <a:pt x="112" y="82"/>
                    <a:pt x="111" y="82"/>
                  </a:cubicBezTo>
                  <a:cubicBezTo>
                    <a:pt x="107" y="83"/>
                    <a:pt x="104" y="84"/>
                    <a:pt x="100" y="83"/>
                  </a:cubicBezTo>
                  <a:cubicBezTo>
                    <a:pt x="98" y="82"/>
                    <a:pt x="94" y="79"/>
                    <a:pt x="90" y="75"/>
                  </a:cubicBezTo>
                  <a:cubicBezTo>
                    <a:pt x="86" y="71"/>
                    <a:pt x="82" y="66"/>
                    <a:pt x="82" y="64"/>
                  </a:cubicBezTo>
                  <a:cubicBezTo>
                    <a:pt x="82" y="63"/>
                    <a:pt x="83" y="62"/>
                    <a:pt x="83" y="61"/>
                  </a:cubicBezTo>
                  <a:cubicBezTo>
                    <a:pt x="83" y="61"/>
                    <a:pt x="82" y="61"/>
                    <a:pt x="82" y="61"/>
                  </a:cubicBezTo>
                  <a:cubicBezTo>
                    <a:pt x="80" y="61"/>
                    <a:pt x="80" y="62"/>
                    <a:pt x="79" y="63"/>
                  </a:cubicBezTo>
                  <a:cubicBezTo>
                    <a:pt x="78" y="64"/>
                    <a:pt x="78" y="64"/>
                    <a:pt x="77" y="66"/>
                  </a:cubicBezTo>
                  <a:cubicBezTo>
                    <a:pt x="77" y="67"/>
                    <a:pt x="75" y="67"/>
                    <a:pt x="74" y="68"/>
                  </a:cubicBezTo>
                  <a:cubicBezTo>
                    <a:pt x="73" y="69"/>
                    <a:pt x="74" y="70"/>
                    <a:pt x="74" y="71"/>
                  </a:cubicBezTo>
                  <a:cubicBezTo>
                    <a:pt x="75" y="71"/>
                    <a:pt x="76" y="71"/>
                    <a:pt x="77" y="72"/>
                  </a:cubicBezTo>
                  <a:cubicBezTo>
                    <a:pt x="77" y="72"/>
                    <a:pt x="77" y="73"/>
                    <a:pt x="76" y="74"/>
                  </a:cubicBezTo>
                  <a:cubicBezTo>
                    <a:pt x="76" y="75"/>
                    <a:pt x="75" y="75"/>
                    <a:pt x="74" y="76"/>
                  </a:cubicBezTo>
                  <a:cubicBezTo>
                    <a:pt x="72" y="76"/>
                    <a:pt x="73" y="76"/>
                    <a:pt x="71" y="77"/>
                  </a:cubicBezTo>
                  <a:cubicBezTo>
                    <a:pt x="70" y="77"/>
                    <a:pt x="71" y="77"/>
                    <a:pt x="71" y="78"/>
                  </a:cubicBezTo>
                  <a:cubicBezTo>
                    <a:pt x="71" y="79"/>
                    <a:pt x="71" y="80"/>
                    <a:pt x="71" y="82"/>
                  </a:cubicBezTo>
                  <a:cubicBezTo>
                    <a:pt x="71" y="83"/>
                    <a:pt x="70" y="82"/>
                    <a:pt x="69" y="84"/>
                  </a:cubicBezTo>
                  <a:cubicBezTo>
                    <a:pt x="68" y="85"/>
                    <a:pt x="69" y="85"/>
                    <a:pt x="69" y="87"/>
                  </a:cubicBezTo>
                  <a:cubicBezTo>
                    <a:pt x="69" y="89"/>
                    <a:pt x="70" y="88"/>
                    <a:pt x="71" y="90"/>
                  </a:cubicBezTo>
                  <a:cubicBezTo>
                    <a:pt x="72" y="92"/>
                    <a:pt x="71" y="92"/>
                    <a:pt x="71" y="93"/>
                  </a:cubicBezTo>
                  <a:cubicBezTo>
                    <a:pt x="71" y="94"/>
                    <a:pt x="72" y="95"/>
                    <a:pt x="73" y="96"/>
                  </a:cubicBezTo>
                  <a:cubicBezTo>
                    <a:pt x="75" y="97"/>
                    <a:pt x="76" y="98"/>
                    <a:pt x="76" y="99"/>
                  </a:cubicBezTo>
                  <a:cubicBezTo>
                    <a:pt x="77" y="101"/>
                    <a:pt x="76" y="101"/>
                    <a:pt x="76" y="102"/>
                  </a:cubicBezTo>
                  <a:cubicBezTo>
                    <a:pt x="76" y="104"/>
                    <a:pt x="76" y="105"/>
                    <a:pt x="75" y="107"/>
                  </a:cubicBezTo>
                  <a:cubicBezTo>
                    <a:pt x="74" y="108"/>
                    <a:pt x="74" y="107"/>
                    <a:pt x="73" y="108"/>
                  </a:cubicBezTo>
                  <a:cubicBezTo>
                    <a:pt x="72" y="108"/>
                    <a:pt x="73" y="108"/>
                    <a:pt x="73" y="110"/>
                  </a:cubicBezTo>
                  <a:cubicBezTo>
                    <a:pt x="74" y="112"/>
                    <a:pt x="74" y="111"/>
                    <a:pt x="76" y="113"/>
                  </a:cubicBezTo>
                  <a:cubicBezTo>
                    <a:pt x="78" y="115"/>
                    <a:pt x="77" y="115"/>
                    <a:pt x="78" y="117"/>
                  </a:cubicBezTo>
                  <a:cubicBezTo>
                    <a:pt x="78" y="119"/>
                    <a:pt x="79" y="118"/>
                    <a:pt x="80" y="118"/>
                  </a:cubicBezTo>
                  <a:cubicBezTo>
                    <a:pt x="81" y="119"/>
                    <a:pt x="82" y="120"/>
                    <a:pt x="84" y="120"/>
                  </a:cubicBezTo>
                  <a:cubicBezTo>
                    <a:pt x="86" y="120"/>
                    <a:pt x="85" y="119"/>
                    <a:pt x="87" y="119"/>
                  </a:cubicBezTo>
                  <a:cubicBezTo>
                    <a:pt x="88" y="118"/>
                    <a:pt x="88" y="120"/>
                    <a:pt x="89" y="121"/>
                  </a:cubicBezTo>
                  <a:cubicBezTo>
                    <a:pt x="89" y="122"/>
                    <a:pt x="89" y="122"/>
                    <a:pt x="91" y="125"/>
                  </a:cubicBezTo>
                  <a:cubicBezTo>
                    <a:pt x="93" y="127"/>
                    <a:pt x="92" y="126"/>
                    <a:pt x="93" y="128"/>
                  </a:cubicBezTo>
                  <a:cubicBezTo>
                    <a:pt x="93" y="130"/>
                    <a:pt x="93" y="133"/>
                    <a:pt x="91" y="134"/>
                  </a:cubicBezTo>
                  <a:cubicBezTo>
                    <a:pt x="90" y="136"/>
                    <a:pt x="91" y="136"/>
                    <a:pt x="91" y="139"/>
                  </a:cubicBezTo>
                  <a:cubicBezTo>
                    <a:pt x="92" y="142"/>
                    <a:pt x="93" y="141"/>
                    <a:pt x="94" y="142"/>
                  </a:cubicBezTo>
                  <a:cubicBezTo>
                    <a:pt x="96" y="143"/>
                    <a:pt x="96" y="145"/>
                    <a:pt x="97" y="147"/>
                  </a:cubicBezTo>
                  <a:cubicBezTo>
                    <a:pt x="98" y="150"/>
                    <a:pt x="97" y="150"/>
                    <a:pt x="96" y="152"/>
                  </a:cubicBezTo>
                  <a:cubicBezTo>
                    <a:pt x="95" y="155"/>
                    <a:pt x="95" y="154"/>
                    <a:pt x="96" y="156"/>
                  </a:cubicBezTo>
                  <a:cubicBezTo>
                    <a:pt x="97" y="157"/>
                    <a:pt x="97" y="158"/>
                    <a:pt x="97" y="160"/>
                  </a:cubicBezTo>
                  <a:cubicBezTo>
                    <a:pt x="98" y="162"/>
                    <a:pt x="99" y="162"/>
                    <a:pt x="100" y="163"/>
                  </a:cubicBezTo>
                  <a:cubicBezTo>
                    <a:pt x="102" y="164"/>
                    <a:pt x="105" y="163"/>
                    <a:pt x="106" y="162"/>
                  </a:cubicBezTo>
                  <a:cubicBezTo>
                    <a:pt x="107" y="161"/>
                    <a:pt x="110" y="160"/>
                    <a:pt x="111" y="160"/>
                  </a:cubicBezTo>
                  <a:cubicBezTo>
                    <a:pt x="112" y="161"/>
                    <a:pt x="111" y="161"/>
                    <a:pt x="110" y="163"/>
                  </a:cubicBezTo>
                  <a:cubicBezTo>
                    <a:pt x="110" y="164"/>
                    <a:pt x="111" y="164"/>
                    <a:pt x="113" y="163"/>
                  </a:cubicBezTo>
                  <a:cubicBezTo>
                    <a:pt x="115" y="163"/>
                    <a:pt x="116" y="162"/>
                    <a:pt x="118" y="161"/>
                  </a:cubicBezTo>
                  <a:cubicBezTo>
                    <a:pt x="121" y="160"/>
                    <a:pt x="119" y="161"/>
                    <a:pt x="122" y="161"/>
                  </a:cubicBezTo>
                  <a:cubicBezTo>
                    <a:pt x="125" y="162"/>
                    <a:pt x="125" y="161"/>
                    <a:pt x="126" y="159"/>
                  </a:cubicBezTo>
                  <a:cubicBezTo>
                    <a:pt x="127" y="157"/>
                    <a:pt x="127" y="157"/>
                    <a:pt x="129" y="159"/>
                  </a:cubicBezTo>
                  <a:cubicBezTo>
                    <a:pt x="130" y="161"/>
                    <a:pt x="129" y="162"/>
                    <a:pt x="130" y="164"/>
                  </a:cubicBezTo>
                  <a:cubicBezTo>
                    <a:pt x="130" y="166"/>
                    <a:pt x="129" y="166"/>
                    <a:pt x="130" y="170"/>
                  </a:cubicBezTo>
                  <a:cubicBezTo>
                    <a:pt x="131" y="173"/>
                    <a:pt x="130" y="172"/>
                    <a:pt x="132" y="173"/>
                  </a:cubicBezTo>
                  <a:cubicBezTo>
                    <a:pt x="134" y="173"/>
                    <a:pt x="136" y="171"/>
                    <a:pt x="137" y="169"/>
                  </a:cubicBezTo>
                  <a:cubicBezTo>
                    <a:pt x="139" y="168"/>
                    <a:pt x="139" y="169"/>
                    <a:pt x="141" y="168"/>
                  </a:cubicBezTo>
                  <a:cubicBezTo>
                    <a:pt x="143" y="167"/>
                    <a:pt x="144" y="168"/>
                    <a:pt x="148" y="168"/>
                  </a:cubicBezTo>
                  <a:cubicBezTo>
                    <a:pt x="152" y="168"/>
                    <a:pt x="151" y="167"/>
                    <a:pt x="152" y="165"/>
                  </a:cubicBezTo>
                  <a:cubicBezTo>
                    <a:pt x="153" y="163"/>
                    <a:pt x="153" y="162"/>
                    <a:pt x="155" y="162"/>
                  </a:cubicBezTo>
                  <a:cubicBezTo>
                    <a:pt x="157" y="161"/>
                    <a:pt x="158" y="163"/>
                    <a:pt x="159" y="165"/>
                  </a:cubicBezTo>
                  <a:cubicBezTo>
                    <a:pt x="160" y="166"/>
                    <a:pt x="160" y="166"/>
                    <a:pt x="164" y="166"/>
                  </a:cubicBezTo>
                  <a:cubicBezTo>
                    <a:pt x="167" y="166"/>
                    <a:pt x="167" y="166"/>
                    <a:pt x="167" y="168"/>
                  </a:cubicBezTo>
                  <a:cubicBezTo>
                    <a:pt x="168" y="170"/>
                    <a:pt x="169" y="170"/>
                    <a:pt x="170" y="171"/>
                  </a:cubicBezTo>
                  <a:cubicBezTo>
                    <a:pt x="172" y="171"/>
                    <a:pt x="173" y="170"/>
                    <a:pt x="174" y="169"/>
                  </a:cubicBezTo>
                  <a:cubicBezTo>
                    <a:pt x="176" y="167"/>
                    <a:pt x="177" y="167"/>
                    <a:pt x="177" y="168"/>
                  </a:cubicBezTo>
                  <a:cubicBezTo>
                    <a:pt x="178" y="168"/>
                    <a:pt x="180" y="170"/>
                    <a:pt x="181" y="169"/>
                  </a:cubicBezTo>
                  <a:cubicBezTo>
                    <a:pt x="182" y="168"/>
                    <a:pt x="183" y="169"/>
                    <a:pt x="185" y="170"/>
                  </a:cubicBezTo>
                  <a:cubicBezTo>
                    <a:pt x="186" y="172"/>
                    <a:pt x="186" y="172"/>
                    <a:pt x="185" y="177"/>
                  </a:cubicBezTo>
                  <a:cubicBezTo>
                    <a:pt x="185" y="181"/>
                    <a:pt x="187" y="181"/>
                    <a:pt x="188" y="184"/>
                  </a:cubicBezTo>
                  <a:cubicBezTo>
                    <a:pt x="189" y="187"/>
                    <a:pt x="188" y="187"/>
                    <a:pt x="191" y="185"/>
                  </a:cubicBezTo>
                  <a:cubicBezTo>
                    <a:pt x="193" y="184"/>
                    <a:pt x="196" y="183"/>
                    <a:pt x="199" y="182"/>
                  </a:cubicBezTo>
                  <a:cubicBezTo>
                    <a:pt x="202" y="181"/>
                    <a:pt x="205" y="181"/>
                    <a:pt x="206" y="179"/>
                  </a:cubicBezTo>
                  <a:cubicBezTo>
                    <a:pt x="207" y="178"/>
                    <a:pt x="209" y="177"/>
                    <a:pt x="211" y="176"/>
                  </a:cubicBezTo>
                  <a:cubicBezTo>
                    <a:pt x="213" y="175"/>
                    <a:pt x="214" y="175"/>
                    <a:pt x="215" y="174"/>
                  </a:cubicBezTo>
                  <a:cubicBezTo>
                    <a:pt x="215" y="173"/>
                    <a:pt x="215" y="173"/>
                    <a:pt x="215" y="170"/>
                  </a:cubicBezTo>
                  <a:cubicBezTo>
                    <a:pt x="215" y="168"/>
                    <a:pt x="217" y="168"/>
                    <a:pt x="219" y="166"/>
                  </a:cubicBezTo>
                  <a:cubicBezTo>
                    <a:pt x="221" y="165"/>
                    <a:pt x="221" y="165"/>
                    <a:pt x="220" y="164"/>
                  </a:cubicBezTo>
                  <a:cubicBezTo>
                    <a:pt x="219" y="163"/>
                    <a:pt x="218" y="162"/>
                    <a:pt x="217" y="160"/>
                  </a:cubicBezTo>
                  <a:cubicBezTo>
                    <a:pt x="217" y="158"/>
                    <a:pt x="217" y="158"/>
                    <a:pt x="219" y="158"/>
                  </a:cubicBezTo>
                  <a:cubicBezTo>
                    <a:pt x="221" y="158"/>
                    <a:pt x="221" y="160"/>
                    <a:pt x="222" y="159"/>
                  </a:cubicBezTo>
                  <a:cubicBezTo>
                    <a:pt x="223" y="159"/>
                    <a:pt x="223" y="158"/>
                    <a:pt x="223" y="157"/>
                  </a:cubicBezTo>
                  <a:cubicBezTo>
                    <a:pt x="223" y="155"/>
                    <a:pt x="222" y="155"/>
                    <a:pt x="221" y="154"/>
                  </a:cubicBezTo>
                  <a:cubicBezTo>
                    <a:pt x="220" y="153"/>
                    <a:pt x="221" y="152"/>
                    <a:pt x="222" y="151"/>
                  </a:cubicBezTo>
                  <a:cubicBezTo>
                    <a:pt x="223" y="150"/>
                    <a:pt x="225" y="150"/>
                    <a:pt x="227" y="149"/>
                  </a:cubicBezTo>
                  <a:cubicBezTo>
                    <a:pt x="228" y="148"/>
                    <a:pt x="227" y="148"/>
                    <a:pt x="227" y="147"/>
                  </a:cubicBezTo>
                  <a:cubicBezTo>
                    <a:pt x="226" y="146"/>
                    <a:pt x="225" y="146"/>
                    <a:pt x="224" y="146"/>
                  </a:cubicBezTo>
                  <a:cubicBezTo>
                    <a:pt x="223" y="147"/>
                    <a:pt x="222" y="146"/>
                    <a:pt x="221" y="145"/>
                  </a:cubicBezTo>
                  <a:cubicBezTo>
                    <a:pt x="220" y="144"/>
                    <a:pt x="221" y="144"/>
                    <a:pt x="222" y="143"/>
                  </a:cubicBezTo>
                  <a:cubicBezTo>
                    <a:pt x="223" y="142"/>
                    <a:pt x="223" y="142"/>
                    <a:pt x="223" y="141"/>
                  </a:cubicBezTo>
                  <a:cubicBezTo>
                    <a:pt x="224" y="140"/>
                    <a:pt x="224" y="139"/>
                    <a:pt x="224" y="138"/>
                  </a:cubicBezTo>
                  <a:cubicBezTo>
                    <a:pt x="223" y="137"/>
                    <a:pt x="222" y="138"/>
                    <a:pt x="221" y="137"/>
                  </a:cubicBezTo>
                  <a:cubicBezTo>
                    <a:pt x="220" y="136"/>
                    <a:pt x="221" y="136"/>
                    <a:pt x="223" y="134"/>
                  </a:cubicBezTo>
                  <a:cubicBezTo>
                    <a:pt x="225" y="133"/>
                    <a:pt x="226" y="132"/>
                    <a:pt x="228" y="131"/>
                  </a:cubicBezTo>
                  <a:cubicBezTo>
                    <a:pt x="230" y="129"/>
                    <a:pt x="231" y="129"/>
                    <a:pt x="231" y="128"/>
                  </a:cubicBezTo>
                  <a:cubicBezTo>
                    <a:pt x="231" y="126"/>
                    <a:pt x="230" y="124"/>
                    <a:pt x="232" y="124"/>
                  </a:cubicBezTo>
                  <a:close/>
                  <a:moveTo>
                    <a:pt x="2" y="39"/>
                  </a:moveTo>
                  <a:cubicBezTo>
                    <a:pt x="2" y="40"/>
                    <a:pt x="0" y="42"/>
                    <a:pt x="2" y="43"/>
                  </a:cubicBezTo>
                  <a:cubicBezTo>
                    <a:pt x="4" y="44"/>
                    <a:pt x="5" y="43"/>
                    <a:pt x="6" y="41"/>
                  </a:cubicBezTo>
                  <a:cubicBezTo>
                    <a:pt x="7" y="39"/>
                    <a:pt x="5" y="34"/>
                    <a:pt x="2" y="39"/>
                  </a:cubicBezTo>
                  <a:close/>
                  <a:moveTo>
                    <a:pt x="65" y="42"/>
                  </a:moveTo>
                  <a:cubicBezTo>
                    <a:pt x="67" y="43"/>
                    <a:pt x="69" y="44"/>
                    <a:pt x="70" y="43"/>
                  </a:cubicBezTo>
                  <a:cubicBezTo>
                    <a:pt x="71" y="41"/>
                    <a:pt x="69" y="37"/>
                    <a:pt x="66" y="39"/>
                  </a:cubicBezTo>
                  <a:cubicBezTo>
                    <a:pt x="65" y="41"/>
                    <a:pt x="63" y="42"/>
                    <a:pt x="65" y="42"/>
                  </a:cubicBezTo>
                  <a:close/>
                  <a:moveTo>
                    <a:pt x="52" y="4"/>
                  </a:moveTo>
                  <a:cubicBezTo>
                    <a:pt x="52" y="3"/>
                    <a:pt x="49" y="0"/>
                    <a:pt x="48" y="2"/>
                  </a:cubicBezTo>
                  <a:cubicBezTo>
                    <a:pt x="48" y="4"/>
                    <a:pt x="46" y="5"/>
                    <a:pt x="48" y="5"/>
                  </a:cubicBezTo>
                  <a:cubicBezTo>
                    <a:pt x="50" y="5"/>
                    <a:pt x="52" y="5"/>
                    <a:pt x="52" y="4"/>
                  </a:cubicBezTo>
                  <a:close/>
                  <a:moveTo>
                    <a:pt x="58" y="23"/>
                  </a:moveTo>
                  <a:cubicBezTo>
                    <a:pt x="57" y="20"/>
                    <a:pt x="57" y="19"/>
                    <a:pt x="56" y="17"/>
                  </a:cubicBezTo>
                  <a:cubicBezTo>
                    <a:pt x="56" y="15"/>
                    <a:pt x="53" y="13"/>
                    <a:pt x="52" y="15"/>
                  </a:cubicBezTo>
                  <a:cubicBezTo>
                    <a:pt x="51" y="18"/>
                    <a:pt x="51" y="20"/>
                    <a:pt x="52" y="21"/>
                  </a:cubicBezTo>
                  <a:cubicBezTo>
                    <a:pt x="54" y="21"/>
                    <a:pt x="54" y="24"/>
                    <a:pt x="56" y="24"/>
                  </a:cubicBezTo>
                  <a:cubicBezTo>
                    <a:pt x="57" y="24"/>
                    <a:pt x="60" y="26"/>
                    <a:pt x="58" y="23"/>
                  </a:cubicBezTo>
                  <a:close/>
                  <a:moveTo>
                    <a:pt x="217" y="185"/>
                  </a:moveTo>
                  <a:cubicBezTo>
                    <a:pt x="219" y="185"/>
                    <a:pt x="219" y="185"/>
                    <a:pt x="220" y="182"/>
                  </a:cubicBezTo>
                  <a:cubicBezTo>
                    <a:pt x="221" y="179"/>
                    <a:pt x="223" y="180"/>
                    <a:pt x="223" y="177"/>
                  </a:cubicBezTo>
                  <a:cubicBezTo>
                    <a:pt x="223" y="175"/>
                    <a:pt x="223" y="174"/>
                    <a:pt x="222" y="174"/>
                  </a:cubicBezTo>
                  <a:cubicBezTo>
                    <a:pt x="222" y="173"/>
                    <a:pt x="220" y="172"/>
                    <a:pt x="219" y="173"/>
                  </a:cubicBezTo>
                  <a:cubicBezTo>
                    <a:pt x="218" y="174"/>
                    <a:pt x="217" y="174"/>
                    <a:pt x="217" y="176"/>
                  </a:cubicBezTo>
                  <a:cubicBezTo>
                    <a:pt x="217" y="179"/>
                    <a:pt x="218" y="178"/>
                    <a:pt x="218" y="181"/>
                  </a:cubicBezTo>
                  <a:cubicBezTo>
                    <a:pt x="217" y="184"/>
                    <a:pt x="216" y="185"/>
                    <a:pt x="217" y="18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6" name="Freeform 262">
              <a:extLst>
                <a:ext uri="{FF2B5EF4-FFF2-40B4-BE49-F238E27FC236}">
                  <a16:creationId xmlns:a16="http://schemas.microsoft.com/office/drawing/2014/main" id="{DA1F9532-18E7-CD36-5EF8-697D79749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572" y="3201025"/>
              <a:ext cx="31029" cy="22566"/>
            </a:xfrm>
            <a:custGeom>
              <a:avLst/>
              <a:gdLst>
                <a:gd name="T0" fmla="*/ 26 w 28"/>
                <a:gd name="T1" fmla="*/ 9 h 21"/>
                <a:gd name="T2" fmla="*/ 27 w 28"/>
                <a:gd name="T3" fmla="*/ 7 h 21"/>
                <a:gd name="T4" fmla="*/ 27 w 28"/>
                <a:gd name="T5" fmla="*/ 4 h 21"/>
                <a:gd name="T6" fmla="*/ 25 w 28"/>
                <a:gd name="T7" fmla="*/ 1 h 21"/>
                <a:gd name="T8" fmla="*/ 22 w 28"/>
                <a:gd name="T9" fmla="*/ 0 h 21"/>
                <a:gd name="T10" fmla="*/ 18 w 28"/>
                <a:gd name="T11" fmla="*/ 0 h 21"/>
                <a:gd name="T12" fmla="*/ 12 w 28"/>
                <a:gd name="T13" fmla="*/ 1 h 21"/>
                <a:gd name="T14" fmla="*/ 7 w 28"/>
                <a:gd name="T15" fmla="*/ 5 h 21"/>
                <a:gd name="T16" fmla="*/ 5 w 28"/>
                <a:gd name="T17" fmla="*/ 11 h 21"/>
                <a:gd name="T18" fmla="*/ 3 w 28"/>
                <a:gd name="T19" fmla="*/ 16 h 21"/>
                <a:gd name="T20" fmla="*/ 1 w 28"/>
                <a:gd name="T21" fmla="*/ 20 h 21"/>
                <a:gd name="T22" fmla="*/ 3 w 28"/>
                <a:gd name="T23" fmla="*/ 21 h 21"/>
                <a:gd name="T24" fmla="*/ 9 w 28"/>
                <a:gd name="T25" fmla="*/ 20 h 21"/>
                <a:gd name="T26" fmla="*/ 15 w 28"/>
                <a:gd name="T27" fmla="*/ 20 h 21"/>
                <a:gd name="T28" fmla="*/ 19 w 28"/>
                <a:gd name="T29" fmla="*/ 17 h 21"/>
                <a:gd name="T30" fmla="*/ 22 w 28"/>
                <a:gd name="T31" fmla="*/ 15 h 21"/>
                <a:gd name="T32" fmla="*/ 25 w 28"/>
                <a:gd name="T33" fmla="*/ 12 h 21"/>
                <a:gd name="T34" fmla="*/ 26 w 28"/>
                <a:gd name="T35" fmla="*/ 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21">
                  <a:moveTo>
                    <a:pt x="26" y="9"/>
                  </a:moveTo>
                  <a:cubicBezTo>
                    <a:pt x="26" y="8"/>
                    <a:pt x="26" y="8"/>
                    <a:pt x="27" y="7"/>
                  </a:cubicBezTo>
                  <a:cubicBezTo>
                    <a:pt x="28" y="5"/>
                    <a:pt x="28" y="5"/>
                    <a:pt x="27" y="4"/>
                  </a:cubicBezTo>
                  <a:cubicBezTo>
                    <a:pt x="27" y="3"/>
                    <a:pt x="26" y="2"/>
                    <a:pt x="25" y="1"/>
                  </a:cubicBezTo>
                  <a:cubicBezTo>
                    <a:pt x="24" y="1"/>
                    <a:pt x="24" y="1"/>
                    <a:pt x="22" y="0"/>
                  </a:cubicBezTo>
                  <a:cubicBezTo>
                    <a:pt x="20" y="0"/>
                    <a:pt x="19" y="0"/>
                    <a:pt x="18" y="0"/>
                  </a:cubicBezTo>
                  <a:cubicBezTo>
                    <a:pt x="16" y="0"/>
                    <a:pt x="14" y="0"/>
                    <a:pt x="12" y="1"/>
                  </a:cubicBezTo>
                  <a:cubicBezTo>
                    <a:pt x="10" y="2"/>
                    <a:pt x="9" y="3"/>
                    <a:pt x="7" y="5"/>
                  </a:cubicBezTo>
                  <a:cubicBezTo>
                    <a:pt x="5" y="7"/>
                    <a:pt x="6" y="8"/>
                    <a:pt x="5" y="11"/>
                  </a:cubicBezTo>
                  <a:cubicBezTo>
                    <a:pt x="5" y="13"/>
                    <a:pt x="4" y="14"/>
                    <a:pt x="3" y="16"/>
                  </a:cubicBezTo>
                  <a:cubicBezTo>
                    <a:pt x="2" y="18"/>
                    <a:pt x="1" y="19"/>
                    <a:pt x="1" y="20"/>
                  </a:cubicBezTo>
                  <a:cubicBezTo>
                    <a:pt x="0" y="21"/>
                    <a:pt x="1" y="21"/>
                    <a:pt x="3" y="21"/>
                  </a:cubicBezTo>
                  <a:cubicBezTo>
                    <a:pt x="5" y="20"/>
                    <a:pt x="6" y="21"/>
                    <a:pt x="9" y="20"/>
                  </a:cubicBezTo>
                  <a:cubicBezTo>
                    <a:pt x="11" y="20"/>
                    <a:pt x="14" y="20"/>
                    <a:pt x="15" y="20"/>
                  </a:cubicBezTo>
                  <a:cubicBezTo>
                    <a:pt x="16" y="19"/>
                    <a:pt x="18" y="19"/>
                    <a:pt x="19" y="17"/>
                  </a:cubicBezTo>
                  <a:cubicBezTo>
                    <a:pt x="20" y="15"/>
                    <a:pt x="22" y="16"/>
                    <a:pt x="22" y="15"/>
                  </a:cubicBezTo>
                  <a:cubicBezTo>
                    <a:pt x="22" y="14"/>
                    <a:pt x="23" y="14"/>
                    <a:pt x="25" y="12"/>
                  </a:cubicBezTo>
                  <a:cubicBezTo>
                    <a:pt x="26" y="11"/>
                    <a:pt x="26" y="11"/>
                    <a:pt x="26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7" name="Freeform 263">
              <a:extLst>
                <a:ext uri="{FF2B5EF4-FFF2-40B4-BE49-F238E27FC236}">
                  <a16:creationId xmlns:a16="http://schemas.microsoft.com/office/drawing/2014/main" id="{1E6A9260-2BBB-E9A6-D04E-731A17F84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2138" y="3219360"/>
              <a:ext cx="7052" cy="4231"/>
            </a:xfrm>
            <a:custGeom>
              <a:avLst/>
              <a:gdLst>
                <a:gd name="T0" fmla="*/ 2 w 6"/>
                <a:gd name="T1" fmla="*/ 1 h 4"/>
                <a:gd name="T2" fmla="*/ 1 w 6"/>
                <a:gd name="T3" fmla="*/ 2 h 4"/>
                <a:gd name="T4" fmla="*/ 3 w 6"/>
                <a:gd name="T5" fmla="*/ 3 h 4"/>
                <a:gd name="T6" fmla="*/ 5 w 6"/>
                <a:gd name="T7" fmla="*/ 1 h 4"/>
                <a:gd name="T8" fmla="*/ 2 w 6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2" y="1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2" y="3"/>
                    <a:pt x="2" y="4"/>
                    <a:pt x="3" y="3"/>
                  </a:cubicBezTo>
                  <a:cubicBezTo>
                    <a:pt x="5" y="3"/>
                    <a:pt x="6" y="2"/>
                    <a:pt x="5" y="1"/>
                  </a:cubicBezTo>
                  <a:cubicBezTo>
                    <a:pt x="5" y="1"/>
                    <a:pt x="4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8" name="Freeform 264">
              <a:extLst>
                <a:ext uri="{FF2B5EF4-FFF2-40B4-BE49-F238E27FC236}">
                  <a16:creationId xmlns:a16="http://schemas.microsoft.com/office/drawing/2014/main" id="{E952BD9D-FE45-0EF1-0EDA-7579E3AA1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6741" y="3158714"/>
              <a:ext cx="4231" cy="8462"/>
            </a:xfrm>
            <a:custGeom>
              <a:avLst/>
              <a:gdLst>
                <a:gd name="T0" fmla="*/ 0 w 3"/>
                <a:gd name="T1" fmla="*/ 3 h 9"/>
                <a:gd name="T2" fmla="*/ 1 w 3"/>
                <a:gd name="T3" fmla="*/ 6 h 9"/>
                <a:gd name="T4" fmla="*/ 2 w 3"/>
                <a:gd name="T5" fmla="*/ 8 h 9"/>
                <a:gd name="T6" fmla="*/ 2 w 3"/>
                <a:gd name="T7" fmla="*/ 4 h 9"/>
                <a:gd name="T8" fmla="*/ 0 w 3"/>
                <a:gd name="T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9">
                  <a:moveTo>
                    <a:pt x="0" y="3"/>
                  </a:moveTo>
                  <a:cubicBezTo>
                    <a:pt x="0" y="4"/>
                    <a:pt x="0" y="4"/>
                    <a:pt x="1" y="6"/>
                  </a:cubicBezTo>
                  <a:cubicBezTo>
                    <a:pt x="1" y="7"/>
                    <a:pt x="1" y="9"/>
                    <a:pt x="2" y="8"/>
                  </a:cubicBezTo>
                  <a:cubicBezTo>
                    <a:pt x="3" y="8"/>
                    <a:pt x="2" y="5"/>
                    <a:pt x="2" y="4"/>
                  </a:cubicBezTo>
                  <a:cubicBezTo>
                    <a:pt x="2" y="3"/>
                    <a:pt x="0" y="0"/>
                    <a:pt x="0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29" name="Freeform 265">
              <a:extLst>
                <a:ext uri="{FF2B5EF4-FFF2-40B4-BE49-F238E27FC236}">
                  <a16:creationId xmlns:a16="http://schemas.microsoft.com/office/drawing/2014/main" id="{23833C52-5B2B-078F-0233-19C8EFB292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8268" y="2981005"/>
              <a:ext cx="307464" cy="258101"/>
            </a:xfrm>
            <a:custGeom>
              <a:avLst/>
              <a:gdLst>
                <a:gd name="T0" fmla="*/ 279 w 280"/>
                <a:gd name="T1" fmla="*/ 241 h 241"/>
                <a:gd name="T2" fmla="*/ 280 w 280"/>
                <a:gd name="T3" fmla="*/ 169 h 241"/>
                <a:gd name="T4" fmla="*/ 248 w 280"/>
                <a:gd name="T5" fmla="*/ 98 h 241"/>
                <a:gd name="T6" fmla="*/ 206 w 280"/>
                <a:gd name="T7" fmla="*/ 88 h 241"/>
                <a:gd name="T8" fmla="*/ 186 w 280"/>
                <a:gd name="T9" fmla="*/ 99 h 241"/>
                <a:gd name="T10" fmla="*/ 159 w 280"/>
                <a:gd name="T11" fmla="*/ 120 h 241"/>
                <a:gd name="T12" fmla="*/ 147 w 280"/>
                <a:gd name="T13" fmla="*/ 110 h 241"/>
                <a:gd name="T14" fmla="*/ 140 w 280"/>
                <a:gd name="T15" fmla="*/ 89 h 241"/>
                <a:gd name="T16" fmla="*/ 138 w 280"/>
                <a:gd name="T17" fmla="*/ 69 h 241"/>
                <a:gd name="T18" fmla="*/ 109 w 280"/>
                <a:gd name="T19" fmla="*/ 60 h 241"/>
                <a:gd name="T20" fmla="*/ 85 w 280"/>
                <a:gd name="T21" fmla="*/ 68 h 241"/>
                <a:gd name="T22" fmla="*/ 77 w 280"/>
                <a:gd name="T23" fmla="*/ 81 h 241"/>
                <a:gd name="T24" fmla="*/ 95 w 280"/>
                <a:gd name="T25" fmla="*/ 92 h 241"/>
                <a:gd name="T26" fmla="*/ 120 w 280"/>
                <a:gd name="T27" fmla="*/ 98 h 241"/>
                <a:gd name="T28" fmla="*/ 134 w 280"/>
                <a:gd name="T29" fmla="*/ 105 h 241"/>
                <a:gd name="T30" fmla="*/ 120 w 280"/>
                <a:gd name="T31" fmla="*/ 103 h 241"/>
                <a:gd name="T32" fmla="*/ 98 w 280"/>
                <a:gd name="T33" fmla="*/ 110 h 241"/>
                <a:gd name="T34" fmla="*/ 112 w 280"/>
                <a:gd name="T35" fmla="*/ 131 h 241"/>
                <a:gd name="T36" fmla="*/ 128 w 280"/>
                <a:gd name="T37" fmla="*/ 121 h 241"/>
                <a:gd name="T38" fmla="*/ 131 w 280"/>
                <a:gd name="T39" fmla="*/ 121 h 241"/>
                <a:gd name="T40" fmla="*/ 143 w 280"/>
                <a:gd name="T41" fmla="*/ 131 h 241"/>
                <a:gd name="T42" fmla="*/ 152 w 280"/>
                <a:gd name="T43" fmla="*/ 136 h 241"/>
                <a:gd name="T44" fmla="*/ 209 w 280"/>
                <a:gd name="T45" fmla="*/ 157 h 241"/>
                <a:gd name="T46" fmla="*/ 228 w 280"/>
                <a:gd name="T47" fmla="*/ 172 h 241"/>
                <a:gd name="T48" fmla="*/ 239 w 280"/>
                <a:gd name="T49" fmla="*/ 192 h 241"/>
                <a:gd name="T50" fmla="*/ 237 w 280"/>
                <a:gd name="T51" fmla="*/ 198 h 241"/>
                <a:gd name="T52" fmla="*/ 236 w 280"/>
                <a:gd name="T53" fmla="*/ 203 h 241"/>
                <a:gd name="T54" fmla="*/ 238 w 280"/>
                <a:gd name="T55" fmla="*/ 220 h 241"/>
                <a:gd name="T56" fmla="*/ 246 w 280"/>
                <a:gd name="T57" fmla="*/ 219 h 241"/>
                <a:gd name="T58" fmla="*/ 263 w 280"/>
                <a:gd name="T59" fmla="*/ 216 h 241"/>
                <a:gd name="T60" fmla="*/ 10 w 280"/>
                <a:gd name="T61" fmla="*/ 8 h 241"/>
                <a:gd name="T62" fmla="*/ 11 w 280"/>
                <a:gd name="T63" fmla="*/ 25 h 241"/>
                <a:gd name="T64" fmla="*/ 5 w 280"/>
                <a:gd name="T65" fmla="*/ 18 h 241"/>
                <a:gd name="T66" fmla="*/ 6 w 280"/>
                <a:gd name="T67" fmla="*/ 31 h 241"/>
                <a:gd name="T68" fmla="*/ 22 w 280"/>
                <a:gd name="T69" fmla="*/ 6 h 241"/>
                <a:gd name="T70" fmla="*/ 12 w 280"/>
                <a:gd name="T71" fmla="*/ 57 h 241"/>
                <a:gd name="T72" fmla="*/ 18 w 280"/>
                <a:gd name="T73" fmla="*/ 44 h 241"/>
                <a:gd name="T74" fmla="*/ 17 w 280"/>
                <a:gd name="T75" fmla="*/ 37 h 241"/>
                <a:gd name="T76" fmla="*/ 27 w 280"/>
                <a:gd name="T77" fmla="*/ 21 h 241"/>
                <a:gd name="T78" fmla="*/ 15 w 280"/>
                <a:gd name="T79" fmla="*/ 30 h 241"/>
                <a:gd name="T80" fmla="*/ 4 w 280"/>
                <a:gd name="T81" fmla="*/ 37 h 241"/>
                <a:gd name="T82" fmla="*/ 6 w 280"/>
                <a:gd name="T83" fmla="*/ 48 h 241"/>
                <a:gd name="T84" fmla="*/ 18 w 280"/>
                <a:gd name="T85" fmla="*/ 68 h 241"/>
                <a:gd name="T86" fmla="*/ 158 w 280"/>
                <a:gd name="T87" fmla="*/ 83 h 241"/>
                <a:gd name="T88" fmla="*/ 155 w 280"/>
                <a:gd name="T89" fmla="*/ 76 h 241"/>
                <a:gd name="T90" fmla="*/ 172 w 280"/>
                <a:gd name="T91" fmla="*/ 86 h 241"/>
                <a:gd name="T92" fmla="*/ 190 w 280"/>
                <a:gd name="T93" fmla="*/ 90 h 241"/>
                <a:gd name="T94" fmla="*/ 182 w 280"/>
                <a:gd name="T95" fmla="*/ 74 h 241"/>
                <a:gd name="T96" fmla="*/ 172 w 280"/>
                <a:gd name="T97" fmla="*/ 69 h 241"/>
                <a:gd name="T98" fmla="*/ 184 w 280"/>
                <a:gd name="T99" fmla="*/ 75 h 241"/>
                <a:gd name="T100" fmla="*/ 42 w 280"/>
                <a:gd name="T101" fmla="*/ 55 h 241"/>
                <a:gd name="T102" fmla="*/ 59 w 280"/>
                <a:gd name="T103" fmla="*/ 93 h 241"/>
                <a:gd name="T104" fmla="*/ 52 w 280"/>
                <a:gd name="T105" fmla="*/ 90 h 241"/>
                <a:gd name="T106" fmla="*/ 51 w 280"/>
                <a:gd name="T107" fmla="*/ 77 h 241"/>
                <a:gd name="T108" fmla="*/ 68 w 280"/>
                <a:gd name="T109" fmla="*/ 74 h 241"/>
                <a:gd name="T110" fmla="*/ 68 w 280"/>
                <a:gd name="T111" fmla="*/ 57 h 241"/>
                <a:gd name="T112" fmla="*/ 68 w 280"/>
                <a:gd name="T113" fmla="*/ 57 h 241"/>
                <a:gd name="T114" fmla="*/ 70 w 280"/>
                <a:gd name="T115" fmla="*/ 55 h 241"/>
                <a:gd name="T116" fmla="*/ 62 w 280"/>
                <a:gd name="T117" fmla="*/ 7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80" h="241">
                  <a:moveTo>
                    <a:pt x="260" y="221"/>
                  </a:moveTo>
                  <a:cubicBezTo>
                    <a:pt x="260" y="223"/>
                    <a:pt x="262" y="224"/>
                    <a:pt x="263" y="225"/>
                  </a:cubicBezTo>
                  <a:cubicBezTo>
                    <a:pt x="264" y="227"/>
                    <a:pt x="268" y="230"/>
                    <a:pt x="271" y="232"/>
                  </a:cubicBezTo>
                  <a:cubicBezTo>
                    <a:pt x="274" y="234"/>
                    <a:pt x="275" y="235"/>
                    <a:pt x="277" y="238"/>
                  </a:cubicBezTo>
                  <a:cubicBezTo>
                    <a:pt x="278" y="240"/>
                    <a:pt x="278" y="240"/>
                    <a:pt x="279" y="241"/>
                  </a:cubicBezTo>
                  <a:cubicBezTo>
                    <a:pt x="279" y="226"/>
                    <a:pt x="280" y="200"/>
                    <a:pt x="279" y="198"/>
                  </a:cubicBezTo>
                  <a:cubicBezTo>
                    <a:pt x="279" y="197"/>
                    <a:pt x="279" y="197"/>
                    <a:pt x="279" y="196"/>
                  </a:cubicBezTo>
                  <a:cubicBezTo>
                    <a:pt x="278" y="194"/>
                    <a:pt x="277" y="193"/>
                    <a:pt x="277" y="190"/>
                  </a:cubicBezTo>
                  <a:cubicBezTo>
                    <a:pt x="276" y="187"/>
                    <a:pt x="277" y="183"/>
                    <a:pt x="278" y="179"/>
                  </a:cubicBezTo>
                  <a:cubicBezTo>
                    <a:pt x="279" y="176"/>
                    <a:pt x="280" y="172"/>
                    <a:pt x="280" y="169"/>
                  </a:cubicBezTo>
                  <a:cubicBezTo>
                    <a:pt x="280" y="164"/>
                    <a:pt x="280" y="122"/>
                    <a:pt x="280" y="105"/>
                  </a:cubicBezTo>
                  <a:cubicBezTo>
                    <a:pt x="279" y="106"/>
                    <a:pt x="278" y="106"/>
                    <a:pt x="276" y="105"/>
                  </a:cubicBezTo>
                  <a:cubicBezTo>
                    <a:pt x="272" y="104"/>
                    <a:pt x="272" y="103"/>
                    <a:pt x="269" y="102"/>
                  </a:cubicBezTo>
                  <a:cubicBezTo>
                    <a:pt x="265" y="100"/>
                    <a:pt x="262" y="100"/>
                    <a:pt x="255" y="100"/>
                  </a:cubicBezTo>
                  <a:cubicBezTo>
                    <a:pt x="247" y="100"/>
                    <a:pt x="252" y="99"/>
                    <a:pt x="248" y="98"/>
                  </a:cubicBezTo>
                  <a:cubicBezTo>
                    <a:pt x="244" y="96"/>
                    <a:pt x="245" y="97"/>
                    <a:pt x="241" y="94"/>
                  </a:cubicBezTo>
                  <a:cubicBezTo>
                    <a:pt x="236" y="91"/>
                    <a:pt x="236" y="93"/>
                    <a:pt x="228" y="89"/>
                  </a:cubicBezTo>
                  <a:cubicBezTo>
                    <a:pt x="221" y="85"/>
                    <a:pt x="225" y="87"/>
                    <a:pt x="223" y="84"/>
                  </a:cubicBezTo>
                  <a:cubicBezTo>
                    <a:pt x="220" y="82"/>
                    <a:pt x="218" y="83"/>
                    <a:pt x="214" y="84"/>
                  </a:cubicBezTo>
                  <a:cubicBezTo>
                    <a:pt x="210" y="85"/>
                    <a:pt x="213" y="88"/>
                    <a:pt x="206" y="88"/>
                  </a:cubicBezTo>
                  <a:cubicBezTo>
                    <a:pt x="200" y="88"/>
                    <a:pt x="203" y="89"/>
                    <a:pt x="203" y="90"/>
                  </a:cubicBezTo>
                  <a:cubicBezTo>
                    <a:pt x="203" y="92"/>
                    <a:pt x="203" y="93"/>
                    <a:pt x="204" y="94"/>
                  </a:cubicBezTo>
                  <a:cubicBezTo>
                    <a:pt x="204" y="96"/>
                    <a:pt x="202" y="96"/>
                    <a:pt x="199" y="96"/>
                  </a:cubicBezTo>
                  <a:cubicBezTo>
                    <a:pt x="196" y="96"/>
                    <a:pt x="197" y="98"/>
                    <a:pt x="193" y="98"/>
                  </a:cubicBezTo>
                  <a:cubicBezTo>
                    <a:pt x="190" y="99"/>
                    <a:pt x="188" y="98"/>
                    <a:pt x="186" y="99"/>
                  </a:cubicBezTo>
                  <a:cubicBezTo>
                    <a:pt x="184" y="100"/>
                    <a:pt x="178" y="105"/>
                    <a:pt x="177" y="108"/>
                  </a:cubicBezTo>
                  <a:cubicBezTo>
                    <a:pt x="175" y="111"/>
                    <a:pt x="176" y="111"/>
                    <a:pt x="174" y="113"/>
                  </a:cubicBezTo>
                  <a:cubicBezTo>
                    <a:pt x="172" y="115"/>
                    <a:pt x="170" y="116"/>
                    <a:pt x="169" y="119"/>
                  </a:cubicBezTo>
                  <a:cubicBezTo>
                    <a:pt x="168" y="122"/>
                    <a:pt x="165" y="120"/>
                    <a:pt x="164" y="121"/>
                  </a:cubicBezTo>
                  <a:cubicBezTo>
                    <a:pt x="162" y="121"/>
                    <a:pt x="161" y="121"/>
                    <a:pt x="159" y="120"/>
                  </a:cubicBezTo>
                  <a:cubicBezTo>
                    <a:pt x="157" y="120"/>
                    <a:pt x="157" y="120"/>
                    <a:pt x="156" y="118"/>
                  </a:cubicBezTo>
                  <a:cubicBezTo>
                    <a:pt x="155" y="116"/>
                    <a:pt x="155" y="115"/>
                    <a:pt x="154" y="113"/>
                  </a:cubicBezTo>
                  <a:cubicBezTo>
                    <a:pt x="152" y="112"/>
                    <a:pt x="152" y="113"/>
                    <a:pt x="151" y="110"/>
                  </a:cubicBezTo>
                  <a:cubicBezTo>
                    <a:pt x="150" y="108"/>
                    <a:pt x="150" y="107"/>
                    <a:pt x="148" y="104"/>
                  </a:cubicBezTo>
                  <a:cubicBezTo>
                    <a:pt x="146" y="102"/>
                    <a:pt x="147" y="106"/>
                    <a:pt x="147" y="110"/>
                  </a:cubicBezTo>
                  <a:cubicBezTo>
                    <a:pt x="147" y="114"/>
                    <a:pt x="145" y="110"/>
                    <a:pt x="144" y="108"/>
                  </a:cubicBezTo>
                  <a:cubicBezTo>
                    <a:pt x="143" y="107"/>
                    <a:pt x="143" y="104"/>
                    <a:pt x="143" y="102"/>
                  </a:cubicBezTo>
                  <a:cubicBezTo>
                    <a:pt x="143" y="99"/>
                    <a:pt x="143" y="99"/>
                    <a:pt x="143" y="96"/>
                  </a:cubicBezTo>
                  <a:cubicBezTo>
                    <a:pt x="142" y="94"/>
                    <a:pt x="141" y="95"/>
                    <a:pt x="141" y="93"/>
                  </a:cubicBezTo>
                  <a:cubicBezTo>
                    <a:pt x="140" y="92"/>
                    <a:pt x="141" y="91"/>
                    <a:pt x="140" y="89"/>
                  </a:cubicBezTo>
                  <a:cubicBezTo>
                    <a:pt x="138" y="86"/>
                    <a:pt x="139" y="88"/>
                    <a:pt x="139" y="85"/>
                  </a:cubicBezTo>
                  <a:cubicBezTo>
                    <a:pt x="139" y="82"/>
                    <a:pt x="140" y="84"/>
                    <a:pt x="141" y="81"/>
                  </a:cubicBezTo>
                  <a:cubicBezTo>
                    <a:pt x="142" y="78"/>
                    <a:pt x="141" y="79"/>
                    <a:pt x="140" y="76"/>
                  </a:cubicBezTo>
                  <a:cubicBezTo>
                    <a:pt x="138" y="73"/>
                    <a:pt x="138" y="75"/>
                    <a:pt x="137" y="73"/>
                  </a:cubicBezTo>
                  <a:cubicBezTo>
                    <a:pt x="135" y="70"/>
                    <a:pt x="138" y="72"/>
                    <a:pt x="138" y="69"/>
                  </a:cubicBezTo>
                  <a:cubicBezTo>
                    <a:pt x="138" y="67"/>
                    <a:pt x="135" y="69"/>
                    <a:pt x="133" y="69"/>
                  </a:cubicBezTo>
                  <a:cubicBezTo>
                    <a:pt x="131" y="68"/>
                    <a:pt x="129" y="69"/>
                    <a:pt x="124" y="68"/>
                  </a:cubicBezTo>
                  <a:cubicBezTo>
                    <a:pt x="120" y="67"/>
                    <a:pt x="121" y="68"/>
                    <a:pt x="116" y="63"/>
                  </a:cubicBezTo>
                  <a:cubicBezTo>
                    <a:pt x="116" y="63"/>
                    <a:pt x="115" y="62"/>
                    <a:pt x="112" y="61"/>
                  </a:cubicBezTo>
                  <a:cubicBezTo>
                    <a:pt x="110" y="61"/>
                    <a:pt x="110" y="61"/>
                    <a:pt x="109" y="60"/>
                  </a:cubicBezTo>
                  <a:cubicBezTo>
                    <a:pt x="108" y="59"/>
                    <a:pt x="107" y="59"/>
                    <a:pt x="105" y="59"/>
                  </a:cubicBezTo>
                  <a:cubicBezTo>
                    <a:pt x="103" y="59"/>
                    <a:pt x="103" y="60"/>
                    <a:pt x="100" y="61"/>
                  </a:cubicBezTo>
                  <a:cubicBezTo>
                    <a:pt x="97" y="62"/>
                    <a:pt x="97" y="63"/>
                    <a:pt x="95" y="64"/>
                  </a:cubicBezTo>
                  <a:cubicBezTo>
                    <a:pt x="93" y="66"/>
                    <a:pt x="92" y="66"/>
                    <a:pt x="90" y="66"/>
                  </a:cubicBezTo>
                  <a:cubicBezTo>
                    <a:pt x="88" y="67"/>
                    <a:pt x="87" y="68"/>
                    <a:pt x="85" y="68"/>
                  </a:cubicBezTo>
                  <a:cubicBezTo>
                    <a:pt x="82" y="68"/>
                    <a:pt x="81" y="68"/>
                    <a:pt x="80" y="69"/>
                  </a:cubicBezTo>
                  <a:cubicBezTo>
                    <a:pt x="78" y="70"/>
                    <a:pt x="80" y="71"/>
                    <a:pt x="79" y="73"/>
                  </a:cubicBezTo>
                  <a:cubicBezTo>
                    <a:pt x="79" y="75"/>
                    <a:pt x="79" y="76"/>
                    <a:pt x="77" y="77"/>
                  </a:cubicBezTo>
                  <a:cubicBezTo>
                    <a:pt x="76" y="78"/>
                    <a:pt x="75" y="78"/>
                    <a:pt x="74" y="79"/>
                  </a:cubicBezTo>
                  <a:cubicBezTo>
                    <a:pt x="73" y="81"/>
                    <a:pt x="75" y="80"/>
                    <a:pt x="77" y="81"/>
                  </a:cubicBezTo>
                  <a:cubicBezTo>
                    <a:pt x="79" y="81"/>
                    <a:pt x="80" y="81"/>
                    <a:pt x="82" y="82"/>
                  </a:cubicBezTo>
                  <a:cubicBezTo>
                    <a:pt x="84" y="83"/>
                    <a:pt x="84" y="83"/>
                    <a:pt x="87" y="82"/>
                  </a:cubicBezTo>
                  <a:cubicBezTo>
                    <a:pt x="91" y="82"/>
                    <a:pt x="91" y="82"/>
                    <a:pt x="93" y="83"/>
                  </a:cubicBezTo>
                  <a:cubicBezTo>
                    <a:pt x="95" y="84"/>
                    <a:pt x="94" y="84"/>
                    <a:pt x="94" y="86"/>
                  </a:cubicBezTo>
                  <a:cubicBezTo>
                    <a:pt x="94" y="88"/>
                    <a:pt x="95" y="89"/>
                    <a:pt x="95" y="92"/>
                  </a:cubicBezTo>
                  <a:cubicBezTo>
                    <a:pt x="96" y="94"/>
                    <a:pt x="98" y="95"/>
                    <a:pt x="100" y="97"/>
                  </a:cubicBezTo>
                  <a:cubicBezTo>
                    <a:pt x="102" y="100"/>
                    <a:pt x="104" y="98"/>
                    <a:pt x="105" y="98"/>
                  </a:cubicBezTo>
                  <a:cubicBezTo>
                    <a:pt x="107" y="98"/>
                    <a:pt x="108" y="98"/>
                    <a:pt x="111" y="97"/>
                  </a:cubicBezTo>
                  <a:cubicBezTo>
                    <a:pt x="114" y="96"/>
                    <a:pt x="114" y="98"/>
                    <a:pt x="116" y="99"/>
                  </a:cubicBezTo>
                  <a:cubicBezTo>
                    <a:pt x="118" y="99"/>
                    <a:pt x="118" y="98"/>
                    <a:pt x="120" y="98"/>
                  </a:cubicBezTo>
                  <a:cubicBezTo>
                    <a:pt x="122" y="97"/>
                    <a:pt x="124" y="98"/>
                    <a:pt x="127" y="97"/>
                  </a:cubicBezTo>
                  <a:cubicBezTo>
                    <a:pt x="129" y="96"/>
                    <a:pt x="131" y="97"/>
                    <a:pt x="132" y="97"/>
                  </a:cubicBezTo>
                  <a:cubicBezTo>
                    <a:pt x="133" y="97"/>
                    <a:pt x="134" y="97"/>
                    <a:pt x="134" y="99"/>
                  </a:cubicBezTo>
                  <a:cubicBezTo>
                    <a:pt x="135" y="100"/>
                    <a:pt x="135" y="101"/>
                    <a:pt x="136" y="102"/>
                  </a:cubicBezTo>
                  <a:cubicBezTo>
                    <a:pt x="136" y="103"/>
                    <a:pt x="135" y="104"/>
                    <a:pt x="134" y="105"/>
                  </a:cubicBezTo>
                  <a:cubicBezTo>
                    <a:pt x="133" y="106"/>
                    <a:pt x="132" y="107"/>
                    <a:pt x="131" y="108"/>
                  </a:cubicBezTo>
                  <a:cubicBezTo>
                    <a:pt x="129" y="108"/>
                    <a:pt x="129" y="106"/>
                    <a:pt x="127" y="106"/>
                  </a:cubicBezTo>
                  <a:cubicBezTo>
                    <a:pt x="126" y="105"/>
                    <a:pt x="126" y="107"/>
                    <a:pt x="124" y="108"/>
                  </a:cubicBezTo>
                  <a:cubicBezTo>
                    <a:pt x="123" y="108"/>
                    <a:pt x="123" y="107"/>
                    <a:pt x="123" y="105"/>
                  </a:cubicBezTo>
                  <a:cubicBezTo>
                    <a:pt x="123" y="103"/>
                    <a:pt x="122" y="104"/>
                    <a:pt x="120" y="103"/>
                  </a:cubicBezTo>
                  <a:cubicBezTo>
                    <a:pt x="117" y="103"/>
                    <a:pt x="117" y="104"/>
                    <a:pt x="115" y="105"/>
                  </a:cubicBezTo>
                  <a:cubicBezTo>
                    <a:pt x="114" y="106"/>
                    <a:pt x="112" y="110"/>
                    <a:pt x="110" y="110"/>
                  </a:cubicBezTo>
                  <a:cubicBezTo>
                    <a:pt x="108" y="111"/>
                    <a:pt x="107" y="109"/>
                    <a:pt x="105" y="108"/>
                  </a:cubicBezTo>
                  <a:cubicBezTo>
                    <a:pt x="102" y="106"/>
                    <a:pt x="103" y="108"/>
                    <a:pt x="100" y="108"/>
                  </a:cubicBezTo>
                  <a:cubicBezTo>
                    <a:pt x="98" y="109"/>
                    <a:pt x="98" y="109"/>
                    <a:pt x="98" y="110"/>
                  </a:cubicBezTo>
                  <a:cubicBezTo>
                    <a:pt x="97" y="112"/>
                    <a:pt x="101" y="112"/>
                    <a:pt x="103" y="113"/>
                  </a:cubicBezTo>
                  <a:cubicBezTo>
                    <a:pt x="105" y="114"/>
                    <a:pt x="106" y="115"/>
                    <a:pt x="106" y="117"/>
                  </a:cubicBezTo>
                  <a:cubicBezTo>
                    <a:pt x="107" y="118"/>
                    <a:pt x="108" y="119"/>
                    <a:pt x="110" y="121"/>
                  </a:cubicBezTo>
                  <a:cubicBezTo>
                    <a:pt x="112" y="122"/>
                    <a:pt x="112" y="122"/>
                    <a:pt x="113" y="125"/>
                  </a:cubicBezTo>
                  <a:cubicBezTo>
                    <a:pt x="115" y="127"/>
                    <a:pt x="114" y="129"/>
                    <a:pt x="112" y="131"/>
                  </a:cubicBezTo>
                  <a:cubicBezTo>
                    <a:pt x="111" y="134"/>
                    <a:pt x="113" y="134"/>
                    <a:pt x="115" y="135"/>
                  </a:cubicBezTo>
                  <a:cubicBezTo>
                    <a:pt x="117" y="137"/>
                    <a:pt x="118" y="135"/>
                    <a:pt x="121" y="135"/>
                  </a:cubicBezTo>
                  <a:cubicBezTo>
                    <a:pt x="123" y="134"/>
                    <a:pt x="123" y="133"/>
                    <a:pt x="124" y="131"/>
                  </a:cubicBezTo>
                  <a:cubicBezTo>
                    <a:pt x="124" y="129"/>
                    <a:pt x="124" y="128"/>
                    <a:pt x="126" y="126"/>
                  </a:cubicBezTo>
                  <a:cubicBezTo>
                    <a:pt x="127" y="124"/>
                    <a:pt x="128" y="124"/>
                    <a:pt x="128" y="121"/>
                  </a:cubicBezTo>
                  <a:cubicBezTo>
                    <a:pt x="128" y="118"/>
                    <a:pt x="129" y="119"/>
                    <a:pt x="130" y="116"/>
                  </a:cubicBezTo>
                  <a:cubicBezTo>
                    <a:pt x="132" y="113"/>
                    <a:pt x="132" y="114"/>
                    <a:pt x="134" y="113"/>
                  </a:cubicBezTo>
                  <a:cubicBezTo>
                    <a:pt x="135" y="112"/>
                    <a:pt x="135" y="114"/>
                    <a:pt x="134" y="115"/>
                  </a:cubicBezTo>
                  <a:cubicBezTo>
                    <a:pt x="133" y="116"/>
                    <a:pt x="132" y="116"/>
                    <a:pt x="132" y="118"/>
                  </a:cubicBezTo>
                  <a:cubicBezTo>
                    <a:pt x="132" y="120"/>
                    <a:pt x="131" y="120"/>
                    <a:pt x="131" y="121"/>
                  </a:cubicBezTo>
                  <a:cubicBezTo>
                    <a:pt x="131" y="123"/>
                    <a:pt x="130" y="123"/>
                    <a:pt x="131" y="124"/>
                  </a:cubicBezTo>
                  <a:cubicBezTo>
                    <a:pt x="132" y="125"/>
                    <a:pt x="132" y="124"/>
                    <a:pt x="133" y="125"/>
                  </a:cubicBezTo>
                  <a:cubicBezTo>
                    <a:pt x="134" y="127"/>
                    <a:pt x="134" y="128"/>
                    <a:pt x="136" y="129"/>
                  </a:cubicBezTo>
                  <a:cubicBezTo>
                    <a:pt x="138" y="130"/>
                    <a:pt x="140" y="129"/>
                    <a:pt x="140" y="129"/>
                  </a:cubicBezTo>
                  <a:cubicBezTo>
                    <a:pt x="141" y="130"/>
                    <a:pt x="141" y="130"/>
                    <a:pt x="143" y="131"/>
                  </a:cubicBezTo>
                  <a:cubicBezTo>
                    <a:pt x="145" y="132"/>
                    <a:pt x="144" y="132"/>
                    <a:pt x="147" y="133"/>
                  </a:cubicBezTo>
                  <a:cubicBezTo>
                    <a:pt x="149" y="134"/>
                    <a:pt x="150" y="133"/>
                    <a:pt x="151" y="132"/>
                  </a:cubicBezTo>
                  <a:cubicBezTo>
                    <a:pt x="153" y="131"/>
                    <a:pt x="154" y="132"/>
                    <a:pt x="155" y="133"/>
                  </a:cubicBezTo>
                  <a:cubicBezTo>
                    <a:pt x="156" y="133"/>
                    <a:pt x="155" y="134"/>
                    <a:pt x="154" y="135"/>
                  </a:cubicBezTo>
                  <a:cubicBezTo>
                    <a:pt x="153" y="135"/>
                    <a:pt x="152" y="135"/>
                    <a:pt x="152" y="136"/>
                  </a:cubicBezTo>
                  <a:cubicBezTo>
                    <a:pt x="151" y="138"/>
                    <a:pt x="153" y="138"/>
                    <a:pt x="155" y="139"/>
                  </a:cubicBezTo>
                  <a:cubicBezTo>
                    <a:pt x="158" y="141"/>
                    <a:pt x="161" y="141"/>
                    <a:pt x="167" y="143"/>
                  </a:cubicBezTo>
                  <a:cubicBezTo>
                    <a:pt x="172" y="145"/>
                    <a:pt x="174" y="146"/>
                    <a:pt x="181" y="148"/>
                  </a:cubicBezTo>
                  <a:cubicBezTo>
                    <a:pt x="188" y="150"/>
                    <a:pt x="197" y="153"/>
                    <a:pt x="200" y="154"/>
                  </a:cubicBezTo>
                  <a:cubicBezTo>
                    <a:pt x="202" y="154"/>
                    <a:pt x="205" y="156"/>
                    <a:pt x="209" y="157"/>
                  </a:cubicBezTo>
                  <a:cubicBezTo>
                    <a:pt x="214" y="159"/>
                    <a:pt x="217" y="160"/>
                    <a:pt x="219" y="162"/>
                  </a:cubicBezTo>
                  <a:cubicBezTo>
                    <a:pt x="221" y="164"/>
                    <a:pt x="220" y="164"/>
                    <a:pt x="220" y="166"/>
                  </a:cubicBezTo>
                  <a:cubicBezTo>
                    <a:pt x="220" y="168"/>
                    <a:pt x="221" y="167"/>
                    <a:pt x="223" y="168"/>
                  </a:cubicBezTo>
                  <a:cubicBezTo>
                    <a:pt x="224" y="168"/>
                    <a:pt x="226" y="168"/>
                    <a:pt x="226" y="169"/>
                  </a:cubicBezTo>
                  <a:cubicBezTo>
                    <a:pt x="227" y="170"/>
                    <a:pt x="227" y="171"/>
                    <a:pt x="228" y="172"/>
                  </a:cubicBezTo>
                  <a:cubicBezTo>
                    <a:pt x="228" y="174"/>
                    <a:pt x="228" y="173"/>
                    <a:pt x="226" y="175"/>
                  </a:cubicBezTo>
                  <a:cubicBezTo>
                    <a:pt x="224" y="176"/>
                    <a:pt x="226" y="177"/>
                    <a:pt x="226" y="179"/>
                  </a:cubicBezTo>
                  <a:cubicBezTo>
                    <a:pt x="226" y="182"/>
                    <a:pt x="228" y="183"/>
                    <a:pt x="229" y="184"/>
                  </a:cubicBezTo>
                  <a:cubicBezTo>
                    <a:pt x="231" y="185"/>
                    <a:pt x="233" y="187"/>
                    <a:pt x="234" y="188"/>
                  </a:cubicBezTo>
                  <a:cubicBezTo>
                    <a:pt x="234" y="189"/>
                    <a:pt x="237" y="191"/>
                    <a:pt x="239" y="192"/>
                  </a:cubicBezTo>
                  <a:cubicBezTo>
                    <a:pt x="241" y="193"/>
                    <a:pt x="242" y="194"/>
                    <a:pt x="244" y="195"/>
                  </a:cubicBezTo>
                  <a:cubicBezTo>
                    <a:pt x="245" y="195"/>
                    <a:pt x="244" y="196"/>
                    <a:pt x="242" y="196"/>
                  </a:cubicBezTo>
                  <a:cubicBezTo>
                    <a:pt x="241" y="197"/>
                    <a:pt x="240" y="196"/>
                    <a:pt x="238" y="195"/>
                  </a:cubicBezTo>
                  <a:cubicBezTo>
                    <a:pt x="236" y="194"/>
                    <a:pt x="235" y="195"/>
                    <a:pt x="234" y="196"/>
                  </a:cubicBezTo>
                  <a:cubicBezTo>
                    <a:pt x="233" y="196"/>
                    <a:pt x="235" y="197"/>
                    <a:pt x="237" y="198"/>
                  </a:cubicBezTo>
                  <a:cubicBezTo>
                    <a:pt x="238" y="198"/>
                    <a:pt x="240" y="199"/>
                    <a:pt x="241" y="200"/>
                  </a:cubicBezTo>
                  <a:cubicBezTo>
                    <a:pt x="243" y="200"/>
                    <a:pt x="244" y="200"/>
                    <a:pt x="245" y="201"/>
                  </a:cubicBezTo>
                  <a:cubicBezTo>
                    <a:pt x="246" y="202"/>
                    <a:pt x="245" y="202"/>
                    <a:pt x="243" y="203"/>
                  </a:cubicBezTo>
                  <a:cubicBezTo>
                    <a:pt x="241" y="203"/>
                    <a:pt x="240" y="203"/>
                    <a:pt x="238" y="202"/>
                  </a:cubicBezTo>
                  <a:cubicBezTo>
                    <a:pt x="237" y="201"/>
                    <a:pt x="236" y="202"/>
                    <a:pt x="236" y="203"/>
                  </a:cubicBezTo>
                  <a:cubicBezTo>
                    <a:pt x="235" y="205"/>
                    <a:pt x="237" y="204"/>
                    <a:pt x="239" y="206"/>
                  </a:cubicBezTo>
                  <a:cubicBezTo>
                    <a:pt x="241" y="207"/>
                    <a:pt x="241" y="207"/>
                    <a:pt x="242" y="208"/>
                  </a:cubicBezTo>
                  <a:cubicBezTo>
                    <a:pt x="243" y="209"/>
                    <a:pt x="242" y="210"/>
                    <a:pt x="241" y="211"/>
                  </a:cubicBezTo>
                  <a:cubicBezTo>
                    <a:pt x="239" y="213"/>
                    <a:pt x="241" y="213"/>
                    <a:pt x="241" y="215"/>
                  </a:cubicBezTo>
                  <a:cubicBezTo>
                    <a:pt x="241" y="217"/>
                    <a:pt x="239" y="218"/>
                    <a:pt x="238" y="220"/>
                  </a:cubicBezTo>
                  <a:cubicBezTo>
                    <a:pt x="236" y="221"/>
                    <a:pt x="237" y="221"/>
                    <a:pt x="238" y="222"/>
                  </a:cubicBezTo>
                  <a:cubicBezTo>
                    <a:pt x="240" y="223"/>
                    <a:pt x="240" y="221"/>
                    <a:pt x="241" y="221"/>
                  </a:cubicBezTo>
                  <a:cubicBezTo>
                    <a:pt x="242" y="220"/>
                    <a:pt x="244" y="220"/>
                    <a:pt x="244" y="219"/>
                  </a:cubicBezTo>
                  <a:cubicBezTo>
                    <a:pt x="245" y="218"/>
                    <a:pt x="244" y="217"/>
                    <a:pt x="244" y="217"/>
                  </a:cubicBezTo>
                  <a:cubicBezTo>
                    <a:pt x="245" y="216"/>
                    <a:pt x="246" y="218"/>
                    <a:pt x="246" y="219"/>
                  </a:cubicBezTo>
                  <a:cubicBezTo>
                    <a:pt x="246" y="221"/>
                    <a:pt x="247" y="221"/>
                    <a:pt x="248" y="221"/>
                  </a:cubicBezTo>
                  <a:cubicBezTo>
                    <a:pt x="249" y="222"/>
                    <a:pt x="250" y="221"/>
                    <a:pt x="252" y="221"/>
                  </a:cubicBezTo>
                  <a:cubicBezTo>
                    <a:pt x="253" y="220"/>
                    <a:pt x="254" y="220"/>
                    <a:pt x="257" y="221"/>
                  </a:cubicBezTo>
                  <a:cubicBezTo>
                    <a:pt x="259" y="221"/>
                    <a:pt x="259" y="219"/>
                    <a:pt x="260" y="217"/>
                  </a:cubicBezTo>
                  <a:cubicBezTo>
                    <a:pt x="262" y="215"/>
                    <a:pt x="262" y="216"/>
                    <a:pt x="263" y="216"/>
                  </a:cubicBezTo>
                  <a:cubicBezTo>
                    <a:pt x="264" y="216"/>
                    <a:pt x="263" y="218"/>
                    <a:pt x="263" y="218"/>
                  </a:cubicBezTo>
                  <a:cubicBezTo>
                    <a:pt x="263" y="219"/>
                    <a:pt x="261" y="220"/>
                    <a:pt x="260" y="221"/>
                  </a:cubicBezTo>
                  <a:close/>
                  <a:moveTo>
                    <a:pt x="13" y="9"/>
                  </a:moveTo>
                  <a:cubicBezTo>
                    <a:pt x="13" y="8"/>
                    <a:pt x="14" y="5"/>
                    <a:pt x="13" y="7"/>
                  </a:cubicBezTo>
                  <a:cubicBezTo>
                    <a:pt x="12" y="8"/>
                    <a:pt x="11" y="7"/>
                    <a:pt x="10" y="8"/>
                  </a:cubicBezTo>
                  <a:cubicBezTo>
                    <a:pt x="10" y="9"/>
                    <a:pt x="10" y="10"/>
                    <a:pt x="11" y="10"/>
                  </a:cubicBezTo>
                  <a:cubicBezTo>
                    <a:pt x="12" y="9"/>
                    <a:pt x="12" y="10"/>
                    <a:pt x="13" y="9"/>
                  </a:cubicBezTo>
                  <a:close/>
                  <a:moveTo>
                    <a:pt x="6" y="31"/>
                  </a:moveTo>
                  <a:cubicBezTo>
                    <a:pt x="8" y="30"/>
                    <a:pt x="8" y="29"/>
                    <a:pt x="9" y="28"/>
                  </a:cubicBezTo>
                  <a:cubicBezTo>
                    <a:pt x="10" y="26"/>
                    <a:pt x="10" y="26"/>
                    <a:pt x="11" y="25"/>
                  </a:cubicBezTo>
                  <a:cubicBezTo>
                    <a:pt x="12" y="23"/>
                    <a:pt x="12" y="23"/>
                    <a:pt x="12" y="21"/>
                  </a:cubicBezTo>
                  <a:cubicBezTo>
                    <a:pt x="12" y="19"/>
                    <a:pt x="12" y="19"/>
                    <a:pt x="11" y="17"/>
                  </a:cubicBezTo>
                  <a:cubicBezTo>
                    <a:pt x="10" y="15"/>
                    <a:pt x="10" y="15"/>
                    <a:pt x="10" y="13"/>
                  </a:cubicBezTo>
                  <a:cubicBezTo>
                    <a:pt x="9" y="11"/>
                    <a:pt x="6" y="12"/>
                    <a:pt x="6" y="14"/>
                  </a:cubicBezTo>
                  <a:cubicBezTo>
                    <a:pt x="6" y="16"/>
                    <a:pt x="6" y="16"/>
                    <a:pt x="5" y="18"/>
                  </a:cubicBezTo>
                  <a:cubicBezTo>
                    <a:pt x="4" y="19"/>
                    <a:pt x="3" y="19"/>
                    <a:pt x="3" y="21"/>
                  </a:cubicBezTo>
                  <a:cubicBezTo>
                    <a:pt x="3" y="24"/>
                    <a:pt x="3" y="24"/>
                    <a:pt x="2" y="25"/>
                  </a:cubicBezTo>
                  <a:cubicBezTo>
                    <a:pt x="1" y="26"/>
                    <a:pt x="0" y="26"/>
                    <a:pt x="1" y="28"/>
                  </a:cubicBezTo>
                  <a:cubicBezTo>
                    <a:pt x="2" y="30"/>
                    <a:pt x="1" y="30"/>
                    <a:pt x="2" y="31"/>
                  </a:cubicBezTo>
                  <a:cubicBezTo>
                    <a:pt x="4" y="32"/>
                    <a:pt x="5" y="32"/>
                    <a:pt x="6" y="31"/>
                  </a:cubicBezTo>
                  <a:close/>
                  <a:moveTo>
                    <a:pt x="21" y="2"/>
                  </a:moveTo>
                  <a:cubicBezTo>
                    <a:pt x="19" y="4"/>
                    <a:pt x="18" y="2"/>
                    <a:pt x="18" y="4"/>
                  </a:cubicBezTo>
                  <a:cubicBezTo>
                    <a:pt x="18" y="6"/>
                    <a:pt x="17" y="6"/>
                    <a:pt x="18" y="8"/>
                  </a:cubicBezTo>
                  <a:cubicBezTo>
                    <a:pt x="19" y="9"/>
                    <a:pt x="19" y="11"/>
                    <a:pt x="20" y="9"/>
                  </a:cubicBezTo>
                  <a:cubicBezTo>
                    <a:pt x="22" y="8"/>
                    <a:pt x="22" y="8"/>
                    <a:pt x="22" y="6"/>
                  </a:cubicBezTo>
                  <a:cubicBezTo>
                    <a:pt x="23" y="5"/>
                    <a:pt x="24" y="7"/>
                    <a:pt x="24" y="4"/>
                  </a:cubicBezTo>
                  <a:cubicBezTo>
                    <a:pt x="23" y="1"/>
                    <a:pt x="23" y="0"/>
                    <a:pt x="21" y="2"/>
                  </a:cubicBezTo>
                  <a:close/>
                  <a:moveTo>
                    <a:pt x="20" y="67"/>
                  </a:moveTo>
                  <a:cubicBezTo>
                    <a:pt x="20" y="66"/>
                    <a:pt x="17" y="64"/>
                    <a:pt x="16" y="63"/>
                  </a:cubicBezTo>
                  <a:cubicBezTo>
                    <a:pt x="15" y="61"/>
                    <a:pt x="13" y="59"/>
                    <a:pt x="12" y="57"/>
                  </a:cubicBezTo>
                  <a:cubicBezTo>
                    <a:pt x="11" y="56"/>
                    <a:pt x="11" y="55"/>
                    <a:pt x="11" y="54"/>
                  </a:cubicBezTo>
                  <a:cubicBezTo>
                    <a:pt x="11" y="53"/>
                    <a:pt x="9" y="52"/>
                    <a:pt x="10" y="51"/>
                  </a:cubicBezTo>
                  <a:cubicBezTo>
                    <a:pt x="11" y="50"/>
                    <a:pt x="11" y="49"/>
                    <a:pt x="11" y="47"/>
                  </a:cubicBezTo>
                  <a:cubicBezTo>
                    <a:pt x="11" y="46"/>
                    <a:pt x="10" y="45"/>
                    <a:pt x="10" y="43"/>
                  </a:cubicBezTo>
                  <a:cubicBezTo>
                    <a:pt x="11" y="42"/>
                    <a:pt x="15" y="44"/>
                    <a:pt x="18" y="44"/>
                  </a:cubicBezTo>
                  <a:cubicBezTo>
                    <a:pt x="20" y="44"/>
                    <a:pt x="24" y="46"/>
                    <a:pt x="25" y="47"/>
                  </a:cubicBezTo>
                  <a:cubicBezTo>
                    <a:pt x="27" y="47"/>
                    <a:pt x="29" y="47"/>
                    <a:pt x="28" y="46"/>
                  </a:cubicBezTo>
                  <a:cubicBezTo>
                    <a:pt x="27" y="45"/>
                    <a:pt x="26" y="45"/>
                    <a:pt x="25" y="43"/>
                  </a:cubicBezTo>
                  <a:cubicBezTo>
                    <a:pt x="25" y="42"/>
                    <a:pt x="23" y="40"/>
                    <a:pt x="22" y="40"/>
                  </a:cubicBezTo>
                  <a:cubicBezTo>
                    <a:pt x="21" y="40"/>
                    <a:pt x="17" y="38"/>
                    <a:pt x="17" y="37"/>
                  </a:cubicBezTo>
                  <a:cubicBezTo>
                    <a:pt x="17" y="35"/>
                    <a:pt x="17" y="34"/>
                    <a:pt x="18" y="33"/>
                  </a:cubicBezTo>
                  <a:cubicBezTo>
                    <a:pt x="20" y="33"/>
                    <a:pt x="20" y="33"/>
                    <a:pt x="22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27" y="28"/>
                    <a:pt x="28" y="28"/>
                    <a:pt x="27" y="26"/>
                  </a:cubicBezTo>
                  <a:cubicBezTo>
                    <a:pt x="27" y="23"/>
                    <a:pt x="28" y="22"/>
                    <a:pt x="27" y="21"/>
                  </a:cubicBezTo>
                  <a:cubicBezTo>
                    <a:pt x="25" y="21"/>
                    <a:pt x="26" y="20"/>
                    <a:pt x="24" y="21"/>
                  </a:cubicBezTo>
                  <a:cubicBezTo>
                    <a:pt x="21" y="22"/>
                    <a:pt x="21" y="21"/>
                    <a:pt x="20" y="22"/>
                  </a:cubicBezTo>
                  <a:cubicBezTo>
                    <a:pt x="18" y="23"/>
                    <a:pt x="17" y="22"/>
                    <a:pt x="17" y="24"/>
                  </a:cubicBezTo>
                  <a:cubicBezTo>
                    <a:pt x="17" y="25"/>
                    <a:pt x="16" y="25"/>
                    <a:pt x="16" y="27"/>
                  </a:cubicBezTo>
                  <a:cubicBezTo>
                    <a:pt x="16" y="28"/>
                    <a:pt x="16" y="29"/>
                    <a:pt x="15" y="30"/>
                  </a:cubicBezTo>
                  <a:cubicBezTo>
                    <a:pt x="14" y="30"/>
                    <a:pt x="13" y="29"/>
                    <a:pt x="12" y="31"/>
                  </a:cubicBezTo>
                  <a:cubicBezTo>
                    <a:pt x="11" y="32"/>
                    <a:pt x="11" y="33"/>
                    <a:pt x="11" y="34"/>
                  </a:cubicBezTo>
                  <a:cubicBezTo>
                    <a:pt x="11" y="36"/>
                    <a:pt x="11" y="36"/>
                    <a:pt x="9" y="36"/>
                  </a:cubicBezTo>
                  <a:cubicBezTo>
                    <a:pt x="8" y="36"/>
                    <a:pt x="8" y="35"/>
                    <a:pt x="6" y="35"/>
                  </a:cubicBezTo>
                  <a:cubicBezTo>
                    <a:pt x="5" y="36"/>
                    <a:pt x="4" y="36"/>
                    <a:pt x="4" y="37"/>
                  </a:cubicBezTo>
                  <a:cubicBezTo>
                    <a:pt x="4" y="38"/>
                    <a:pt x="5" y="38"/>
                    <a:pt x="4" y="39"/>
                  </a:cubicBezTo>
                  <a:cubicBezTo>
                    <a:pt x="4" y="41"/>
                    <a:pt x="3" y="40"/>
                    <a:pt x="4" y="41"/>
                  </a:cubicBezTo>
                  <a:cubicBezTo>
                    <a:pt x="4" y="43"/>
                    <a:pt x="4" y="43"/>
                    <a:pt x="5" y="43"/>
                  </a:cubicBezTo>
                  <a:cubicBezTo>
                    <a:pt x="6" y="44"/>
                    <a:pt x="6" y="43"/>
                    <a:pt x="6" y="45"/>
                  </a:cubicBezTo>
                  <a:cubicBezTo>
                    <a:pt x="6" y="47"/>
                    <a:pt x="6" y="47"/>
                    <a:pt x="6" y="48"/>
                  </a:cubicBezTo>
                  <a:cubicBezTo>
                    <a:pt x="6" y="49"/>
                    <a:pt x="7" y="51"/>
                    <a:pt x="7" y="53"/>
                  </a:cubicBezTo>
                  <a:cubicBezTo>
                    <a:pt x="7" y="55"/>
                    <a:pt x="7" y="55"/>
                    <a:pt x="7" y="57"/>
                  </a:cubicBezTo>
                  <a:cubicBezTo>
                    <a:pt x="7" y="58"/>
                    <a:pt x="7" y="59"/>
                    <a:pt x="8" y="60"/>
                  </a:cubicBezTo>
                  <a:cubicBezTo>
                    <a:pt x="10" y="61"/>
                    <a:pt x="11" y="63"/>
                    <a:pt x="12" y="64"/>
                  </a:cubicBezTo>
                  <a:cubicBezTo>
                    <a:pt x="13" y="65"/>
                    <a:pt x="16" y="67"/>
                    <a:pt x="18" y="68"/>
                  </a:cubicBezTo>
                  <a:cubicBezTo>
                    <a:pt x="20" y="69"/>
                    <a:pt x="20" y="68"/>
                    <a:pt x="20" y="67"/>
                  </a:cubicBezTo>
                  <a:close/>
                  <a:moveTo>
                    <a:pt x="162" y="84"/>
                  </a:moveTo>
                  <a:cubicBezTo>
                    <a:pt x="163" y="84"/>
                    <a:pt x="164" y="84"/>
                    <a:pt x="164" y="83"/>
                  </a:cubicBezTo>
                  <a:cubicBezTo>
                    <a:pt x="164" y="82"/>
                    <a:pt x="163" y="82"/>
                    <a:pt x="162" y="82"/>
                  </a:cubicBezTo>
                  <a:cubicBezTo>
                    <a:pt x="160" y="82"/>
                    <a:pt x="158" y="82"/>
                    <a:pt x="158" y="83"/>
                  </a:cubicBezTo>
                  <a:cubicBezTo>
                    <a:pt x="158" y="83"/>
                    <a:pt x="158" y="83"/>
                    <a:pt x="159" y="84"/>
                  </a:cubicBezTo>
                  <a:cubicBezTo>
                    <a:pt x="160" y="84"/>
                    <a:pt x="162" y="84"/>
                    <a:pt x="162" y="84"/>
                  </a:cubicBezTo>
                  <a:close/>
                  <a:moveTo>
                    <a:pt x="154" y="71"/>
                  </a:moveTo>
                  <a:cubicBezTo>
                    <a:pt x="153" y="72"/>
                    <a:pt x="152" y="72"/>
                    <a:pt x="153" y="73"/>
                  </a:cubicBezTo>
                  <a:cubicBezTo>
                    <a:pt x="153" y="74"/>
                    <a:pt x="154" y="76"/>
                    <a:pt x="155" y="76"/>
                  </a:cubicBezTo>
                  <a:cubicBezTo>
                    <a:pt x="156" y="76"/>
                    <a:pt x="157" y="76"/>
                    <a:pt x="157" y="75"/>
                  </a:cubicBezTo>
                  <a:cubicBezTo>
                    <a:pt x="157" y="75"/>
                    <a:pt x="156" y="74"/>
                    <a:pt x="156" y="73"/>
                  </a:cubicBezTo>
                  <a:cubicBezTo>
                    <a:pt x="156" y="72"/>
                    <a:pt x="155" y="71"/>
                    <a:pt x="154" y="71"/>
                  </a:cubicBezTo>
                  <a:close/>
                  <a:moveTo>
                    <a:pt x="176" y="87"/>
                  </a:moveTo>
                  <a:cubicBezTo>
                    <a:pt x="174" y="86"/>
                    <a:pt x="174" y="86"/>
                    <a:pt x="172" y="86"/>
                  </a:cubicBezTo>
                  <a:cubicBezTo>
                    <a:pt x="170" y="86"/>
                    <a:pt x="171" y="87"/>
                    <a:pt x="171" y="87"/>
                  </a:cubicBezTo>
                  <a:cubicBezTo>
                    <a:pt x="172" y="88"/>
                    <a:pt x="175" y="89"/>
                    <a:pt x="177" y="89"/>
                  </a:cubicBezTo>
                  <a:cubicBezTo>
                    <a:pt x="179" y="89"/>
                    <a:pt x="179" y="90"/>
                    <a:pt x="180" y="91"/>
                  </a:cubicBezTo>
                  <a:cubicBezTo>
                    <a:pt x="181" y="92"/>
                    <a:pt x="183" y="92"/>
                    <a:pt x="185" y="91"/>
                  </a:cubicBezTo>
                  <a:cubicBezTo>
                    <a:pt x="186" y="90"/>
                    <a:pt x="188" y="91"/>
                    <a:pt x="190" y="90"/>
                  </a:cubicBezTo>
                  <a:cubicBezTo>
                    <a:pt x="192" y="90"/>
                    <a:pt x="193" y="90"/>
                    <a:pt x="195" y="89"/>
                  </a:cubicBezTo>
                  <a:cubicBezTo>
                    <a:pt x="196" y="89"/>
                    <a:pt x="193" y="88"/>
                    <a:pt x="190" y="88"/>
                  </a:cubicBezTo>
                  <a:cubicBezTo>
                    <a:pt x="188" y="88"/>
                    <a:pt x="187" y="88"/>
                    <a:pt x="183" y="87"/>
                  </a:cubicBezTo>
                  <a:cubicBezTo>
                    <a:pt x="182" y="87"/>
                    <a:pt x="178" y="87"/>
                    <a:pt x="176" y="87"/>
                  </a:cubicBezTo>
                  <a:close/>
                  <a:moveTo>
                    <a:pt x="182" y="74"/>
                  </a:moveTo>
                  <a:cubicBezTo>
                    <a:pt x="180" y="73"/>
                    <a:pt x="178" y="72"/>
                    <a:pt x="178" y="70"/>
                  </a:cubicBezTo>
                  <a:cubicBezTo>
                    <a:pt x="177" y="69"/>
                    <a:pt x="178" y="69"/>
                    <a:pt x="175" y="68"/>
                  </a:cubicBezTo>
                  <a:cubicBezTo>
                    <a:pt x="173" y="68"/>
                    <a:pt x="172" y="68"/>
                    <a:pt x="171" y="67"/>
                  </a:cubicBezTo>
                  <a:cubicBezTo>
                    <a:pt x="170" y="66"/>
                    <a:pt x="167" y="65"/>
                    <a:pt x="168" y="67"/>
                  </a:cubicBezTo>
                  <a:cubicBezTo>
                    <a:pt x="170" y="68"/>
                    <a:pt x="171" y="68"/>
                    <a:pt x="172" y="69"/>
                  </a:cubicBezTo>
                  <a:cubicBezTo>
                    <a:pt x="174" y="70"/>
                    <a:pt x="174" y="70"/>
                    <a:pt x="174" y="72"/>
                  </a:cubicBezTo>
                  <a:cubicBezTo>
                    <a:pt x="174" y="74"/>
                    <a:pt x="173" y="74"/>
                    <a:pt x="174" y="76"/>
                  </a:cubicBezTo>
                  <a:cubicBezTo>
                    <a:pt x="176" y="77"/>
                    <a:pt x="176" y="78"/>
                    <a:pt x="178" y="78"/>
                  </a:cubicBezTo>
                  <a:cubicBezTo>
                    <a:pt x="179" y="78"/>
                    <a:pt x="180" y="78"/>
                    <a:pt x="181" y="77"/>
                  </a:cubicBezTo>
                  <a:cubicBezTo>
                    <a:pt x="182" y="76"/>
                    <a:pt x="185" y="77"/>
                    <a:pt x="184" y="75"/>
                  </a:cubicBezTo>
                  <a:cubicBezTo>
                    <a:pt x="184" y="74"/>
                    <a:pt x="184" y="74"/>
                    <a:pt x="182" y="74"/>
                  </a:cubicBezTo>
                  <a:close/>
                  <a:moveTo>
                    <a:pt x="43" y="53"/>
                  </a:moveTo>
                  <a:cubicBezTo>
                    <a:pt x="42" y="52"/>
                    <a:pt x="39" y="49"/>
                    <a:pt x="40" y="51"/>
                  </a:cubicBezTo>
                  <a:cubicBezTo>
                    <a:pt x="40" y="52"/>
                    <a:pt x="40" y="52"/>
                    <a:pt x="41" y="53"/>
                  </a:cubicBezTo>
                  <a:cubicBezTo>
                    <a:pt x="42" y="54"/>
                    <a:pt x="41" y="55"/>
                    <a:pt x="42" y="55"/>
                  </a:cubicBezTo>
                  <a:cubicBezTo>
                    <a:pt x="43" y="56"/>
                    <a:pt x="44" y="56"/>
                    <a:pt x="44" y="55"/>
                  </a:cubicBezTo>
                  <a:cubicBezTo>
                    <a:pt x="44" y="54"/>
                    <a:pt x="43" y="54"/>
                    <a:pt x="43" y="53"/>
                  </a:cubicBezTo>
                  <a:close/>
                  <a:moveTo>
                    <a:pt x="54" y="93"/>
                  </a:moveTo>
                  <a:cubicBezTo>
                    <a:pt x="55" y="94"/>
                    <a:pt x="56" y="95"/>
                    <a:pt x="57" y="94"/>
                  </a:cubicBezTo>
                  <a:cubicBezTo>
                    <a:pt x="58" y="94"/>
                    <a:pt x="58" y="94"/>
                    <a:pt x="59" y="93"/>
                  </a:cubicBezTo>
                  <a:cubicBezTo>
                    <a:pt x="60" y="93"/>
                    <a:pt x="61" y="93"/>
                    <a:pt x="62" y="92"/>
                  </a:cubicBezTo>
                  <a:cubicBezTo>
                    <a:pt x="62" y="92"/>
                    <a:pt x="62" y="91"/>
                    <a:pt x="61" y="90"/>
                  </a:cubicBezTo>
                  <a:cubicBezTo>
                    <a:pt x="61" y="89"/>
                    <a:pt x="61" y="88"/>
                    <a:pt x="60" y="88"/>
                  </a:cubicBezTo>
                  <a:cubicBezTo>
                    <a:pt x="60" y="87"/>
                    <a:pt x="57" y="87"/>
                    <a:pt x="56" y="88"/>
                  </a:cubicBezTo>
                  <a:cubicBezTo>
                    <a:pt x="55" y="90"/>
                    <a:pt x="54" y="89"/>
                    <a:pt x="52" y="90"/>
                  </a:cubicBezTo>
                  <a:cubicBezTo>
                    <a:pt x="50" y="90"/>
                    <a:pt x="50" y="91"/>
                    <a:pt x="51" y="92"/>
                  </a:cubicBezTo>
                  <a:cubicBezTo>
                    <a:pt x="52" y="93"/>
                    <a:pt x="52" y="92"/>
                    <a:pt x="54" y="93"/>
                  </a:cubicBezTo>
                  <a:close/>
                  <a:moveTo>
                    <a:pt x="50" y="76"/>
                  </a:moveTo>
                  <a:cubicBezTo>
                    <a:pt x="48" y="76"/>
                    <a:pt x="47" y="78"/>
                    <a:pt x="48" y="78"/>
                  </a:cubicBezTo>
                  <a:cubicBezTo>
                    <a:pt x="50" y="78"/>
                    <a:pt x="51" y="78"/>
                    <a:pt x="51" y="77"/>
                  </a:cubicBezTo>
                  <a:cubicBezTo>
                    <a:pt x="52" y="76"/>
                    <a:pt x="51" y="75"/>
                    <a:pt x="50" y="76"/>
                  </a:cubicBezTo>
                  <a:close/>
                  <a:moveTo>
                    <a:pt x="75" y="73"/>
                  </a:moveTo>
                  <a:cubicBezTo>
                    <a:pt x="75" y="72"/>
                    <a:pt x="74" y="71"/>
                    <a:pt x="73" y="71"/>
                  </a:cubicBezTo>
                  <a:cubicBezTo>
                    <a:pt x="71" y="72"/>
                    <a:pt x="70" y="72"/>
                    <a:pt x="69" y="72"/>
                  </a:cubicBezTo>
                  <a:cubicBezTo>
                    <a:pt x="68" y="72"/>
                    <a:pt x="68" y="72"/>
                    <a:pt x="68" y="74"/>
                  </a:cubicBezTo>
                  <a:cubicBezTo>
                    <a:pt x="69" y="75"/>
                    <a:pt x="69" y="76"/>
                    <a:pt x="69" y="77"/>
                  </a:cubicBezTo>
                  <a:cubicBezTo>
                    <a:pt x="70" y="78"/>
                    <a:pt x="71" y="79"/>
                    <a:pt x="72" y="78"/>
                  </a:cubicBezTo>
                  <a:cubicBezTo>
                    <a:pt x="73" y="77"/>
                    <a:pt x="72" y="77"/>
                    <a:pt x="73" y="76"/>
                  </a:cubicBezTo>
                  <a:cubicBezTo>
                    <a:pt x="75" y="75"/>
                    <a:pt x="75" y="75"/>
                    <a:pt x="75" y="73"/>
                  </a:cubicBezTo>
                  <a:close/>
                  <a:moveTo>
                    <a:pt x="68" y="57"/>
                  </a:moveTo>
                  <a:cubicBezTo>
                    <a:pt x="67" y="56"/>
                    <a:pt x="65" y="54"/>
                    <a:pt x="65" y="54"/>
                  </a:cubicBezTo>
                  <a:cubicBezTo>
                    <a:pt x="64" y="54"/>
                    <a:pt x="63" y="54"/>
                    <a:pt x="62" y="56"/>
                  </a:cubicBezTo>
                  <a:cubicBezTo>
                    <a:pt x="62" y="56"/>
                    <a:pt x="62" y="56"/>
                    <a:pt x="63" y="57"/>
                  </a:cubicBezTo>
                  <a:cubicBezTo>
                    <a:pt x="65" y="57"/>
                    <a:pt x="64" y="58"/>
                    <a:pt x="66" y="58"/>
                  </a:cubicBezTo>
                  <a:cubicBezTo>
                    <a:pt x="67" y="59"/>
                    <a:pt x="69" y="59"/>
                    <a:pt x="68" y="57"/>
                  </a:cubicBezTo>
                  <a:close/>
                  <a:moveTo>
                    <a:pt x="81" y="59"/>
                  </a:moveTo>
                  <a:cubicBezTo>
                    <a:pt x="81" y="57"/>
                    <a:pt x="81" y="57"/>
                    <a:pt x="79" y="56"/>
                  </a:cubicBezTo>
                  <a:cubicBezTo>
                    <a:pt x="77" y="55"/>
                    <a:pt x="76" y="55"/>
                    <a:pt x="75" y="54"/>
                  </a:cubicBezTo>
                  <a:cubicBezTo>
                    <a:pt x="74" y="53"/>
                    <a:pt x="72" y="53"/>
                    <a:pt x="71" y="53"/>
                  </a:cubicBezTo>
                  <a:cubicBezTo>
                    <a:pt x="70" y="54"/>
                    <a:pt x="69" y="54"/>
                    <a:pt x="70" y="55"/>
                  </a:cubicBezTo>
                  <a:cubicBezTo>
                    <a:pt x="72" y="56"/>
                    <a:pt x="72" y="56"/>
                    <a:pt x="73" y="57"/>
                  </a:cubicBezTo>
                  <a:cubicBezTo>
                    <a:pt x="74" y="59"/>
                    <a:pt x="75" y="60"/>
                    <a:pt x="77" y="60"/>
                  </a:cubicBezTo>
                  <a:cubicBezTo>
                    <a:pt x="79" y="60"/>
                    <a:pt x="81" y="60"/>
                    <a:pt x="81" y="59"/>
                  </a:cubicBezTo>
                  <a:close/>
                  <a:moveTo>
                    <a:pt x="63" y="68"/>
                  </a:moveTo>
                  <a:cubicBezTo>
                    <a:pt x="62" y="69"/>
                    <a:pt x="62" y="69"/>
                    <a:pt x="62" y="70"/>
                  </a:cubicBezTo>
                  <a:cubicBezTo>
                    <a:pt x="63" y="70"/>
                    <a:pt x="67" y="69"/>
                    <a:pt x="67" y="69"/>
                  </a:cubicBezTo>
                  <a:cubicBezTo>
                    <a:pt x="67" y="68"/>
                    <a:pt x="65" y="67"/>
                    <a:pt x="63" y="6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0" name="Freeform 266">
              <a:extLst>
                <a:ext uri="{FF2B5EF4-FFF2-40B4-BE49-F238E27FC236}">
                  <a16:creationId xmlns:a16="http://schemas.microsoft.com/office/drawing/2014/main" id="{DBA1902E-7B6E-FAFE-69C0-2DB74FE34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614" y="3155893"/>
              <a:ext cx="2821" cy="7052"/>
            </a:xfrm>
            <a:custGeom>
              <a:avLst/>
              <a:gdLst>
                <a:gd name="T0" fmla="*/ 2 w 3"/>
                <a:gd name="T1" fmla="*/ 1 h 6"/>
                <a:gd name="T2" fmla="*/ 0 w 3"/>
                <a:gd name="T3" fmla="*/ 3 h 6"/>
                <a:gd name="T4" fmla="*/ 1 w 3"/>
                <a:gd name="T5" fmla="*/ 5 h 6"/>
                <a:gd name="T6" fmla="*/ 3 w 3"/>
                <a:gd name="T7" fmla="*/ 2 h 6"/>
                <a:gd name="T8" fmla="*/ 2 w 3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6">
                  <a:moveTo>
                    <a:pt x="2" y="1"/>
                  </a:moveTo>
                  <a:cubicBezTo>
                    <a:pt x="0" y="2"/>
                    <a:pt x="1" y="2"/>
                    <a:pt x="0" y="3"/>
                  </a:cubicBezTo>
                  <a:cubicBezTo>
                    <a:pt x="0" y="4"/>
                    <a:pt x="1" y="6"/>
                    <a:pt x="1" y="5"/>
                  </a:cubicBezTo>
                  <a:cubicBezTo>
                    <a:pt x="2" y="3"/>
                    <a:pt x="3" y="3"/>
                    <a:pt x="3" y="2"/>
                  </a:cubicBezTo>
                  <a:cubicBezTo>
                    <a:pt x="3" y="1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1" name="Freeform 267">
              <a:extLst>
                <a:ext uri="{FF2B5EF4-FFF2-40B4-BE49-F238E27FC236}">
                  <a16:creationId xmlns:a16="http://schemas.microsoft.com/office/drawing/2014/main" id="{6D4AE59A-B409-0AB7-EE89-C82DD8766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3411" y="3155893"/>
              <a:ext cx="12693" cy="22566"/>
            </a:xfrm>
            <a:custGeom>
              <a:avLst/>
              <a:gdLst>
                <a:gd name="T0" fmla="*/ 9 w 11"/>
                <a:gd name="T1" fmla="*/ 20 h 21"/>
                <a:gd name="T2" fmla="*/ 10 w 11"/>
                <a:gd name="T3" fmla="*/ 16 h 21"/>
                <a:gd name="T4" fmla="*/ 10 w 11"/>
                <a:gd name="T5" fmla="*/ 14 h 21"/>
                <a:gd name="T6" fmla="*/ 9 w 11"/>
                <a:gd name="T7" fmla="*/ 11 h 21"/>
                <a:gd name="T8" fmla="*/ 10 w 11"/>
                <a:gd name="T9" fmla="*/ 8 h 21"/>
                <a:gd name="T10" fmla="*/ 9 w 11"/>
                <a:gd name="T11" fmla="*/ 5 h 21"/>
                <a:gd name="T12" fmla="*/ 8 w 11"/>
                <a:gd name="T13" fmla="*/ 3 h 21"/>
                <a:gd name="T14" fmla="*/ 7 w 11"/>
                <a:gd name="T15" fmla="*/ 2 h 21"/>
                <a:gd name="T16" fmla="*/ 4 w 11"/>
                <a:gd name="T17" fmla="*/ 5 h 21"/>
                <a:gd name="T18" fmla="*/ 1 w 11"/>
                <a:gd name="T19" fmla="*/ 6 h 21"/>
                <a:gd name="T20" fmla="*/ 2 w 11"/>
                <a:gd name="T21" fmla="*/ 8 h 21"/>
                <a:gd name="T22" fmla="*/ 3 w 11"/>
                <a:gd name="T23" fmla="*/ 11 h 21"/>
                <a:gd name="T24" fmla="*/ 2 w 11"/>
                <a:gd name="T25" fmla="*/ 12 h 21"/>
                <a:gd name="T26" fmla="*/ 1 w 11"/>
                <a:gd name="T27" fmla="*/ 15 h 21"/>
                <a:gd name="T28" fmla="*/ 4 w 11"/>
                <a:gd name="T29" fmla="*/ 17 h 21"/>
                <a:gd name="T30" fmla="*/ 6 w 11"/>
                <a:gd name="T31" fmla="*/ 20 h 21"/>
                <a:gd name="T32" fmla="*/ 9 w 11"/>
                <a:gd name="T33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21">
                  <a:moveTo>
                    <a:pt x="9" y="20"/>
                  </a:moveTo>
                  <a:cubicBezTo>
                    <a:pt x="10" y="18"/>
                    <a:pt x="9" y="17"/>
                    <a:pt x="10" y="16"/>
                  </a:cubicBezTo>
                  <a:cubicBezTo>
                    <a:pt x="11" y="15"/>
                    <a:pt x="11" y="15"/>
                    <a:pt x="10" y="14"/>
                  </a:cubicBezTo>
                  <a:cubicBezTo>
                    <a:pt x="9" y="13"/>
                    <a:pt x="8" y="13"/>
                    <a:pt x="9" y="11"/>
                  </a:cubicBezTo>
                  <a:cubicBezTo>
                    <a:pt x="10" y="9"/>
                    <a:pt x="11" y="10"/>
                    <a:pt x="10" y="8"/>
                  </a:cubicBezTo>
                  <a:cubicBezTo>
                    <a:pt x="10" y="6"/>
                    <a:pt x="10" y="6"/>
                    <a:pt x="9" y="5"/>
                  </a:cubicBezTo>
                  <a:cubicBezTo>
                    <a:pt x="8" y="4"/>
                    <a:pt x="8" y="5"/>
                    <a:pt x="8" y="3"/>
                  </a:cubicBezTo>
                  <a:cubicBezTo>
                    <a:pt x="8" y="2"/>
                    <a:pt x="8" y="0"/>
                    <a:pt x="7" y="2"/>
                  </a:cubicBezTo>
                  <a:cubicBezTo>
                    <a:pt x="5" y="3"/>
                    <a:pt x="6" y="4"/>
                    <a:pt x="4" y="5"/>
                  </a:cubicBezTo>
                  <a:cubicBezTo>
                    <a:pt x="3" y="6"/>
                    <a:pt x="1" y="5"/>
                    <a:pt x="1" y="6"/>
                  </a:cubicBezTo>
                  <a:cubicBezTo>
                    <a:pt x="1" y="7"/>
                    <a:pt x="0" y="7"/>
                    <a:pt x="2" y="8"/>
                  </a:cubicBezTo>
                  <a:cubicBezTo>
                    <a:pt x="4" y="9"/>
                    <a:pt x="4" y="9"/>
                    <a:pt x="3" y="11"/>
                  </a:cubicBezTo>
                  <a:cubicBezTo>
                    <a:pt x="3" y="12"/>
                    <a:pt x="2" y="11"/>
                    <a:pt x="2" y="12"/>
                  </a:cubicBezTo>
                  <a:cubicBezTo>
                    <a:pt x="1" y="14"/>
                    <a:pt x="0" y="14"/>
                    <a:pt x="1" y="15"/>
                  </a:cubicBezTo>
                  <a:cubicBezTo>
                    <a:pt x="3" y="17"/>
                    <a:pt x="2" y="16"/>
                    <a:pt x="4" y="17"/>
                  </a:cubicBezTo>
                  <a:cubicBezTo>
                    <a:pt x="5" y="18"/>
                    <a:pt x="5" y="19"/>
                    <a:pt x="6" y="20"/>
                  </a:cubicBezTo>
                  <a:cubicBezTo>
                    <a:pt x="7" y="21"/>
                    <a:pt x="8" y="21"/>
                    <a:pt x="9" y="2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2" name="Freeform 268">
              <a:extLst>
                <a:ext uri="{FF2B5EF4-FFF2-40B4-BE49-F238E27FC236}">
                  <a16:creationId xmlns:a16="http://schemas.microsoft.com/office/drawing/2014/main" id="{945E0B80-7101-4C77-3438-ED3ED8F4C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9180" y="3172818"/>
              <a:ext cx="11283" cy="16925"/>
            </a:xfrm>
            <a:custGeom>
              <a:avLst/>
              <a:gdLst>
                <a:gd name="T0" fmla="*/ 3 w 10"/>
                <a:gd name="T1" fmla="*/ 8 h 16"/>
                <a:gd name="T2" fmla="*/ 1 w 10"/>
                <a:gd name="T3" fmla="*/ 10 h 16"/>
                <a:gd name="T4" fmla="*/ 1 w 10"/>
                <a:gd name="T5" fmla="*/ 13 h 16"/>
                <a:gd name="T6" fmla="*/ 3 w 10"/>
                <a:gd name="T7" fmla="*/ 16 h 16"/>
                <a:gd name="T8" fmla="*/ 5 w 10"/>
                <a:gd name="T9" fmla="*/ 13 h 16"/>
                <a:gd name="T10" fmla="*/ 7 w 10"/>
                <a:gd name="T11" fmla="*/ 11 h 16"/>
                <a:gd name="T12" fmla="*/ 9 w 10"/>
                <a:gd name="T13" fmla="*/ 10 h 16"/>
                <a:gd name="T14" fmla="*/ 8 w 10"/>
                <a:gd name="T15" fmla="*/ 7 h 16"/>
                <a:gd name="T16" fmla="*/ 6 w 10"/>
                <a:gd name="T17" fmla="*/ 5 h 16"/>
                <a:gd name="T18" fmla="*/ 4 w 10"/>
                <a:gd name="T19" fmla="*/ 3 h 16"/>
                <a:gd name="T20" fmla="*/ 2 w 10"/>
                <a:gd name="T21" fmla="*/ 5 h 16"/>
                <a:gd name="T22" fmla="*/ 4 w 10"/>
                <a:gd name="T23" fmla="*/ 6 h 16"/>
                <a:gd name="T24" fmla="*/ 3 w 10"/>
                <a:gd name="T25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6">
                  <a:moveTo>
                    <a:pt x="3" y="8"/>
                  </a:moveTo>
                  <a:cubicBezTo>
                    <a:pt x="1" y="8"/>
                    <a:pt x="2" y="9"/>
                    <a:pt x="1" y="10"/>
                  </a:cubicBezTo>
                  <a:cubicBezTo>
                    <a:pt x="0" y="11"/>
                    <a:pt x="0" y="12"/>
                    <a:pt x="1" y="13"/>
                  </a:cubicBezTo>
                  <a:cubicBezTo>
                    <a:pt x="1" y="15"/>
                    <a:pt x="2" y="16"/>
                    <a:pt x="3" y="16"/>
                  </a:cubicBezTo>
                  <a:cubicBezTo>
                    <a:pt x="4" y="16"/>
                    <a:pt x="5" y="15"/>
                    <a:pt x="5" y="13"/>
                  </a:cubicBezTo>
                  <a:cubicBezTo>
                    <a:pt x="6" y="11"/>
                    <a:pt x="7" y="12"/>
                    <a:pt x="7" y="11"/>
                  </a:cubicBezTo>
                  <a:cubicBezTo>
                    <a:pt x="8" y="11"/>
                    <a:pt x="9" y="11"/>
                    <a:pt x="9" y="10"/>
                  </a:cubicBezTo>
                  <a:cubicBezTo>
                    <a:pt x="10" y="9"/>
                    <a:pt x="9" y="9"/>
                    <a:pt x="8" y="7"/>
                  </a:cubicBezTo>
                  <a:cubicBezTo>
                    <a:pt x="7" y="5"/>
                    <a:pt x="7" y="6"/>
                    <a:pt x="6" y="5"/>
                  </a:cubicBezTo>
                  <a:cubicBezTo>
                    <a:pt x="4" y="4"/>
                    <a:pt x="5" y="4"/>
                    <a:pt x="4" y="3"/>
                  </a:cubicBezTo>
                  <a:cubicBezTo>
                    <a:pt x="3" y="0"/>
                    <a:pt x="2" y="3"/>
                    <a:pt x="2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5" y="7"/>
                    <a:pt x="4" y="7"/>
                    <a:pt x="3" y="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3" name="Freeform 269">
              <a:extLst>
                <a:ext uri="{FF2B5EF4-FFF2-40B4-BE49-F238E27FC236}">
                  <a16:creationId xmlns:a16="http://schemas.microsoft.com/office/drawing/2014/main" id="{DC5139B3-60BE-E882-F7A7-FABC2E632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878" y="1669345"/>
              <a:ext cx="9873" cy="7052"/>
            </a:xfrm>
            <a:custGeom>
              <a:avLst/>
              <a:gdLst>
                <a:gd name="T0" fmla="*/ 6 w 9"/>
                <a:gd name="T1" fmla="*/ 7 h 7"/>
                <a:gd name="T2" fmla="*/ 8 w 9"/>
                <a:gd name="T3" fmla="*/ 4 h 7"/>
                <a:gd name="T4" fmla="*/ 5 w 9"/>
                <a:gd name="T5" fmla="*/ 2 h 7"/>
                <a:gd name="T6" fmla="*/ 2 w 9"/>
                <a:gd name="T7" fmla="*/ 1 h 7"/>
                <a:gd name="T8" fmla="*/ 2 w 9"/>
                <a:gd name="T9" fmla="*/ 5 h 7"/>
                <a:gd name="T10" fmla="*/ 6 w 9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7">
                  <a:moveTo>
                    <a:pt x="6" y="7"/>
                  </a:moveTo>
                  <a:cubicBezTo>
                    <a:pt x="7" y="6"/>
                    <a:pt x="9" y="5"/>
                    <a:pt x="8" y="4"/>
                  </a:cubicBezTo>
                  <a:cubicBezTo>
                    <a:pt x="8" y="3"/>
                    <a:pt x="6" y="4"/>
                    <a:pt x="5" y="2"/>
                  </a:cubicBezTo>
                  <a:cubicBezTo>
                    <a:pt x="4" y="1"/>
                    <a:pt x="2" y="0"/>
                    <a:pt x="2" y="1"/>
                  </a:cubicBezTo>
                  <a:cubicBezTo>
                    <a:pt x="2" y="3"/>
                    <a:pt x="0" y="4"/>
                    <a:pt x="2" y="5"/>
                  </a:cubicBezTo>
                  <a:cubicBezTo>
                    <a:pt x="4" y="6"/>
                    <a:pt x="5" y="7"/>
                    <a:pt x="6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4" name="Freeform 270">
              <a:extLst>
                <a:ext uri="{FF2B5EF4-FFF2-40B4-BE49-F238E27FC236}">
                  <a16:creationId xmlns:a16="http://schemas.microsoft.com/office/drawing/2014/main" id="{27F23E45-43F3-9234-C93A-51203727FD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03197" y="3110761"/>
              <a:ext cx="176298" cy="190402"/>
            </a:xfrm>
            <a:custGeom>
              <a:avLst/>
              <a:gdLst>
                <a:gd name="T0" fmla="*/ 3 w 161"/>
                <a:gd name="T1" fmla="*/ 4 h 177"/>
                <a:gd name="T2" fmla="*/ 148 w 161"/>
                <a:gd name="T3" fmla="*/ 145 h 177"/>
                <a:gd name="T4" fmla="*/ 146 w 161"/>
                <a:gd name="T5" fmla="*/ 150 h 177"/>
                <a:gd name="T6" fmla="*/ 161 w 161"/>
                <a:gd name="T7" fmla="*/ 155 h 177"/>
                <a:gd name="T8" fmla="*/ 153 w 161"/>
                <a:gd name="T9" fmla="*/ 134 h 177"/>
                <a:gd name="T10" fmla="*/ 153 w 161"/>
                <a:gd name="T11" fmla="*/ 134 h 177"/>
                <a:gd name="T12" fmla="*/ 135 w 161"/>
                <a:gd name="T13" fmla="*/ 115 h 177"/>
                <a:gd name="T14" fmla="*/ 126 w 161"/>
                <a:gd name="T15" fmla="*/ 104 h 177"/>
                <a:gd name="T16" fmla="*/ 130 w 161"/>
                <a:gd name="T17" fmla="*/ 121 h 177"/>
                <a:gd name="T18" fmla="*/ 141 w 161"/>
                <a:gd name="T19" fmla="*/ 127 h 177"/>
                <a:gd name="T20" fmla="*/ 119 w 161"/>
                <a:gd name="T21" fmla="*/ 118 h 177"/>
                <a:gd name="T22" fmla="*/ 118 w 161"/>
                <a:gd name="T23" fmla="*/ 119 h 177"/>
                <a:gd name="T24" fmla="*/ 95 w 161"/>
                <a:gd name="T25" fmla="*/ 120 h 177"/>
                <a:gd name="T26" fmla="*/ 123 w 161"/>
                <a:gd name="T27" fmla="*/ 129 h 177"/>
                <a:gd name="T28" fmla="*/ 110 w 161"/>
                <a:gd name="T29" fmla="*/ 125 h 177"/>
                <a:gd name="T30" fmla="*/ 107 w 161"/>
                <a:gd name="T31" fmla="*/ 131 h 177"/>
                <a:gd name="T32" fmla="*/ 124 w 161"/>
                <a:gd name="T33" fmla="*/ 136 h 177"/>
                <a:gd name="T34" fmla="*/ 123 w 161"/>
                <a:gd name="T35" fmla="*/ 129 h 177"/>
                <a:gd name="T36" fmla="*/ 113 w 161"/>
                <a:gd name="T37" fmla="*/ 170 h 177"/>
                <a:gd name="T38" fmla="*/ 122 w 161"/>
                <a:gd name="T39" fmla="*/ 177 h 177"/>
                <a:gd name="T40" fmla="*/ 110 w 161"/>
                <a:gd name="T41" fmla="*/ 107 h 177"/>
                <a:gd name="T42" fmla="*/ 103 w 161"/>
                <a:gd name="T43" fmla="*/ 98 h 177"/>
                <a:gd name="T44" fmla="*/ 87 w 161"/>
                <a:gd name="T45" fmla="*/ 88 h 177"/>
                <a:gd name="T46" fmla="*/ 79 w 161"/>
                <a:gd name="T47" fmla="*/ 88 h 177"/>
                <a:gd name="T48" fmla="*/ 92 w 161"/>
                <a:gd name="T49" fmla="*/ 98 h 177"/>
                <a:gd name="T50" fmla="*/ 106 w 161"/>
                <a:gd name="T51" fmla="*/ 105 h 177"/>
                <a:gd name="T52" fmla="*/ 70 w 161"/>
                <a:gd name="T53" fmla="*/ 110 h 177"/>
                <a:gd name="T54" fmla="*/ 71 w 161"/>
                <a:gd name="T55" fmla="*/ 108 h 177"/>
                <a:gd name="T56" fmla="*/ 54 w 161"/>
                <a:gd name="T57" fmla="*/ 78 h 177"/>
                <a:gd name="T58" fmla="*/ 42 w 161"/>
                <a:gd name="T59" fmla="*/ 70 h 177"/>
                <a:gd name="T60" fmla="*/ 48 w 161"/>
                <a:gd name="T61" fmla="*/ 79 h 177"/>
                <a:gd name="T62" fmla="*/ 43 w 161"/>
                <a:gd name="T63" fmla="*/ 89 h 177"/>
                <a:gd name="T64" fmla="*/ 46 w 161"/>
                <a:gd name="T65" fmla="*/ 92 h 177"/>
                <a:gd name="T66" fmla="*/ 41 w 161"/>
                <a:gd name="T67" fmla="*/ 98 h 177"/>
                <a:gd name="T68" fmla="*/ 41 w 161"/>
                <a:gd name="T69" fmla="*/ 96 h 177"/>
                <a:gd name="T70" fmla="*/ 56 w 161"/>
                <a:gd name="T71" fmla="*/ 110 h 177"/>
                <a:gd name="T72" fmla="*/ 59 w 161"/>
                <a:gd name="T73" fmla="*/ 108 h 177"/>
                <a:gd name="T74" fmla="*/ 53 w 161"/>
                <a:gd name="T75" fmla="*/ 98 h 177"/>
                <a:gd name="T76" fmla="*/ 51 w 161"/>
                <a:gd name="T77" fmla="*/ 95 h 177"/>
                <a:gd name="T78" fmla="*/ 60 w 161"/>
                <a:gd name="T79" fmla="*/ 97 h 177"/>
                <a:gd name="T80" fmla="*/ 64 w 161"/>
                <a:gd name="T81" fmla="*/ 104 h 177"/>
                <a:gd name="T82" fmla="*/ 67 w 161"/>
                <a:gd name="T83" fmla="*/ 101 h 177"/>
                <a:gd name="T84" fmla="*/ 3 w 161"/>
                <a:gd name="T85" fmla="*/ 40 h 177"/>
                <a:gd name="T86" fmla="*/ 25 w 161"/>
                <a:gd name="T87" fmla="*/ 61 h 177"/>
                <a:gd name="T88" fmla="*/ 10 w 161"/>
                <a:gd name="T89" fmla="*/ 45 h 177"/>
                <a:gd name="T90" fmla="*/ 4 w 161"/>
                <a:gd name="T91" fmla="*/ 54 h 177"/>
                <a:gd name="T92" fmla="*/ 16 w 161"/>
                <a:gd name="T93" fmla="*/ 67 h 177"/>
                <a:gd name="T94" fmla="*/ 27 w 161"/>
                <a:gd name="T95" fmla="*/ 72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61" h="177">
                  <a:moveTo>
                    <a:pt x="5" y="3"/>
                  </a:moveTo>
                  <a:cubicBezTo>
                    <a:pt x="5" y="2"/>
                    <a:pt x="4" y="0"/>
                    <a:pt x="3" y="1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4" y="4"/>
                    <a:pt x="5" y="4"/>
                    <a:pt x="5" y="3"/>
                  </a:cubicBezTo>
                  <a:close/>
                  <a:moveTo>
                    <a:pt x="154" y="148"/>
                  </a:moveTo>
                  <a:cubicBezTo>
                    <a:pt x="152" y="146"/>
                    <a:pt x="151" y="145"/>
                    <a:pt x="148" y="145"/>
                  </a:cubicBezTo>
                  <a:cubicBezTo>
                    <a:pt x="145" y="145"/>
                    <a:pt x="141" y="142"/>
                    <a:pt x="141" y="143"/>
                  </a:cubicBezTo>
                  <a:cubicBezTo>
                    <a:pt x="141" y="145"/>
                    <a:pt x="141" y="146"/>
                    <a:pt x="142" y="147"/>
                  </a:cubicBezTo>
                  <a:cubicBezTo>
                    <a:pt x="144" y="148"/>
                    <a:pt x="145" y="148"/>
                    <a:pt x="146" y="150"/>
                  </a:cubicBezTo>
                  <a:cubicBezTo>
                    <a:pt x="147" y="151"/>
                    <a:pt x="146" y="151"/>
                    <a:pt x="149" y="153"/>
                  </a:cubicBezTo>
                  <a:cubicBezTo>
                    <a:pt x="153" y="154"/>
                    <a:pt x="153" y="153"/>
                    <a:pt x="155" y="154"/>
                  </a:cubicBezTo>
                  <a:cubicBezTo>
                    <a:pt x="157" y="155"/>
                    <a:pt x="160" y="156"/>
                    <a:pt x="161" y="155"/>
                  </a:cubicBezTo>
                  <a:cubicBezTo>
                    <a:pt x="161" y="154"/>
                    <a:pt x="160" y="154"/>
                    <a:pt x="159" y="151"/>
                  </a:cubicBezTo>
                  <a:cubicBezTo>
                    <a:pt x="157" y="149"/>
                    <a:pt x="156" y="150"/>
                    <a:pt x="154" y="148"/>
                  </a:cubicBezTo>
                  <a:close/>
                  <a:moveTo>
                    <a:pt x="153" y="134"/>
                  </a:moveTo>
                  <a:cubicBezTo>
                    <a:pt x="154" y="132"/>
                    <a:pt x="153" y="130"/>
                    <a:pt x="152" y="131"/>
                  </a:cubicBezTo>
                  <a:cubicBezTo>
                    <a:pt x="151" y="132"/>
                    <a:pt x="151" y="133"/>
                    <a:pt x="151" y="134"/>
                  </a:cubicBezTo>
                  <a:cubicBezTo>
                    <a:pt x="152" y="134"/>
                    <a:pt x="153" y="135"/>
                    <a:pt x="153" y="134"/>
                  </a:cubicBezTo>
                  <a:close/>
                  <a:moveTo>
                    <a:pt x="141" y="127"/>
                  </a:moveTo>
                  <a:cubicBezTo>
                    <a:pt x="140" y="126"/>
                    <a:pt x="139" y="124"/>
                    <a:pt x="139" y="122"/>
                  </a:cubicBezTo>
                  <a:cubicBezTo>
                    <a:pt x="139" y="121"/>
                    <a:pt x="136" y="117"/>
                    <a:pt x="135" y="115"/>
                  </a:cubicBezTo>
                  <a:cubicBezTo>
                    <a:pt x="134" y="113"/>
                    <a:pt x="135" y="112"/>
                    <a:pt x="134" y="110"/>
                  </a:cubicBezTo>
                  <a:cubicBezTo>
                    <a:pt x="133" y="108"/>
                    <a:pt x="133" y="109"/>
                    <a:pt x="131" y="107"/>
                  </a:cubicBezTo>
                  <a:cubicBezTo>
                    <a:pt x="130" y="104"/>
                    <a:pt x="128" y="102"/>
                    <a:pt x="126" y="104"/>
                  </a:cubicBezTo>
                  <a:cubicBezTo>
                    <a:pt x="126" y="106"/>
                    <a:pt x="126" y="106"/>
                    <a:pt x="127" y="109"/>
                  </a:cubicBezTo>
                  <a:cubicBezTo>
                    <a:pt x="128" y="112"/>
                    <a:pt x="129" y="111"/>
                    <a:pt x="129" y="115"/>
                  </a:cubicBezTo>
                  <a:cubicBezTo>
                    <a:pt x="129" y="119"/>
                    <a:pt x="128" y="119"/>
                    <a:pt x="130" y="121"/>
                  </a:cubicBezTo>
                  <a:cubicBezTo>
                    <a:pt x="133" y="122"/>
                    <a:pt x="133" y="120"/>
                    <a:pt x="135" y="123"/>
                  </a:cubicBezTo>
                  <a:cubicBezTo>
                    <a:pt x="137" y="126"/>
                    <a:pt x="137" y="128"/>
                    <a:pt x="139" y="128"/>
                  </a:cubicBezTo>
                  <a:cubicBezTo>
                    <a:pt x="141" y="129"/>
                    <a:pt x="143" y="129"/>
                    <a:pt x="141" y="127"/>
                  </a:cubicBezTo>
                  <a:close/>
                  <a:moveTo>
                    <a:pt x="118" y="119"/>
                  </a:moveTo>
                  <a:cubicBezTo>
                    <a:pt x="119" y="120"/>
                    <a:pt x="121" y="121"/>
                    <a:pt x="121" y="120"/>
                  </a:cubicBezTo>
                  <a:cubicBezTo>
                    <a:pt x="121" y="119"/>
                    <a:pt x="120" y="120"/>
                    <a:pt x="119" y="118"/>
                  </a:cubicBezTo>
                  <a:cubicBezTo>
                    <a:pt x="118" y="116"/>
                    <a:pt x="116" y="116"/>
                    <a:pt x="116" y="117"/>
                  </a:cubicBezTo>
                  <a:cubicBezTo>
                    <a:pt x="115" y="118"/>
                    <a:pt x="116" y="118"/>
                    <a:pt x="117" y="119"/>
                  </a:cubicBezTo>
                  <a:cubicBezTo>
                    <a:pt x="118" y="119"/>
                    <a:pt x="118" y="119"/>
                    <a:pt x="118" y="119"/>
                  </a:cubicBezTo>
                  <a:close/>
                  <a:moveTo>
                    <a:pt x="94" y="118"/>
                  </a:moveTo>
                  <a:cubicBezTo>
                    <a:pt x="93" y="119"/>
                    <a:pt x="93" y="119"/>
                    <a:pt x="93" y="119"/>
                  </a:cubicBezTo>
                  <a:cubicBezTo>
                    <a:pt x="93" y="120"/>
                    <a:pt x="94" y="121"/>
                    <a:pt x="95" y="120"/>
                  </a:cubicBezTo>
                  <a:cubicBezTo>
                    <a:pt x="96" y="120"/>
                    <a:pt x="96" y="120"/>
                    <a:pt x="97" y="119"/>
                  </a:cubicBezTo>
                  <a:cubicBezTo>
                    <a:pt x="97" y="117"/>
                    <a:pt x="95" y="117"/>
                    <a:pt x="94" y="118"/>
                  </a:cubicBezTo>
                  <a:close/>
                  <a:moveTo>
                    <a:pt x="123" y="129"/>
                  </a:moveTo>
                  <a:cubicBezTo>
                    <a:pt x="121" y="128"/>
                    <a:pt x="121" y="128"/>
                    <a:pt x="118" y="127"/>
                  </a:cubicBezTo>
                  <a:cubicBezTo>
                    <a:pt x="116" y="126"/>
                    <a:pt x="116" y="126"/>
                    <a:pt x="113" y="126"/>
                  </a:cubicBezTo>
                  <a:cubicBezTo>
                    <a:pt x="110" y="126"/>
                    <a:pt x="112" y="126"/>
                    <a:pt x="110" y="125"/>
                  </a:cubicBezTo>
                  <a:cubicBezTo>
                    <a:pt x="108" y="124"/>
                    <a:pt x="107" y="123"/>
                    <a:pt x="106" y="124"/>
                  </a:cubicBezTo>
                  <a:cubicBezTo>
                    <a:pt x="105" y="124"/>
                    <a:pt x="105" y="125"/>
                    <a:pt x="105" y="128"/>
                  </a:cubicBezTo>
                  <a:cubicBezTo>
                    <a:pt x="104" y="130"/>
                    <a:pt x="106" y="129"/>
                    <a:pt x="107" y="131"/>
                  </a:cubicBezTo>
                  <a:cubicBezTo>
                    <a:pt x="107" y="132"/>
                    <a:pt x="108" y="132"/>
                    <a:pt x="110" y="134"/>
                  </a:cubicBezTo>
                  <a:cubicBezTo>
                    <a:pt x="112" y="135"/>
                    <a:pt x="114" y="134"/>
                    <a:pt x="117" y="134"/>
                  </a:cubicBezTo>
                  <a:cubicBezTo>
                    <a:pt x="119" y="134"/>
                    <a:pt x="121" y="135"/>
                    <a:pt x="124" y="136"/>
                  </a:cubicBezTo>
                  <a:cubicBezTo>
                    <a:pt x="126" y="138"/>
                    <a:pt x="127" y="136"/>
                    <a:pt x="127" y="135"/>
                  </a:cubicBezTo>
                  <a:cubicBezTo>
                    <a:pt x="128" y="134"/>
                    <a:pt x="128" y="133"/>
                    <a:pt x="127" y="131"/>
                  </a:cubicBezTo>
                  <a:cubicBezTo>
                    <a:pt x="126" y="130"/>
                    <a:pt x="125" y="131"/>
                    <a:pt x="123" y="129"/>
                  </a:cubicBezTo>
                  <a:close/>
                  <a:moveTo>
                    <a:pt x="120" y="173"/>
                  </a:moveTo>
                  <a:cubicBezTo>
                    <a:pt x="119" y="172"/>
                    <a:pt x="117" y="172"/>
                    <a:pt x="117" y="171"/>
                  </a:cubicBezTo>
                  <a:cubicBezTo>
                    <a:pt x="116" y="170"/>
                    <a:pt x="113" y="169"/>
                    <a:pt x="113" y="170"/>
                  </a:cubicBezTo>
                  <a:cubicBezTo>
                    <a:pt x="113" y="172"/>
                    <a:pt x="114" y="172"/>
                    <a:pt x="115" y="173"/>
                  </a:cubicBezTo>
                  <a:cubicBezTo>
                    <a:pt x="117" y="173"/>
                    <a:pt x="118" y="173"/>
                    <a:pt x="119" y="174"/>
                  </a:cubicBezTo>
                  <a:cubicBezTo>
                    <a:pt x="120" y="176"/>
                    <a:pt x="120" y="177"/>
                    <a:pt x="122" y="177"/>
                  </a:cubicBezTo>
                  <a:cubicBezTo>
                    <a:pt x="123" y="176"/>
                    <a:pt x="123" y="176"/>
                    <a:pt x="122" y="174"/>
                  </a:cubicBezTo>
                  <a:cubicBezTo>
                    <a:pt x="121" y="173"/>
                    <a:pt x="121" y="173"/>
                    <a:pt x="120" y="173"/>
                  </a:cubicBezTo>
                  <a:close/>
                  <a:moveTo>
                    <a:pt x="110" y="107"/>
                  </a:moveTo>
                  <a:cubicBezTo>
                    <a:pt x="112" y="107"/>
                    <a:pt x="110" y="107"/>
                    <a:pt x="110" y="105"/>
                  </a:cubicBezTo>
                  <a:cubicBezTo>
                    <a:pt x="109" y="103"/>
                    <a:pt x="108" y="103"/>
                    <a:pt x="106" y="101"/>
                  </a:cubicBezTo>
                  <a:cubicBezTo>
                    <a:pt x="103" y="100"/>
                    <a:pt x="105" y="100"/>
                    <a:pt x="103" y="98"/>
                  </a:cubicBezTo>
                  <a:cubicBezTo>
                    <a:pt x="102" y="96"/>
                    <a:pt x="101" y="96"/>
                    <a:pt x="98" y="95"/>
                  </a:cubicBezTo>
                  <a:cubicBezTo>
                    <a:pt x="95" y="95"/>
                    <a:pt x="95" y="95"/>
                    <a:pt x="93" y="93"/>
                  </a:cubicBezTo>
                  <a:cubicBezTo>
                    <a:pt x="90" y="91"/>
                    <a:pt x="91" y="91"/>
                    <a:pt x="87" y="88"/>
                  </a:cubicBezTo>
                  <a:cubicBezTo>
                    <a:pt x="85" y="86"/>
                    <a:pt x="83" y="88"/>
                    <a:pt x="82" y="87"/>
                  </a:cubicBezTo>
                  <a:cubicBezTo>
                    <a:pt x="81" y="87"/>
                    <a:pt x="80" y="87"/>
                    <a:pt x="78" y="86"/>
                  </a:cubicBezTo>
                  <a:cubicBezTo>
                    <a:pt x="77" y="86"/>
                    <a:pt x="78" y="87"/>
                    <a:pt x="79" y="88"/>
                  </a:cubicBezTo>
                  <a:cubicBezTo>
                    <a:pt x="80" y="89"/>
                    <a:pt x="80" y="88"/>
                    <a:pt x="82" y="90"/>
                  </a:cubicBezTo>
                  <a:cubicBezTo>
                    <a:pt x="85" y="92"/>
                    <a:pt x="86" y="92"/>
                    <a:pt x="88" y="94"/>
                  </a:cubicBezTo>
                  <a:cubicBezTo>
                    <a:pt x="91" y="95"/>
                    <a:pt x="91" y="96"/>
                    <a:pt x="92" y="98"/>
                  </a:cubicBezTo>
                  <a:cubicBezTo>
                    <a:pt x="94" y="100"/>
                    <a:pt x="95" y="98"/>
                    <a:pt x="97" y="99"/>
                  </a:cubicBezTo>
                  <a:cubicBezTo>
                    <a:pt x="99" y="100"/>
                    <a:pt x="99" y="102"/>
                    <a:pt x="102" y="103"/>
                  </a:cubicBezTo>
                  <a:cubicBezTo>
                    <a:pt x="105" y="105"/>
                    <a:pt x="105" y="104"/>
                    <a:pt x="106" y="105"/>
                  </a:cubicBezTo>
                  <a:cubicBezTo>
                    <a:pt x="107" y="106"/>
                    <a:pt x="108" y="107"/>
                    <a:pt x="110" y="107"/>
                  </a:cubicBezTo>
                  <a:close/>
                  <a:moveTo>
                    <a:pt x="71" y="108"/>
                  </a:moveTo>
                  <a:cubicBezTo>
                    <a:pt x="70" y="108"/>
                    <a:pt x="70" y="109"/>
                    <a:pt x="70" y="110"/>
                  </a:cubicBezTo>
                  <a:cubicBezTo>
                    <a:pt x="71" y="111"/>
                    <a:pt x="71" y="111"/>
                    <a:pt x="72" y="111"/>
                  </a:cubicBezTo>
                  <a:cubicBezTo>
                    <a:pt x="73" y="110"/>
                    <a:pt x="73" y="110"/>
                    <a:pt x="74" y="109"/>
                  </a:cubicBezTo>
                  <a:cubicBezTo>
                    <a:pt x="75" y="108"/>
                    <a:pt x="73" y="107"/>
                    <a:pt x="71" y="108"/>
                  </a:cubicBezTo>
                  <a:close/>
                  <a:moveTo>
                    <a:pt x="56" y="82"/>
                  </a:moveTo>
                  <a:cubicBezTo>
                    <a:pt x="60" y="82"/>
                    <a:pt x="59" y="81"/>
                    <a:pt x="57" y="81"/>
                  </a:cubicBezTo>
                  <a:cubicBezTo>
                    <a:pt x="56" y="80"/>
                    <a:pt x="54" y="79"/>
                    <a:pt x="54" y="78"/>
                  </a:cubicBezTo>
                  <a:cubicBezTo>
                    <a:pt x="54" y="77"/>
                    <a:pt x="54" y="76"/>
                    <a:pt x="52" y="75"/>
                  </a:cubicBezTo>
                  <a:cubicBezTo>
                    <a:pt x="51" y="74"/>
                    <a:pt x="49" y="74"/>
                    <a:pt x="48" y="73"/>
                  </a:cubicBezTo>
                  <a:cubicBezTo>
                    <a:pt x="47" y="71"/>
                    <a:pt x="43" y="69"/>
                    <a:pt x="42" y="70"/>
                  </a:cubicBezTo>
                  <a:cubicBezTo>
                    <a:pt x="42" y="72"/>
                    <a:pt x="42" y="72"/>
                    <a:pt x="43" y="73"/>
                  </a:cubicBezTo>
                  <a:cubicBezTo>
                    <a:pt x="45" y="74"/>
                    <a:pt x="46" y="74"/>
                    <a:pt x="46" y="76"/>
                  </a:cubicBezTo>
                  <a:cubicBezTo>
                    <a:pt x="47" y="77"/>
                    <a:pt x="47" y="78"/>
                    <a:pt x="48" y="79"/>
                  </a:cubicBezTo>
                  <a:cubicBezTo>
                    <a:pt x="50" y="80"/>
                    <a:pt x="49" y="81"/>
                    <a:pt x="51" y="82"/>
                  </a:cubicBezTo>
                  <a:cubicBezTo>
                    <a:pt x="53" y="83"/>
                    <a:pt x="52" y="82"/>
                    <a:pt x="56" y="82"/>
                  </a:cubicBezTo>
                  <a:close/>
                  <a:moveTo>
                    <a:pt x="43" y="89"/>
                  </a:moveTo>
                  <a:cubicBezTo>
                    <a:pt x="43" y="90"/>
                    <a:pt x="43" y="90"/>
                    <a:pt x="43" y="91"/>
                  </a:cubicBezTo>
                  <a:cubicBezTo>
                    <a:pt x="44" y="91"/>
                    <a:pt x="44" y="92"/>
                    <a:pt x="44" y="93"/>
                  </a:cubicBezTo>
                  <a:cubicBezTo>
                    <a:pt x="45" y="93"/>
                    <a:pt x="46" y="93"/>
                    <a:pt x="46" y="92"/>
                  </a:cubicBezTo>
                  <a:cubicBezTo>
                    <a:pt x="47" y="91"/>
                    <a:pt x="44" y="88"/>
                    <a:pt x="43" y="89"/>
                  </a:cubicBezTo>
                  <a:close/>
                  <a:moveTo>
                    <a:pt x="41" y="96"/>
                  </a:moveTo>
                  <a:cubicBezTo>
                    <a:pt x="41" y="97"/>
                    <a:pt x="41" y="97"/>
                    <a:pt x="41" y="98"/>
                  </a:cubicBezTo>
                  <a:cubicBezTo>
                    <a:pt x="42" y="100"/>
                    <a:pt x="41" y="101"/>
                    <a:pt x="42" y="101"/>
                  </a:cubicBezTo>
                  <a:cubicBezTo>
                    <a:pt x="43" y="101"/>
                    <a:pt x="43" y="100"/>
                    <a:pt x="43" y="99"/>
                  </a:cubicBezTo>
                  <a:cubicBezTo>
                    <a:pt x="43" y="98"/>
                    <a:pt x="42" y="96"/>
                    <a:pt x="41" y="96"/>
                  </a:cubicBezTo>
                  <a:close/>
                  <a:moveTo>
                    <a:pt x="59" y="108"/>
                  </a:moveTo>
                  <a:cubicBezTo>
                    <a:pt x="58" y="106"/>
                    <a:pt x="56" y="106"/>
                    <a:pt x="56" y="107"/>
                  </a:cubicBezTo>
                  <a:cubicBezTo>
                    <a:pt x="55" y="107"/>
                    <a:pt x="54" y="109"/>
                    <a:pt x="56" y="110"/>
                  </a:cubicBezTo>
                  <a:cubicBezTo>
                    <a:pt x="57" y="111"/>
                    <a:pt x="58" y="111"/>
                    <a:pt x="59" y="112"/>
                  </a:cubicBezTo>
                  <a:cubicBezTo>
                    <a:pt x="60" y="112"/>
                    <a:pt x="60" y="111"/>
                    <a:pt x="59" y="110"/>
                  </a:cubicBezTo>
                  <a:cubicBezTo>
                    <a:pt x="59" y="109"/>
                    <a:pt x="59" y="109"/>
                    <a:pt x="59" y="108"/>
                  </a:cubicBezTo>
                  <a:close/>
                  <a:moveTo>
                    <a:pt x="51" y="95"/>
                  </a:moveTo>
                  <a:cubicBezTo>
                    <a:pt x="51" y="96"/>
                    <a:pt x="52" y="97"/>
                    <a:pt x="52" y="97"/>
                  </a:cubicBezTo>
                  <a:cubicBezTo>
                    <a:pt x="53" y="97"/>
                    <a:pt x="52" y="98"/>
                    <a:pt x="53" y="98"/>
                  </a:cubicBezTo>
                  <a:cubicBezTo>
                    <a:pt x="54" y="99"/>
                    <a:pt x="55" y="98"/>
                    <a:pt x="55" y="97"/>
                  </a:cubicBezTo>
                  <a:cubicBezTo>
                    <a:pt x="55" y="96"/>
                    <a:pt x="54" y="96"/>
                    <a:pt x="54" y="95"/>
                  </a:cubicBezTo>
                  <a:cubicBezTo>
                    <a:pt x="54" y="94"/>
                    <a:pt x="52" y="94"/>
                    <a:pt x="51" y="95"/>
                  </a:cubicBezTo>
                  <a:close/>
                  <a:moveTo>
                    <a:pt x="67" y="101"/>
                  </a:moveTo>
                  <a:cubicBezTo>
                    <a:pt x="65" y="100"/>
                    <a:pt x="65" y="100"/>
                    <a:pt x="63" y="98"/>
                  </a:cubicBezTo>
                  <a:cubicBezTo>
                    <a:pt x="62" y="96"/>
                    <a:pt x="61" y="97"/>
                    <a:pt x="60" y="97"/>
                  </a:cubicBezTo>
                  <a:cubicBezTo>
                    <a:pt x="59" y="97"/>
                    <a:pt x="58" y="100"/>
                    <a:pt x="58" y="101"/>
                  </a:cubicBezTo>
                  <a:cubicBezTo>
                    <a:pt x="58" y="102"/>
                    <a:pt x="59" y="102"/>
                    <a:pt x="61" y="102"/>
                  </a:cubicBezTo>
                  <a:cubicBezTo>
                    <a:pt x="63" y="102"/>
                    <a:pt x="63" y="103"/>
                    <a:pt x="64" y="104"/>
                  </a:cubicBezTo>
                  <a:cubicBezTo>
                    <a:pt x="65" y="105"/>
                    <a:pt x="65" y="106"/>
                    <a:pt x="67" y="107"/>
                  </a:cubicBezTo>
                  <a:cubicBezTo>
                    <a:pt x="69" y="108"/>
                    <a:pt x="68" y="106"/>
                    <a:pt x="68" y="105"/>
                  </a:cubicBezTo>
                  <a:cubicBezTo>
                    <a:pt x="68" y="104"/>
                    <a:pt x="68" y="103"/>
                    <a:pt x="67" y="101"/>
                  </a:cubicBezTo>
                  <a:close/>
                  <a:moveTo>
                    <a:pt x="0" y="35"/>
                  </a:moveTo>
                  <a:cubicBezTo>
                    <a:pt x="0" y="36"/>
                    <a:pt x="1" y="39"/>
                    <a:pt x="1" y="39"/>
                  </a:cubicBezTo>
                  <a:cubicBezTo>
                    <a:pt x="1" y="40"/>
                    <a:pt x="3" y="41"/>
                    <a:pt x="3" y="40"/>
                  </a:cubicBezTo>
                  <a:cubicBezTo>
                    <a:pt x="3" y="39"/>
                    <a:pt x="3" y="39"/>
                    <a:pt x="3" y="36"/>
                  </a:cubicBezTo>
                  <a:cubicBezTo>
                    <a:pt x="3" y="34"/>
                    <a:pt x="1" y="33"/>
                    <a:pt x="0" y="35"/>
                  </a:cubicBezTo>
                  <a:close/>
                  <a:moveTo>
                    <a:pt x="25" y="61"/>
                  </a:moveTo>
                  <a:cubicBezTo>
                    <a:pt x="21" y="59"/>
                    <a:pt x="19" y="59"/>
                    <a:pt x="18" y="56"/>
                  </a:cubicBezTo>
                  <a:cubicBezTo>
                    <a:pt x="16" y="54"/>
                    <a:pt x="14" y="52"/>
                    <a:pt x="13" y="50"/>
                  </a:cubicBezTo>
                  <a:cubicBezTo>
                    <a:pt x="12" y="47"/>
                    <a:pt x="12" y="46"/>
                    <a:pt x="10" y="45"/>
                  </a:cubicBezTo>
                  <a:cubicBezTo>
                    <a:pt x="9" y="44"/>
                    <a:pt x="7" y="43"/>
                    <a:pt x="6" y="44"/>
                  </a:cubicBezTo>
                  <a:cubicBezTo>
                    <a:pt x="5" y="45"/>
                    <a:pt x="5" y="46"/>
                    <a:pt x="4" y="49"/>
                  </a:cubicBezTo>
                  <a:cubicBezTo>
                    <a:pt x="4" y="51"/>
                    <a:pt x="4" y="52"/>
                    <a:pt x="4" y="54"/>
                  </a:cubicBezTo>
                  <a:cubicBezTo>
                    <a:pt x="5" y="56"/>
                    <a:pt x="5" y="55"/>
                    <a:pt x="7" y="58"/>
                  </a:cubicBezTo>
                  <a:cubicBezTo>
                    <a:pt x="9" y="60"/>
                    <a:pt x="10" y="63"/>
                    <a:pt x="11" y="64"/>
                  </a:cubicBezTo>
                  <a:cubicBezTo>
                    <a:pt x="12" y="65"/>
                    <a:pt x="14" y="66"/>
                    <a:pt x="16" y="67"/>
                  </a:cubicBezTo>
                  <a:cubicBezTo>
                    <a:pt x="18" y="68"/>
                    <a:pt x="18" y="69"/>
                    <a:pt x="19" y="70"/>
                  </a:cubicBezTo>
                  <a:cubicBezTo>
                    <a:pt x="20" y="72"/>
                    <a:pt x="20" y="70"/>
                    <a:pt x="22" y="72"/>
                  </a:cubicBezTo>
                  <a:cubicBezTo>
                    <a:pt x="23" y="74"/>
                    <a:pt x="26" y="73"/>
                    <a:pt x="27" y="72"/>
                  </a:cubicBezTo>
                  <a:cubicBezTo>
                    <a:pt x="28" y="71"/>
                    <a:pt x="29" y="70"/>
                    <a:pt x="29" y="68"/>
                  </a:cubicBezTo>
                  <a:cubicBezTo>
                    <a:pt x="28" y="66"/>
                    <a:pt x="28" y="63"/>
                    <a:pt x="25" y="6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5" name="Freeform 271">
              <a:extLst>
                <a:ext uri="{FF2B5EF4-FFF2-40B4-BE49-F238E27FC236}">
                  <a16:creationId xmlns:a16="http://schemas.microsoft.com/office/drawing/2014/main" id="{D51B59DF-78E6-ED55-C78B-BB1E5459DF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70381" y="2969722"/>
              <a:ext cx="428758" cy="260922"/>
            </a:xfrm>
            <a:custGeom>
              <a:avLst/>
              <a:gdLst>
                <a:gd name="T0" fmla="*/ 384 w 390"/>
                <a:gd name="T1" fmla="*/ 242 h 243"/>
                <a:gd name="T2" fmla="*/ 385 w 390"/>
                <a:gd name="T3" fmla="*/ 236 h 243"/>
                <a:gd name="T4" fmla="*/ 387 w 390"/>
                <a:gd name="T5" fmla="*/ 223 h 243"/>
                <a:gd name="T6" fmla="*/ 374 w 390"/>
                <a:gd name="T7" fmla="*/ 220 h 243"/>
                <a:gd name="T8" fmla="*/ 358 w 390"/>
                <a:gd name="T9" fmla="*/ 221 h 243"/>
                <a:gd name="T10" fmla="*/ 353 w 390"/>
                <a:gd name="T11" fmla="*/ 213 h 243"/>
                <a:gd name="T12" fmla="*/ 348 w 390"/>
                <a:gd name="T13" fmla="*/ 204 h 243"/>
                <a:gd name="T14" fmla="*/ 335 w 390"/>
                <a:gd name="T15" fmla="*/ 204 h 243"/>
                <a:gd name="T16" fmla="*/ 322 w 390"/>
                <a:gd name="T17" fmla="*/ 201 h 243"/>
                <a:gd name="T18" fmla="*/ 312 w 390"/>
                <a:gd name="T19" fmla="*/ 195 h 243"/>
                <a:gd name="T20" fmla="*/ 304 w 390"/>
                <a:gd name="T21" fmla="*/ 206 h 243"/>
                <a:gd name="T22" fmla="*/ 288 w 390"/>
                <a:gd name="T23" fmla="*/ 204 h 243"/>
                <a:gd name="T24" fmla="*/ 269 w 390"/>
                <a:gd name="T25" fmla="*/ 203 h 243"/>
                <a:gd name="T26" fmla="*/ 263 w 390"/>
                <a:gd name="T27" fmla="*/ 194 h 243"/>
                <a:gd name="T28" fmla="*/ 249 w 390"/>
                <a:gd name="T29" fmla="*/ 191 h 243"/>
                <a:gd name="T30" fmla="*/ 239 w 390"/>
                <a:gd name="T31" fmla="*/ 188 h 243"/>
                <a:gd name="T32" fmla="*/ 228 w 390"/>
                <a:gd name="T33" fmla="*/ 187 h 243"/>
                <a:gd name="T34" fmla="*/ 218 w 390"/>
                <a:gd name="T35" fmla="*/ 185 h 243"/>
                <a:gd name="T36" fmla="*/ 209 w 390"/>
                <a:gd name="T37" fmla="*/ 191 h 243"/>
                <a:gd name="T38" fmla="*/ 202 w 390"/>
                <a:gd name="T39" fmla="*/ 199 h 243"/>
                <a:gd name="T40" fmla="*/ 202 w 390"/>
                <a:gd name="T41" fmla="*/ 202 h 243"/>
                <a:gd name="T42" fmla="*/ 220 w 390"/>
                <a:gd name="T43" fmla="*/ 207 h 243"/>
                <a:gd name="T44" fmla="*/ 222 w 390"/>
                <a:gd name="T45" fmla="*/ 214 h 243"/>
                <a:gd name="T46" fmla="*/ 235 w 390"/>
                <a:gd name="T47" fmla="*/ 217 h 243"/>
                <a:gd name="T48" fmla="*/ 259 w 390"/>
                <a:gd name="T49" fmla="*/ 223 h 243"/>
                <a:gd name="T50" fmla="*/ 278 w 390"/>
                <a:gd name="T51" fmla="*/ 220 h 243"/>
                <a:gd name="T52" fmla="*/ 308 w 390"/>
                <a:gd name="T53" fmla="*/ 230 h 243"/>
                <a:gd name="T54" fmla="*/ 325 w 390"/>
                <a:gd name="T55" fmla="*/ 234 h 243"/>
                <a:gd name="T56" fmla="*/ 343 w 390"/>
                <a:gd name="T57" fmla="*/ 234 h 243"/>
                <a:gd name="T58" fmla="*/ 364 w 390"/>
                <a:gd name="T59" fmla="*/ 234 h 243"/>
                <a:gd name="T60" fmla="*/ 197 w 390"/>
                <a:gd name="T61" fmla="*/ 197 h 243"/>
                <a:gd name="T62" fmla="*/ 196 w 390"/>
                <a:gd name="T63" fmla="*/ 199 h 243"/>
                <a:gd name="T64" fmla="*/ 89 w 390"/>
                <a:gd name="T65" fmla="*/ 115 h 243"/>
                <a:gd name="T66" fmla="*/ 91 w 390"/>
                <a:gd name="T67" fmla="*/ 120 h 243"/>
                <a:gd name="T68" fmla="*/ 89 w 390"/>
                <a:gd name="T69" fmla="*/ 115 h 243"/>
                <a:gd name="T70" fmla="*/ 80 w 390"/>
                <a:gd name="T71" fmla="*/ 106 h 243"/>
                <a:gd name="T72" fmla="*/ 85 w 390"/>
                <a:gd name="T73" fmla="*/ 110 h 243"/>
                <a:gd name="T74" fmla="*/ 84 w 390"/>
                <a:gd name="T75" fmla="*/ 107 h 243"/>
                <a:gd name="T76" fmla="*/ 97 w 390"/>
                <a:gd name="T77" fmla="*/ 125 h 243"/>
                <a:gd name="T78" fmla="*/ 99 w 390"/>
                <a:gd name="T79" fmla="*/ 125 h 243"/>
                <a:gd name="T80" fmla="*/ 138 w 390"/>
                <a:gd name="T81" fmla="*/ 173 h 243"/>
                <a:gd name="T82" fmla="*/ 135 w 390"/>
                <a:gd name="T83" fmla="*/ 175 h 243"/>
                <a:gd name="T84" fmla="*/ 138 w 390"/>
                <a:gd name="T85" fmla="*/ 173 h 243"/>
                <a:gd name="T86" fmla="*/ 68 w 390"/>
                <a:gd name="T87" fmla="*/ 83 h 243"/>
                <a:gd name="T88" fmla="*/ 62 w 390"/>
                <a:gd name="T89" fmla="*/ 90 h 243"/>
                <a:gd name="T90" fmla="*/ 68 w 390"/>
                <a:gd name="T91" fmla="*/ 97 h 243"/>
                <a:gd name="T92" fmla="*/ 74 w 390"/>
                <a:gd name="T93" fmla="*/ 94 h 243"/>
                <a:gd name="T94" fmla="*/ 58 w 390"/>
                <a:gd name="T95" fmla="*/ 68 h 243"/>
                <a:gd name="T96" fmla="*/ 54 w 390"/>
                <a:gd name="T97" fmla="*/ 71 h 243"/>
                <a:gd name="T98" fmla="*/ 56 w 390"/>
                <a:gd name="T99" fmla="*/ 73 h 243"/>
                <a:gd name="T100" fmla="*/ 58 w 390"/>
                <a:gd name="T101" fmla="*/ 68 h 243"/>
                <a:gd name="T102" fmla="*/ 37 w 390"/>
                <a:gd name="T103" fmla="*/ 33 h 243"/>
                <a:gd name="T104" fmla="*/ 30 w 390"/>
                <a:gd name="T105" fmla="*/ 34 h 243"/>
                <a:gd name="T106" fmla="*/ 37 w 390"/>
                <a:gd name="T107" fmla="*/ 42 h 243"/>
                <a:gd name="T108" fmla="*/ 43 w 390"/>
                <a:gd name="T109" fmla="*/ 49 h 243"/>
                <a:gd name="T110" fmla="*/ 45 w 390"/>
                <a:gd name="T111" fmla="*/ 42 h 243"/>
                <a:gd name="T112" fmla="*/ 35 w 390"/>
                <a:gd name="T113" fmla="*/ 19 h 243"/>
                <a:gd name="T114" fmla="*/ 32 w 390"/>
                <a:gd name="T115" fmla="*/ 16 h 243"/>
                <a:gd name="T116" fmla="*/ 35 w 390"/>
                <a:gd name="T117" fmla="*/ 19 h 243"/>
                <a:gd name="T118" fmla="*/ 2 w 390"/>
                <a:gd name="T119" fmla="*/ 2 h 243"/>
                <a:gd name="T120" fmla="*/ 8 w 390"/>
                <a:gd name="T121" fmla="*/ 10 h 243"/>
                <a:gd name="T122" fmla="*/ 15 w 390"/>
                <a:gd name="T123" fmla="*/ 1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0" h="243">
                  <a:moveTo>
                    <a:pt x="374" y="238"/>
                  </a:moveTo>
                  <a:cubicBezTo>
                    <a:pt x="379" y="239"/>
                    <a:pt x="380" y="240"/>
                    <a:pt x="384" y="242"/>
                  </a:cubicBezTo>
                  <a:cubicBezTo>
                    <a:pt x="387" y="243"/>
                    <a:pt x="389" y="243"/>
                    <a:pt x="389" y="241"/>
                  </a:cubicBezTo>
                  <a:cubicBezTo>
                    <a:pt x="390" y="240"/>
                    <a:pt x="387" y="238"/>
                    <a:pt x="385" y="236"/>
                  </a:cubicBezTo>
                  <a:cubicBezTo>
                    <a:pt x="383" y="233"/>
                    <a:pt x="383" y="231"/>
                    <a:pt x="384" y="229"/>
                  </a:cubicBezTo>
                  <a:cubicBezTo>
                    <a:pt x="385" y="227"/>
                    <a:pt x="387" y="226"/>
                    <a:pt x="387" y="223"/>
                  </a:cubicBezTo>
                  <a:cubicBezTo>
                    <a:pt x="388" y="221"/>
                    <a:pt x="386" y="221"/>
                    <a:pt x="384" y="220"/>
                  </a:cubicBezTo>
                  <a:cubicBezTo>
                    <a:pt x="382" y="219"/>
                    <a:pt x="378" y="219"/>
                    <a:pt x="374" y="220"/>
                  </a:cubicBezTo>
                  <a:cubicBezTo>
                    <a:pt x="370" y="221"/>
                    <a:pt x="371" y="221"/>
                    <a:pt x="367" y="222"/>
                  </a:cubicBezTo>
                  <a:cubicBezTo>
                    <a:pt x="365" y="223"/>
                    <a:pt x="361" y="222"/>
                    <a:pt x="358" y="221"/>
                  </a:cubicBezTo>
                  <a:cubicBezTo>
                    <a:pt x="355" y="220"/>
                    <a:pt x="355" y="220"/>
                    <a:pt x="354" y="217"/>
                  </a:cubicBezTo>
                  <a:cubicBezTo>
                    <a:pt x="353" y="214"/>
                    <a:pt x="354" y="214"/>
                    <a:pt x="353" y="213"/>
                  </a:cubicBezTo>
                  <a:cubicBezTo>
                    <a:pt x="352" y="212"/>
                    <a:pt x="350" y="212"/>
                    <a:pt x="349" y="209"/>
                  </a:cubicBezTo>
                  <a:cubicBezTo>
                    <a:pt x="348" y="207"/>
                    <a:pt x="349" y="207"/>
                    <a:pt x="348" y="204"/>
                  </a:cubicBezTo>
                  <a:cubicBezTo>
                    <a:pt x="347" y="202"/>
                    <a:pt x="346" y="204"/>
                    <a:pt x="341" y="205"/>
                  </a:cubicBezTo>
                  <a:cubicBezTo>
                    <a:pt x="337" y="206"/>
                    <a:pt x="338" y="205"/>
                    <a:pt x="335" y="204"/>
                  </a:cubicBezTo>
                  <a:cubicBezTo>
                    <a:pt x="333" y="202"/>
                    <a:pt x="332" y="202"/>
                    <a:pt x="328" y="202"/>
                  </a:cubicBezTo>
                  <a:cubicBezTo>
                    <a:pt x="325" y="202"/>
                    <a:pt x="324" y="202"/>
                    <a:pt x="322" y="201"/>
                  </a:cubicBezTo>
                  <a:cubicBezTo>
                    <a:pt x="319" y="200"/>
                    <a:pt x="320" y="197"/>
                    <a:pt x="318" y="195"/>
                  </a:cubicBezTo>
                  <a:cubicBezTo>
                    <a:pt x="317" y="194"/>
                    <a:pt x="314" y="194"/>
                    <a:pt x="312" y="195"/>
                  </a:cubicBezTo>
                  <a:cubicBezTo>
                    <a:pt x="309" y="196"/>
                    <a:pt x="310" y="197"/>
                    <a:pt x="309" y="201"/>
                  </a:cubicBezTo>
                  <a:cubicBezTo>
                    <a:pt x="308" y="205"/>
                    <a:pt x="308" y="205"/>
                    <a:pt x="304" y="206"/>
                  </a:cubicBezTo>
                  <a:cubicBezTo>
                    <a:pt x="300" y="207"/>
                    <a:pt x="298" y="206"/>
                    <a:pt x="296" y="205"/>
                  </a:cubicBezTo>
                  <a:cubicBezTo>
                    <a:pt x="294" y="204"/>
                    <a:pt x="292" y="204"/>
                    <a:pt x="288" y="204"/>
                  </a:cubicBezTo>
                  <a:cubicBezTo>
                    <a:pt x="284" y="204"/>
                    <a:pt x="283" y="204"/>
                    <a:pt x="279" y="203"/>
                  </a:cubicBezTo>
                  <a:cubicBezTo>
                    <a:pt x="276" y="203"/>
                    <a:pt x="274" y="204"/>
                    <a:pt x="269" y="203"/>
                  </a:cubicBezTo>
                  <a:cubicBezTo>
                    <a:pt x="264" y="202"/>
                    <a:pt x="265" y="201"/>
                    <a:pt x="265" y="198"/>
                  </a:cubicBezTo>
                  <a:cubicBezTo>
                    <a:pt x="264" y="196"/>
                    <a:pt x="265" y="196"/>
                    <a:pt x="263" y="194"/>
                  </a:cubicBezTo>
                  <a:cubicBezTo>
                    <a:pt x="261" y="192"/>
                    <a:pt x="260" y="191"/>
                    <a:pt x="256" y="191"/>
                  </a:cubicBezTo>
                  <a:cubicBezTo>
                    <a:pt x="252" y="190"/>
                    <a:pt x="252" y="191"/>
                    <a:pt x="249" y="191"/>
                  </a:cubicBezTo>
                  <a:cubicBezTo>
                    <a:pt x="246" y="191"/>
                    <a:pt x="247" y="191"/>
                    <a:pt x="245" y="191"/>
                  </a:cubicBezTo>
                  <a:cubicBezTo>
                    <a:pt x="242" y="191"/>
                    <a:pt x="242" y="189"/>
                    <a:pt x="239" y="188"/>
                  </a:cubicBezTo>
                  <a:cubicBezTo>
                    <a:pt x="237" y="186"/>
                    <a:pt x="236" y="185"/>
                    <a:pt x="233" y="185"/>
                  </a:cubicBezTo>
                  <a:cubicBezTo>
                    <a:pt x="231" y="185"/>
                    <a:pt x="231" y="186"/>
                    <a:pt x="228" y="187"/>
                  </a:cubicBezTo>
                  <a:cubicBezTo>
                    <a:pt x="226" y="189"/>
                    <a:pt x="226" y="187"/>
                    <a:pt x="223" y="187"/>
                  </a:cubicBezTo>
                  <a:cubicBezTo>
                    <a:pt x="219" y="187"/>
                    <a:pt x="220" y="187"/>
                    <a:pt x="218" y="185"/>
                  </a:cubicBezTo>
                  <a:cubicBezTo>
                    <a:pt x="217" y="184"/>
                    <a:pt x="214" y="185"/>
                    <a:pt x="211" y="186"/>
                  </a:cubicBezTo>
                  <a:cubicBezTo>
                    <a:pt x="209" y="186"/>
                    <a:pt x="210" y="189"/>
                    <a:pt x="209" y="191"/>
                  </a:cubicBezTo>
                  <a:cubicBezTo>
                    <a:pt x="208" y="193"/>
                    <a:pt x="208" y="194"/>
                    <a:pt x="206" y="196"/>
                  </a:cubicBezTo>
                  <a:cubicBezTo>
                    <a:pt x="204" y="198"/>
                    <a:pt x="204" y="199"/>
                    <a:pt x="202" y="199"/>
                  </a:cubicBezTo>
                  <a:cubicBezTo>
                    <a:pt x="201" y="200"/>
                    <a:pt x="199" y="200"/>
                    <a:pt x="199" y="201"/>
                  </a:cubicBezTo>
                  <a:cubicBezTo>
                    <a:pt x="198" y="201"/>
                    <a:pt x="200" y="202"/>
                    <a:pt x="202" y="202"/>
                  </a:cubicBezTo>
                  <a:cubicBezTo>
                    <a:pt x="205" y="202"/>
                    <a:pt x="207" y="203"/>
                    <a:pt x="210" y="203"/>
                  </a:cubicBezTo>
                  <a:cubicBezTo>
                    <a:pt x="212" y="204"/>
                    <a:pt x="216" y="206"/>
                    <a:pt x="220" y="207"/>
                  </a:cubicBezTo>
                  <a:cubicBezTo>
                    <a:pt x="224" y="207"/>
                    <a:pt x="223" y="208"/>
                    <a:pt x="223" y="210"/>
                  </a:cubicBezTo>
                  <a:cubicBezTo>
                    <a:pt x="223" y="211"/>
                    <a:pt x="222" y="212"/>
                    <a:pt x="222" y="214"/>
                  </a:cubicBezTo>
                  <a:cubicBezTo>
                    <a:pt x="222" y="216"/>
                    <a:pt x="224" y="215"/>
                    <a:pt x="225" y="215"/>
                  </a:cubicBezTo>
                  <a:cubicBezTo>
                    <a:pt x="227" y="215"/>
                    <a:pt x="230" y="217"/>
                    <a:pt x="235" y="217"/>
                  </a:cubicBezTo>
                  <a:cubicBezTo>
                    <a:pt x="240" y="217"/>
                    <a:pt x="241" y="217"/>
                    <a:pt x="245" y="218"/>
                  </a:cubicBezTo>
                  <a:cubicBezTo>
                    <a:pt x="250" y="218"/>
                    <a:pt x="253" y="222"/>
                    <a:pt x="259" y="223"/>
                  </a:cubicBezTo>
                  <a:cubicBezTo>
                    <a:pt x="265" y="224"/>
                    <a:pt x="265" y="221"/>
                    <a:pt x="269" y="221"/>
                  </a:cubicBezTo>
                  <a:cubicBezTo>
                    <a:pt x="273" y="221"/>
                    <a:pt x="275" y="221"/>
                    <a:pt x="278" y="220"/>
                  </a:cubicBezTo>
                  <a:cubicBezTo>
                    <a:pt x="282" y="220"/>
                    <a:pt x="290" y="222"/>
                    <a:pt x="297" y="224"/>
                  </a:cubicBezTo>
                  <a:cubicBezTo>
                    <a:pt x="305" y="227"/>
                    <a:pt x="304" y="227"/>
                    <a:pt x="308" y="230"/>
                  </a:cubicBezTo>
                  <a:cubicBezTo>
                    <a:pt x="313" y="233"/>
                    <a:pt x="312" y="231"/>
                    <a:pt x="316" y="231"/>
                  </a:cubicBezTo>
                  <a:cubicBezTo>
                    <a:pt x="320" y="231"/>
                    <a:pt x="320" y="233"/>
                    <a:pt x="325" y="234"/>
                  </a:cubicBezTo>
                  <a:cubicBezTo>
                    <a:pt x="330" y="236"/>
                    <a:pt x="330" y="233"/>
                    <a:pt x="333" y="232"/>
                  </a:cubicBezTo>
                  <a:cubicBezTo>
                    <a:pt x="336" y="231"/>
                    <a:pt x="338" y="233"/>
                    <a:pt x="343" y="234"/>
                  </a:cubicBezTo>
                  <a:cubicBezTo>
                    <a:pt x="347" y="235"/>
                    <a:pt x="348" y="235"/>
                    <a:pt x="353" y="234"/>
                  </a:cubicBezTo>
                  <a:cubicBezTo>
                    <a:pt x="357" y="233"/>
                    <a:pt x="359" y="234"/>
                    <a:pt x="364" y="234"/>
                  </a:cubicBezTo>
                  <a:cubicBezTo>
                    <a:pt x="369" y="235"/>
                    <a:pt x="368" y="237"/>
                    <a:pt x="374" y="238"/>
                  </a:cubicBezTo>
                  <a:close/>
                  <a:moveTo>
                    <a:pt x="197" y="197"/>
                  </a:moveTo>
                  <a:cubicBezTo>
                    <a:pt x="196" y="198"/>
                    <a:pt x="193" y="197"/>
                    <a:pt x="193" y="198"/>
                  </a:cubicBezTo>
                  <a:cubicBezTo>
                    <a:pt x="193" y="200"/>
                    <a:pt x="194" y="200"/>
                    <a:pt x="196" y="199"/>
                  </a:cubicBezTo>
                  <a:cubicBezTo>
                    <a:pt x="198" y="199"/>
                    <a:pt x="199" y="197"/>
                    <a:pt x="197" y="197"/>
                  </a:cubicBezTo>
                  <a:close/>
                  <a:moveTo>
                    <a:pt x="89" y="115"/>
                  </a:moveTo>
                  <a:cubicBezTo>
                    <a:pt x="89" y="117"/>
                    <a:pt x="89" y="118"/>
                    <a:pt x="90" y="119"/>
                  </a:cubicBezTo>
                  <a:cubicBezTo>
                    <a:pt x="90" y="120"/>
                    <a:pt x="91" y="121"/>
                    <a:pt x="91" y="120"/>
                  </a:cubicBezTo>
                  <a:cubicBezTo>
                    <a:pt x="92" y="119"/>
                    <a:pt x="94" y="120"/>
                    <a:pt x="94" y="118"/>
                  </a:cubicBezTo>
                  <a:cubicBezTo>
                    <a:pt x="93" y="117"/>
                    <a:pt x="90" y="113"/>
                    <a:pt x="89" y="115"/>
                  </a:cubicBezTo>
                  <a:close/>
                  <a:moveTo>
                    <a:pt x="84" y="107"/>
                  </a:moveTo>
                  <a:cubicBezTo>
                    <a:pt x="83" y="106"/>
                    <a:pt x="81" y="104"/>
                    <a:pt x="80" y="106"/>
                  </a:cubicBezTo>
                  <a:cubicBezTo>
                    <a:pt x="80" y="107"/>
                    <a:pt x="80" y="108"/>
                    <a:pt x="81" y="108"/>
                  </a:cubicBezTo>
                  <a:cubicBezTo>
                    <a:pt x="82" y="109"/>
                    <a:pt x="84" y="109"/>
                    <a:pt x="85" y="110"/>
                  </a:cubicBezTo>
                  <a:cubicBezTo>
                    <a:pt x="85" y="110"/>
                    <a:pt x="86" y="111"/>
                    <a:pt x="86" y="110"/>
                  </a:cubicBezTo>
                  <a:cubicBezTo>
                    <a:pt x="86" y="108"/>
                    <a:pt x="84" y="108"/>
                    <a:pt x="84" y="107"/>
                  </a:cubicBezTo>
                  <a:close/>
                  <a:moveTo>
                    <a:pt x="96" y="122"/>
                  </a:moveTo>
                  <a:cubicBezTo>
                    <a:pt x="96" y="123"/>
                    <a:pt x="97" y="123"/>
                    <a:pt x="97" y="125"/>
                  </a:cubicBezTo>
                  <a:cubicBezTo>
                    <a:pt x="97" y="126"/>
                    <a:pt x="96" y="128"/>
                    <a:pt x="97" y="127"/>
                  </a:cubicBezTo>
                  <a:cubicBezTo>
                    <a:pt x="98" y="127"/>
                    <a:pt x="99" y="126"/>
                    <a:pt x="99" y="125"/>
                  </a:cubicBezTo>
                  <a:cubicBezTo>
                    <a:pt x="99" y="123"/>
                    <a:pt x="97" y="121"/>
                    <a:pt x="96" y="122"/>
                  </a:cubicBezTo>
                  <a:close/>
                  <a:moveTo>
                    <a:pt x="138" y="173"/>
                  </a:moveTo>
                  <a:cubicBezTo>
                    <a:pt x="137" y="172"/>
                    <a:pt x="134" y="170"/>
                    <a:pt x="133" y="172"/>
                  </a:cubicBezTo>
                  <a:cubicBezTo>
                    <a:pt x="133" y="173"/>
                    <a:pt x="134" y="174"/>
                    <a:pt x="135" y="175"/>
                  </a:cubicBezTo>
                  <a:cubicBezTo>
                    <a:pt x="137" y="176"/>
                    <a:pt x="138" y="177"/>
                    <a:pt x="139" y="176"/>
                  </a:cubicBezTo>
                  <a:cubicBezTo>
                    <a:pt x="139" y="174"/>
                    <a:pt x="139" y="173"/>
                    <a:pt x="138" y="173"/>
                  </a:cubicBezTo>
                  <a:close/>
                  <a:moveTo>
                    <a:pt x="71" y="89"/>
                  </a:moveTo>
                  <a:cubicBezTo>
                    <a:pt x="70" y="86"/>
                    <a:pt x="68" y="85"/>
                    <a:pt x="68" y="83"/>
                  </a:cubicBezTo>
                  <a:cubicBezTo>
                    <a:pt x="68" y="81"/>
                    <a:pt x="62" y="81"/>
                    <a:pt x="62" y="85"/>
                  </a:cubicBezTo>
                  <a:cubicBezTo>
                    <a:pt x="62" y="86"/>
                    <a:pt x="61" y="88"/>
                    <a:pt x="62" y="90"/>
                  </a:cubicBezTo>
                  <a:cubicBezTo>
                    <a:pt x="62" y="92"/>
                    <a:pt x="63" y="93"/>
                    <a:pt x="64" y="94"/>
                  </a:cubicBezTo>
                  <a:cubicBezTo>
                    <a:pt x="66" y="96"/>
                    <a:pt x="65" y="96"/>
                    <a:pt x="68" y="97"/>
                  </a:cubicBezTo>
                  <a:cubicBezTo>
                    <a:pt x="70" y="99"/>
                    <a:pt x="71" y="100"/>
                    <a:pt x="73" y="98"/>
                  </a:cubicBezTo>
                  <a:cubicBezTo>
                    <a:pt x="74" y="97"/>
                    <a:pt x="74" y="97"/>
                    <a:pt x="74" y="94"/>
                  </a:cubicBezTo>
                  <a:cubicBezTo>
                    <a:pt x="73" y="92"/>
                    <a:pt x="72" y="91"/>
                    <a:pt x="71" y="89"/>
                  </a:cubicBezTo>
                  <a:close/>
                  <a:moveTo>
                    <a:pt x="58" y="68"/>
                  </a:moveTo>
                  <a:cubicBezTo>
                    <a:pt x="57" y="67"/>
                    <a:pt x="56" y="66"/>
                    <a:pt x="55" y="68"/>
                  </a:cubicBezTo>
                  <a:cubicBezTo>
                    <a:pt x="55" y="70"/>
                    <a:pt x="55" y="70"/>
                    <a:pt x="54" y="71"/>
                  </a:cubicBezTo>
                  <a:cubicBezTo>
                    <a:pt x="53" y="72"/>
                    <a:pt x="52" y="72"/>
                    <a:pt x="53" y="73"/>
                  </a:cubicBezTo>
                  <a:cubicBezTo>
                    <a:pt x="55" y="73"/>
                    <a:pt x="55" y="75"/>
                    <a:pt x="56" y="73"/>
                  </a:cubicBezTo>
                  <a:cubicBezTo>
                    <a:pt x="57" y="71"/>
                    <a:pt x="59" y="72"/>
                    <a:pt x="59" y="71"/>
                  </a:cubicBezTo>
                  <a:cubicBezTo>
                    <a:pt x="59" y="69"/>
                    <a:pt x="60" y="69"/>
                    <a:pt x="58" y="68"/>
                  </a:cubicBezTo>
                  <a:close/>
                  <a:moveTo>
                    <a:pt x="41" y="37"/>
                  </a:moveTo>
                  <a:cubicBezTo>
                    <a:pt x="39" y="34"/>
                    <a:pt x="38" y="34"/>
                    <a:pt x="37" y="33"/>
                  </a:cubicBezTo>
                  <a:cubicBezTo>
                    <a:pt x="36" y="32"/>
                    <a:pt x="34" y="32"/>
                    <a:pt x="32" y="32"/>
                  </a:cubicBezTo>
                  <a:cubicBezTo>
                    <a:pt x="30" y="32"/>
                    <a:pt x="30" y="33"/>
                    <a:pt x="30" y="34"/>
                  </a:cubicBezTo>
                  <a:cubicBezTo>
                    <a:pt x="31" y="35"/>
                    <a:pt x="32" y="35"/>
                    <a:pt x="34" y="37"/>
                  </a:cubicBezTo>
                  <a:cubicBezTo>
                    <a:pt x="35" y="39"/>
                    <a:pt x="35" y="39"/>
                    <a:pt x="37" y="42"/>
                  </a:cubicBezTo>
                  <a:cubicBezTo>
                    <a:pt x="39" y="44"/>
                    <a:pt x="39" y="44"/>
                    <a:pt x="40" y="46"/>
                  </a:cubicBezTo>
                  <a:cubicBezTo>
                    <a:pt x="41" y="48"/>
                    <a:pt x="42" y="50"/>
                    <a:pt x="43" y="49"/>
                  </a:cubicBezTo>
                  <a:cubicBezTo>
                    <a:pt x="44" y="49"/>
                    <a:pt x="45" y="48"/>
                    <a:pt x="45" y="46"/>
                  </a:cubicBezTo>
                  <a:cubicBezTo>
                    <a:pt x="45" y="44"/>
                    <a:pt x="46" y="44"/>
                    <a:pt x="45" y="42"/>
                  </a:cubicBezTo>
                  <a:cubicBezTo>
                    <a:pt x="44" y="39"/>
                    <a:pt x="44" y="39"/>
                    <a:pt x="41" y="37"/>
                  </a:cubicBezTo>
                  <a:close/>
                  <a:moveTo>
                    <a:pt x="35" y="19"/>
                  </a:moveTo>
                  <a:cubicBezTo>
                    <a:pt x="35" y="18"/>
                    <a:pt x="35" y="18"/>
                    <a:pt x="35" y="17"/>
                  </a:cubicBezTo>
                  <a:cubicBezTo>
                    <a:pt x="35" y="16"/>
                    <a:pt x="32" y="14"/>
                    <a:pt x="32" y="16"/>
                  </a:cubicBezTo>
                  <a:cubicBezTo>
                    <a:pt x="31" y="17"/>
                    <a:pt x="31" y="17"/>
                    <a:pt x="32" y="18"/>
                  </a:cubicBezTo>
                  <a:cubicBezTo>
                    <a:pt x="34" y="19"/>
                    <a:pt x="34" y="21"/>
                    <a:pt x="35" y="19"/>
                  </a:cubicBezTo>
                  <a:close/>
                  <a:moveTo>
                    <a:pt x="11" y="6"/>
                  </a:moveTo>
                  <a:cubicBezTo>
                    <a:pt x="8" y="4"/>
                    <a:pt x="3" y="0"/>
                    <a:pt x="2" y="2"/>
                  </a:cubicBezTo>
                  <a:cubicBezTo>
                    <a:pt x="1" y="4"/>
                    <a:pt x="0" y="3"/>
                    <a:pt x="2" y="6"/>
                  </a:cubicBezTo>
                  <a:cubicBezTo>
                    <a:pt x="4" y="8"/>
                    <a:pt x="5" y="8"/>
                    <a:pt x="8" y="10"/>
                  </a:cubicBezTo>
                  <a:cubicBezTo>
                    <a:pt x="12" y="12"/>
                    <a:pt x="13" y="14"/>
                    <a:pt x="14" y="13"/>
                  </a:cubicBezTo>
                  <a:cubicBezTo>
                    <a:pt x="15" y="13"/>
                    <a:pt x="18" y="13"/>
                    <a:pt x="15" y="11"/>
                  </a:cubicBezTo>
                  <a:cubicBezTo>
                    <a:pt x="13" y="8"/>
                    <a:pt x="13" y="8"/>
                    <a:pt x="11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6" name="Freeform 272">
              <a:extLst>
                <a:ext uri="{FF2B5EF4-FFF2-40B4-BE49-F238E27FC236}">
                  <a16:creationId xmlns:a16="http://schemas.microsoft.com/office/drawing/2014/main" id="{196B38AF-DB96-32CB-55A3-710C8B06B1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62469" y="3274366"/>
              <a:ext cx="919572" cy="794048"/>
            </a:xfrm>
            <a:custGeom>
              <a:avLst/>
              <a:gdLst>
                <a:gd name="T0" fmla="*/ 821 w 838"/>
                <a:gd name="T1" fmla="*/ 311 h 739"/>
                <a:gd name="T2" fmla="*/ 779 w 838"/>
                <a:gd name="T3" fmla="*/ 254 h 739"/>
                <a:gd name="T4" fmla="*/ 750 w 838"/>
                <a:gd name="T5" fmla="*/ 230 h 739"/>
                <a:gd name="T6" fmla="*/ 711 w 838"/>
                <a:gd name="T7" fmla="*/ 184 h 739"/>
                <a:gd name="T8" fmla="*/ 674 w 838"/>
                <a:gd name="T9" fmla="*/ 127 h 739"/>
                <a:gd name="T10" fmla="*/ 634 w 838"/>
                <a:gd name="T11" fmla="*/ 70 h 739"/>
                <a:gd name="T12" fmla="*/ 614 w 838"/>
                <a:gd name="T13" fmla="*/ 14 h 739"/>
                <a:gd name="T14" fmla="*/ 596 w 838"/>
                <a:gd name="T15" fmla="*/ 47 h 739"/>
                <a:gd name="T16" fmla="*/ 574 w 838"/>
                <a:gd name="T17" fmla="*/ 142 h 739"/>
                <a:gd name="T18" fmla="*/ 472 w 838"/>
                <a:gd name="T19" fmla="*/ 97 h 739"/>
                <a:gd name="T20" fmla="*/ 484 w 838"/>
                <a:gd name="T21" fmla="*/ 51 h 739"/>
                <a:gd name="T22" fmla="*/ 482 w 838"/>
                <a:gd name="T23" fmla="*/ 29 h 739"/>
                <a:gd name="T24" fmla="*/ 452 w 838"/>
                <a:gd name="T25" fmla="*/ 28 h 739"/>
                <a:gd name="T26" fmla="*/ 405 w 838"/>
                <a:gd name="T27" fmla="*/ 15 h 739"/>
                <a:gd name="T28" fmla="*/ 405 w 838"/>
                <a:gd name="T29" fmla="*/ 23 h 739"/>
                <a:gd name="T30" fmla="*/ 371 w 838"/>
                <a:gd name="T31" fmla="*/ 37 h 739"/>
                <a:gd name="T32" fmla="*/ 352 w 838"/>
                <a:gd name="T33" fmla="*/ 59 h 739"/>
                <a:gd name="T34" fmla="*/ 345 w 838"/>
                <a:gd name="T35" fmla="*/ 93 h 739"/>
                <a:gd name="T36" fmla="*/ 315 w 838"/>
                <a:gd name="T37" fmla="*/ 95 h 739"/>
                <a:gd name="T38" fmla="*/ 300 w 838"/>
                <a:gd name="T39" fmla="*/ 70 h 739"/>
                <a:gd name="T40" fmla="*/ 265 w 838"/>
                <a:gd name="T41" fmla="*/ 81 h 739"/>
                <a:gd name="T42" fmla="*/ 250 w 838"/>
                <a:gd name="T43" fmla="*/ 99 h 739"/>
                <a:gd name="T44" fmla="*/ 236 w 838"/>
                <a:gd name="T45" fmla="*/ 117 h 739"/>
                <a:gd name="T46" fmla="*/ 223 w 838"/>
                <a:gd name="T47" fmla="*/ 128 h 739"/>
                <a:gd name="T48" fmla="*/ 206 w 838"/>
                <a:gd name="T49" fmla="*/ 122 h 739"/>
                <a:gd name="T50" fmla="*/ 158 w 838"/>
                <a:gd name="T51" fmla="*/ 192 h 739"/>
                <a:gd name="T52" fmla="*/ 35 w 838"/>
                <a:gd name="T53" fmla="*/ 237 h 739"/>
                <a:gd name="T54" fmla="*/ 9 w 838"/>
                <a:gd name="T55" fmla="*/ 290 h 739"/>
                <a:gd name="T56" fmla="*/ 14 w 838"/>
                <a:gd name="T57" fmla="*/ 341 h 739"/>
                <a:gd name="T58" fmla="*/ 25 w 838"/>
                <a:gd name="T59" fmla="*/ 375 h 739"/>
                <a:gd name="T60" fmla="*/ 55 w 838"/>
                <a:gd name="T61" fmla="*/ 493 h 739"/>
                <a:gd name="T62" fmla="*/ 115 w 838"/>
                <a:gd name="T63" fmla="*/ 526 h 739"/>
                <a:gd name="T64" fmla="*/ 218 w 838"/>
                <a:gd name="T65" fmla="*/ 504 h 739"/>
                <a:gd name="T66" fmla="*/ 368 w 838"/>
                <a:gd name="T67" fmla="*/ 453 h 739"/>
                <a:gd name="T68" fmla="*/ 437 w 838"/>
                <a:gd name="T69" fmla="*/ 479 h 739"/>
                <a:gd name="T70" fmla="*/ 468 w 838"/>
                <a:gd name="T71" fmla="*/ 529 h 739"/>
                <a:gd name="T72" fmla="*/ 513 w 838"/>
                <a:gd name="T73" fmla="*/ 479 h 739"/>
                <a:gd name="T74" fmla="*/ 503 w 838"/>
                <a:gd name="T75" fmla="*/ 534 h 739"/>
                <a:gd name="T76" fmla="*/ 537 w 838"/>
                <a:gd name="T77" fmla="*/ 543 h 739"/>
                <a:gd name="T78" fmla="*/ 579 w 838"/>
                <a:gd name="T79" fmla="*/ 603 h 739"/>
                <a:gd name="T80" fmla="*/ 650 w 838"/>
                <a:gd name="T81" fmla="*/ 603 h 739"/>
                <a:gd name="T82" fmla="*/ 679 w 838"/>
                <a:gd name="T83" fmla="*/ 623 h 739"/>
                <a:gd name="T84" fmla="*/ 752 w 838"/>
                <a:gd name="T85" fmla="*/ 594 h 739"/>
                <a:gd name="T86" fmla="*/ 787 w 838"/>
                <a:gd name="T87" fmla="*/ 508 h 739"/>
                <a:gd name="T88" fmla="*/ 824 w 838"/>
                <a:gd name="T89" fmla="*/ 443 h 739"/>
                <a:gd name="T90" fmla="*/ 482 w 838"/>
                <a:gd name="T91" fmla="*/ 73 h 739"/>
                <a:gd name="T92" fmla="*/ 487 w 838"/>
                <a:gd name="T93" fmla="*/ 13 h 739"/>
                <a:gd name="T94" fmla="*/ 357 w 838"/>
                <a:gd name="T95" fmla="*/ 23 h 739"/>
                <a:gd name="T96" fmla="*/ 363 w 838"/>
                <a:gd name="T97" fmla="*/ 14 h 739"/>
                <a:gd name="T98" fmla="*/ 543 w 838"/>
                <a:gd name="T99" fmla="*/ 127 h 739"/>
                <a:gd name="T100" fmla="*/ 772 w 838"/>
                <a:gd name="T101" fmla="*/ 247 h 739"/>
                <a:gd name="T102" fmla="*/ 656 w 838"/>
                <a:gd name="T103" fmla="*/ 660 h 739"/>
                <a:gd name="T104" fmla="*/ 458 w 838"/>
                <a:gd name="T105" fmla="*/ 520 h 739"/>
                <a:gd name="T106" fmla="*/ 689 w 838"/>
                <a:gd name="T107" fmla="*/ 679 h 739"/>
                <a:gd name="T108" fmla="*/ 668 w 838"/>
                <a:gd name="T109" fmla="*/ 710 h 739"/>
                <a:gd name="T110" fmla="*/ 702 w 838"/>
                <a:gd name="T111" fmla="*/ 728 h 739"/>
                <a:gd name="T112" fmla="*/ 724 w 838"/>
                <a:gd name="T113" fmla="*/ 715 h 739"/>
                <a:gd name="T114" fmla="*/ 516 w 838"/>
                <a:gd name="T115" fmla="*/ 549 h 739"/>
                <a:gd name="T116" fmla="*/ 516 w 838"/>
                <a:gd name="T117" fmla="*/ 552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38" h="739">
                  <a:moveTo>
                    <a:pt x="837" y="374"/>
                  </a:moveTo>
                  <a:cubicBezTo>
                    <a:pt x="837" y="373"/>
                    <a:pt x="834" y="368"/>
                    <a:pt x="834" y="366"/>
                  </a:cubicBezTo>
                  <a:cubicBezTo>
                    <a:pt x="834" y="364"/>
                    <a:pt x="835" y="364"/>
                    <a:pt x="835" y="363"/>
                  </a:cubicBezTo>
                  <a:cubicBezTo>
                    <a:pt x="835" y="363"/>
                    <a:pt x="833" y="364"/>
                    <a:pt x="831" y="363"/>
                  </a:cubicBezTo>
                  <a:cubicBezTo>
                    <a:pt x="830" y="363"/>
                    <a:pt x="830" y="362"/>
                    <a:pt x="828" y="359"/>
                  </a:cubicBezTo>
                  <a:cubicBezTo>
                    <a:pt x="827" y="356"/>
                    <a:pt x="827" y="355"/>
                    <a:pt x="828" y="354"/>
                  </a:cubicBezTo>
                  <a:cubicBezTo>
                    <a:pt x="828" y="352"/>
                    <a:pt x="830" y="353"/>
                    <a:pt x="831" y="351"/>
                  </a:cubicBezTo>
                  <a:cubicBezTo>
                    <a:pt x="831" y="349"/>
                    <a:pt x="831" y="345"/>
                    <a:pt x="830" y="344"/>
                  </a:cubicBezTo>
                  <a:cubicBezTo>
                    <a:pt x="830" y="343"/>
                    <a:pt x="828" y="338"/>
                    <a:pt x="827" y="335"/>
                  </a:cubicBezTo>
                  <a:cubicBezTo>
                    <a:pt x="827" y="332"/>
                    <a:pt x="829" y="332"/>
                    <a:pt x="829" y="330"/>
                  </a:cubicBezTo>
                  <a:cubicBezTo>
                    <a:pt x="829" y="328"/>
                    <a:pt x="829" y="327"/>
                    <a:pt x="828" y="326"/>
                  </a:cubicBezTo>
                  <a:cubicBezTo>
                    <a:pt x="827" y="325"/>
                    <a:pt x="826" y="325"/>
                    <a:pt x="824" y="323"/>
                  </a:cubicBezTo>
                  <a:cubicBezTo>
                    <a:pt x="822" y="320"/>
                    <a:pt x="823" y="320"/>
                    <a:pt x="823" y="316"/>
                  </a:cubicBezTo>
                  <a:cubicBezTo>
                    <a:pt x="822" y="313"/>
                    <a:pt x="822" y="313"/>
                    <a:pt x="821" y="311"/>
                  </a:cubicBezTo>
                  <a:cubicBezTo>
                    <a:pt x="819" y="309"/>
                    <a:pt x="818" y="309"/>
                    <a:pt x="817" y="309"/>
                  </a:cubicBezTo>
                  <a:cubicBezTo>
                    <a:pt x="816" y="308"/>
                    <a:pt x="816" y="305"/>
                    <a:pt x="815" y="304"/>
                  </a:cubicBezTo>
                  <a:cubicBezTo>
                    <a:pt x="815" y="302"/>
                    <a:pt x="814" y="301"/>
                    <a:pt x="812" y="300"/>
                  </a:cubicBezTo>
                  <a:cubicBezTo>
                    <a:pt x="809" y="298"/>
                    <a:pt x="808" y="297"/>
                    <a:pt x="806" y="295"/>
                  </a:cubicBezTo>
                  <a:cubicBezTo>
                    <a:pt x="804" y="292"/>
                    <a:pt x="803" y="291"/>
                    <a:pt x="803" y="289"/>
                  </a:cubicBezTo>
                  <a:cubicBezTo>
                    <a:pt x="802" y="287"/>
                    <a:pt x="801" y="286"/>
                    <a:pt x="800" y="286"/>
                  </a:cubicBezTo>
                  <a:cubicBezTo>
                    <a:pt x="798" y="285"/>
                    <a:pt x="796" y="285"/>
                    <a:pt x="794" y="284"/>
                  </a:cubicBezTo>
                  <a:cubicBezTo>
                    <a:pt x="792" y="282"/>
                    <a:pt x="791" y="282"/>
                    <a:pt x="790" y="280"/>
                  </a:cubicBezTo>
                  <a:cubicBezTo>
                    <a:pt x="788" y="277"/>
                    <a:pt x="787" y="278"/>
                    <a:pt x="785" y="276"/>
                  </a:cubicBezTo>
                  <a:cubicBezTo>
                    <a:pt x="783" y="275"/>
                    <a:pt x="781" y="275"/>
                    <a:pt x="780" y="273"/>
                  </a:cubicBezTo>
                  <a:cubicBezTo>
                    <a:pt x="779" y="272"/>
                    <a:pt x="780" y="270"/>
                    <a:pt x="780" y="268"/>
                  </a:cubicBezTo>
                  <a:cubicBezTo>
                    <a:pt x="780" y="265"/>
                    <a:pt x="779" y="264"/>
                    <a:pt x="778" y="263"/>
                  </a:cubicBezTo>
                  <a:cubicBezTo>
                    <a:pt x="778" y="262"/>
                    <a:pt x="779" y="259"/>
                    <a:pt x="779" y="258"/>
                  </a:cubicBezTo>
                  <a:cubicBezTo>
                    <a:pt x="780" y="257"/>
                    <a:pt x="780" y="256"/>
                    <a:pt x="779" y="254"/>
                  </a:cubicBezTo>
                  <a:cubicBezTo>
                    <a:pt x="779" y="252"/>
                    <a:pt x="779" y="253"/>
                    <a:pt x="778" y="251"/>
                  </a:cubicBezTo>
                  <a:cubicBezTo>
                    <a:pt x="778" y="249"/>
                    <a:pt x="777" y="250"/>
                    <a:pt x="776" y="250"/>
                  </a:cubicBezTo>
                  <a:cubicBezTo>
                    <a:pt x="776" y="251"/>
                    <a:pt x="776" y="252"/>
                    <a:pt x="775" y="253"/>
                  </a:cubicBezTo>
                  <a:cubicBezTo>
                    <a:pt x="773" y="254"/>
                    <a:pt x="773" y="252"/>
                    <a:pt x="772" y="252"/>
                  </a:cubicBezTo>
                  <a:cubicBezTo>
                    <a:pt x="771" y="251"/>
                    <a:pt x="769" y="251"/>
                    <a:pt x="768" y="249"/>
                  </a:cubicBezTo>
                  <a:cubicBezTo>
                    <a:pt x="767" y="247"/>
                    <a:pt x="766" y="246"/>
                    <a:pt x="765" y="246"/>
                  </a:cubicBezTo>
                  <a:cubicBezTo>
                    <a:pt x="764" y="246"/>
                    <a:pt x="764" y="247"/>
                    <a:pt x="765" y="248"/>
                  </a:cubicBezTo>
                  <a:cubicBezTo>
                    <a:pt x="765" y="249"/>
                    <a:pt x="765" y="251"/>
                    <a:pt x="764" y="251"/>
                  </a:cubicBezTo>
                  <a:cubicBezTo>
                    <a:pt x="763" y="252"/>
                    <a:pt x="763" y="252"/>
                    <a:pt x="762" y="251"/>
                  </a:cubicBezTo>
                  <a:cubicBezTo>
                    <a:pt x="761" y="250"/>
                    <a:pt x="759" y="250"/>
                    <a:pt x="758" y="250"/>
                  </a:cubicBezTo>
                  <a:cubicBezTo>
                    <a:pt x="757" y="250"/>
                    <a:pt x="756" y="249"/>
                    <a:pt x="756" y="248"/>
                  </a:cubicBezTo>
                  <a:cubicBezTo>
                    <a:pt x="756" y="246"/>
                    <a:pt x="755" y="244"/>
                    <a:pt x="755" y="240"/>
                  </a:cubicBezTo>
                  <a:cubicBezTo>
                    <a:pt x="754" y="237"/>
                    <a:pt x="754" y="235"/>
                    <a:pt x="753" y="234"/>
                  </a:cubicBezTo>
                  <a:cubicBezTo>
                    <a:pt x="753" y="233"/>
                    <a:pt x="752" y="232"/>
                    <a:pt x="750" y="230"/>
                  </a:cubicBezTo>
                  <a:cubicBezTo>
                    <a:pt x="749" y="228"/>
                    <a:pt x="749" y="227"/>
                    <a:pt x="748" y="225"/>
                  </a:cubicBezTo>
                  <a:cubicBezTo>
                    <a:pt x="748" y="223"/>
                    <a:pt x="749" y="222"/>
                    <a:pt x="747" y="220"/>
                  </a:cubicBezTo>
                  <a:cubicBezTo>
                    <a:pt x="746" y="218"/>
                    <a:pt x="744" y="217"/>
                    <a:pt x="743" y="216"/>
                  </a:cubicBezTo>
                  <a:cubicBezTo>
                    <a:pt x="742" y="215"/>
                    <a:pt x="738" y="213"/>
                    <a:pt x="737" y="212"/>
                  </a:cubicBezTo>
                  <a:cubicBezTo>
                    <a:pt x="737" y="210"/>
                    <a:pt x="739" y="210"/>
                    <a:pt x="740" y="207"/>
                  </a:cubicBezTo>
                  <a:cubicBezTo>
                    <a:pt x="741" y="205"/>
                    <a:pt x="739" y="206"/>
                    <a:pt x="738" y="204"/>
                  </a:cubicBezTo>
                  <a:cubicBezTo>
                    <a:pt x="738" y="203"/>
                    <a:pt x="736" y="202"/>
                    <a:pt x="735" y="201"/>
                  </a:cubicBezTo>
                  <a:cubicBezTo>
                    <a:pt x="734" y="199"/>
                    <a:pt x="733" y="200"/>
                    <a:pt x="732" y="200"/>
                  </a:cubicBezTo>
                  <a:cubicBezTo>
                    <a:pt x="730" y="200"/>
                    <a:pt x="729" y="200"/>
                    <a:pt x="728" y="198"/>
                  </a:cubicBezTo>
                  <a:cubicBezTo>
                    <a:pt x="727" y="197"/>
                    <a:pt x="725" y="196"/>
                    <a:pt x="724" y="194"/>
                  </a:cubicBezTo>
                  <a:cubicBezTo>
                    <a:pt x="722" y="193"/>
                    <a:pt x="721" y="192"/>
                    <a:pt x="719" y="192"/>
                  </a:cubicBezTo>
                  <a:cubicBezTo>
                    <a:pt x="717" y="192"/>
                    <a:pt x="717" y="193"/>
                    <a:pt x="715" y="192"/>
                  </a:cubicBezTo>
                  <a:cubicBezTo>
                    <a:pt x="713" y="191"/>
                    <a:pt x="714" y="190"/>
                    <a:pt x="713" y="188"/>
                  </a:cubicBezTo>
                  <a:cubicBezTo>
                    <a:pt x="712" y="185"/>
                    <a:pt x="712" y="185"/>
                    <a:pt x="711" y="184"/>
                  </a:cubicBezTo>
                  <a:cubicBezTo>
                    <a:pt x="710" y="183"/>
                    <a:pt x="708" y="184"/>
                    <a:pt x="707" y="184"/>
                  </a:cubicBezTo>
                  <a:cubicBezTo>
                    <a:pt x="705" y="184"/>
                    <a:pt x="704" y="183"/>
                    <a:pt x="703" y="182"/>
                  </a:cubicBezTo>
                  <a:cubicBezTo>
                    <a:pt x="702" y="181"/>
                    <a:pt x="700" y="181"/>
                    <a:pt x="698" y="181"/>
                  </a:cubicBezTo>
                  <a:cubicBezTo>
                    <a:pt x="696" y="181"/>
                    <a:pt x="695" y="180"/>
                    <a:pt x="693" y="179"/>
                  </a:cubicBezTo>
                  <a:cubicBezTo>
                    <a:pt x="691" y="178"/>
                    <a:pt x="689" y="176"/>
                    <a:pt x="688" y="174"/>
                  </a:cubicBezTo>
                  <a:cubicBezTo>
                    <a:pt x="687" y="173"/>
                    <a:pt x="688" y="171"/>
                    <a:pt x="688" y="170"/>
                  </a:cubicBezTo>
                  <a:cubicBezTo>
                    <a:pt x="689" y="168"/>
                    <a:pt x="689" y="167"/>
                    <a:pt x="688" y="166"/>
                  </a:cubicBezTo>
                  <a:cubicBezTo>
                    <a:pt x="686" y="165"/>
                    <a:pt x="685" y="164"/>
                    <a:pt x="684" y="162"/>
                  </a:cubicBezTo>
                  <a:cubicBezTo>
                    <a:pt x="683" y="161"/>
                    <a:pt x="683" y="160"/>
                    <a:pt x="683" y="158"/>
                  </a:cubicBezTo>
                  <a:cubicBezTo>
                    <a:pt x="683" y="155"/>
                    <a:pt x="683" y="154"/>
                    <a:pt x="683" y="151"/>
                  </a:cubicBezTo>
                  <a:cubicBezTo>
                    <a:pt x="683" y="148"/>
                    <a:pt x="682" y="147"/>
                    <a:pt x="682" y="144"/>
                  </a:cubicBezTo>
                  <a:cubicBezTo>
                    <a:pt x="682" y="142"/>
                    <a:pt x="682" y="138"/>
                    <a:pt x="681" y="136"/>
                  </a:cubicBezTo>
                  <a:cubicBezTo>
                    <a:pt x="681" y="134"/>
                    <a:pt x="679" y="132"/>
                    <a:pt x="677" y="131"/>
                  </a:cubicBezTo>
                  <a:cubicBezTo>
                    <a:pt x="674" y="130"/>
                    <a:pt x="676" y="130"/>
                    <a:pt x="674" y="127"/>
                  </a:cubicBezTo>
                  <a:cubicBezTo>
                    <a:pt x="671" y="123"/>
                    <a:pt x="670" y="122"/>
                    <a:pt x="669" y="120"/>
                  </a:cubicBezTo>
                  <a:cubicBezTo>
                    <a:pt x="668" y="118"/>
                    <a:pt x="669" y="115"/>
                    <a:pt x="669" y="112"/>
                  </a:cubicBezTo>
                  <a:cubicBezTo>
                    <a:pt x="669" y="109"/>
                    <a:pt x="669" y="106"/>
                    <a:pt x="668" y="104"/>
                  </a:cubicBezTo>
                  <a:cubicBezTo>
                    <a:pt x="666" y="102"/>
                    <a:pt x="666" y="100"/>
                    <a:pt x="666" y="99"/>
                  </a:cubicBezTo>
                  <a:cubicBezTo>
                    <a:pt x="666" y="98"/>
                    <a:pt x="667" y="97"/>
                    <a:pt x="667" y="96"/>
                  </a:cubicBezTo>
                  <a:cubicBezTo>
                    <a:pt x="668" y="94"/>
                    <a:pt x="666" y="94"/>
                    <a:pt x="666" y="92"/>
                  </a:cubicBezTo>
                  <a:cubicBezTo>
                    <a:pt x="666" y="91"/>
                    <a:pt x="667" y="91"/>
                    <a:pt x="667" y="90"/>
                  </a:cubicBezTo>
                  <a:cubicBezTo>
                    <a:pt x="667" y="89"/>
                    <a:pt x="663" y="87"/>
                    <a:pt x="659" y="85"/>
                  </a:cubicBezTo>
                  <a:cubicBezTo>
                    <a:pt x="655" y="83"/>
                    <a:pt x="654" y="82"/>
                    <a:pt x="651" y="79"/>
                  </a:cubicBezTo>
                  <a:cubicBezTo>
                    <a:pt x="648" y="75"/>
                    <a:pt x="649" y="75"/>
                    <a:pt x="648" y="75"/>
                  </a:cubicBezTo>
                  <a:cubicBezTo>
                    <a:pt x="647" y="74"/>
                    <a:pt x="642" y="74"/>
                    <a:pt x="640" y="77"/>
                  </a:cubicBezTo>
                  <a:cubicBezTo>
                    <a:pt x="639" y="79"/>
                    <a:pt x="638" y="81"/>
                    <a:pt x="636" y="81"/>
                  </a:cubicBezTo>
                  <a:cubicBezTo>
                    <a:pt x="634" y="81"/>
                    <a:pt x="635" y="79"/>
                    <a:pt x="634" y="77"/>
                  </a:cubicBezTo>
                  <a:cubicBezTo>
                    <a:pt x="634" y="75"/>
                    <a:pt x="634" y="72"/>
                    <a:pt x="634" y="70"/>
                  </a:cubicBezTo>
                  <a:cubicBezTo>
                    <a:pt x="634" y="67"/>
                    <a:pt x="633" y="65"/>
                    <a:pt x="632" y="62"/>
                  </a:cubicBezTo>
                  <a:cubicBezTo>
                    <a:pt x="631" y="60"/>
                    <a:pt x="630" y="57"/>
                    <a:pt x="630" y="55"/>
                  </a:cubicBezTo>
                  <a:cubicBezTo>
                    <a:pt x="630" y="54"/>
                    <a:pt x="630" y="50"/>
                    <a:pt x="629" y="49"/>
                  </a:cubicBezTo>
                  <a:cubicBezTo>
                    <a:pt x="629" y="48"/>
                    <a:pt x="628" y="47"/>
                    <a:pt x="627" y="46"/>
                  </a:cubicBezTo>
                  <a:cubicBezTo>
                    <a:pt x="626" y="45"/>
                    <a:pt x="626" y="45"/>
                    <a:pt x="626" y="44"/>
                  </a:cubicBezTo>
                  <a:cubicBezTo>
                    <a:pt x="626" y="43"/>
                    <a:pt x="627" y="42"/>
                    <a:pt x="627" y="40"/>
                  </a:cubicBezTo>
                  <a:cubicBezTo>
                    <a:pt x="626" y="39"/>
                    <a:pt x="624" y="39"/>
                    <a:pt x="624" y="39"/>
                  </a:cubicBezTo>
                  <a:cubicBezTo>
                    <a:pt x="623" y="38"/>
                    <a:pt x="622" y="37"/>
                    <a:pt x="621" y="36"/>
                  </a:cubicBezTo>
                  <a:cubicBezTo>
                    <a:pt x="621" y="34"/>
                    <a:pt x="621" y="34"/>
                    <a:pt x="621" y="32"/>
                  </a:cubicBezTo>
                  <a:cubicBezTo>
                    <a:pt x="622" y="31"/>
                    <a:pt x="623" y="30"/>
                    <a:pt x="624" y="28"/>
                  </a:cubicBezTo>
                  <a:cubicBezTo>
                    <a:pt x="624" y="27"/>
                    <a:pt x="623" y="26"/>
                    <a:pt x="622" y="26"/>
                  </a:cubicBezTo>
                  <a:cubicBezTo>
                    <a:pt x="621" y="26"/>
                    <a:pt x="619" y="26"/>
                    <a:pt x="617" y="25"/>
                  </a:cubicBezTo>
                  <a:cubicBezTo>
                    <a:pt x="615" y="24"/>
                    <a:pt x="616" y="22"/>
                    <a:pt x="615" y="20"/>
                  </a:cubicBezTo>
                  <a:cubicBezTo>
                    <a:pt x="614" y="18"/>
                    <a:pt x="614" y="17"/>
                    <a:pt x="614" y="14"/>
                  </a:cubicBezTo>
                  <a:cubicBezTo>
                    <a:pt x="614" y="11"/>
                    <a:pt x="614" y="9"/>
                    <a:pt x="613" y="7"/>
                  </a:cubicBezTo>
                  <a:cubicBezTo>
                    <a:pt x="612" y="5"/>
                    <a:pt x="611" y="6"/>
                    <a:pt x="610" y="6"/>
                  </a:cubicBezTo>
                  <a:cubicBezTo>
                    <a:pt x="610" y="5"/>
                    <a:pt x="611" y="3"/>
                    <a:pt x="611" y="2"/>
                  </a:cubicBezTo>
                  <a:cubicBezTo>
                    <a:pt x="611" y="0"/>
                    <a:pt x="609" y="1"/>
                    <a:pt x="607" y="3"/>
                  </a:cubicBezTo>
                  <a:cubicBezTo>
                    <a:pt x="604" y="4"/>
                    <a:pt x="603" y="4"/>
                    <a:pt x="601" y="5"/>
                  </a:cubicBezTo>
                  <a:cubicBezTo>
                    <a:pt x="599" y="6"/>
                    <a:pt x="599" y="11"/>
                    <a:pt x="598" y="14"/>
                  </a:cubicBezTo>
                  <a:cubicBezTo>
                    <a:pt x="597" y="18"/>
                    <a:pt x="598" y="20"/>
                    <a:pt x="598" y="23"/>
                  </a:cubicBezTo>
                  <a:cubicBezTo>
                    <a:pt x="597" y="26"/>
                    <a:pt x="597" y="27"/>
                    <a:pt x="595" y="30"/>
                  </a:cubicBezTo>
                  <a:cubicBezTo>
                    <a:pt x="593" y="33"/>
                    <a:pt x="594" y="34"/>
                    <a:pt x="593" y="35"/>
                  </a:cubicBezTo>
                  <a:cubicBezTo>
                    <a:pt x="591" y="36"/>
                    <a:pt x="590" y="38"/>
                    <a:pt x="591" y="38"/>
                  </a:cubicBezTo>
                  <a:cubicBezTo>
                    <a:pt x="592" y="39"/>
                    <a:pt x="592" y="38"/>
                    <a:pt x="594" y="38"/>
                  </a:cubicBezTo>
                  <a:cubicBezTo>
                    <a:pt x="595" y="38"/>
                    <a:pt x="596" y="39"/>
                    <a:pt x="598" y="40"/>
                  </a:cubicBezTo>
                  <a:cubicBezTo>
                    <a:pt x="600" y="41"/>
                    <a:pt x="598" y="43"/>
                    <a:pt x="599" y="45"/>
                  </a:cubicBezTo>
                  <a:cubicBezTo>
                    <a:pt x="599" y="46"/>
                    <a:pt x="598" y="47"/>
                    <a:pt x="596" y="47"/>
                  </a:cubicBezTo>
                  <a:cubicBezTo>
                    <a:pt x="595" y="47"/>
                    <a:pt x="596" y="45"/>
                    <a:pt x="595" y="44"/>
                  </a:cubicBezTo>
                  <a:cubicBezTo>
                    <a:pt x="595" y="43"/>
                    <a:pt x="594" y="43"/>
                    <a:pt x="592" y="44"/>
                  </a:cubicBezTo>
                  <a:cubicBezTo>
                    <a:pt x="591" y="45"/>
                    <a:pt x="591" y="48"/>
                    <a:pt x="591" y="51"/>
                  </a:cubicBezTo>
                  <a:cubicBezTo>
                    <a:pt x="591" y="53"/>
                    <a:pt x="591" y="54"/>
                    <a:pt x="591" y="57"/>
                  </a:cubicBezTo>
                  <a:cubicBezTo>
                    <a:pt x="590" y="59"/>
                    <a:pt x="589" y="61"/>
                    <a:pt x="588" y="62"/>
                  </a:cubicBezTo>
                  <a:cubicBezTo>
                    <a:pt x="587" y="64"/>
                    <a:pt x="586" y="66"/>
                    <a:pt x="588" y="69"/>
                  </a:cubicBezTo>
                  <a:cubicBezTo>
                    <a:pt x="590" y="71"/>
                    <a:pt x="590" y="73"/>
                    <a:pt x="590" y="77"/>
                  </a:cubicBezTo>
                  <a:cubicBezTo>
                    <a:pt x="590" y="79"/>
                    <a:pt x="589" y="81"/>
                    <a:pt x="589" y="82"/>
                  </a:cubicBezTo>
                  <a:cubicBezTo>
                    <a:pt x="589" y="83"/>
                    <a:pt x="590" y="85"/>
                    <a:pt x="590" y="87"/>
                  </a:cubicBezTo>
                  <a:cubicBezTo>
                    <a:pt x="591" y="90"/>
                    <a:pt x="591" y="92"/>
                    <a:pt x="591" y="96"/>
                  </a:cubicBezTo>
                  <a:cubicBezTo>
                    <a:pt x="590" y="101"/>
                    <a:pt x="588" y="109"/>
                    <a:pt x="587" y="111"/>
                  </a:cubicBezTo>
                  <a:cubicBezTo>
                    <a:pt x="587" y="114"/>
                    <a:pt x="585" y="116"/>
                    <a:pt x="583" y="120"/>
                  </a:cubicBezTo>
                  <a:cubicBezTo>
                    <a:pt x="582" y="124"/>
                    <a:pt x="581" y="127"/>
                    <a:pt x="579" y="133"/>
                  </a:cubicBezTo>
                  <a:cubicBezTo>
                    <a:pt x="577" y="139"/>
                    <a:pt x="576" y="138"/>
                    <a:pt x="574" y="142"/>
                  </a:cubicBezTo>
                  <a:cubicBezTo>
                    <a:pt x="572" y="145"/>
                    <a:pt x="568" y="145"/>
                    <a:pt x="565" y="146"/>
                  </a:cubicBezTo>
                  <a:cubicBezTo>
                    <a:pt x="563" y="146"/>
                    <a:pt x="559" y="147"/>
                    <a:pt x="557" y="147"/>
                  </a:cubicBezTo>
                  <a:cubicBezTo>
                    <a:pt x="555" y="147"/>
                    <a:pt x="553" y="146"/>
                    <a:pt x="551" y="144"/>
                  </a:cubicBezTo>
                  <a:cubicBezTo>
                    <a:pt x="548" y="141"/>
                    <a:pt x="546" y="141"/>
                    <a:pt x="543" y="138"/>
                  </a:cubicBezTo>
                  <a:cubicBezTo>
                    <a:pt x="539" y="136"/>
                    <a:pt x="539" y="134"/>
                    <a:pt x="536" y="132"/>
                  </a:cubicBezTo>
                  <a:cubicBezTo>
                    <a:pt x="533" y="129"/>
                    <a:pt x="532" y="130"/>
                    <a:pt x="529" y="128"/>
                  </a:cubicBezTo>
                  <a:cubicBezTo>
                    <a:pt x="525" y="127"/>
                    <a:pt x="522" y="126"/>
                    <a:pt x="518" y="124"/>
                  </a:cubicBezTo>
                  <a:cubicBezTo>
                    <a:pt x="514" y="122"/>
                    <a:pt x="514" y="123"/>
                    <a:pt x="509" y="120"/>
                  </a:cubicBezTo>
                  <a:cubicBezTo>
                    <a:pt x="503" y="116"/>
                    <a:pt x="500" y="113"/>
                    <a:pt x="497" y="112"/>
                  </a:cubicBezTo>
                  <a:cubicBezTo>
                    <a:pt x="495" y="111"/>
                    <a:pt x="494" y="110"/>
                    <a:pt x="492" y="110"/>
                  </a:cubicBezTo>
                  <a:cubicBezTo>
                    <a:pt x="489" y="110"/>
                    <a:pt x="487" y="110"/>
                    <a:pt x="486" y="109"/>
                  </a:cubicBezTo>
                  <a:cubicBezTo>
                    <a:pt x="485" y="107"/>
                    <a:pt x="483" y="106"/>
                    <a:pt x="482" y="105"/>
                  </a:cubicBezTo>
                  <a:cubicBezTo>
                    <a:pt x="481" y="103"/>
                    <a:pt x="479" y="102"/>
                    <a:pt x="476" y="101"/>
                  </a:cubicBezTo>
                  <a:cubicBezTo>
                    <a:pt x="474" y="99"/>
                    <a:pt x="474" y="98"/>
                    <a:pt x="472" y="97"/>
                  </a:cubicBezTo>
                  <a:cubicBezTo>
                    <a:pt x="471" y="95"/>
                    <a:pt x="469" y="94"/>
                    <a:pt x="467" y="93"/>
                  </a:cubicBezTo>
                  <a:cubicBezTo>
                    <a:pt x="465" y="91"/>
                    <a:pt x="464" y="89"/>
                    <a:pt x="464" y="87"/>
                  </a:cubicBezTo>
                  <a:cubicBezTo>
                    <a:pt x="463" y="86"/>
                    <a:pt x="464" y="84"/>
                    <a:pt x="466" y="83"/>
                  </a:cubicBezTo>
                  <a:cubicBezTo>
                    <a:pt x="468" y="82"/>
                    <a:pt x="468" y="78"/>
                    <a:pt x="468" y="78"/>
                  </a:cubicBezTo>
                  <a:cubicBezTo>
                    <a:pt x="468" y="77"/>
                    <a:pt x="471" y="75"/>
                    <a:pt x="471" y="74"/>
                  </a:cubicBezTo>
                  <a:cubicBezTo>
                    <a:pt x="472" y="74"/>
                    <a:pt x="472" y="72"/>
                    <a:pt x="472" y="71"/>
                  </a:cubicBezTo>
                  <a:cubicBezTo>
                    <a:pt x="473" y="70"/>
                    <a:pt x="473" y="68"/>
                    <a:pt x="474" y="68"/>
                  </a:cubicBezTo>
                  <a:cubicBezTo>
                    <a:pt x="474" y="67"/>
                    <a:pt x="475" y="65"/>
                    <a:pt x="475" y="64"/>
                  </a:cubicBezTo>
                  <a:cubicBezTo>
                    <a:pt x="474" y="64"/>
                    <a:pt x="473" y="63"/>
                    <a:pt x="472" y="63"/>
                  </a:cubicBezTo>
                  <a:cubicBezTo>
                    <a:pt x="472" y="62"/>
                    <a:pt x="473" y="60"/>
                    <a:pt x="473" y="59"/>
                  </a:cubicBezTo>
                  <a:cubicBezTo>
                    <a:pt x="473" y="57"/>
                    <a:pt x="474" y="55"/>
                    <a:pt x="474" y="54"/>
                  </a:cubicBezTo>
                  <a:cubicBezTo>
                    <a:pt x="474" y="54"/>
                    <a:pt x="477" y="53"/>
                    <a:pt x="478" y="53"/>
                  </a:cubicBezTo>
                  <a:cubicBezTo>
                    <a:pt x="479" y="53"/>
                    <a:pt x="481" y="53"/>
                    <a:pt x="481" y="53"/>
                  </a:cubicBezTo>
                  <a:cubicBezTo>
                    <a:pt x="482" y="53"/>
                    <a:pt x="484" y="52"/>
                    <a:pt x="484" y="51"/>
                  </a:cubicBezTo>
                  <a:cubicBezTo>
                    <a:pt x="485" y="51"/>
                    <a:pt x="485" y="49"/>
                    <a:pt x="485" y="49"/>
                  </a:cubicBezTo>
                  <a:cubicBezTo>
                    <a:pt x="485" y="49"/>
                    <a:pt x="486" y="48"/>
                    <a:pt x="486" y="48"/>
                  </a:cubicBezTo>
                  <a:cubicBezTo>
                    <a:pt x="487" y="48"/>
                    <a:pt x="486" y="47"/>
                    <a:pt x="486" y="46"/>
                  </a:cubicBezTo>
                  <a:cubicBezTo>
                    <a:pt x="485" y="46"/>
                    <a:pt x="485" y="45"/>
                    <a:pt x="485" y="45"/>
                  </a:cubicBezTo>
                  <a:cubicBezTo>
                    <a:pt x="486" y="44"/>
                    <a:pt x="487" y="44"/>
                    <a:pt x="487" y="43"/>
                  </a:cubicBezTo>
                  <a:cubicBezTo>
                    <a:pt x="488" y="43"/>
                    <a:pt x="489" y="42"/>
                    <a:pt x="489" y="41"/>
                  </a:cubicBezTo>
                  <a:cubicBezTo>
                    <a:pt x="489" y="40"/>
                    <a:pt x="490" y="39"/>
                    <a:pt x="490" y="38"/>
                  </a:cubicBezTo>
                  <a:cubicBezTo>
                    <a:pt x="491" y="37"/>
                    <a:pt x="492" y="36"/>
                    <a:pt x="493" y="36"/>
                  </a:cubicBezTo>
                  <a:cubicBezTo>
                    <a:pt x="495" y="35"/>
                    <a:pt x="494" y="35"/>
                    <a:pt x="493" y="34"/>
                  </a:cubicBezTo>
                  <a:cubicBezTo>
                    <a:pt x="493" y="34"/>
                    <a:pt x="493" y="33"/>
                    <a:pt x="492" y="33"/>
                  </a:cubicBezTo>
                  <a:cubicBezTo>
                    <a:pt x="491" y="33"/>
                    <a:pt x="490" y="34"/>
                    <a:pt x="489" y="33"/>
                  </a:cubicBezTo>
                  <a:cubicBezTo>
                    <a:pt x="487" y="33"/>
                    <a:pt x="488" y="32"/>
                    <a:pt x="487" y="32"/>
                  </a:cubicBezTo>
                  <a:cubicBezTo>
                    <a:pt x="487" y="31"/>
                    <a:pt x="487" y="30"/>
                    <a:pt x="485" y="29"/>
                  </a:cubicBezTo>
                  <a:cubicBezTo>
                    <a:pt x="484" y="29"/>
                    <a:pt x="482" y="29"/>
                    <a:pt x="482" y="29"/>
                  </a:cubicBezTo>
                  <a:cubicBezTo>
                    <a:pt x="481" y="30"/>
                    <a:pt x="481" y="31"/>
                    <a:pt x="481" y="32"/>
                  </a:cubicBezTo>
                  <a:cubicBezTo>
                    <a:pt x="481" y="32"/>
                    <a:pt x="482" y="33"/>
                    <a:pt x="482" y="33"/>
                  </a:cubicBezTo>
                  <a:cubicBezTo>
                    <a:pt x="483" y="34"/>
                    <a:pt x="482" y="35"/>
                    <a:pt x="481" y="36"/>
                  </a:cubicBezTo>
                  <a:cubicBezTo>
                    <a:pt x="481" y="36"/>
                    <a:pt x="479" y="37"/>
                    <a:pt x="478" y="36"/>
                  </a:cubicBezTo>
                  <a:cubicBezTo>
                    <a:pt x="477" y="36"/>
                    <a:pt x="477" y="36"/>
                    <a:pt x="477" y="35"/>
                  </a:cubicBezTo>
                  <a:cubicBezTo>
                    <a:pt x="476" y="35"/>
                    <a:pt x="475" y="33"/>
                    <a:pt x="475" y="33"/>
                  </a:cubicBezTo>
                  <a:cubicBezTo>
                    <a:pt x="474" y="32"/>
                    <a:pt x="473" y="32"/>
                    <a:pt x="472" y="33"/>
                  </a:cubicBezTo>
                  <a:cubicBezTo>
                    <a:pt x="472" y="33"/>
                    <a:pt x="470" y="33"/>
                    <a:pt x="469" y="33"/>
                  </a:cubicBezTo>
                  <a:cubicBezTo>
                    <a:pt x="468" y="33"/>
                    <a:pt x="468" y="32"/>
                    <a:pt x="468" y="31"/>
                  </a:cubicBezTo>
                  <a:cubicBezTo>
                    <a:pt x="468" y="30"/>
                    <a:pt x="467" y="30"/>
                    <a:pt x="466" y="30"/>
                  </a:cubicBezTo>
                  <a:cubicBezTo>
                    <a:pt x="465" y="30"/>
                    <a:pt x="463" y="32"/>
                    <a:pt x="462" y="33"/>
                  </a:cubicBezTo>
                  <a:cubicBezTo>
                    <a:pt x="460" y="34"/>
                    <a:pt x="458" y="33"/>
                    <a:pt x="457" y="33"/>
                  </a:cubicBezTo>
                  <a:cubicBezTo>
                    <a:pt x="457" y="32"/>
                    <a:pt x="455" y="31"/>
                    <a:pt x="454" y="31"/>
                  </a:cubicBezTo>
                  <a:cubicBezTo>
                    <a:pt x="453" y="30"/>
                    <a:pt x="453" y="29"/>
                    <a:pt x="452" y="28"/>
                  </a:cubicBezTo>
                  <a:cubicBezTo>
                    <a:pt x="451" y="28"/>
                    <a:pt x="449" y="28"/>
                    <a:pt x="448" y="28"/>
                  </a:cubicBezTo>
                  <a:cubicBezTo>
                    <a:pt x="447" y="28"/>
                    <a:pt x="447" y="29"/>
                    <a:pt x="446" y="30"/>
                  </a:cubicBezTo>
                  <a:cubicBezTo>
                    <a:pt x="445" y="30"/>
                    <a:pt x="443" y="30"/>
                    <a:pt x="442" y="30"/>
                  </a:cubicBezTo>
                  <a:cubicBezTo>
                    <a:pt x="441" y="30"/>
                    <a:pt x="439" y="30"/>
                    <a:pt x="438" y="29"/>
                  </a:cubicBezTo>
                  <a:cubicBezTo>
                    <a:pt x="437" y="28"/>
                    <a:pt x="438" y="27"/>
                    <a:pt x="436" y="26"/>
                  </a:cubicBezTo>
                  <a:cubicBezTo>
                    <a:pt x="435" y="25"/>
                    <a:pt x="433" y="24"/>
                    <a:pt x="432" y="24"/>
                  </a:cubicBezTo>
                  <a:cubicBezTo>
                    <a:pt x="430" y="23"/>
                    <a:pt x="428" y="24"/>
                    <a:pt x="426" y="25"/>
                  </a:cubicBezTo>
                  <a:cubicBezTo>
                    <a:pt x="425" y="25"/>
                    <a:pt x="424" y="24"/>
                    <a:pt x="424" y="24"/>
                  </a:cubicBezTo>
                  <a:cubicBezTo>
                    <a:pt x="424" y="24"/>
                    <a:pt x="422" y="22"/>
                    <a:pt x="421" y="22"/>
                  </a:cubicBezTo>
                  <a:cubicBezTo>
                    <a:pt x="420" y="21"/>
                    <a:pt x="417" y="20"/>
                    <a:pt x="416" y="20"/>
                  </a:cubicBezTo>
                  <a:cubicBezTo>
                    <a:pt x="414" y="19"/>
                    <a:pt x="415" y="18"/>
                    <a:pt x="414" y="18"/>
                  </a:cubicBezTo>
                  <a:cubicBezTo>
                    <a:pt x="413" y="17"/>
                    <a:pt x="411" y="17"/>
                    <a:pt x="410" y="17"/>
                  </a:cubicBezTo>
                  <a:cubicBezTo>
                    <a:pt x="408" y="17"/>
                    <a:pt x="408" y="16"/>
                    <a:pt x="408" y="16"/>
                  </a:cubicBezTo>
                  <a:cubicBezTo>
                    <a:pt x="408" y="15"/>
                    <a:pt x="406" y="15"/>
                    <a:pt x="405" y="15"/>
                  </a:cubicBezTo>
                  <a:cubicBezTo>
                    <a:pt x="403" y="15"/>
                    <a:pt x="403" y="14"/>
                    <a:pt x="403" y="13"/>
                  </a:cubicBezTo>
                  <a:cubicBezTo>
                    <a:pt x="403" y="13"/>
                    <a:pt x="401" y="12"/>
                    <a:pt x="400" y="12"/>
                  </a:cubicBezTo>
                  <a:cubicBezTo>
                    <a:pt x="399" y="12"/>
                    <a:pt x="399" y="13"/>
                    <a:pt x="398" y="13"/>
                  </a:cubicBezTo>
                  <a:cubicBezTo>
                    <a:pt x="397" y="14"/>
                    <a:pt x="396" y="14"/>
                    <a:pt x="395" y="14"/>
                  </a:cubicBezTo>
                  <a:cubicBezTo>
                    <a:pt x="393" y="13"/>
                    <a:pt x="394" y="12"/>
                    <a:pt x="393" y="11"/>
                  </a:cubicBezTo>
                  <a:cubicBezTo>
                    <a:pt x="392" y="10"/>
                    <a:pt x="391" y="10"/>
                    <a:pt x="390" y="11"/>
                  </a:cubicBezTo>
                  <a:cubicBezTo>
                    <a:pt x="390" y="11"/>
                    <a:pt x="390" y="13"/>
                    <a:pt x="391" y="14"/>
                  </a:cubicBezTo>
                  <a:cubicBezTo>
                    <a:pt x="391" y="14"/>
                    <a:pt x="392" y="15"/>
                    <a:pt x="392" y="16"/>
                  </a:cubicBezTo>
                  <a:cubicBezTo>
                    <a:pt x="392" y="17"/>
                    <a:pt x="394" y="17"/>
                    <a:pt x="395" y="18"/>
                  </a:cubicBezTo>
                  <a:cubicBezTo>
                    <a:pt x="396" y="18"/>
                    <a:pt x="397" y="18"/>
                    <a:pt x="399" y="17"/>
                  </a:cubicBezTo>
                  <a:cubicBezTo>
                    <a:pt x="400" y="16"/>
                    <a:pt x="400" y="17"/>
                    <a:pt x="402" y="17"/>
                  </a:cubicBezTo>
                  <a:cubicBezTo>
                    <a:pt x="403" y="17"/>
                    <a:pt x="404" y="18"/>
                    <a:pt x="404" y="18"/>
                  </a:cubicBezTo>
                  <a:cubicBezTo>
                    <a:pt x="405" y="19"/>
                    <a:pt x="404" y="20"/>
                    <a:pt x="404" y="21"/>
                  </a:cubicBezTo>
                  <a:cubicBezTo>
                    <a:pt x="404" y="21"/>
                    <a:pt x="405" y="22"/>
                    <a:pt x="405" y="23"/>
                  </a:cubicBezTo>
                  <a:cubicBezTo>
                    <a:pt x="406" y="23"/>
                    <a:pt x="405" y="25"/>
                    <a:pt x="405" y="27"/>
                  </a:cubicBezTo>
                  <a:cubicBezTo>
                    <a:pt x="405" y="28"/>
                    <a:pt x="407" y="29"/>
                    <a:pt x="407" y="30"/>
                  </a:cubicBezTo>
                  <a:cubicBezTo>
                    <a:pt x="408" y="31"/>
                    <a:pt x="407" y="32"/>
                    <a:pt x="405" y="33"/>
                  </a:cubicBezTo>
                  <a:cubicBezTo>
                    <a:pt x="404" y="34"/>
                    <a:pt x="402" y="36"/>
                    <a:pt x="401" y="36"/>
                  </a:cubicBezTo>
                  <a:cubicBezTo>
                    <a:pt x="399" y="35"/>
                    <a:pt x="400" y="33"/>
                    <a:pt x="399" y="33"/>
                  </a:cubicBezTo>
                  <a:cubicBezTo>
                    <a:pt x="398" y="32"/>
                    <a:pt x="395" y="34"/>
                    <a:pt x="394" y="35"/>
                  </a:cubicBezTo>
                  <a:cubicBezTo>
                    <a:pt x="393" y="35"/>
                    <a:pt x="392" y="34"/>
                    <a:pt x="391" y="34"/>
                  </a:cubicBezTo>
                  <a:cubicBezTo>
                    <a:pt x="390" y="33"/>
                    <a:pt x="388" y="34"/>
                    <a:pt x="387" y="34"/>
                  </a:cubicBezTo>
                  <a:cubicBezTo>
                    <a:pt x="385" y="34"/>
                    <a:pt x="383" y="33"/>
                    <a:pt x="381" y="33"/>
                  </a:cubicBezTo>
                  <a:cubicBezTo>
                    <a:pt x="379" y="32"/>
                    <a:pt x="378" y="32"/>
                    <a:pt x="377" y="32"/>
                  </a:cubicBezTo>
                  <a:cubicBezTo>
                    <a:pt x="376" y="31"/>
                    <a:pt x="374" y="31"/>
                    <a:pt x="373" y="31"/>
                  </a:cubicBezTo>
                  <a:cubicBezTo>
                    <a:pt x="373" y="32"/>
                    <a:pt x="373" y="33"/>
                    <a:pt x="373" y="34"/>
                  </a:cubicBezTo>
                  <a:cubicBezTo>
                    <a:pt x="373" y="35"/>
                    <a:pt x="372" y="35"/>
                    <a:pt x="371" y="35"/>
                  </a:cubicBezTo>
                  <a:cubicBezTo>
                    <a:pt x="370" y="36"/>
                    <a:pt x="371" y="37"/>
                    <a:pt x="371" y="37"/>
                  </a:cubicBezTo>
                  <a:cubicBezTo>
                    <a:pt x="372" y="38"/>
                    <a:pt x="372" y="40"/>
                    <a:pt x="370" y="40"/>
                  </a:cubicBezTo>
                  <a:cubicBezTo>
                    <a:pt x="369" y="41"/>
                    <a:pt x="369" y="40"/>
                    <a:pt x="368" y="38"/>
                  </a:cubicBezTo>
                  <a:cubicBezTo>
                    <a:pt x="367" y="37"/>
                    <a:pt x="365" y="36"/>
                    <a:pt x="364" y="36"/>
                  </a:cubicBezTo>
                  <a:cubicBezTo>
                    <a:pt x="363" y="36"/>
                    <a:pt x="363" y="38"/>
                    <a:pt x="364" y="39"/>
                  </a:cubicBezTo>
                  <a:cubicBezTo>
                    <a:pt x="364" y="40"/>
                    <a:pt x="365" y="41"/>
                    <a:pt x="365" y="42"/>
                  </a:cubicBezTo>
                  <a:cubicBezTo>
                    <a:pt x="364" y="43"/>
                    <a:pt x="364" y="42"/>
                    <a:pt x="362" y="41"/>
                  </a:cubicBezTo>
                  <a:cubicBezTo>
                    <a:pt x="361" y="40"/>
                    <a:pt x="361" y="42"/>
                    <a:pt x="358" y="43"/>
                  </a:cubicBezTo>
                  <a:cubicBezTo>
                    <a:pt x="355" y="44"/>
                    <a:pt x="355" y="47"/>
                    <a:pt x="354" y="48"/>
                  </a:cubicBezTo>
                  <a:cubicBezTo>
                    <a:pt x="354" y="49"/>
                    <a:pt x="354" y="49"/>
                    <a:pt x="354" y="50"/>
                  </a:cubicBezTo>
                  <a:cubicBezTo>
                    <a:pt x="355" y="51"/>
                    <a:pt x="355" y="52"/>
                    <a:pt x="356" y="53"/>
                  </a:cubicBezTo>
                  <a:cubicBezTo>
                    <a:pt x="357" y="55"/>
                    <a:pt x="358" y="54"/>
                    <a:pt x="358" y="55"/>
                  </a:cubicBezTo>
                  <a:cubicBezTo>
                    <a:pt x="358" y="56"/>
                    <a:pt x="358" y="56"/>
                    <a:pt x="357" y="57"/>
                  </a:cubicBezTo>
                  <a:cubicBezTo>
                    <a:pt x="356" y="57"/>
                    <a:pt x="355" y="57"/>
                    <a:pt x="354" y="58"/>
                  </a:cubicBezTo>
                  <a:cubicBezTo>
                    <a:pt x="353" y="59"/>
                    <a:pt x="353" y="59"/>
                    <a:pt x="352" y="59"/>
                  </a:cubicBezTo>
                  <a:cubicBezTo>
                    <a:pt x="351" y="59"/>
                    <a:pt x="350" y="58"/>
                    <a:pt x="349" y="59"/>
                  </a:cubicBezTo>
                  <a:cubicBezTo>
                    <a:pt x="348" y="59"/>
                    <a:pt x="348" y="60"/>
                    <a:pt x="347" y="62"/>
                  </a:cubicBezTo>
                  <a:cubicBezTo>
                    <a:pt x="347" y="63"/>
                    <a:pt x="348" y="63"/>
                    <a:pt x="347" y="66"/>
                  </a:cubicBezTo>
                  <a:cubicBezTo>
                    <a:pt x="346" y="68"/>
                    <a:pt x="345" y="69"/>
                    <a:pt x="344" y="69"/>
                  </a:cubicBezTo>
                  <a:cubicBezTo>
                    <a:pt x="343" y="70"/>
                    <a:pt x="341" y="70"/>
                    <a:pt x="339" y="71"/>
                  </a:cubicBezTo>
                  <a:cubicBezTo>
                    <a:pt x="338" y="73"/>
                    <a:pt x="338" y="73"/>
                    <a:pt x="338" y="75"/>
                  </a:cubicBezTo>
                  <a:cubicBezTo>
                    <a:pt x="337" y="77"/>
                    <a:pt x="338" y="77"/>
                    <a:pt x="339" y="78"/>
                  </a:cubicBezTo>
                  <a:cubicBezTo>
                    <a:pt x="340" y="80"/>
                    <a:pt x="341" y="81"/>
                    <a:pt x="341" y="82"/>
                  </a:cubicBezTo>
                  <a:cubicBezTo>
                    <a:pt x="342" y="83"/>
                    <a:pt x="343" y="84"/>
                    <a:pt x="344" y="85"/>
                  </a:cubicBezTo>
                  <a:cubicBezTo>
                    <a:pt x="346" y="86"/>
                    <a:pt x="346" y="85"/>
                    <a:pt x="347" y="85"/>
                  </a:cubicBezTo>
                  <a:cubicBezTo>
                    <a:pt x="349" y="85"/>
                    <a:pt x="350" y="85"/>
                    <a:pt x="350" y="86"/>
                  </a:cubicBezTo>
                  <a:cubicBezTo>
                    <a:pt x="350" y="88"/>
                    <a:pt x="348" y="88"/>
                    <a:pt x="347" y="88"/>
                  </a:cubicBezTo>
                  <a:cubicBezTo>
                    <a:pt x="346" y="88"/>
                    <a:pt x="345" y="89"/>
                    <a:pt x="344" y="90"/>
                  </a:cubicBezTo>
                  <a:cubicBezTo>
                    <a:pt x="343" y="91"/>
                    <a:pt x="345" y="91"/>
                    <a:pt x="345" y="93"/>
                  </a:cubicBezTo>
                  <a:cubicBezTo>
                    <a:pt x="346" y="95"/>
                    <a:pt x="345" y="95"/>
                    <a:pt x="343" y="95"/>
                  </a:cubicBezTo>
                  <a:cubicBezTo>
                    <a:pt x="341" y="95"/>
                    <a:pt x="341" y="93"/>
                    <a:pt x="340" y="92"/>
                  </a:cubicBezTo>
                  <a:cubicBezTo>
                    <a:pt x="340" y="91"/>
                    <a:pt x="338" y="91"/>
                    <a:pt x="337" y="92"/>
                  </a:cubicBezTo>
                  <a:cubicBezTo>
                    <a:pt x="335" y="92"/>
                    <a:pt x="335" y="95"/>
                    <a:pt x="335" y="96"/>
                  </a:cubicBezTo>
                  <a:cubicBezTo>
                    <a:pt x="334" y="97"/>
                    <a:pt x="334" y="96"/>
                    <a:pt x="334" y="95"/>
                  </a:cubicBezTo>
                  <a:cubicBezTo>
                    <a:pt x="334" y="93"/>
                    <a:pt x="334" y="92"/>
                    <a:pt x="333" y="90"/>
                  </a:cubicBezTo>
                  <a:cubicBezTo>
                    <a:pt x="332" y="88"/>
                    <a:pt x="330" y="89"/>
                    <a:pt x="329" y="89"/>
                  </a:cubicBezTo>
                  <a:cubicBezTo>
                    <a:pt x="327" y="89"/>
                    <a:pt x="326" y="88"/>
                    <a:pt x="324" y="87"/>
                  </a:cubicBezTo>
                  <a:cubicBezTo>
                    <a:pt x="322" y="87"/>
                    <a:pt x="322" y="88"/>
                    <a:pt x="321" y="88"/>
                  </a:cubicBezTo>
                  <a:cubicBezTo>
                    <a:pt x="320" y="88"/>
                    <a:pt x="319" y="88"/>
                    <a:pt x="319" y="89"/>
                  </a:cubicBezTo>
                  <a:cubicBezTo>
                    <a:pt x="319" y="90"/>
                    <a:pt x="320" y="91"/>
                    <a:pt x="319" y="91"/>
                  </a:cubicBezTo>
                  <a:cubicBezTo>
                    <a:pt x="319" y="92"/>
                    <a:pt x="318" y="92"/>
                    <a:pt x="317" y="92"/>
                  </a:cubicBezTo>
                  <a:cubicBezTo>
                    <a:pt x="317" y="91"/>
                    <a:pt x="315" y="92"/>
                    <a:pt x="315" y="92"/>
                  </a:cubicBezTo>
                  <a:cubicBezTo>
                    <a:pt x="315" y="93"/>
                    <a:pt x="315" y="94"/>
                    <a:pt x="315" y="95"/>
                  </a:cubicBezTo>
                  <a:cubicBezTo>
                    <a:pt x="316" y="97"/>
                    <a:pt x="317" y="97"/>
                    <a:pt x="317" y="98"/>
                  </a:cubicBezTo>
                  <a:cubicBezTo>
                    <a:pt x="317" y="99"/>
                    <a:pt x="317" y="100"/>
                    <a:pt x="316" y="100"/>
                  </a:cubicBezTo>
                  <a:cubicBezTo>
                    <a:pt x="316" y="100"/>
                    <a:pt x="315" y="100"/>
                    <a:pt x="313" y="100"/>
                  </a:cubicBezTo>
                  <a:cubicBezTo>
                    <a:pt x="312" y="100"/>
                    <a:pt x="312" y="101"/>
                    <a:pt x="312" y="102"/>
                  </a:cubicBezTo>
                  <a:cubicBezTo>
                    <a:pt x="311" y="102"/>
                    <a:pt x="310" y="102"/>
                    <a:pt x="310" y="102"/>
                  </a:cubicBezTo>
                  <a:cubicBezTo>
                    <a:pt x="309" y="101"/>
                    <a:pt x="310" y="99"/>
                    <a:pt x="311" y="98"/>
                  </a:cubicBezTo>
                  <a:cubicBezTo>
                    <a:pt x="311" y="97"/>
                    <a:pt x="311" y="96"/>
                    <a:pt x="312" y="96"/>
                  </a:cubicBezTo>
                  <a:cubicBezTo>
                    <a:pt x="312" y="95"/>
                    <a:pt x="312" y="93"/>
                    <a:pt x="312" y="92"/>
                  </a:cubicBezTo>
                  <a:cubicBezTo>
                    <a:pt x="312" y="92"/>
                    <a:pt x="312" y="90"/>
                    <a:pt x="313" y="88"/>
                  </a:cubicBezTo>
                  <a:cubicBezTo>
                    <a:pt x="313" y="87"/>
                    <a:pt x="314" y="86"/>
                    <a:pt x="314" y="85"/>
                  </a:cubicBezTo>
                  <a:cubicBezTo>
                    <a:pt x="314" y="84"/>
                    <a:pt x="313" y="83"/>
                    <a:pt x="312" y="82"/>
                  </a:cubicBezTo>
                  <a:cubicBezTo>
                    <a:pt x="311" y="80"/>
                    <a:pt x="310" y="80"/>
                    <a:pt x="306" y="78"/>
                  </a:cubicBezTo>
                  <a:cubicBezTo>
                    <a:pt x="303" y="75"/>
                    <a:pt x="303" y="74"/>
                    <a:pt x="302" y="74"/>
                  </a:cubicBezTo>
                  <a:cubicBezTo>
                    <a:pt x="301" y="73"/>
                    <a:pt x="300" y="72"/>
                    <a:pt x="300" y="70"/>
                  </a:cubicBezTo>
                  <a:cubicBezTo>
                    <a:pt x="299" y="69"/>
                    <a:pt x="297" y="69"/>
                    <a:pt x="296" y="69"/>
                  </a:cubicBezTo>
                  <a:cubicBezTo>
                    <a:pt x="295" y="69"/>
                    <a:pt x="293" y="69"/>
                    <a:pt x="292" y="69"/>
                  </a:cubicBezTo>
                  <a:cubicBezTo>
                    <a:pt x="290" y="69"/>
                    <a:pt x="291" y="69"/>
                    <a:pt x="290" y="67"/>
                  </a:cubicBezTo>
                  <a:cubicBezTo>
                    <a:pt x="289" y="66"/>
                    <a:pt x="288" y="66"/>
                    <a:pt x="287" y="66"/>
                  </a:cubicBezTo>
                  <a:cubicBezTo>
                    <a:pt x="286" y="67"/>
                    <a:pt x="286" y="68"/>
                    <a:pt x="285" y="69"/>
                  </a:cubicBezTo>
                  <a:cubicBezTo>
                    <a:pt x="284" y="70"/>
                    <a:pt x="284" y="71"/>
                    <a:pt x="283" y="72"/>
                  </a:cubicBezTo>
                  <a:cubicBezTo>
                    <a:pt x="283" y="73"/>
                    <a:pt x="282" y="74"/>
                    <a:pt x="281" y="74"/>
                  </a:cubicBezTo>
                  <a:cubicBezTo>
                    <a:pt x="280" y="75"/>
                    <a:pt x="280" y="74"/>
                    <a:pt x="280" y="73"/>
                  </a:cubicBezTo>
                  <a:cubicBezTo>
                    <a:pt x="279" y="72"/>
                    <a:pt x="279" y="71"/>
                    <a:pt x="278" y="71"/>
                  </a:cubicBezTo>
                  <a:cubicBezTo>
                    <a:pt x="277" y="70"/>
                    <a:pt x="276" y="70"/>
                    <a:pt x="275" y="72"/>
                  </a:cubicBezTo>
                  <a:cubicBezTo>
                    <a:pt x="273" y="73"/>
                    <a:pt x="273" y="73"/>
                    <a:pt x="272" y="73"/>
                  </a:cubicBezTo>
                  <a:cubicBezTo>
                    <a:pt x="271" y="74"/>
                    <a:pt x="271" y="75"/>
                    <a:pt x="270" y="77"/>
                  </a:cubicBezTo>
                  <a:cubicBezTo>
                    <a:pt x="269" y="79"/>
                    <a:pt x="269" y="80"/>
                    <a:pt x="268" y="81"/>
                  </a:cubicBezTo>
                  <a:cubicBezTo>
                    <a:pt x="267" y="82"/>
                    <a:pt x="266" y="82"/>
                    <a:pt x="265" y="81"/>
                  </a:cubicBezTo>
                  <a:cubicBezTo>
                    <a:pt x="264" y="81"/>
                    <a:pt x="264" y="80"/>
                    <a:pt x="263" y="79"/>
                  </a:cubicBezTo>
                  <a:cubicBezTo>
                    <a:pt x="261" y="79"/>
                    <a:pt x="261" y="80"/>
                    <a:pt x="260" y="80"/>
                  </a:cubicBezTo>
                  <a:cubicBezTo>
                    <a:pt x="259" y="81"/>
                    <a:pt x="259" y="81"/>
                    <a:pt x="258" y="82"/>
                  </a:cubicBezTo>
                  <a:cubicBezTo>
                    <a:pt x="256" y="82"/>
                    <a:pt x="256" y="82"/>
                    <a:pt x="254" y="82"/>
                  </a:cubicBezTo>
                  <a:cubicBezTo>
                    <a:pt x="252" y="82"/>
                    <a:pt x="252" y="83"/>
                    <a:pt x="252" y="85"/>
                  </a:cubicBezTo>
                  <a:cubicBezTo>
                    <a:pt x="251" y="86"/>
                    <a:pt x="253" y="87"/>
                    <a:pt x="254" y="87"/>
                  </a:cubicBezTo>
                  <a:cubicBezTo>
                    <a:pt x="255" y="88"/>
                    <a:pt x="255" y="89"/>
                    <a:pt x="255" y="90"/>
                  </a:cubicBezTo>
                  <a:cubicBezTo>
                    <a:pt x="256" y="90"/>
                    <a:pt x="258" y="91"/>
                    <a:pt x="257" y="93"/>
                  </a:cubicBezTo>
                  <a:cubicBezTo>
                    <a:pt x="257" y="95"/>
                    <a:pt x="255" y="93"/>
                    <a:pt x="254" y="93"/>
                  </a:cubicBezTo>
                  <a:cubicBezTo>
                    <a:pt x="252" y="93"/>
                    <a:pt x="252" y="93"/>
                    <a:pt x="252" y="92"/>
                  </a:cubicBezTo>
                  <a:cubicBezTo>
                    <a:pt x="252" y="91"/>
                    <a:pt x="249" y="91"/>
                    <a:pt x="248" y="92"/>
                  </a:cubicBezTo>
                  <a:cubicBezTo>
                    <a:pt x="247" y="92"/>
                    <a:pt x="248" y="93"/>
                    <a:pt x="248" y="95"/>
                  </a:cubicBezTo>
                  <a:cubicBezTo>
                    <a:pt x="247" y="97"/>
                    <a:pt x="248" y="97"/>
                    <a:pt x="248" y="97"/>
                  </a:cubicBezTo>
                  <a:cubicBezTo>
                    <a:pt x="248" y="97"/>
                    <a:pt x="249" y="99"/>
                    <a:pt x="250" y="99"/>
                  </a:cubicBezTo>
                  <a:cubicBezTo>
                    <a:pt x="251" y="100"/>
                    <a:pt x="251" y="101"/>
                    <a:pt x="251" y="102"/>
                  </a:cubicBezTo>
                  <a:cubicBezTo>
                    <a:pt x="251" y="103"/>
                    <a:pt x="249" y="102"/>
                    <a:pt x="247" y="102"/>
                  </a:cubicBezTo>
                  <a:cubicBezTo>
                    <a:pt x="246" y="101"/>
                    <a:pt x="246" y="101"/>
                    <a:pt x="245" y="100"/>
                  </a:cubicBezTo>
                  <a:cubicBezTo>
                    <a:pt x="245" y="99"/>
                    <a:pt x="243" y="98"/>
                    <a:pt x="242" y="98"/>
                  </a:cubicBezTo>
                  <a:cubicBezTo>
                    <a:pt x="242" y="98"/>
                    <a:pt x="241" y="99"/>
                    <a:pt x="240" y="100"/>
                  </a:cubicBezTo>
                  <a:cubicBezTo>
                    <a:pt x="240" y="101"/>
                    <a:pt x="239" y="101"/>
                    <a:pt x="238" y="101"/>
                  </a:cubicBezTo>
                  <a:cubicBezTo>
                    <a:pt x="236" y="102"/>
                    <a:pt x="236" y="102"/>
                    <a:pt x="236" y="104"/>
                  </a:cubicBezTo>
                  <a:cubicBezTo>
                    <a:pt x="236" y="106"/>
                    <a:pt x="236" y="106"/>
                    <a:pt x="236" y="109"/>
                  </a:cubicBezTo>
                  <a:cubicBezTo>
                    <a:pt x="236" y="111"/>
                    <a:pt x="237" y="110"/>
                    <a:pt x="238" y="109"/>
                  </a:cubicBezTo>
                  <a:cubicBezTo>
                    <a:pt x="240" y="109"/>
                    <a:pt x="240" y="108"/>
                    <a:pt x="240" y="107"/>
                  </a:cubicBezTo>
                  <a:cubicBezTo>
                    <a:pt x="241" y="107"/>
                    <a:pt x="242" y="106"/>
                    <a:pt x="242" y="107"/>
                  </a:cubicBezTo>
                  <a:cubicBezTo>
                    <a:pt x="243" y="108"/>
                    <a:pt x="241" y="110"/>
                    <a:pt x="241" y="111"/>
                  </a:cubicBezTo>
                  <a:cubicBezTo>
                    <a:pt x="241" y="113"/>
                    <a:pt x="240" y="114"/>
                    <a:pt x="238" y="114"/>
                  </a:cubicBezTo>
                  <a:cubicBezTo>
                    <a:pt x="236" y="115"/>
                    <a:pt x="236" y="115"/>
                    <a:pt x="236" y="117"/>
                  </a:cubicBezTo>
                  <a:cubicBezTo>
                    <a:pt x="236" y="118"/>
                    <a:pt x="237" y="118"/>
                    <a:pt x="241" y="119"/>
                  </a:cubicBezTo>
                  <a:cubicBezTo>
                    <a:pt x="245" y="119"/>
                    <a:pt x="244" y="119"/>
                    <a:pt x="245" y="119"/>
                  </a:cubicBezTo>
                  <a:cubicBezTo>
                    <a:pt x="246" y="119"/>
                    <a:pt x="245" y="121"/>
                    <a:pt x="244" y="121"/>
                  </a:cubicBezTo>
                  <a:cubicBezTo>
                    <a:pt x="242" y="121"/>
                    <a:pt x="239" y="121"/>
                    <a:pt x="237" y="121"/>
                  </a:cubicBezTo>
                  <a:cubicBezTo>
                    <a:pt x="236" y="122"/>
                    <a:pt x="234" y="122"/>
                    <a:pt x="232" y="121"/>
                  </a:cubicBezTo>
                  <a:cubicBezTo>
                    <a:pt x="231" y="121"/>
                    <a:pt x="231" y="119"/>
                    <a:pt x="230" y="118"/>
                  </a:cubicBezTo>
                  <a:cubicBezTo>
                    <a:pt x="229" y="117"/>
                    <a:pt x="228" y="117"/>
                    <a:pt x="227" y="120"/>
                  </a:cubicBezTo>
                  <a:cubicBezTo>
                    <a:pt x="226" y="122"/>
                    <a:pt x="225" y="120"/>
                    <a:pt x="223" y="119"/>
                  </a:cubicBezTo>
                  <a:cubicBezTo>
                    <a:pt x="222" y="118"/>
                    <a:pt x="223" y="116"/>
                    <a:pt x="222" y="115"/>
                  </a:cubicBezTo>
                  <a:cubicBezTo>
                    <a:pt x="222" y="114"/>
                    <a:pt x="220" y="116"/>
                    <a:pt x="220" y="116"/>
                  </a:cubicBezTo>
                  <a:cubicBezTo>
                    <a:pt x="220" y="117"/>
                    <a:pt x="222" y="119"/>
                    <a:pt x="221" y="120"/>
                  </a:cubicBezTo>
                  <a:cubicBezTo>
                    <a:pt x="219" y="121"/>
                    <a:pt x="217" y="121"/>
                    <a:pt x="217" y="122"/>
                  </a:cubicBezTo>
                  <a:cubicBezTo>
                    <a:pt x="216" y="124"/>
                    <a:pt x="219" y="123"/>
                    <a:pt x="219" y="124"/>
                  </a:cubicBezTo>
                  <a:cubicBezTo>
                    <a:pt x="220" y="125"/>
                    <a:pt x="221" y="127"/>
                    <a:pt x="223" y="128"/>
                  </a:cubicBezTo>
                  <a:cubicBezTo>
                    <a:pt x="225" y="129"/>
                    <a:pt x="225" y="128"/>
                    <a:pt x="226" y="128"/>
                  </a:cubicBezTo>
                  <a:cubicBezTo>
                    <a:pt x="227" y="128"/>
                    <a:pt x="226" y="129"/>
                    <a:pt x="226" y="131"/>
                  </a:cubicBezTo>
                  <a:cubicBezTo>
                    <a:pt x="226" y="133"/>
                    <a:pt x="225" y="133"/>
                    <a:pt x="225" y="134"/>
                  </a:cubicBezTo>
                  <a:cubicBezTo>
                    <a:pt x="226" y="135"/>
                    <a:pt x="227" y="136"/>
                    <a:pt x="227" y="137"/>
                  </a:cubicBezTo>
                  <a:cubicBezTo>
                    <a:pt x="227" y="139"/>
                    <a:pt x="226" y="138"/>
                    <a:pt x="224" y="137"/>
                  </a:cubicBezTo>
                  <a:cubicBezTo>
                    <a:pt x="222" y="137"/>
                    <a:pt x="223" y="136"/>
                    <a:pt x="222" y="134"/>
                  </a:cubicBezTo>
                  <a:cubicBezTo>
                    <a:pt x="220" y="133"/>
                    <a:pt x="220" y="135"/>
                    <a:pt x="220" y="136"/>
                  </a:cubicBezTo>
                  <a:cubicBezTo>
                    <a:pt x="220" y="138"/>
                    <a:pt x="220" y="141"/>
                    <a:pt x="220" y="143"/>
                  </a:cubicBezTo>
                  <a:cubicBezTo>
                    <a:pt x="220" y="146"/>
                    <a:pt x="218" y="146"/>
                    <a:pt x="217" y="145"/>
                  </a:cubicBezTo>
                  <a:cubicBezTo>
                    <a:pt x="216" y="144"/>
                    <a:pt x="215" y="141"/>
                    <a:pt x="215" y="139"/>
                  </a:cubicBezTo>
                  <a:cubicBezTo>
                    <a:pt x="214" y="138"/>
                    <a:pt x="212" y="136"/>
                    <a:pt x="211" y="134"/>
                  </a:cubicBezTo>
                  <a:cubicBezTo>
                    <a:pt x="210" y="132"/>
                    <a:pt x="211" y="131"/>
                    <a:pt x="210" y="130"/>
                  </a:cubicBezTo>
                  <a:cubicBezTo>
                    <a:pt x="210" y="128"/>
                    <a:pt x="208" y="127"/>
                    <a:pt x="208" y="125"/>
                  </a:cubicBezTo>
                  <a:cubicBezTo>
                    <a:pt x="207" y="124"/>
                    <a:pt x="207" y="122"/>
                    <a:pt x="206" y="122"/>
                  </a:cubicBezTo>
                  <a:cubicBezTo>
                    <a:pt x="205" y="123"/>
                    <a:pt x="204" y="126"/>
                    <a:pt x="203" y="128"/>
                  </a:cubicBezTo>
                  <a:cubicBezTo>
                    <a:pt x="202" y="129"/>
                    <a:pt x="201" y="128"/>
                    <a:pt x="199" y="129"/>
                  </a:cubicBezTo>
                  <a:cubicBezTo>
                    <a:pt x="197" y="130"/>
                    <a:pt x="197" y="131"/>
                    <a:pt x="196" y="131"/>
                  </a:cubicBezTo>
                  <a:cubicBezTo>
                    <a:pt x="195" y="132"/>
                    <a:pt x="192" y="134"/>
                    <a:pt x="191" y="136"/>
                  </a:cubicBezTo>
                  <a:cubicBezTo>
                    <a:pt x="191" y="139"/>
                    <a:pt x="190" y="139"/>
                    <a:pt x="190" y="143"/>
                  </a:cubicBezTo>
                  <a:cubicBezTo>
                    <a:pt x="189" y="148"/>
                    <a:pt x="189" y="147"/>
                    <a:pt x="189" y="148"/>
                  </a:cubicBezTo>
                  <a:cubicBezTo>
                    <a:pt x="189" y="150"/>
                    <a:pt x="190" y="152"/>
                    <a:pt x="191" y="153"/>
                  </a:cubicBezTo>
                  <a:cubicBezTo>
                    <a:pt x="191" y="154"/>
                    <a:pt x="194" y="154"/>
                    <a:pt x="194" y="156"/>
                  </a:cubicBezTo>
                  <a:cubicBezTo>
                    <a:pt x="194" y="157"/>
                    <a:pt x="194" y="157"/>
                    <a:pt x="191" y="158"/>
                  </a:cubicBezTo>
                  <a:cubicBezTo>
                    <a:pt x="188" y="160"/>
                    <a:pt x="188" y="161"/>
                    <a:pt x="185" y="163"/>
                  </a:cubicBezTo>
                  <a:cubicBezTo>
                    <a:pt x="183" y="164"/>
                    <a:pt x="181" y="167"/>
                    <a:pt x="179" y="169"/>
                  </a:cubicBezTo>
                  <a:cubicBezTo>
                    <a:pt x="178" y="172"/>
                    <a:pt x="175" y="176"/>
                    <a:pt x="173" y="180"/>
                  </a:cubicBezTo>
                  <a:cubicBezTo>
                    <a:pt x="172" y="184"/>
                    <a:pt x="167" y="185"/>
                    <a:pt x="164" y="188"/>
                  </a:cubicBezTo>
                  <a:cubicBezTo>
                    <a:pt x="162" y="190"/>
                    <a:pt x="160" y="191"/>
                    <a:pt x="158" y="192"/>
                  </a:cubicBezTo>
                  <a:cubicBezTo>
                    <a:pt x="156" y="193"/>
                    <a:pt x="153" y="194"/>
                    <a:pt x="149" y="195"/>
                  </a:cubicBezTo>
                  <a:cubicBezTo>
                    <a:pt x="145" y="195"/>
                    <a:pt x="145" y="197"/>
                    <a:pt x="141" y="198"/>
                  </a:cubicBezTo>
                  <a:cubicBezTo>
                    <a:pt x="137" y="199"/>
                    <a:pt x="136" y="198"/>
                    <a:pt x="132" y="198"/>
                  </a:cubicBezTo>
                  <a:cubicBezTo>
                    <a:pt x="129" y="197"/>
                    <a:pt x="129" y="198"/>
                    <a:pt x="125" y="199"/>
                  </a:cubicBezTo>
                  <a:cubicBezTo>
                    <a:pt x="122" y="201"/>
                    <a:pt x="122" y="203"/>
                    <a:pt x="115" y="204"/>
                  </a:cubicBezTo>
                  <a:cubicBezTo>
                    <a:pt x="108" y="205"/>
                    <a:pt x="108" y="204"/>
                    <a:pt x="107" y="206"/>
                  </a:cubicBezTo>
                  <a:cubicBezTo>
                    <a:pt x="105" y="207"/>
                    <a:pt x="97" y="212"/>
                    <a:pt x="94" y="212"/>
                  </a:cubicBezTo>
                  <a:cubicBezTo>
                    <a:pt x="91" y="212"/>
                    <a:pt x="90" y="212"/>
                    <a:pt x="87" y="211"/>
                  </a:cubicBezTo>
                  <a:cubicBezTo>
                    <a:pt x="84" y="211"/>
                    <a:pt x="83" y="212"/>
                    <a:pt x="80" y="212"/>
                  </a:cubicBezTo>
                  <a:cubicBezTo>
                    <a:pt x="78" y="211"/>
                    <a:pt x="79" y="210"/>
                    <a:pt x="77" y="210"/>
                  </a:cubicBezTo>
                  <a:cubicBezTo>
                    <a:pt x="75" y="210"/>
                    <a:pt x="74" y="212"/>
                    <a:pt x="70" y="214"/>
                  </a:cubicBezTo>
                  <a:cubicBezTo>
                    <a:pt x="67" y="217"/>
                    <a:pt x="63" y="222"/>
                    <a:pt x="58" y="224"/>
                  </a:cubicBezTo>
                  <a:cubicBezTo>
                    <a:pt x="53" y="226"/>
                    <a:pt x="50" y="229"/>
                    <a:pt x="45" y="231"/>
                  </a:cubicBezTo>
                  <a:cubicBezTo>
                    <a:pt x="40" y="233"/>
                    <a:pt x="37" y="236"/>
                    <a:pt x="35" y="237"/>
                  </a:cubicBezTo>
                  <a:cubicBezTo>
                    <a:pt x="33" y="238"/>
                    <a:pt x="33" y="239"/>
                    <a:pt x="32" y="242"/>
                  </a:cubicBezTo>
                  <a:cubicBezTo>
                    <a:pt x="31" y="244"/>
                    <a:pt x="30" y="246"/>
                    <a:pt x="29" y="248"/>
                  </a:cubicBezTo>
                  <a:cubicBezTo>
                    <a:pt x="29" y="251"/>
                    <a:pt x="27" y="251"/>
                    <a:pt x="25" y="251"/>
                  </a:cubicBezTo>
                  <a:cubicBezTo>
                    <a:pt x="23" y="251"/>
                    <a:pt x="23" y="250"/>
                    <a:pt x="23" y="248"/>
                  </a:cubicBezTo>
                  <a:cubicBezTo>
                    <a:pt x="22" y="246"/>
                    <a:pt x="22" y="247"/>
                    <a:pt x="22" y="244"/>
                  </a:cubicBezTo>
                  <a:cubicBezTo>
                    <a:pt x="22" y="242"/>
                    <a:pt x="22" y="239"/>
                    <a:pt x="21" y="241"/>
                  </a:cubicBezTo>
                  <a:cubicBezTo>
                    <a:pt x="19" y="242"/>
                    <a:pt x="19" y="244"/>
                    <a:pt x="17" y="247"/>
                  </a:cubicBezTo>
                  <a:cubicBezTo>
                    <a:pt x="16" y="249"/>
                    <a:pt x="15" y="250"/>
                    <a:pt x="15" y="252"/>
                  </a:cubicBezTo>
                  <a:cubicBezTo>
                    <a:pt x="15" y="253"/>
                    <a:pt x="17" y="255"/>
                    <a:pt x="17" y="258"/>
                  </a:cubicBezTo>
                  <a:cubicBezTo>
                    <a:pt x="18" y="261"/>
                    <a:pt x="17" y="260"/>
                    <a:pt x="17" y="263"/>
                  </a:cubicBezTo>
                  <a:cubicBezTo>
                    <a:pt x="17" y="266"/>
                    <a:pt x="18" y="268"/>
                    <a:pt x="17" y="270"/>
                  </a:cubicBezTo>
                  <a:cubicBezTo>
                    <a:pt x="17" y="272"/>
                    <a:pt x="16" y="273"/>
                    <a:pt x="14" y="274"/>
                  </a:cubicBezTo>
                  <a:cubicBezTo>
                    <a:pt x="13" y="275"/>
                    <a:pt x="11" y="279"/>
                    <a:pt x="10" y="282"/>
                  </a:cubicBezTo>
                  <a:cubicBezTo>
                    <a:pt x="8" y="286"/>
                    <a:pt x="9" y="286"/>
                    <a:pt x="9" y="290"/>
                  </a:cubicBezTo>
                  <a:cubicBezTo>
                    <a:pt x="9" y="293"/>
                    <a:pt x="12" y="296"/>
                    <a:pt x="12" y="299"/>
                  </a:cubicBezTo>
                  <a:cubicBezTo>
                    <a:pt x="13" y="301"/>
                    <a:pt x="15" y="305"/>
                    <a:pt x="15" y="306"/>
                  </a:cubicBezTo>
                  <a:cubicBezTo>
                    <a:pt x="16" y="308"/>
                    <a:pt x="19" y="314"/>
                    <a:pt x="20" y="317"/>
                  </a:cubicBezTo>
                  <a:cubicBezTo>
                    <a:pt x="22" y="320"/>
                    <a:pt x="24" y="322"/>
                    <a:pt x="26" y="323"/>
                  </a:cubicBezTo>
                  <a:cubicBezTo>
                    <a:pt x="27" y="325"/>
                    <a:pt x="26" y="325"/>
                    <a:pt x="25" y="327"/>
                  </a:cubicBezTo>
                  <a:cubicBezTo>
                    <a:pt x="24" y="329"/>
                    <a:pt x="25" y="330"/>
                    <a:pt x="25" y="332"/>
                  </a:cubicBezTo>
                  <a:cubicBezTo>
                    <a:pt x="25" y="334"/>
                    <a:pt x="23" y="334"/>
                    <a:pt x="22" y="335"/>
                  </a:cubicBezTo>
                  <a:cubicBezTo>
                    <a:pt x="21" y="335"/>
                    <a:pt x="20" y="334"/>
                    <a:pt x="19" y="333"/>
                  </a:cubicBezTo>
                  <a:cubicBezTo>
                    <a:pt x="18" y="332"/>
                    <a:pt x="19" y="330"/>
                    <a:pt x="19" y="328"/>
                  </a:cubicBezTo>
                  <a:cubicBezTo>
                    <a:pt x="18" y="327"/>
                    <a:pt x="16" y="327"/>
                    <a:pt x="15" y="328"/>
                  </a:cubicBezTo>
                  <a:cubicBezTo>
                    <a:pt x="14" y="329"/>
                    <a:pt x="15" y="331"/>
                    <a:pt x="15" y="332"/>
                  </a:cubicBezTo>
                  <a:cubicBezTo>
                    <a:pt x="16" y="332"/>
                    <a:pt x="18" y="333"/>
                    <a:pt x="18" y="335"/>
                  </a:cubicBezTo>
                  <a:cubicBezTo>
                    <a:pt x="18" y="336"/>
                    <a:pt x="18" y="339"/>
                    <a:pt x="17" y="341"/>
                  </a:cubicBezTo>
                  <a:cubicBezTo>
                    <a:pt x="17" y="343"/>
                    <a:pt x="15" y="342"/>
                    <a:pt x="14" y="341"/>
                  </a:cubicBezTo>
                  <a:cubicBezTo>
                    <a:pt x="13" y="341"/>
                    <a:pt x="13" y="339"/>
                    <a:pt x="13" y="338"/>
                  </a:cubicBezTo>
                  <a:cubicBezTo>
                    <a:pt x="12" y="337"/>
                    <a:pt x="12" y="337"/>
                    <a:pt x="10" y="335"/>
                  </a:cubicBezTo>
                  <a:cubicBezTo>
                    <a:pt x="8" y="333"/>
                    <a:pt x="10" y="333"/>
                    <a:pt x="9" y="332"/>
                  </a:cubicBezTo>
                  <a:cubicBezTo>
                    <a:pt x="9" y="330"/>
                    <a:pt x="8" y="329"/>
                    <a:pt x="7" y="328"/>
                  </a:cubicBezTo>
                  <a:cubicBezTo>
                    <a:pt x="6" y="328"/>
                    <a:pt x="5" y="328"/>
                    <a:pt x="4" y="326"/>
                  </a:cubicBezTo>
                  <a:cubicBezTo>
                    <a:pt x="3" y="324"/>
                    <a:pt x="2" y="321"/>
                    <a:pt x="2" y="319"/>
                  </a:cubicBezTo>
                  <a:cubicBezTo>
                    <a:pt x="2" y="318"/>
                    <a:pt x="1" y="317"/>
                    <a:pt x="0" y="318"/>
                  </a:cubicBezTo>
                  <a:cubicBezTo>
                    <a:pt x="0" y="320"/>
                    <a:pt x="1" y="323"/>
                    <a:pt x="2" y="325"/>
                  </a:cubicBezTo>
                  <a:cubicBezTo>
                    <a:pt x="2" y="327"/>
                    <a:pt x="4" y="327"/>
                    <a:pt x="4" y="329"/>
                  </a:cubicBezTo>
                  <a:cubicBezTo>
                    <a:pt x="4" y="331"/>
                    <a:pt x="4" y="332"/>
                    <a:pt x="5" y="334"/>
                  </a:cubicBezTo>
                  <a:cubicBezTo>
                    <a:pt x="6" y="336"/>
                    <a:pt x="7" y="338"/>
                    <a:pt x="14" y="345"/>
                  </a:cubicBezTo>
                  <a:cubicBezTo>
                    <a:pt x="20" y="353"/>
                    <a:pt x="18" y="351"/>
                    <a:pt x="20" y="355"/>
                  </a:cubicBezTo>
                  <a:cubicBezTo>
                    <a:pt x="22" y="358"/>
                    <a:pt x="22" y="363"/>
                    <a:pt x="22" y="364"/>
                  </a:cubicBezTo>
                  <a:cubicBezTo>
                    <a:pt x="22" y="366"/>
                    <a:pt x="23" y="373"/>
                    <a:pt x="25" y="375"/>
                  </a:cubicBezTo>
                  <a:cubicBezTo>
                    <a:pt x="27" y="378"/>
                    <a:pt x="30" y="382"/>
                    <a:pt x="33" y="386"/>
                  </a:cubicBezTo>
                  <a:cubicBezTo>
                    <a:pt x="36" y="390"/>
                    <a:pt x="38" y="395"/>
                    <a:pt x="39" y="400"/>
                  </a:cubicBezTo>
                  <a:cubicBezTo>
                    <a:pt x="39" y="404"/>
                    <a:pt x="41" y="411"/>
                    <a:pt x="41" y="415"/>
                  </a:cubicBezTo>
                  <a:cubicBezTo>
                    <a:pt x="41" y="418"/>
                    <a:pt x="41" y="419"/>
                    <a:pt x="42" y="422"/>
                  </a:cubicBezTo>
                  <a:cubicBezTo>
                    <a:pt x="43" y="426"/>
                    <a:pt x="45" y="434"/>
                    <a:pt x="48" y="439"/>
                  </a:cubicBezTo>
                  <a:cubicBezTo>
                    <a:pt x="51" y="444"/>
                    <a:pt x="51" y="445"/>
                    <a:pt x="52" y="448"/>
                  </a:cubicBezTo>
                  <a:cubicBezTo>
                    <a:pt x="53" y="452"/>
                    <a:pt x="54" y="455"/>
                    <a:pt x="55" y="457"/>
                  </a:cubicBezTo>
                  <a:cubicBezTo>
                    <a:pt x="56" y="459"/>
                    <a:pt x="56" y="461"/>
                    <a:pt x="56" y="463"/>
                  </a:cubicBezTo>
                  <a:cubicBezTo>
                    <a:pt x="56" y="466"/>
                    <a:pt x="57" y="468"/>
                    <a:pt x="58" y="471"/>
                  </a:cubicBezTo>
                  <a:cubicBezTo>
                    <a:pt x="58" y="474"/>
                    <a:pt x="57" y="476"/>
                    <a:pt x="56" y="477"/>
                  </a:cubicBezTo>
                  <a:cubicBezTo>
                    <a:pt x="55" y="477"/>
                    <a:pt x="55" y="476"/>
                    <a:pt x="54" y="477"/>
                  </a:cubicBezTo>
                  <a:cubicBezTo>
                    <a:pt x="54" y="478"/>
                    <a:pt x="55" y="479"/>
                    <a:pt x="55" y="482"/>
                  </a:cubicBezTo>
                  <a:cubicBezTo>
                    <a:pt x="56" y="484"/>
                    <a:pt x="54" y="485"/>
                    <a:pt x="55" y="488"/>
                  </a:cubicBezTo>
                  <a:cubicBezTo>
                    <a:pt x="56" y="491"/>
                    <a:pt x="56" y="492"/>
                    <a:pt x="55" y="493"/>
                  </a:cubicBezTo>
                  <a:cubicBezTo>
                    <a:pt x="54" y="494"/>
                    <a:pt x="52" y="495"/>
                    <a:pt x="50" y="496"/>
                  </a:cubicBezTo>
                  <a:cubicBezTo>
                    <a:pt x="49" y="497"/>
                    <a:pt x="46" y="499"/>
                    <a:pt x="45" y="498"/>
                  </a:cubicBezTo>
                  <a:cubicBezTo>
                    <a:pt x="44" y="498"/>
                    <a:pt x="42" y="498"/>
                    <a:pt x="42" y="498"/>
                  </a:cubicBezTo>
                  <a:cubicBezTo>
                    <a:pt x="41" y="499"/>
                    <a:pt x="41" y="502"/>
                    <a:pt x="40" y="503"/>
                  </a:cubicBezTo>
                  <a:cubicBezTo>
                    <a:pt x="39" y="505"/>
                    <a:pt x="41" y="505"/>
                    <a:pt x="41" y="507"/>
                  </a:cubicBezTo>
                  <a:cubicBezTo>
                    <a:pt x="42" y="508"/>
                    <a:pt x="42" y="510"/>
                    <a:pt x="42" y="512"/>
                  </a:cubicBezTo>
                  <a:cubicBezTo>
                    <a:pt x="42" y="515"/>
                    <a:pt x="43" y="515"/>
                    <a:pt x="47" y="517"/>
                  </a:cubicBezTo>
                  <a:cubicBezTo>
                    <a:pt x="51" y="518"/>
                    <a:pt x="55" y="520"/>
                    <a:pt x="57" y="522"/>
                  </a:cubicBezTo>
                  <a:cubicBezTo>
                    <a:pt x="60" y="524"/>
                    <a:pt x="62" y="527"/>
                    <a:pt x="65" y="529"/>
                  </a:cubicBezTo>
                  <a:cubicBezTo>
                    <a:pt x="68" y="532"/>
                    <a:pt x="72" y="532"/>
                    <a:pt x="74" y="532"/>
                  </a:cubicBezTo>
                  <a:cubicBezTo>
                    <a:pt x="76" y="532"/>
                    <a:pt x="81" y="531"/>
                    <a:pt x="83" y="531"/>
                  </a:cubicBezTo>
                  <a:cubicBezTo>
                    <a:pt x="86" y="531"/>
                    <a:pt x="93" y="532"/>
                    <a:pt x="96" y="533"/>
                  </a:cubicBezTo>
                  <a:cubicBezTo>
                    <a:pt x="99" y="533"/>
                    <a:pt x="102" y="533"/>
                    <a:pt x="105" y="533"/>
                  </a:cubicBezTo>
                  <a:cubicBezTo>
                    <a:pt x="108" y="532"/>
                    <a:pt x="111" y="530"/>
                    <a:pt x="115" y="526"/>
                  </a:cubicBezTo>
                  <a:cubicBezTo>
                    <a:pt x="118" y="523"/>
                    <a:pt x="119" y="522"/>
                    <a:pt x="121" y="521"/>
                  </a:cubicBezTo>
                  <a:cubicBezTo>
                    <a:pt x="123" y="519"/>
                    <a:pt x="127" y="519"/>
                    <a:pt x="128" y="519"/>
                  </a:cubicBezTo>
                  <a:cubicBezTo>
                    <a:pt x="129" y="520"/>
                    <a:pt x="132" y="518"/>
                    <a:pt x="134" y="517"/>
                  </a:cubicBezTo>
                  <a:cubicBezTo>
                    <a:pt x="135" y="515"/>
                    <a:pt x="135" y="511"/>
                    <a:pt x="139" y="509"/>
                  </a:cubicBezTo>
                  <a:cubicBezTo>
                    <a:pt x="142" y="507"/>
                    <a:pt x="144" y="509"/>
                    <a:pt x="147" y="509"/>
                  </a:cubicBezTo>
                  <a:cubicBezTo>
                    <a:pt x="151" y="509"/>
                    <a:pt x="154" y="508"/>
                    <a:pt x="156" y="507"/>
                  </a:cubicBezTo>
                  <a:cubicBezTo>
                    <a:pt x="159" y="506"/>
                    <a:pt x="162" y="505"/>
                    <a:pt x="164" y="505"/>
                  </a:cubicBezTo>
                  <a:cubicBezTo>
                    <a:pt x="166" y="505"/>
                    <a:pt x="170" y="506"/>
                    <a:pt x="172" y="505"/>
                  </a:cubicBezTo>
                  <a:cubicBezTo>
                    <a:pt x="174" y="505"/>
                    <a:pt x="184" y="504"/>
                    <a:pt x="186" y="504"/>
                  </a:cubicBezTo>
                  <a:cubicBezTo>
                    <a:pt x="189" y="505"/>
                    <a:pt x="187" y="507"/>
                    <a:pt x="189" y="509"/>
                  </a:cubicBezTo>
                  <a:cubicBezTo>
                    <a:pt x="190" y="510"/>
                    <a:pt x="192" y="509"/>
                    <a:pt x="194" y="508"/>
                  </a:cubicBezTo>
                  <a:cubicBezTo>
                    <a:pt x="197" y="506"/>
                    <a:pt x="204" y="505"/>
                    <a:pt x="206" y="505"/>
                  </a:cubicBezTo>
                  <a:cubicBezTo>
                    <a:pt x="208" y="505"/>
                    <a:pt x="208" y="507"/>
                    <a:pt x="210" y="508"/>
                  </a:cubicBezTo>
                  <a:cubicBezTo>
                    <a:pt x="212" y="508"/>
                    <a:pt x="218" y="507"/>
                    <a:pt x="218" y="504"/>
                  </a:cubicBezTo>
                  <a:cubicBezTo>
                    <a:pt x="219" y="502"/>
                    <a:pt x="224" y="499"/>
                    <a:pt x="225" y="498"/>
                  </a:cubicBezTo>
                  <a:cubicBezTo>
                    <a:pt x="226" y="496"/>
                    <a:pt x="229" y="492"/>
                    <a:pt x="230" y="488"/>
                  </a:cubicBezTo>
                  <a:cubicBezTo>
                    <a:pt x="231" y="485"/>
                    <a:pt x="234" y="484"/>
                    <a:pt x="237" y="483"/>
                  </a:cubicBezTo>
                  <a:cubicBezTo>
                    <a:pt x="240" y="482"/>
                    <a:pt x="247" y="480"/>
                    <a:pt x="251" y="477"/>
                  </a:cubicBezTo>
                  <a:cubicBezTo>
                    <a:pt x="255" y="475"/>
                    <a:pt x="259" y="474"/>
                    <a:pt x="263" y="471"/>
                  </a:cubicBezTo>
                  <a:cubicBezTo>
                    <a:pt x="268" y="467"/>
                    <a:pt x="270" y="468"/>
                    <a:pt x="272" y="468"/>
                  </a:cubicBezTo>
                  <a:cubicBezTo>
                    <a:pt x="273" y="468"/>
                    <a:pt x="283" y="469"/>
                    <a:pt x="287" y="469"/>
                  </a:cubicBezTo>
                  <a:cubicBezTo>
                    <a:pt x="292" y="469"/>
                    <a:pt x="299" y="469"/>
                    <a:pt x="302" y="469"/>
                  </a:cubicBezTo>
                  <a:cubicBezTo>
                    <a:pt x="305" y="468"/>
                    <a:pt x="309" y="465"/>
                    <a:pt x="312" y="463"/>
                  </a:cubicBezTo>
                  <a:cubicBezTo>
                    <a:pt x="316" y="460"/>
                    <a:pt x="324" y="459"/>
                    <a:pt x="326" y="458"/>
                  </a:cubicBezTo>
                  <a:cubicBezTo>
                    <a:pt x="328" y="457"/>
                    <a:pt x="331" y="456"/>
                    <a:pt x="334" y="456"/>
                  </a:cubicBezTo>
                  <a:cubicBezTo>
                    <a:pt x="336" y="455"/>
                    <a:pt x="343" y="456"/>
                    <a:pt x="346" y="455"/>
                  </a:cubicBezTo>
                  <a:cubicBezTo>
                    <a:pt x="349" y="454"/>
                    <a:pt x="353" y="455"/>
                    <a:pt x="355" y="455"/>
                  </a:cubicBezTo>
                  <a:cubicBezTo>
                    <a:pt x="358" y="455"/>
                    <a:pt x="365" y="455"/>
                    <a:pt x="368" y="453"/>
                  </a:cubicBezTo>
                  <a:cubicBezTo>
                    <a:pt x="372" y="452"/>
                    <a:pt x="371" y="453"/>
                    <a:pt x="372" y="451"/>
                  </a:cubicBezTo>
                  <a:cubicBezTo>
                    <a:pt x="373" y="450"/>
                    <a:pt x="376" y="450"/>
                    <a:pt x="376" y="451"/>
                  </a:cubicBezTo>
                  <a:cubicBezTo>
                    <a:pt x="377" y="451"/>
                    <a:pt x="382" y="455"/>
                    <a:pt x="387" y="457"/>
                  </a:cubicBezTo>
                  <a:cubicBezTo>
                    <a:pt x="392" y="459"/>
                    <a:pt x="390" y="460"/>
                    <a:pt x="393" y="461"/>
                  </a:cubicBezTo>
                  <a:cubicBezTo>
                    <a:pt x="395" y="463"/>
                    <a:pt x="396" y="462"/>
                    <a:pt x="401" y="461"/>
                  </a:cubicBezTo>
                  <a:cubicBezTo>
                    <a:pt x="405" y="460"/>
                    <a:pt x="407" y="461"/>
                    <a:pt x="410" y="462"/>
                  </a:cubicBezTo>
                  <a:cubicBezTo>
                    <a:pt x="413" y="463"/>
                    <a:pt x="417" y="465"/>
                    <a:pt x="418" y="466"/>
                  </a:cubicBezTo>
                  <a:cubicBezTo>
                    <a:pt x="420" y="466"/>
                    <a:pt x="421" y="466"/>
                    <a:pt x="423" y="465"/>
                  </a:cubicBezTo>
                  <a:cubicBezTo>
                    <a:pt x="425" y="463"/>
                    <a:pt x="427" y="465"/>
                    <a:pt x="428" y="466"/>
                  </a:cubicBezTo>
                  <a:cubicBezTo>
                    <a:pt x="428" y="468"/>
                    <a:pt x="428" y="468"/>
                    <a:pt x="429" y="469"/>
                  </a:cubicBezTo>
                  <a:cubicBezTo>
                    <a:pt x="431" y="470"/>
                    <a:pt x="430" y="470"/>
                    <a:pt x="430" y="472"/>
                  </a:cubicBezTo>
                  <a:cubicBezTo>
                    <a:pt x="430" y="474"/>
                    <a:pt x="431" y="474"/>
                    <a:pt x="434" y="474"/>
                  </a:cubicBezTo>
                  <a:cubicBezTo>
                    <a:pt x="436" y="475"/>
                    <a:pt x="437" y="474"/>
                    <a:pt x="438" y="476"/>
                  </a:cubicBezTo>
                  <a:cubicBezTo>
                    <a:pt x="439" y="478"/>
                    <a:pt x="438" y="479"/>
                    <a:pt x="437" y="479"/>
                  </a:cubicBezTo>
                  <a:cubicBezTo>
                    <a:pt x="437" y="479"/>
                    <a:pt x="435" y="480"/>
                    <a:pt x="435" y="482"/>
                  </a:cubicBezTo>
                  <a:cubicBezTo>
                    <a:pt x="435" y="484"/>
                    <a:pt x="437" y="486"/>
                    <a:pt x="439" y="487"/>
                  </a:cubicBezTo>
                  <a:cubicBezTo>
                    <a:pt x="440" y="489"/>
                    <a:pt x="441" y="490"/>
                    <a:pt x="442" y="490"/>
                  </a:cubicBezTo>
                  <a:cubicBezTo>
                    <a:pt x="444" y="490"/>
                    <a:pt x="447" y="490"/>
                    <a:pt x="447" y="490"/>
                  </a:cubicBezTo>
                  <a:cubicBezTo>
                    <a:pt x="447" y="491"/>
                    <a:pt x="448" y="492"/>
                    <a:pt x="449" y="494"/>
                  </a:cubicBezTo>
                  <a:cubicBezTo>
                    <a:pt x="450" y="496"/>
                    <a:pt x="449" y="495"/>
                    <a:pt x="449" y="497"/>
                  </a:cubicBezTo>
                  <a:cubicBezTo>
                    <a:pt x="449" y="498"/>
                    <a:pt x="451" y="501"/>
                    <a:pt x="452" y="502"/>
                  </a:cubicBezTo>
                  <a:cubicBezTo>
                    <a:pt x="453" y="503"/>
                    <a:pt x="456" y="503"/>
                    <a:pt x="458" y="505"/>
                  </a:cubicBezTo>
                  <a:cubicBezTo>
                    <a:pt x="459" y="507"/>
                    <a:pt x="459" y="507"/>
                    <a:pt x="460" y="510"/>
                  </a:cubicBezTo>
                  <a:cubicBezTo>
                    <a:pt x="460" y="513"/>
                    <a:pt x="460" y="513"/>
                    <a:pt x="461" y="515"/>
                  </a:cubicBezTo>
                  <a:cubicBezTo>
                    <a:pt x="461" y="516"/>
                    <a:pt x="462" y="516"/>
                    <a:pt x="463" y="517"/>
                  </a:cubicBezTo>
                  <a:cubicBezTo>
                    <a:pt x="463" y="518"/>
                    <a:pt x="464" y="521"/>
                    <a:pt x="464" y="523"/>
                  </a:cubicBezTo>
                  <a:cubicBezTo>
                    <a:pt x="464" y="525"/>
                    <a:pt x="464" y="525"/>
                    <a:pt x="465" y="527"/>
                  </a:cubicBezTo>
                  <a:cubicBezTo>
                    <a:pt x="466" y="528"/>
                    <a:pt x="467" y="529"/>
                    <a:pt x="468" y="529"/>
                  </a:cubicBezTo>
                  <a:cubicBezTo>
                    <a:pt x="469" y="529"/>
                    <a:pt x="471" y="529"/>
                    <a:pt x="473" y="529"/>
                  </a:cubicBezTo>
                  <a:cubicBezTo>
                    <a:pt x="475" y="530"/>
                    <a:pt x="475" y="531"/>
                    <a:pt x="476" y="530"/>
                  </a:cubicBezTo>
                  <a:cubicBezTo>
                    <a:pt x="476" y="530"/>
                    <a:pt x="475" y="529"/>
                    <a:pt x="474" y="528"/>
                  </a:cubicBezTo>
                  <a:cubicBezTo>
                    <a:pt x="473" y="526"/>
                    <a:pt x="474" y="525"/>
                    <a:pt x="474" y="523"/>
                  </a:cubicBezTo>
                  <a:cubicBezTo>
                    <a:pt x="474" y="521"/>
                    <a:pt x="476" y="519"/>
                    <a:pt x="476" y="517"/>
                  </a:cubicBezTo>
                  <a:cubicBezTo>
                    <a:pt x="477" y="515"/>
                    <a:pt x="481" y="512"/>
                    <a:pt x="482" y="510"/>
                  </a:cubicBezTo>
                  <a:cubicBezTo>
                    <a:pt x="484" y="508"/>
                    <a:pt x="490" y="505"/>
                    <a:pt x="492" y="503"/>
                  </a:cubicBezTo>
                  <a:cubicBezTo>
                    <a:pt x="494" y="501"/>
                    <a:pt x="498" y="501"/>
                    <a:pt x="499" y="500"/>
                  </a:cubicBezTo>
                  <a:cubicBezTo>
                    <a:pt x="501" y="500"/>
                    <a:pt x="502" y="495"/>
                    <a:pt x="502" y="493"/>
                  </a:cubicBezTo>
                  <a:cubicBezTo>
                    <a:pt x="503" y="492"/>
                    <a:pt x="504" y="491"/>
                    <a:pt x="505" y="489"/>
                  </a:cubicBezTo>
                  <a:cubicBezTo>
                    <a:pt x="506" y="487"/>
                    <a:pt x="508" y="485"/>
                    <a:pt x="509" y="483"/>
                  </a:cubicBezTo>
                  <a:cubicBezTo>
                    <a:pt x="511" y="481"/>
                    <a:pt x="511" y="480"/>
                    <a:pt x="511" y="478"/>
                  </a:cubicBezTo>
                  <a:cubicBezTo>
                    <a:pt x="511" y="476"/>
                    <a:pt x="510" y="475"/>
                    <a:pt x="511" y="474"/>
                  </a:cubicBezTo>
                  <a:cubicBezTo>
                    <a:pt x="511" y="472"/>
                    <a:pt x="513" y="477"/>
                    <a:pt x="513" y="479"/>
                  </a:cubicBezTo>
                  <a:cubicBezTo>
                    <a:pt x="513" y="481"/>
                    <a:pt x="514" y="481"/>
                    <a:pt x="516" y="484"/>
                  </a:cubicBezTo>
                  <a:cubicBezTo>
                    <a:pt x="518" y="486"/>
                    <a:pt x="517" y="486"/>
                    <a:pt x="516" y="487"/>
                  </a:cubicBezTo>
                  <a:cubicBezTo>
                    <a:pt x="515" y="488"/>
                    <a:pt x="514" y="489"/>
                    <a:pt x="513" y="490"/>
                  </a:cubicBezTo>
                  <a:cubicBezTo>
                    <a:pt x="512" y="492"/>
                    <a:pt x="513" y="492"/>
                    <a:pt x="514" y="494"/>
                  </a:cubicBezTo>
                  <a:cubicBezTo>
                    <a:pt x="514" y="496"/>
                    <a:pt x="514" y="496"/>
                    <a:pt x="513" y="499"/>
                  </a:cubicBezTo>
                  <a:cubicBezTo>
                    <a:pt x="512" y="501"/>
                    <a:pt x="510" y="504"/>
                    <a:pt x="509" y="506"/>
                  </a:cubicBezTo>
                  <a:cubicBezTo>
                    <a:pt x="507" y="508"/>
                    <a:pt x="507" y="511"/>
                    <a:pt x="506" y="513"/>
                  </a:cubicBezTo>
                  <a:cubicBezTo>
                    <a:pt x="505" y="516"/>
                    <a:pt x="506" y="518"/>
                    <a:pt x="506" y="519"/>
                  </a:cubicBezTo>
                  <a:cubicBezTo>
                    <a:pt x="506" y="521"/>
                    <a:pt x="506" y="524"/>
                    <a:pt x="506" y="526"/>
                  </a:cubicBezTo>
                  <a:cubicBezTo>
                    <a:pt x="506" y="528"/>
                    <a:pt x="505" y="529"/>
                    <a:pt x="503" y="530"/>
                  </a:cubicBezTo>
                  <a:cubicBezTo>
                    <a:pt x="501" y="531"/>
                    <a:pt x="499" y="530"/>
                    <a:pt x="497" y="531"/>
                  </a:cubicBezTo>
                  <a:cubicBezTo>
                    <a:pt x="495" y="531"/>
                    <a:pt x="495" y="533"/>
                    <a:pt x="494" y="535"/>
                  </a:cubicBezTo>
                  <a:cubicBezTo>
                    <a:pt x="493" y="538"/>
                    <a:pt x="494" y="536"/>
                    <a:pt x="498" y="536"/>
                  </a:cubicBezTo>
                  <a:cubicBezTo>
                    <a:pt x="501" y="537"/>
                    <a:pt x="501" y="535"/>
                    <a:pt x="503" y="534"/>
                  </a:cubicBezTo>
                  <a:cubicBezTo>
                    <a:pt x="505" y="533"/>
                    <a:pt x="506" y="534"/>
                    <a:pt x="508" y="534"/>
                  </a:cubicBezTo>
                  <a:cubicBezTo>
                    <a:pt x="510" y="534"/>
                    <a:pt x="510" y="533"/>
                    <a:pt x="511" y="531"/>
                  </a:cubicBezTo>
                  <a:cubicBezTo>
                    <a:pt x="512" y="530"/>
                    <a:pt x="512" y="528"/>
                    <a:pt x="512" y="524"/>
                  </a:cubicBezTo>
                  <a:cubicBezTo>
                    <a:pt x="513" y="520"/>
                    <a:pt x="514" y="520"/>
                    <a:pt x="515" y="517"/>
                  </a:cubicBezTo>
                  <a:cubicBezTo>
                    <a:pt x="517" y="514"/>
                    <a:pt x="517" y="512"/>
                    <a:pt x="519" y="513"/>
                  </a:cubicBezTo>
                  <a:cubicBezTo>
                    <a:pt x="521" y="514"/>
                    <a:pt x="522" y="516"/>
                    <a:pt x="522" y="518"/>
                  </a:cubicBezTo>
                  <a:cubicBezTo>
                    <a:pt x="522" y="520"/>
                    <a:pt x="523" y="522"/>
                    <a:pt x="524" y="522"/>
                  </a:cubicBezTo>
                  <a:cubicBezTo>
                    <a:pt x="525" y="523"/>
                    <a:pt x="528" y="526"/>
                    <a:pt x="527" y="528"/>
                  </a:cubicBezTo>
                  <a:cubicBezTo>
                    <a:pt x="527" y="529"/>
                    <a:pt x="527" y="530"/>
                    <a:pt x="527" y="533"/>
                  </a:cubicBezTo>
                  <a:cubicBezTo>
                    <a:pt x="527" y="536"/>
                    <a:pt x="526" y="539"/>
                    <a:pt x="525" y="541"/>
                  </a:cubicBezTo>
                  <a:cubicBezTo>
                    <a:pt x="523" y="543"/>
                    <a:pt x="521" y="543"/>
                    <a:pt x="521" y="545"/>
                  </a:cubicBezTo>
                  <a:cubicBezTo>
                    <a:pt x="521" y="546"/>
                    <a:pt x="524" y="546"/>
                    <a:pt x="526" y="546"/>
                  </a:cubicBezTo>
                  <a:cubicBezTo>
                    <a:pt x="528" y="547"/>
                    <a:pt x="529" y="545"/>
                    <a:pt x="531" y="544"/>
                  </a:cubicBezTo>
                  <a:cubicBezTo>
                    <a:pt x="532" y="543"/>
                    <a:pt x="534" y="544"/>
                    <a:pt x="537" y="543"/>
                  </a:cubicBezTo>
                  <a:cubicBezTo>
                    <a:pt x="540" y="541"/>
                    <a:pt x="540" y="540"/>
                    <a:pt x="541" y="540"/>
                  </a:cubicBezTo>
                  <a:cubicBezTo>
                    <a:pt x="543" y="539"/>
                    <a:pt x="542" y="541"/>
                    <a:pt x="542" y="542"/>
                  </a:cubicBezTo>
                  <a:cubicBezTo>
                    <a:pt x="543" y="544"/>
                    <a:pt x="542" y="547"/>
                    <a:pt x="543" y="548"/>
                  </a:cubicBezTo>
                  <a:cubicBezTo>
                    <a:pt x="543" y="550"/>
                    <a:pt x="545" y="550"/>
                    <a:pt x="546" y="552"/>
                  </a:cubicBezTo>
                  <a:cubicBezTo>
                    <a:pt x="547" y="553"/>
                    <a:pt x="547" y="554"/>
                    <a:pt x="547" y="554"/>
                  </a:cubicBezTo>
                  <a:cubicBezTo>
                    <a:pt x="546" y="554"/>
                    <a:pt x="544" y="555"/>
                    <a:pt x="545" y="556"/>
                  </a:cubicBezTo>
                  <a:cubicBezTo>
                    <a:pt x="545" y="557"/>
                    <a:pt x="549" y="559"/>
                    <a:pt x="550" y="561"/>
                  </a:cubicBezTo>
                  <a:cubicBezTo>
                    <a:pt x="552" y="564"/>
                    <a:pt x="553" y="566"/>
                    <a:pt x="554" y="568"/>
                  </a:cubicBezTo>
                  <a:cubicBezTo>
                    <a:pt x="555" y="571"/>
                    <a:pt x="554" y="575"/>
                    <a:pt x="553" y="579"/>
                  </a:cubicBezTo>
                  <a:cubicBezTo>
                    <a:pt x="552" y="582"/>
                    <a:pt x="553" y="584"/>
                    <a:pt x="555" y="586"/>
                  </a:cubicBezTo>
                  <a:cubicBezTo>
                    <a:pt x="557" y="589"/>
                    <a:pt x="559" y="589"/>
                    <a:pt x="561" y="591"/>
                  </a:cubicBezTo>
                  <a:cubicBezTo>
                    <a:pt x="563" y="593"/>
                    <a:pt x="564" y="597"/>
                    <a:pt x="565" y="599"/>
                  </a:cubicBezTo>
                  <a:cubicBezTo>
                    <a:pt x="566" y="601"/>
                    <a:pt x="569" y="601"/>
                    <a:pt x="572" y="602"/>
                  </a:cubicBezTo>
                  <a:cubicBezTo>
                    <a:pt x="574" y="603"/>
                    <a:pt x="578" y="603"/>
                    <a:pt x="579" y="603"/>
                  </a:cubicBezTo>
                  <a:cubicBezTo>
                    <a:pt x="580" y="603"/>
                    <a:pt x="582" y="606"/>
                    <a:pt x="585" y="608"/>
                  </a:cubicBezTo>
                  <a:cubicBezTo>
                    <a:pt x="587" y="610"/>
                    <a:pt x="589" y="610"/>
                    <a:pt x="591" y="609"/>
                  </a:cubicBezTo>
                  <a:cubicBezTo>
                    <a:pt x="593" y="608"/>
                    <a:pt x="596" y="607"/>
                    <a:pt x="599" y="608"/>
                  </a:cubicBezTo>
                  <a:cubicBezTo>
                    <a:pt x="601" y="610"/>
                    <a:pt x="603" y="610"/>
                    <a:pt x="605" y="611"/>
                  </a:cubicBezTo>
                  <a:cubicBezTo>
                    <a:pt x="608" y="611"/>
                    <a:pt x="608" y="610"/>
                    <a:pt x="610" y="611"/>
                  </a:cubicBezTo>
                  <a:cubicBezTo>
                    <a:pt x="612" y="612"/>
                    <a:pt x="612" y="613"/>
                    <a:pt x="615" y="615"/>
                  </a:cubicBezTo>
                  <a:cubicBezTo>
                    <a:pt x="618" y="617"/>
                    <a:pt x="620" y="617"/>
                    <a:pt x="624" y="619"/>
                  </a:cubicBezTo>
                  <a:cubicBezTo>
                    <a:pt x="628" y="621"/>
                    <a:pt x="630" y="622"/>
                    <a:pt x="632" y="621"/>
                  </a:cubicBezTo>
                  <a:cubicBezTo>
                    <a:pt x="635" y="619"/>
                    <a:pt x="638" y="616"/>
                    <a:pt x="641" y="613"/>
                  </a:cubicBezTo>
                  <a:cubicBezTo>
                    <a:pt x="644" y="610"/>
                    <a:pt x="646" y="610"/>
                    <a:pt x="648" y="610"/>
                  </a:cubicBezTo>
                  <a:cubicBezTo>
                    <a:pt x="651" y="609"/>
                    <a:pt x="652" y="609"/>
                    <a:pt x="652" y="608"/>
                  </a:cubicBezTo>
                  <a:cubicBezTo>
                    <a:pt x="652" y="608"/>
                    <a:pt x="651" y="607"/>
                    <a:pt x="649" y="607"/>
                  </a:cubicBezTo>
                  <a:cubicBezTo>
                    <a:pt x="647" y="607"/>
                    <a:pt x="647" y="606"/>
                    <a:pt x="647" y="605"/>
                  </a:cubicBezTo>
                  <a:cubicBezTo>
                    <a:pt x="647" y="603"/>
                    <a:pt x="649" y="603"/>
                    <a:pt x="650" y="603"/>
                  </a:cubicBezTo>
                  <a:cubicBezTo>
                    <a:pt x="652" y="603"/>
                    <a:pt x="653" y="602"/>
                    <a:pt x="654" y="601"/>
                  </a:cubicBezTo>
                  <a:cubicBezTo>
                    <a:pt x="654" y="599"/>
                    <a:pt x="658" y="598"/>
                    <a:pt x="659" y="600"/>
                  </a:cubicBezTo>
                  <a:cubicBezTo>
                    <a:pt x="660" y="601"/>
                    <a:pt x="660" y="601"/>
                    <a:pt x="662" y="602"/>
                  </a:cubicBezTo>
                  <a:cubicBezTo>
                    <a:pt x="663" y="603"/>
                    <a:pt x="665" y="605"/>
                    <a:pt x="665" y="607"/>
                  </a:cubicBezTo>
                  <a:cubicBezTo>
                    <a:pt x="664" y="608"/>
                    <a:pt x="662" y="610"/>
                    <a:pt x="661" y="610"/>
                  </a:cubicBezTo>
                  <a:cubicBezTo>
                    <a:pt x="659" y="611"/>
                    <a:pt x="659" y="611"/>
                    <a:pt x="659" y="611"/>
                  </a:cubicBezTo>
                  <a:cubicBezTo>
                    <a:pt x="658" y="611"/>
                    <a:pt x="658" y="612"/>
                    <a:pt x="659" y="613"/>
                  </a:cubicBezTo>
                  <a:cubicBezTo>
                    <a:pt x="659" y="614"/>
                    <a:pt x="661" y="612"/>
                    <a:pt x="663" y="612"/>
                  </a:cubicBezTo>
                  <a:cubicBezTo>
                    <a:pt x="664" y="611"/>
                    <a:pt x="666" y="610"/>
                    <a:pt x="667" y="609"/>
                  </a:cubicBezTo>
                  <a:cubicBezTo>
                    <a:pt x="668" y="609"/>
                    <a:pt x="669" y="608"/>
                    <a:pt x="670" y="608"/>
                  </a:cubicBezTo>
                  <a:cubicBezTo>
                    <a:pt x="671" y="608"/>
                    <a:pt x="672" y="609"/>
                    <a:pt x="672" y="611"/>
                  </a:cubicBezTo>
                  <a:cubicBezTo>
                    <a:pt x="673" y="612"/>
                    <a:pt x="671" y="613"/>
                    <a:pt x="671" y="614"/>
                  </a:cubicBezTo>
                  <a:cubicBezTo>
                    <a:pt x="671" y="615"/>
                    <a:pt x="672" y="617"/>
                    <a:pt x="675" y="619"/>
                  </a:cubicBezTo>
                  <a:cubicBezTo>
                    <a:pt x="677" y="622"/>
                    <a:pt x="678" y="622"/>
                    <a:pt x="679" y="623"/>
                  </a:cubicBezTo>
                  <a:cubicBezTo>
                    <a:pt x="681" y="623"/>
                    <a:pt x="682" y="622"/>
                    <a:pt x="684" y="623"/>
                  </a:cubicBezTo>
                  <a:cubicBezTo>
                    <a:pt x="685" y="623"/>
                    <a:pt x="685" y="624"/>
                    <a:pt x="686" y="626"/>
                  </a:cubicBezTo>
                  <a:cubicBezTo>
                    <a:pt x="686" y="628"/>
                    <a:pt x="687" y="629"/>
                    <a:pt x="688" y="629"/>
                  </a:cubicBezTo>
                  <a:cubicBezTo>
                    <a:pt x="688" y="630"/>
                    <a:pt x="689" y="628"/>
                    <a:pt x="689" y="627"/>
                  </a:cubicBezTo>
                  <a:cubicBezTo>
                    <a:pt x="689" y="625"/>
                    <a:pt x="689" y="625"/>
                    <a:pt x="687" y="623"/>
                  </a:cubicBezTo>
                  <a:cubicBezTo>
                    <a:pt x="686" y="622"/>
                    <a:pt x="687" y="621"/>
                    <a:pt x="687" y="621"/>
                  </a:cubicBezTo>
                  <a:cubicBezTo>
                    <a:pt x="687" y="620"/>
                    <a:pt x="686" y="618"/>
                    <a:pt x="689" y="618"/>
                  </a:cubicBezTo>
                  <a:cubicBezTo>
                    <a:pt x="691" y="619"/>
                    <a:pt x="695" y="619"/>
                    <a:pt x="697" y="618"/>
                  </a:cubicBezTo>
                  <a:cubicBezTo>
                    <a:pt x="698" y="618"/>
                    <a:pt x="704" y="612"/>
                    <a:pt x="706" y="610"/>
                  </a:cubicBezTo>
                  <a:cubicBezTo>
                    <a:pt x="708" y="609"/>
                    <a:pt x="713" y="604"/>
                    <a:pt x="715" y="602"/>
                  </a:cubicBezTo>
                  <a:cubicBezTo>
                    <a:pt x="717" y="600"/>
                    <a:pt x="722" y="598"/>
                    <a:pt x="724" y="597"/>
                  </a:cubicBezTo>
                  <a:cubicBezTo>
                    <a:pt x="726" y="597"/>
                    <a:pt x="732" y="597"/>
                    <a:pt x="735" y="598"/>
                  </a:cubicBezTo>
                  <a:cubicBezTo>
                    <a:pt x="738" y="598"/>
                    <a:pt x="743" y="597"/>
                    <a:pt x="746" y="597"/>
                  </a:cubicBezTo>
                  <a:cubicBezTo>
                    <a:pt x="749" y="597"/>
                    <a:pt x="751" y="595"/>
                    <a:pt x="752" y="594"/>
                  </a:cubicBezTo>
                  <a:cubicBezTo>
                    <a:pt x="753" y="593"/>
                    <a:pt x="754" y="593"/>
                    <a:pt x="755" y="592"/>
                  </a:cubicBezTo>
                  <a:cubicBezTo>
                    <a:pt x="756" y="590"/>
                    <a:pt x="762" y="591"/>
                    <a:pt x="762" y="590"/>
                  </a:cubicBezTo>
                  <a:cubicBezTo>
                    <a:pt x="763" y="589"/>
                    <a:pt x="763" y="586"/>
                    <a:pt x="762" y="585"/>
                  </a:cubicBezTo>
                  <a:cubicBezTo>
                    <a:pt x="761" y="584"/>
                    <a:pt x="761" y="583"/>
                    <a:pt x="761" y="582"/>
                  </a:cubicBezTo>
                  <a:cubicBezTo>
                    <a:pt x="760" y="581"/>
                    <a:pt x="761" y="577"/>
                    <a:pt x="762" y="576"/>
                  </a:cubicBezTo>
                  <a:cubicBezTo>
                    <a:pt x="762" y="574"/>
                    <a:pt x="763" y="569"/>
                    <a:pt x="764" y="564"/>
                  </a:cubicBezTo>
                  <a:cubicBezTo>
                    <a:pt x="765" y="559"/>
                    <a:pt x="767" y="550"/>
                    <a:pt x="769" y="546"/>
                  </a:cubicBezTo>
                  <a:cubicBezTo>
                    <a:pt x="772" y="541"/>
                    <a:pt x="776" y="534"/>
                    <a:pt x="777" y="533"/>
                  </a:cubicBezTo>
                  <a:cubicBezTo>
                    <a:pt x="777" y="532"/>
                    <a:pt x="779" y="531"/>
                    <a:pt x="779" y="529"/>
                  </a:cubicBezTo>
                  <a:cubicBezTo>
                    <a:pt x="778" y="528"/>
                    <a:pt x="778" y="527"/>
                    <a:pt x="779" y="526"/>
                  </a:cubicBezTo>
                  <a:cubicBezTo>
                    <a:pt x="780" y="525"/>
                    <a:pt x="781" y="524"/>
                    <a:pt x="780" y="523"/>
                  </a:cubicBezTo>
                  <a:cubicBezTo>
                    <a:pt x="780" y="522"/>
                    <a:pt x="779" y="522"/>
                    <a:pt x="779" y="520"/>
                  </a:cubicBezTo>
                  <a:cubicBezTo>
                    <a:pt x="780" y="518"/>
                    <a:pt x="783" y="516"/>
                    <a:pt x="784" y="513"/>
                  </a:cubicBezTo>
                  <a:cubicBezTo>
                    <a:pt x="785" y="510"/>
                    <a:pt x="786" y="510"/>
                    <a:pt x="787" y="508"/>
                  </a:cubicBezTo>
                  <a:cubicBezTo>
                    <a:pt x="788" y="507"/>
                    <a:pt x="790" y="505"/>
                    <a:pt x="791" y="503"/>
                  </a:cubicBezTo>
                  <a:cubicBezTo>
                    <a:pt x="791" y="501"/>
                    <a:pt x="789" y="499"/>
                    <a:pt x="788" y="498"/>
                  </a:cubicBezTo>
                  <a:cubicBezTo>
                    <a:pt x="788" y="496"/>
                    <a:pt x="789" y="495"/>
                    <a:pt x="790" y="494"/>
                  </a:cubicBezTo>
                  <a:cubicBezTo>
                    <a:pt x="791" y="492"/>
                    <a:pt x="795" y="491"/>
                    <a:pt x="796" y="489"/>
                  </a:cubicBezTo>
                  <a:cubicBezTo>
                    <a:pt x="797" y="487"/>
                    <a:pt x="797" y="487"/>
                    <a:pt x="798" y="485"/>
                  </a:cubicBezTo>
                  <a:cubicBezTo>
                    <a:pt x="799" y="482"/>
                    <a:pt x="801" y="482"/>
                    <a:pt x="801" y="481"/>
                  </a:cubicBezTo>
                  <a:cubicBezTo>
                    <a:pt x="802" y="480"/>
                    <a:pt x="804" y="481"/>
                    <a:pt x="806" y="480"/>
                  </a:cubicBezTo>
                  <a:cubicBezTo>
                    <a:pt x="807" y="479"/>
                    <a:pt x="807" y="478"/>
                    <a:pt x="807" y="477"/>
                  </a:cubicBezTo>
                  <a:cubicBezTo>
                    <a:pt x="808" y="476"/>
                    <a:pt x="811" y="476"/>
                    <a:pt x="812" y="475"/>
                  </a:cubicBezTo>
                  <a:cubicBezTo>
                    <a:pt x="813" y="474"/>
                    <a:pt x="816" y="473"/>
                    <a:pt x="816" y="471"/>
                  </a:cubicBezTo>
                  <a:cubicBezTo>
                    <a:pt x="816" y="470"/>
                    <a:pt x="815" y="466"/>
                    <a:pt x="815" y="464"/>
                  </a:cubicBezTo>
                  <a:cubicBezTo>
                    <a:pt x="815" y="462"/>
                    <a:pt x="818" y="461"/>
                    <a:pt x="819" y="459"/>
                  </a:cubicBezTo>
                  <a:cubicBezTo>
                    <a:pt x="821" y="457"/>
                    <a:pt x="822" y="454"/>
                    <a:pt x="823" y="452"/>
                  </a:cubicBezTo>
                  <a:cubicBezTo>
                    <a:pt x="824" y="449"/>
                    <a:pt x="824" y="445"/>
                    <a:pt x="824" y="443"/>
                  </a:cubicBezTo>
                  <a:cubicBezTo>
                    <a:pt x="825" y="440"/>
                    <a:pt x="825" y="432"/>
                    <a:pt x="825" y="428"/>
                  </a:cubicBezTo>
                  <a:cubicBezTo>
                    <a:pt x="826" y="424"/>
                    <a:pt x="829" y="423"/>
                    <a:pt x="829" y="420"/>
                  </a:cubicBezTo>
                  <a:cubicBezTo>
                    <a:pt x="830" y="417"/>
                    <a:pt x="831" y="415"/>
                    <a:pt x="832" y="413"/>
                  </a:cubicBezTo>
                  <a:cubicBezTo>
                    <a:pt x="833" y="410"/>
                    <a:pt x="832" y="409"/>
                    <a:pt x="832" y="404"/>
                  </a:cubicBezTo>
                  <a:cubicBezTo>
                    <a:pt x="832" y="399"/>
                    <a:pt x="833" y="398"/>
                    <a:pt x="834" y="395"/>
                  </a:cubicBezTo>
                  <a:cubicBezTo>
                    <a:pt x="834" y="393"/>
                    <a:pt x="838" y="391"/>
                    <a:pt x="838" y="388"/>
                  </a:cubicBezTo>
                  <a:cubicBezTo>
                    <a:pt x="838" y="386"/>
                    <a:pt x="837" y="385"/>
                    <a:pt x="837" y="381"/>
                  </a:cubicBezTo>
                  <a:cubicBezTo>
                    <a:pt x="837" y="377"/>
                    <a:pt x="837" y="375"/>
                    <a:pt x="837" y="374"/>
                  </a:cubicBezTo>
                  <a:close/>
                  <a:moveTo>
                    <a:pt x="492" y="65"/>
                  </a:moveTo>
                  <a:cubicBezTo>
                    <a:pt x="491" y="65"/>
                    <a:pt x="491" y="64"/>
                    <a:pt x="490" y="63"/>
                  </a:cubicBezTo>
                  <a:cubicBezTo>
                    <a:pt x="490" y="62"/>
                    <a:pt x="487" y="62"/>
                    <a:pt x="487" y="63"/>
                  </a:cubicBezTo>
                  <a:cubicBezTo>
                    <a:pt x="486" y="65"/>
                    <a:pt x="486" y="65"/>
                    <a:pt x="485" y="66"/>
                  </a:cubicBezTo>
                  <a:cubicBezTo>
                    <a:pt x="483" y="67"/>
                    <a:pt x="483" y="66"/>
                    <a:pt x="483" y="68"/>
                  </a:cubicBezTo>
                  <a:cubicBezTo>
                    <a:pt x="482" y="71"/>
                    <a:pt x="481" y="71"/>
                    <a:pt x="482" y="73"/>
                  </a:cubicBezTo>
                  <a:cubicBezTo>
                    <a:pt x="483" y="74"/>
                    <a:pt x="483" y="74"/>
                    <a:pt x="485" y="74"/>
                  </a:cubicBezTo>
                  <a:cubicBezTo>
                    <a:pt x="487" y="74"/>
                    <a:pt x="486" y="75"/>
                    <a:pt x="488" y="74"/>
                  </a:cubicBezTo>
                  <a:cubicBezTo>
                    <a:pt x="490" y="73"/>
                    <a:pt x="490" y="73"/>
                    <a:pt x="490" y="72"/>
                  </a:cubicBezTo>
                  <a:cubicBezTo>
                    <a:pt x="490" y="70"/>
                    <a:pt x="490" y="70"/>
                    <a:pt x="491" y="69"/>
                  </a:cubicBezTo>
                  <a:cubicBezTo>
                    <a:pt x="493" y="68"/>
                    <a:pt x="494" y="66"/>
                    <a:pt x="494" y="65"/>
                  </a:cubicBezTo>
                  <a:cubicBezTo>
                    <a:pt x="493" y="65"/>
                    <a:pt x="494" y="65"/>
                    <a:pt x="492" y="65"/>
                  </a:cubicBezTo>
                  <a:close/>
                  <a:moveTo>
                    <a:pt x="471" y="23"/>
                  </a:moveTo>
                  <a:cubicBezTo>
                    <a:pt x="470" y="25"/>
                    <a:pt x="468" y="24"/>
                    <a:pt x="468" y="26"/>
                  </a:cubicBezTo>
                  <a:cubicBezTo>
                    <a:pt x="468" y="27"/>
                    <a:pt x="467" y="27"/>
                    <a:pt x="469" y="28"/>
                  </a:cubicBezTo>
                  <a:cubicBezTo>
                    <a:pt x="471" y="29"/>
                    <a:pt x="472" y="30"/>
                    <a:pt x="472" y="28"/>
                  </a:cubicBezTo>
                  <a:cubicBezTo>
                    <a:pt x="472" y="26"/>
                    <a:pt x="472" y="26"/>
                    <a:pt x="472" y="25"/>
                  </a:cubicBezTo>
                  <a:cubicBezTo>
                    <a:pt x="473" y="24"/>
                    <a:pt x="472" y="22"/>
                    <a:pt x="471" y="23"/>
                  </a:cubicBezTo>
                  <a:close/>
                  <a:moveTo>
                    <a:pt x="489" y="9"/>
                  </a:moveTo>
                  <a:cubicBezTo>
                    <a:pt x="488" y="11"/>
                    <a:pt x="488" y="11"/>
                    <a:pt x="487" y="13"/>
                  </a:cubicBezTo>
                  <a:cubicBezTo>
                    <a:pt x="486" y="14"/>
                    <a:pt x="486" y="15"/>
                    <a:pt x="484" y="16"/>
                  </a:cubicBezTo>
                  <a:cubicBezTo>
                    <a:pt x="482" y="17"/>
                    <a:pt x="480" y="18"/>
                    <a:pt x="480" y="19"/>
                  </a:cubicBezTo>
                  <a:cubicBezTo>
                    <a:pt x="481" y="20"/>
                    <a:pt x="482" y="20"/>
                    <a:pt x="483" y="19"/>
                  </a:cubicBezTo>
                  <a:cubicBezTo>
                    <a:pt x="484" y="17"/>
                    <a:pt x="486" y="16"/>
                    <a:pt x="487" y="15"/>
                  </a:cubicBezTo>
                  <a:cubicBezTo>
                    <a:pt x="489" y="14"/>
                    <a:pt x="490" y="13"/>
                    <a:pt x="490" y="11"/>
                  </a:cubicBezTo>
                  <a:cubicBezTo>
                    <a:pt x="490" y="10"/>
                    <a:pt x="490" y="6"/>
                    <a:pt x="489" y="9"/>
                  </a:cubicBezTo>
                  <a:close/>
                  <a:moveTo>
                    <a:pt x="357" y="23"/>
                  </a:moveTo>
                  <a:cubicBezTo>
                    <a:pt x="359" y="23"/>
                    <a:pt x="360" y="24"/>
                    <a:pt x="361" y="23"/>
                  </a:cubicBezTo>
                  <a:cubicBezTo>
                    <a:pt x="361" y="23"/>
                    <a:pt x="360" y="21"/>
                    <a:pt x="359" y="20"/>
                  </a:cubicBezTo>
                  <a:cubicBezTo>
                    <a:pt x="358" y="19"/>
                    <a:pt x="359" y="19"/>
                    <a:pt x="358" y="17"/>
                  </a:cubicBezTo>
                  <a:cubicBezTo>
                    <a:pt x="357" y="15"/>
                    <a:pt x="358" y="16"/>
                    <a:pt x="355" y="16"/>
                  </a:cubicBezTo>
                  <a:cubicBezTo>
                    <a:pt x="354" y="16"/>
                    <a:pt x="355" y="19"/>
                    <a:pt x="354" y="20"/>
                  </a:cubicBezTo>
                  <a:cubicBezTo>
                    <a:pt x="354" y="21"/>
                    <a:pt x="352" y="21"/>
                    <a:pt x="352" y="23"/>
                  </a:cubicBezTo>
                  <a:cubicBezTo>
                    <a:pt x="352" y="25"/>
                    <a:pt x="355" y="23"/>
                    <a:pt x="357" y="23"/>
                  </a:cubicBezTo>
                  <a:close/>
                  <a:moveTo>
                    <a:pt x="364" y="21"/>
                  </a:moveTo>
                  <a:cubicBezTo>
                    <a:pt x="365" y="22"/>
                    <a:pt x="366" y="21"/>
                    <a:pt x="367" y="22"/>
                  </a:cubicBezTo>
                  <a:cubicBezTo>
                    <a:pt x="369" y="23"/>
                    <a:pt x="369" y="24"/>
                    <a:pt x="370" y="26"/>
                  </a:cubicBezTo>
                  <a:cubicBezTo>
                    <a:pt x="371" y="27"/>
                    <a:pt x="372" y="26"/>
                    <a:pt x="373" y="24"/>
                  </a:cubicBezTo>
                  <a:cubicBezTo>
                    <a:pt x="374" y="22"/>
                    <a:pt x="377" y="21"/>
                    <a:pt x="378" y="20"/>
                  </a:cubicBezTo>
                  <a:cubicBezTo>
                    <a:pt x="380" y="19"/>
                    <a:pt x="382" y="19"/>
                    <a:pt x="383" y="18"/>
                  </a:cubicBezTo>
                  <a:cubicBezTo>
                    <a:pt x="383" y="18"/>
                    <a:pt x="383" y="17"/>
                    <a:pt x="382" y="16"/>
                  </a:cubicBezTo>
                  <a:cubicBezTo>
                    <a:pt x="380" y="14"/>
                    <a:pt x="380" y="15"/>
                    <a:pt x="380" y="14"/>
                  </a:cubicBezTo>
                  <a:cubicBezTo>
                    <a:pt x="379" y="12"/>
                    <a:pt x="379" y="12"/>
                    <a:pt x="378" y="12"/>
                  </a:cubicBezTo>
                  <a:cubicBezTo>
                    <a:pt x="377" y="12"/>
                    <a:pt x="377" y="14"/>
                    <a:pt x="376" y="14"/>
                  </a:cubicBezTo>
                  <a:cubicBezTo>
                    <a:pt x="374" y="15"/>
                    <a:pt x="375" y="13"/>
                    <a:pt x="374" y="12"/>
                  </a:cubicBezTo>
                  <a:cubicBezTo>
                    <a:pt x="373" y="11"/>
                    <a:pt x="372" y="12"/>
                    <a:pt x="371" y="13"/>
                  </a:cubicBezTo>
                  <a:cubicBezTo>
                    <a:pt x="369" y="14"/>
                    <a:pt x="369" y="14"/>
                    <a:pt x="367" y="15"/>
                  </a:cubicBezTo>
                  <a:cubicBezTo>
                    <a:pt x="364" y="15"/>
                    <a:pt x="364" y="15"/>
                    <a:pt x="363" y="14"/>
                  </a:cubicBezTo>
                  <a:cubicBezTo>
                    <a:pt x="362" y="14"/>
                    <a:pt x="363" y="13"/>
                    <a:pt x="361" y="12"/>
                  </a:cubicBezTo>
                  <a:cubicBezTo>
                    <a:pt x="359" y="11"/>
                    <a:pt x="360" y="13"/>
                    <a:pt x="360" y="14"/>
                  </a:cubicBezTo>
                  <a:cubicBezTo>
                    <a:pt x="361" y="15"/>
                    <a:pt x="361" y="16"/>
                    <a:pt x="362" y="18"/>
                  </a:cubicBezTo>
                  <a:cubicBezTo>
                    <a:pt x="363" y="20"/>
                    <a:pt x="364" y="19"/>
                    <a:pt x="364" y="21"/>
                  </a:cubicBezTo>
                  <a:close/>
                  <a:moveTo>
                    <a:pt x="763" y="116"/>
                  </a:moveTo>
                  <a:cubicBezTo>
                    <a:pt x="761" y="117"/>
                    <a:pt x="760" y="118"/>
                    <a:pt x="761" y="119"/>
                  </a:cubicBezTo>
                  <a:cubicBezTo>
                    <a:pt x="762" y="120"/>
                    <a:pt x="764" y="120"/>
                    <a:pt x="765" y="119"/>
                  </a:cubicBezTo>
                  <a:cubicBezTo>
                    <a:pt x="766" y="118"/>
                    <a:pt x="765" y="115"/>
                    <a:pt x="763" y="116"/>
                  </a:cubicBezTo>
                  <a:close/>
                  <a:moveTo>
                    <a:pt x="552" y="122"/>
                  </a:moveTo>
                  <a:cubicBezTo>
                    <a:pt x="551" y="121"/>
                    <a:pt x="551" y="121"/>
                    <a:pt x="549" y="121"/>
                  </a:cubicBezTo>
                  <a:cubicBezTo>
                    <a:pt x="548" y="121"/>
                    <a:pt x="546" y="121"/>
                    <a:pt x="544" y="121"/>
                  </a:cubicBezTo>
                  <a:cubicBezTo>
                    <a:pt x="543" y="121"/>
                    <a:pt x="542" y="121"/>
                    <a:pt x="541" y="122"/>
                  </a:cubicBezTo>
                  <a:cubicBezTo>
                    <a:pt x="540" y="124"/>
                    <a:pt x="540" y="125"/>
                    <a:pt x="541" y="126"/>
                  </a:cubicBezTo>
                  <a:cubicBezTo>
                    <a:pt x="542" y="127"/>
                    <a:pt x="543" y="128"/>
                    <a:pt x="543" y="127"/>
                  </a:cubicBezTo>
                  <a:cubicBezTo>
                    <a:pt x="544" y="125"/>
                    <a:pt x="544" y="125"/>
                    <a:pt x="545" y="124"/>
                  </a:cubicBezTo>
                  <a:cubicBezTo>
                    <a:pt x="547" y="123"/>
                    <a:pt x="547" y="123"/>
                    <a:pt x="549" y="123"/>
                  </a:cubicBezTo>
                  <a:cubicBezTo>
                    <a:pt x="551" y="123"/>
                    <a:pt x="553" y="123"/>
                    <a:pt x="552" y="122"/>
                  </a:cubicBezTo>
                  <a:close/>
                  <a:moveTo>
                    <a:pt x="547" y="134"/>
                  </a:moveTo>
                  <a:cubicBezTo>
                    <a:pt x="546" y="134"/>
                    <a:pt x="545" y="134"/>
                    <a:pt x="546" y="135"/>
                  </a:cubicBezTo>
                  <a:cubicBezTo>
                    <a:pt x="546" y="136"/>
                    <a:pt x="546" y="137"/>
                    <a:pt x="547" y="136"/>
                  </a:cubicBezTo>
                  <a:cubicBezTo>
                    <a:pt x="549" y="136"/>
                    <a:pt x="550" y="135"/>
                    <a:pt x="550" y="135"/>
                  </a:cubicBezTo>
                  <a:cubicBezTo>
                    <a:pt x="549" y="134"/>
                    <a:pt x="548" y="133"/>
                    <a:pt x="547" y="134"/>
                  </a:cubicBezTo>
                  <a:close/>
                  <a:moveTo>
                    <a:pt x="742" y="204"/>
                  </a:moveTo>
                  <a:cubicBezTo>
                    <a:pt x="743" y="204"/>
                    <a:pt x="744" y="205"/>
                    <a:pt x="744" y="204"/>
                  </a:cubicBezTo>
                  <a:cubicBezTo>
                    <a:pt x="744" y="202"/>
                    <a:pt x="742" y="196"/>
                    <a:pt x="741" y="199"/>
                  </a:cubicBezTo>
                  <a:cubicBezTo>
                    <a:pt x="742" y="202"/>
                    <a:pt x="740" y="204"/>
                    <a:pt x="742" y="204"/>
                  </a:cubicBezTo>
                  <a:close/>
                  <a:moveTo>
                    <a:pt x="773" y="244"/>
                  </a:moveTo>
                  <a:cubicBezTo>
                    <a:pt x="772" y="246"/>
                    <a:pt x="771" y="247"/>
                    <a:pt x="772" y="247"/>
                  </a:cubicBezTo>
                  <a:cubicBezTo>
                    <a:pt x="774" y="247"/>
                    <a:pt x="775" y="248"/>
                    <a:pt x="775" y="246"/>
                  </a:cubicBezTo>
                  <a:cubicBezTo>
                    <a:pt x="775" y="244"/>
                    <a:pt x="774" y="242"/>
                    <a:pt x="773" y="244"/>
                  </a:cubicBezTo>
                  <a:close/>
                  <a:moveTo>
                    <a:pt x="827" y="318"/>
                  </a:moveTo>
                  <a:cubicBezTo>
                    <a:pt x="828" y="318"/>
                    <a:pt x="830" y="317"/>
                    <a:pt x="830" y="314"/>
                  </a:cubicBezTo>
                  <a:cubicBezTo>
                    <a:pt x="830" y="310"/>
                    <a:pt x="831" y="311"/>
                    <a:pt x="832" y="307"/>
                  </a:cubicBezTo>
                  <a:cubicBezTo>
                    <a:pt x="833" y="304"/>
                    <a:pt x="831" y="304"/>
                    <a:pt x="831" y="302"/>
                  </a:cubicBezTo>
                  <a:cubicBezTo>
                    <a:pt x="831" y="300"/>
                    <a:pt x="829" y="297"/>
                    <a:pt x="829" y="301"/>
                  </a:cubicBezTo>
                  <a:cubicBezTo>
                    <a:pt x="828" y="305"/>
                    <a:pt x="829" y="307"/>
                    <a:pt x="828" y="308"/>
                  </a:cubicBezTo>
                  <a:cubicBezTo>
                    <a:pt x="827" y="309"/>
                    <a:pt x="826" y="308"/>
                    <a:pt x="826" y="311"/>
                  </a:cubicBezTo>
                  <a:cubicBezTo>
                    <a:pt x="826" y="313"/>
                    <a:pt x="826" y="312"/>
                    <a:pt x="826" y="314"/>
                  </a:cubicBezTo>
                  <a:cubicBezTo>
                    <a:pt x="826" y="317"/>
                    <a:pt x="825" y="319"/>
                    <a:pt x="827" y="318"/>
                  </a:cubicBezTo>
                  <a:close/>
                  <a:moveTo>
                    <a:pt x="660" y="662"/>
                  </a:moveTo>
                  <a:cubicBezTo>
                    <a:pt x="661" y="661"/>
                    <a:pt x="661" y="661"/>
                    <a:pt x="660" y="660"/>
                  </a:cubicBezTo>
                  <a:cubicBezTo>
                    <a:pt x="660" y="658"/>
                    <a:pt x="658" y="660"/>
                    <a:pt x="656" y="660"/>
                  </a:cubicBezTo>
                  <a:cubicBezTo>
                    <a:pt x="653" y="662"/>
                    <a:pt x="659" y="662"/>
                    <a:pt x="660" y="662"/>
                  </a:cubicBezTo>
                  <a:close/>
                  <a:moveTo>
                    <a:pt x="727" y="656"/>
                  </a:moveTo>
                  <a:cubicBezTo>
                    <a:pt x="729" y="655"/>
                    <a:pt x="730" y="654"/>
                    <a:pt x="728" y="652"/>
                  </a:cubicBezTo>
                  <a:cubicBezTo>
                    <a:pt x="727" y="650"/>
                    <a:pt x="727" y="650"/>
                    <a:pt x="725" y="648"/>
                  </a:cubicBezTo>
                  <a:cubicBezTo>
                    <a:pt x="724" y="646"/>
                    <a:pt x="723" y="643"/>
                    <a:pt x="721" y="644"/>
                  </a:cubicBezTo>
                  <a:cubicBezTo>
                    <a:pt x="719" y="646"/>
                    <a:pt x="717" y="644"/>
                    <a:pt x="718" y="647"/>
                  </a:cubicBezTo>
                  <a:cubicBezTo>
                    <a:pt x="719" y="651"/>
                    <a:pt x="720" y="652"/>
                    <a:pt x="722" y="654"/>
                  </a:cubicBezTo>
                  <a:cubicBezTo>
                    <a:pt x="724" y="656"/>
                    <a:pt x="726" y="656"/>
                    <a:pt x="727" y="656"/>
                  </a:cubicBezTo>
                  <a:close/>
                  <a:moveTo>
                    <a:pt x="443" y="501"/>
                  </a:moveTo>
                  <a:cubicBezTo>
                    <a:pt x="443" y="502"/>
                    <a:pt x="442" y="501"/>
                    <a:pt x="442" y="503"/>
                  </a:cubicBezTo>
                  <a:cubicBezTo>
                    <a:pt x="442" y="504"/>
                    <a:pt x="443" y="504"/>
                    <a:pt x="443" y="504"/>
                  </a:cubicBezTo>
                  <a:cubicBezTo>
                    <a:pt x="443" y="503"/>
                    <a:pt x="444" y="503"/>
                    <a:pt x="445" y="502"/>
                  </a:cubicBezTo>
                  <a:cubicBezTo>
                    <a:pt x="446" y="501"/>
                    <a:pt x="444" y="500"/>
                    <a:pt x="443" y="501"/>
                  </a:cubicBezTo>
                  <a:close/>
                  <a:moveTo>
                    <a:pt x="458" y="520"/>
                  </a:moveTo>
                  <a:cubicBezTo>
                    <a:pt x="457" y="521"/>
                    <a:pt x="456" y="522"/>
                    <a:pt x="457" y="523"/>
                  </a:cubicBezTo>
                  <a:cubicBezTo>
                    <a:pt x="459" y="523"/>
                    <a:pt x="460" y="523"/>
                    <a:pt x="460" y="523"/>
                  </a:cubicBezTo>
                  <a:cubicBezTo>
                    <a:pt x="460" y="522"/>
                    <a:pt x="460" y="521"/>
                    <a:pt x="460" y="520"/>
                  </a:cubicBezTo>
                  <a:cubicBezTo>
                    <a:pt x="460" y="519"/>
                    <a:pt x="458" y="519"/>
                    <a:pt x="458" y="520"/>
                  </a:cubicBezTo>
                  <a:close/>
                  <a:moveTo>
                    <a:pt x="726" y="690"/>
                  </a:moveTo>
                  <a:cubicBezTo>
                    <a:pt x="726" y="687"/>
                    <a:pt x="727" y="682"/>
                    <a:pt x="727" y="678"/>
                  </a:cubicBezTo>
                  <a:cubicBezTo>
                    <a:pt x="727" y="673"/>
                    <a:pt x="727" y="675"/>
                    <a:pt x="725" y="672"/>
                  </a:cubicBezTo>
                  <a:cubicBezTo>
                    <a:pt x="723" y="669"/>
                    <a:pt x="724" y="669"/>
                    <a:pt x="722" y="668"/>
                  </a:cubicBezTo>
                  <a:cubicBezTo>
                    <a:pt x="719" y="667"/>
                    <a:pt x="718" y="671"/>
                    <a:pt x="714" y="673"/>
                  </a:cubicBezTo>
                  <a:cubicBezTo>
                    <a:pt x="710" y="675"/>
                    <a:pt x="710" y="675"/>
                    <a:pt x="705" y="675"/>
                  </a:cubicBezTo>
                  <a:cubicBezTo>
                    <a:pt x="703" y="675"/>
                    <a:pt x="702" y="676"/>
                    <a:pt x="701" y="677"/>
                  </a:cubicBezTo>
                  <a:cubicBezTo>
                    <a:pt x="700" y="678"/>
                    <a:pt x="701" y="678"/>
                    <a:pt x="701" y="679"/>
                  </a:cubicBezTo>
                  <a:cubicBezTo>
                    <a:pt x="700" y="681"/>
                    <a:pt x="698" y="679"/>
                    <a:pt x="695" y="678"/>
                  </a:cubicBezTo>
                  <a:cubicBezTo>
                    <a:pt x="691" y="677"/>
                    <a:pt x="691" y="679"/>
                    <a:pt x="689" y="679"/>
                  </a:cubicBezTo>
                  <a:cubicBezTo>
                    <a:pt x="686" y="680"/>
                    <a:pt x="685" y="678"/>
                    <a:pt x="683" y="678"/>
                  </a:cubicBezTo>
                  <a:cubicBezTo>
                    <a:pt x="680" y="677"/>
                    <a:pt x="677" y="677"/>
                    <a:pt x="674" y="674"/>
                  </a:cubicBezTo>
                  <a:cubicBezTo>
                    <a:pt x="671" y="672"/>
                    <a:pt x="669" y="672"/>
                    <a:pt x="666" y="672"/>
                  </a:cubicBezTo>
                  <a:cubicBezTo>
                    <a:pt x="664" y="671"/>
                    <a:pt x="663" y="671"/>
                    <a:pt x="659" y="668"/>
                  </a:cubicBezTo>
                  <a:cubicBezTo>
                    <a:pt x="656" y="664"/>
                    <a:pt x="656" y="666"/>
                    <a:pt x="655" y="667"/>
                  </a:cubicBezTo>
                  <a:cubicBezTo>
                    <a:pt x="653" y="669"/>
                    <a:pt x="654" y="669"/>
                    <a:pt x="653" y="671"/>
                  </a:cubicBezTo>
                  <a:cubicBezTo>
                    <a:pt x="652" y="672"/>
                    <a:pt x="652" y="674"/>
                    <a:pt x="653" y="676"/>
                  </a:cubicBezTo>
                  <a:cubicBezTo>
                    <a:pt x="653" y="679"/>
                    <a:pt x="655" y="681"/>
                    <a:pt x="656" y="683"/>
                  </a:cubicBezTo>
                  <a:cubicBezTo>
                    <a:pt x="657" y="686"/>
                    <a:pt x="657" y="688"/>
                    <a:pt x="659" y="690"/>
                  </a:cubicBezTo>
                  <a:cubicBezTo>
                    <a:pt x="660" y="693"/>
                    <a:pt x="662" y="693"/>
                    <a:pt x="664" y="696"/>
                  </a:cubicBezTo>
                  <a:cubicBezTo>
                    <a:pt x="667" y="698"/>
                    <a:pt x="667" y="699"/>
                    <a:pt x="667" y="701"/>
                  </a:cubicBezTo>
                  <a:cubicBezTo>
                    <a:pt x="667" y="703"/>
                    <a:pt x="668" y="704"/>
                    <a:pt x="669" y="706"/>
                  </a:cubicBezTo>
                  <a:cubicBezTo>
                    <a:pt x="671" y="708"/>
                    <a:pt x="672" y="709"/>
                    <a:pt x="671" y="710"/>
                  </a:cubicBezTo>
                  <a:cubicBezTo>
                    <a:pt x="671" y="712"/>
                    <a:pt x="670" y="712"/>
                    <a:pt x="668" y="710"/>
                  </a:cubicBezTo>
                  <a:cubicBezTo>
                    <a:pt x="665" y="709"/>
                    <a:pt x="665" y="709"/>
                    <a:pt x="665" y="711"/>
                  </a:cubicBezTo>
                  <a:cubicBezTo>
                    <a:pt x="665" y="713"/>
                    <a:pt x="667" y="717"/>
                    <a:pt x="669" y="719"/>
                  </a:cubicBezTo>
                  <a:cubicBezTo>
                    <a:pt x="671" y="721"/>
                    <a:pt x="671" y="724"/>
                    <a:pt x="673" y="725"/>
                  </a:cubicBezTo>
                  <a:cubicBezTo>
                    <a:pt x="675" y="726"/>
                    <a:pt x="676" y="729"/>
                    <a:pt x="677" y="731"/>
                  </a:cubicBezTo>
                  <a:cubicBezTo>
                    <a:pt x="679" y="733"/>
                    <a:pt x="680" y="731"/>
                    <a:pt x="682" y="731"/>
                  </a:cubicBezTo>
                  <a:cubicBezTo>
                    <a:pt x="685" y="731"/>
                    <a:pt x="685" y="731"/>
                    <a:pt x="685" y="733"/>
                  </a:cubicBezTo>
                  <a:cubicBezTo>
                    <a:pt x="685" y="735"/>
                    <a:pt x="683" y="735"/>
                    <a:pt x="683" y="737"/>
                  </a:cubicBezTo>
                  <a:cubicBezTo>
                    <a:pt x="684" y="738"/>
                    <a:pt x="686" y="737"/>
                    <a:pt x="688" y="736"/>
                  </a:cubicBezTo>
                  <a:cubicBezTo>
                    <a:pt x="690" y="735"/>
                    <a:pt x="693" y="736"/>
                    <a:pt x="694" y="736"/>
                  </a:cubicBezTo>
                  <a:cubicBezTo>
                    <a:pt x="696" y="737"/>
                    <a:pt x="697" y="739"/>
                    <a:pt x="699" y="738"/>
                  </a:cubicBezTo>
                  <a:cubicBezTo>
                    <a:pt x="700" y="738"/>
                    <a:pt x="699" y="737"/>
                    <a:pt x="699" y="735"/>
                  </a:cubicBezTo>
                  <a:cubicBezTo>
                    <a:pt x="699" y="733"/>
                    <a:pt x="702" y="733"/>
                    <a:pt x="702" y="731"/>
                  </a:cubicBezTo>
                  <a:cubicBezTo>
                    <a:pt x="702" y="730"/>
                    <a:pt x="701" y="730"/>
                    <a:pt x="700" y="729"/>
                  </a:cubicBezTo>
                  <a:cubicBezTo>
                    <a:pt x="699" y="727"/>
                    <a:pt x="701" y="728"/>
                    <a:pt x="702" y="728"/>
                  </a:cubicBezTo>
                  <a:cubicBezTo>
                    <a:pt x="703" y="728"/>
                    <a:pt x="705" y="728"/>
                    <a:pt x="706" y="728"/>
                  </a:cubicBezTo>
                  <a:cubicBezTo>
                    <a:pt x="707" y="727"/>
                    <a:pt x="707" y="726"/>
                    <a:pt x="707" y="725"/>
                  </a:cubicBezTo>
                  <a:cubicBezTo>
                    <a:pt x="706" y="723"/>
                    <a:pt x="706" y="721"/>
                    <a:pt x="707" y="719"/>
                  </a:cubicBezTo>
                  <a:cubicBezTo>
                    <a:pt x="708" y="717"/>
                    <a:pt x="709" y="722"/>
                    <a:pt x="710" y="724"/>
                  </a:cubicBezTo>
                  <a:cubicBezTo>
                    <a:pt x="711" y="725"/>
                    <a:pt x="712" y="723"/>
                    <a:pt x="712" y="720"/>
                  </a:cubicBezTo>
                  <a:cubicBezTo>
                    <a:pt x="712" y="717"/>
                    <a:pt x="716" y="722"/>
                    <a:pt x="718" y="723"/>
                  </a:cubicBezTo>
                  <a:cubicBezTo>
                    <a:pt x="719" y="724"/>
                    <a:pt x="719" y="724"/>
                    <a:pt x="719" y="725"/>
                  </a:cubicBezTo>
                  <a:cubicBezTo>
                    <a:pt x="718" y="727"/>
                    <a:pt x="718" y="728"/>
                    <a:pt x="718" y="728"/>
                  </a:cubicBezTo>
                  <a:cubicBezTo>
                    <a:pt x="719" y="729"/>
                    <a:pt x="722" y="730"/>
                    <a:pt x="722" y="729"/>
                  </a:cubicBezTo>
                  <a:cubicBezTo>
                    <a:pt x="722" y="728"/>
                    <a:pt x="722" y="726"/>
                    <a:pt x="721" y="725"/>
                  </a:cubicBezTo>
                  <a:cubicBezTo>
                    <a:pt x="721" y="724"/>
                    <a:pt x="721" y="723"/>
                    <a:pt x="721" y="721"/>
                  </a:cubicBezTo>
                  <a:cubicBezTo>
                    <a:pt x="721" y="719"/>
                    <a:pt x="722" y="718"/>
                    <a:pt x="722" y="718"/>
                  </a:cubicBezTo>
                  <a:cubicBezTo>
                    <a:pt x="723" y="717"/>
                    <a:pt x="726" y="717"/>
                    <a:pt x="726" y="715"/>
                  </a:cubicBezTo>
                  <a:cubicBezTo>
                    <a:pt x="726" y="714"/>
                    <a:pt x="725" y="714"/>
                    <a:pt x="724" y="715"/>
                  </a:cubicBezTo>
                  <a:cubicBezTo>
                    <a:pt x="723" y="717"/>
                    <a:pt x="722" y="715"/>
                    <a:pt x="721" y="713"/>
                  </a:cubicBezTo>
                  <a:cubicBezTo>
                    <a:pt x="721" y="712"/>
                    <a:pt x="722" y="709"/>
                    <a:pt x="722" y="705"/>
                  </a:cubicBezTo>
                  <a:cubicBezTo>
                    <a:pt x="723" y="701"/>
                    <a:pt x="724" y="700"/>
                    <a:pt x="725" y="699"/>
                  </a:cubicBezTo>
                  <a:cubicBezTo>
                    <a:pt x="727" y="698"/>
                    <a:pt x="727" y="702"/>
                    <a:pt x="729" y="702"/>
                  </a:cubicBezTo>
                  <a:cubicBezTo>
                    <a:pt x="731" y="702"/>
                    <a:pt x="730" y="700"/>
                    <a:pt x="728" y="697"/>
                  </a:cubicBezTo>
                  <a:cubicBezTo>
                    <a:pt x="727" y="695"/>
                    <a:pt x="727" y="693"/>
                    <a:pt x="726" y="690"/>
                  </a:cubicBezTo>
                  <a:close/>
                  <a:moveTo>
                    <a:pt x="637" y="643"/>
                  </a:moveTo>
                  <a:cubicBezTo>
                    <a:pt x="637" y="644"/>
                    <a:pt x="636" y="645"/>
                    <a:pt x="637" y="646"/>
                  </a:cubicBezTo>
                  <a:cubicBezTo>
                    <a:pt x="637" y="648"/>
                    <a:pt x="637" y="650"/>
                    <a:pt x="637" y="651"/>
                  </a:cubicBezTo>
                  <a:cubicBezTo>
                    <a:pt x="638" y="652"/>
                    <a:pt x="640" y="653"/>
                    <a:pt x="640" y="652"/>
                  </a:cubicBezTo>
                  <a:cubicBezTo>
                    <a:pt x="641" y="651"/>
                    <a:pt x="641" y="649"/>
                    <a:pt x="641" y="647"/>
                  </a:cubicBezTo>
                  <a:cubicBezTo>
                    <a:pt x="641" y="645"/>
                    <a:pt x="642" y="644"/>
                    <a:pt x="641" y="643"/>
                  </a:cubicBezTo>
                  <a:cubicBezTo>
                    <a:pt x="641" y="641"/>
                    <a:pt x="639" y="640"/>
                    <a:pt x="637" y="643"/>
                  </a:cubicBezTo>
                  <a:close/>
                  <a:moveTo>
                    <a:pt x="516" y="549"/>
                  </a:moveTo>
                  <a:cubicBezTo>
                    <a:pt x="515" y="548"/>
                    <a:pt x="514" y="549"/>
                    <a:pt x="513" y="549"/>
                  </a:cubicBezTo>
                  <a:cubicBezTo>
                    <a:pt x="512" y="550"/>
                    <a:pt x="510" y="547"/>
                    <a:pt x="509" y="546"/>
                  </a:cubicBezTo>
                  <a:cubicBezTo>
                    <a:pt x="510" y="545"/>
                    <a:pt x="508" y="545"/>
                    <a:pt x="506" y="545"/>
                  </a:cubicBezTo>
                  <a:cubicBezTo>
                    <a:pt x="504" y="546"/>
                    <a:pt x="502" y="547"/>
                    <a:pt x="500" y="548"/>
                  </a:cubicBezTo>
                  <a:cubicBezTo>
                    <a:pt x="498" y="548"/>
                    <a:pt x="497" y="548"/>
                    <a:pt x="494" y="548"/>
                  </a:cubicBezTo>
                  <a:cubicBezTo>
                    <a:pt x="491" y="547"/>
                    <a:pt x="488" y="549"/>
                    <a:pt x="487" y="550"/>
                  </a:cubicBezTo>
                  <a:cubicBezTo>
                    <a:pt x="486" y="551"/>
                    <a:pt x="487" y="553"/>
                    <a:pt x="488" y="553"/>
                  </a:cubicBezTo>
                  <a:cubicBezTo>
                    <a:pt x="488" y="554"/>
                    <a:pt x="489" y="555"/>
                    <a:pt x="491" y="555"/>
                  </a:cubicBezTo>
                  <a:cubicBezTo>
                    <a:pt x="493" y="555"/>
                    <a:pt x="495" y="555"/>
                    <a:pt x="497" y="554"/>
                  </a:cubicBezTo>
                  <a:cubicBezTo>
                    <a:pt x="498" y="553"/>
                    <a:pt x="501" y="554"/>
                    <a:pt x="501" y="555"/>
                  </a:cubicBezTo>
                  <a:cubicBezTo>
                    <a:pt x="502" y="555"/>
                    <a:pt x="504" y="556"/>
                    <a:pt x="505" y="556"/>
                  </a:cubicBezTo>
                  <a:cubicBezTo>
                    <a:pt x="506" y="556"/>
                    <a:pt x="507" y="555"/>
                    <a:pt x="508" y="554"/>
                  </a:cubicBezTo>
                  <a:cubicBezTo>
                    <a:pt x="508" y="552"/>
                    <a:pt x="510" y="552"/>
                    <a:pt x="511" y="551"/>
                  </a:cubicBezTo>
                  <a:cubicBezTo>
                    <a:pt x="512" y="551"/>
                    <a:pt x="514" y="551"/>
                    <a:pt x="516" y="552"/>
                  </a:cubicBezTo>
                  <a:cubicBezTo>
                    <a:pt x="517" y="552"/>
                    <a:pt x="518" y="552"/>
                    <a:pt x="518" y="551"/>
                  </a:cubicBezTo>
                  <a:cubicBezTo>
                    <a:pt x="518" y="550"/>
                    <a:pt x="517" y="549"/>
                    <a:pt x="516" y="549"/>
                  </a:cubicBezTo>
                  <a:close/>
                  <a:moveTo>
                    <a:pt x="728" y="660"/>
                  </a:moveTo>
                  <a:cubicBezTo>
                    <a:pt x="726" y="661"/>
                    <a:pt x="725" y="662"/>
                    <a:pt x="726" y="663"/>
                  </a:cubicBezTo>
                  <a:cubicBezTo>
                    <a:pt x="728" y="663"/>
                    <a:pt x="730" y="663"/>
                    <a:pt x="731" y="662"/>
                  </a:cubicBezTo>
                  <a:cubicBezTo>
                    <a:pt x="731" y="662"/>
                    <a:pt x="731" y="658"/>
                    <a:pt x="728" y="66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7" name="Freeform 273">
              <a:extLst>
                <a:ext uri="{FF2B5EF4-FFF2-40B4-BE49-F238E27FC236}">
                  <a16:creationId xmlns:a16="http://schemas.microsoft.com/office/drawing/2014/main" id="{C6B913DC-35F7-8819-D244-2A9FDC6C97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55656" y="1497278"/>
              <a:ext cx="561334" cy="291950"/>
            </a:xfrm>
            <a:custGeom>
              <a:avLst/>
              <a:gdLst>
                <a:gd name="T0" fmla="*/ 3 w 511"/>
                <a:gd name="T1" fmla="*/ 159 h 271"/>
                <a:gd name="T2" fmla="*/ 9 w 511"/>
                <a:gd name="T3" fmla="*/ 169 h 271"/>
                <a:gd name="T4" fmla="*/ 20 w 511"/>
                <a:gd name="T5" fmla="*/ 176 h 271"/>
                <a:gd name="T6" fmla="*/ 12 w 511"/>
                <a:gd name="T7" fmla="*/ 161 h 271"/>
                <a:gd name="T8" fmla="*/ 454 w 511"/>
                <a:gd name="T9" fmla="*/ 9 h 271"/>
                <a:gd name="T10" fmla="*/ 443 w 511"/>
                <a:gd name="T11" fmla="*/ 1 h 271"/>
                <a:gd name="T12" fmla="*/ 446 w 511"/>
                <a:gd name="T13" fmla="*/ 6 h 271"/>
                <a:gd name="T14" fmla="*/ 494 w 511"/>
                <a:gd name="T15" fmla="*/ 105 h 271"/>
                <a:gd name="T16" fmla="*/ 494 w 511"/>
                <a:gd name="T17" fmla="*/ 103 h 271"/>
                <a:gd name="T18" fmla="*/ 508 w 511"/>
                <a:gd name="T19" fmla="*/ 123 h 271"/>
                <a:gd name="T20" fmla="*/ 247 w 511"/>
                <a:gd name="T21" fmla="*/ 251 h 271"/>
                <a:gd name="T22" fmla="*/ 239 w 511"/>
                <a:gd name="T23" fmla="*/ 255 h 271"/>
                <a:gd name="T24" fmla="*/ 246 w 511"/>
                <a:gd name="T25" fmla="*/ 254 h 271"/>
                <a:gd name="T26" fmla="*/ 158 w 511"/>
                <a:gd name="T27" fmla="*/ 228 h 271"/>
                <a:gd name="T28" fmla="*/ 146 w 511"/>
                <a:gd name="T29" fmla="*/ 224 h 271"/>
                <a:gd name="T30" fmla="*/ 149 w 511"/>
                <a:gd name="T31" fmla="*/ 230 h 271"/>
                <a:gd name="T32" fmla="*/ 158 w 511"/>
                <a:gd name="T33" fmla="*/ 228 h 271"/>
                <a:gd name="T34" fmla="*/ 166 w 511"/>
                <a:gd name="T35" fmla="*/ 239 h 271"/>
                <a:gd name="T36" fmla="*/ 161 w 511"/>
                <a:gd name="T37" fmla="*/ 241 h 271"/>
                <a:gd name="T38" fmla="*/ 279 w 511"/>
                <a:gd name="T39" fmla="*/ 267 h 271"/>
                <a:gd name="T40" fmla="*/ 270 w 511"/>
                <a:gd name="T41" fmla="*/ 262 h 271"/>
                <a:gd name="T42" fmla="*/ 277 w 511"/>
                <a:gd name="T43" fmla="*/ 268 h 271"/>
                <a:gd name="T44" fmla="*/ 429 w 511"/>
                <a:gd name="T45" fmla="*/ 249 h 271"/>
                <a:gd name="T46" fmla="*/ 429 w 511"/>
                <a:gd name="T47" fmla="*/ 253 h 271"/>
                <a:gd name="T48" fmla="*/ 453 w 511"/>
                <a:gd name="T49" fmla="*/ 244 h 271"/>
                <a:gd name="T50" fmla="*/ 451 w 511"/>
                <a:gd name="T51" fmla="*/ 246 h 271"/>
                <a:gd name="T52" fmla="*/ 503 w 511"/>
                <a:gd name="T53" fmla="*/ 227 h 271"/>
                <a:gd name="T54" fmla="*/ 506 w 511"/>
                <a:gd name="T55" fmla="*/ 230 h 271"/>
                <a:gd name="T56" fmla="*/ 288 w 511"/>
                <a:gd name="T57" fmla="*/ 255 h 271"/>
                <a:gd name="T58" fmla="*/ 288 w 511"/>
                <a:gd name="T59" fmla="*/ 255 h 271"/>
                <a:gd name="T60" fmla="*/ 486 w 511"/>
                <a:gd name="T61" fmla="*/ 238 h 271"/>
                <a:gd name="T62" fmla="*/ 487 w 511"/>
                <a:gd name="T63" fmla="*/ 235 h 271"/>
                <a:gd name="T64" fmla="*/ 475 w 511"/>
                <a:gd name="T65" fmla="*/ 240 h 271"/>
                <a:gd name="T66" fmla="*/ 339 w 511"/>
                <a:gd name="T67" fmla="*/ 256 h 271"/>
                <a:gd name="T68" fmla="*/ 337 w 511"/>
                <a:gd name="T69" fmla="*/ 260 h 271"/>
                <a:gd name="T70" fmla="*/ 342 w 511"/>
                <a:gd name="T71" fmla="*/ 256 h 271"/>
                <a:gd name="T72" fmla="*/ 349 w 511"/>
                <a:gd name="T73" fmla="*/ 259 h 271"/>
                <a:gd name="T74" fmla="*/ 353 w 511"/>
                <a:gd name="T75" fmla="*/ 260 h 271"/>
                <a:gd name="T76" fmla="*/ 416 w 511"/>
                <a:gd name="T77" fmla="*/ 246 h 271"/>
                <a:gd name="T78" fmla="*/ 415 w 511"/>
                <a:gd name="T79" fmla="*/ 241 h 271"/>
                <a:gd name="T80" fmla="*/ 414 w 511"/>
                <a:gd name="T81" fmla="*/ 249 h 271"/>
                <a:gd name="T82" fmla="*/ 406 w 511"/>
                <a:gd name="T83" fmla="*/ 249 h 271"/>
                <a:gd name="T84" fmla="*/ 411 w 511"/>
                <a:gd name="T85" fmla="*/ 250 h 271"/>
                <a:gd name="T86" fmla="*/ 363 w 511"/>
                <a:gd name="T87" fmla="*/ 263 h 271"/>
                <a:gd name="T88" fmla="*/ 371 w 511"/>
                <a:gd name="T89" fmla="*/ 257 h 271"/>
                <a:gd name="T90" fmla="*/ 363 w 511"/>
                <a:gd name="T91" fmla="*/ 258 h 271"/>
                <a:gd name="T92" fmla="*/ 375 w 511"/>
                <a:gd name="T93" fmla="*/ 249 h 271"/>
                <a:gd name="T94" fmla="*/ 375 w 511"/>
                <a:gd name="T95" fmla="*/ 249 h 271"/>
                <a:gd name="T96" fmla="*/ 363 w 511"/>
                <a:gd name="T97" fmla="*/ 252 h 271"/>
                <a:gd name="T98" fmla="*/ 375 w 511"/>
                <a:gd name="T99" fmla="*/ 256 h 271"/>
                <a:gd name="T100" fmla="*/ 378 w 511"/>
                <a:gd name="T101" fmla="*/ 257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11" h="271">
                  <a:moveTo>
                    <a:pt x="11" y="158"/>
                  </a:moveTo>
                  <a:cubicBezTo>
                    <a:pt x="10" y="157"/>
                    <a:pt x="11" y="157"/>
                    <a:pt x="8" y="158"/>
                  </a:cubicBezTo>
                  <a:cubicBezTo>
                    <a:pt x="6" y="159"/>
                    <a:pt x="6" y="159"/>
                    <a:pt x="3" y="159"/>
                  </a:cubicBezTo>
                  <a:cubicBezTo>
                    <a:pt x="1" y="159"/>
                    <a:pt x="0" y="160"/>
                    <a:pt x="2" y="161"/>
                  </a:cubicBezTo>
                  <a:cubicBezTo>
                    <a:pt x="3" y="161"/>
                    <a:pt x="5" y="162"/>
                    <a:pt x="6" y="164"/>
                  </a:cubicBezTo>
                  <a:cubicBezTo>
                    <a:pt x="8" y="166"/>
                    <a:pt x="8" y="168"/>
                    <a:pt x="9" y="169"/>
                  </a:cubicBezTo>
                  <a:cubicBezTo>
                    <a:pt x="9" y="170"/>
                    <a:pt x="10" y="170"/>
                    <a:pt x="12" y="171"/>
                  </a:cubicBezTo>
                  <a:cubicBezTo>
                    <a:pt x="14" y="172"/>
                    <a:pt x="14" y="172"/>
                    <a:pt x="15" y="174"/>
                  </a:cubicBezTo>
                  <a:cubicBezTo>
                    <a:pt x="17" y="176"/>
                    <a:pt x="19" y="177"/>
                    <a:pt x="20" y="176"/>
                  </a:cubicBezTo>
                  <a:cubicBezTo>
                    <a:pt x="21" y="174"/>
                    <a:pt x="20" y="172"/>
                    <a:pt x="19" y="170"/>
                  </a:cubicBezTo>
                  <a:cubicBezTo>
                    <a:pt x="17" y="169"/>
                    <a:pt x="16" y="168"/>
                    <a:pt x="15" y="167"/>
                  </a:cubicBezTo>
                  <a:cubicBezTo>
                    <a:pt x="13" y="165"/>
                    <a:pt x="12" y="163"/>
                    <a:pt x="12" y="161"/>
                  </a:cubicBezTo>
                  <a:cubicBezTo>
                    <a:pt x="12" y="159"/>
                    <a:pt x="12" y="158"/>
                    <a:pt x="11" y="158"/>
                  </a:cubicBezTo>
                  <a:close/>
                  <a:moveTo>
                    <a:pt x="451" y="9"/>
                  </a:moveTo>
                  <a:cubicBezTo>
                    <a:pt x="452" y="12"/>
                    <a:pt x="454" y="10"/>
                    <a:pt x="454" y="9"/>
                  </a:cubicBezTo>
                  <a:cubicBezTo>
                    <a:pt x="454" y="7"/>
                    <a:pt x="453" y="6"/>
                    <a:pt x="451" y="6"/>
                  </a:cubicBezTo>
                  <a:cubicBezTo>
                    <a:pt x="450" y="6"/>
                    <a:pt x="449" y="6"/>
                    <a:pt x="446" y="4"/>
                  </a:cubicBezTo>
                  <a:cubicBezTo>
                    <a:pt x="446" y="2"/>
                    <a:pt x="444" y="2"/>
                    <a:pt x="443" y="1"/>
                  </a:cubicBezTo>
                  <a:cubicBezTo>
                    <a:pt x="443" y="0"/>
                    <a:pt x="442" y="0"/>
                    <a:pt x="440" y="0"/>
                  </a:cubicBezTo>
                  <a:cubicBezTo>
                    <a:pt x="439" y="1"/>
                    <a:pt x="440" y="2"/>
                    <a:pt x="441" y="3"/>
                  </a:cubicBezTo>
                  <a:cubicBezTo>
                    <a:pt x="442" y="4"/>
                    <a:pt x="443" y="5"/>
                    <a:pt x="446" y="6"/>
                  </a:cubicBezTo>
                  <a:cubicBezTo>
                    <a:pt x="449" y="6"/>
                    <a:pt x="449" y="7"/>
                    <a:pt x="451" y="9"/>
                  </a:cubicBezTo>
                  <a:close/>
                  <a:moveTo>
                    <a:pt x="494" y="103"/>
                  </a:moveTo>
                  <a:cubicBezTo>
                    <a:pt x="493" y="103"/>
                    <a:pt x="493" y="104"/>
                    <a:pt x="494" y="105"/>
                  </a:cubicBezTo>
                  <a:cubicBezTo>
                    <a:pt x="495" y="105"/>
                    <a:pt x="496" y="106"/>
                    <a:pt x="497" y="105"/>
                  </a:cubicBezTo>
                  <a:cubicBezTo>
                    <a:pt x="498" y="104"/>
                    <a:pt x="499" y="104"/>
                    <a:pt x="499" y="103"/>
                  </a:cubicBezTo>
                  <a:cubicBezTo>
                    <a:pt x="499" y="102"/>
                    <a:pt x="497" y="102"/>
                    <a:pt x="494" y="103"/>
                  </a:cubicBezTo>
                  <a:close/>
                  <a:moveTo>
                    <a:pt x="509" y="120"/>
                  </a:moveTo>
                  <a:cubicBezTo>
                    <a:pt x="508" y="119"/>
                    <a:pt x="505" y="119"/>
                    <a:pt x="506" y="121"/>
                  </a:cubicBezTo>
                  <a:cubicBezTo>
                    <a:pt x="507" y="121"/>
                    <a:pt x="506" y="123"/>
                    <a:pt x="508" y="123"/>
                  </a:cubicBezTo>
                  <a:cubicBezTo>
                    <a:pt x="509" y="123"/>
                    <a:pt x="509" y="123"/>
                    <a:pt x="510" y="122"/>
                  </a:cubicBezTo>
                  <a:cubicBezTo>
                    <a:pt x="511" y="120"/>
                    <a:pt x="510" y="120"/>
                    <a:pt x="509" y="120"/>
                  </a:cubicBezTo>
                  <a:close/>
                  <a:moveTo>
                    <a:pt x="247" y="251"/>
                  </a:moveTo>
                  <a:cubicBezTo>
                    <a:pt x="248" y="249"/>
                    <a:pt x="246" y="249"/>
                    <a:pt x="243" y="251"/>
                  </a:cubicBezTo>
                  <a:cubicBezTo>
                    <a:pt x="242" y="252"/>
                    <a:pt x="243" y="253"/>
                    <a:pt x="242" y="253"/>
                  </a:cubicBezTo>
                  <a:cubicBezTo>
                    <a:pt x="240" y="254"/>
                    <a:pt x="239" y="254"/>
                    <a:pt x="239" y="255"/>
                  </a:cubicBezTo>
                  <a:cubicBezTo>
                    <a:pt x="239" y="256"/>
                    <a:pt x="241" y="257"/>
                    <a:pt x="242" y="256"/>
                  </a:cubicBezTo>
                  <a:cubicBezTo>
                    <a:pt x="242" y="254"/>
                    <a:pt x="243" y="254"/>
                    <a:pt x="244" y="254"/>
                  </a:cubicBezTo>
                  <a:cubicBezTo>
                    <a:pt x="245" y="254"/>
                    <a:pt x="246" y="255"/>
                    <a:pt x="246" y="254"/>
                  </a:cubicBezTo>
                  <a:cubicBezTo>
                    <a:pt x="246" y="253"/>
                    <a:pt x="245" y="253"/>
                    <a:pt x="246" y="252"/>
                  </a:cubicBezTo>
                  <a:cubicBezTo>
                    <a:pt x="247" y="251"/>
                    <a:pt x="247" y="252"/>
                    <a:pt x="247" y="251"/>
                  </a:cubicBezTo>
                  <a:close/>
                  <a:moveTo>
                    <a:pt x="158" y="228"/>
                  </a:moveTo>
                  <a:cubicBezTo>
                    <a:pt x="158" y="227"/>
                    <a:pt x="156" y="226"/>
                    <a:pt x="156" y="225"/>
                  </a:cubicBezTo>
                  <a:cubicBezTo>
                    <a:pt x="155" y="224"/>
                    <a:pt x="153" y="224"/>
                    <a:pt x="151" y="224"/>
                  </a:cubicBezTo>
                  <a:cubicBezTo>
                    <a:pt x="149" y="224"/>
                    <a:pt x="149" y="224"/>
                    <a:pt x="146" y="224"/>
                  </a:cubicBezTo>
                  <a:cubicBezTo>
                    <a:pt x="143" y="224"/>
                    <a:pt x="141" y="225"/>
                    <a:pt x="141" y="227"/>
                  </a:cubicBezTo>
                  <a:cubicBezTo>
                    <a:pt x="142" y="228"/>
                    <a:pt x="144" y="228"/>
                    <a:pt x="145" y="229"/>
                  </a:cubicBezTo>
                  <a:cubicBezTo>
                    <a:pt x="146" y="230"/>
                    <a:pt x="147" y="230"/>
                    <a:pt x="149" y="230"/>
                  </a:cubicBezTo>
                  <a:cubicBezTo>
                    <a:pt x="150" y="230"/>
                    <a:pt x="149" y="229"/>
                    <a:pt x="151" y="228"/>
                  </a:cubicBezTo>
                  <a:cubicBezTo>
                    <a:pt x="152" y="228"/>
                    <a:pt x="155" y="229"/>
                    <a:pt x="156" y="229"/>
                  </a:cubicBezTo>
                  <a:cubicBezTo>
                    <a:pt x="157" y="230"/>
                    <a:pt x="159" y="229"/>
                    <a:pt x="158" y="228"/>
                  </a:cubicBezTo>
                  <a:close/>
                  <a:moveTo>
                    <a:pt x="163" y="242"/>
                  </a:moveTo>
                  <a:cubicBezTo>
                    <a:pt x="164" y="242"/>
                    <a:pt x="165" y="242"/>
                    <a:pt x="165" y="241"/>
                  </a:cubicBezTo>
                  <a:cubicBezTo>
                    <a:pt x="165" y="240"/>
                    <a:pt x="166" y="240"/>
                    <a:pt x="166" y="239"/>
                  </a:cubicBezTo>
                  <a:cubicBezTo>
                    <a:pt x="167" y="238"/>
                    <a:pt x="165" y="238"/>
                    <a:pt x="162" y="238"/>
                  </a:cubicBezTo>
                  <a:cubicBezTo>
                    <a:pt x="162" y="239"/>
                    <a:pt x="162" y="239"/>
                    <a:pt x="160" y="239"/>
                  </a:cubicBezTo>
                  <a:cubicBezTo>
                    <a:pt x="158" y="239"/>
                    <a:pt x="160" y="241"/>
                    <a:pt x="161" y="241"/>
                  </a:cubicBezTo>
                  <a:cubicBezTo>
                    <a:pt x="162" y="241"/>
                    <a:pt x="162" y="241"/>
                    <a:pt x="163" y="242"/>
                  </a:cubicBezTo>
                  <a:close/>
                  <a:moveTo>
                    <a:pt x="282" y="270"/>
                  </a:moveTo>
                  <a:cubicBezTo>
                    <a:pt x="282" y="269"/>
                    <a:pt x="280" y="268"/>
                    <a:pt x="279" y="267"/>
                  </a:cubicBezTo>
                  <a:cubicBezTo>
                    <a:pt x="278" y="266"/>
                    <a:pt x="278" y="265"/>
                    <a:pt x="277" y="264"/>
                  </a:cubicBezTo>
                  <a:cubicBezTo>
                    <a:pt x="277" y="263"/>
                    <a:pt x="275" y="263"/>
                    <a:pt x="274" y="262"/>
                  </a:cubicBezTo>
                  <a:cubicBezTo>
                    <a:pt x="273" y="262"/>
                    <a:pt x="272" y="262"/>
                    <a:pt x="270" y="262"/>
                  </a:cubicBezTo>
                  <a:cubicBezTo>
                    <a:pt x="269" y="262"/>
                    <a:pt x="268" y="262"/>
                    <a:pt x="270" y="263"/>
                  </a:cubicBezTo>
                  <a:cubicBezTo>
                    <a:pt x="272" y="264"/>
                    <a:pt x="274" y="264"/>
                    <a:pt x="275" y="265"/>
                  </a:cubicBezTo>
                  <a:cubicBezTo>
                    <a:pt x="275" y="266"/>
                    <a:pt x="276" y="267"/>
                    <a:pt x="277" y="268"/>
                  </a:cubicBezTo>
                  <a:cubicBezTo>
                    <a:pt x="278" y="270"/>
                    <a:pt x="282" y="271"/>
                    <a:pt x="282" y="270"/>
                  </a:cubicBezTo>
                  <a:close/>
                  <a:moveTo>
                    <a:pt x="433" y="250"/>
                  </a:moveTo>
                  <a:cubicBezTo>
                    <a:pt x="432" y="250"/>
                    <a:pt x="430" y="249"/>
                    <a:pt x="429" y="249"/>
                  </a:cubicBezTo>
                  <a:cubicBezTo>
                    <a:pt x="427" y="249"/>
                    <a:pt x="426" y="248"/>
                    <a:pt x="426" y="249"/>
                  </a:cubicBezTo>
                  <a:cubicBezTo>
                    <a:pt x="426" y="251"/>
                    <a:pt x="426" y="251"/>
                    <a:pt x="427" y="252"/>
                  </a:cubicBezTo>
                  <a:cubicBezTo>
                    <a:pt x="428" y="252"/>
                    <a:pt x="428" y="253"/>
                    <a:pt x="429" y="253"/>
                  </a:cubicBezTo>
                  <a:cubicBezTo>
                    <a:pt x="430" y="252"/>
                    <a:pt x="431" y="251"/>
                    <a:pt x="432" y="251"/>
                  </a:cubicBezTo>
                  <a:cubicBezTo>
                    <a:pt x="433" y="251"/>
                    <a:pt x="434" y="250"/>
                    <a:pt x="433" y="250"/>
                  </a:cubicBezTo>
                  <a:close/>
                  <a:moveTo>
                    <a:pt x="453" y="244"/>
                  </a:moveTo>
                  <a:cubicBezTo>
                    <a:pt x="453" y="243"/>
                    <a:pt x="451" y="242"/>
                    <a:pt x="450" y="242"/>
                  </a:cubicBezTo>
                  <a:cubicBezTo>
                    <a:pt x="448" y="244"/>
                    <a:pt x="447" y="244"/>
                    <a:pt x="448" y="245"/>
                  </a:cubicBezTo>
                  <a:cubicBezTo>
                    <a:pt x="449" y="247"/>
                    <a:pt x="450" y="247"/>
                    <a:pt x="451" y="246"/>
                  </a:cubicBezTo>
                  <a:cubicBezTo>
                    <a:pt x="452" y="245"/>
                    <a:pt x="453" y="245"/>
                    <a:pt x="453" y="244"/>
                  </a:cubicBezTo>
                  <a:close/>
                  <a:moveTo>
                    <a:pt x="506" y="226"/>
                  </a:moveTo>
                  <a:cubicBezTo>
                    <a:pt x="505" y="225"/>
                    <a:pt x="505" y="226"/>
                    <a:pt x="503" y="227"/>
                  </a:cubicBezTo>
                  <a:cubicBezTo>
                    <a:pt x="502" y="228"/>
                    <a:pt x="501" y="227"/>
                    <a:pt x="501" y="228"/>
                  </a:cubicBezTo>
                  <a:cubicBezTo>
                    <a:pt x="502" y="229"/>
                    <a:pt x="502" y="229"/>
                    <a:pt x="503" y="230"/>
                  </a:cubicBezTo>
                  <a:cubicBezTo>
                    <a:pt x="504" y="230"/>
                    <a:pt x="506" y="231"/>
                    <a:pt x="506" y="230"/>
                  </a:cubicBezTo>
                  <a:cubicBezTo>
                    <a:pt x="506" y="229"/>
                    <a:pt x="506" y="229"/>
                    <a:pt x="506" y="228"/>
                  </a:cubicBezTo>
                  <a:cubicBezTo>
                    <a:pt x="506" y="227"/>
                    <a:pt x="507" y="226"/>
                    <a:pt x="506" y="226"/>
                  </a:cubicBezTo>
                  <a:close/>
                  <a:moveTo>
                    <a:pt x="288" y="255"/>
                  </a:moveTo>
                  <a:cubicBezTo>
                    <a:pt x="289" y="255"/>
                    <a:pt x="289" y="250"/>
                    <a:pt x="287" y="252"/>
                  </a:cubicBezTo>
                  <a:cubicBezTo>
                    <a:pt x="286" y="253"/>
                    <a:pt x="285" y="253"/>
                    <a:pt x="286" y="254"/>
                  </a:cubicBezTo>
                  <a:cubicBezTo>
                    <a:pt x="287" y="255"/>
                    <a:pt x="288" y="256"/>
                    <a:pt x="288" y="255"/>
                  </a:cubicBezTo>
                  <a:close/>
                  <a:moveTo>
                    <a:pt x="487" y="235"/>
                  </a:moveTo>
                  <a:cubicBezTo>
                    <a:pt x="486" y="236"/>
                    <a:pt x="485" y="236"/>
                    <a:pt x="485" y="237"/>
                  </a:cubicBezTo>
                  <a:cubicBezTo>
                    <a:pt x="485" y="238"/>
                    <a:pt x="485" y="238"/>
                    <a:pt x="486" y="238"/>
                  </a:cubicBezTo>
                  <a:cubicBezTo>
                    <a:pt x="488" y="237"/>
                    <a:pt x="488" y="236"/>
                    <a:pt x="489" y="235"/>
                  </a:cubicBezTo>
                  <a:cubicBezTo>
                    <a:pt x="490" y="235"/>
                    <a:pt x="490" y="234"/>
                    <a:pt x="490" y="233"/>
                  </a:cubicBezTo>
                  <a:cubicBezTo>
                    <a:pt x="489" y="233"/>
                    <a:pt x="487" y="233"/>
                    <a:pt x="487" y="235"/>
                  </a:cubicBezTo>
                  <a:close/>
                  <a:moveTo>
                    <a:pt x="475" y="238"/>
                  </a:moveTo>
                  <a:cubicBezTo>
                    <a:pt x="474" y="239"/>
                    <a:pt x="473" y="240"/>
                    <a:pt x="473" y="240"/>
                  </a:cubicBezTo>
                  <a:cubicBezTo>
                    <a:pt x="474" y="240"/>
                    <a:pt x="474" y="241"/>
                    <a:pt x="475" y="240"/>
                  </a:cubicBezTo>
                  <a:cubicBezTo>
                    <a:pt x="477" y="239"/>
                    <a:pt x="476" y="238"/>
                    <a:pt x="475" y="238"/>
                  </a:cubicBezTo>
                  <a:close/>
                  <a:moveTo>
                    <a:pt x="342" y="256"/>
                  </a:moveTo>
                  <a:cubicBezTo>
                    <a:pt x="341" y="256"/>
                    <a:pt x="341" y="256"/>
                    <a:pt x="339" y="256"/>
                  </a:cubicBezTo>
                  <a:cubicBezTo>
                    <a:pt x="337" y="255"/>
                    <a:pt x="336" y="255"/>
                    <a:pt x="334" y="255"/>
                  </a:cubicBezTo>
                  <a:cubicBezTo>
                    <a:pt x="333" y="256"/>
                    <a:pt x="334" y="257"/>
                    <a:pt x="335" y="258"/>
                  </a:cubicBezTo>
                  <a:cubicBezTo>
                    <a:pt x="336" y="258"/>
                    <a:pt x="337" y="258"/>
                    <a:pt x="337" y="260"/>
                  </a:cubicBezTo>
                  <a:cubicBezTo>
                    <a:pt x="338" y="261"/>
                    <a:pt x="339" y="261"/>
                    <a:pt x="339" y="260"/>
                  </a:cubicBezTo>
                  <a:cubicBezTo>
                    <a:pt x="340" y="259"/>
                    <a:pt x="339" y="259"/>
                    <a:pt x="341" y="258"/>
                  </a:cubicBezTo>
                  <a:cubicBezTo>
                    <a:pt x="342" y="257"/>
                    <a:pt x="343" y="257"/>
                    <a:pt x="342" y="256"/>
                  </a:cubicBezTo>
                  <a:close/>
                  <a:moveTo>
                    <a:pt x="354" y="256"/>
                  </a:moveTo>
                  <a:cubicBezTo>
                    <a:pt x="354" y="255"/>
                    <a:pt x="351" y="256"/>
                    <a:pt x="351" y="257"/>
                  </a:cubicBezTo>
                  <a:cubicBezTo>
                    <a:pt x="350" y="259"/>
                    <a:pt x="351" y="258"/>
                    <a:pt x="349" y="259"/>
                  </a:cubicBezTo>
                  <a:cubicBezTo>
                    <a:pt x="347" y="259"/>
                    <a:pt x="346" y="260"/>
                    <a:pt x="347" y="261"/>
                  </a:cubicBezTo>
                  <a:cubicBezTo>
                    <a:pt x="348" y="261"/>
                    <a:pt x="349" y="261"/>
                    <a:pt x="350" y="260"/>
                  </a:cubicBezTo>
                  <a:cubicBezTo>
                    <a:pt x="351" y="260"/>
                    <a:pt x="352" y="260"/>
                    <a:pt x="353" y="260"/>
                  </a:cubicBezTo>
                  <a:cubicBezTo>
                    <a:pt x="354" y="260"/>
                    <a:pt x="354" y="260"/>
                    <a:pt x="354" y="258"/>
                  </a:cubicBezTo>
                  <a:cubicBezTo>
                    <a:pt x="354" y="257"/>
                    <a:pt x="354" y="257"/>
                    <a:pt x="354" y="256"/>
                  </a:cubicBezTo>
                  <a:close/>
                  <a:moveTo>
                    <a:pt x="416" y="246"/>
                  </a:moveTo>
                  <a:cubicBezTo>
                    <a:pt x="416" y="246"/>
                    <a:pt x="417" y="247"/>
                    <a:pt x="417" y="245"/>
                  </a:cubicBezTo>
                  <a:cubicBezTo>
                    <a:pt x="417" y="244"/>
                    <a:pt x="418" y="244"/>
                    <a:pt x="418" y="243"/>
                  </a:cubicBezTo>
                  <a:cubicBezTo>
                    <a:pt x="418" y="242"/>
                    <a:pt x="416" y="240"/>
                    <a:pt x="415" y="241"/>
                  </a:cubicBezTo>
                  <a:cubicBezTo>
                    <a:pt x="415" y="242"/>
                    <a:pt x="414" y="243"/>
                    <a:pt x="414" y="244"/>
                  </a:cubicBezTo>
                  <a:cubicBezTo>
                    <a:pt x="414" y="245"/>
                    <a:pt x="415" y="246"/>
                    <a:pt x="416" y="246"/>
                  </a:cubicBezTo>
                  <a:close/>
                  <a:moveTo>
                    <a:pt x="414" y="249"/>
                  </a:moveTo>
                  <a:cubicBezTo>
                    <a:pt x="415" y="248"/>
                    <a:pt x="414" y="248"/>
                    <a:pt x="414" y="247"/>
                  </a:cubicBezTo>
                  <a:cubicBezTo>
                    <a:pt x="414" y="246"/>
                    <a:pt x="412" y="247"/>
                    <a:pt x="411" y="247"/>
                  </a:cubicBezTo>
                  <a:cubicBezTo>
                    <a:pt x="409" y="248"/>
                    <a:pt x="407" y="249"/>
                    <a:pt x="406" y="249"/>
                  </a:cubicBezTo>
                  <a:cubicBezTo>
                    <a:pt x="405" y="250"/>
                    <a:pt x="403" y="250"/>
                    <a:pt x="402" y="251"/>
                  </a:cubicBezTo>
                  <a:cubicBezTo>
                    <a:pt x="402" y="251"/>
                    <a:pt x="405" y="251"/>
                    <a:pt x="407" y="250"/>
                  </a:cubicBezTo>
                  <a:cubicBezTo>
                    <a:pt x="409" y="250"/>
                    <a:pt x="409" y="250"/>
                    <a:pt x="411" y="250"/>
                  </a:cubicBezTo>
                  <a:cubicBezTo>
                    <a:pt x="413" y="250"/>
                    <a:pt x="414" y="250"/>
                    <a:pt x="414" y="249"/>
                  </a:cubicBezTo>
                  <a:close/>
                  <a:moveTo>
                    <a:pt x="360" y="261"/>
                  </a:moveTo>
                  <a:cubicBezTo>
                    <a:pt x="361" y="262"/>
                    <a:pt x="363" y="263"/>
                    <a:pt x="363" y="263"/>
                  </a:cubicBezTo>
                  <a:cubicBezTo>
                    <a:pt x="364" y="262"/>
                    <a:pt x="365" y="261"/>
                    <a:pt x="366" y="260"/>
                  </a:cubicBezTo>
                  <a:cubicBezTo>
                    <a:pt x="367" y="259"/>
                    <a:pt x="367" y="259"/>
                    <a:pt x="368" y="259"/>
                  </a:cubicBezTo>
                  <a:cubicBezTo>
                    <a:pt x="370" y="259"/>
                    <a:pt x="371" y="259"/>
                    <a:pt x="371" y="257"/>
                  </a:cubicBezTo>
                  <a:cubicBezTo>
                    <a:pt x="371" y="256"/>
                    <a:pt x="370" y="257"/>
                    <a:pt x="369" y="257"/>
                  </a:cubicBezTo>
                  <a:cubicBezTo>
                    <a:pt x="368" y="257"/>
                    <a:pt x="366" y="256"/>
                    <a:pt x="365" y="257"/>
                  </a:cubicBezTo>
                  <a:cubicBezTo>
                    <a:pt x="364" y="257"/>
                    <a:pt x="364" y="257"/>
                    <a:pt x="363" y="258"/>
                  </a:cubicBezTo>
                  <a:cubicBezTo>
                    <a:pt x="363" y="258"/>
                    <a:pt x="363" y="259"/>
                    <a:pt x="362" y="259"/>
                  </a:cubicBezTo>
                  <a:cubicBezTo>
                    <a:pt x="361" y="259"/>
                    <a:pt x="360" y="260"/>
                    <a:pt x="360" y="261"/>
                  </a:cubicBezTo>
                  <a:close/>
                  <a:moveTo>
                    <a:pt x="375" y="249"/>
                  </a:moveTo>
                  <a:cubicBezTo>
                    <a:pt x="375" y="250"/>
                    <a:pt x="376" y="251"/>
                    <a:pt x="376" y="251"/>
                  </a:cubicBezTo>
                  <a:cubicBezTo>
                    <a:pt x="377" y="252"/>
                    <a:pt x="377" y="254"/>
                    <a:pt x="378" y="253"/>
                  </a:cubicBezTo>
                  <a:cubicBezTo>
                    <a:pt x="379" y="252"/>
                    <a:pt x="377" y="249"/>
                    <a:pt x="375" y="249"/>
                  </a:cubicBezTo>
                  <a:close/>
                  <a:moveTo>
                    <a:pt x="365" y="254"/>
                  </a:moveTo>
                  <a:cubicBezTo>
                    <a:pt x="366" y="253"/>
                    <a:pt x="366" y="253"/>
                    <a:pt x="366" y="252"/>
                  </a:cubicBezTo>
                  <a:cubicBezTo>
                    <a:pt x="366" y="251"/>
                    <a:pt x="364" y="252"/>
                    <a:pt x="363" y="252"/>
                  </a:cubicBezTo>
                  <a:cubicBezTo>
                    <a:pt x="362" y="253"/>
                    <a:pt x="361" y="254"/>
                    <a:pt x="362" y="254"/>
                  </a:cubicBezTo>
                  <a:cubicBezTo>
                    <a:pt x="364" y="254"/>
                    <a:pt x="365" y="255"/>
                    <a:pt x="365" y="254"/>
                  </a:cubicBezTo>
                  <a:close/>
                  <a:moveTo>
                    <a:pt x="375" y="256"/>
                  </a:moveTo>
                  <a:cubicBezTo>
                    <a:pt x="374" y="256"/>
                    <a:pt x="374" y="257"/>
                    <a:pt x="375" y="258"/>
                  </a:cubicBezTo>
                  <a:cubicBezTo>
                    <a:pt x="375" y="259"/>
                    <a:pt x="376" y="260"/>
                    <a:pt x="377" y="259"/>
                  </a:cubicBezTo>
                  <a:cubicBezTo>
                    <a:pt x="378" y="258"/>
                    <a:pt x="378" y="258"/>
                    <a:pt x="378" y="257"/>
                  </a:cubicBezTo>
                  <a:cubicBezTo>
                    <a:pt x="378" y="257"/>
                    <a:pt x="376" y="256"/>
                    <a:pt x="375" y="25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8" name="Freeform 274">
              <a:extLst>
                <a:ext uri="{FF2B5EF4-FFF2-40B4-BE49-F238E27FC236}">
                  <a16:creationId xmlns:a16="http://schemas.microsoft.com/office/drawing/2014/main" id="{4855C46D-4401-AA1A-3507-4AE830358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9633" y="3045883"/>
              <a:ext cx="7052" cy="5642"/>
            </a:xfrm>
            <a:custGeom>
              <a:avLst/>
              <a:gdLst>
                <a:gd name="T0" fmla="*/ 1 w 6"/>
                <a:gd name="T1" fmla="*/ 3 h 5"/>
                <a:gd name="T2" fmla="*/ 5 w 6"/>
                <a:gd name="T3" fmla="*/ 3 h 5"/>
                <a:gd name="T4" fmla="*/ 3 w 6"/>
                <a:gd name="T5" fmla="*/ 0 h 5"/>
                <a:gd name="T6" fmla="*/ 1 w 6"/>
                <a:gd name="T7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5">
                  <a:moveTo>
                    <a:pt x="1" y="3"/>
                  </a:moveTo>
                  <a:cubicBezTo>
                    <a:pt x="3" y="4"/>
                    <a:pt x="5" y="5"/>
                    <a:pt x="5" y="3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1" y="1"/>
                    <a:pt x="0" y="2"/>
                    <a:pt x="1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39" name="Freeform 275">
              <a:extLst>
                <a:ext uri="{FF2B5EF4-FFF2-40B4-BE49-F238E27FC236}">
                  <a16:creationId xmlns:a16="http://schemas.microsoft.com/office/drawing/2014/main" id="{888E9D63-F8E5-E40E-94D0-646B51BDF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3589" y="2879457"/>
              <a:ext cx="5642" cy="8462"/>
            </a:xfrm>
            <a:custGeom>
              <a:avLst/>
              <a:gdLst>
                <a:gd name="T0" fmla="*/ 6 w 6"/>
                <a:gd name="T1" fmla="*/ 5 h 7"/>
                <a:gd name="T2" fmla="*/ 3 w 6"/>
                <a:gd name="T3" fmla="*/ 2 h 7"/>
                <a:gd name="T4" fmla="*/ 2 w 6"/>
                <a:gd name="T5" fmla="*/ 7 h 7"/>
                <a:gd name="T6" fmla="*/ 6 w 6"/>
                <a:gd name="T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6" y="5"/>
                  </a:moveTo>
                  <a:cubicBezTo>
                    <a:pt x="6" y="3"/>
                    <a:pt x="3" y="0"/>
                    <a:pt x="3" y="2"/>
                  </a:cubicBezTo>
                  <a:cubicBezTo>
                    <a:pt x="2" y="5"/>
                    <a:pt x="0" y="6"/>
                    <a:pt x="2" y="7"/>
                  </a:cubicBezTo>
                  <a:cubicBezTo>
                    <a:pt x="5" y="7"/>
                    <a:pt x="5" y="7"/>
                    <a:pt x="6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0" name="Freeform 276">
              <a:extLst>
                <a:ext uri="{FF2B5EF4-FFF2-40B4-BE49-F238E27FC236}">
                  <a16:creationId xmlns:a16="http://schemas.microsoft.com/office/drawing/2014/main" id="{E0B8AE14-23C2-246C-EFE1-95513BE05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8477" y="4261636"/>
              <a:ext cx="9873" cy="11283"/>
            </a:xfrm>
            <a:custGeom>
              <a:avLst/>
              <a:gdLst>
                <a:gd name="T0" fmla="*/ 8 w 9"/>
                <a:gd name="T1" fmla="*/ 3 h 11"/>
                <a:gd name="T2" fmla="*/ 4 w 9"/>
                <a:gd name="T3" fmla="*/ 2 h 11"/>
                <a:gd name="T4" fmla="*/ 2 w 9"/>
                <a:gd name="T5" fmla="*/ 6 h 11"/>
                <a:gd name="T6" fmla="*/ 2 w 9"/>
                <a:gd name="T7" fmla="*/ 9 h 11"/>
                <a:gd name="T8" fmla="*/ 7 w 9"/>
                <a:gd name="T9" fmla="*/ 10 h 11"/>
                <a:gd name="T10" fmla="*/ 7 w 9"/>
                <a:gd name="T11" fmla="*/ 7 h 11"/>
                <a:gd name="T12" fmla="*/ 8 w 9"/>
                <a:gd name="T13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1">
                  <a:moveTo>
                    <a:pt x="8" y="3"/>
                  </a:moveTo>
                  <a:cubicBezTo>
                    <a:pt x="8" y="2"/>
                    <a:pt x="6" y="0"/>
                    <a:pt x="4" y="2"/>
                  </a:cubicBezTo>
                  <a:cubicBezTo>
                    <a:pt x="3" y="4"/>
                    <a:pt x="2" y="3"/>
                    <a:pt x="2" y="6"/>
                  </a:cubicBezTo>
                  <a:cubicBezTo>
                    <a:pt x="1" y="8"/>
                    <a:pt x="0" y="8"/>
                    <a:pt x="2" y="9"/>
                  </a:cubicBezTo>
                  <a:cubicBezTo>
                    <a:pt x="4" y="10"/>
                    <a:pt x="7" y="11"/>
                    <a:pt x="7" y="10"/>
                  </a:cubicBezTo>
                  <a:cubicBezTo>
                    <a:pt x="8" y="8"/>
                    <a:pt x="7" y="8"/>
                    <a:pt x="7" y="7"/>
                  </a:cubicBezTo>
                  <a:cubicBezTo>
                    <a:pt x="7" y="5"/>
                    <a:pt x="9" y="5"/>
                    <a:pt x="8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1" name="Freeform 277">
              <a:extLst>
                <a:ext uri="{FF2B5EF4-FFF2-40B4-BE49-F238E27FC236}">
                  <a16:creationId xmlns:a16="http://schemas.microsoft.com/office/drawing/2014/main" id="{E625AF9B-4AA3-B3CE-2ADF-72B23EFB7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0779" y="2916127"/>
              <a:ext cx="8462" cy="5642"/>
            </a:xfrm>
            <a:custGeom>
              <a:avLst/>
              <a:gdLst>
                <a:gd name="T0" fmla="*/ 3 w 7"/>
                <a:gd name="T1" fmla="*/ 1 h 5"/>
                <a:gd name="T2" fmla="*/ 2 w 7"/>
                <a:gd name="T3" fmla="*/ 4 h 5"/>
                <a:gd name="T4" fmla="*/ 6 w 7"/>
                <a:gd name="T5" fmla="*/ 3 h 5"/>
                <a:gd name="T6" fmla="*/ 3 w 7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5">
                  <a:moveTo>
                    <a:pt x="3" y="1"/>
                  </a:moveTo>
                  <a:cubicBezTo>
                    <a:pt x="2" y="2"/>
                    <a:pt x="0" y="3"/>
                    <a:pt x="2" y="4"/>
                  </a:cubicBezTo>
                  <a:cubicBezTo>
                    <a:pt x="4" y="5"/>
                    <a:pt x="6" y="4"/>
                    <a:pt x="6" y="3"/>
                  </a:cubicBezTo>
                  <a:cubicBezTo>
                    <a:pt x="7" y="2"/>
                    <a:pt x="4" y="0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2" name="Freeform 279">
              <a:extLst>
                <a:ext uri="{FF2B5EF4-FFF2-40B4-BE49-F238E27FC236}">
                  <a16:creationId xmlns:a16="http://schemas.microsoft.com/office/drawing/2014/main" id="{D3E50D89-8EB4-72BF-924A-FC570C89F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5590" y="2780730"/>
              <a:ext cx="1410" cy="4231"/>
            </a:xfrm>
            <a:custGeom>
              <a:avLst/>
              <a:gdLst>
                <a:gd name="T0" fmla="*/ 0 w 2"/>
                <a:gd name="T1" fmla="*/ 1 h 4"/>
                <a:gd name="T2" fmla="*/ 2 w 2"/>
                <a:gd name="T3" fmla="*/ 3 h 4"/>
                <a:gd name="T4" fmla="*/ 1 w 2"/>
                <a:gd name="T5" fmla="*/ 0 h 4"/>
                <a:gd name="T6" fmla="*/ 0 w 2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1"/>
                  </a:moveTo>
                  <a:cubicBezTo>
                    <a:pt x="0" y="3"/>
                    <a:pt x="1" y="4"/>
                    <a:pt x="2" y="3"/>
                  </a:cubicBezTo>
                  <a:cubicBezTo>
                    <a:pt x="2" y="1"/>
                    <a:pt x="2" y="1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3" name="Freeform 280">
              <a:extLst>
                <a:ext uri="{FF2B5EF4-FFF2-40B4-BE49-F238E27FC236}">
                  <a16:creationId xmlns:a16="http://schemas.microsoft.com/office/drawing/2014/main" id="{CE9A07B8-F381-A842-8097-9AEFFF048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2632" y="2205292"/>
              <a:ext cx="654420" cy="653009"/>
            </a:xfrm>
            <a:custGeom>
              <a:avLst/>
              <a:gdLst>
                <a:gd name="T0" fmla="*/ 417 w 596"/>
                <a:gd name="T1" fmla="*/ 275 h 608"/>
                <a:gd name="T2" fmla="*/ 412 w 596"/>
                <a:gd name="T3" fmla="*/ 248 h 608"/>
                <a:gd name="T4" fmla="*/ 420 w 596"/>
                <a:gd name="T5" fmla="*/ 238 h 608"/>
                <a:gd name="T6" fmla="*/ 407 w 596"/>
                <a:gd name="T7" fmla="*/ 225 h 608"/>
                <a:gd name="T8" fmla="*/ 424 w 596"/>
                <a:gd name="T9" fmla="*/ 219 h 608"/>
                <a:gd name="T10" fmla="*/ 431 w 596"/>
                <a:gd name="T11" fmla="*/ 220 h 608"/>
                <a:gd name="T12" fmla="*/ 443 w 596"/>
                <a:gd name="T13" fmla="*/ 223 h 608"/>
                <a:gd name="T14" fmla="*/ 470 w 596"/>
                <a:gd name="T15" fmla="*/ 243 h 608"/>
                <a:gd name="T16" fmla="*/ 495 w 596"/>
                <a:gd name="T17" fmla="*/ 254 h 608"/>
                <a:gd name="T18" fmla="*/ 477 w 596"/>
                <a:gd name="T19" fmla="*/ 268 h 608"/>
                <a:gd name="T20" fmla="*/ 483 w 596"/>
                <a:gd name="T21" fmla="*/ 287 h 608"/>
                <a:gd name="T22" fmla="*/ 497 w 596"/>
                <a:gd name="T23" fmla="*/ 292 h 608"/>
                <a:gd name="T24" fmla="*/ 510 w 596"/>
                <a:gd name="T25" fmla="*/ 305 h 608"/>
                <a:gd name="T26" fmla="*/ 515 w 596"/>
                <a:gd name="T27" fmla="*/ 269 h 608"/>
                <a:gd name="T28" fmla="*/ 538 w 596"/>
                <a:gd name="T29" fmla="*/ 256 h 608"/>
                <a:gd name="T30" fmla="*/ 550 w 596"/>
                <a:gd name="T31" fmla="*/ 227 h 608"/>
                <a:gd name="T32" fmla="*/ 580 w 596"/>
                <a:gd name="T33" fmla="*/ 196 h 608"/>
                <a:gd name="T34" fmla="*/ 593 w 596"/>
                <a:gd name="T35" fmla="*/ 183 h 608"/>
                <a:gd name="T36" fmla="*/ 576 w 596"/>
                <a:gd name="T37" fmla="*/ 170 h 608"/>
                <a:gd name="T38" fmla="*/ 574 w 596"/>
                <a:gd name="T39" fmla="*/ 154 h 608"/>
                <a:gd name="T40" fmla="*/ 537 w 596"/>
                <a:gd name="T41" fmla="*/ 156 h 608"/>
                <a:gd name="T42" fmla="*/ 494 w 596"/>
                <a:gd name="T43" fmla="*/ 187 h 608"/>
                <a:gd name="T44" fmla="*/ 489 w 596"/>
                <a:gd name="T45" fmla="*/ 202 h 608"/>
                <a:gd name="T46" fmla="*/ 443 w 596"/>
                <a:gd name="T47" fmla="*/ 211 h 608"/>
                <a:gd name="T48" fmla="*/ 421 w 596"/>
                <a:gd name="T49" fmla="*/ 197 h 608"/>
                <a:gd name="T50" fmla="*/ 408 w 596"/>
                <a:gd name="T51" fmla="*/ 192 h 608"/>
                <a:gd name="T52" fmla="*/ 388 w 596"/>
                <a:gd name="T53" fmla="*/ 218 h 608"/>
                <a:gd name="T54" fmla="*/ 355 w 596"/>
                <a:gd name="T55" fmla="*/ 209 h 608"/>
                <a:gd name="T56" fmla="*/ 321 w 596"/>
                <a:gd name="T57" fmla="*/ 196 h 608"/>
                <a:gd name="T58" fmla="*/ 290 w 596"/>
                <a:gd name="T59" fmla="*/ 187 h 608"/>
                <a:gd name="T60" fmla="*/ 250 w 596"/>
                <a:gd name="T61" fmla="*/ 169 h 608"/>
                <a:gd name="T62" fmla="*/ 248 w 596"/>
                <a:gd name="T63" fmla="*/ 141 h 608"/>
                <a:gd name="T64" fmla="*/ 231 w 596"/>
                <a:gd name="T65" fmla="*/ 115 h 608"/>
                <a:gd name="T66" fmla="*/ 210 w 596"/>
                <a:gd name="T67" fmla="*/ 90 h 608"/>
                <a:gd name="T68" fmla="*/ 228 w 596"/>
                <a:gd name="T69" fmla="*/ 72 h 608"/>
                <a:gd name="T70" fmla="*/ 218 w 596"/>
                <a:gd name="T71" fmla="*/ 45 h 608"/>
                <a:gd name="T72" fmla="*/ 247 w 596"/>
                <a:gd name="T73" fmla="*/ 15 h 608"/>
                <a:gd name="T74" fmla="*/ 208 w 596"/>
                <a:gd name="T75" fmla="*/ 4 h 608"/>
                <a:gd name="T76" fmla="*/ 167 w 596"/>
                <a:gd name="T77" fmla="*/ 29 h 608"/>
                <a:gd name="T78" fmla="*/ 115 w 596"/>
                <a:gd name="T79" fmla="*/ 35 h 608"/>
                <a:gd name="T80" fmla="*/ 119 w 596"/>
                <a:gd name="T81" fmla="*/ 52 h 608"/>
                <a:gd name="T82" fmla="*/ 134 w 596"/>
                <a:gd name="T83" fmla="*/ 79 h 608"/>
                <a:gd name="T84" fmla="*/ 129 w 596"/>
                <a:gd name="T85" fmla="*/ 96 h 608"/>
                <a:gd name="T86" fmla="*/ 103 w 596"/>
                <a:gd name="T87" fmla="*/ 142 h 608"/>
                <a:gd name="T88" fmla="*/ 55 w 596"/>
                <a:gd name="T89" fmla="*/ 188 h 608"/>
                <a:gd name="T90" fmla="*/ 37 w 596"/>
                <a:gd name="T91" fmla="*/ 214 h 608"/>
                <a:gd name="T92" fmla="*/ 57 w 596"/>
                <a:gd name="T93" fmla="*/ 261 h 608"/>
                <a:gd name="T94" fmla="*/ 9 w 596"/>
                <a:gd name="T95" fmla="*/ 265 h 608"/>
                <a:gd name="T96" fmla="*/ 21 w 596"/>
                <a:gd name="T97" fmla="*/ 296 h 608"/>
                <a:gd name="T98" fmla="*/ 14 w 596"/>
                <a:gd name="T99" fmla="*/ 304 h 608"/>
                <a:gd name="T100" fmla="*/ 79 w 596"/>
                <a:gd name="T101" fmla="*/ 308 h 608"/>
                <a:gd name="T102" fmla="*/ 90 w 596"/>
                <a:gd name="T103" fmla="*/ 365 h 608"/>
                <a:gd name="T104" fmla="*/ 117 w 596"/>
                <a:gd name="T105" fmla="*/ 464 h 608"/>
                <a:gd name="T106" fmla="*/ 166 w 596"/>
                <a:gd name="T107" fmla="*/ 574 h 608"/>
                <a:gd name="T108" fmla="*/ 228 w 596"/>
                <a:gd name="T109" fmla="*/ 584 h 608"/>
                <a:gd name="T110" fmla="*/ 246 w 596"/>
                <a:gd name="T111" fmla="*/ 508 h 608"/>
                <a:gd name="T112" fmla="*/ 255 w 596"/>
                <a:gd name="T113" fmla="*/ 445 h 608"/>
                <a:gd name="T114" fmla="*/ 310 w 596"/>
                <a:gd name="T115" fmla="*/ 404 h 608"/>
                <a:gd name="T116" fmla="*/ 369 w 596"/>
                <a:gd name="T117" fmla="*/ 354 h 608"/>
                <a:gd name="T118" fmla="*/ 409 w 596"/>
                <a:gd name="T119" fmla="*/ 311 h 608"/>
                <a:gd name="T120" fmla="*/ 427 w 596"/>
                <a:gd name="T121" fmla="*/ 319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96" h="608">
                  <a:moveTo>
                    <a:pt x="427" y="319"/>
                  </a:moveTo>
                  <a:cubicBezTo>
                    <a:pt x="426" y="316"/>
                    <a:pt x="426" y="313"/>
                    <a:pt x="426" y="311"/>
                  </a:cubicBezTo>
                  <a:cubicBezTo>
                    <a:pt x="425" y="308"/>
                    <a:pt x="425" y="306"/>
                    <a:pt x="424" y="304"/>
                  </a:cubicBezTo>
                  <a:cubicBezTo>
                    <a:pt x="424" y="302"/>
                    <a:pt x="424" y="300"/>
                    <a:pt x="424" y="297"/>
                  </a:cubicBezTo>
                  <a:cubicBezTo>
                    <a:pt x="423" y="294"/>
                    <a:pt x="424" y="293"/>
                    <a:pt x="424" y="292"/>
                  </a:cubicBezTo>
                  <a:cubicBezTo>
                    <a:pt x="424" y="291"/>
                    <a:pt x="424" y="291"/>
                    <a:pt x="424" y="290"/>
                  </a:cubicBezTo>
                  <a:cubicBezTo>
                    <a:pt x="423" y="290"/>
                    <a:pt x="423" y="289"/>
                    <a:pt x="423" y="289"/>
                  </a:cubicBezTo>
                  <a:cubicBezTo>
                    <a:pt x="422" y="287"/>
                    <a:pt x="420" y="286"/>
                    <a:pt x="420" y="283"/>
                  </a:cubicBezTo>
                  <a:cubicBezTo>
                    <a:pt x="420" y="282"/>
                    <a:pt x="420" y="281"/>
                    <a:pt x="419" y="281"/>
                  </a:cubicBezTo>
                  <a:cubicBezTo>
                    <a:pt x="418" y="280"/>
                    <a:pt x="418" y="280"/>
                    <a:pt x="417" y="279"/>
                  </a:cubicBezTo>
                  <a:cubicBezTo>
                    <a:pt x="417" y="277"/>
                    <a:pt x="417" y="276"/>
                    <a:pt x="417" y="275"/>
                  </a:cubicBezTo>
                  <a:cubicBezTo>
                    <a:pt x="417" y="273"/>
                    <a:pt x="418" y="272"/>
                    <a:pt x="418" y="270"/>
                  </a:cubicBezTo>
                  <a:cubicBezTo>
                    <a:pt x="418" y="269"/>
                    <a:pt x="419" y="269"/>
                    <a:pt x="419" y="268"/>
                  </a:cubicBezTo>
                  <a:cubicBezTo>
                    <a:pt x="419" y="268"/>
                    <a:pt x="419" y="268"/>
                    <a:pt x="419" y="268"/>
                  </a:cubicBezTo>
                  <a:cubicBezTo>
                    <a:pt x="419" y="267"/>
                    <a:pt x="420" y="266"/>
                    <a:pt x="419" y="265"/>
                  </a:cubicBezTo>
                  <a:cubicBezTo>
                    <a:pt x="418" y="265"/>
                    <a:pt x="418" y="264"/>
                    <a:pt x="417" y="264"/>
                  </a:cubicBezTo>
                  <a:cubicBezTo>
                    <a:pt x="415" y="264"/>
                    <a:pt x="413" y="263"/>
                    <a:pt x="410" y="260"/>
                  </a:cubicBezTo>
                  <a:cubicBezTo>
                    <a:pt x="409" y="259"/>
                    <a:pt x="409" y="259"/>
                    <a:pt x="409" y="259"/>
                  </a:cubicBezTo>
                  <a:cubicBezTo>
                    <a:pt x="406" y="256"/>
                    <a:pt x="404" y="255"/>
                    <a:pt x="406" y="252"/>
                  </a:cubicBezTo>
                  <a:cubicBezTo>
                    <a:pt x="406" y="252"/>
                    <a:pt x="406" y="252"/>
                    <a:pt x="406" y="252"/>
                  </a:cubicBezTo>
                  <a:cubicBezTo>
                    <a:pt x="407" y="250"/>
                    <a:pt x="408" y="250"/>
                    <a:pt x="409" y="250"/>
                  </a:cubicBezTo>
                  <a:cubicBezTo>
                    <a:pt x="410" y="249"/>
                    <a:pt x="411" y="249"/>
                    <a:pt x="412" y="248"/>
                  </a:cubicBezTo>
                  <a:cubicBezTo>
                    <a:pt x="413" y="247"/>
                    <a:pt x="413" y="246"/>
                    <a:pt x="413" y="246"/>
                  </a:cubicBezTo>
                  <a:cubicBezTo>
                    <a:pt x="414" y="245"/>
                    <a:pt x="414" y="244"/>
                    <a:pt x="416" y="243"/>
                  </a:cubicBezTo>
                  <a:cubicBezTo>
                    <a:pt x="417" y="243"/>
                    <a:pt x="419" y="243"/>
                    <a:pt x="421" y="243"/>
                  </a:cubicBezTo>
                  <a:cubicBezTo>
                    <a:pt x="422" y="243"/>
                    <a:pt x="423" y="243"/>
                    <a:pt x="424" y="242"/>
                  </a:cubicBezTo>
                  <a:cubicBezTo>
                    <a:pt x="424" y="242"/>
                    <a:pt x="424" y="242"/>
                    <a:pt x="424" y="242"/>
                  </a:cubicBezTo>
                  <a:cubicBezTo>
                    <a:pt x="424" y="242"/>
                    <a:pt x="424" y="242"/>
                    <a:pt x="424" y="242"/>
                  </a:cubicBezTo>
                  <a:cubicBezTo>
                    <a:pt x="424" y="242"/>
                    <a:pt x="424" y="242"/>
                    <a:pt x="424" y="242"/>
                  </a:cubicBezTo>
                  <a:cubicBezTo>
                    <a:pt x="424" y="242"/>
                    <a:pt x="424" y="242"/>
                    <a:pt x="424" y="242"/>
                  </a:cubicBezTo>
                  <a:cubicBezTo>
                    <a:pt x="424" y="241"/>
                    <a:pt x="424" y="241"/>
                    <a:pt x="424" y="241"/>
                  </a:cubicBezTo>
                  <a:cubicBezTo>
                    <a:pt x="423" y="241"/>
                    <a:pt x="423" y="240"/>
                    <a:pt x="423" y="240"/>
                  </a:cubicBezTo>
                  <a:cubicBezTo>
                    <a:pt x="422" y="239"/>
                    <a:pt x="421" y="239"/>
                    <a:pt x="420" y="238"/>
                  </a:cubicBezTo>
                  <a:cubicBezTo>
                    <a:pt x="420" y="238"/>
                    <a:pt x="420" y="238"/>
                    <a:pt x="420" y="238"/>
                  </a:cubicBezTo>
                  <a:cubicBezTo>
                    <a:pt x="420" y="238"/>
                    <a:pt x="420" y="238"/>
                    <a:pt x="419" y="238"/>
                  </a:cubicBezTo>
                  <a:cubicBezTo>
                    <a:pt x="417" y="238"/>
                    <a:pt x="415" y="238"/>
                    <a:pt x="414" y="236"/>
                  </a:cubicBezTo>
                  <a:cubicBezTo>
                    <a:pt x="413" y="235"/>
                    <a:pt x="413" y="234"/>
                    <a:pt x="413" y="233"/>
                  </a:cubicBezTo>
                  <a:cubicBezTo>
                    <a:pt x="412" y="232"/>
                    <a:pt x="412" y="232"/>
                    <a:pt x="410" y="231"/>
                  </a:cubicBezTo>
                  <a:cubicBezTo>
                    <a:pt x="410" y="231"/>
                    <a:pt x="410" y="231"/>
                    <a:pt x="410" y="231"/>
                  </a:cubicBezTo>
                  <a:cubicBezTo>
                    <a:pt x="410" y="231"/>
                    <a:pt x="410" y="231"/>
                    <a:pt x="410" y="231"/>
                  </a:cubicBezTo>
                  <a:cubicBezTo>
                    <a:pt x="410" y="231"/>
                    <a:pt x="410" y="231"/>
                    <a:pt x="410" y="231"/>
                  </a:cubicBezTo>
                  <a:cubicBezTo>
                    <a:pt x="409" y="230"/>
                    <a:pt x="408" y="229"/>
                    <a:pt x="407" y="228"/>
                  </a:cubicBezTo>
                  <a:cubicBezTo>
                    <a:pt x="407" y="227"/>
                    <a:pt x="407" y="226"/>
                    <a:pt x="407" y="225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08" y="224"/>
                    <a:pt x="408" y="223"/>
                    <a:pt x="409" y="223"/>
                  </a:cubicBezTo>
                  <a:cubicBezTo>
                    <a:pt x="409" y="222"/>
                    <a:pt x="410" y="221"/>
                    <a:pt x="411" y="221"/>
                  </a:cubicBezTo>
                  <a:cubicBezTo>
                    <a:pt x="411" y="221"/>
                    <a:pt x="411" y="221"/>
                    <a:pt x="411" y="221"/>
                  </a:cubicBezTo>
                  <a:cubicBezTo>
                    <a:pt x="412" y="220"/>
                    <a:pt x="413" y="219"/>
                    <a:pt x="413" y="218"/>
                  </a:cubicBezTo>
                  <a:cubicBezTo>
                    <a:pt x="413" y="218"/>
                    <a:pt x="413" y="218"/>
                    <a:pt x="413" y="218"/>
                  </a:cubicBezTo>
                  <a:cubicBezTo>
                    <a:pt x="413" y="217"/>
                    <a:pt x="414" y="215"/>
                    <a:pt x="416" y="215"/>
                  </a:cubicBezTo>
                  <a:cubicBezTo>
                    <a:pt x="418" y="215"/>
                    <a:pt x="419" y="216"/>
                    <a:pt x="421" y="217"/>
                  </a:cubicBezTo>
                  <a:cubicBezTo>
                    <a:pt x="422" y="218"/>
                    <a:pt x="423" y="219"/>
                    <a:pt x="423" y="219"/>
                  </a:cubicBezTo>
                  <a:cubicBezTo>
                    <a:pt x="424" y="219"/>
                    <a:pt x="424" y="219"/>
                    <a:pt x="424" y="219"/>
                  </a:cubicBezTo>
                  <a:cubicBezTo>
                    <a:pt x="424" y="218"/>
                    <a:pt x="424" y="218"/>
                    <a:pt x="424" y="218"/>
                  </a:cubicBezTo>
                  <a:cubicBezTo>
                    <a:pt x="424" y="218"/>
                    <a:pt x="424" y="218"/>
                    <a:pt x="424" y="218"/>
                  </a:cubicBezTo>
                  <a:cubicBezTo>
                    <a:pt x="424" y="218"/>
                    <a:pt x="424" y="218"/>
                    <a:pt x="424" y="218"/>
                  </a:cubicBezTo>
                  <a:cubicBezTo>
                    <a:pt x="424" y="218"/>
                    <a:pt x="425" y="218"/>
                    <a:pt x="425" y="218"/>
                  </a:cubicBezTo>
                  <a:cubicBezTo>
                    <a:pt x="425" y="218"/>
                    <a:pt x="425" y="218"/>
                    <a:pt x="425" y="218"/>
                  </a:cubicBezTo>
                  <a:cubicBezTo>
                    <a:pt x="425" y="217"/>
                    <a:pt x="426" y="217"/>
                    <a:pt x="427" y="217"/>
                  </a:cubicBezTo>
                  <a:cubicBezTo>
                    <a:pt x="428" y="217"/>
                    <a:pt x="429" y="217"/>
                    <a:pt x="429" y="218"/>
                  </a:cubicBezTo>
                  <a:cubicBezTo>
                    <a:pt x="429" y="218"/>
                    <a:pt x="429" y="218"/>
                    <a:pt x="429" y="218"/>
                  </a:cubicBezTo>
                  <a:cubicBezTo>
                    <a:pt x="430" y="218"/>
                    <a:pt x="430" y="218"/>
                    <a:pt x="430" y="218"/>
                  </a:cubicBezTo>
                  <a:cubicBezTo>
                    <a:pt x="430" y="219"/>
                    <a:pt x="430" y="220"/>
                    <a:pt x="431" y="220"/>
                  </a:cubicBezTo>
                  <a:cubicBezTo>
                    <a:pt x="431" y="220"/>
                    <a:pt x="431" y="220"/>
                    <a:pt x="431" y="220"/>
                  </a:cubicBezTo>
                  <a:cubicBezTo>
                    <a:pt x="431" y="221"/>
                    <a:pt x="431" y="221"/>
                    <a:pt x="432" y="222"/>
                  </a:cubicBezTo>
                  <a:cubicBezTo>
                    <a:pt x="433" y="223"/>
                    <a:pt x="433" y="223"/>
                    <a:pt x="434" y="224"/>
                  </a:cubicBezTo>
                  <a:cubicBezTo>
                    <a:pt x="434" y="224"/>
                    <a:pt x="435" y="224"/>
                    <a:pt x="435" y="224"/>
                  </a:cubicBezTo>
                  <a:cubicBezTo>
                    <a:pt x="436" y="224"/>
                    <a:pt x="437" y="223"/>
                    <a:pt x="437" y="222"/>
                  </a:cubicBezTo>
                  <a:cubicBezTo>
                    <a:pt x="438" y="222"/>
                    <a:pt x="438" y="221"/>
                    <a:pt x="438" y="221"/>
                  </a:cubicBezTo>
                  <a:cubicBezTo>
                    <a:pt x="438" y="221"/>
                    <a:pt x="439" y="221"/>
                    <a:pt x="439" y="221"/>
                  </a:cubicBezTo>
                  <a:cubicBezTo>
                    <a:pt x="439" y="221"/>
                    <a:pt x="440" y="220"/>
                    <a:pt x="441" y="221"/>
                  </a:cubicBezTo>
                  <a:cubicBezTo>
                    <a:pt x="442" y="221"/>
                    <a:pt x="443" y="221"/>
                    <a:pt x="443" y="222"/>
                  </a:cubicBezTo>
                  <a:cubicBezTo>
                    <a:pt x="443" y="222"/>
                    <a:pt x="443" y="222"/>
                    <a:pt x="443" y="222"/>
                  </a:cubicBezTo>
                  <a:cubicBezTo>
                    <a:pt x="443" y="222"/>
                    <a:pt x="443" y="222"/>
                    <a:pt x="443" y="223"/>
                  </a:cubicBezTo>
                  <a:cubicBezTo>
                    <a:pt x="443" y="223"/>
                    <a:pt x="443" y="223"/>
                    <a:pt x="443" y="223"/>
                  </a:cubicBezTo>
                  <a:cubicBezTo>
                    <a:pt x="444" y="224"/>
                    <a:pt x="444" y="224"/>
                    <a:pt x="444" y="226"/>
                  </a:cubicBezTo>
                  <a:cubicBezTo>
                    <a:pt x="444" y="226"/>
                    <a:pt x="444" y="227"/>
                    <a:pt x="444" y="228"/>
                  </a:cubicBezTo>
                  <a:cubicBezTo>
                    <a:pt x="444" y="229"/>
                    <a:pt x="444" y="231"/>
                    <a:pt x="443" y="233"/>
                  </a:cubicBezTo>
                  <a:cubicBezTo>
                    <a:pt x="443" y="235"/>
                    <a:pt x="443" y="237"/>
                    <a:pt x="443" y="238"/>
                  </a:cubicBezTo>
                  <a:cubicBezTo>
                    <a:pt x="443" y="239"/>
                    <a:pt x="443" y="239"/>
                    <a:pt x="444" y="240"/>
                  </a:cubicBezTo>
                  <a:cubicBezTo>
                    <a:pt x="444" y="240"/>
                    <a:pt x="445" y="241"/>
                    <a:pt x="446" y="241"/>
                  </a:cubicBezTo>
                  <a:cubicBezTo>
                    <a:pt x="446" y="241"/>
                    <a:pt x="447" y="241"/>
                    <a:pt x="448" y="242"/>
                  </a:cubicBezTo>
                  <a:cubicBezTo>
                    <a:pt x="449" y="242"/>
                    <a:pt x="450" y="242"/>
                    <a:pt x="453" y="242"/>
                  </a:cubicBezTo>
                  <a:cubicBezTo>
                    <a:pt x="454" y="242"/>
                    <a:pt x="455" y="243"/>
                    <a:pt x="456" y="243"/>
                  </a:cubicBezTo>
                  <a:cubicBezTo>
                    <a:pt x="459" y="243"/>
                    <a:pt x="461" y="244"/>
                    <a:pt x="465" y="243"/>
                  </a:cubicBezTo>
                  <a:cubicBezTo>
                    <a:pt x="467" y="243"/>
                    <a:pt x="469" y="243"/>
                    <a:pt x="470" y="243"/>
                  </a:cubicBezTo>
                  <a:cubicBezTo>
                    <a:pt x="472" y="243"/>
                    <a:pt x="472" y="243"/>
                    <a:pt x="473" y="243"/>
                  </a:cubicBezTo>
                  <a:cubicBezTo>
                    <a:pt x="474" y="243"/>
                    <a:pt x="475" y="243"/>
                    <a:pt x="475" y="243"/>
                  </a:cubicBezTo>
                  <a:cubicBezTo>
                    <a:pt x="476" y="243"/>
                    <a:pt x="477" y="244"/>
                    <a:pt x="479" y="244"/>
                  </a:cubicBezTo>
                  <a:cubicBezTo>
                    <a:pt x="481" y="243"/>
                    <a:pt x="481" y="243"/>
                    <a:pt x="482" y="243"/>
                  </a:cubicBezTo>
                  <a:cubicBezTo>
                    <a:pt x="483" y="243"/>
                    <a:pt x="484" y="242"/>
                    <a:pt x="486" y="243"/>
                  </a:cubicBezTo>
                  <a:cubicBezTo>
                    <a:pt x="491" y="243"/>
                    <a:pt x="493" y="244"/>
                    <a:pt x="494" y="246"/>
                  </a:cubicBezTo>
                  <a:cubicBezTo>
                    <a:pt x="495" y="246"/>
                    <a:pt x="495" y="246"/>
                    <a:pt x="495" y="246"/>
                  </a:cubicBezTo>
                  <a:cubicBezTo>
                    <a:pt x="495" y="246"/>
                    <a:pt x="495" y="246"/>
                    <a:pt x="495" y="246"/>
                  </a:cubicBezTo>
                  <a:cubicBezTo>
                    <a:pt x="495" y="246"/>
                    <a:pt x="495" y="246"/>
                    <a:pt x="495" y="246"/>
                  </a:cubicBezTo>
                  <a:cubicBezTo>
                    <a:pt x="497" y="248"/>
                    <a:pt x="498" y="248"/>
                    <a:pt x="497" y="251"/>
                  </a:cubicBezTo>
                  <a:cubicBezTo>
                    <a:pt x="497" y="253"/>
                    <a:pt x="496" y="253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4" y="254"/>
                    <a:pt x="494" y="254"/>
                    <a:pt x="494" y="254"/>
                  </a:cubicBezTo>
                  <a:cubicBezTo>
                    <a:pt x="493" y="255"/>
                    <a:pt x="493" y="255"/>
                    <a:pt x="493" y="256"/>
                  </a:cubicBezTo>
                  <a:cubicBezTo>
                    <a:pt x="493" y="256"/>
                    <a:pt x="492" y="257"/>
                    <a:pt x="492" y="257"/>
                  </a:cubicBezTo>
                  <a:cubicBezTo>
                    <a:pt x="492" y="259"/>
                    <a:pt x="491" y="260"/>
                    <a:pt x="490" y="261"/>
                  </a:cubicBezTo>
                  <a:cubicBezTo>
                    <a:pt x="489" y="261"/>
                    <a:pt x="489" y="262"/>
                    <a:pt x="488" y="262"/>
                  </a:cubicBezTo>
                  <a:cubicBezTo>
                    <a:pt x="487" y="264"/>
                    <a:pt x="487" y="264"/>
                    <a:pt x="486" y="264"/>
                  </a:cubicBezTo>
                  <a:cubicBezTo>
                    <a:pt x="486" y="265"/>
                    <a:pt x="486" y="265"/>
                    <a:pt x="485" y="266"/>
                  </a:cubicBezTo>
                  <a:cubicBezTo>
                    <a:pt x="484" y="268"/>
                    <a:pt x="482" y="268"/>
                    <a:pt x="481" y="268"/>
                  </a:cubicBezTo>
                  <a:cubicBezTo>
                    <a:pt x="480" y="268"/>
                    <a:pt x="480" y="268"/>
                    <a:pt x="480" y="268"/>
                  </a:cubicBezTo>
                  <a:cubicBezTo>
                    <a:pt x="479" y="268"/>
                    <a:pt x="478" y="268"/>
                    <a:pt x="477" y="268"/>
                  </a:cubicBezTo>
                  <a:cubicBezTo>
                    <a:pt x="477" y="268"/>
                    <a:pt x="476" y="269"/>
                    <a:pt x="475" y="269"/>
                  </a:cubicBezTo>
                  <a:cubicBezTo>
                    <a:pt x="475" y="269"/>
                    <a:pt x="475" y="269"/>
                    <a:pt x="475" y="269"/>
                  </a:cubicBezTo>
                  <a:cubicBezTo>
                    <a:pt x="475" y="269"/>
                    <a:pt x="475" y="269"/>
                    <a:pt x="475" y="269"/>
                  </a:cubicBezTo>
                  <a:cubicBezTo>
                    <a:pt x="473" y="271"/>
                    <a:pt x="473" y="271"/>
                    <a:pt x="472" y="274"/>
                  </a:cubicBezTo>
                  <a:cubicBezTo>
                    <a:pt x="472" y="275"/>
                    <a:pt x="472" y="277"/>
                    <a:pt x="472" y="278"/>
                  </a:cubicBezTo>
                  <a:cubicBezTo>
                    <a:pt x="472" y="279"/>
                    <a:pt x="472" y="280"/>
                    <a:pt x="473" y="281"/>
                  </a:cubicBezTo>
                  <a:cubicBezTo>
                    <a:pt x="473" y="282"/>
                    <a:pt x="473" y="282"/>
                    <a:pt x="474" y="283"/>
                  </a:cubicBezTo>
                  <a:cubicBezTo>
                    <a:pt x="474" y="285"/>
                    <a:pt x="476" y="287"/>
                    <a:pt x="477" y="288"/>
                  </a:cubicBezTo>
                  <a:cubicBezTo>
                    <a:pt x="478" y="288"/>
                    <a:pt x="479" y="289"/>
                    <a:pt x="480" y="289"/>
                  </a:cubicBezTo>
                  <a:cubicBezTo>
                    <a:pt x="481" y="290"/>
                    <a:pt x="481" y="290"/>
                    <a:pt x="481" y="290"/>
                  </a:cubicBezTo>
                  <a:cubicBezTo>
                    <a:pt x="482" y="289"/>
                    <a:pt x="482" y="288"/>
                    <a:pt x="483" y="287"/>
                  </a:cubicBezTo>
                  <a:cubicBezTo>
                    <a:pt x="483" y="286"/>
                    <a:pt x="483" y="286"/>
                    <a:pt x="484" y="285"/>
                  </a:cubicBezTo>
                  <a:cubicBezTo>
                    <a:pt x="484" y="283"/>
                    <a:pt x="485" y="281"/>
                    <a:pt x="485" y="279"/>
                  </a:cubicBezTo>
                  <a:cubicBezTo>
                    <a:pt x="486" y="278"/>
                    <a:pt x="486" y="277"/>
                    <a:pt x="486" y="276"/>
                  </a:cubicBezTo>
                  <a:cubicBezTo>
                    <a:pt x="486" y="276"/>
                    <a:pt x="487" y="275"/>
                    <a:pt x="488" y="274"/>
                  </a:cubicBezTo>
                  <a:cubicBezTo>
                    <a:pt x="488" y="274"/>
                    <a:pt x="488" y="274"/>
                    <a:pt x="488" y="274"/>
                  </a:cubicBezTo>
                  <a:cubicBezTo>
                    <a:pt x="488" y="274"/>
                    <a:pt x="489" y="274"/>
                    <a:pt x="491" y="274"/>
                  </a:cubicBezTo>
                  <a:cubicBezTo>
                    <a:pt x="492" y="274"/>
                    <a:pt x="493" y="275"/>
                    <a:pt x="494" y="276"/>
                  </a:cubicBezTo>
                  <a:cubicBezTo>
                    <a:pt x="495" y="277"/>
                    <a:pt x="495" y="278"/>
                    <a:pt x="495" y="280"/>
                  </a:cubicBezTo>
                  <a:cubicBezTo>
                    <a:pt x="495" y="281"/>
                    <a:pt x="495" y="282"/>
                    <a:pt x="495" y="284"/>
                  </a:cubicBezTo>
                  <a:cubicBezTo>
                    <a:pt x="496" y="285"/>
                    <a:pt x="496" y="286"/>
                    <a:pt x="496" y="288"/>
                  </a:cubicBezTo>
                  <a:cubicBezTo>
                    <a:pt x="497" y="290"/>
                    <a:pt x="497" y="291"/>
                    <a:pt x="497" y="292"/>
                  </a:cubicBezTo>
                  <a:cubicBezTo>
                    <a:pt x="497" y="293"/>
                    <a:pt x="498" y="295"/>
                    <a:pt x="499" y="298"/>
                  </a:cubicBezTo>
                  <a:cubicBezTo>
                    <a:pt x="500" y="301"/>
                    <a:pt x="501" y="302"/>
                    <a:pt x="501" y="304"/>
                  </a:cubicBezTo>
                  <a:cubicBezTo>
                    <a:pt x="501" y="306"/>
                    <a:pt x="501" y="307"/>
                    <a:pt x="501" y="309"/>
                  </a:cubicBezTo>
                  <a:cubicBezTo>
                    <a:pt x="501" y="309"/>
                    <a:pt x="501" y="309"/>
                    <a:pt x="501" y="309"/>
                  </a:cubicBezTo>
                  <a:cubicBezTo>
                    <a:pt x="502" y="309"/>
                    <a:pt x="503" y="309"/>
                    <a:pt x="505" y="310"/>
                  </a:cubicBezTo>
                  <a:cubicBezTo>
                    <a:pt x="505" y="310"/>
                    <a:pt x="505" y="310"/>
                    <a:pt x="505" y="310"/>
                  </a:cubicBezTo>
                  <a:cubicBezTo>
                    <a:pt x="506" y="310"/>
                    <a:pt x="507" y="311"/>
                    <a:pt x="508" y="311"/>
                  </a:cubicBezTo>
                  <a:cubicBezTo>
                    <a:pt x="508" y="311"/>
                    <a:pt x="508" y="311"/>
                    <a:pt x="509" y="310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0" y="307"/>
                    <a:pt x="510" y="306"/>
                    <a:pt x="510" y="305"/>
                  </a:cubicBezTo>
                  <a:cubicBezTo>
                    <a:pt x="510" y="305"/>
                    <a:pt x="510" y="305"/>
                    <a:pt x="510" y="305"/>
                  </a:cubicBezTo>
                  <a:cubicBezTo>
                    <a:pt x="510" y="305"/>
                    <a:pt x="510" y="305"/>
                    <a:pt x="510" y="305"/>
                  </a:cubicBezTo>
                  <a:cubicBezTo>
                    <a:pt x="509" y="302"/>
                    <a:pt x="508" y="299"/>
                    <a:pt x="508" y="296"/>
                  </a:cubicBezTo>
                  <a:cubicBezTo>
                    <a:pt x="509" y="294"/>
                    <a:pt x="509" y="293"/>
                    <a:pt x="510" y="292"/>
                  </a:cubicBezTo>
                  <a:cubicBezTo>
                    <a:pt x="511" y="291"/>
                    <a:pt x="512" y="291"/>
                    <a:pt x="513" y="290"/>
                  </a:cubicBezTo>
                  <a:cubicBezTo>
                    <a:pt x="513" y="290"/>
                    <a:pt x="514" y="290"/>
                    <a:pt x="514" y="290"/>
                  </a:cubicBezTo>
                  <a:cubicBezTo>
                    <a:pt x="514" y="290"/>
                    <a:pt x="514" y="289"/>
                    <a:pt x="514" y="288"/>
                  </a:cubicBezTo>
                  <a:cubicBezTo>
                    <a:pt x="514" y="288"/>
                    <a:pt x="514" y="286"/>
                    <a:pt x="514" y="284"/>
                  </a:cubicBezTo>
                  <a:cubicBezTo>
                    <a:pt x="514" y="282"/>
                    <a:pt x="514" y="279"/>
                    <a:pt x="514" y="277"/>
                  </a:cubicBezTo>
                  <a:cubicBezTo>
                    <a:pt x="515" y="276"/>
                    <a:pt x="514" y="275"/>
                    <a:pt x="514" y="274"/>
                  </a:cubicBezTo>
                  <a:cubicBezTo>
                    <a:pt x="514" y="272"/>
                    <a:pt x="514" y="271"/>
                    <a:pt x="515" y="270"/>
                  </a:cubicBezTo>
                  <a:cubicBezTo>
                    <a:pt x="515" y="270"/>
                    <a:pt x="515" y="270"/>
                    <a:pt x="515" y="269"/>
                  </a:cubicBezTo>
                  <a:cubicBezTo>
                    <a:pt x="515" y="269"/>
                    <a:pt x="515" y="269"/>
                    <a:pt x="515" y="269"/>
                  </a:cubicBezTo>
                  <a:cubicBezTo>
                    <a:pt x="515" y="268"/>
                    <a:pt x="516" y="268"/>
                    <a:pt x="518" y="268"/>
                  </a:cubicBezTo>
                  <a:cubicBezTo>
                    <a:pt x="519" y="268"/>
                    <a:pt x="520" y="268"/>
                    <a:pt x="520" y="268"/>
                  </a:cubicBezTo>
                  <a:cubicBezTo>
                    <a:pt x="520" y="269"/>
                    <a:pt x="521" y="269"/>
                    <a:pt x="521" y="269"/>
                  </a:cubicBezTo>
                  <a:cubicBezTo>
                    <a:pt x="521" y="269"/>
                    <a:pt x="522" y="269"/>
                    <a:pt x="522" y="269"/>
                  </a:cubicBezTo>
                  <a:cubicBezTo>
                    <a:pt x="524" y="269"/>
                    <a:pt x="526" y="270"/>
                    <a:pt x="527" y="271"/>
                  </a:cubicBezTo>
                  <a:cubicBezTo>
                    <a:pt x="528" y="271"/>
                    <a:pt x="529" y="272"/>
                    <a:pt x="530" y="272"/>
                  </a:cubicBezTo>
                  <a:cubicBezTo>
                    <a:pt x="530" y="272"/>
                    <a:pt x="530" y="272"/>
                    <a:pt x="531" y="272"/>
                  </a:cubicBezTo>
                  <a:cubicBezTo>
                    <a:pt x="531" y="271"/>
                    <a:pt x="531" y="271"/>
                    <a:pt x="532" y="270"/>
                  </a:cubicBezTo>
                  <a:cubicBezTo>
                    <a:pt x="532" y="268"/>
                    <a:pt x="533" y="267"/>
                    <a:pt x="533" y="265"/>
                  </a:cubicBezTo>
                  <a:cubicBezTo>
                    <a:pt x="534" y="263"/>
                    <a:pt x="536" y="259"/>
                    <a:pt x="538" y="256"/>
                  </a:cubicBezTo>
                  <a:cubicBezTo>
                    <a:pt x="538" y="255"/>
                    <a:pt x="538" y="255"/>
                    <a:pt x="538" y="255"/>
                  </a:cubicBezTo>
                  <a:cubicBezTo>
                    <a:pt x="538" y="255"/>
                    <a:pt x="538" y="255"/>
                    <a:pt x="538" y="255"/>
                  </a:cubicBezTo>
                  <a:cubicBezTo>
                    <a:pt x="539" y="254"/>
                    <a:pt x="540" y="252"/>
                    <a:pt x="541" y="250"/>
                  </a:cubicBezTo>
                  <a:cubicBezTo>
                    <a:pt x="541" y="248"/>
                    <a:pt x="542" y="247"/>
                    <a:pt x="542" y="246"/>
                  </a:cubicBezTo>
                  <a:cubicBezTo>
                    <a:pt x="542" y="245"/>
                    <a:pt x="541" y="244"/>
                    <a:pt x="541" y="243"/>
                  </a:cubicBezTo>
                  <a:cubicBezTo>
                    <a:pt x="541" y="242"/>
                    <a:pt x="541" y="240"/>
                    <a:pt x="541" y="239"/>
                  </a:cubicBezTo>
                  <a:cubicBezTo>
                    <a:pt x="542" y="238"/>
                    <a:pt x="542" y="237"/>
                    <a:pt x="543" y="236"/>
                  </a:cubicBezTo>
                  <a:cubicBezTo>
                    <a:pt x="543" y="235"/>
                    <a:pt x="544" y="234"/>
                    <a:pt x="545" y="234"/>
                  </a:cubicBezTo>
                  <a:cubicBezTo>
                    <a:pt x="546" y="233"/>
                    <a:pt x="547" y="232"/>
                    <a:pt x="548" y="231"/>
                  </a:cubicBezTo>
                  <a:cubicBezTo>
                    <a:pt x="549" y="229"/>
                    <a:pt x="549" y="228"/>
                    <a:pt x="549" y="228"/>
                  </a:cubicBezTo>
                  <a:cubicBezTo>
                    <a:pt x="549" y="228"/>
                    <a:pt x="550" y="227"/>
                    <a:pt x="550" y="227"/>
                  </a:cubicBezTo>
                  <a:cubicBezTo>
                    <a:pt x="550" y="226"/>
                    <a:pt x="551" y="226"/>
                    <a:pt x="551" y="224"/>
                  </a:cubicBezTo>
                  <a:cubicBezTo>
                    <a:pt x="551" y="222"/>
                    <a:pt x="551" y="221"/>
                    <a:pt x="551" y="220"/>
                  </a:cubicBezTo>
                  <a:cubicBezTo>
                    <a:pt x="550" y="218"/>
                    <a:pt x="550" y="217"/>
                    <a:pt x="550" y="216"/>
                  </a:cubicBezTo>
                  <a:cubicBezTo>
                    <a:pt x="551" y="214"/>
                    <a:pt x="551" y="213"/>
                    <a:pt x="552" y="212"/>
                  </a:cubicBezTo>
                  <a:cubicBezTo>
                    <a:pt x="553" y="211"/>
                    <a:pt x="555" y="210"/>
                    <a:pt x="556" y="209"/>
                  </a:cubicBezTo>
                  <a:cubicBezTo>
                    <a:pt x="557" y="209"/>
                    <a:pt x="558" y="208"/>
                    <a:pt x="559" y="208"/>
                  </a:cubicBezTo>
                  <a:cubicBezTo>
                    <a:pt x="560" y="207"/>
                    <a:pt x="561" y="206"/>
                    <a:pt x="563" y="205"/>
                  </a:cubicBezTo>
                  <a:cubicBezTo>
                    <a:pt x="564" y="204"/>
                    <a:pt x="566" y="203"/>
                    <a:pt x="567" y="202"/>
                  </a:cubicBezTo>
                  <a:cubicBezTo>
                    <a:pt x="569" y="201"/>
                    <a:pt x="570" y="199"/>
                    <a:pt x="572" y="199"/>
                  </a:cubicBezTo>
                  <a:cubicBezTo>
                    <a:pt x="573" y="198"/>
                    <a:pt x="575" y="197"/>
                    <a:pt x="576" y="197"/>
                  </a:cubicBezTo>
                  <a:cubicBezTo>
                    <a:pt x="578" y="196"/>
                    <a:pt x="579" y="196"/>
                    <a:pt x="580" y="196"/>
                  </a:cubicBezTo>
                  <a:cubicBezTo>
                    <a:pt x="581" y="196"/>
                    <a:pt x="583" y="196"/>
                    <a:pt x="584" y="196"/>
                  </a:cubicBezTo>
                  <a:cubicBezTo>
                    <a:pt x="585" y="197"/>
                    <a:pt x="587" y="197"/>
                    <a:pt x="588" y="199"/>
                  </a:cubicBezTo>
                  <a:cubicBezTo>
                    <a:pt x="590" y="200"/>
                    <a:pt x="591" y="201"/>
                    <a:pt x="591" y="201"/>
                  </a:cubicBezTo>
                  <a:cubicBezTo>
                    <a:pt x="591" y="201"/>
                    <a:pt x="591" y="201"/>
                    <a:pt x="591" y="201"/>
                  </a:cubicBezTo>
                  <a:cubicBezTo>
                    <a:pt x="592" y="201"/>
                    <a:pt x="591" y="199"/>
                    <a:pt x="591" y="198"/>
                  </a:cubicBezTo>
                  <a:cubicBezTo>
                    <a:pt x="591" y="198"/>
                    <a:pt x="591" y="198"/>
                    <a:pt x="591" y="198"/>
                  </a:cubicBezTo>
                  <a:cubicBezTo>
                    <a:pt x="590" y="197"/>
                    <a:pt x="590" y="197"/>
                    <a:pt x="590" y="196"/>
                  </a:cubicBezTo>
                  <a:cubicBezTo>
                    <a:pt x="589" y="194"/>
                    <a:pt x="588" y="193"/>
                    <a:pt x="588" y="191"/>
                  </a:cubicBezTo>
                  <a:cubicBezTo>
                    <a:pt x="588" y="191"/>
                    <a:pt x="588" y="189"/>
                    <a:pt x="589" y="188"/>
                  </a:cubicBezTo>
                  <a:cubicBezTo>
                    <a:pt x="589" y="187"/>
                    <a:pt x="590" y="186"/>
                    <a:pt x="591" y="185"/>
                  </a:cubicBezTo>
                  <a:cubicBezTo>
                    <a:pt x="592" y="184"/>
                    <a:pt x="593" y="184"/>
                    <a:pt x="593" y="183"/>
                  </a:cubicBezTo>
                  <a:cubicBezTo>
                    <a:pt x="594" y="183"/>
                    <a:pt x="595" y="182"/>
                    <a:pt x="595" y="181"/>
                  </a:cubicBezTo>
                  <a:cubicBezTo>
                    <a:pt x="596" y="180"/>
                    <a:pt x="596" y="180"/>
                    <a:pt x="596" y="179"/>
                  </a:cubicBezTo>
                  <a:cubicBezTo>
                    <a:pt x="596" y="179"/>
                    <a:pt x="596" y="179"/>
                    <a:pt x="596" y="179"/>
                  </a:cubicBezTo>
                  <a:cubicBezTo>
                    <a:pt x="596" y="179"/>
                    <a:pt x="596" y="178"/>
                    <a:pt x="596" y="177"/>
                  </a:cubicBezTo>
                  <a:cubicBezTo>
                    <a:pt x="595" y="176"/>
                    <a:pt x="592" y="174"/>
                    <a:pt x="591" y="174"/>
                  </a:cubicBezTo>
                  <a:cubicBezTo>
                    <a:pt x="591" y="174"/>
                    <a:pt x="590" y="174"/>
                    <a:pt x="589" y="174"/>
                  </a:cubicBezTo>
                  <a:cubicBezTo>
                    <a:pt x="588" y="174"/>
                    <a:pt x="587" y="174"/>
                    <a:pt x="586" y="174"/>
                  </a:cubicBezTo>
                  <a:cubicBezTo>
                    <a:pt x="585" y="174"/>
                    <a:pt x="584" y="174"/>
                    <a:pt x="583" y="174"/>
                  </a:cubicBezTo>
                  <a:cubicBezTo>
                    <a:pt x="581" y="174"/>
                    <a:pt x="580" y="174"/>
                    <a:pt x="579" y="174"/>
                  </a:cubicBezTo>
                  <a:cubicBezTo>
                    <a:pt x="577" y="174"/>
                    <a:pt x="576" y="173"/>
                    <a:pt x="576" y="171"/>
                  </a:cubicBezTo>
                  <a:cubicBezTo>
                    <a:pt x="576" y="171"/>
                    <a:pt x="576" y="170"/>
                    <a:pt x="576" y="170"/>
                  </a:cubicBezTo>
                  <a:cubicBezTo>
                    <a:pt x="576" y="170"/>
                    <a:pt x="576" y="169"/>
                    <a:pt x="577" y="169"/>
                  </a:cubicBezTo>
                  <a:cubicBezTo>
                    <a:pt x="577" y="167"/>
                    <a:pt x="579" y="166"/>
                    <a:pt x="581" y="164"/>
                  </a:cubicBezTo>
                  <a:cubicBezTo>
                    <a:pt x="581" y="164"/>
                    <a:pt x="581" y="164"/>
                    <a:pt x="582" y="164"/>
                  </a:cubicBezTo>
                  <a:cubicBezTo>
                    <a:pt x="582" y="163"/>
                    <a:pt x="582" y="163"/>
                    <a:pt x="581" y="163"/>
                  </a:cubicBezTo>
                  <a:cubicBezTo>
                    <a:pt x="581" y="162"/>
                    <a:pt x="581" y="162"/>
                    <a:pt x="581" y="161"/>
                  </a:cubicBezTo>
                  <a:cubicBezTo>
                    <a:pt x="580" y="161"/>
                    <a:pt x="580" y="161"/>
                    <a:pt x="579" y="161"/>
                  </a:cubicBezTo>
                  <a:cubicBezTo>
                    <a:pt x="579" y="161"/>
                    <a:pt x="578" y="161"/>
                    <a:pt x="577" y="162"/>
                  </a:cubicBezTo>
                  <a:cubicBezTo>
                    <a:pt x="576" y="162"/>
                    <a:pt x="575" y="163"/>
                    <a:pt x="573" y="163"/>
                  </a:cubicBezTo>
                  <a:cubicBezTo>
                    <a:pt x="571" y="162"/>
                    <a:pt x="571" y="160"/>
                    <a:pt x="571" y="158"/>
                  </a:cubicBezTo>
                  <a:cubicBezTo>
                    <a:pt x="571" y="158"/>
                    <a:pt x="571" y="158"/>
                    <a:pt x="571" y="157"/>
                  </a:cubicBezTo>
                  <a:cubicBezTo>
                    <a:pt x="571" y="156"/>
                    <a:pt x="572" y="155"/>
                    <a:pt x="574" y="154"/>
                  </a:cubicBezTo>
                  <a:cubicBezTo>
                    <a:pt x="574" y="153"/>
                    <a:pt x="575" y="153"/>
                    <a:pt x="575" y="152"/>
                  </a:cubicBezTo>
                  <a:cubicBezTo>
                    <a:pt x="575" y="152"/>
                    <a:pt x="574" y="151"/>
                    <a:pt x="573" y="151"/>
                  </a:cubicBezTo>
                  <a:cubicBezTo>
                    <a:pt x="573" y="150"/>
                    <a:pt x="572" y="150"/>
                    <a:pt x="571" y="151"/>
                  </a:cubicBezTo>
                  <a:cubicBezTo>
                    <a:pt x="570" y="151"/>
                    <a:pt x="569" y="152"/>
                    <a:pt x="567" y="154"/>
                  </a:cubicBezTo>
                  <a:cubicBezTo>
                    <a:pt x="566" y="155"/>
                    <a:pt x="564" y="156"/>
                    <a:pt x="562" y="157"/>
                  </a:cubicBezTo>
                  <a:cubicBezTo>
                    <a:pt x="559" y="160"/>
                    <a:pt x="558" y="159"/>
                    <a:pt x="556" y="158"/>
                  </a:cubicBezTo>
                  <a:cubicBezTo>
                    <a:pt x="555" y="158"/>
                    <a:pt x="555" y="158"/>
                    <a:pt x="554" y="158"/>
                  </a:cubicBezTo>
                  <a:cubicBezTo>
                    <a:pt x="553" y="157"/>
                    <a:pt x="551" y="157"/>
                    <a:pt x="549" y="157"/>
                  </a:cubicBezTo>
                  <a:cubicBezTo>
                    <a:pt x="547" y="156"/>
                    <a:pt x="545" y="156"/>
                    <a:pt x="543" y="154"/>
                  </a:cubicBezTo>
                  <a:cubicBezTo>
                    <a:pt x="540" y="153"/>
                    <a:pt x="540" y="153"/>
                    <a:pt x="539" y="154"/>
                  </a:cubicBezTo>
                  <a:cubicBezTo>
                    <a:pt x="539" y="155"/>
                    <a:pt x="538" y="155"/>
                    <a:pt x="537" y="156"/>
                  </a:cubicBezTo>
                  <a:cubicBezTo>
                    <a:pt x="535" y="158"/>
                    <a:pt x="534" y="159"/>
                    <a:pt x="532" y="160"/>
                  </a:cubicBezTo>
                  <a:cubicBezTo>
                    <a:pt x="531" y="162"/>
                    <a:pt x="530" y="163"/>
                    <a:pt x="528" y="165"/>
                  </a:cubicBezTo>
                  <a:cubicBezTo>
                    <a:pt x="525" y="167"/>
                    <a:pt x="523" y="167"/>
                    <a:pt x="521" y="167"/>
                  </a:cubicBezTo>
                  <a:cubicBezTo>
                    <a:pt x="520" y="167"/>
                    <a:pt x="519" y="167"/>
                    <a:pt x="517" y="167"/>
                  </a:cubicBezTo>
                  <a:cubicBezTo>
                    <a:pt x="514" y="167"/>
                    <a:pt x="514" y="169"/>
                    <a:pt x="513" y="170"/>
                  </a:cubicBezTo>
                  <a:cubicBezTo>
                    <a:pt x="512" y="171"/>
                    <a:pt x="512" y="172"/>
                    <a:pt x="511" y="173"/>
                  </a:cubicBezTo>
                  <a:cubicBezTo>
                    <a:pt x="509" y="175"/>
                    <a:pt x="508" y="176"/>
                    <a:pt x="507" y="176"/>
                  </a:cubicBezTo>
                  <a:cubicBezTo>
                    <a:pt x="507" y="177"/>
                    <a:pt x="506" y="177"/>
                    <a:pt x="505" y="178"/>
                  </a:cubicBezTo>
                  <a:cubicBezTo>
                    <a:pt x="504" y="179"/>
                    <a:pt x="504" y="180"/>
                    <a:pt x="504" y="180"/>
                  </a:cubicBezTo>
                  <a:cubicBezTo>
                    <a:pt x="503" y="181"/>
                    <a:pt x="503" y="182"/>
                    <a:pt x="501" y="184"/>
                  </a:cubicBezTo>
                  <a:cubicBezTo>
                    <a:pt x="498" y="187"/>
                    <a:pt x="496" y="187"/>
                    <a:pt x="494" y="187"/>
                  </a:cubicBezTo>
                  <a:cubicBezTo>
                    <a:pt x="493" y="187"/>
                    <a:pt x="492" y="187"/>
                    <a:pt x="491" y="187"/>
                  </a:cubicBezTo>
                  <a:cubicBezTo>
                    <a:pt x="489" y="187"/>
                    <a:pt x="487" y="187"/>
                    <a:pt x="486" y="187"/>
                  </a:cubicBezTo>
                  <a:cubicBezTo>
                    <a:pt x="484" y="187"/>
                    <a:pt x="483" y="187"/>
                    <a:pt x="483" y="187"/>
                  </a:cubicBezTo>
                  <a:cubicBezTo>
                    <a:pt x="482" y="188"/>
                    <a:pt x="482" y="188"/>
                    <a:pt x="482" y="188"/>
                  </a:cubicBezTo>
                  <a:cubicBezTo>
                    <a:pt x="482" y="188"/>
                    <a:pt x="482" y="188"/>
                    <a:pt x="482" y="189"/>
                  </a:cubicBezTo>
                  <a:cubicBezTo>
                    <a:pt x="482" y="189"/>
                    <a:pt x="482" y="190"/>
                    <a:pt x="482" y="191"/>
                  </a:cubicBezTo>
                  <a:cubicBezTo>
                    <a:pt x="483" y="191"/>
                    <a:pt x="483" y="192"/>
                    <a:pt x="484" y="192"/>
                  </a:cubicBezTo>
                  <a:cubicBezTo>
                    <a:pt x="484" y="193"/>
                    <a:pt x="485" y="193"/>
                    <a:pt x="485" y="193"/>
                  </a:cubicBezTo>
                  <a:cubicBezTo>
                    <a:pt x="486" y="193"/>
                    <a:pt x="488" y="193"/>
                    <a:pt x="489" y="194"/>
                  </a:cubicBezTo>
                  <a:cubicBezTo>
                    <a:pt x="491" y="196"/>
                    <a:pt x="490" y="198"/>
                    <a:pt x="490" y="200"/>
                  </a:cubicBezTo>
                  <a:cubicBezTo>
                    <a:pt x="490" y="201"/>
                    <a:pt x="489" y="201"/>
                    <a:pt x="489" y="202"/>
                  </a:cubicBezTo>
                  <a:cubicBezTo>
                    <a:pt x="489" y="202"/>
                    <a:pt x="489" y="203"/>
                    <a:pt x="490" y="204"/>
                  </a:cubicBezTo>
                  <a:cubicBezTo>
                    <a:pt x="490" y="204"/>
                    <a:pt x="491" y="205"/>
                    <a:pt x="491" y="206"/>
                  </a:cubicBezTo>
                  <a:cubicBezTo>
                    <a:pt x="491" y="210"/>
                    <a:pt x="488" y="210"/>
                    <a:pt x="483" y="210"/>
                  </a:cubicBezTo>
                  <a:cubicBezTo>
                    <a:pt x="482" y="210"/>
                    <a:pt x="482" y="210"/>
                    <a:pt x="482" y="210"/>
                  </a:cubicBezTo>
                  <a:cubicBezTo>
                    <a:pt x="482" y="210"/>
                    <a:pt x="482" y="210"/>
                    <a:pt x="482" y="210"/>
                  </a:cubicBezTo>
                  <a:cubicBezTo>
                    <a:pt x="480" y="210"/>
                    <a:pt x="479" y="210"/>
                    <a:pt x="477" y="210"/>
                  </a:cubicBezTo>
                  <a:cubicBezTo>
                    <a:pt x="472" y="210"/>
                    <a:pt x="466" y="210"/>
                    <a:pt x="461" y="210"/>
                  </a:cubicBezTo>
                  <a:cubicBezTo>
                    <a:pt x="457" y="209"/>
                    <a:pt x="456" y="209"/>
                    <a:pt x="455" y="209"/>
                  </a:cubicBezTo>
                  <a:cubicBezTo>
                    <a:pt x="454" y="208"/>
                    <a:pt x="454" y="208"/>
                    <a:pt x="452" y="208"/>
                  </a:cubicBezTo>
                  <a:cubicBezTo>
                    <a:pt x="451" y="208"/>
                    <a:pt x="449" y="209"/>
                    <a:pt x="448" y="209"/>
                  </a:cubicBezTo>
                  <a:cubicBezTo>
                    <a:pt x="447" y="210"/>
                    <a:pt x="445" y="211"/>
                    <a:pt x="443" y="211"/>
                  </a:cubicBezTo>
                  <a:cubicBezTo>
                    <a:pt x="440" y="211"/>
                    <a:pt x="439" y="211"/>
                    <a:pt x="437" y="210"/>
                  </a:cubicBezTo>
                  <a:cubicBezTo>
                    <a:pt x="437" y="210"/>
                    <a:pt x="436" y="209"/>
                    <a:pt x="435" y="209"/>
                  </a:cubicBezTo>
                  <a:cubicBezTo>
                    <a:pt x="434" y="209"/>
                    <a:pt x="433" y="209"/>
                    <a:pt x="432" y="209"/>
                  </a:cubicBezTo>
                  <a:cubicBezTo>
                    <a:pt x="431" y="209"/>
                    <a:pt x="429" y="209"/>
                    <a:pt x="426" y="207"/>
                  </a:cubicBezTo>
                  <a:cubicBezTo>
                    <a:pt x="424" y="206"/>
                    <a:pt x="423" y="205"/>
                    <a:pt x="422" y="204"/>
                  </a:cubicBezTo>
                  <a:cubicBezTo>
                    <a:pt x="421" y="203"/>
                    <a:pt x="420" y="202"/>
                    <a:pt x="420" y="201"/>
                  </a:cubicBezTo>
                  <a:cubicBezTo>
                    <a:pt x="420" y="199"/>
                    <a:pt x="421" y="198"/>
                    <a:pt x="421" y="198"/>
                  </a:cubicBezTo>
                  <a:cubicBezTo>
                    <a:pt x="421" y="198"/>
                    <a:pt x="421" y="198"/>
                    <a:pt x="421" y="198"/>
                  </a:cubicBezTo>
                  <a:cubicBezTo>
                    <a:pt x="421" y="197"/>
                    <a:pt x="421" y="197"/>
                    <a:pt x="421" y="197"/>
                  </a:cubicBezTo>
                  <a:cubicBezTo>
                    <a:pt x="421" y="197"/>
                    <a:pt x="421" y="197"/>
                    <a:pt x="421" y="197"/>
                  </a:cubicBezTo>
                  <a:cubicBezTo>
                    <a:pt x="421" y="197"/>
                    <a:pt x="421" y="197"/>
                    <a:pt x="421" y="197"/>
                  </a:cubicBezTo>
                  <a:cubicBezTo>
                    <a:pt x="421" y="196"/>
                    <a:pt x="421" y="195"/>
                    <a:pt x="421" y="193"/>
                  </a:cubicBezTo>
                  <a:cubicBezTo>
                    <a:pt x="420" y="192"/>
                    <a:pt x="420" y="190"/>
                    <a:pt x="420" y="189"/>
                  </a:cubicBezTo>
                  <a:cubicBezTo>
                    <a:pt x="420" y="187"/>
                    <a:pt x="421" y="186"/>
                    <a:pt x="421" y="185"/>
                  </a:cubicBezTo>
                  <a:cubicBezTo>
                    <a:pt x="421" y="184"/>
                    <a:pt x="421" y="183"/>
                    <a:pt x="420" y="182"/>
                  </a:cubicBezTo>
                  <a:cubicBezTo>
                    <a:pt x="420" y="181"/>
                    <a:pt x="419" y="181"/>
                    <a:pt x="419" y="180"/>
                  </a:cubicBezTo>
                  <a:cubicBezTo>
                    <a:pt x="418" y="180"/>
                    <a:pt x="417" y="180"/>
                    <a:pt x="416" y="180"/>
                  </a:cubicBezTo>
                  <a:cubicBezTo>
                    <a:pt x="415" y="181"/>
                    <a:pt x="414" y="181"/>
                    <a:pt x="413" y="181"/>
                  </a:cubicBezTo>
                  <a:cubicBezTo>
                    <a:pt x="413" y="182"/>
                    <a:pt x="412" y="182"/>
                    <a:pt x="412" y="183"/>
                  </a:cubicBezTo>
                  <a:cubicBezTo>
                    <a:pt x="411" y="184"/>
                    <a:pt x="409" y="185"/>
                    <a:pt x="408" y="185"/>
                  </a:cubicBezTo>
                  <a:cubicBezTo>
                    <a:pt x="408" y="186"/>
                    <a:pt x="408" y="188"/>
                    <a:pt x="408" y="189"/>
                  </a:cubicBezTo>
                  <a:cubicBezTo>
                    <a:pt x="408" y="190"/>
                    <a:pt x="408" y="191"/>
                    <a:pt x="408" y="192"/>
                  </a:cubicBezTo>
                  <a:cubicBezTo>
                    <a:pt x="407" y="193"/>
                    <a:pt x="407" y="194"/>
                    <a:pt x="407" y="196"/>
                  </a:cubicBezTo>
                  <a:cubicBezTo>
                    <a:pt x="407" y="199"/>
                    <a:pt x="407" y="200"/>
                    <a:pt x="407" y="202"/>
                  </a:cubicBezTo>
                  <a:cubicBezTo>
                    <a:pt x="407" y="202"/>
                    <a:pt x="407" y="203"/>
                    <a:pt x="408" y="204"/>
                  </a:cubicBezTo>
                  <a:cubicBezTo>
                    <a:pt x="408" y="205"/>
                    <a:pt x="408" y="206"/>
                    <a:pt x="408" y="207"/>
                  </a:cubicBezTo>
                  <a:cubicBezTo>
                    <a:pt x="409" y="208"/>
                    <a:pt x="409" y="209"/>
                    <a:pt x="409" y="211"/>
                  </a:cubicBezTo>
                  <a:cubicBezTo>
                    <a:pt x="409" y="213"/>
                    <a:pt x="408" y="215"/>
                    <a:pt x="406" y="216"/>
                  </a:cubicBezTo>
                  <a:cubicBezTo>
                    <a:pt x="406" y="216"/>
                    <a:pt x="406" y="216"/>
                    <a:pt x="405" y="217"/>
                  </a:cubicBezTo>
                  <a:cubicBezTo>
                    <a:pt x="405" y="217"/>
                    <a:pt x="405" y="217"/>
                    <a:pt x="405" y="217"/>
                  </a:cubicBezTo>
                  <a:cubicBezTo>
                    <a:pt x="405" y="218"/>
                    <a:pt x="403" y="218"/>
                    <a:pt x="400" y="218"/>
                  </a:cubicBezTo>
                  <a:cubicBezTo>
                    <a:pt x="399" y="218"/>
                    <a:pt x="398" y="218"/>
                    <a:pt x="396" y="218"/>
                  </a:cubicBezTo>
                  <a:cubicBezTo>
                    <a:pt x="392" y="218"/>
                    <a:pt x="392" y="218"/>
                    <a:pt x="388" y="218"/>
                  </a:cubicBezTo>
                  <a:cubicBezTo>
                    <a:pt x="388" y="218"/>
                    <a:pt x="388" y="218"/>
                    <a:pt x="388" y="218"/>
                  </a:cubicBezTo>
                  <a:cubicBezTo>
                    <a:pt x="384" y="218"/>
                    <a:pt x="384" y="217"/>
                    <a:pt x="383" y="216"/>
                  </a:cubicBezTo>
                  <a:cubicBezTo>
                    <a:pt x="383" y="215"/>
                    <a:pt x="383" y="215"/>
                    <a:pt x="383" y="215"/>
                  </a:cubicBezTo>
                  <a:cubicBezTo>
                    <a:pt x="382" y="215"/>
                    <a:pt x="381" y="216"/>
                    <a:pt x="380" y="216"/>
                  </a:cubicBezTo>
                  <a:cubicBezTo>
                    <a:pt x="379" y="217"/>
                    <a:pt x="379" y="217"/>
                    <a:pt x="378" y="217"/>
                  </a:cubicBezTo>
                  <a:cubicBezTo>
                    <a:pt x="377" y="218"/>
                    <a:pt x="376" y="217"/>
                    <a:pt x="374" y="216"/>
                  </a:cubicBezTo>
                  <a:cubicBezTo>
                    <a:pt x="373" y="215"/>
                    <a:pt x="372" y="214"/>
                    <a:pt x="370" y="214"/>
                  </a:cubicBezTo>
                  <a:cubicBezTo>
                    <a:pt x="368" y="213"/>
                    <a:pt x="367" y="213"/>
                    <a:pt x="365" y="213"/>
                  </a:cubicBezTo>
                  <a:cubicBezTo>
                    <a:pt x="364" y="213"/>
                    <a:pt x="363" y="213"/>
                    <a:pt x="362" y="213"/>
                  </a:cubicBezTo>
                  <a:cubicBezTo>
                    <a:pt x="360" y="213"/>
                    <a:pt x="358" y="212"/>
                    <a:pt x="357" y="211"/>
                  </a:cubicBezTo>
                  <a:cubicBezTo>
                    <a:pt x="356" y="210"/>
                    <a:pt x="356" y="210"/>
                    <a:pt x="355" y="209"/>
                  </a:cubicBezTo>
                  <a:cubicBezTo>
                    <a:pt x="354" y="209"/>
                    <a:pt x="354" y="209"/>
                    <a:pt x="353" y="209"/>
                  </a:cubicBezTo>
                  <a:cubicBezTo>
                    <a:pt x="352" y="210"/>
                    <a:pt x="351" y="210"/>
                    <a:pt x="350" y="210"/>
                  </a:cubicBezTo>
                  <a:cubicBezTo>
                    <a:pt x="347" y="210"/>
                    <a:pt x="345" y="208"/>
                    <a:pt x="344" y="207"/>
                  </a:cubicBezTo>
                  <a:cubicBezTo>
                    <a:pt x="343" y="206"/>
                    <a:pt x="343" y="206"/>
                    <a:pt x="342" y="205"/>
                  </a:cubicBezTo>
                  <a:cubicBezTo>
                    <a:pt x="342" y="205"/>
                    <a:pt x="341" y="205"/>
                    <a:pt x="340" y="205"/>
                  </a:cubicBezTo>
                  <a:cubicBezTo>
                    <a:pt x="338" y="204"/>
                    <a:pt x="336" y="204"/>
                    <a:pt x="334" y="202"/>
                  </a:cubicBezTo>
                  <a:cubicBezTo>
                    <a:pt x="333" y="200"/>
                    <a:pt x="332" y="199"/>
                    <a:pt x="332" y="198"/>
                  </a:cubicBezTo>
                  <a:cubicBezTo>
                    <a:pt x="332" y="197"/>
                    <a:pt x="331" y="196"/>
                    <a:pt x="331" y="196"/>
                  </a:cubicBezTo>
                  <a:cubicBezTo>
                    <a:pt x="330" y="195"/>
                    <a:pt x="329" y="195"/>
                    <a:pt x="329" y="195"/>
                  </a:cubicBezTo>
                  <a:cubicBezTo>
                    <a:pt x="328" y="195"/>
                    <a:pt x="326" y="195"/>
                    <a:pt x="325" y="195"/>
                  </a:cubicBezTo>
                  <a:cubicBezTo>
                    <a:pt x="324" y="195"/>
                    <a:pt x="322" y="195"/>
                    <a:pt x="321" y="196"/>
                  </a:cubicBezTo>
                  <a:cubicBezTo>
                    <a:pt x="320" y="196"/>
                    <a:pt x="318" y="196"/>
                    <a:pt x="318" y="196"/>
                  </a:cubicBezTo>
                  <a:cubicBezTo>
                    <a:pt x="317" y="196"/>
                    <a:pt x="315" y="196"/>
                    <a:pt x="314" y="195"/>
                  </a:cubicBezTo>
                  <a:cubicBezTo>
                    <a:pt x="313" y="195"/>
                    <a:pt x="312" y="194"/>
                    <a:pt x="311" y="194"/>
                  </a:cubicBezTo>
                  <a:cubicBezTo>
                    <a:pt x="311" y="194"/>
                    <a:pt x="311" y="195"/>
                    <a:pt x="310" y="195"/>
                  </a:cubicBezTo>
                  <a:cubicBezTo>
                    <a:pt x="310" y="196"/>
                    <a:pt x="309" y="196"/>
                    <a:pt x="308" y="196"/>
                  </a:cubicBezTo>
                  <a:cubicBezTo>
                    <a:pt x="307" y="197"/>
                    <a:pt x="306" y="196"/>
                    <a:pt x="304" y="195"/>
                  </a:cubicBezTo>
                  <a:cubicBezTo>
                    <a:pt x="304" y="195"/>
                    <a:pt x="303" y="195"/>
                    <a:pt x="302" y="194"/>
                  </a:cubicBezTo>
                  <a:cubicBezTo>
                    <a:pt x="302" y="194"/>
                    <a:pt x="302" y="194"/>
                    <a:pt x="302" y="194"/>
                  </a:cubicBezTo>
                  <a:cubicBezTo>
                    <a:pt x="300" y="194"/>
                    <a:pt x="298" y="193"/>
                    <a:pt x="295" y="191"/>
                  </a:cubicBezTo>
                  <a:cubicBezTo>
                    <a:pt x="294" y="189"/>
                    <a:pt x="293" y="189"/>
                    <a:pt x="291" y="188"/>
                  </a:cubicBezTo>
                  <a:cubicBezTo>
                    <a:pt x="291" y="188"/>
                    <a:pt x="290" y="188"/>
                    <a:pt x="290" y="187"/>
                  </a:cubicBezTo>
                  <a:cubicBezTo>
                    <a:pt x="289" y="187"/>
                    <a:pt x="288" y="186"/>
                    <a:pt x="287" y="186"/>
                  </a:cubicBezTo>
                  <a:cubicBezTo>
                    <a:pt x="285" y="185"/>
                    <a:pt x="284" y="185"/>
                    <a:pt x="283" y="185"/>
                  </a:cubicBezTo>
                  <a:cubicBezTo>
                    <a:pt x="283" y="184"/>
                    <a:pt x="282" y="184"/>
                    <a:pt x="281" y="184"/>
                  </a:cubicBezTo>
                  <a:cubicBezTo>
                    <a:pt x="279" y="184"/>
                    <a:pt x="277" y="184"/>
                    <a:pt x="275" y="184"/>
                  </a:cubicBezTo>
                  <a:cubicBezTo>
                    <a:pt x="273" y="183"/>
                    <a:pt x="272" y="182"/>
                    <a:pt x="271" y="180"/>
                  </a:cubicBezTo>
                  <a:cubicBezTo>
                    <a:pt x="271" y="179"/>
                    <a:pt x="270" y="179"/>
                    <a:pt x="270" y="178"/>
                  </a:cubicBezTo>
                  <a:cubicBezTo>
                    <a:pt x="268" y="176"/>
                    <a:pt x="266" y="175"/>
                    <a:pt x="264" y="174"/>
                  </a:cubicBezTo>
                  <a:cubicBezTo>
                    <a:pt x="262" y="174"/>
                    <a:pt x="260" y="173"/>
                    <a:pt x="259" y="172"/>
                  </a:cubicBezTo>
                  <a:cubicBezTo>
                    <a:pt x="258" y="171"/>
                    <a:pt x="256" y="170"/>
                    <a:pt x="255" y="170"/>
                  </a:cubicBezTo>
                  <a:cubicBezTo>
                    <a:pt x="254" y="169"/>
                    <a:pt x="252" y="169"/>
                    <a:pt x="251" y="169"/>
                  </a:cubicBezTo>
                  <a:cubicBezTo>
                    <a:pt x="251" y="169"/>
                    <a:pt x="250" y="169"/>
                    <a:pt x="250" y="169"/>
                  </a:cubicBezTo>
                  <a:cubicBezTo>
                    <a:pt x="248" y="169"/>
                    <a:pt x="247" y="170"/>
                    <a:pt x="245" y="169"/>
                  </a:cubicBezTo>
                  <a:cubicBezTo>
                    <a:pt x="244" y="168"/>
                    <a:pt x="244" y="167"/>
                    <a:pt x="243" y="166"/>
                  </a:cubicBezTo>
                  <a:cubicBezTo>
                    <a:pt x="242" y="165"/>
                    <a:pt x="241" y="164"/>
                    <a:pt x="241" y="163"/>
                  </a:cubicBezTo>
                  <a:cubicBezTo>
                    <a:pt x="240" y="161"/>
                    <a:pt x="240" y="160"/>
                    <a:pt x="241" y="157"/>
                  </a:cubicBezTo>
                  <a:cubicBezTo>
                    <a:pt x="241" y="157"/>
                    <a:pt x="242" y="157"/>
                    <a:pt x="242" y="156"/>
                  </a:cubicBezTo>
                  <a:cubicBezTo>
                    <a:pt x="242" y="154"/>
                    <a:pt x="243" y="154"/>
                    <a:pt x="244" y="153"/>
                  </a:cubicBezTo>
                  <a:cubicBezTo>
                    <a:pt x="244" y="152"/>
                    <a:pt x="244" y="152"/>
                    <a:pt x="244" y="151"/>
                  </a:cubicBezTo>
                  <a:cubicBezTo>
                    <a:pt x="245" y="149"/>
                    <a:pt x="245" y="148"/>
                    <a:pt x="246" y="146"/>
                  </a:cubicBezTo>
                  <a:cubicBezTo>
                    <a:pt x="247" y="146"/>
                    <a:pt x="247" y="146"/>
                    <a:pt x="247" y="145"/>
                  </a:cubicBezTo>
                  <a:cubicBezTo>
                    <a:pt x="248" y="144"/>
                    <a:pt x="248" y="144"/>
                    <a:pt x="248" y="143"/>
                  </a:cubicBezTo>
                  <a:cubicBezTo>
                    <a:pt x="248" y="143"/>
                    <a:pt x="248" y="142"/>
                    <a:pt x="248" y="141"/>
                  </a:cubicBezTo>
                  <a:cubicBezTo>
                    <a:pt x="249" y="138"/>
                    <a:pt x="251" y="136"/>
                    <a:pt x="254" y="134"/>
                  </a:cubicBezTo>
                  <a:cubicBezTo>
                    <a:pt x="255" y="134"/>
                    <a:pt x="255" y="134"/>
                    <a:pt x="255" y="134"/>
                  </a:cubicBezTo>
                  <a:cubicBezTo>
                    <a:pt x="256" y="133"/>
                    <a:pt x="257" y="133"/>
                    <a:pt x="257" y="132"/>
                  </a:cubicBezTo>
                  <a:cubicBezTo>
                    <a:pt x="257" y="132"/>
                    <a:pt x="257" y="132"/>
                    <a:pt x="257" y="132"/>
                  </a:cubicBezTo>
                  <a:cubicBezTo>
                    <a:pt x="255" y="131"/>
                    <a:pt x="253" y="130"/>
                    <a:pt x="252" y="129"/>
                  </a:cubicBezTo>
                  <a:cubicBezTo>
                    <a:pt x="249" y="128"/>
                    <a:pt x="246" y="126"/>
                    <a:pt x="245" y="125"/>
                  </a:cubicBezTo>
                  <a:cubicBezTo>
                    <a:pt x="243" y="124"/>
                    <a:pt x="243" y="123"/>
                    <a:pt x="244" y="121"/>
                  </a:cubicBezTo>
                  <a:cubicBezTo>
                    <a:pt x="244" y="121"/>
                    <a:pt x="244" y="120"/>
                    <a:pt x="243" y="120"/>
                  </a:cubicBezTo>
                  <a:cubicBezTo>
                    <a:pt x="243" y="119"/>
                    <a:pt x="242" y="118"/>
                    <a:pt x="240" y="118"/>
                  </a:cubicBezTo>
                  <a:cubicBezTo>
                    <a:pt x="238" y="117"/>
                    <a:pt x="237" y="117"/>
                    <a:pt x="235" y="116"/>
                  </a:cubicBezTo>
                  <a:cubicBezTo>
                    <a:pt x="234" y="116"/>
                    <a:pt x="233" y="116"/>
                    <a:pt x="231" y="115"/>
                  </a:cubicBezTo>
                  <a:cubicBezTo>
                    <a:pt x="230" y="114"/>
                    <a:pt x="228" y="114"/>
                    <a:pt x="226" y="113"/>
                  </a:cubicBezTo>
                  <a:cubicBezTo>
                    <a:pt x="224" y="112"/>
                    <a:pt x="223" y="110"/>
                    <a:pt x="222" y="108"/>
                  </a:cubicBezTo>
                  <a:cubicBezTo>
                    <a:pt x="221" y="107"/>
                    <a:pt x="221" y="107"/>
                    <a:pt x="220" y="107"/>
                  </a:cubicBezTo>
                  <a:cubicBezTo>
                    <a:pt x="220" y="106"/>
                    <a:pt x="220" y="107"/>
                    <a:pt x="219" y="107"/>
                  </a:cubicBezTo>
                  <a:cubicBezTo>
                    <a:pt x="219" y="107"/>
                    <a:pt x="218" y="108"/>
                    <a:pt x="216" y="108"/>
                  </a:cubicBezTo>
                  <a:cubicBezTo>
                    <a:pt x="213" y="108"/>
                    <a:pt x="213" y="105"/>
                    <a:pt x="212" y="102"/>
                  </a:cubicBezTo>
                  <a:cubicBezTo>
                    <a:pt x="212" y="102"/>
                    <a:pt x="212" y="102"/>
                    <a:pt x="212" y="102"/>
                  </a:cubicBezTo>
                  <a:cubicBezTo>
                    <a:pt x="212" y="102"/>
                    <a:pt x="212" y="102"/>
                    <a:pt x="212" y="102"/>
                  </a:cubicBezTo>
                  <a:cubicBezTo>
                    <a:pt x="212" y="101"/>
                    <a:pt x="212" y="99"/>
                    <a:pt x="212" y="97"/>
                  </a:cubicBezTo>
                  <a:cubicBezTo>
                    <a:pt x="212" y="95"/>
                    <a:pt x="213" y="94"/>
                    <a:pt x="212" y="93"/>
                  </a:cubicBezTo>
                  <a:cubicBezTo>
                    <a:pt x="212" y="92"/>
                    <a:pt x="211" y="91"/>
                    <a:pt x="210" y="90"/>
                  </a:cubicBezTo>
                  <a:cubicBezTo>
                    <a:pt x="209" y="88"/>
                    <a:pt x="208" y="87"/>
                    <a:pt x="207" y="85"/>
                  </a:cubicBezTo>
                  <a:cubicBezTo>
                    <a:pt x="207" y="84"/>
                    <a:pt x="207" y="82"/>
                    <a:pt x="207" y="81"/>
                  </a:cubicBezTo>
                  <a:cubicBezTo>
                    <a:pt x="207" y="79"/>
                    <a:pt x="208" y="78"/>
                    <a:pt x="209" y="77"/>
                  </a:cubicBezTo>
                  <a:cubicBezTo>
                    <a:pt x="209" y="76"/>
                    <a:pt x="211" y="76"/>
                    <a:pt x="212" y="76"/>
                  </a:cubicBezTo>
                  <a:cubicBezTo>
                    <a:pt x="213" y="76"/>
                    <a:pt x="215" y="76"/>
                    <a:pt x="216" y="76"/>
                  </a:cubicBezTo>
                  <a:cubicBezTo>
                    <a:pt x="216" y="77"/>
                    <a:pt x="217" y="78"/>
                    <a:pt x="218" y="78"/>
                  </a:cubicBezTo>
                  <a:cubicBezTo>
                    <a:pt x="219" y="80"/>
                    <a:pt x="220" y="81"/>
                    <a:pt x="220" y="81"/>
                  </a:cubicBezTo>
                  <a:cubicBezTo>
                    <a:pt x="221" y="81"/>
                    <a:pt x="222" y="80"/>
                    <a:pt x="222" y="79"/>
                  </a:cubicBezTo>
                  <a:cubicBezTo>
                    <a:pt x="223" y="79"/>
                    <a:pt x="224" y="78"/>
                    <a:pt x="225" y="77"/>
                  </a:cubicBezTo>
                  <a:cubicBezTo>
                    <a:pt x="226" y="76"/>
                    <a:pt x="227" y="75"/>
                    <a:pt x="228" y="74"/>
                  </a:cubicBezTo>
                  <a:cubicBezTo>
                    <a:pt x="228" y="74"/>
                    <a:pt x="228" y="73"/>
                    <a:pt x="228" y="72"/>
                  </a:cubicBezTo>
                  <a:cubicBezTo>
                    <a:pt x="228" y="71"/>
                    <a:pt x="228" y="71"/>
                    <a:pt x="228" y="70"/>
                  </a:cubicBezTo>
                  <a:cubicBezTo>
                    <a:pt x="227" y="68"/>
                    <a:pt x="227" y="67"/>
                    <a:pt x="226" y="66"/>
                  </a:cubicBezTo>
                  <a:cubicBezTo>
                    <a:pt x="226" y="65"/>
                    <a:pt x="225" y="65"/>
                    <a:pt x="225" y="65"/>
                  </a:cubicBezTo>
                  <a:cubicBezTo>
                    <a:pt x="224" y="64"/>
                    <a:pt x="223" y="64"/>
                    <a:pt x="222" y="64"/>
                  </a:cubicBezTo>
                  <a:cubicBezTo>
                    <a:pt x="220" y="63"/>
                    <a:pt x="219" y="62"/>
                    <a:pt x="218" y="61"/>
                  </a:cubicBezTo>
                  <a:cubicBezTo>
                    <a:pt x="217" y="60"/>
                    <a:pt x="217" y="59"/>
                    <a:pt x="217" y="58"/>
                  </a:cubicBezTo>
                  <a:cubicBezTo>
                    <a:pt x="217" y="58"/>
                    <a:pt x="217" y="58"/>
                    <a:pt x="217" y="58"/>
                  </a:cubicBezTo>
                  <a:cubicBezTo>
                    <a:pt x="216" y="56"/>
                    <a:pt x="217" y="55"/>
                    <a:pt x="218" y="54"/>
                  </a:cubicBezTo>
                  <a:cubicBezTo>
                    <a:pt x="218" y="53"/>
                    <a:pt x="219" y="52"/>
                    <a:pt x="219" y="52"/>
                  </a:cubicBezTo>
                  <a:cubicBezTo>
                    <a:pt x="219" y="51"/>
                    <a:pt x="219" y="50"/>
                    <a:pt x="219" y="49"/>
                  </a:cubicBezTo>
                  <a:cubicBezTo>
                    <a:pt x="218" y="48"/>
                    <a:pt x="218" y="46"/>
                    <a:pt x="218" y="45"/>
                  </a:cubicBezTo>
                  <a:cubicBezTo>
                    <a:pt x="219" y="43"/>
                    <a:pt x="220" y="43"/>
                    <a:pt x="223" y="43"/>
                  </a:cubicBezTo>
                  <a:cubicBezTo>
                    <a:pt x="224" y="43"/>
                    <a:pt x="226" y="42"/>
                    <a:pt x="228" y="42"/>
                  </a:cubicBezTo>
                  <a:cubicBezTo>
                    <a:pt x="230" y="41"/>
                    <a:pt x="230" y="40"/>
                    <a:pt x="230" y="39"/>
                  </a:cubicBezTo>
                  <a:cubicBezTo>
                    <a:pt x="230" y="38"/>
                    <a:pt x="230" y="37"/>
                    <a:pt x="230" y="36"/>
                  </a:cubicBezTo>
                  <a:cubicBezTo>
                    <a:pt x="231" y="33"/>
                    <a:pt x="233" y="33"/>
                    <a:pt x="234" y="33"/>
                  </a:cubicBezTo>
                  <a:cubicBezTo>
                    <a:pt x="234" y="33"/>
                    <a:pt x="235" y="33"/>
                    <a:pt x="235" y="32"/>
                  </a:cubicBezTo>
                  <a:cubicBezTo>
                    <a:pt x="236" y="32"/>
                    <a:pt x="236" y="31"/>
                    <a:pt x="237" y="30"/>
                  </a:cubicBezTo>
                  <a:cubicBezTo>
                    <a:pt x="239" y="27"/>
                    <a:pt x="241" y="23"/>
                    <a:pt x="244" y="20"/>
                  </a:cubicBezTo>
                  <a:cubicBezTo>
                    <a:pt x="244" y="20"/>
                    <a:pt x="244" y="20"/>
                    <a:pt x="244" y="20"/>
                  </a:cubicBezTo>
                  <a:cubicBezTo>
                    <a:pt x="244" y="20"/>
                    <a:pt x="244" y="20"/>
                    <a:pt x="244" y="20"/>
                  </a:cubicBezTo>
                  <a:cubicBezTo>
                    <a:pt x="246" y="18"/>
                    <a:pt x="246" y="17"/>
                    <a:pt x="247" y="15"/>
                  </a:cubicBezTo>
                  <a:cubicBezTo>
                    <a:pt x="247" y="14"/>
                    <a:pt x="246" y="12"/>
                    <a:pt x="246" y="12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5" y="11"/>
                    <a:pt x="244" y="11"/>
                    <a:pt x="243" y="11"/>
                  </a:cubicBezTo>
                  <a:cubicBezTo>
                    <a:pt x="242" y="11"/>
                    <a:pt x="241" y="12"/>
                    <a:pt x="239" y="11"/>
                  </a:cubicBezTo>
                  <a:cubicBezTo>
                    <a:pt x="237" y="10"/>
                    <a:pt x="234" y="7"/>
                    <a:pt x="232" y="5"/>
                  </a:cubicBezTo>
                  <a:cubicBezTo>
                    <a:pt x="230" y="4"/>
                    <a:pt x="228" y="3"/>
                    <a:pt x="227" y="2"/>
                  </a:cubicBezTo>
                  <a:cubicBezTo>
                    <a:pt x="225" y="0"/>
                    <a:pt x="224" y="1"/>
                    <a:pt x="221" y="1"/>
                  </a:cubicBezTo>
                  <a:cubicBezTo>
                    <a:pt x="221" y="1"/>
                    <a:pt x="220" y="1"/>
                    <a:pt x="220" y="1"/>
                  </a:cubicBezTo>
                  <a:cubicBezTo>
                    <a:pt x="218" y="1"/>
                    <a:pt x="216" y="1"/>
                    <a:pt x="214" y="2"/>
                  </a:cubicBezTo>
                  <a:cubicBezTo>
                    <a:pt x="212" y="2"/>
                    <a:pt x="210" y="3"/>
                    <a:pt x="208" y="4"/>
                  </a:cubicBezTo>
                  <a:cubicBezTo>
                    <a:pt x="206" y="5"/>
                    <a:pt x="204" y="7"/>
                    <a:pt x="202" y="8"/>
                  </a:cubicBezTo>
                  <a:cubicBezTo>
                    <a:pt x="201" y="9"/>
                    <a:pt x="199" y="10"/>
                    <a:pt x="198" y="10"/>
                  </a:cubicBezTo>
                  <a:cubicBezTo>
                    <a:pt x="198" y="11"/>
                    <a:pt x="195" y="11"/>
                    <a:pt x="193" y="11"/>
                  </a:cubicBezTo>
                  <a:cubicBezTo>
                    <a:pt x="191" y="11"/>
                    <a:pt x="188" y="11"/>
                    <a:pt x="187" y="11"/>
                  </a:cubicBezTo>
                  <a:cubicBezTo>
                    <a:pt x="186" y="11"/>
                    <a:pt x="186" y="11"/>
                    <a:pt x="186" y="11"/>
                  </a:cubicBezTo>
                  <a:cubicBezTo>
                    <a:pt x="185" y="11"/>
                    <a:pt x="185" y="11"/>
                    <a:pt x="184" y="11"/>
                  </a:cubicBezTo>
                  <a:cubicBezTo>
                    <a:pt x="183" y="14"/>
                    <a:pt x="181" y="19"/>
                    <a:pt x="181" y="19"/>
                  </a:cubicBezTo>
                  <a:cubicBezTo>
                    <a:pt x="181" y="19"/>
                    <a:pt x="181" y="19"/>
                    <a:pt x="181" y="19"/>
                  </a:cubicBezTo>
                  <a:cubicBezTo>
                    <a:pt x="180" y="19"/>
                    <a:pt x="180" y="19"/>
                    <a:pt x="180" y="19"/>
                  </a:cubicBezTo>
                  <a:cubicBezTo>
                    <a:pt x="180" y="19"/>
                    <a:pt x="177" y="23"/>
                    <a:pt x="174" y="26"/>
                  </a:cubicBezTo>
                  <a:cubicBezTo>
                    <a:pt x="171" y="29"/>
                    <a:pt x="170" y="29"/>
                    <a:pt x="167" y="29"/>
                  </a:cubicBezTo>
                  <a:cubicBezTo>
                    <a:pt x="166" y="29"/>
                    <a:pt x="166" y="29"/>
                    <a:pt x="166" y="30"/>
                  </a:cubicBezTo>
                  <a:cubicBezTo>
                    <a:pt x="162" y="30"/>
                    <a:pt x="161" y="30"/>
                    <a:pt x="156" y="33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2" y="36"/>
                    <a:pt x="150" y="35"/>
                    <a:pt x="149" y="34"/>
                  </a:cubicBezTo>
                  <a:cubicBezTo>
                    <a:pt x="148" y="34"/>
                    <a:pt x="148" y="33"/>
                    <a:pt x="147" y="33"/>
                  </a:cubicBezTo>
                  <a:cubicBezTo>
                    <a:pt x="145" y="33"/>
                    <a:pt x="144" y="33"/>
                    <a:pt x="142" y="32"/>
                  </a:cubicBezTo>
                  <a:cubicBezTo>
                    <a:pt x="140" y="31"/>
                    <a:pt x="138" y="31"/>
                    <a:pt x="135" y="30"/>
                  </a:cubicBezTo>
                  <a:cubicBezTo>
                    <a:pt x="133" y="30"/>
                    <a:pt x="130" y="30"/>
                    <a:pt x="127" y="30"/>
                  </a:cubicBezTo>
                  <a:cubicBezTo>
                    <a:pt x="124" y="30"/>
                    <a:pt x="120" y="30"/>
                    <a:pt x="119" y="31"/>
                  </a:cubicBezTo>
                  <a:cubicBezTo>
                    <a:pt x="118" y="31"/>
                    <a:pt x="117" y="31"/>
                    <a:pt x="116" y="32"/>
                  </a:cubicBezTo>
                  <a:cubicBezTo>
                    <a:pt x="116" y="33"/>
                    <a:pt x="115" y="34"/>
                    <a:pt x="115" y="35"/>
                  </a:cubicBezTo>
                  <a:cubicBezTo>
                    <a:pt x="114" y="36"/>
                    <a:pt x="115" y="36"/>
                    <a:pt x="115" y="36"/>
                  </a:cubicBezTo>
                  <a:cubicBezTo>
                    <a:pt x="115" y="36"/>
                    <a:pt x="116" y="37"/>
                    <a:pt x="116" y="38"/>
                  </a:cubicBezTo>
                  <a:cubicBezTo>
                    <a:pt x="117" y="39"/>
                    <a:pt x="117" y="40"/>
                    <a:pt x="117" y="41"/>
                  </a:cubicBezTo>
                  <a:cubicBezTo>
                    <a:pt x="117" y="41"/>
                    <a:pt x="117" y="41"/>
                    <a:pt x="117" y="41"/>
                  </a:cubicBezTo>
                  <a:cubicBezTo>
                    <a:pt x="117" y="41"/>
                    <a:pt x="117" y="42"/>
                    <a:pt x="117" y="43"/>
                  </a:cubicBezTo>
                  <a:cubicBezTo>
                    <a:pt x="117" y="43"/>
                    <a:pt x="117" y="43"/>
                    <a:pt x="117" y="43"/>
                  </a:cubicBezTo>
                  <a:cubicBezTo>
                    <a:pt x="117" y="43"/>
                    <a:pt x="118" y="44"/>
                    <a:pt x="119" y="44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20" y="44"/>
                    <a:pt x="122" y="45"/>
                    <a:pt x="122" y="47"/>
                  </a:cubicBezTo>
                  <a:cubicBezTo>
                    <a:pt x="122" y="48"/>
                    <a:pt x="121" y="49"/>
                    <a:pt x="120" y="50"/>
                  </a:cubicBezTo>
                  <a:cubicBezTo>
                    <a:pt x="119" y="51"/>
                    <a:pt x="119" y="51"/>
                    <a:pt x="119" y="52"/>
                  </a:cubicBezTo>
                  <a:cubicBezTo>
                    <a:pt x="119" y="53"/>
                    <a:pt x="119" y="53"/>
                    <a:pt x="119" y="54"/>
                  </a:cubicBezTo>
                  <a:cubicBezTo>
                    <a:pt x="120" y="55"/>
                    <a:pt x="121" y="57"/>
                    <a:pt x="121" y="59"/>
                  </a:cubicBezTo>
                  <a:cubicBezTo>
                    <a:pt x="121" y="61"/>
                    <a:pt x="120" y="62"/>
                    <a:pt x="119" y="63"/>
                  </a:cubicBezTo>
                  <a:cubicBezTo>
                    <a:pt x="119" y="63"/>
                    <a:pt x="119" y="64"/>
                    <a:pt x="119" y="64"/>
                  </a:cubicBezTo>
                  <a:cubicBezTo>
                    <a:pt x="119" y="65"/>
                    <a:pt x="120" y="66"/>
                    <a:pt x="121" y="68"/>
                  </a:cubicBezTo>
                  <a:cubicBezTo>
                    <a:pt x="122" y="69"/>
                    <a:pt x="124" y="71"/>
                    <a:pt x="125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6" y="72"/>
                    <a:pt x="127" y="72"/>
                    <a:pt x="128" y="72"/>
                  </a:cubicBezTo>
                  <a:cubicBezTo>
                    <a:pt x="129" y="72"/>
                    <a:pt x="131" y="72"/>
                    <a:pt x="132" y="73"/>
                  </a:cubicBezTo>
                  <a:cubicBezTo>
                    <a:pt x="133" y="74"/>
                    <a:pt x="133" y="76"/>
                    <a:pt x="133" y="77"/>
                  </a:cubicBezTo>
                  <a:cubicBezTo>
                    <a:pt x="133" y="78"/>
                    <a:pt x="133" y="79"/>
                    <a:pt x="134" y="79"/>
                  </a:cubicBezTo>
                  <a:cubicBezTo>
                    <a:pt x="134" y="79"/>
                    <a:pt x="134" y="79"/>
                    <a:pt x="134" y="79"/>
                  </a:cubicBezTo>
                  <a:cubicBezTo>
                    <a:pt x="134" y="80"/>
                    <a:pt x="136" y="80"/>
                    <a:pt x="137" y="80"/>
                  </a:cubicBezTo>
                  <a:cubicBezTo>
                    <a:pt x="139" y="80"/>
                    <a:pt x="140" y="80"/>
                    <a:pt x="141" y="81"/>
                  </a:cubicBezTo>
                  <a:cubicBezTo>
                    <a:pt x="142" y="81"/>
                    <a:pt x="142" y="81"/>
                    <a:pt x="142" y="81"/>
                  </a:cubicBezTo>
                  <a:cubicBezTo>
                    <a:pt x="143" y="82"/>
                    <a:pt x="144" y="83"/>
                    <a:pt x="144" y="84"/>
                  </a:cubicBezTo>
                  <a:cubicBezTo>
                    <a:pt x="144" y="85"/>
                    <a:pt x="144" y="86"/>
                    <a:pt x="144" y="87"/>
                  </a:cubicBezTo>
                  <a:cubicBezTo>
                    <a:pt x="143" y="87"/>
                    <a:pt x="143" y="88"/>
                    <a:pt x="143" y="88"/>
                  </a:cubicBezTo>
                  <a:cubicBezTo>
                    <a:pt x="142" y="89"/>
                    <a:pt x="140" y="90"/>
                    <a:pt x="138" y="91"/>
                  </a:cubicBezTo>
                  <a:cubicBezTo>
                    <a:pt x="137" y="91"/>
                    <a:pt x="136" y="92"/>
                    <a:pt x="135" y="92"/>
                  </a:cubicBezTo>
                  <a:cubicBezTo>
                    <a:pt x="134" y="93"/>
                    <a:pt x="133" y="93"/>
                    <a:pt x="132" y="94"/>
                  </a:cubicBezTo>
                  <a:cubicBezTo>
                    <a:pt x="131" y="94"/>
                    <a:pt x="130" y="95"/>
                    <a:pt x="129" y="96"/>
                  </a:cubicBezTo>
                  <a:cubicBezTo>
                    <a:pt x="129" y="97"/>
                    <a:pt x="129" y="98"/>
                    <a:pt x="128" y="100"/>
                  </a:cubicBezTo>
                  <a:cubicBezTo>
                    <a:pt x="128" y="102"/>
                    <a:pt x="128" y="105"/>
                    <a:pt x="129" y="107"/>
                  </a:cubicBezTo>
                  <a:cubicBezTo>
                    <a:pt x="129" y="109"/>
                    <a:pt x="129" y="111"/>
                    <a:pt x="129" y="112"/>
                  </a:cubicBezTo>
                  <a:cubicBezTo>
                    <a:pt x="129" y="114"/>
                    <a:pt x="128" y="115"/>
                    <a:pt x="127" y="116"/>
                  </a:cubicBezTo>
                  <a:cubicBezTo>
                    <a:pt x="126" y="117"/>
                    <a:pt x="124" y="119"/>
                    <a:pt x="122" y="120"/>
                  </a:cubicBezTo>
                  <a:cubicBezTo>
                    <a:pt x="119" y="123"/>
                    <a:pt x="115" y="126"/>
                    <a:pt x="114" y="127"/>
                  </a:cubicBezTo>
                  <a:cubicBezTo>
                    <a:pt x="114" y="128"/>
                    <a:pt x="114" y="128"/>
                    <a:pt x="115" y="129"/>
                  </a:cubicBezTo>
                  <a:cubicBezTo>
                    <a:pt x="115" y="130"/>
                    <a:pt x="116" y="132"/>
                    <a:pt x="115" y="133"/>
                  </a:cubicBezTo>
                  <a:cubicBezTo>
                    <a:pt x="114" y="135"/>
                    <a:pt x="112" y="135"/>
                    <a:pt x="110" y="136"/>
                  </a:cubicBezTo>
                  <a:cubicBezTo>
                    <a:pt x="108" y="136"/>
                    <a:pt x="107" y="137"/>
                    <a:pt x="105" y="138"/>
                  </a:cubicBezTo>
                  <a:cubicBezTo>
                    <a:pt x="103" y="139"/>
                    <a:pt x="103" y="140"/>
                    <a:pt x="103" y="142"/>
                  </a:cubicBezTo>
                  <a:cubicBezTo>
                    <a:pt x="102" y="143"/>
                    <a:pt x="102" y="145"/>
                    <a:pt x="101" y="147"/>
                  </a:cubicBezTo>
                  <a:cubicBezTo>
                    <a:pt x="99" y="149"/>
                    <a:pt x="99" y="151"/>
                    <a:pt x="98" y="152"/>
                  </a:cubicBezTo>
                  <a:cubicBezTo>
                    <a:pt x="98" y="155"/>
                    <a:pt x="97" y="157"/>
                    <a:pt x="95" y="158"/>
                  </a:cubicBezTo>
                  <a:cubicBezTo>
                    <a:pt x="94" y="159"/>
                    <a:pt x="92" y="160"/>
                    <a:pt x="90" y="161"/>
                  </a:cubicBezTo>
                  <a:cubicBezTo>
                    <a:pt x="88" y="162"/>
                    <a:pt x="86" y="164"/>
                    <a:pt x="84" y="165"/>
                  </a:cubicBezTo>
                  <a:cubicBezTo>
                    <a:pt x="83" y="167"/>
                    <a:pt x="79" y="173"/>
                    <a:pt x="76" y="177"/>
                  </a:cubicBezTo>
                  <a:cubicBezTo>
                    <a:pt x="75" y="180"/>
                    <a:pt x="73" y="182"/>
                    <a:pt x="73" y="183"/>
                  </a:cubicBezTo>
                  <a:cubicBezTo>
                    <a:pt x="71" y="185"/>
                    <a:pt x="69" y="185"/>
                    <a:pt x="66" y="185"/>
                  </a:cubicBezTo>
                  <a:cubicBezTo>
                    <a:pt x="65" y="185"/>
                    <a:pt x="65" y="185"/>
                    <a:pt x="65" y="185"/>
                  </a:cubicBezTo>
                  <a:cubicBezTo>
                    <a:pt x="64" y="185"/>
                    <a:pt x="62" y="186"/>
                    <a:pt x="60" y="187"/>
                  </a:cubicBezTo>
                  <a:cubicBezTo>
                    <a:pt x="58" y="187"/>
                    <a:pt x="57" y="188"/>
                    <a:pt x="55" y="188"/>
                  </a:cubicBezTo>
                  <a:cubicBezTo>
                    <a:pt x="51" y="189"/>
                    <a:pt x="50" y="188"/>
                    <a:pt x="48" y="186"/>
                  </a:cubicBezTo>
                  <a:cubicBezTo>
                    <a:pt x="48" y="186"/>
                    <a:pt x="47" y="186"/>
                    <a:pt x="47" y="185"/>
                  </a:cubicBezTo>
                  <a:cubicBezTo>
                    <a:pt x="45" y="184"/>
                    <a:pt x="44" y="183"/>
                    <a:pt x="43" y="183"/>
                  </a:cubicBezTo>
                  <a:cubicBezTo>
                    <a:pt x="43" y="183"/>
                    <a:pt x="42" y="183"/>
                    <a:pt x="41" y="184"/>
                  </a:cubicBezTo>
                  <a:cubicBezTo>
                    <a:pt x="40" y="185"/>
                    <a:pt x="38" y="187"/>
                    <a:pt x="36" y="190"/>
                  </a:cubicBezTo>
                  <a:cubicBezTo>
                    <a:pt x="32" y="194"/>
                    <a:pt x="28" y="200"/>
                    <a:pt x="26" y="201"/>
                  </a:cubicBezTo>
                  <a:cubicBezTo>
                    <a:pt x="25" y="202"/>
                    <a:pt x="25" y="204"/>
                    <a:pt x="25" y="205"/>
                  </a:cubicBezTo>
                  <a:cubicBezTo>
                    <a:pt x="25" y="206"/>
                    <a:pt x="26" y="207"/>
                    <a:pt x="26" y="208"/>
                  </a:cubicBezTo>
                  <a:cubicBezTo>
                    <a:pt x="26" y="208"/>
                    <a:pt x="28" y="209"/>
                    <a:pt x="30" y="210"/>
                  </a:cubicBezTo>
                  <a:cubicBezTo>
                    <a:pt x="33" y="211"/>
                    <a:pt x="37" y="212"/>
                    <a:pt x="37" y="214"/>
                  </a:cubicBezTo>
                  <a:cubicBezTo>
                    <a:pt x="37" y="214"/>
                    <a:pt x="37" y="214"/>
                    <a:pt x="37" y="214"/>
                  </a:cubicBezTo>
                  <a:cubicBezTo>
                    <a:pt x="38" y="215"/>
                    <a:pt x="38" y="216"/>
                    <a:pt x="38" y="218"/>
                  </a:cubicBezTo>
                  <a:cubicBezTo>
                    <a:pt x="38" y="219"/>
                    <a:pt x="37" y="220"/>
                    <a:pt x="37" y="222"/>
                  </a:cubicBezTo>
                  <a:cubicBezTo>
                    <a:pt x="37" y="224"/>
                    <a:pt x="38" y="226"/>
                    <a:pt x="38" y="227"/>
                  </a:cubicBezTo>
                  <a:cubicBezTo>
                    <a:pt x="39" y="229"/>
                    <a:pt x="39" y="230"/>
                    <a:pt x="40" y="231"/>
                  </a:cubicBezTo>
                  <a:cubicBezTo>
                    <a:pt x="41" y="231"/>
                    <a:pt x="42" y="231"/>
                    <a:pt x="44" y="231"/>
                  </a:cubicBezTo>
                  <a:cubicBezTo>
                    <a:pt x="46" y="231"/>
                    <a:pt x="48" y="231"/>
                    <a:pt x="49" y="232"/>
                  </a:cubicBezTo>
                  <a:cubicBezTo>
                    <a:pt x="50" y="232"/>
                    <a:pt x="52" y="238"/>
                    <a:pt x="54" y="243"/>
                  </a:cubicBezTo>
                  <a:cubicBezTo>
                    <a:pt x="56" y="248"/>
                    <a:pt x="58" y="253"/>
                    <a:pt x="57" y="255"/>
                  </a:cubicBezTo>
                  <a:cubicBezTo>
                    <a:pt x="57" y="256"/>
                    <a:pt x="57" y="256"/>
                    <a:pt x="57" y="256"/>
                  </a:cubicBezTo>
                  <a:cubicBezTo>
                    <a:pt x="57" y="258"/>
                    <a:pt x="56" y="259"/>
                    <a:pt x="57" y="260"/>
                  </a:cubicBezTo>
                  <a:cubicBezTo>
                    <a:pt x="57" y="260"/>
                    <a:pt x="57" y="261"/>
                    <a:pt x="57" y="261"/>
                  </a:cubicBezTo>
                  <a:cubicBezTo>
                    <a:pt x="57" y="262"/>
                    <a:pt x="57" y="263"/>
                    <a:pt x="56" y="264"/>
                  </a:cubicBezTo>
                  <a:cubicBezTo>
                    <a:pt x="55" y="264"/>
                    <a:pt x="54" y="265"/>
                    <a:pt x="53" y="265"/>
                  </a:cubicBezTo>
                  <a:cubicBezTo>
                    <a:pt x="52" y="265"/>
                    <a:pt x="51" y="265"/>
                    <a:pt x="50" y="266"/>
                  </a:cubicBezTo>
                  <a:cubicBezTo>
                    <a:pt x="47" y="266"/>
                    <a:pt x="47" y="264"/>
                    <a:pt x="46" y="263"/>
                  </a:cubicBezTo>
                  <a:cubicBezTo>
                    <a:pt x="46" y="262"/>
                    <a:pt x="45" y="261"/>
                    <a:pt x="45" y="261"/>
                  </a:cubicBezTo>
                  <a:cubicBezTo>
                    <a:pt x="43" y="261"/>
                    <a:pt x="42" y="263"/>
                    <a:pt x="40" y="264"/>
                  </a:cubicBezTo>
                  <a:cubicBezTo>
                    <a:pt x="38" y="265"/>
                    <a:pt x="36" y="266"/>
                    <a:pt x="34" y="266"/>
                  </a:cubicBezTo>
                  <a:cubicBezTo>
                    <a:pt x="33" y="266"/>
                    <a:pt x="29" y="266"/>
                    <a:pt x="25" y="265"/>
                  </a:cubicBezTo>
                  <a:cubicBezTo>
                    <a:pt x="25" y="265"/>
                    <a:pt x="25" y="265"/>
                    <a:pt x="25" y="265"/>
                  </a:cubicBezTo>
                  <a:cubicBezTo>
                    <a:pt x="18" y="264"/>
                    <a:pt x="10" y="263"/>
                    <a:pt x="9" y="264"/>
                  </a:cubicBezTo>
                  <a:cubicBezTo>
                    <a:pt x="9" y="264"/>
                    <a:pt x="9" y="264"/>
                    <a:pt x="9" y="265"/>
                  </a:cubicBezTo>
                  <a:cubicBezTo>
                    <a:pt x="9" y="265"/>
                    <a:pt x="9" y="266"/>
                    <a:pt x="8" y="267"/>
                  </a:cubicBezTo>
                  <a:cubicBezTo>
                    <a:pt x="7" y="269"/>
                    <a:pt x="5" y="270"/>
                    <a:pt x="3" y="270"/>
                  </a:cubicBezTo>
                  <a:cubicBezTo>
                    <a:pt x="2" y="270"/>
                    <a:pt x="1" y="271"/>
                    <a:pt x="1" y="271"/>
                  </a:cubicBezTo>
                  <a:cubicBezTo>
                    <a:pt x="0" y="272"/>
                    <a:pt x="0" y="272"/>
                    <a:pt x="0" y="273"/>
                  </a:cubicBezTo>
                  <a:cubicBezTo>
                    <a:pt x="1" y="272"/>
                    <a:pt x="2" y="271"/>
                    <a:pt x="4" y="271"/>
                  </a:cubicBezTo>
                  <a:cubicBezTo>
                    <a:pt x="6" y="270"/>
                    <a:pt x="8" y="271"/>
                    <a:pt x="8" y="273"/>
                  </a:cubicBezTo>
                  <a:cubicBezTo>
                    <a:pt x="7" y="275"/>
                    <a:pt x="2" y="276"/>
                    <a:pt x="2" y="279"/>
                  </a:cubicBezTo>
                  <a:cubicBezTo>
                    <a:pt x="2" y="282"/>
                    <a:pt x="3" y="283"/>
                    <a:pt x="4" y="286"/>
                  </a:cubicBezTo>
                  <a:cubicBezTo>
                    <a:pt x="5" y="289"/>
                    <a:pt x="6" y="289"/>
                    <a:pt x="10" y="291"/>
                  </a:cubicBezTo>
                  <a:cubicBezTo>
                    <a:pt x="14" y="293"/>
                    <a:pt x="14" y="293"/>
                    <a:pt x="15" y="294"/>
                  </a:cubicBezTo>
                  <a:cubicBezTo>
                    <a:pt x="17" y="295"/>
                    <a:pt x="17" y="295"/>
                    <a:pt x="21" y="296"/>
                  </a:cubicBezTo>
                  <a:cubicBezTo>
                    <a:pt x="24" y="296"/>
                    <a:pt x="27" y="297"/>
                    <a:pt x="30" y="296"/>
                  </a:cubicBezTo>
                  <a:cubicBezTo>
                    <a:pt x="32" y="295"/>
                    <a:pt x="32" y="294"/>
                    <a:pt x="34" y="293"/>
                  </a:cubicBezTo>
                  <a:cubicBezTo>
                    <a:pt x="36" y="292"/>
                    <a:pt x="38" y="293"/>
                    <a:pt x="40" y="292"/>
                  </a:cubicBezTo>
                  <a:cubicBezTo>
                    <a:pt x="42" y="291"/>
                    <a:pt x="43" y="289"/>
                    <a:pt x="43" y="290"/>
                  </a:cubicBezTo>
                  <a:cubicBezTo>
                    <a:pt x="43" y="291"/>
                    <a:pt x="42" y="292"/>
                    <a:pt x="41" y="293"/>
                  </a:cubicBezTo>
                  <a:cubicBezTo>
                    <a:pt x="40" y="295"/>
                    <a:pt x="40" y="296"/>
                    <a:pt x="38" y="298"/>
                  </a:cubicBezTo>
                  <a:cubicBezTo>
                    <a:pt x="37" y="300"/>
                    <a:pt x="36" y="301"/>
                    <a:pt x="33" y="302"/>
                  </a:cubicBezTo>
                  <a:cubicBezTo>
                    <a:pt x="31" y="303"/>
                    <a:pt x="31" y="303"/>
                    <a:pt x="28" y="304"/>
                  </a:cubicBezTo>
                  <a:cubicBezTo>
                    <a:pt x="25" y="304"/>
                    <a:pt x="26" y="305"/>
                    <a:pt x="23" y="306"/>
                  </a:cubicBezTo>
                  <a:cubicBezTo>
                    <a:pt x="20" y="307"/>
                    <a:pt x="19" y="307"/>
                    <a:pt x="19" y="306"/>
                  </a:cubicBezTo>
                  <a:cubicBezTo>
                    <a:pt x="18" y="306"/>
                    <a:pt x="16" y="304"/>
                    <a:pt x="14" y="304"/>
                  </a:cubicBezTo>
                  <a:cubicBezTo>
                    <a:pt x="13" y="304"/>
                    <a:pt x="12" y="307"/>
                    <a:pt x="13" y="309"/>
                  </a:cubicBezTo>
                  <a:cubicBezTo>
                    <a:pt x="14" y="310"/>
                    <a:pt x="17" y="314"/>
                    <a:pt x="20" y="317"/>
                  </a:cubicBezTo>
                  <a:cubicBezTo>
                    <a:pt x="23" y="320"/>
                    <a:pt x="29" y="325"/>
                    <a:pt x="32" y="329"/>
                  </a:cubicBezTo>
                  <a:cubicBezTo>
                    <a:pt x="35" y="332"/>
                    <a:pt x="45" y="339"/>
                    <a:pt x="49" y="339"/>
                  </a:cubicBezTo>
                  <a:cubicBezTo>
                    <a:pt x="54" y="339"/>
                    <a:pt x="57" y="339"/>
                    <a:pt x="62" y="337"/>
                  </a:cubicBezTo>
                  <a:cubicBezTo>
                    <a:pt x="68" y="335"/>
                    <a:pt x="72" y="332"/>
                    <a:pt x="74" y="330"/>
                  </a:cubicBezTo>
                  <a:cubicBezTo>
                    <a:pt x="76" y="328"/>
                    <a:pt x="78" y="327"/>
                    <a:pt x="79" y="326"/>
                  </a:cubicBezTo>
                  <a:cubicBezTo>
                    <a:pt x="80" y="325"/>
                    <a:pt x="80" y="321"/>
                    <a:pt x="79" y="320"/>
                  </a:cubicBezTo>
                  <a:cubicBezTo>
                    <a:pt x="79" y="319"/>
                    <a:pt x="76" y="317"/>
                    <a:pt x="76" y="315"/>
                  </a:cubicBezTo>
                  <a:cubicBezTo>
                    <a:pt x="77" y="313"/>
                    <a:pt x="79" y="313"/>
                    <a:pt x="80" y="311"/>
                  </a:cubicBezTo>
                  <a:cubicBezTo>
                    <a:pt x="80" y="309"/>
                    <a:pt x="79" y="310"/>
                    <a:pt x="79" y="308"/>
                  </a:cubicBezTo>
                  <a:cubicBezTo>
                    <a:pt x="79" y="306"/>
                    <a:pt x="81" y="307"/>
                    <a:pt x="84" y="307"/>
                  </a:cubicBezTo>
                  <a:cubicBezTo>
                    <a:pt x="87" y="306"/>
                    <a:pt x="92" y="307"/>
                    <a:pt x="92" y="308"/>
                  </a:cubicBezTo>
                  <a:cubicBezTo>
                    <a:pt x="91" y="310"/>
                    <a:pt x="87" y="311"/>
                    <a:pt x="86" y="312"/>
                  </a:cubicBezTo>
                  <a:cubicBezTo>
                    <a:pt x="85" y="313"/>
                    <a:pt x="86" y="318"/>
                    <a:pt x="87" y="319"/>
                  </a:cubicBezTo>
                  <a:cubicBezTo>
                    <a:pt x="89" y="320"/>
                    <a:pt x="95" y="319"/>
                    <a:pt x="94" y="320"/>
                  </a:cubicBezTo>
                  <a:cubicBezTo>
                    <a:pt x="93" y="322"/>
                    <a:pt x="89" y="324"/>
                    <a:pt x="87" y="326"/>
                  </a:cubicBezTo>
                  <a:cubicBezTo>
                    <a:pt x="86" y="328"/>
                    <a:pt x="87" y="329"/>
                    <a:pt x="88" y="332"/>
                  </a:cubicBezTo>
                  <a:cubicBezTo>
                    <a:pt x="89" y="335"/>
                    <a:pt x="92" y="335"/>
                    <a:pt x="92" y="338"/>
                  </a:cubicBezTo>
                  <a:cubicBezTo>
                    <a:pt x="93" y="340"/>
                    <a:pt x="92" y="342"/>
                    <a:pt x="92" y="345"/>
                  </a:cubicBezTo>
                  <a:cubicBezTo>
                    <a:pt x="92" y="349"/>
                    <a:pt x="90" y="349"/>
                    <a:pt x="90" y="352"/>
                  </a:cubicBezTo>
                  <a:cubicBezTo>
                    <a:pt x="90" y="354"/>
                    <a:pt x="90" y="363"/>
                    <a:pt x="90" y="365"/>
                  </a:cubicBezTo>
                  <a:cubicBezTo>
                    <a:pt x="90" y="367"/>
                    <a:pt x="92" y="368"/>
                    <a:pt x="92" y="369"/>
                  </a:cubicBezTo>
                  <a:cubicBezTo>
                    <a:pt x="93" y="371"/>
                    <a:pt x="93" y="372"/>
                    <a:pt x="93" y="374"/>
                  </a:cubicBezTo>
                  <a:cubicBezTo>
                    <a:pt x="93" y="375"/>
                    <a:pt x="93" y="376"/>
                    <a:pt x="93" y="379"/>
                  </a:cubicBezTo>
                  <a:cubicBezTo>
                    <a:pt x="93" y="381"/>
                    <a:pt x="95" y="385"/>
                    <a:pt x="95" y="388"/>
                  </a:cubicBezTo>
                  <a:cubicBezTo>
                    <a:pt x="96" y="391"/>
                    <a:pt x="95" y="391"/>
                    <a:pt x="95" y="394"/>
                  </a:cubicBezTo>
                  <a:cubicBezTo>
                    <a:pt x="95" y="396"/>
                    <a:pt x="94" y="400"/>
                    <a:pt x="96" y="404"/>
                  </a:cubicBezTo>
                  <a:cubicBezTo>
                    <a:pt x="98" y="409"/>
                    <a:pt x="102" y="422"/>
                    <a:pt x="102" y="429"/>
                  </a:cubicBezTo>
                  <a:cubicBezTo>
                    <a:pt x="103" y="436"/>
                    <a:pt x="103" y="436"/>
                    <a:pt x="106" y="441"/>
                  </a:cubicBezTo>
                  <a:cubicBezTo>
                    <a:pt x="109" y="446"/>
                    <a:pt x="113" y="450"/>
                    <a:pt x="114" y="452"/>
                  </a:cubicBezTo>
                  <a:cubicBezTo>
                    <a:pt x="115" y="455"/>
                    <a:pt x="113" y="454"/>
                    <a:pt x="113" y="456"/>
                  </a:cubicBezTo>
                  <a:cubicBezTo>
                    <a:pt x="113" y="458"/>
                    <a:pt x="117" y="460"/>
                    <a:pt x="117" y="464"/>
                  </a:cubicBezTo>
                  <a:cubicBezTo>
                    <a:pt x="117" y="468"/>
                    <a:pt x="121" y="469"/>
                    <a:pt x="124" y="473"/>
                  </a:cubicBezTo>
                  <a:cubicBezTo>
                    <a:pt x="127" y="477"/>
                    <a:pt x="126" y="478"/>
                    <a:pt x="126" y="481"/>
                  </a:cubicBezTo>
                  <a:cubicBezTo>
                    <a:pt x="126" y="485"/>
                    <a:pt x="128" y="486"/>
                    <a:pt x="130" y="492"/>
                  </a:cubicBezTo>
                  <a:cubicBezTo>
                    <a:pt x="133" y="499"/>
                    <a:pt x="133" y="498"/>
                    <a:pt x="134" y="503"/>
                  </a:cubicBezTo>
                  <a:cubicBezTo>
                    <a:pt x="136" y="507"/>
                    <a:pt x="134" y="507"/>
                    <a:pt x="134" y="510"/>
                  </a:cubicBezTo>
                  <a:cubicBezTo>
                    <a:pt x="135" y="513"/>
                    <a:pt x="136" y="515"/>
                    <a:pt x="137" y="519"/>
                  </a:cubicBezTo>
                  <a:cubicBezTo>
                    <a:pt x="139" y="523"/>
                    <a:pt x="142" y="526"/>
                    <a:pt x="147" y="531"/>
                  </a:cubicBezTo>
                  <a:cubicBezTo>
                    <a:pt x="151" y="536"/>
                    <a:pt x="152" y="538"/>
                    <a:pt x="153" y="542"/>
                  </a:cubicBezTo>
                  <a:cubicBezTo>
                    <a:pt x="154" y="546"/>
                    <a:pt x="156" y="549"/>
                    <a:pt x="157" y="555"/>
                  </a:cubicBezTo>
                  <a:cubicBezTo>
                    <a:pt x="158" y="560"/>
                    <a:pt x="163" y="565"/>
                    <a:pt x="164" y="568"/>
                  </a:cubicBezTo>
                  <a:cubicBezTo>
                    <a:pt x="165" y="570"/>
                    <a:pt x="166" y="572"/>
                    <a:pt x="166" y="574"/>
                  </a:cubicBezTo>
                  <a:cubicBezTo>
                    <a:pt x="166" y="575"/>
                    <a:pt x="164" y="574"/>
                    <a:pt x="165" y="576"/>
                  </a:cubicBezTo>
                  <a:cubicBezTo>
                    <a:pt x="165" y="578"/>
                    <a:pt x="165" y="580"/>
                    <a:pt x="166" y="582"/>
                  </a:cubicBezTo>
                  <a:cubicBezTo>
                    <a:pt x="167" y="584"/>
                    <a:pt x="170" y="585"/>
                    <a:pt x="170" y="587"/>
                  </a:cubicBezTo>
                  <a:cubicBezTo>
                    <a:pt x="170" y="590"/>
                    <a:pt x="170" y="590"/>
                    <a:pt x="170" y="592"/>
                  </a:cubicBezTo>
                  <a:cubicBezTo>
                    <a:pt x="171" y="594"/>
                    <a:pt x="174" y="597"/>
                    <a:pt x="180" y="603"/>
                  </a:cubicBezTo>
                  <a:cubicBezTo>
                    <a:pt x="185" y="608"/>
                    <a:pt x="186" y="607"/>
                    <a:pt x="188" y="607"/>
                  </a:cubicBezTo>
                  <a:cubicBezTo>
                    <a:pt x="191" y="607"/>
                    <a:pt x="194" y="604"/>
                    <a:pt x="197" y="602"/>
                  </a:cubicBezTo>
                  <a:cubicBezTo>
                    <a:pt x="201" y="601"/>
                    <a:pt x="202" y="598"/>
                    <a:pt x="201" y="596"/>
                  </a:cubicBezTo>
                  <a:cubicBezTo>
                    <a:pt x="201" y="593"/>
                    <a:pt x="204" y="591"/>
                    <a:pt x="206" y="587"/>
                  </a:cubicBezTo>
                  <a:cubicBezTo>
                    <a:pt x="208" y="583"/>
                    <a:pt x="212" y="584"/>
                    <a:pt x="216" y="584"/>
                  </a:cubicBezTo>
                  <a:cubicBezTo>
                    <a:pt x="220" y="584"/>
                    <a:pt x="227" y="585"/>
                    <a:pt x="228" y="584"/>
                  </a:cubicBezTo>
                  <a:cubicBezTo>
                    <a:pt x="230" y="583"/>
                    <a:pt x="227" y="582"/>
                    <a:pt x="223" y="580"/>
                  </a:cubicBezTo>
                  <a:cubicBezTo>
                    <a:pt x="219" y="578"/>
                    <a:pt x="219" y="578"/>
                    <a:pt x="220" y="575"/>
                  </a:cubicBezTo>
                  <a:cubicBezTo>
                    <a:pt x="221" y="572"/>
                    <a:pt x="222" y="570"/>
                    <a:pt x="225" y="568"/>
                  </a:cubicBezTo>
                  <a:cubicBezTo>
                    <a:pt x="227" y="566"/>
                    <a:pt x="225" y="562"/>
                    <a:pt x="227" y="561"/>
                  </a:cubicBezTo>
                  <a:cubicBezTo>
                    <a:pt x="229" y="560"/>
                    <a:pt x="232" y="560"/>
                    <a:pt x="235" y="560"/>
                  </a:cubicBezTo>
                  <a:cubicBezTo>
                    <a:pt x="237" y="560"/>
                    <a:pt x="236" y="558"/>
                    <a:pt x="237" y="553"/>
                  </a:cubicBezTo>
                  <a:cubicBezTo>
                    <a:pt x="237" y="547"/>
                    <a:pt x="238" y="546"/>
                    <a:pt x="237" y="544"/>
                  </a:cubicBezTo>
                  <a:cubicBezTo>
                    <a:pt x="235" y="542"/>
                    <a:pt x="234" y="542"/>
                    <a:pt x="233" y="541"/>
                  </a:cubicBezTo>
                  <a:cubicBezTo>
                    <a:pt x="233" y="539"/>
                    <a:pt x="236" y="538"/>
                    <a:pt x="236" y="535"/>
                  </a:cubicBezTo>
                  <a:cubicBezTo>
                    <a:pt x="236" y="532"/>
                    <a:pt x="235" y="526"/>
                    <a:pt x="241" y="519"/>
                  </a:cubicBezTo>
                  <a:cubicBezTo>
                    <a:pt x="246" y="512"/>
                    <a:pt x="246" y="513"/>
                    <a:pt x="246" y="508"/>
                  </a:cubicBezTo>
                  <a:cubicBezTo>
                    <a:pt x="246" y="503"/>
                    <a:pt x="246" y="508"/>
                    <a:pt x="246" y="504"/>
                  </a:cubicBezTo>
                  <a:cubicBezTo>
                    <a:pt x="245" y="501"/>
                    <a:pt x="246" y="500"/>
                    <a:pt x="245" y="498"/>
                  </a:cubicBezTo>
                  <a:cubicBezTo>
                    <a:pt x="245" y="496"/>
                    <a:pt x="245" y="495"/>
                    <a:pt x="245" y="493"/>
                  </a:cubicBezTo>
                  <a:cubicBezTo>
                    <a:pt x="244" y="492"/>
                    <a:pt x="244" y="490"/>
                    <a:pt x="243" y="489"/>
                  </a:cubicBezTo>
                  <a:cubicBezTo>
                    <a:pt x="243" y="487"/>
                    <a:pt x="244" y="485"/>
                    <a:pt x="243" y="484"/>
                  </a:cubicBezTo>
                  <a:cubicBezTo>
                    <a:pt x="242" y="482"/>
                    <a:pt x="241" y="480"/>
                    <a:pt x="241" y="478"/>
                  </a:cubicBezTo>
                  <a:cubicBezTo>
                    <a:pt x="240" y="476"/>
                    <a:pt x="241" y="474"/>
                    <a:pt x="242" y="470"/>
                  </a:cubicBezTo>
                  <a:cubicBezTo>
                    <a:pt x="243" y="465"/>
                    <a:pt x="241" y="461"/>
                    <a:pt x="241" y="459"/>
                  </a:cubicBezTo>
                  <a:cubicBezTo>
                    <a:pt x="241" y="457"/>
                    <a:pt x="243" y="456"/>
                    <a:pt x="244" y="452"/>
                  </a:cubicBezTo>
                  <a:cubicBezTo>
                    <a:pt x="244" y="449"/>
                    <a:pt x="247" y="447"/>
                    <a:pt x="249" y="446"/>
                  </a:cubicBezTo>
                  <a:cubicBezTo>
                    <a:pt x="250" y="445"/>
                    <a:pt x="253" y="445"/>
                    <a:pt x="255" y="445"/>
                  </a:cubicBezTo>
                  <a:cubicBezTo>
                    <a:pt x="257" y="445"/>
                    <a:pt x="256" y="443"/>
                    <a:pt x="259" y="443"/>
                  </a:cubicBezTo>
                  <a:cubicBezTo>
                    <a:pt x="261" y="443"/>
                    <a:pt x="260" y="444"/>
                    <a:pt x="261" y="445"/>
                  </a:cubicBezTo>
                  <a:cubicBezTo>
                    <a:pt x="263" y="445"/>
                    <a:pt x="263" y="444"/>
                    <a:pt x="263" y="442"/>
                  </a:cubicBezTo>
                  <a:cubicBezTo>
                    <a:pt x="264" y="440"/>
                    <a:pt x="266" y="436"/>
                    <a:pt x="267" y="434"/>
                  </a:cubicBezTo>
                  <a:cubicBezTo>
                    <a:pt x="269" y="433"/>
                    <a:pt x="270" y="434"/>
                    <a:pt x="273" y="434"/>
                  </a:cubicBezTo>
                  <a:cubicBezTo>
                    <a:pt x="276" y="434"/>
                    <a:pt x="281" y="433"/>
                    <a:pt x="283" y="431"/>
                  </a:cubicBezTo>
                  <a:cubicBezTo>
                    <a:pt x="285" y="429"/>
                    <a:pt x="286" y="429"/>
                    <a:pt x="287" y="427"/>
                  </a:cubicBezTo>
                  <a:cubicBezTo>
                    <a:pt x="288" y="426"/>
                    <a:pt x="288" y="424"/>
                    <a:pt x="288" y="423"/>
                  </a:cubicBezTo>
                  <a:cubicBezTo>
                    <a:pt x="287" y="421"/>
                    <a:pt x="288" y="419"/>
                    <a:pt x="290" y="417"/>
                  </a:cubicBezTo>
                  <a:cubicBezTo>
                    <a:pt x="292" y="415"/>
                    <a:pt x="299" y="411"/>
                    <a:pt x="301" y="410"/>
                  </a:cubicBezTo>
                  <a:cubicBezTo>
                    <a:pt x="302" y="409"/>
                    <a:pt x="309" y="407"/>
                    <a:pt x="310" y="404"/>
                  </a:cubicBezTo>
                  <a:cubicBezTo>
                    <a:pt x="311" y="402"/>
                    <a:pt x="315" y="397"/>
                    <a:pt x="316" y="396"/>
                  </a:cubicBezTo>
                  <a:cubicBezTo>
                    <a:pt x="318" y="394"/>
                    <a:pt x="325" y="393"/>
                    <a:pt x="326" y="391"/>
                  </a:cubicBezTo>
                  <a:cubicBezTo>
                    <a:pt x="327" y="389"/>
                    <a:pt x="331" y="386"/>
                    <a:pt x="333" y="382"/>
                  </a:cubicBezTo>
                  <a:cubicBezTo>
                    <a:pt x="335" y="379"/>
                    <a:pt x="339" y="376"/>
                    <a:pt x="341" y="374"/>
                  </a:cubicBezTo>
                  <a:cubicBezTo>
                    <a:pt x="343" y="371"/>
                    <a:pt x="348" y="369"/>
                    <a:pt x="349" y="368"/>
                  </a:cubicBezTo>
                  <a:cubicBezTo>
                    <a:pt x="350" y="367"/>
                    <a:pt x="351" y="366"/>
                    <a:pt x="350" y="365"/>
                  </a:cubicBezTo>
                  <a:cubicBezTo>
                    <a:pt x="349" y="365"/>
                    <a:pt x="348" y="362"/>
                    <a:pt x="350" y="361"/>
                  </a:cubicBezTo>
                  <a:cubicBezTo>
                    <a:pt x="352" y="359"/>
                    <a:pt x="354" y="361"/>
                    <a:pt x="356" y="362"/>
                  </a:cubicBezTo>
                  <a:cubicBezTo>
                    <a:pt x="358" y="362"/>
                    <a:pt x="360" y="361"/>
                    <a:pt x="363" y="360"/>
                  </a:cubicBezTo>
                  <a:cubicBezTo>
                    <a:pt x="365" y="360"/>
                    <a:pt x="369" y="358"/>
                    <a:pt x="369" y="356"/>
                  </a:cubicBezTo>
                  <a:cubicBezTo>
                    <a:pt x="369" y="355"/>
                    <a:pt x="368" y="354"/>
                    <a:pt x="369" y="354"/>
                  </a:cubicBezTo>
                  <a:cubicBezTo>
                    <a:pt x="370" y="354"/>
                    <a:pt x="371" y="356"/>
                    <a:pt x="372" y="356"/>
                  </a:cubicBezTo>
                  <a:cubicBezTo>
                    <a:pt x="373" y="356"/>
                    <a:pt x="378" y="349"/>
                    <a:pt x="380" y="347"/>
                  </a:cubicBezTo>
                  <a:cubicBezTo>
                    <a:pt x="382" y="346"/>
                    <a:pt x="385" y="342"/>
                    <a:pt x="384" y="340"/>
                  </a:cubicBezTo>
                  <a:cubicBezTo>
                    <a:pt x="384" y="339"/>
                    <a:pt x="384" y="337"/>
                    <a:pt x="383" y="334"/>
                  </a:cubicBezTo>
                  <a:cubicBezTo>
                    <a:pt x="383" y="332"/>
                    <a:pt x="383" y="329"/>
                    <a:pt x="383" y="327"/>
                  </a:cubicBezTo>
                  <a:cubicBezTo>
                    <a:pt x="383" y="324"/>
                    <a:pt x="387" y="324"/>
                    <a:pt x="389" y="322"/>
                  </a:cubicBezTo>
                  <a:cubicBezTo>
                    <a:pt x="392" y="321"/>
                    <a:pt x="393" y="321"/>
                    <a:pt x="399" y="319"/>
                  </a:cubicBezTo>
                  <a:cubicBezTo>
                    <a:pt x="405" y="317"/>
                    <a:pt x="404" y="316"/>
                    <a:pt x="405" y="315"/>
                  </a:cubicBezTo>
                  <a:cubicBezTo>
                    <a:pt x="407" y="314"/>
                    <a:pt x="407" y="312"/>
                    <a:pt x="406" y="311"/>
                  </a:cubicBezTo>
                  <a:cubicBezTo>
                    <a:pt x="405" y="310"/>
                    <a:pt x="404" y="308"/>
                    <a:pt x="405" y="307"/>
                  </a:cubicBezTo>
                  <a:cubicBezTo>
                    <a:pt x="405" y="306"/>
                    <a:pt x="408" y="309"/>
                    <a:pt x="409" y="311"/>
                  </a:cubicBezTo>
                  <a:cubicBezTo>
                    <a:pt x="410" y="312"/>
                    <a:pt x="409" y="313"/>
                    <a:pt x="409" y="314"/>
                  </a:cubicBezTo>
                  <a:cubicBezTo>
                    <a:pt x="409" y="316"/>
                    <a:pt x="409" y="318"/>
                    <a:pt x="409" y="320"/>
                  </a:cubicBezTo>
                  <a:cubicBezTo>
                    <a:pt x="409" y="322"/>
                    <a:pt x="411" y="321"/>
                    <a:pt x="413" y="321"/>
                  </a:cubicBezTo>
                  <a:cubicBezTo>
                    <a:pt x="415" y="321"/>
                    <a:pt x="416" y="321"/>
                    <a:pt x="416" y="319"/>
                  </a:cubicBezTo>
                  <a:cubicBezTo>
                    <a:pt x="417" y="317"/>
                    <a:pt x="416" y="316"/>
                    <a:pt x="416" y="314"/>
                  </a:cubicBezTo>
                  <a:cubicBezTo>
                    <a:pt x="416" y="312"/>
                    <a:pt x="419" y="312"/>
                    <a:pt x="420" y="312"/>
                  </a:cubicBezTo>
                  <a:cubicBezTo>
                    <a:pt x="420" y="313"/>
                    <a:pt x="420" y="316"/>
                    <a:pt x="420" y="317"/>
                  </a:cubicBezTo>
                  <a:cubicBezTo>
                    <a:pt x="419" y="319"/>
                    <a:pt x="420" y="321"/>
                    <a:pt x="421" y="322"/>
                  </a:cubicBezTo>
                  <a:cubicBezTo>
                    <a:pt x="421" y="322"/>
                    <a:pt x="423" y="321"/>
                    <a:pt x="425" y="321"/>
                  </a:cubicBezTo>
                  <a:cubicBezTo>
                    <a:pt x="426" y="321"/>
                    <a:pt x="426" y="321"/>
                    <a:pt x="427" y="321"/>
                  </a:cubicBezTo>
                  <a:cubicBezTo>
                    <a:pt x="427" y="320"/>
                    <a:pt x="427" y="319"/>
                    <a:pt x="427" y="31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4" name="Freeform 281">
              <a:extLst>
                <a:ext uri="{FF2B5EF4-FFF2-40B4-BE49-F238E27FC236}">
                  <a16:creationId xmlns:a16="http://schemas.microsoft.com/office/drawing/2014/main" id="{8FA27E05-530B-419A-9D76-B264C213F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7128" y="2768037"/>
              <a:ext cx="7052" cy="8462"/>
            </a:xfrm>
            <a:custGeom>
              <a:avLst/>
              <a:gdLst>
                <a:gd name="T0" fmla="*/ 5 w 7"/>
                <a:gd name="T1" fmla="*/ 1 h 8"/>
                <a:gd name="T2" fmla="*/ 1 w 7"/>
                <a:gd name="T3" fmla="*/ 4 h 8"/>
                <a:gd name="T4" fmla="*/ 1 w 7"/>
                <a:gd name="T5" fmla="*/ 7 h 8"/>
                <a:gd name="T6" fmla="*/ 5 w 7"/>
                <a:gd name="T7" fmla="*/ 7 h 8"/>
                <a:gd name="T8" fmla="*/ 6 w 7"/>
                <a:gd name="T9" fmla="*/ 3 h 8"/>
                <a:gd name="T10" fmla="*/ 5 w 7"/>
                <a:gd name="T11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8">
                  <a:moveTo>
                    <a:pt x="5" y="1"/>
                  </a:moveTo>
                  <a:cubicBezTo>
                    <a:pt x="3" y="3"/>
                    <a:pt x="2" y="4"/>
                    <a:pt x="1" y="4"/>
                  </a:cubicBezTo>
                  <a:cubicBezTo>
                    <a:pt x="0" y="5"/>
                    <a:pt x="0" y="7"/>
                    <a:pt x="1" y="7"/>
                  </a:cubicBezTo>
                  <a:cubicBezTo>
                    <a:pt x="2" y="7"/>
                    <a:pt x="4" y="8"/>
                    <a:pt x="5" y="7"/>
                  </a:cubicBezTo>
                  <a:cubicBezTo>
                    <a:pt x="5" y="5"/>
                    <a:pt x="5" y="5"/>
                    <a:pt x="6" y="3"/>
                  </a:cubicBezTo>
                  <a:cubicBezTo>
                    <a:pt x="7" y="1"/>
                    <a:pt x="7" y="0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5" name="Freeform 283">
              <a:extLst>
                <a:ext uri="{FF2B5EF4-FFF2-40B4-BE49-F238E27FC236}">
                  <a16:creationId xmlns:a16="http://schemas.microsoft.com/office/drawing/2014/main" id="{4CBCF6AF-1F45-DC7C-F828-504838651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5569" y="3476051"/>
              <a:ext cx="8462" cy="7052"/>
            </a:xfrm>
            <a:custGeom>
              <a:avLst/>
              <a:gdLst>
                <a:gd name="T0" fmla="*/ 4 w 8"/>
                <a:gd name="T1" fmla="*/ 2 h 7"/>
                <a:gd name="T2" fmla="*/ 2 w 8"/>
                <a:gd name="T3" fmla="*/ 6 h 7"/>
                <a:gd name="T4" fmla="*/ 5 w 8"/>
                <a:gd name="T5" fmla="*/ 4 h 7"/>
                <a:gd name="T6" fmla="*/ 8 w 8"/>
                <a:gd name="T7" fmla="*/ 1 h 7"/>
                <a:gd name="T8" fmla="*/ 4 w 8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4" y="2"/>
                  </a:moveTo>
                  <a:cubicBezTo>
                    <a:pt x="1" y="2"/>
                    <a:pt x="0" y="4"/>
                    <a:pt x="2" y="6"/>
                  </a:cubicBezTo>
                  <a:cubicBezTo>
                    <a:pt x="3" y="7"/>
                    <a:pt x="3" y="5"/>
                    <a:pt x="5" y="4"/>
                  </a:cubicBezTo>
                  <a:cubicBezTo>
                    <a:pt x="7" y="3"/>
                    <a:pt x="8" y="1"/>
                    <a:pt x="8" y="1"/>
                  </a:cubicBezTo>
                  <a:cubicBezTo>
                    <a:pt x="8" y="1"/>
                    <a:pt x="6" y="0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6" name="Freeform 284">
              <a:extLst>
                <a:ext uri="{FF2B5EF4-FFF2-40B4-BE49-F238E27FC236}">
                  <a16:creationId xmlns:a16="http://schemas.microsoft.com/office/drawing/2014/main" id="{91029C2D-FFF6-94A4-6FBB-1EC656E03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1486" y="3193974"/>
              <a:ext cx="5642" cy="8462"/>
            </a:xfrm>
            <a:custGeom>
              <a:avLst/>
              <a:gdLst>
                <a:gd name="T0" fmla="*/ 2 w 5"/>
                <a:gd name="T1" fmla="*/ 3 h 8"/>
                <a:gd name="T2" fmla="*/ 2 w 5"/>
                <a:gd name="T3" fmla="*/ 5 h 8"/>
                <a:gd name="T4" fmla="*/ 1 w 5"/>
                <a:gd name="T5" fmla="*/ 8 h 8"/>
                <a:gd name="T6" fmla="*/ 4 w 5"/>
                <a:gd name="T7" fmla="*/ 6 h 8"/>
                <a:gd name="T8" fmla="*/ 4 w 5"/>
                <a:gd name="T9" fmla="*/ 2 h 8"/>
                <a:gd name="T10" fmla="*/ 2 w 5"/>
                <a:gd name="T11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8">
                  <a:moveTo>
                    <a:pt x="2" y="3"/>
                  </a:moveTo>
                  <a:cubicBezTo>
                    <a:pt x="2" y="4"/>
                    <a:pt x="3" y="3"/>
                    <a:pt x="2" y="5"/>
                  </a:cubicBezTo>
                  <a:cubicBezTo>
                    <a:pt x="2" y="7"/>
                    <a:pt x="0" y="8"/>
                    <a:pt x="1" y="8"/>
                  </a:cubicBezTo>
                  <a:cubicBezTo>
                    <a:pt x="3" y="8"/>
                    <a:pt x="3" y="8"/>
                    <a:pt x="4" y="6"/>
                  </a:cubicBezTo>
                  <a:cubicBezTo>
                    <a:pt x="4" y="5"/>
                    <a:pt x="5" y="3"/>
                    <a:pt x="4" y="2"/>
                  </a:cubicBezTo>
                  <a:cubicBezTo>
                    <a:pt x="4" y="1"/>
                    <a:pt x="2" y="0"/>
                    <a:pt x="2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7" name="Freeform 285">
              <a:extLst>
                <a:ext uri="{FF2B5EF4-FFF2-40B4-BE49-F238E27FC236}">
                  <a16:creationId xmlns:a16="http://schemas.microsoft.com/office/drawing/2014/main" id="{74D5929B-6E58-F6F2-C480-974E1A7AA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358" y="3301163"/>
              <a:ext cx="9873" cy="8462"/>
            </a:xfrm>
            <a:custGeom>
              <a:avLst/>
              <a:gdLst>
                <a:gd name="T0" fmla="*/ 8 w 9"/>
                <a:gd name="T1" fmla="*/ 3 h 8"/>
                <a:gd name="T2" fmla="*/ 1 w 9"/>
                <a:gd name="T3" fmla="*/ 3 h 8"/>
                <a:gd name="T4" fmla="*/ 2 w 9"/>
                <a:gd name="T5" fmla="*/ 7 h 8"/>
                <a:gd name="T6" fmla="*/ 6 w 9"/>
                <a:gd name="T7" fmla="*/ 7 h 8"/>
                <a:gd name="T8" fmla="*/ 8 w 9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8">
                  <a:moveTo>
                    <a:pt x="8" y="3"/>
                  </a:moveTo>
                  <a:cubicBezTo>
                    <a:pt x="6" y="2"/>
                    <a:pt x="3" y="0"/>
                    <a:pt x="1" y="3"/>
                  </a:cubicBezTo>
                  <a:cubicBezTo>
                    <a:pt x="1" y="5"/>
                    <a:pt x="0" y="7"/>
                    <a:pt x="2" y="7"/>
                  </a:cubicBezTo>
                  <a:cubicBezTo>
                    <a:pt x="3" y="8"/>
                    <a:pt x="4" y="8"/>
                    <a:pt x="6" y="7"/>
                  </a:cubicBezTo>
                  <a:cubicBezTo>
                    <a:pt x="8" y="5"/>
                    <a:pt x="9" y="4"/>
                    <a:pt x="8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8" name="Freeform 286">
              <a:extLst>
                <a:ext uri="{FF2B5EF4-FFF2-40B4-BE49-F238E27FC236}">
                  <a16:creationId xmlns:a16="http://schemas.microsoft.com/office/drawing/2014/main" id="{9873B69E-D6CC-AC15-7092-8DE18C9C3A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56277" y="2902023"/>
              <a:ext cx="334262" cy="267974"/>
            </a:xfrm>
            <a:custGeom>
              <a:avLst/>
              <a:gdLst>
                <a:gd name="T0" fmla="*/ 220 w 305"/>
                <a:gd name="T1" fmla="*/ 245 h 249"/>
                <a:gd name="T2" fmla="*/ 225 w 305"/>
                <a:gd name="T3" fmla="*/ 223 h 249"/>
                <a:gd name="T4" fmla="*/ 224 w 305"/>
                <a:gd name="T5" fmla="*/ 201 h 249"/>
                <a:gd name="T6" fmla="*/ 225 w 305"/>
                <a:gd name="T7" fmla="*/ 186 h 249"/>
                <a:gd name="T8" fmla="*/ 208 w 305"/>
                <a:gd name="T9" fmla="*/ 173 h 249"/>
                <a:gd name="T10" fmla="*/ 197 w 305"/>
                <a:gd name="T11" fmla="*/ 182 h 249"/>
                <a:gd name="T12" fmla="*/ 202 w 305"/>
                <a:gd name="T13" fmla="*/ 173 h 249"/>
                <a:gd name="T14" fmla="*/ 197 w 305"/>
                <a:gd name="T15" fmla="*/ 159 h 249"/>
                <a:gd name="T16" fmla="*/ 176 w 305"/>
                <a:gd name="T17" fmla="*/ 143 h 249"/>
                <a:gd name="T18" fmla="*/ 181 w 305"/>
                <a:gd name="T19" fmla="*/ 124 h 249"/>
                <a:gd name="T20" fmla="*/ 159 w 305"/>
                <a:gd name="T21" fmla="*/ 123 h 249"/>
                <a:gd name="T22" fmla="*/ 165 w 305"/>
                <a:gd name="T23" fmla="*/ 114 h 249"/>
                <a:gd name="T24" fmla="*/ 146 w 305"/>
                <a:gd name="T25" fmla="*/ 97 h 249"/>
                <a:gd name="T26" fmla="*/ 122 w 305"/>
                <a:gd name="T27" fmla="*/ 80 h 249"/>
                <a:gd name="T28" fmla="*/ 112 w 305"/>
                <a:gd name="T29" fmla="*/ 78 h 249"/>
                <a:gd name="T30" fmla="*/ 94 w 305"/>
                <a:gd name="T31" fmla="*/ 60 h 249"/>
                <a:gd name="T32" fmla="*/ 71 w 305"/>
                <a:gd name="T33" fmla="*/ 44 h 249"/>
                <a:gd name="T34" fmla="*/ 61 w 305"/>
                <a:gd name="T35" fmla="*/ 26 h 249"/>
                <a:gd name="T36" fmla="*/ 42 w 305"/>
                <a:gd name="T37" fmla="*/ 17 h 249"/>
                <a:gd name="T38" fmla="*/ 7 w 305"/>
                <a:gd name="T39" fmla="*/ 10 h 249"/>
                <a:gd name="T40" fmla="*/ 31 w 305"/>
                <a:gd name="T41" fmla="*/ 47 h 249"/>
                <a:gd name="T42" fmla="*/ 58 w 305"/>
                <a:gd name="T43" fmla="*/ 77 h 249"/>
                <a:gd name="T44" fmla="*/ 79 w 305"/>
                <a:gd name="T45" fmla="*/ 96 h 249"/>
                <a:gd name="T46" fmla="*/ 96 w 305"/>
                <a:gd name="T47" fmla="*/ 125 h 249"/>
                <a:gd name="T48" fmla="*/ 115 w 305"/>
                <a:gd name="T49" fmla="*/ 155 h 249"/>
                <a:gd name="T50" fmla="*/ 143 w 305"/>
                <a:gd name="T51" fmla="*/ 197 h 249"/>
                <a:gd name="T52" fmla="*/ 170 w 305"/>
                <a:gd name="T53" fmla="*/ 221 h 249"/>
                <a:gd name="T54" fmla="*/ 195 w 305"/>
                <a:gd name="T55" fmla="*/ 246 h 249"/>
                <a:gd name="T56" fmla="*/ 205 w 305"/>
                <a:gd name="T57" fmla="*/ 242 h 249"/>
                <a:gd name="T58" fmla="*/ 1 w 305"/>
                <a:gd name="T59" fmla="*/ 8 h 249"/>
                <a:gd name="T60" fmla="*/ 8 w 305"/>
                <a:gd name="T61" fmla="*/ 3 h 249"/>
                <a:gd name="T62" fmla="*/ 193 w 305"/>
                <a:gd name="T63" fmla="*/ 139 h 249"/>
                <a:gd name="T64" fmla="*/ 192 w 305"/>
                <a:gd name="T65" fmla="*/ 135 h 249"/>
                <a:gd name="T66" fmla="*/ 196 w 305"/>
                <a:gd name="T67" fmla="*/ 125 h 249"/>
                <a:gd name="T68" fmla="*/ 285 w 305"/>
                <a:gd name="T69" fmla="*/ 159 h 249"/>
                <a:gd name="T70" fmla="*/ 185 w 305"/>
                <a:gd name="T71" fmla="*/ 102 h 249"/>
                <a:gd name="T72" fmla="*/ 163 w 305"/>
                <a:gd name="T73" fmla="*/ 104 h 249"/>
                <a:gd name="T74" fmla="*/ 173 w 305"/>
                <a:gd name="T75" fmla="*/ 107 h 249"/>
                <a:gd name="T76" fmla="*/ 244 w 305"/>
                <a:gd name="T77" fmla="*/ 179 h 249"/>
                <a:gd name="T78" fmla="*/ 231 w 305"/>
                <a:gd name="T79" fmla="*/ 170 h 249"/>
                <a:gd name="T80" fmla="*/ 223 w 305"/>
                <a:gd name="T81" fmla="*/ 156 h 249"/>
                <a:gd name="T82" fmla="*/ 219 w 305"/>
                <a:gd name="T83" fmla="*/ 158 h 249"/>
                <a:gd name="T84" fmla="*/ 211 w 305"/>
                <a:gd name="T85" fmla="*/ 168 h 249"/>
                <a:gd name="T86" fmla="*/ 225 w 305"/>
                <a:gd name="T87" fmla="*/ 175 h 249"/>
                <a:gd name="T88" fmla="*/ 236 w 305"/>
                <a:gd name="T89" fmla="*/ 189 h 249"/>
                <a:gd name="T90" fmla="*/ 244 w 305"/>
                <a:gd name="T91" fmla="*/ 179 h 249"/>
                <a:gd name="T92" fmla="*/ 183 w 305"/>
                <a:gd name="T93" fmla="*/ 110 h 249"/>
                <a:gd name="T94" fmla="*/ 299 w 305"/>
                <a:gd name="T95" fmla="*/ 149 h 249"/>
                <a:gd name="T96" fmla="*/ 258 w 305"/>
                <a:gd name="T97" fmla="*/ 183 h 249"/>
                <a:gd name="T98" fmla="*/ 266 w 305"/>
                <a:gd name="T99" fmla="*/ 187 h 249"/>
                <a:gd name="T100" fmla="*/ 274 w 305"/>
                <a:gd name="T101" fmla="*/ 184 h 249"/>
                <a:gd name="T102" fmla="*/ 261 w 305"/>
                <a:gd name="T103" fmla="*/ 179 h 249"/>
                <a:gd name="T104" fmla="*/ 196 w 305"/>
                <a:gd name="T105" fmla="*/ 105 h 249"/>
                <a:gd name="T106" fmla="*/ 194 w 305"/>
                <a:gd name="T107" fmla="*/ 103 h 249"/>
                <a:gd name="T108" fmla="*/ 153 w 305"/>
                <a:gd name="T109" fmla="*/ 100 h 249"/>
                <a:gd name="T110" fmla="*/ 133 w 305"/>
                <a:gd name="T111" fmla="*/ 85 h 249"/>
                <a:gd name="T112" fmla="*/ 138 w 305"/>
                <a:gd name="T113" fmla="*/ 83 h 249"/>
                <a:gd name="T114" fmla="*/ 158 w 305"/>
                <a:gd name="T115" fmla="*/ 108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5" h="249">
                  <a:moveTo>
                    <a:pt x="210" y="243"/>
                  </a:moveTo>
                  <a:cubicBezTo>
                    <a:pt x="212" y="243"/>
                    <a:pt x="212" y="242"/>
                    <a:pt x="213" y="239"/>
                  </a:cubicBezTo>
                  <a:cubicBezTo>
                    <a:pt x="214" y="236"/>
                    <a:pt x="215" y="239"/>
                    <a:pt x="217" y="240"/>
                  </a:cubicBezTo>
                  <a:cubicBezTo>
                    <a:pt x="219" y="241"/>
                    <a:pt x="219" y="244"/>
                    <a:pt x="220" y="245"/>
                  </a:cubicBezTo>
                  <a:cubicBezTo>
                    <a:pt x="220" y="246"/>
                    <a:pt x="221" y="246"/>
                    <a:pt x="222" y="245"/>
                  </a:cubicBezTo>
                  <a:cubicBezTo>
                    <a:pt x="224" y="243"/>
                    <a:pt x="224" y="241"/>
                    <a:pt x="224" y="238"/>
                  </a:cubicBezTo>
                  <a:cubicBezTo>
                    <a:pt x="224" y="235"/>
                    <a:pt x="224" y="236"/>
                    <a:pt x="224" y="231"/>
                  </a:cubicBezTo>
                  <a:cubicBezTo>
                    <a:pt x="224" y="226"/>
                    <a:pt x="225" y="226"/>
                    <a:pt x="225" y="223"/>
                  </a:cubicBezTo>
                  <a:cubicBezTo>
                    <a:pt x="225" y="221"/>
                    <a:pt x="225" y="219"/>
                    <a:pt x="224" y="215"/>
                  </a:cubicBezTo>
                  <a:cubicBezTo>
                    <a:pt x="222" y="211"/>
                    <a:pt x="223" y="212"/>
                    <a:pt x="224" y="210"/>
                  </a:cubicBezTo>
                  <a:cubicBezTo>
                    <a:pt x="225" y="208"/>
                    <a:pt x="225" y="208"/>
                    <a:pt x="226" y="205"/>
                  </a:cubicBezTo>
                  <a:cubicBezTo>
                    <a:pt x="226" y="203"/>
                    <a:pt x="225" y="203"/>
                    <a:pt x="224" y="201"/>
                  </a:cubicBezTo>
                  <a:cubicBezTo>
                    <a:pt x="223" y="200"/>
                    <a:pt x="223" y="199"/>
                    <a:pt x="224" y="198"/>
                  </a:cubicBezTo>
                  <a:cubicBezTo>
                    <a:pt x="225" y="198"/>
                    <a:pt x="225" y="196"/>
                    <a:pt x="227" y="194"/>
                  </a:cubicBezTo>
                  <a:cubicBezTo>
                    <a:pt x="228" y="192"/>
                    <a:pt x="229" y="192"/>
                    <a:pt x="228" y="190"/>
                  </a:cubicBezTo>
                  <a:cubicBezTo>
                    <a:pt x="228" y="187"/>
                    <a:pt x="227" y="188"/>
                    <a:pt x="225" y="186"/>
                  </a:cubicBezTo>
                  <a:cubicBezTo>
                    <a:pt x="223" y="183"/>
                    <a:pt x="223" y="184"/>
                    <a:pt x="221" y="181"/>
                  </a:cubicBezTo>
                  <a:cubicBezTo>
                    <a:pt x="219" y="178"/>
                    <a:pt x="220" y="179"/>
                    <a:pt x="219" y="177"/>
                  </a:cubicBezTo>
                  <a:cubicBezTo>
                    <a:pt x="218" y="176"/>
                    <a:pt x="217" y="176"/>
                    <a:pt x="214" y="175"/>
                  </a:cubicBezTo>
                  <a:cubicBezTo>
                    <a:pt x="210" y="174"/>
                    <a:pt x="210" y="175"/>
                    <a:pt x="208" y="173"/>
                  </a:cubicBezTo>
                  <a:cubicBezTo>
                    <a:pt x="206" y="172"/>
                    <a:pt x="204" y="174"/>
                    <a:pt x="203" y="174"/>
                  </a:cubicBezTo>
                  <a:cubicBezTo>
                    <a:pt x="203" y="175"/>
                    <a:pt x="202" y="176"/>
                    <a:pt x="202" y="177"/>
                  </a:cubicBezTo>
                  <a:cubicBezTo>
                    <a:pt x="201" y="178"/>
                    <a:pt x="200" y="180"/>
                    <a:pt x="200" y="182"/>
                  </a:cubicBezTo>
                  <a:cubicBezTo>
                    <a:pt x="199" y="184"/>
                    <a:pt x="198" y="183"/>
                    <a:pt x="197" y="182"/>
                  </a:cubicBezTo>
                  <a:cubicBezTo>
                    <a:pt x="197" y="181"/>
                    <a:pt x="198" y="180"/>
                    <a:pt x="199" y="179"/>
                  </a:cubicBezTo>
                  <a:cubicBezTo>
                    <a:pt x="199" y="178"/>
                    <a:pt x="200" y="178"/>
                    <a:pt x="200" y="177"/>
                  </a:cubicBezTo>
                  <a:cubicBezTo>
                    <a:pt x="199" y="176"/>
                    <a:pt x="198" y="176"/>
                    <a:pt x="198" y="174"/>
                  </a:cubicBezTo>
                  <a:cubicBezTo>
                    <a:pt x="198" y="173"/>
                    <a:pt x="200" y="173"/>
                    <a:pt x="202" y="173"/>
                  </a:cubicBezTo>
                  <a:cubicBezTo>
                    <a:pt x="203" y="172"/>
                    <a:pt x="203" y="171"/>
                    <a:pt x="202" y="170"/>
                  </a:cubicBezTo>
                  <a:cubicBezTo>
                    <a:pt x="201" y="168"/>
                    <a:pt x="201" y="169"/>
                    <a:pt x="198" y="167"/>
                  </a:cubicBezTo>
                  <a:cubicBezTo>
                    <a:pt x="195" y="165"/>
                    <a:pt x="196" y="166"/>
                    <a:pt x="197" y="164"/>
                  </a:cubicBezTo>
                  <a:cubicBezTo>
                    <a:pt x="197" y="163"/>
                    <a:pt x="198" y="162"/>
                    <a:pt x="197" y="159"/>
                  </a:cubicBezTo>
                  <a:cubicBezTo>
                    <a:pt x="197" y="157"/>
                    <a:pt x="196" y="156"/>
                    <a:pt x="196" y="154"/>
                  </a:cubicBezTo>
                  <a:cubicBezTo>
                    <a:pt x="196" y="151"/>
                    <a:pt x="195" y="149"/>
                    <a:pt x="193" y="148"/>
                  </a:cubicBezTo>
                  <a:cubicBezTo>
                    <a:pt x="190" y="147"/>
                    <a:pt x="188" y="147"/>
                    <a:pt x="183" y="146"/>
                  </a:cubicBezTo>
                  <a:cubicBezTo>
                    <a:pt x="178" y="145"/>
                    <a:pt x="179" y="145"/>
                    <a:pt x="176" y="143"/>
                  </a:cubicBezTo>
                  <a:cubicBezTo>
                    <a:pt x="173" y="141"/>
                    <a:pt x="174" y="140"/>
                    <a:pt x="174" y="138"/>
                  </a:cubicBezTo>
                  <a:cubicBezTo>
                    <a:pt x="174" y="135"/>
                    <a:pt x="174" y="135"/>
                    <a:pt x="173" y="133"/>
                  </a:cubicBezTo>
                  <a:cubicBezTo>
                    <a:pt x="173" y="131"/>
                    <a:pt x="173" y="130"/>
                    <a:pt x="174" y="129"/>
                  </a:cubicBezTo>
                  <a:cubicBezTo>
                    <a:pt x="175" y="128"/>
                    <a:pt x="179" y="127"/>
                    <a:pt x="181" y="124"/>
                  </a:cubicBezTo>
                  <a:cubicBezTo>
                    <a:pt x="182" y="121"/>
                    <a:pt x="178" y="121"/>
                    <a:pt x="177" y="119"/>
                  </a:cubicBezTo>
                  <a:cubicBezTo>
                    <a:pt x="175" y="117"/>
                    <a:pt x="175" y="117"/>
                    <a:pt x="172" y="116"/>
                  </a:cubicBezTo>
                  <a:cubicBezTo>
                    <a:pt x="169" y="116"/>
                    <a:pt x="168" y="117"/>
                    <a:pt x="166" y="120"/>
                  </a:cubicBezTo>
                  <a:cubicBezTo>
                    <a:pt x="164" y="123"/>
                    <a:pt x="162" y="123"/>
                    <a:pt x="159" y="123"/>
                  </a:cubicBezTo>
                  <a:cubicBezTo>
                    <a:pt x="156" y="123"/>
                    <a:pt x="156" y="123"/>
                    <a:pt x="154" y="122"/>
                  </a:cubicBezTo>
                  <a:cubicBezTo>
                    <a:pt x="153" y="121"/>
                    <a:pt x="154" y="120"/>
                    <a:pt x="154" y="120"/>
                  </a:cubicBezTo>
                  <a:cubicBezTo>
                    <a:pt x="154" y="120"/>
                    <a:pt x="159" y="120"/>
                    <a:pt x="161" y="119"/>
                  </a:cubicBezTo>
                  <a:cubicBezTo>
                    <a:pt x="163" y="118"/>
                    <a:pt x="164" y="116"/>
                    <a:pt x="165" y="114"/>
                  </a:cubicBezTo>
                  <a:cubicBezTo>
                    <a:pt x="165" y="111"/>
                    <a:pt x="164" y="113"/>
                    <a:pt x="160" y="110"/>
                  </a:cubicBezTo>
                  <a:cubicBezTo>
                    <a:pt x="156" y="108"/>
                    <a:pt x="156" y="110"/>
                    <a:pt x="152" y="108"/>
                  </a:cubicBezTo>
                  <a:cubicBezTo>
                    <a:pt x="148" y="106"/>
                    <a:pt x="149" y="107"/>
                    <a:pt x="148" y="104"/>
                  </a:cubicBezTo>
                  <a:cubicBezTo>
                    <a:pt x="148" y="101"/>
                    <a:pt x="148" y="101"/>
                    <a:pt x="146" y="97"/>
                  </a:cubicBezTo>
                  <a:cubicBezTo>
                    <a:pt x="143" y="93"/>
                    <a:pt x="143" y="95"/>
                    <a:pt x="139" y="93"/>
                  </a:cubicBezTo>
                  <a:cubicBezTo>
                    <a:pt x="136" y="91"/>
                    <a:pt x="134" y="93"/>
                    <a:pt x="131" y="90"/>
                  </a:cubicBezTo>
                  <a:cubicBezTo>
                    <a:pt x="128" y="88"/>
                    <a:pt x="129" y="89"/>
                    <a:pt x="128" y="85"/>
                  </a:cubicBezTo>
                  <a:cubicBezTo>
                    <a:pt x="127" y="81"/>
                    <a:pt x="125" y="81"/>
                    <a:pt x="122" y="80"/>
                  </a:cubicBezTo>
                  <a:cubicBezTo>
                    <a:pt x="119" y="79"/>
                    <a:pt x="122" y="83"/>
                    <a:pt x="123" y="85"/>
                  </a:cubicBezTo>
                  <a:cubicBezTo>
                    <a:pt x="124" y="88"/>
                    <a:pt x="124" y="88"/>
                    <a:pt x="122" y="89"/>
                  </a:cubicBezTo>
                  <a:cubicBezTo>
                    <a:pt x="121" y="89"/>
                    <a:pt x="120" y="87"/>
                    <a:pt x="117" y="83"/>
                  </a:cubicBezTo>
                  <a:cubicBezTo>
                    <a:pt x="114" y="79"/>
                    <a:pt x="114" y="81"/>
                    <a:pt x="112" y="78"/>
                  </a:cubicBezTo>
                  <a:cubicBezTo>
                    <a:pt x="110" y="76"/>
                    <a:pt x="111" y="75"/>
                    <a:pt x="109" y="74"/>
                  </a:cubicBezTo>
                  <a:cubicBezTo>
                    <a:pt x="106" y="73"/>
                    <a:pt x="106" y="74"/>
                    <a:pt x="103" y="73"/>
                  </a:cubicBezTo>
                  <a:cubicBezTo>
                    <a:pt x="100" y="71"/>
                    <a:pt x="101" y="67"/>
                    <a:pt x="100" y="65"/>
                  </a:cubicBezTo>
                  <a:cubicBezTo>
                    <a:pt x="99" y="63"/>
                    <a:pt x="98" y="62"/>
                    <a:pt x="94" y="60"/>
                  </a:cubicBezTo>
                  <a:cubicBezTo>
                    <a:pt x="91" y="59"/>
                    <a:pt x="92" y="58"/>
                    <a:pt x="89" y="55"/>
                  </a:cubicBezTo>
                  <a:cubicBezTo>
                    <a:pt x="87" y="52"/>
                    <a:pt x="85" y="52"/>
                    <a:pt x="80" y="50"/>
                  </a:cubicBezTo>
                  <a:cubicBezTo>
                    <a:pt x="76" y="47"/>
                    <a:pt x="78" y="48"/>
                    <a:pt x="76" y="45"/>
                  </a:cubicBezTo>
                  <a:cubicBezTo>
                    <a:pt x="75" y="42"/>
                    <a:pt x="73" y="44"/>
                    <a:pt x="71" y="44"/>
                  </a:cubicBezTo>
                  <a:cubicBezTo>
                    <a:pt x="68" y="44"/>
                    <a:pt x="68" y="43"/>
                    <a:pt x="68" y="40"/>
                  </a:cubicBezTo>
                  <a:cubicBezTo>
                    <a:pt x="68" y="37"/>
                    <a:pt x="68" y="37"/>
                    <a:pt x="65" y="34"/>
                  </a:cubicBezTo>
                  <a:cubicBezTo>
                    <a:pt x="63" y="31"/>
                    <a:pt x="63" y="33"/>
                    <a:pt x="63" y="31"/>
                  </a:cubicBezTo>
                  <a:cubicBezTo>
                    <a:pt x="62" y="28"/>
                    <a:pt x="63" y="28"/>
                    <a:pt x="61" y="26"/>
                  </a:cubicBezTo>
                  <a:cubicBezTo>
                    <a:pt x="60" y="23"/>
                    <a:pt x="59" y="25"/>
                    <a:pt x="57" y="22"/>
                  </a:cubicBezTo>
                  <a:cubicBezTo>
                    <a:pt x="56" y="20"/>
                    <a:pt x="55" y="19"/>
                    <a:pt x="53" y="18"/>
                  </a:cubicBezTo>
                  <a:cubicBezTo>
                    <a:pt x="51" y="17"/>
                    <a:pt x="50" y="20"/>
                    <a:pt x="46" y="20"/>
                  </a:cubicBezTo>
                  <a:cubicBezTo>
                    <a:pt x="43" y="20"/>
                    <a:pt x="45" y="19"/>
                    <a:pt x="42" y="17"/>
                  </a:cubicBezTo>
                  <a:cubicBezTo>
                    <a:pt x="38" y="15"/>
                    <a:pt x="37" y="17"/>
                    <a:pt x="34" y="18"/>
                  </a:cubicBezTo>
                  <a:cubicBezTo>
                    <a:pt x="31" y="18"/>
                    <a:pt x="32" y="19"/>
                    <a:pt x="28" y="19"/>
                  </a:cubicBezTo>
                  <a:cubicBezTo>
                    <a:pt x="24" y="19"/>
                    <a:pt x="25" y="17"/>
                    <a:pt x="20" y="13"/>
                  </a:cubicBezTo>
                  <a:cubicBezTo>
                    <a:pt x="16" y="8"/>
                    <a:pt x="8" y="7"/>
                    <a:pt x="7" y="10"/>
                  </a:cubicBezTo>
                  <a:cubicBezTo>
                    <a:pt x="5" y="13"/>
                    <a:pt x="7" y="17"/>
                    <a:pt x="7" y="20"/>
                  </a:cubicBezTo>
                  <a:cubicBezTo>
                    <a:pt x="8" y="22"/>
                    <a:pt x="12" y="25"/>
                    <a:pt x="13" y="29"/>
                  </a:cubicBezTo>
                  <a:cubicBezTo>
                    <a:pt x="14" y="33"/>
                    <a:pt x="18" y="34"/>
                    <a:pt x="23" y="38"/>
                  </a:cubicBezTo>
                  <a:cubicBezTo>
                    <a:pt x="28" y="42"/>
                    <a:pt x="27" y="42"/>
                    <a:pt x="31" y="47"/>
                  </a:cubicBezTo>
                  <a:cubicBezTo>
                    <a:pt x="35" y="52"/>
                    <a:pt x="35" y="50"/>
                    <a:pt x="39" y="52"/>
                  </a:cubicBezTo>
                  <a:cubicBezTo>
                    <a:pt x="42" y="54"/>
                    <a:pt x="46" y="57"/>
                    <a:pt x="48" y="60"/>
                  </a:cubicBezTo>
                  <a:cubicBezTo>
                    <a:pt x="51" y="62"/>
                    <a:pt x="53" y="64"/>
                    <a:pt x="56" y="68"/>
                  </a:cubicBezTo>
                  <a:cubicBezTo>
                    <a:pt x="59" y="72"/>
                    <a:pt x="57" y="73"/>
                    <a:pt x="58" y="77"/>
                  </a:cubicBezTo>
                  <a:cubicBezTo>
                    <a:pt x="58" y="80"/>
                    <a:pt x="60" y="80"/>
                    <a:pt x="64" y="80"/>
                  </a:cubicBezTo>
                  <a:cubicBezTo>
                    <a:pt x="68" y="81"/>
                    <a:pt x="68" y="83"/>
                    <a:pt x="72" y="85"/>
                  </a:cubicBezTo>
                  <a:cubicBezTo>
                    <a:pt x="75" y="87"/>
                    <a:pt x="77" y="87"/>
                    <a:pt x="79" y="89"/>
                  </a:cubicBezTo>
                  <a:cubicBezTo>
                    <a:pt x="81" y="92"/>
                    <a:pt x="79" y="93"/>
                    <a:pt x="79" y="96"/>
                  </a:cubicBezTo>
                  <a:cubicBezTo>
                    <a:pt x="79" y="98"/>
                    <a:pt x="80" y="99"/>
                    <a:pt x="82" y="102"/>
                  </a:cubicBezTo>
                  <a:cubicBezTo>
                    <a:pt x="84" y="104"/>
                    <a:pt x="84" y="108"/>
                    <a:pt x="84" y="111"/>
                  </a:cubicBezTo>
                  <a:cubicBezTo>
                    <a:pt x="84" y="114"/>
                    <a:pt x="85" y="117"/>
                    <a:pt x="88" y="119"/>
                  </a:cubicBezTo>
                  <a:cubicBezTo>
                    <a:pt x="91" y="121"/>
                    <a:pt x="94" y="122"/>
                    <a:pt x="96" y="125"/>
                  </a:cubicBezTo>
                  <a:cubicBezTo>
                    <a:pt x="98" y="128"/>
                    <a:pt x="101" y="131"/>
                    <a:pt x="103" y="134"/>
                  </a:cubicBezTo>
                  <a:cubicBezTo>
                    <a:pt x="104" y="137"/>
                    <a:pt x="109" y="140"/>
                    <a:pt x="111" y="143"/>
                  </a:cubicBezTo>
                  <a:cubicBezTo>
                    <a:pt x="113" y="146"/>
                    <a:pt x="112" y="146"/>
                    <a:pt x="112" y="149"/>
                  </a:cubicBezTo>
                  <a:cubicBezTo>
                    <a:pt x="112" y="152"/>
                    <a:pt x="113" y="151"/>
                    <a:pt x="115" y="155"/>
                  </a:cubicBezTo>
                  <a:cubicBezTo>
                    <a:pt x="117" y="158"/>
                    <a:pt x="121" y="164"/>
                    <a:pt x="122" y="167"/>
                  </a:cubicBezTo>
                  <a:cubicBezTo>
                    <a:pt x="123" y="171"/>
                    <a:pt x="123" y="172"/>
                    <a:pt x="124" y="175"/>
                  </a:cubicBezTo>
                  <a:cubicBezTo>
                    <a:pt x="126" y="179"/>
                    <a:pt x="127" y="180"/>
                    <a:pt x="130" y="184"/>
                  </a:cubicBezTo>
                  <a:cubicBezTo>
                    <a:pt x="132" y="188"/>
                    <a:pt x="140" y="194"/>
                    <a:pt x="143" y="197"/>
                  </a:cubicBezTo>
                  <a:cubicBezTo>
                    <a:pt x="146" y="200"/>
                    <a:pt x="148" y="200"/>
                    <a:pt x="149" y="201"/>
                  </a:cubicBezTo>
                  <a:cubicBezTo>
                    <a:pt x="151" y="203"/>
                    <a:pt x="151" y="204"/>
                    <a:pt x="151" y="207"/>
                  </a:cubicBezTo>
                  <a:cubicBezTo>
                    <a:pt x="151" y="210"/>
                    <a:pt x="154" y="211"/>
                    <a:pt x="158" y="215"/>
                  </a:cubicBezTo>
                  <a:cubicBezTo>
                    <a:pt x="162" y="218"/>
                    <a:pt x="165" y="219"/>
                    <a:pt x="170" y="221"/>
                  </a:cubicBezTo>
                  <a:cubicBezTo>
                    <a:pt x="174" y="222"/>
                    <a:pt x="174" y="224"/>
                    <a:pt x="177" y="227"/>
                  </a:cubicBezTo>
                  <a:cubicBezTo>
                    <a:pt x="179" y="230"/>
                    <a:pt x="182" y="231"/>
                    <a:pt x="185" y="234"/>
                  </a:cubicBezTo>
                  <a:cubicBezTo>
                    <a:pt x="187" y="236"/>
                    <a:pt x="189" y="236"/>
                    <a:pt x="191" y="239"/>
                  </a:cubicBezTo>
                  <a:cubicBezTo>
                    <a:pt x="194" y="242"/>
                    <a:pt x="194" y="242"/>
                    <a:pt x="195" y="246"/>
                  </a:cubicBezTo>
                  <a:cubicBezTo>
                    <a:pt x="197" y="249"/>
                    <a:pt x="198" y="248"/>
                    <a:pt x="199" y="246"/>
                  </a:cubicBezTo>
                  <a:cubicBezTo>
                    <a:pt x="199" y="244"/>
                    <a:pt x="198" y="243"/>
                    <a:pt x="197" y="240"/>
                  </a:cubicBezTo>
                  <a:cubicBezTo>
                    <a:pt x="197" y="237"/>
                    <a:pt x="199" y="239"/>
                    <a:pt x="200" y="239"/>
                  </a:cubicBezTo>
                  <a:cubicBezTo>
                    <a:pt x="201" y="240"/>
                    <a:pt x="203" y="240"/>
                    <a:pt x="205" y="242"/>
                  </a:cubicBezTo>
                  <a:cubicBezTo>
                    <a:pt x="207" y="243"/>
                    <a:pt x="209" y="244"/>
                    <a:pt x="210" y="243"/>
                  </a:cubicBezTo>
                  <a:close/>
                  <a:moveTo>
                    <a:pt x="2" y="6"/>
                  </a:moveTo>
                  <a:cubicBezTo>
                    <a:pt x="2" y="5"/>
                    <a:pt x="0" y="4"/>
                    <a:pt x="0" y="6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2" y="8"/>
                    <a:pt x="3" y="9"/>
                    <a:pt x="3" y="8"/>
                  </a:cubicBezTo>
                  <a:cubicBezTo>
                    <a:pt x="3" y="6"/>
                    <a:pt x="2" y="6"/>
                    <a:pt x="2" y="6"/>
                  </a:cubicBezTo>
                  <a:close/>
                  <a:moveTo>
                    <a:pt x="8" y="5"/>
                  </a:moveTo>
                  <a:cubicBezTo>
                    <a:pt x="9" y="4"/>
                    <a:pt x="9" y="3"/>
                    <a:pt x="8" y="3"/>
                  </a:cubicBezTo>
                  <a:cubicBezTo>
                    <a:pt x="7" y="2"/>
                    <a:pt x="4" y="0"/>
                    <a:pt x="4" y="2"/>
                  </a:cubicBezTo>
                  <a:cubicBezTo>
                    <a:pt x="4" y="3"/>
                    <a:pt x="4" y="4"/>
                    <a:pt x="6" y="4"/>
                  </a:cubicBezTo>
                  <a:cubicBezTo>
                    <a:pt x="7" y="5"/>
                    <a:pt x="8" y="5"/>
                    <a:pt x="8" y="5"/>
                  </a:cubicBezTo>
                  <a:close/>
                  <a:moveTo>
                    <a:pt x="193" y="139"/>
                  </a:moveTo>
                  <a:cubicBezTo>
                    <a:pt x="194" y="139"/>
                    <a:pt x="195" y="138"/>
                    <a:pt x="196" y="137"/>
                  </a:cubicBezTo>
                  <a:cubicBezTo>
                    <a:pt x="197" y="136"/>
                    <a:pt x="198" y="135"/>
                    <a:pt x="198" y="134"/>
                  </a:cubicBezTo>
                  <a:cubicBezTo>
                    <a:pt x="198" y="133"/>
                    <a:pt x="195" y="133"/>
                    <a:pt x="194" y="133"/>
                  </a:cubicBezTo>
                  <a:cubicBezTo>
                    <a:pt x="192" y="134"/>
                    <a:pt x="191" y="134"/>
                    <a:pt x="192" y="135"/>
                  </a:cubicBezTo>
                  <a:cubicBezTo>
                    <a:pt x="192" y="137"/>
                    <a:pt x="191" y="139"/>
                    <a:pt x="193" y="139"/>
                  </a:cubicBezTo>
                  <a:close/>
                  <a:moveTo>
                    <a:pt x="201" y="130"/>
                  </a:moveTo>
                  <a:cubicBezTo>
                    <a:pt x="202" y="128"/>
                    <a:pt x="200" y="129"/>
                    <a:pt x="200" y="127"/>
                  </a:cubicBezTo>
                  <a:cubicBezTo>
                    <a:pt x="200" y="126"/>
                    <a:pt x="196" y="123"/>
                    <a:pt x="196" y="125"/>
                  </a:cubicBezTo>
                  <a:cubicBezTo>
                    <a:pt x="196" y="127"/>
                    <a:pt x="195" y="127"/>
                    <a:pt x="196" y="128"/>
                  </a:cubicBezTo>
                  <a:cubicBezTo>
                    <a:pt x="197" y="129"/>
                    <a:pt x="197" y="129"/>
                    <a:pt x="199" y="129"/>
                  </a:cubicBezTo>
                  <a:cubicBezTo>
                    <a:pt x="200" y="130"/>
                    <a:pt x="201" y="131"/>
                    <a:pt x="201" y="130"/>
                  </a:cubicBezTo>
                  <a:close/>
                  <a:moveTo>
                    <a:pt x="285" y="159"/>
                  </a:moveTo>
                  <a:cubicBezTo>
                    <a:pt x="286" y="159"/>
                    <a:pt x="287" y="159"/>
                    <a:pt x="288" y="159"/>
                  </a:cubicBezTo>
                  <a:cubicBezTo>
                    <a:pt x="289" y="159"/>
                    <a:pt x="287" y="157"/>
                    <a:pt x="286" y="157"/>
                  </a:cubicBezTo>
                  <a:cubicBezTo>
                    <a:pt x="284" y="157"/>
                    <a:pt x="283" y="158"/>
                    <a:pt x="285" y="159"/>
                  </a:cubicBezTo>
                  <a:close/>
                  <a:moveTo>
                    <a:pt x="185" y="102"/>
                  </a:moveTo>
                  <a:cubicBezTo>
                    <a:pt x="184" y="103"/>
                    <a:pt x="184" y="104"/>
                    <a:pt x="185" y="105"/>
                  </a:cubicBezTo>
                  <a:cubicBezTo>
                    <a:pt x="186" y="105"/>
                    <a:pt x="188" y="106"/>
                    <a:pt x="188" y="105"/>
                  </a:cubicBezTo>
                  <a:cubicBezTo>
                    <a:pt x="188" y="104"/>
                    <a:pt x="187" y="101"/>
                    <a:pt x="185" y="102"/>
                  </a:cubicBezTo>
                  <a:close/>
                  <a:moveTo>
                    <a:pt x="163" y="104"/>
                  </a:moveTo>
                  <a:cubicBezTo>
                    <a:pt x="164" y="104"/>
                    <a:pt x="163" y="100"/>
                    <a:pt x="161" y="101"/>
                  </a:cubicBezTo>
                  <a:cubicBezTo>
                    <a:pt x="161" y="102"/>
                    <a:pt x="160" y="102"/>
                    <a:pt x="161" y="103"/>
                  </a:cubicBezTo>
                  <a:cubicBezTo>
                    <a:pt x="162" y="104"/>
                    <a:pt x="162" y="105"/>
                    <a:pt x="163" y="104"/>
                  </a:cubicBezTo>
                  <a:close/>
                  <a:moveTo>
                    <a:pt x="173" y="107"/>
                  </a:moveTo>
                  <a:cubicBezTo>
                    <a:pt x="172" y="108"/>
                    <a:pt x="173" y="108"/>
                    <a:pt x="173" y="109"/>
                  </a:cubicBezTo>
                  <a:cubicBezTo>
                    <a:pt x="174" y="111"/>
                    <a:pt x="175" y="112"/>
                    <a:pt x="175" y="111"/>
                  </a:cubicBezTo>
                  <a:cubicBezTo>
                    <a:pt x="176" y="110"/>
                    <a:pt x="174" y="105"/>
                    <a:pt x="173" y="107"/>
                  </a:cubicBezTo>
                  <a:close/>
                  <a:moveTo>
                    <a:pt x="244" y="179"/>
                  </a:moveTo>
                  <a:cubicBezTo>
                    <a:pt x="245" y="178"/>
                    <a:pt x="243" y="178"/>
                    <a:pt x="242" y="177"/>
                  </a:cubicBezTo>
                  <a:cubicBezTo>
                    <a:pt x="241" y="176"/>
                    <a:pt x="240" y="177"/>
                    <a:pt x="238" y="177"/>
                  </a:cubicBezTo>
                  <a:cubicBezTo>
                    <a:pt x="236" y="177"/>
                    <a:pt x="235" y="176"/>
                    <a:pt x="233" y="175"/>
                  </a:cubicBezTo>
                  <a:cubicBezTo>
                    <a:pt x="231" y="174"/>
                    <a:pt x="231" y="172"/>
                    <a:pt x="231" y="170"/>
                  </a:cubicBezTo>
                  <a:cubicBezTo>
                    <a:pt x="231" y="166"/>
                    <a:pt x="230" y="165"/>
                    <a:pt x="229" y="164"/>
                  </a:cubicBezTo>
                  <a:cubicBezTo>
                    <a:pt x="229" y="162"/>
                    <a:pt x="228" y="162"/>
                    <a:pt x="227" y="160"/>
                  </a:cubicBezTo>
                  <a:cubicBezTo>
                    <a:pt x="226" y="159"/>
                    <a:pt x="227" y="158"/>
                    <a:pt x="226" y="157"/>
                  </a:cubicBezTo>
                  <a:cubicBezTo>
                    <a:pt x="226" y="156"/>
                    <a:pt x="224" y="156"/>
                    <a:pt x="223" y="156"/>
                  </a:cubicBezTo>
                  <a:cubicBezTo>
                    <a:pt x="222" y="157"/>
                    <a:pt x="222" y="158"/>
                    <a:pt x="222" y="159"/>
                  </a:cubicBezTo>
                  <a:cubicBezTo>
                    <a:pt x="223" y="160"/>
                    <a:pt x="224" y="161"/>
                    <a:pt x="223" y="162"/>
                  </a:cubicBezTo>
                  <a:cubicBezTo>
                    <a:pt x="222" y="163"/>
                    <a:pt x="221" y="162"/>
                    <a:pt x="221" y="162"/>
                  </a:cubicBezTo>
                  <a:cubicBezTo>
                    <a:pt x="221" y="161"/>
                    <a:pt x="220" y="159"/>
                    <a:pt x="219" y="158"/>
                  </a:cubicBezTo>
                  <a:cubicBezTo>
                    <a:pt x="218" y="157"/>
                    <a:pt x="215" y="158"/>
                    <a:pt x="215" y="159"/>
                  </a:cubicBezTo>
                  <a:cubicBezTo>
                    <a:pt x="214" y="160"/>
                    <a:pt x="214" y="160"/>
                    <a:pt x="214" y="163"/>
                  </a:cubicBezTo>
                  <a:cubicBezTo>
                    <a:pt x="213" y="166"/>
                    <a:pt x="213" y="164"/>
                    <a:pt x="211" y="165"/>
                  </a:cubicBezTo>
                  <a:cubicBezTo>
                    <a:pt x="210" y="166"/>
                    <a:pt x="211" y="168"/>
                    <a:pt x="211" y="168"/>
                  </a:cubicBezTo>
                  <a:cubicBezTo>
                    <a:pt x="211" y="169"/>
                    <a:pt x="215" y="169"/>
                    <a:pt x="217" y="169"/>
                  </a:cubicBezTo>
                  <a:cubicBezTo>
                    <a:pt x="219" y="168"/>
                    <a:pt x="219" y="169"/>
                    <a:pt x="221" y="169"/>
                  </a:cubicBezTo>
                  <a:cubicBezTo>
                    <a:pt x="223" y="169"/>
                    <a:pt x="223" y="170"/>
                    <a:pt x="223" y="171"/>
                  </a:cubicBezTo>
                  <a:cubicBezTo>
                    <a:pt x="223" y="173"/>
                    <a:pt x="223" y="173"/>
                    <a:pt x="225" y="175"/>
                  </a:cubicBezTo>
                  <a:cubicBezTo>
                    <a:pt x="227" y="177"/>
                    <a:pt x="227" y="177"/>
                    <a:pt x="227" y="178"/>
                  </a:cubicBezTo>
                  <a:cubicBezTo>
                    <a:pt x="227" y="180"/>
                    <a:pt x="227" y="182"/>
                    <a:pt x="229" y="183"/>
                  </a:cubicBezTo>
                  <a:cubicBezTo>
                    <a:pt x="230" y="184"/>
                    <a:pt x="231" y="184"/>
                    <a:pt x="233" y="186"/>
                  </a:cubicBezTo>
                  <a:cubicBezTo>
                    <a:pt x="234" y="187"/>
                    <a:pt x="234" y="187"/>
                    <a:pt x="236" y="189"/>
                  </a:cubicBezTo>
                  <a:cubicBezTo>
                    <a:pt x="237" y="191"/>
                    <a:pt x="239" y="189"/>
                    <a:pt x="240" y="188"/>
                  </a:cubicBezTo>
                  <a:cubicBezTo>
                    <a:pt x="240" y="188"/>
                    <a:pt x="239" y="187"/>
                    <a:pt x="239" y="185"/>
                  </a:cubicBezTo>
                  <a:cubicBezTo>
                    <a:pt x="239" y="184"/>
                    <a:pt x="239" y="183"/>
                    <a:pt x="240" y="182"/>
                  </a:cubicBezTo>
                  <a:cubicBezTo>
                    <a:pt x="240" y="181"/>
                    <a:pt x="243" y="179"/>
                    <a:pt x="244" y="179"/>
                  </a:cubicBezTo>
                  <a:close/>
                  <a:moveTo>
                    <a:pt x="182" y="106"/>
                  </a:moveTo>
                  <a:cubicBezTo>
                    <a:pt x="182" y="107"/>
                    <a:pt x="181" y="107"/>
                    <a:pt x="180" y="108"/>
                  </a:cubicBezTo>
                  <a:cubicBezTo>
                    <a:pt x="180" y="109"/>
                    <a:pt x="180" y="110"/>
                    <a:pt x="180" y="110"/>
                  </a:cubicBezTo>
                  <a:cubicBezTo>
                    <a:pt x="181" y="110"/>
                    <a:pt x="183" y="111"/>
                    <a:pt x="183" y="110"/>
                  </a:cubicBezTo>
                  <a:cubicBezTo>
                    <a:pt x="183" y="109"/>
                    <a:pt x="183" y="109"/>
                    <a:pt x="184" y="108"/>
                  </a:cubicBezTo>
                  <a:cubicBezTo>
                    <a:pt x="184" y="107"/>
                    <a:pt x="184" y="106"/>
                    <a:pt x="182" y="106"/>
                  </a:cubicBezTo>
                  <a:close/>
                  <a:moveTo>
                    <a:pt x="299" y="147"/>
                  </a:moveTo>
                  <a:cubicBezTo>
                    <a:pt x="299" y="148"/>
                    <a:pt x="299" y="148"/>
                    <a:pt x="299" y="149"/>
                  </a:cubicBezTo>
                  <a:cubicBezTo>
                    <a:pt x="299" y="151"/>
                    <a:pt x="299" y="151"/>
                    <a:pt x="300" y="151"/>
                  </a:cubicBezTo>
                  <a:cubicBezTo>
                    <a:pt x="302" y="150"/>
                    <a:pt x="303" y="150"/>
                    <a:pt x="304" y="149"/>
                  </a:cubicBezTo>
                  <a:cubicBezTo>
                    <a:pt x="305" y="148"/>
                    <a:pt x="301" y="147"/>
                    <a:pt x="299" y="147"/>
                  </a:cubicBezTo>
                  <a:close/>
                  <a:moveTo>
                    <a:pt x="258" y="183"/>
                  </a:moveTo>
                  <a:cubicBezTo>
                    <a:pt x="257" y="184"/>
                    <a:pt x="258" y="184"/>
                    <a:pt x="259" y="186"/>
                  </a:cubicBezTo>
                  <a:cubicBezTo>
                    <a:pt x="261" y="187"/>
                    <a:pt x="260" y="187"/>
                    <a:pt x="260" y="189"/>
                  </a:cubicBezTo>
                  <a:cubicBezTo>
                    <a:pt x="261" y="192"/>
                    <a:pt x="262" y="190"/>
                    <a:pt x="263" y="189"/>
                  </a:cubicBezTo>
                  <a:cubicBezTo>
                    <a:pt x="264" y="189"/>
                    <a:pt x="264" y="188"/>
                    <a:pt x="266" y="187"/>
                  </a:cubicBezTo>
                  <a:cubicBezTo>
                    <a:pt x="267" y="187"/>
                    <a:pt x="267" y="188"/>
                    <a:pt x="268" y="189"/>
                  </a:cubicBezTo>
                  <a:cubicBezTo>
                    <a:pt x="268" y="190"/>
                    <a:pt x="269" y="190"/>
                    <a:pt x="270" y="190"/>
                  </a:cubicBezTo>
                  <a:cubicBezTo>
                    <a:pt x="271" y="190"/>
                    <a:pt x="272" y="189"/>
                    <a:pt x="273" y="187"/>
                  </a:cubicBezTo>
                  <a:cubicBezTo>
                    <a:pt x="274" y="185"/>
                    <a:pt x="274" y="185"/>
                    <a:pt x="274" y="184"/>
                  </a:cubicBezTo>
                  <a:cubicBezTo>
                    <a:pt x="274" y="183"/>
                    <a:pt x="273" y="183"/>
                    <a:pt x="272" y="182"/>
                  </a:cubicBezTo>
                  <a:cubicBezTo>
                    <a:pt x="270" y="181"/>
                    <a:pt x="271" y="181"/>
                    <a:pt x="270" y="180"/>
                  </a:cubicBezTo>
                  <a:cubicBezTo>
                    <a:pt x="269" y="178"/>
                    <a:pt x="269" y="178"/>
                    <a:pt x="266" y="178"/>
                  </a:cubicBezTo>
                  <a:cubicBezTo>
                    <a:pt x="264" y="178"/>
                    <a:pt x="262" y="178"/>
                    <a:pt x="261" y="179"/>
                  </a:cubicBezTo>
                  <a:cubicBezTo>
                    <a:pt x="260" y="180"/>
                    <a:pt x="261" y="180"/>
                    <a:pt x="261" y="181"/>
                  </a:cubicBezTo>
                  <a:cubicBezTo>
                    <a:pt x="261" y="182"/>
                    <a:pt x="260" y="182"/>
                    <a:pt x="258" y="183"/>
                  </a:cubicBezTo>
                  <a:close/>
                  <a:moveTo>
                    <a:pt x="194" y="103"/>
                  </a:moveTo>
                  <a:cubicBezTo>
                    <a:pt x="195" y="104"/>
                    <a:pt x="195" y="104"/>
                    <a:pt x="196" y="105"/>
                  </a:cubicBezTo>
                  <a:cubicBezTo>
                    <a:pt x="197" y="107"/>
                    <a:pt x="197" y="108"/>
                    <a:pt x="198" y="108"/>
                  </a:cubicBezTo>
                  <a:cubicBezTo>
                    <a:pt x="199" y="107"/>
                    <a:pt x="199" y="105"/>
                    <a:pt x="199" y="103"/>
                  </a:cubicBezTo>
                  <a:cubicBezTo>
                    <a:pt x="199" y="102"/>
                    <a:pt x="197" y="101"/>
                    <a:pt x="195" y="101"/>
                  </a:cubicBezTo>
                  <a:cubicBezTo>
                    <a:pt x="194" y="102"/>
                    <a:pt x="193" y="102"/>
                    <a:pt x="194" y="103"/>
                  </a:cubicBezTo>
                  <a:close/>
                  <a:moveTo>
                    <a:pt x="150" y="97"/>
                  </a:moveTo>
                  <a:cubicBezTo>
                    <a:pt x="150" y="99"/>
                    <a:pt x="151" y="99"/>
                    <a:pt x="151" y="100"/>
                  </a:cubicBezTo>
                  <a:cubicBezTo>
                    <a:pt x="151" y="102"/>
                    <a:pt x="151" y="103"/>
                    <a:pt x="152" y="102"/>
                  </a:cubicBezTo>
                  <a:cubicBezTo>
                    <a:pt x="153" y="102"/>
                    <a:pt x="153" y="102"/>
                    <a:pt x="153" y="100"/>
                  </a:cubicBezTo>
                  <a:cubicBezTo>
                    <a:pt x="153" y="99"/>
                    <a:pt x="152" y="99"/>
                    <a:pt x="153" y="98"/>
                  </a:cubicBezTo>
                  <a:cubicBezTo>
                    <a:pt x="153" y="97"/>
                    <a:pt x="150" y="96"/>
                    <a:pt x="150" y="97"/>
                  </a:cubicBezTo>
                  <a:close/>
                  <a:moveTo>
                    <a:pt x="133" y="83"/>
                  </a:moveTo>
                  <a:cubicBezTo>
                    <a:pt x="133" y="84"/>
                    <a:pt x="132" y="84"/>
                    <a:pt x="133" y="85"/>
                  </a:cubicBezTo>
                  <a:cubicBezTo>
                    <a:pt x="133" y="87"/>
                    <a:pt x="133" y="88"/>
                    <a:pt x="134" y="88"/>
                  </a:cubicBezTo>
                  <a:cubicBezTo>
                    <a:pt x="135" y="89"/>
                    <a:pt x="136" y="89"/>
                    <a:pt x="137" y="88"/>
                  </a:cubicBezTo>
                  <a:cubicBezTo>
                    <a:pt x="138" y="87"/>
                    <a:pt x="139" y="87"/>
                    <a:pt x="139" y="86"/>
                  </a:cubicBezTo>
                  <a:cubicBezTo>
                    <a:pt x="139" y="84"/>
                    <a:pt x="139" y="83"/>
                    <a:pt x="138" y="83"/>
                  </a:cubicBezTo>
                  <a:cubicBezTo>
                    <a:pt x="137" y="82"/>
                    <a:pt x="135" y="82"/>
                    <a:pt x="133" y="83"/>
                  </a:cubicBezTo>
                  <a:close/>
                  <a:moveTo>
                    <a:pt x="156" y="104"/>
                  </a:moveTo>
                  <a:cubicBezTo>
                    <a:pt x="155" y="105"/>
                    <a:pt x="154" y="105"/>
                    <a:pt x="155" y="106"/>
                  </a:cubicBezTo>
                  <a:cubicBezTo>
                    <a:pt x="156" y="107"/>
                    <a:pt x="156" y="108"/>
                    <a:pt x="158" y="108"/>
                  </a:cubicBezTo>
                  <a:cubicBezTo>
                    <a:pt x="159" y="108"/>
                    <a:pt x="161" y="109"/>
                    <a:pt x="162" y="108"/>
                  </a:cubicBezTo>
                  <a:cubicBezTo>
                    <a:pt x="163" y="107"/>
                    <a:pt x="163" y="106"/>
                    <a:pt x="161" y="106"/>
                  </a:cubicBezTo>
                  <a:cubicBezTo>
                    <a:pt x="160" y="105"/>
                    <a:pt x="157" y="103"/>
                    <a:pt x="156" y="10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49" name="Freeform 287">
              <a:extLst>
                <a:ext uri="{FF2B5EF4-FFF2-40B4-BE49-F238E27FC236}">
                  <a16:creationId xmlns:a16="http://schemas.microsoft.com/office/drawing/2014/main" id="{71B9B35B-3F67-1062-85C0-6EDBE009E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3258" y="4082517"/>
              <a:ext cx="4231" cy="7052"/>
            </a:xfrm>
            <a:custGeom>
              <a:avLst/>
              <a:gdLst>
                <a:gd name="T0" fmla="*/ 2 w 4"/>
                <a:gd name="T1" fmla="*/ 1 h 6"/>
                <a:gd name="T2" fmla="*/ 1 w 4"/>
                <a:gd name="T3" fmla="*/ 3 h 6"/>
                <a:gd name="T4" fmla="*/ 0 w 4"/>
                <a:gd name="T5" fmla="*/ 5 h 6"/>
                <a:gd name="T6" fmla="*/ 2 w 4"/>
                <a:gd name="T7" fmla="*/ 6 h 6"/>
                <a:gd name="T8" fmla="*/ 2 w 4"/>
                <a:gd name="T9" fmla="*/ 4 h 6"/>
                <a:gd name="T10" fmla="*/ 3 w 4"/>
                <a:gd name="T11" fmla="*/ 2 h 6"/>
                <a:gd name="T12" fmla="*/ 2 w 4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">
                  <a:moveTo>
                    <a:pt x="2" y="1"/>
                  </a:moveTo>
                  <a:cubicBezTo>
                    <a:pt x="1" y="2"/>
                    <a:pt x="2" y="2"/>
                    <a:pt x="1" y="3"/>
                  </a:cubicBezTo>
                  <a:cubicBezTo>
                    <a:pt x="1" y="4"/>
                    <a:pt x="0" y="4"/>
                    <a:pt x="0" y="5"/>
                  </a:cubicBezTo>
                  <a:cubicBezTo>
                    <a:pt x="1" y="6"/>
                    <a:pt x="2" y="6"/>
                    <a:pt x="2" y="6"/>
                  </a:cubicBezTo>
                  <a:cubicBezTo>
                    <a:pt x="2" y="5"/>
                    <a:pt x="2" y="5"/>
                    <a:pt x="2" y="4"/>
                  </a:cubicBezTo>
                  <a:cubicBezTo>
                    <a:pt x="3" y="3"/>
                    <a:pt x="4" y="3"/>
                    <a:pt x="3" y="2"/>
                  </a:cubicBezTo>
                  <a:cubicBezTo>
                    <a:pt x="3" y="1"/>
                    <a:pt x="2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0" name="Freeform 288">
              <a:extLst>
                <a:ext uri="{FF2B5EF4-FFF2-40B4-BE49-F238E27FC236}">
                  <a16:creationId xmlns:a16="http://schemas.microsoft.com/office/drawing/2014/main" id="{E0AE39C2-70D4-8E78-94E4-4EEA97DC1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3386" y="3014854"/>
              <a:ext cx="5642" cy="5642"/>
            </a:xfrm>
            <a:custGeom>
              <a:avLst/>
              <a:gdLst>
                <a:gd name="T0" fmla="*/ 4 w 4"/>
                <a:gd name="T1" fmla="*/ 3 h 5"/>
                <a:gd name="T2" fmla="*/ 1 w 4"/>
                <a:gd name="T3" fmla="*/ 1 h 5"/>
                <a:gd name="T4" fmla="*/ 0 w 4"/>
                <a:gd name="T5" fmla="*/ 3 h 5"/>
                <a:gd name="T6" fmla="*/ 4 w 4"/>
                <a:gd name="T7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4" y="1"/>
                    <a:pt x="3" y="0"/>
                    <a:pt x="1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4"/>
                    <a:pt x="3" y="5"/>
                    <a:pt x="4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1" name="Freeform 289">
              <a:extLst>
                <a:ext uri="{FF2B5EF4-FFF2-40B4-BE49-F238E27FC236}">
                  <a16:creationId xmlns:a16="http://schemas.microsoft.com/office/drawing/2014/main" id="{BE1B62E7-7D0F-18F1-B10E-842088B21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4796" y="3030369"/>
              <a:ext cx="7052" cy="4231"/>
            </a:xfrm>
            <a:custGeom>
              <a:avLst/>
              <a:gdLst>
                <a:gd name="T0" fmla="*/ 1 w 6"/>
                <a:gd name="T1" fmla="*/ 3 h 4"/>
                <a:gd name="T2" fmla="*/ 3 w 6"/>
                <a:gd name="T3" fmla="*/ 3 h 4"/>
                <a:gd name="T4" fmla="*/ 6 w 6"/>
                <a:gd name="T5" fmla="*/ 1 h 4"/>
                <a:gd name="T6" fmla="*/ 2 w 6"/>
                <a:gd name="T7" fmla="*/ 1 h 4"/>
                <a:gd name="T8" fmla="*/ 1 w 6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3"/>
                  </a:moveTo>
                  <a:cubicBezTo>
                    <a:pt x="1" y="3"/>
                    <a:pt x="1" y="4"/>
                    <a:pt x="3" y="3"/>
                  </a:cubicBezTo>
                  <a:cubicBezTo>
                    <a:pt x="5" y="3"/>
                    <a:pt x="6" y="2"/>
                    <a:pt x="6" y="1"/>
                  </a:cubicBezTo>
                  <a:cubicBezTo>
                    <a:pt x="6" y="0"/>
                    <a:pt x="3" y="1"/>
                    <a:pt x="2" y="1"/>
                  </a:cubicBezTo>
                  <a:cubicBezTo>
                    <a:pt x="0" y="1"/>
                    <a:pt x="0" y="2"/>
                    <a:pt x="1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2" name="Freeform 290">
              <a:extLst>
                <a:ext uri="{FF2B5EF4-FFF2-40B4-BE49-F238E27FC236}">
                  <a16:creationId xmlns:a16="http://schemas.microsoft.com/office/drawing/2014/main" id="{5DE54E1D-C2C2-E203-BD84-9ADDF3E269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5168" y="3397069"/>
              <a:ext cx="88854" cy="70519"/>
            </a:xfrm>
            <a:custGeom>
              <a:avLst/>
              <a:gdLst>
                <a:gd name="T0" fmla="*/ 57 w 82"/>
                <a:gd name="T1" fmla="*/ 17 h 66"/>
                <a:gd name="T2" fmla="*/ 63 w 82"/>
                <a:gd name="T3" fmla="*/ 14 h 66"/>
                <a:gd name="T4" fmla="*/ 7 w 82"/>
                <a:gd name="T5" fmla="*/ 13 h 66"/>
                <a:gd name="T6" fmla="*/ 7 w 82"/>
                <a:gd name="T7" fmla="*/ 16 h 66"/>
                <a:gd name="T8" fmla="*/ 10 w 82"/>
                <a:gd name="T9" fmla="*/ 11 h 66"/>
                <a:gd name="T10" fmla="*/ 3 w 82"/>
                <a:gd name="T11" fmla="*/ 20 h 66"/>
                <a:gd name="T12" fmla="*/ 1 w 82"/>
                <a:gd name="T13" fmla="*/ 24 h 66"/>
                <a:gd name="T14" fmla="*/ 3 w 82"/>
                <a:gd name="T15" fmla="*/ 20 h 66"/>
                <a:gd name="T16" fmla="*/ 51 w 82"/>
                <a:gd name="T17" fmla="*/ 3 h 66"/>
                <a:gd name="T18" fmla="*/ 37 w 82"/>
                <a:gd name="T19" fmla="*/ 8 h 66"/>
                <a:gd name="T20" fmla="*/ 28 w 82"/>
                <a:gd name="T21" fmla="*/ 12 h 66"/>
                <a:gd name="T22" fmla="*/ 32 w 82"/>
                <a:gd name="T23" fmla="*/ 19 h 66"/>
                <a:gd name="T24" fmla="*/ 48 w 82"/>
                <a:gd name="T25" fmla="*/ 12 h 66"/>
                <a:gd name="T26" fmla="*/ 57 w 82"/>
                <a:gd name="T27" fmla="*/ 1 h 66"/>
                <a:gd name="T28" fmla="*/ 45 w 82"/>
                <a:gd name="T29" fmla="*/ 27 h 66"/>
                <a:gd name="T30" fmla="*/ 49 w 82"/>
                <a:gd name="T31" fmla="*/ 25 h 66"/>
                <a:gd name="T32" fmla="*/ 27 w 82"/>
                <a:gd name="T33" fmla="*/ 32 h 66"/>
                <a:gd name="T34" fmla="*/ 20 w 82"/>
                <a:gd name="T35" fmla="*/ 26 h 66"/>
                <a:gd name="T36" fmla="*/ 8 w 82"/>
                <a:gd name="T37" fmla="*/ 31 h 66"/>
                <a:gd name="T38" fmla="*/ 5 w 82"/>
                <a:gd name="T39" fmla="*/ 42 h 66"/>
                <a:gd name="T40" fmla="*/ 19 w 82"/>
                <a:gd name="T41" fmla="*/ 42 h 66"/>
                <a:gd name="T42" fmla="*/ 29 w 82"/>
                <a:gd name="T43" fmla="*/ 37 h 66"/>
                <a:gd name="T44" fmla="*/ 43 w 82"/>
                <a:gd name="T45" fmla="*/ 38 h 66"/>
                <a:gd name="T46" fmla="*/ 44 w 82"/>
                <a:gd name="T47" fmla="*/ 42 h 66"/>
                <a:gd name="T48" fmla="*/ 43 w 82"/>
                <a:gd name="T49" fmla="*/ 38 h 66"/>
                <a:gd name="T50" fmla="*/ 33 w 82"/>
                <a:gd name="T51" fmla="*/ 31 h 66"/>
                <a:gd name="T52" fmla="*/ 35 w 82"/>
                <a:gd name="T53" fmla="*/ 34 h 66"/>
                <a:gd name="T54" fmla="*/ 19 w 82"/>
                <a:gd name="T55" fmla="*/ 62 h 66"/>
                <a:gd name="T56" fmla="*/ 22 w 82"/>
                <a:gd name="T57" fmla="*/ 63 h 66"/>
                <a:gd name="T58" fmla="*/ 28 w 82"/>
                <a:gd name="T59" fmla="*/ 61 h 66"/>
                <a:gd name="T60" fmla="*/ 57 w 82"/>
                <a:gd name="T61" fmla="*/ 51 h 66"/>
                <a:gd name="T62" fmla="*/ 59 w 82"/>
                <a:gd name="T63" fmla="*/ 54 h 66"/>
                <a:gd name="T64" fmla="*/ 57 w 82"/>
                <a:gd name="T65" fmla="*/ 51 h 66"/>
                <a:gd name="T66" fmla="*/ 79 w 82"/>
                <a:gd name="T67" fmla="*/ 24 h 66"/>
                <a:gd name="T68" fmla="*/ 81 w 82"/>
                <a:gd name="T69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2" h="66">
                  <a:moveTo>
                    <a:pt x="59" y="14"/>
                  </a:moveTo>
                  <a:cubicBezTo>
                    <a:pt x="58" y="16"/>
                    <a:pt x="57" y="15"/>
                    <a:pt x="57" y="17"/>
                  </a:cubicBezTo>
                  <a:cubicBezTo>
                    <a:pt x="57" y="18"/>
                    <a:pt x="60" y="18"/>
                    <a:pt x="61" y="17"/>
                  </a:cubicBezTo>
                  <a:cubicBezTo>
                    <a:pt x="62" y="16"/>
                    <a:pt x="64" y="16"/>
                    <a:pt x="63" y="14"/>
                  </a:cubicBezTo>
                  <a:cubicBezTo>
                    <a:pt x="63" y="13"/>
                    <a:pt x="60" y="12"/>
                    <a:pt x="59" y="14"/>
                  </a:cubicBezTo>
                  <a:close/>
                  <a:moveTo>
                    <a:pt x="7" y="13"/>
                  </a:moveTo>
                  <a:cubicBezTo>
                    <a:pt x="7" y="14"/>
                    <a:pt x="5" y="14"/>
                    <a:pt x="5" y="16"/>
                  </a:cubicBezTo>
                  <a:cubicBezTo>
                    <a:pt x="5" y="17"/>
                    <a:pt x="6" y="17"/>
                    <a:pt x="7" y="16"/>
                  </a:cubicBezTo>
                  <a:cubicBezTo>
                    <a:pt x="7" y="16"/>
                    <a:pt x="8" y="14"/>
                    <a:pt x="9" y="14"/>
                  </a:cubicBezTo>
                  <a:cubicBezTo>
                    <a:pt x="11" y="13"/>
                    <a:pt x="10" y="12"/>
                    <a:pt x="10" y="11"/>
                  </a:cubicBezTo>
                  <a:cubicBezTo>
                    <a:pt x="9" y="11"/>
                    <a:pt x="8" y="12"/>
                    <a:pt x="7" y="13"/>
                  </a:cubicBezTo>
                  <a:close/>
                  <a:moveTo>
                    <a:pt x="3" y="20"/>
                  </a:moveTo>
                  <a:cubicBezTo>
                    <a:pt x="3" y="21"/>
                    <a:pt x="1" y="20"/>
                    <a:pt x="0" y="22"/>
                  </a:cubicBezTo>
                  <a:cubicBezTo>
                    <a:pt x="0" y="24"/>
                    <a:pt x="1" y="25"/>
                    <a:pt x="1" y="24"/>
                  </a:cubicBezTo>
                  <a:cubicBezTo>
                    <a:pt x="2" y="23"/>
                    <a:pt x="3" y="21"/>
                    <a:pt x="4" y="21"/>
                  </a:cubicBezTo>
                  <a:cubicBezTo>
                    <a:pt x="5" y="21"/>
                    <a:pt x="4" y="19"/>
                    <a:pt x="3" y="20"/>
                  </a:cubicBezTo>
                  <a:close/>
                  <a:moveTo>
                    <a:pt x="57" y="1"/>
                  </a:moveTo>
                  <a:cubicBezTo>
                    <a:pt x="56" y="0"/>
                    <a:pt x="53" y="2"/>
                    <a:pt x="51" y="3"/>
                  </a:cubicBezTo>
                  <a:cubicBezTo>
                    <a:pt x="49" y="4"/>
                    <a:pt x="45" y="6"/>
                    <a:pt x="42" y="7"/>
                  </a:cubicBezTo>
                  <a:cubicBezTo>
                    <a:pt x="39" y="7"/>
                    <a:pt x="39" y="7"/>
                    <a:pt x="37" y="8"/>
                  </a:cubicBezTo>
                  <a:cubicBezTo>
                    <a:pt x="36" y="9"/>
                    <a:pt x="34" y="11"/>
                    <a:pt x="32" y="11"/>
                  </a:cubicBezTo>
                  <a:cubicBezTo>
                    <a:pt x="30" y="11"/>
                    <a:pt x="29" y="11"/>
                    <a:pt x="28" y="12"/>
                  </a:cubicBezTo>
                  <a:cubicBezTo>
                    <a:pt x="26" y="13"/>
                    <a:pt x="28" y="14"/>
                    <a:pt x="29" y="15"/>
                  </a:cubicBezTo>
                  <a:cubicBezTo>
                    <a:pt x="29" y="15"/>
                    <a:pt x="30" y="18"/>
                    <a:pt x="32" y="19"/>
                  </a:cubicBezTo>
                  <a:cubicBezTo>
                    <a:pt x="34" y="20"/>
                    <a:pt x="41" y="16"/>
                    <a:pt x="45" y="15"/>
                  </a:cubicBezTo>
                  <a:cubicBezTo>
                    <a:pt x="47" y="15"/>
                    <a:pt x="47" y="15"/>
                    <a:pt x="48" y="12"/>
                  </a:cubicBezTo>
                  <a:cubicBezTo>
                    <a:pt x="50" y="10"/>
                    <a:pt x="52" y="9"/>
                    <a:pt x="55" y="7"/>
                  </a:cubicBezTo>
                  <a:cubicBezTo>
                    <a:pt x="57" y="5"/>
                    <a:pt x="58" y="3"/>
                    <a:pt x="57" y="1"/>
                  </a:cubicBezTo>
                  <a:close/>
                  <a:moveTo>
                    <a:pt x="47" y="24"/>
                  </a:moveTo>
                  <a:cubicBezTo>
                    <a:pt x="46" y="25"/>
                    <a:pt x="45" y="26"/>
                    <a:pt x="45" y="27"/>
                  </a:cubicBezTo>
                  <a:cubicBezTo>
                    <a:pt x="46" y="28"/>
                    <a:pt x="47" y="29"/>
                    <a:pt x="47" y="28"/>
                  </a:cubicBezTo>
                  <a:cubicBezTo>
                    <a:pt x="48" y="27"/>
                    <a:pt x="47" y="27"/>
                    <a:pt x="49" y="25"/>
                  </a:cubicBezTo>
                  <a:cubicBezTo>
                    <a:pt x="50" y="24"/>
                    <a:pt x="47" y="23"/>
                    <a:pt x="47" y="24"/>
                  </a:cubicBezTo>
                  <a:close/>
                  <a:moveTo>
                    <a:pt x="27" y="32"/>
                  </a:moveTo>
                  <a:cubicBezTo>
                    <a:pt x="26" y="31"/>
                    <a:pt x="25" y="31"/>
                    <a:pt x="24" y="30"/>
                  </a:cubicBezTo>
                  <a:cubicBezTo>
                    <a:pt x="22" y="28"/>
                    <a:pt x="22" y="27"/>
                    <a:pt x="20" y="26"/>
                  </a:cubicBezTo>
                  <a:cubicBezTo>
                    <a:pt x="18" y="25"/>
                    <a:pt x="17" y="26"/>
                    <a:pt x="14" y="27"/>
                  </a:cubicBezTo>
                  <a:cubicBezTo>
                    <a:pt x="10" y="28"/>
                    <a:pt x="10" y="30"/>
                    <a:pt x="8" y="31"/>
                  </a:cubicBezTo>
                  <a:cubicBezTo>
                    <a:pt x="6" y="32"/>
                    <a:pt x="4" y="34"/>
                    <a:pt x="3" y="36"/>
                  </a:cubicBezTo>
                  <a:cubicBezTo>
                    <a:pt x="2" y="39"/>
                    <a:pt x="3" y="42"/>
                    <a:pt x="5" y="42"/>
                  </a:cubicBezTo>
                  <a:cubicBezTo>
                    <a:pt x="8" y="43"/>
                    <a:pt x="9" y="43"/>
                    <a:pt x="12" y="44"/>
                  </a:cubicBezTo>
                  <a:cubicBezTo>
                    <a:pt x="15" y="45"/>
                    <a:pt x="15" y="44"/>
                    <a:pt x="19" y="42"/>
                  </a:cubicBezTo>
                  <a:cubicBezTo>
                    <a:pt x="23" y="41"/>
                    <a:pt x="26" y="42"/>
                    <a:pt x="29" y="41"/>
                  </a:cubicBezTo>
                  <a:cubicBezTo>
                    <a:pt x="32" y="40"/>
                    <a:pt x="29" y="40"/>
                    <a:pt x="29" y="37"/>
                  </a:cubicBezTo>
                  <a:cubicBezTo>
                    <a:pt x="28" y="34"/>
                    <a:pt x="28" y="33"/>
                    <a:pt x="27" y="32"/>
                  </a:cubicBezTo>
                  <a:close/>
                  <a:moveTo>
                    <a:pt x="43" y="38"/>
                  </a:moveTo>
                  <a:cubicBezTo>
                    <a:pt x="42" y="39"/>
                    <a:pt x="41" y="40"/>
                    <a:pt x="42" y="40"/>
                  </a:cubicBezTo>
                  <a:cubicBezTo>
                    <a:pt x="43" y="41"/>
                    <a:pt x="42" y="42"/>
                    <a:pt x="44" y="42"/>
                  </a:cubicBezTo>
                  <a:cubicBezTo>
                    <a:pt x="45" y="42"/>
                    <a:pt x="46" y="42"/>
                    <a:pt x="46" y="40"/>
                  </a:cubicBezTo>
                  <a:cubicBezTo>
                    <a:pt x="46" y="39"/>
                    <a:pt x="44" y="38"/>
                    <a:pt x="43" y="38"/>
                  </a:cubicBezTo>
                  <a:close/>
                  <a:moveTo>
                    <a:pt x="35" y="34"/>
                  </a:moveTo>
                  <a:cubicBezTo>
                    <a:pt x="36" y="32"/>
                    <a:pt x="35" y="29"/>
                    <a:pt x="33" y="31"/>
                  </a:cubicBezTo>
                  <a:cubicBezTo>
                    <a:pt x="33" y="33"/>
                    <a:pt x="32" y="33"/>
                    <a:pt x="33" y="34"/>
                  </a:cubicBezTo>
                  <a:cubicBezTo>
                    <a:pt x="33" y="35"/>
                    <a:pt x="33" y="35"/>
                    <a:pt x="35" y="34"/>
                  </a:cubicBezTo>
                  <a:close/>
                  <a:moveTo>
                    <a:pt x="22" y="60"/>
                  </a:moveTo>
                  <a:cubicBezTo>
                    <a:pt x="21" y="62"/>
                    <a:pt x="19" y="61"/>
                    <a:pt x="19" y="62"/>
                  </a:cubicBezTo>
                  <a:cubicBezTo>
                    <a:pt x="18" y="63"/>
                    <a:pt x="17" y="65"/>
                    <a:pt x="18" y="66"/>
                  </a:cubicBezTo>
                  <a:cubicBezTo>
                    <a:pt x="19" y="66"/>
                    <a:pt x="21" y="64"/>
                    <a:pt x="22" y="63"/>
                  </a:cubicBezTo>
                  <a:cubicBezTo>
                    <a:pt x="23" y="62"/>
                    <a:pt x="24" y="62"/>
                    <a:pt x="25" y="62"/>
                  </a:cubicBezTo>
                  <a:cubicBezTo>
                    <a:pt x="26" y="62"/>
                    <a:pt x="28" y="63"/>
                    <a:pt x="28" y="61"/>
                  </a:cubicBezTo>
                  <a:cubicBezTo>
                    <a:pt x="28" y="59"/>
                    <a:pt x="24" y="59"/>
                    <a:pt x="22" y="60"/>
                  </a:cubicBezTo>
                  <a:close/>
                  <a:moveTo>
                    <a:pt x="57" y="51"/>
                  </a:moveTo>
                  <a:cubicBezTo>
                    <a:pt x="57" y="52"/>
                    <a:pt x="55" y="52"/>
                    <a:pt x="56" y="53"/>
                  </a:cubicBezTo>
                  <a:cubicBezTo>
                    <a:pt x="57" y="54"/>
                    <a:pt x="58" y="55"/>
                    <a:pt x="59" y="54"/>
                  </a:cubicBezTo>
                  <a:cubicBezTo>
                    <a:pt x="60" y="53"/>
                    <a:pt x="60" y="52"/>
                    <a:pt x="60" y="52"/>
                  </a:cubicBezTo>
                  <a:cubicBezTo>
                    <a:pt x="60" y="51"/>
                    <a:pt x="59" y="49"/>
                    <a:pt x="57" y="51"/>
                  </a:cubicBezTo>
                  <a:close/>
                  <a:moveTo>
                    <a:pt x="78" y="22"/>
                  </a:moveTo>
                  <a:cubicBezTo>
                    <a:pt x="78" y="23"/>
                    <a:pt x="78" y="23"/>
                    <a:pt x="79" y="24"/>
                  </a:cubicBezTo>
                  <a:cubicBezTo>
                    <a:pt x="79" y="24"/>
                    <a:pt x="78" y="26"/>
                    <a:pt x="80" y="26"/>
                  </a:cubicBezTo>
                  <a:cubicBezTo>
                    <a:pt x="82" y="26"/>
                    <a:pt x="81" y="24"/>
                    <a:pt x="81" y="23"/>
                  </a:cubicBezTo>
                  <a:cubicBezTo>
                    <a:pt x="81" y="22"/>
                    <a:pt x="78" y="20"/>
                    <a:pt x="78" y="2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3" name="Freeform 291">
              <a:extLst>
                <a:ext uri="{FF2B5EF4-FFF2-40B4-BE49-F238E27FC236}">
                  <a16:creationId xmlns:a16="http://schemas.microsoft.com/office/drawing/2014/main" id="{18254E1A-8D1B-46BB-ED36-DA3282369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8253" y="3731331"/>
              <a:ext cx="4231" cy="4231"/>
            </a:xfrm>
            <a:custGeom>
              <a:avLst/>
              <a:gdLst>
                <a:gd name="T0" fmla="*/ 2 w 4"/>
                <a:gd name="T1" fmla="*/ 1 h 4"/>
                <a:gd name="T2" fmla="*/ 1 w 4"/>
                <a:gd name="T3" fmla="*/ 3 h 4"/>
                <a:gd name="T4" fmla="*/ 4 w 4"/>
                <a:gd name="T5" fmla="*/ 2 h 4"/>
                <a:gd name="T6" fmla="*/ 2 w 4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2" y="1"/>
                  </a:moveTo>
                  <a:cubicBezTo>
                    <a:pt x="1" y="1"/>
                    <a:pt x="0" y="3"/>
                    <a:pt x="1" y="3"/>
                  </a:cubicBezTo>
                  <a:cubicBezTo>
                    <a:pt x="2" y="3"/>
                    <a:pt x="4" y="4"/>
                    <a:pt x="4" y="2"/>
                  </a:cubicBezTo>
                  <a:cubicBezTo>
                    <a:pt x="4" y="0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4" name="Freeform 292">
              <a:extLst>
                <a:ext uri="{FF2B5EF4-FFF2-40B4-BE49-F238E27FC236}">
                  <a16:creationId xmlns:a16="http://schemas.microsoft.com/office/drawing/2014/main" id="{B93223A2-2937-C113-313A-809128CC7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1583" y="3241927"/>
              <a:ext cx="2821" cy="5642"/>
            </a:xfrm>
            <a:custGeom>
              <a:avLst/>
              <a:gdLst>
                <a:gd name="T0" fmla="*/ 2 w 3"/>
                <a:gd name="T1" fmla="*/ 5 h 5"/>
                <a:gd name="T2" fmla="*/ 2 w 3"/>
                <a:gd name="T3" fmla="*/ 2 h 5"/>
                <a:gd name="T4" fmla="*/ 2 w 3"/>
                <a:gd name="T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5">
                  <a:moveTo>
                    <a:pt x="2" y="5"/>
                  </a:moveTo>
                  <a:cubicBezTo>
                    <a:pt x="3" y="4"/>
                    <a:pt x="3" y="0"/>
                    <a:pt x="2" y="2"/>
                  </a:cubicBezTo>
                  <a:cubicBezTo>
                    <a:pt x="1" y="3"/>
                    <a:pt x="0" y="5"/>
                    <a:pt x="2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5" name="Freeform 293">
              <a:extLst>
                <a:ext uri="{FF2B5EF4-FFF2-40B4-BE49-F238E27FC236}">
                  <a16:creationId xmlns:a16="http://schemas.microsoft.com/office/drawing/2014/main" id="{2E365222-CB00-ADFA-5C24-7D53CEC5F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3895" y="3724279"/>
              <a:ext cx="5642" cy="2821"/>
            </a:xfrm>
            <a:custGeom>
              <a:avLst/>
              <a:gdLst>
                <a:gd name="T0" fmla="*/ 1 w 5"/>
                <a:gd name="T1" fmla="*/ 1 h 3"/>
                <a:gd name="T2" fmla="*/ 0 w 5"/>
                <a:gd name="T3" fmla="*/ 3 h 3"/>
                <a:gd name="T4" fmla="*/ 4 w 5"/>
                <a:gd name="T5" fmla="*/ 2 h 3"/>
                <a:gd name="T6" fmla="*/ 1 w 5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1" y="1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1" y="3"/>
                    <a:pt x="3" y="3"/>
                    <a:pt x="4" y="2"/>
                  </a:cubicBezTo>
                  <a:cubicBezTo>
                    <a:pt x="5" y="1"/>
                    <a:pt x="3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6" name="Freeform 294">
              <a:extLst>
                <a:ext uri="{FF2B5EF4-FFF2-40B4-BE49-F238E27FC236}">
                  <a16:creationId xmlns:a16="http://schemas.microsoft.com/office/drawing/2014/main" id="{0B033309-103A-6545-308C-BFAD3866F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9154" y="4071234"/>
              <a:ext cx="14104" cy="4231"/>
            </a:xfrm>
            <a:custGeom>
              <a:avLst/>
              <a:gdLst>
                <a:gd name="T0" fmla="*/ 9 w 12"/>
                <a:gd name="T1" fmla="*/ 0 h 4"/>
                <a:gd name="T2" fmla="*/ 5 w 12"/>
                <a:gd name="T3" fmla="*/ 1 h 4"/>
                <a:gd name="T4" fmla="*/ 2 w 12"/>
                <a:gd name="T5" fmla="*/ 1 h 4"/>
                <a:gd name="T6" fmla="*/ 0 w 12"/>
                <a:gd name="T7" fmla="*/ 3 h 4"/>
                <a:gd name="T8" fmla="*/ 4 w 12"/>
                <a:gd name="T9" fmla="*/ 4 h 4"/>
                <a:gd name="T10" fmla="*/ 7 w 12"/>
                <a:gd name="T11" fmla="*/ 3 h 4"/>
                <a:gd name="T12" fmla="*/ 8 w 12"/>
                <a:gd name="T13" fmla="*/ 2 h 4"/>
                <a:gd name="T14" fmla="*/ 10 w 12"/>
                <a:gd name="T15" fmla="*/ 1 h 4"/>
                <a:gd name="T16" fmla="*/ 12 w 12"/>
                <a:gd name="T17" fmla="*/ 1 h 4"/>
                <a:gd name="T18" fmla="*/ 9 w 12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4">
                  <a:moveTo>
                    <a:pt x="9" y="0"/>
                  </a:moveTo>
                  <a:cubicBezTo>
                    <a:pt x="8" y="0"/>
                    <a:pt x="7" y="0"/>
                    <a:pt x="5" y="1"/>
                  </a:cubicBezTo>
                  <a:cubicBezTo>
                    <a:pt x="3" y="1"/>
                    <a:pt x="3" y="0"/>
                    <a:pt x="2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1" y="4"/>
                    <a:pt x="3" y="4"/>
                    <a:pt x="4" y="4"/>
                  </a:cubicBezTo>
                  <a:cubicBezTo>
                    <a:pt x="5" y="4"/>
                    <a:pt x="6" y="4"/>
                    <a:pt x="7" y="3"/>
                  </a:cubicBezTo>
                  <a:cubicBezTo>
                    <a:pt x="7" y="3"/>
                    <a:pt x="7" y="2"/>
                    <a:pt x="8" y="2"/>
                  </a:cubicBezTo>
                  <a:cubicBezTo>
                    <a:pt x="8" y="1"/>
                    <a:pt x="9" y="1"/>
                    <a:pt x="10" y="1"/>
                  </a:cubicBezTo>
                  <a:cubicBezTo>
                    <a:pt x="12" y="1"/>
                    <a:pt x="12" y="2"/>
                    <a:pt x="12" y="1"/>
                  </a:cubicBezTo>
                  <a:cubicBezTo>
                    <a:pt x="12" y="1"/>
                    <a:pt x="11" y="0"/>
                    <a:pt x="9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7" name="Freeform 295">
              <a:extLst>
                <a:ext uri="{FF2B5EF4-FFF2-40B4-BE49-F238E27FC236}">
                  <a16:creationId xmlns:a16="http://schemas.microsoft.com/office/drawing/2014/main" id="{F40EADA6-8F1A-B452-79E3-77F60729F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4796" y="4075465"/>
              <a:ext cx="7052" cy="8462"/>
            </a:xfrm>
            <a:custGeom>
              <a:avLst/>
              <a:gdLst>
                <a:gd name="T0" fmla="*/ 2 w 6"/>
                <a:gd name="T1" fmla="*/ 2 h 8"/>
                <a:gd name="T2" fmla="*/ 0 w 6"/>
                <a:gd name="T3" fmla="*/ 5 h 8"/>
                <a:gd name="T4" fmla="*/ 1 w 6"/>
                <a:gd name="T5" fmla="*/ 7 h 8"/>
                <a:gd name="T6" fmla="*/ 4 w 6"/>
                <a:gd name="T7" fmla="*/ 6 h 8"/>
                <a:gd name="T8" fmla="*/ 6 w 6"/>
                <a:gd name="T9" fmla="*/ 4 h 8"/>
                <a:gd name="T10" fmla="*/ 4 w 6"/>
                <a:gd name="T11" fmla="*/ 1 h 8"/>
                <a:gd name="T12" fmla="*/ 2 w 6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8">
                  <a:moveTo>
                    <a:pt x="2" y="2"/>
                  </a:moveTo>
                  <a:cubicBezTo>
                    <a:pt x="1" y="2"/>
                    <a:pt x="0" y="3"/>
                    <a:pt x="0" y="5"/>
                  </a:cubicBezTo>
                  <a:cubicBezTo>
                    <a:pt x="1" y="6"/>
                    <a:pt x="0" y="8"/>
                    <a:pt x="1" y="7"/>
                  </a:cubicBezTo>
                  <a:cubicBezTo>
                    <a:pt x="3" y="7"/>
                    <a:pt x="3" y="7"/>
                    <a:pt x="4" y="6"/>
                  </a:cubicBezTo>
                  <a:cubicBezTo>
                    <a:pt x="5" y="5"/>
                    <a:pt x="6" y="6"/>
                    <a:pt x="6" y="4"/>
                  </a:cubicBezTo>
                  <a:cubicBezTo>
                    <a:pt x="6" y="3"/>
                    <a:pt x="5" y="2"/>
                    <a:pt x="4" y="1"/>
                  </a:cubicBezTo>
                  <a:cubicBezTo>
                    <a:pt x="4" y="1"/>
                    <a:pt x="3" y="0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8" name="Freeform 296">
              <a:extLst>
                <a:ext uri="{FF2B5EF4-FFF2-40B4-BE49-F238E27FC236}">
                  <a16:creationId xmlns:a16="http://schemas.microsoft.com/office/drawing/2014/main" id="{0BA75EA8-4C2E-7564-9802-58C0C1750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9536" y="3353347"/>
              <a:ext cx="5642" cy="5642"/>
            </a:xfrm>
            <a:custGeom>
              <a:avLst/>
              <a:gdLst>
                <a:gd name="T0" fmla="*/ 1 w 6"/>
                <a:gd name="T1" fmla="*/ 0 h 5"/>
                <a:gd name="T2" fmla="*/ 1 w 6"/>
                <a:gd name="T3" fmla="*/ 2 h 5"/>
                <a:gd name="T4" fmla="*/ 4 w 6"/>
                <a:gd name="T5" fmla="*/ 4 h 5"/>
                <a:gd name="T6" fmla="*/ 5 w 6"/>
                <a:gd name="T7" fmla="*/ 1 h 5"/>
                <a:gd name="T8" fmla="*/ 1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cubicBezTo>
                    <a:pt x="0" y="1"/>
                    <a:pt x="0" y="1"/>
                    <a:pt x="1" y="2"/>
                  </a:cubicBezTo>
                  <a:cubicBezTo>
                    <a:pt x="1" y="3"/>
                    <a:pt x="2" y="5"/>
                    <a:pt x="4" y="4"/>
                  </a:cubicBezTo>
                  <a:cubicBezTo>
                    <a:pt x="6" y="3"/>
                    <a:pt x="5" y="2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59" name="Freeform 297">
              <a:extLst>
                <a:ext uri="{FF2B5EF4-FFF2-40B4-BE49-F238E27FC236}">
                  <a16:creationId xmlns:a16="http://schemas.microsoft.com/office/drawing/2014/main" id="{E1281D93-75DD-BCE3-FB0F-8904643F1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6461" y="2392874"/>
              <a:ext cx="5642" cy="4231"/>
            </a:xfrm>
            <a:custGeom>
              <a:avLst/>
              <a:gdLst>
                <a:gd name="T0" fmla="*/ 1 w 5"/>
                <a:gd name="T1" fmla="*/ 2 h 5"/>
                <a:gd name="T2" fmla="*/ 1 w 5"/>
                <a:gd name="T3" fmla="*/ 4 h 5"/>
                <a:gd name="T4" fmla="*/ 5 w 5"/>
                <a:gd name="T5" fmla="*/ 3 h 5"/>
                <a:gd name="T6" fmla="*/ 1 w 5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3"/>
                    <a:pt x="0" y="4"/>
                    <a:pt x="1" y="4"/>
                  </a:cubicBezTo>
                  <a:cubicBezTo>
                    <a:pt x="2" y="5"/>
                    <a:pt x="4" y="5"/>
                    <a:pt x="5" y="3"/>
                  </a:cubicBezTo>
                  <a:cubicBezTo>
                    <a:pt x="5" y="1"/>
                    <a:pt x="2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0" name="Freeform 298">
              <a:extLst>
                <a:ext uri="{FF2B5EF4-FFF2-40B4-BE49-F238E27FC236}">
                  <a16:creationId xmlns:a16="http://schemas.microsoft.com/office/drawing/2014/main" id="{7C4BA43C-A8CC-8199-0B1C-400CE3CC0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0321" y="3109350"/>
              <a:ext cx="5642" cy="9873"/>
            </a:xfrm>
            <a:custGeom>
              <a:avLst/>
              <a:gdLst>
                <a:gd name="T0" fmla="*/ 5 w 5"/>
                <a:gd name="T1" fmla="*/ 7 h 10"/>
                <a:gd name="T2" fmla="*/ 1 w 5"/>
                <a:gd name="T3" fmla="*/ 6 h 10"/>
                <a:gd name="T4" fmla="*/ 2 w 5"/>
                <a:gd name="T5" fmla="*/ 8 h 10"/>
                <a:gd name="T6" fmla="*/ 5 w 5"/>
                <a:gd name="T7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0">
                  <a:moveTo>
                    <a:pt x="5" y="7"/>
                  </a:moveTo>
                  <a:cubicBezTo>
                    <a:pt x="5" y="5"/>
                    <a:pt x="3" y="0"/>
                    <a:pt x="1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3" y="8"/>
                    <a:pt x="5" y="10"/>
                    <a:pt x="5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1" name="Freeform 299">
              <a:extLst>
                <a:ext uri="{FF2B5EF4-FFF2-40B4-BE49-F238E27FC236}">
                  <a16:creationId xmlns:a16="http://schemas.microsoft.com/office/drawing/2014/main" id="{8344CEC6-267A-DE12-30D2-1178017F2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7500" y="3278597"/>
              <a:ext cx="7052" cy="5642"/>
            </a:xfrm>
            <a:custGeom>
              <a:avLst/>
              <a:gdLst>
                <a:gd name="T0" fmla="*/ 2 w 6"/>
                <a:gd name="T1" fmla="*/ 1 h 6"/>
                <a:gd name="T2" fmla="*/ 1 w 6"/>
                <a:gd name="T3" fmla="*/ 6 h 6"/>
                <a:gd name="T4" fmla="*/ 6 w 6"/>
                <a:gd name="T5" fmla="*/ 5 h 6"/>
                <a:gd name="T6" fmla="*/ 2 w 6"/>
                <a:gd name="T7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2" y="1"/>
                  </a:moveTo>
                  <a:cubicBezTo>
                    <a:pt x="1" y="3"/>
                    <a:pt x="0" y="5"/>
                    <a:pt x="1" y="6"/>
                  </a:cubicBezTo>
                  <a:cubicBezTo>
                    <a:pt x="3" y="6"/>
                    <a:pt x="5" y="6"/>
                    <a:pt x="6" y="5"/>
                  </a:cubicBezTo>
                  <a:cubicBezTo>
                    <a:pt x="6" y="4"/>
                    <a:pt x="4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2" name="Freeform 300">
              <a:extLst>
                <a:ext uri="{FF2B5EF4-FFF2-40B4-BE49-F238E27FC236}">
                  <a16:creationId xmlns:a16="http://schemas.microsoft.com/office/drawing/2014/main" id="{7789CB4F-CC6A-C4C4-AD26-2F359421E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4806" y="3096657"/>
              <a:ext cx="5642" cy="5642"/>
            </a:xfrm>
            <a:custGeom>
              <a:avLst/>
              <a:gdLst>
                <a:gd name="T0" fmla="*/ 5 w 5"/>
                <a:gd name="T1" fmla="*/ 4 h 5"/>
                <a:gd name="T2" fmla="*/ 1 w 5"/>
                <a:gd name="T3" fmla="*/ 1 h 5"/>
                <a:gd name="T4" fmla="*/ 2 w 5"/>
                <a:gd name="T5" fmla="*/ 5 h 5"/>
                <a:gd name="T6" fmla="*/ 5 w 5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5" y="4"/>
                  </a:moveTo>
                  <a:cubicBezTo>
                    <a:pt x="5" y="3"/>
                    <a:pt x="3" y="0"/>
                    <a:pt x="1" y="1"/>
                  </a:cubicBezTo>
                  <a:cubicBezTo>
                    <a:pt x="0" y="3"/>
                    <a:pt x="0" y="5"/>
                    <a:pt x="2" y="5"/>
                  </a:cubicBezTo>
                  <a:cubicBezTo>
                    <a:pt x="3" y="5"/>
                    <a:pt x="5" y="5"/>
                    <a:pt x="5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3" name="Freeform 301">
              <a:extLst>
                <a:ext uri="{FF2B5EF4-FFF2-40B4-BE49-F238E27FC236}">
                  <a16:creationId xmlns:a16="http://schemas.microsoft.com/office/drawing/2014/main" id="{89952E2B-DADC-107E-031D-E56800E2D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5177" y="3411173"/>
              <a:ext cx="8462" cy="5642"/>
            </a:xfrm>
            <a:custGeom>
              <a:avLst/>
              <a:gdLst>
                <a:gd name="T0" fmla="*/ 2 w 7"/>
                <a:gd name="T1" fmla="*/ 1 h 6"/>
                <a:gd name="T2" fmla="*/ 1 w 7"/>
                <a:gd name="T3" fmla="*/ 3 h 6"/>
                <a:gd name="T4" fmla="*/ 2 w 7"/>
                <a:gd name="T5" fmla="*/ 5 h 6"/>
                <a:gd name="T6" fmla="*/ 6 w 7"/>
                <a:gd name="T7" fmla="*/ 2 h 6"/>
                <a:gd name="T8" fmla="*/ 2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2" y="1"/>
                  </a:moveTo>
                  <a:cubicBezTo>
                    <a:pt x="0" y="2"/>
                    <a:pt x="0" y="2"/>
                    <a:pt x="1" y="3"/>
                  </a:cubicBezTo>
                  <a:cubicBezTo>
                    <a:pt x="1" y="4"/>
                    <a:pt x="1" y="6"/>
                    <a:pt x="2" y="5"/>
                  </a:cubicBezTo>
                  <a:cubicBezTo>
                    <a:pt x="4" y="4"/>
                    <a:pt x="6" y="4"/>
                    <a:pt x="6" y="2"/>
                  </a:cubicBezTo>
                  <a:cubicBezTo>
                    <a:pt x="7" y="0"/>
                    <a:pt x="4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4" name="Freeform 302">
              <a:extLst>
                <a:ext uri="{FF2B5EF4-FFF2-40B4-BE49-F238E27FC236}">
                  <a16:creationId xmlns:a16="http://schemas.microsoft.com/office/drawing/2014/main" id="{44614A29-F454-F433-0A17-2C5760280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5707" y="3460537"/>
              <a:ext cx="7052" cy="8462"/>
            </a:xfrm>
            <a:custGeom>
              <a:avLst/>
              <a:gdLst>
                <a:gd name="T0" fmla="*/ 3 w 7"/>
                <a:gd name="T1" fmla="*/ 0 h 7"/>
                <a:gd name="T2" fmla="*/ 0 w 7"/>
                <a:gd name="T3" fmla="*/ 2 h 7"/>
                <a:gd name="T4" fmla="*/ 3 w 7"/>
                <a:gd name="T5" fmla="*/ 6 h 7"/>
                <a:gd name="T6" fmla="*/ 3 w 7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3" y="0"/>
                  </a:moveTo>
                  <a:cubicBezTo>
                    <a:pt x="2" y="1"/>
                    <a:pt x="0" y="0"/>
                    <a:pt x="0" y="2"/>
                  </a:cubicBezTo>
                  <a:cubicBezTo>
                    <a:pt x="1" y="5"/>
                    <a:pt x="2" y="7"/>
                    <a:pt x="3" y="6"/>
                  </a:cubicBezTo>
                  <a:cubicBezTo>
                    <a:pt x="5" y="4"/>
                    <a:pt x="7" y="0"/>
                    <a:pt x="3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5" name="Freeform 303">
              <a:extLst>
                <a:ext uri="{FF2B5EF4-FFF2-40B4-BE49-F238E27FC236}">
                  <a16:creationId xmlns:a16="http://schemas.microsoft.com/office/drawing/2014/main" id="{FE48A0CD-8204-C4BD-DE1E-58E722110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5061" y="3222181"/>
              <a:ext cx="7052" cy="7052"/>
            </a:xfrm>
            <a:custGeom>
              <a:avLst/>
              <a:gdLst>
                <a:gd name="T0" fmla="*/ 1 w 6"/>
                <a:gd name="T1" fmla="*/ 2 h 6"/>
                <a:gd name="T2" fmla="*/ 2 w 6"/>
                <a:gd name="T3" fmla="*/ 6 h 6"/>
                <a:gd name="T4" fmla="*/ 6 w 6"/>
                <a:gd name="T5" fmla="*/ 4 h 6"/>
                <a:gd name="T6" fmla="*/ 1 w 6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1" y="2"/>
                  </a:moveTo>
                  <a:cubicBezTo>
                    <a:pt x="0" y="4"/>
                    <a:pt x="1" y="6"/>
                    <a:pt x="2" y="6"/>
                  </a:cubicBezTo>
                  <a:cubicBezTo>
                    <a:pt x="4" y="6"/>
                    <a:pt x="6" y="5"/>
                    <a:pt x="6" y="4"/>
                  </a:cubicBezTo>
                  <a:cubicBezTo>
                    <a:pt x="5" y="2"/>
                    <a:pt x="1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6" name="Freeform 304">
              <a:extLst>
                <a:ext uri="{FF2B5EF4-FFF2-40B4-BE49-F238E27FC236}">
                  <a16:creationId xmlns:a16="http://schemas.microsoft.com/office/drawing/2014/main" id="{4697CAB3-72C1-A253-6538-D4C747481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0575" y="3237696"/>
              <a:ext cx="4231" cy="7052"/>
            </a:xfrm>
            <a:custGeom>
              <a:avLst/>
              <a:gdLst>
                <a:gd name="T0" fmla="*/ 2 w 4"/>
                <a:gd name="T1" fmla="*/ 6 h 6"/>
                <a:gd name="T2" fmla="*/ 4 w 4"/>
                <a:gd name="T3" fmla="*/ 2 h 6"/>
                <a:gd name="T4" fmla="*/ 0 w 4"/>
                <a:gd name="T5" fmla="*/ 2 h 6"/>
                <a:gd name="T6" fmla="*/ 2 w 4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2" y="6"/>
                  </a:moveTo>
                  <a:cubicBezTo>
                    <a:pt x="3" y="5"/>
                    <a:pt x="4" y="4"/>
                    <a:pt x="4" y="2"/>
                  </a:cubicBezTo>
                  <a:cubicBezTo>
                    <a:pt x="4" y="1"/>
                    <a:pt x="1" y="0"/>
                    <a:pt x="0" y="2"/>
                  </a:cubicBezTo>
                  <a:cubicBezTo>
                    <a:pt x="0" y="3"/>
                    <a:pt x="0" y="6"/>
                    <a:pt x="2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7" name="Freeform 305">
              <a:extLst>
                <a:ext uri="{FF2B5EF4-FFF2-40B4-BE49-F238E27FC236}">
                  <a16:creationId xmlns:a16="http://schemas.microsoft.com/office/drawing/2014/main" id="{5385952B-927C-0301-2D4A-BCFC5CAF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91" y="3113581"/>
              <a:ext cx="9873" cy="4231"/>
            </a:xfrm>
            <a:custGeom>
              <a:avLst/>
              <a:gdLst>
                <a:gd name="T0" fmla="*/ 8 w 8"/>
                <a:gd name="T1" fmla="*/ 2 h 5"/>
                <a:gd name="T2" fmla="*/ 3 w 8"/>
                <a:gd name="T3" fmla="*/ 2 h 5"/>
                <a:gd name="T4" fmla="*/ 3 w 8"/>
                <a:gd name="T5" fmla="*/ 5 h 5"/>
                <a:gd name="T6" fmla="*/ 8 w 8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7" y="1"/>
                    <a:pt x="4" y="0"/>
                    <a:pt x="3" y="2"/>
                  </a:cubicBezTo>
                  <a:cubicBezTo>
                    <a:pt x="1" y="4"/>
                    <a:pt x="0" y="5"/>
                    <a:pt x="3" y="5"/>
                  </a:cubicBezTo>
                  <a:cubicBezTo>
                    <a:pt x="6" y="5"/>
                    <a:pt x="8" y="4"/>
                    <a:pt x="8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8" name="Freeform 306">
              <a:extLst>
                <a:ext uri="{FF2B5EF4-FFF2-40B4-BE49-F238E27FC236}">
                  <a16:creationId xmlns:a16="http://schemas.microsoft.com/office/drawing/2014/main" id="{FC407724-44FE-E8A0-29EC-159F8FA507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27418" y="615786"/>
              <a:ext cx="3709318" cy="1452699"/>
            </a:xfrm>
            <a:custGeom>
              <a:avLst/>
              <a:gdLst>
                <a:gd name="T0" fmla="*/ 3213 w 3379"/>
                <a:gd name="T1" fmla="*/ 573 h 1352"/>
                <a:gd name="T2" fmla="*/ 2694 w 3379"/>
                <a:gd name="T3" fmla="*/ 466 h 1352"/>
                <a:gd name="T4" fmla="*/ 2434 w 3379"/>
                <a:gd name="T5" fmla="*/ 418 h 1352"/>
                <a:gd name="T6" fmla="*/ 2274 w 3379"/>
                <a:gd name="T7" fmla="*/ 462 h 1352"/>
                <a:gd name="T8" fmla="*/ 2081 w 3379"/>
                <a:gd name="T9" fmla="*/ 377 h 1352"/>
                <a:gd name="T10" fmla="*/ 1729 w 3379"/>
                <a:gd name="T11" fmla="*/ 348 h 1352"/>
                <a:gd name="T12" fmla="*/ 1779 w 3379"/>
                <a:gd name="T13" fmla="*/ 279 h 1352"/>
                <a:gd name="T14" fmla="*/ 1541 w 3379"/>
                <a:gd name="T15" fmla="*/ 205 h 1352"/>
                <a:gd name="T16" fmla="*/ 1235 w 3379"/>
                <a:gd name="T17" fmla="*/ 310 h 1352"/>
                <a:gd name="T18" fmla="*/ 1070 w 3379"/>
                <a:gd name="T19" fmla="*/ 418 h 1352"/>
                <a:gd name="T20" fmla="*/ 960 w 3379"/>
                <a:gd name="T21" fmla="*/ 432 h 1352"/>
                <a:gd name="T22" fmla="*/ 1026 w 3379"/>
                <a:gd name="T23" fmla="*/ 557 h 1352"/>
                <a:gd name="T24" fmla="*/ 932 w 3379"/>
                <a:gd name="T25" fmla="*/ 465 h 1352"/>
                <a:gd name="T26" fmla="*/ 848 w 3379"/>
                <a:gd name="T27" fmla="*/ 565 h 1352"/>
                <a:gd name="T28" fmla="*/ 532 w 3379"/>
                <a:gd name="T29" fmla="*/ 545 h 1352"/>
                <a:gd name="T30" fmla="*/ 343 w 3379"/>
                <a:gd name="T31" fmla="*/ 581 h 1352"/>
                <a:gd name="T32" fmla="*/ 212 w 3379"/>
                <a:gd name="T33" fmla="*/ 715 h 1352"/>
                <a:gd name="T34" fmla="*/ 223 w 3379"/>
                <a:gd name="T35" fmla="*/ 563 h 1352"/>
                <a:gd name="T36" fmla="*/ 51 w 3379"/>
                <a:gd name="T37" fmla="*/ 588 h 1352"/>
                <a:gd name="T38" fmla="*/ 30 w 3379"/>
                <a:gd name="T39" fmla="*/ 846 h 1352"/>
                <a:gd name="T40" fmla="*/ 84 w 3379"/>
                <a:gd name="T41" fmla="*/ 1010 h 1352"/>
                <a:gd name="T42" fmla="*/ 223 w 3379"/>
                <a:gd name="T43" fmla="*/ 1126 h 1352"/>
                <a:gd name="T44" fmla="*/ 199 w 3379"/>
                <a:gd name="T45" fmla="*/ 1259 h 1352"/>
                <a:gd name="T46" fmla="*/ 410 w 3379"/>
                <a:gd name="T47" fmla="*/ 1251 h 1352"/>
                <a:gd name="T48" fmla="*/ 492 w 3379"/>
                <a:gd name="T49" fmla="*/ 1082 h 1352"/>
                <a:gd name="T50" fmla="*/ 686 w 3379"/>
                <a:gd name="T51" fmla="*/ 1066 h 1352"/>
                <a:gd name="T52" fmla="*/ 841 w 3379"/>
                <a:gd name="T53" fmla="*/ 987 h 1352"/>
                <a:gd name="T54" fmla="*/ 1018 w 3379"/>
                <a:gd name="T55" fmla="*/ 1008 h 1352"/>
                <a:gd name="T56" fmla="*/ 1243 w 3379"/>
                <a:gd name="T57" fmla="*/ 1150 h 1352"/>
                <a:gd name="T58" fmla="*/ 1543 w 3379"/>
                <a:gd name="T59" fmla="*/ 1099 h 1352"/>
                <a:gd name="T60" fmla="*/ 1920 w 3379"/>
                <a:gd name="T61" fmla="*/ 1059 h 1352"/>
                <a:gd name="T62" fmla="*/ 2099 w 3379"/>
                <a:gd name="T63" fmla="*/ 1142 h 1352"/>
                <a:gd name="T64" fmla="*/ 2179 w 3379"/>
                <a:gd name="T65" fmla="*/ 1252 h 1352"/>
                <a:gd name="T66" fmla="*/ 2344 w 3379"/>
                <a:gd name="T67" fmla="*/ 1079 h 1352"/>
                <a:gd name="T68" fmla="*/ 2410 w 3379"/>
                <a:gd name="T69" fmla="*/ 859 h 1352"/>
                <a:gd name="T70" fmla="*/ 2737 w 3379"/>
                <a:gd name="T71" fmla="*/ 813 h 1352"/>
                <a:gd name="T72" fmla="*/ 2700 w 3379"/>
                <a:gd name="T73" fmla="*/ 1058 h 1352"/>
                <a:gd name="T74" fmla="*/ 2811 w 3379"/>
                <a:gd name="T75" fmla="*/ 838 h 1352"/>
                <a:gd name="T76" fmla="*/ 3088 w 3379"/>
                <a:gd name="T77" fmla="*/ 751 h 1352"/>
                <a:gd name="T78" fmla="*/ 3149 w 3379"/>
                <a:gd name="T79" fmla="*/ 668 h 1352"/>
                <a:gd name="T80" fmla="*/ 595 w 3379"/>
                <a:gd name="T81" fmla="*/ 31 h 1352"/>
                <a:gd name="T82" fmla="*/ 581 w 3379"/>
                <a:gd name="T83" fmla="*/ 55 h 1352"/>
                <a:gd name="T84" fmla="*/ 609 w 3379"/>
                <a:gd name="T85" fmla="*/ 17 h 1352"/>
                <a:gd name="T86" fmla="*/ 624 w 3379"/>
                <a:gd name="T87" fmla="*/ 347 h 1352"/>
                <a:gd name="T88" fmla="*/ 711 w 3379"/>
                <a:gd name="T89" fmla="*/ 258 h 1352"/>
                <a:gd name="T90" fmla="*/ 559 w 3379"/>
                <a:gd name="T91" fmla="*/ 352 h 1352"/>
                <a:gd name="T92" fmla="*/ 532 w 3379"/>
                <a:gd name="T93" fmla="*/ 444 h 1352"/>
                <a:gd name="T94" fmla="*/ 584 w 3379"/>
                <a:gd name="T95" fmla="*/ 391 h 1352"/>
                <a:gd name="T96" fmla="*/ 441 w 3379"/>
                <a:gd name="T97" fmla="*/ 75 h 1352"/>
                <a:gd name="T98" fmla="*/ 900 w 3379"/>
                <a:gd name="T99" fmla="*/ 372 h 1352"/>
                <a:gd name="T100" fmla="*/ 1753 w 3379"/>
                <a:gd name="T101" fmla="*/ 330 h 1352"/>
                <a:gd name="T102" fmla="*/ 1588 w 3379"/>
                <a:gd name="T103" fmla="*/ 137 h 1352"/>
                <a:gd name="T104" fmla="*/ 1417 w 3379"/>
                <a:gd name="T105" fmla="*/ 32 h 1352"/>
                <a:gd name="T106" fmla="*/ 1484 w 3379"/>
                <a:gd name="T107" fmla="*/ 128 h 1352"/>
                <a:gd name="T108" fmla="*/ 2309 w 3379"/>
                <a:gd name="T109" fmla="*/ 312 h 1352"/>
                <a:gd name="T110" fmla="*/ 2273 w 3379"/>
                <a:gd name="T111" fmla="*/ 269 h 1352"/>
                <a:gd name="T112" fmla="*/ 2328 w 3379"/>
                <a:gd name="T113" fmla="*/ 353 h 1352"/>
                <a:gd name="T114" fmla="*/ 2899 w 3379"/>
                <a:gd name="T115" fmla="*/ 507 h 1352"/>
                <a:gd name="T116" fmla="*/ 3369 w 3379"/>
                <a:gd name="T117" fmla="*/ 740 h 1352"/>
                <a:gd name="T118" fmla="*/ 2385 w 3379"/>
                <a:gd name="T119" fmla="*/ 1072 h 1352"/>
                <a:gd name="T120" fmla="*/ 2579 w 3379"/>
                <a:gd name="T121" fmla="*/ 1198 h 1352"/>
                <a:gd name="T122" fmla="*/ 2441 w 3379"/>
                <a:gd name="T123" fmla="*/ 1281 h 1352"/>
                <a:gd name="T124" fmla="*/ 185 w 3379"/>
                <a:gd name="T125" fmla="*/ 795 h 1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79" h="1352">
                  <a:moveTo>
                    <a:pt x="3303" y="674"/>
                  </a:moveTo>
                  <a:cubicBezTo>
                    <a:pt x="3301" y="673"/>
                    <a:pt x="3299" y="674"/>
                    <a:pt x="3298" y="673"/>
                  </a:cubicBezTo>
                  <a:cubicBezTo>
                    <a:pt x="3296" y="673"/>
                    <a:pt x="3297" y="672"/>
                    <a:pt x="3297" y="671"/>
                  </a:cubicBezTo>
                  <a:cubicBezTo>
                    <a:pt x="3297" y="669"/>
                    <a:pt x="3301" y="671"/>
                    <a:pt x="3302" y="670"/>
                  </a:cubicBezTo>
                  <a:cubicBezTo>
                    <a:pt x="3302" y="670"/>
                    <a:pt x="3303" y="669"/>
                    <a:pt x="3304" y="668"/>
                  </a:cubicBezTo>
                  <a:cubicBezTo>
                    <a:pt x="3304" y="668"/>
                    <a:pt x="3305" y="668"/>
                    <a:pt x="3304" y="665"/>
                  </a:cubicBezTo>
                  <a:cubicBezTo>
                    <a:pt x="3303" y="663"/>
                    <a:pt x="3302" y="664"/>
                    <a:pt x="3301" y="662"/>
                  </a:cubicBezTo>
                  <a:cubicBezTo>
                    <a:pt x="3300" y="661"/>
                    <a:pt x="3301" y="661"/>
                    <a:pt x="3299" y="659"/>
                  </a:cubicBezTo>
                  <a:cubicBezTo>
                    <a:pt x="3297" y="657"/>
                    <a:pt x="3296" y="659"/>
                    <a:pt x="3294" y="658"/>
                  </a:cubicBezTo>
                  <a:cubicBezTo>
                    <a:pt x="3292" y="657"/>
                    <a:pt x="3293" y="656"/>
                    <a:pt x="3295" y="655"/>
                  </a:cubicBezTo>
                  <a:cubicBezTo>
                    <a:pt x="3296" y="655"/>
                    <a:pt x="3299" y="655"/>
                    <a:pt x="3302" y="656"/>
                  </a:cubicBezTo>
                  <a:cubicBezTo>
                    <a:pt x="3304" y="656"/>
                    <a:pt x="3304" y="658"/>
                    <a:pt x="3305" y="659"/>
                  </a:cubicBezTo>
                  <a:cubicBezTo>
                    <a:pt x="3306" y="660"/>
                    <a:pt x="3312" y="661"/>
                    <a:pt x="3315" y="661"/>
                  </a:cubicBezTo>
                  <a:cubicBezTo>
                    <a:pt x="3318" y="661"/>
                    <a:pt x="3329" y="663"/>
                    <a:pt x="3329" y="661"/>
                  </a:cubicBezTo>
                  <a:cubicBezTo>
                    <a:pt x="3329" y="660"/>
                    <a:pt x="3327" y="658"/>
                    <a:pt x="3326" y="657"/>
                  </a:cubicBezTo>
                  <a:cubicBezTo>
                    <a:pt x="3325" y="656"/>
                    <a:pt x="3323" y="655"/>
                    <a:pt x="3321" y="653"/>
                  </a:cubicBezTo>
                  <a:cubicBezTo>
                    <a:pt x="3320" y="652"/>
                    <a:pt x="3321" y="651"/>
                    <a:pt x="3322" y="651"/>
                  </a:cubicBezTo>
                  <a:cubicBezTo>
                    <a:pt x="3323" y="651"/>
                    <a:pt x="3326" y="654"/>
                    <a:pt x="3327" y="655"/>
                  </a:cubicBezTo>
                  <a:cubicBezTo>
                    <a:pt x="3329" y="657"/>
                    <a:pt x="3331" y="657"/>
                    <a:pt x="3333" y="657"/>
                  </a:cubicBezTo>
                  <a:cubicBezTo>
                    <a:pt x="3336" y="657"/>
                    <a:pt x="3336" y="658"/>
                    <a:pt x="3338" y="659"/>
                  </a:cubicBezTo>
                  <a:cubicBezTo>
                    <a:pt x="3339" y="659"/>
                    <a:pt x="3339" y="658"/>
                    <a:pt x="3340" y="656"/>
                  </a:cubicBezTo>
                  <a:cubicBezTo>
                    <a:pt x="3340" y="653"/>
                    <a:pt x="3344" y="652"/>
                    <a:pt x="3347" y="649"/>
                  </a:cubicBezTo>
                  <a:cubicBezTo>
                    <a:pt x="3351" y="647"/>
                    <a:pt x="3355" y="645"/>
                    <a:pt x="3356" y="644"/>
                  </a:cubicBezTo>
                  <a:cubicBezTo>
                    <a:pt x="3358" y="643"/>
                    <a:pt x="3357" y="642"/>
                    <a:pt x="3353" y="641"/>
                  </a:cubicBezTo>
                  <a:cubicBezTo>
                    <a:pt x="3349" y="641"/>
                    <a:pt x="3348" y="641"/>
                    <a:pt x="3346" y="639"/>
                  </a:cubicBezTo>
                  <a:cubicBezTo>
                    <a:pt x="3344" y="637"/>
                    <a:pt x="3346" y="637"/>
                    <a:pt x="3342" y="634"/>
                  </a:cubicBezTo>
                  <a:cubicBezTo>
                    <a:pt x="3339" y="632"/>
                    <a:pt x="3337" y="631"/>
                    <a:pt x="3332" y="629"/>
                  </a:cubicBezTo>
                  <a:cubicBezTo>
                    <a:pt x="3326" y="626"/>
                    <a:pt x="3326" y="625"/>
                    <a:pt x="3321" y="620"/>
                  </a:cubicBezTo>
                  <a:cubicBezTo>
                    <a:pt x="3316" y="616"/>
                    <a:pt x="3316" y="615"/>
                    <a:pt x="3312" y="613"/>
                  </a:cubicBezTo>
                  <a:cubicBezTo>
                    <a:pt x="3308" y="611"/>
                    <a:pt x="3308" y="612"/>
                    <a:pt x="3305" y="612"/>
                  </a:cubicBezTo>
                  <a:cubicBezTo>
                    <a:pt x="3301" y="612"/>
                    <a:pt x="3302" y="613"/>
                    <a:pt x="3301" y="614"/>
                  </a:cubicBezTo>
                  <a:cubicBezTo>
                    <a:pt x="3300" y="616"/>
                    <a:pt x="3297" y="614"/>
                    <a:pt x="3293" y="612"/>
                  </a:cubicBezTo>
                  <a:cubicBezTo>
                    <a:pt x="3289" y="611"/>
                    <a:pt x="3288" y="613"/>
                    <a:pt x="3286" y="614"/>
                  </a:cubicBezTo>
                  <a:cubicBezTo>
                    <a:pt x="3285" y="614"/>
                    <a:pt x="3285" y="616"/>
                    <a:pt x="3282" y="618"/>
                  </a:cubicBezTo>
                  <a:cubicBezTo>
                    <a:pt x="3279" y="619"/>
                    <a:pt x="3281" y="616"/>
                    <a:pt x="3281" y="614"/>
                  </a:cubicBezTo>
                  <a:cubicBezTo>
                    <a:pt x="3281" y="611"/>
                    <a:pt x="3285" y="611"/>
                    <a:pt x="3284" y="609"/>
                  </a:cubicBezTo>
                  <a:cubicBezTo>
                    <a:pt x="3284" y="607"/>
                    <a:pt x="3281" y="608"/>
                    <a:pt x="3278" y="608"/>
                  </a:cubicBezTo>
                  <a:cubicBezTo>
                    <a:pt x="3275" y="608"/>
                    <a:pt x="3271" y="608"/>
                    <a:pt x="3268" y="607"/>
                  </a:cubicBezTo>
                  <a:cubicBezTo>
                    <a:pt x="3265" y="607"/>
                    <a:pt x="3263" y="607"/>
                    <a:pt x="3261" y="608"/>
                  </a:cubicBezTo>
                  <a:cubicBezTo>
                    <a:pt x="3260" y="609"/>
                    <a:pt x="3261" y="609"/>
                    <a:pt x="3264" y="612"/>
                  </a:cubicBezTo>
                  <a:cubicBezTo>
                    <a:pt x="3267" y="614"/>
                    <a:pt x="3267" y="614"/>
                    <a:pt x="3269" y="616"/>
                  </a:cubicBezTo>
                  <a:cubicBezTo>
                    <a:pt x="3270" y="617"/>
                    <a:pt x="3269" y="620"/>
                    <a:pt x="3269" y="622"/>
                  </a:cubicBezTo>
                  <a:cubicBezTo>
                    <a:pt x="3269" y="624"/>
                    <a:pt x="3268" y="623"/>
                    <a:pt x="3266" y="624"/>
                  </a:cubicBezTo>
                  <a:cubicBezTo>
                    <a:pt x="3264" y="625"/>
                    <a:pt x="3265" y="626"/>
                    <a:pt x="3266" y="626"/>
                  </a:cubicBezTo>
                  <a:cubicBezTo>
                    <a:pt x="3268" y="627"/>
                    <a:pt x="3270" y="628"/>
                    <a:pt x="3272" y="629"/>
                  </a:cubicBezTo>
                  <a:cubicBezTo>
                    <a:pt x="3274" y="630"/>
                    <a:pt x="3274" y="630"/>
                    <a:pt x="3274" y="632"/>
                  </a:cubicBezTo>
                  <a:cubicBezTo>
                    <a:pt x="3273" y="634"/>
                    <a:pt x="3271" y="635"/>
                    <a:pt x="3270" y="637"/>
                  </a:cubicBezTo>
                  <a:cubicBezTo>
                    <a:pt x="3268" y="639"/>
                    <a:pt x="3268" y="639"/>
                    <a:pt x="3267" y="636"/>
                  </a:cubicBezTo>
                  <a:cubicBezTo>
                    <a:pt x="3266" y="634"/>
                    <a:pt x="3267" y="632"/>
                    <a:pt x="3266" y="630"/>
                  </a:cubicBezTo>
                  <a:cubicBezTo>
                    <a:pt x="3265" y="628"/>
                    <a:pt x="3264" y="631"/>
                    <a:pt x="3262" y="632"/>
                  </a:cubicBezTo>
                  <a:cubicBezTo>
                    <a:pt x="3261" y="633"/>
                    <a:pt x="3260" y="635"/>
                    <a:pt x="3258" y="634"/>
                  </a:cubicBezTo>
                  <a:cubicBezTo>
                    <a:pt x="3256" y="633"/>
                    <a:pt x="3258" y="631"/>
                    <a:pt x="3258" y="629"/>
                  </a:cubicBezTo>
                  <a:cubicBezTo>
                    <a:pt x="3257" y="626"/>
                    <a:pt x="3256" y="627"/>
                    <a:pt x="3251" y="625"/>
                  </a:cubicBezTo>
                  <a:cubicBezTo>
                    <a:pt x="3247" y="622"/>
                    <a:pt x="3249" y="623"/>
                    <a:pt x="3249" y="622"/>
                  </a:cubicBezTo>
                  <a:cubicBezTo>
                    <a:pt x="3249" y="620"/>
                    <a:pt x="3251" y="620"/>
                    <a:pt x="3252" y="618"/>
                  </a:cubicBezTo>
                  <a:cubicBezTo>
                    <a:pt x="3253" y="616"/>
                    <a:pt x="3252" y="614"/>
                    <a:pt x="3251" y="612"/>
                  </a:cubicBezTo>
                  <a:cubicBezTo>
                    <a:pt x="3250" y="610"/>
                    <a:pt x="3249" y="607"/>
                    <a:pt x="3249" y="604"/>
                  </a:cubicBezTo>
                  <a:cubicBezTo>
                    <a:pt x="3249" y="601"/>
                    <a:pt x="3250" y="601"/>
                    <a:pt x="3251" y="599"/>
                  </a:cubicBezTo>
                  <a:cubicBezTo>
                    <a:pt x="3251" y="598"/>
                    <a:pt x="3250" y="596"/>
                    <a:pt x="3248" y="595"/>
                  </a:cubicBezTo>
                  <a:cubicBezTo>
                    <a:pt x="3246" y="593"/>
                    <a:pt x="3245" y="595"/>
                    <a:pt x="3244" y="598"/>
                  </a:cubicBezTo>
                  <a:cubicBezTo>
                    <a:pt x="3243" y="600"/>
                    <a:pt x="3243" y="600"/>
                    <a:pt x="3241" y="599"/>
                  </a:cubicBezTo>
                  <a:cubicBezTo>
                    <a:pt x="3239" y="599"/>
                    <a:pt x="3241" y="597"/>
                    <a:pt x="3242" y="595"/>
                  </a:cubicBezTo>
                  <a:cubicBezTo>
                    <a:pt x="3243" y="593"/>
                    <a:pt x="3242" y="592"/>
                    <a:pt x="3241" y="589"/>
                  </a:cubicBezTo>
                  <a:cubicBezTo>
                    <a:pt x="3240" y="587"/>
                    <a:pt x="3239" y="586"/>
                    <a:pt x="3236" y="584"/>
                  </a:cubicBezTo>
                  <a:cubicBezTo>
                    <a:pt x="3233" y="582"/>
                    <a:pt x="3232" y="582"/>
                    <a:pt x="3226" y="580"/>
                  </a:cubicBezTo>
                  <a:cubicBezTo>
                    <a:pt x="3221" y="579"/>
                    <a:pt x="3218" y="576"/>
                    <a:pt x="3213" y="573"/>
                  </a:cubicBezTo>
                  <a:cubicBezTo>
                    <a:pt x="3208" y="571"/>
                    <a:pt x="3203" y="570"/>
                    <a:pt x="3201" y="569"/>
                  </a:cubicBezTo>
                  <a:cubicBezTo>
                    <a:pt x="3198" y="568"/>
                    <a:pt x="3193" y="567"/>
                    <a:pt x="3191" y="564"/>
                  </a:cubicBezTo>
                  <a:cubicBezTo>
                    <a:pt x="3189" y="561"/>
                    <a:pt x="3188" y="561"/>
                    <a:pt x="3185" y="560"/>
                  </a:cubicBezTo>
                  <a:cubicBezTo>
                    <a:pt x="3183" y="559"/>
                    <a:pt x="3180" y="559"/>
                    <a:pt x="3175" y="558"/>
                  </a:cubicBezTo>
                  <a:cubicBezTo>
                    <a:pt x="3171" y="558"/>
                    <a:pt x="3172" y="558"/>
                    <a:pt x="3168" y="555"/>
                  </a:cubicBezTo>
                  <a:cubicBezTo>
                    <a:pt x="3165" y="552"/>
                    <a:pt x="3165" y="550"/>
                    <a:pt x="3163" y="548"/>
                  </a:cubicBezTo>
                  <a:cubicBezTo>
                    <a:pt x="3161" y="546"/>
                    <a:pt x="3155" y="542"/>
                    <a:pt x="3152" y="542"/>
                  </a:cubicBezTo>
                  <a:cubicBezTo>
                    <a:pt x="3148" y="542"/>
                    <a:pt x="3148" y="542"/>
                    <a:pt x="3142" y="540"/>
                  </a:cubicBezTo>
                  <a:cubicBezTo>
                    <a:pt x="3136" y="538"/>
                    <a:pt x="3135" y="536"/>
                    <a:pt x="3129" y="534"/>
                  </a:cubicBezTo>
                  <a:cubicBezTo>
                    <a:pt x="3123" y="531"/>
                    <a:pt x="3117" y="526"/>
                    <a:pt x="3111" y="523"/>
                  </a:cubicBezTo>
                  <a:cubicBezTo>
                    <a:pt x="3105" y="521"/>
                    <a:pt x="3104" y="521"/>
                    <a:pt x="3092" y="520"/>
                  </a:cubicBezTo>
                  <a:cubicBezTo>
                    <a:pt x="3080" y="519"/>
                    <a:pt x="3079" y="516"/>
                    <a:pt x="3072" y="512"/>
                  </a:cubicBezTo>
                  <a:cubicBezTo>
                    <a:pt x="3064" y="509"/>
                    <a:pt x="3063" y="507"/>
                    <a:pt x="3060" y="508"/>
                  </a:cubicBezTo>
                  <a:cubicBezTo>
                    <a:pt x="3056" y="509"/>
                    <a:pt x="3054" y="509"/>
                    <a:pt x="3047" y="510"/>
                  </a:cubicBezTo>
                  <a:cubicBezTo>
                    <a:pt x="3039" y="510"/>
                    <a:pt x="3039" y="509"/>
                    <a:pt x="3031" y="508"/>
                  </a:cubicBezTo>
                  <a:cubicBezTo>
                    <a:pt x="3022" y="506"/>
                    <a:pt x="3017" y="506"/>
                    <a:pt x="3013" y="506"/>
                  </a:cubicBezTo>
                  <a:cubicBezTo>
                    <a:pt x="3008" y="505"/>
                    <a:pt x="3009" y="506"/>
                    <a:pt x="3007" y="507"/>
                  </a:cubicBezTo>
                  <a:cubicBezTo>
                    <a:pt x="3006" y="509"/>
                    <a:pt x="3008" y="510"/>
                    <a:pt x="3006" y="512"/>
                  </a:cubicBezTo>
                  <a:cubicBezTo>
                    <a:pt x="3005" y="514"/>
                    <a:pt x="3000" y="509"/>
                    <a:pt x="2997" y="507"/>
                  </a:cubicBezTo>
                  <a:cubicBezTo>
                    <a:pt x="2994" y="504"/>
                    <a:pt x="2991" y="504"/>
                    <a:pt x="2988" y="503"/>
                  </a:cubicBezTo>
                  <a:cubicBezTo>
                    <a:pt x="2984" y="503"/>
                    <a:pt x="2979" y="502"/>
                    <a:pt x="2970" y="502"/>
                  </a:cubicBezTo>
                  <a:cubicBezTo>
                    <a:pt x="2961" y="502"/>
                    <a:pt x="2964" y="501"/>
                    <a:pt x="2961" y="501"/>
                  </a:cubicBezTo>
                  <a:cubicBezTo>
                    <a:pt x="2959" y="501"/>
                    <a:pt x="2955" y="501"/>
                    <a:pt x="2953" y="500"/>
                  </a:cubicBezTo>
                  <a:cubicBezTo>
                    <a:pt x="2951" y="499"/>
                    <a:pt x="2949" y="499"/>
                    <a:pt x="2949" y="500"/>
                  </a:cubicBezTo>
                  <a:cubicBezTo>
                    <a:pt x="2949" y="500"/>
                    <a:pt x="2949" y="501"/>
                    <a:pt x="2949" y="502"/>
                  </a:cubicBezTo>
                  <a:cubicBezTo>
                    <a:pt x="2949" y="503"/>
                    <a:pt x="2949" y="505"/>
                    <a:pt x="2950" y="507"/>
                  </a:cubicBezTo>
                  <a:cubicBezTo>
                    <a:pt x="2951" y="510"/>
                    <a:pt x="2950" y="510"/>
                    <a:pt x="2947" y="512"/>
                  </a:cubicBezTo>
                  <a:cubicBezTo>
                    <a:pt x="2945" y="514"/>
                    <a:pt x="2944" y="515"/>
                    <a:pt x="2943" y="517"/>
                  </a:cubicBezTo>
                  <a:cubicBezTo>
                    <a:pt x="2941" y="519"/>
                    <a:pt x="2941" y="519"/>
                    <a:pt x="2944" y="520"/>
                  </a:cubicBezTo>
                  <a:cubicBezTo>
                    <a:pt x="2947" y="520"/>
                    <a:pt x="2949" y="519"/>
                    <a:pt x="2951" y="520"/>
                  </a:cubicBezTo>
                  <a:cubicBezTo>
                    <a:pt x="2953" y="520"/>
                    <a:pt x="2952" y="523"/>
                    <a:pt x="2954" y="527"/>
                  </a:cubicBezTo>
                  <a:cubicBezTo>
                    <a:pt x="2956" y="532"/>
                    <a:pt x="2958" y="532"/>
                    <a:pt x="2959" y="535"/>
                  </a:cubicBezTo>
                  <a:cubicBezTo>
                    <a:pt x="2960" y="538"/>
                    <a:pt x="2959" y="539"/>
                    <a:pt x="2956" y="540"/>
                  </a:cubicBezTo>
                  <a:cubicBezTo>
                    <a:pt x="2954" y="542"/>
                    <a:pt x="2954" y="542"/>
                    <a:pt x="2954" y="544"/>
                  </a:cubicBezTo>
                  <a:cubicBezTo>
                    <a:pt x="2953" y="547"/>
                    <a:pt x="2953" y="548"/>
                    <a:pt x="2951" y="549"/>
                  </a:cubicBezTo>
                  <a:cubicBezTo>
                    <a:pt x="2949" y="550"/>
                    <a:pt x="2948" y="548"/>
                    <a:pt x="2945" y="547"/>
                  </a:cubicBezTo>
                  <a:cubicBezTo>
                    <a:pt x="2942" y="546"/>
                    <a:pt x="2939" y="548"/>
                    <a:pt x="2935" y="548"/>
                  </a:cubicBezTo>
                  <a:cubicBezTo>
                    <a:pt x="2930" y="548"/>
                    <a:pt x="2931" y="547"/>
                    <a:pt x="2928" y="545"/>
                  </a:cubicBezTo>
                  <a:cubicBezTo>
                    <a:pt x="2925" y="542"/>
                    <a:pt x="2926" y="539"/>
                    <a:pt x="2924" y="537"/>
                  </a:cubicBezTo>
                  <a:cubicBezTo>
                    <a:pt x="2923" y="535"/>
                    <a:pt x="2921" y="536"/>
                    <a:pt x="2913" y="535"/>
                  </a:cubicBezTo>
                  <a:cubicBezTo>
                    <a:pt x="2905" y="534"/>
                    <a:pt x="2905" y="533"/>
                    <a:pt x="2903" y="530"/>
                  </a:cubicBezTo>
                  <a:cubicBezTo>
                    <a:pt x="2901" y="528"/>
                    <a:pt x="2903" y="525"/>
                    <a:pt x="2902" y="522"/>
                  </a:cubicBezTo>
                  <a:cubicBezTo>
                    <a:pt x="2901" y="519"/>
                    <a:pt x="2900" y="519"/>
                    <a:pt x="2899" y="517"/>
                  </a:cubicBezTo>
                  <a:cubicBezTo>
                    <a:pt x="2897" y="516"/>
                    <a:pt x="2893" y="514"/>
                    <a:pt x="2891" y="515"/>
                  </a:cubicBezTo>
                  <a:cubicBezTo>
                    <a:pt x="2890" y="515"/>
                    <a:pt x="2887" y="515"/>
                    <a:pt x="2883" y="518"/>
                  </a:cubicBezTo>
                  <a:cubicBezTo>
                    <a:pt x="2879" y="520"/>
                    <a:pt x="2879" y="519"/>
                    <a:pt x="2873" y="519"/>
                  </a:cubicBezTo>
                  <a:cubicBezTo>
                    <a:pt x="2868" y="520"/>
                    <a:pt x="2864" y="520"/>
                    <a:pt x="2858" y="519"/>
                  </a:cubicBezTo>
                  <a:cubicBezTo>
                    <a:pt x="2852" y="518"/>
                    <a:pt x="2854" y="519"/>
                    <a:pt x="2848" y="519"/>
                  </a:cubicBezTo>
                  <a:cubicBezTo>
                    <a:pt x="2842" y="519"/>
                    <a:pt x="2843" y="519"/>
                    <a:pt x="2835" y="517"/>
                  </a:cubicBezTo>
                  <a:cubicBezTo>
                    <a:pt x="2827" y="516"/>
                    <a:pt x="2822" y="514"/>
                    <a:pt x="2817" y="513"/>
                  </a:cubicBezTo>
                  <a:cubicBezTo>
                    <a:pt x="2813" y="512"/>
                    <a:pt x="2811" y="513"/>
                    <a:pt x="2804" y="513"/>
                  </a:cubicBezTo>
                  <a:cubicBezTo>
                    <a:pt x="2797" y="514"/>
                    <a:pt x="2797" y="514"/>
                    <a:pt x="2792" y="515"/>
                  </a:cubicBezTo>
                  <a:cubicBezTo>
                    <a:pt x="2787" y="516"/>
                    <a:pt x="2781" y="518"/>
                    <a:pt x="2773" y="517"/>
                  </a:cubicBezTo>
                  <a:cubicBezTo>
                    <a:pt x="2765" y="516"/>
                    <a:pt x="2764" y="518"/>
                    <a:pt x="2762" y="518"/>
                  </a:cubicBezTo>
                  <a:cubicBezTo>
                    <a:pt x="2760" y="518"/>
                    <a:pt x="2756" y="520"/>
                    <a:pt x="2753" y="519"/>
                  </a:cubicBezTo>
                  <a:cubicBezTo>
                    <a:pt x="2750" y="519"/>
                    <a:pt x="2746" y="518"/>
                    <a:pt x="2743" y="516"/>
                  </a:cubicBezTo>
                  <a:cubicBezTo>
                    <a:pt x="2739" y="515"/>
                    <a:pt x="2738" y="515"/>
                    <a:pt x="2734" y="515"/>
                  </a:cubicBezTo>
                  <a:cubicBezTo>
                    <a:pt x="2730" y="514"/>
                    <a:pt x="2728" y="513"/>
                    <a:pt x="2727" y="511"/>
                  </a:cubicBezTo>
                  <a:cubicBezTo>
                    <a:pt x="2726" y="509"/>
                    <a:pt x="2727" y="508"/>
                    <a:pt x="2727" y="507"/>
                  </a:cubicBezTo>
                  <a:cubicBezTo>
                    <a:pt x="2728" y="505"/>
                    <a:pt x="2728" y="504"/>
                    <a:pt x="2728" y="502"/>
                  </a:cubicBezTo>
                  <a:cubicBezTo>
                    <a:pt x="2727" y="500"/>
                    <a:pt x="2728" y="500"/>
                    <a:pt x="2730" y="499"/>
                  </a:cubicBezTo>
                  <a:cubicBezTo>
                    <a:pt x="2733" y="499"/>
                    <a:pt x="2733" y="498"/>
                    <a:pt x="2734" y="495"/>
                  </a:cubicBezTo>
                  <a:cubicBezTo>
                    <a:pt x="2734" y="493"/>
                    <a:pt x="2733" y="491"/>
                    <a:pt x="2730" y="486"/>
                  </a:cubicBezTo>
                  <a:cubicBezTo>
                    <a:pt x="2728" y="481"/>
                    <a:pt x="2729" y="482"/>
                    <a:pt x="2727" y="479"/>
                  </a:cubicBezTo>
                  <a:cubicBezTo>
                    <a:pt x="2725" y="476"/>
                    <a:pt x="2721" y="475"/>
                    <a:pt x="2715" y="472"/>
                  </a:cubicBezTo>
                  <a:cubicBezTo>
                    <a:pt x="2709" y="470"/>
                    <a:pt x="2702" y="467"/>
                    <a:pt x="2694" y="466"/>
                  </a:cubicBezTo>
                  <a:cubicBezTo>
                    <a:pt x="2686" y="464"/>
                    <a:pt x="2685" y="465"/>
                    <a:pt x="2678" y="464"/>
                  </a:cubicBezTo>
                  <a:cubicBezTo>
                    <a:pt x="2672" y="464"/>
                    <a:pt x="2666" y="464"/>
                    <a:pt x="2658" y="464"/>
                  </a:cubicBezTo>
                  <a:cubicBezTo>
                    <a:pt x="2650" y="463"/>
                    <a:pt x="2640" y="464"/>
                    <a:pt x="2636" y="465"/>
                  </a:cubicBezTo>
                  <a:cubicBezTo>
                    <a:pt x="2631" y="465"/>
                    <a:pt x="2627" y="467"/>
                    <a:pt x="2621" y="468"/>
                  </a:cubicBezTo>
                  <a:cubicBezTo>
                    <a:pt x="2615" y="468"/>
                    <a:pt x="2605" y="469"/>
                    <a:pt x="2601" y="471"/>
                  </a:cubicBezTo>
                  <a:cubicBezTo>
                    <a:pt x="2596" y="473"/>
                    <a:pt x="2593" y="473"/>
                    <a:pt x="2588" y="474"/>
                  </a:cubicBezTo>
                  <a:cubicBezTo>
                    <a:pt x="2583" y="476"/>
                    <a:pt x="2578" y="475"/>
                    <a:pt x="2575" y="473"/>
                  </a:cubicBezTo>
                  <a:cubicBezTo>
                    <a:pt x="2571" y="470"/>
                    <a:pt x="2568" y="470"/>
                    <a:pt x="2565" y="470"/>
                  </a:cubicBezTo>
                  <a:cubicBezTo>
                    <a:pt x="2563" y="469"/>
                    <a:pt x="2563" y="468"/>
                    <a:pt x="2563" y="468"/>
                  </a:cubicBezTo>
                  <a:cubicBezTo>
                    <a:pt x="2563" y="467"/>
                    <a:pt x="2565" y="467"/>
                    <a:pt x="2565" y="466"/>
                  </a:cubicBezTo>
                  <a:cubicBezTo>
                    <a:pt x="2564" y="465"/>
                    <a:pt x="2563" y="464"/>
                    <a:pt x="2561" y="462"/>
                  </a:cubicBezTo>
                  <a:cubicBezTo>
                    <a:pt x="2559" y="459"/>
                    <a:pt x="2559" y="459"/>
                    <a:pt x="2558" y="457"/>
                  </a:cubicBezTo>
                  <a:cubicBezTo>
                    <a:pt x="2558" y="454"/>
                    <a:pt x="2556" y="455"/>
                    <a:pt x="2553" y="453"/>
                  </a:cubicBezTo>
                  <a:cubicBezTo>
                    <a:pt x="2550" y="452"/>
                    <a:pt x="2550" y="453"/>
                    <a:pt x="2549" y="453"/>
                  </a:cubicBezTo>
                  <a:cubicBezTo>
                    <a:pt x="2548" y="453"/>
                    <a:pt x="2546" y="453"/>
                    <a:pt x="2545" y="454"/>
                  </a:cubicBezTo>
                  <a:cubicBezTo>
                    <a:pt x="2543" y="455"/>
                    <a:pt x="2542" y="456"/>
                    <a:pt x="2540" y="455"/>
                  </a:cubicBezTo>
                  <a:cubicBezTo>
                    <a:pt x="2539" y="455"/>
                    <a:pt x="2541" y="453"/>
                    <a:pt x="2540" y="452"/>
                  </a:cubicBezTo>
                  <a:cubicBezTo>
                    <a:pt x="2539" y="451"/>
                    <a:pt x="2538" y="452"/>
                    <a:pt x="2537" y="453"/>
                  </a:cubicBezTo>
                  <a:cubicBezTo>
                    <a:pt x="2536" y="454"/>
                    <a:pt x="2535" y="455"/>
                    <a:pt x="2533" y="456"/>
                  </a:cubicBezTo>
                  <a:cubicBezTo>
                    <a:pt x="2531" y="457"/>
                    <a:pt x="2530" y="458"/>
                    <a:pt x="2529" y="459"/>
                  </a:cubicBezTo>
                  <a:cubicBezTo>
                    <a:pt x="2527" y="459"/>
                    <a:pt x="2528" y="458"/>
                    <a:pt x="2528" y="457"/>
                  </a:cubicBezTo>
                  <a:cubicBezTo>
                    <a:pt x="2528" y="455"/>
                    <a:pt x="2530" y="455"/>
                    <a:pt x="2532" y="453"/>
                  </a:cubicBezTo>
                  <a:cubicBezTo>
                    <a:pt x="2534" y="452"/>
                    <a:pt x="2535" y="451"/>
                    <a:pt x="2537" y="450"/>
                  </a:cubicBezTo>
                  <a:cubicBezTo>
                    <a:pt x="2538" y="449"/>
                    <a:pt x="2538" y="448"/>
                    <a:pt x="2538" y="447"/>
                  </a:cubicBezTo>
                  <a:cubicBezTo>
                    <a:pt x="2537" y="447"/>
                    <a:pt x="2532" y="447"/>
                    <a:pt x="2531" y="448"/>
                  </a:cubicBezTo>
                  <a:cubicBezTo>
                    <a:pt x="2530" y="448"/>
                    <a:pt x="2527" y="448"/>
                    <a:pt x="2526" y="447"/>
                  </a:cubicBezTo>
                  <a:cubicBezTo>
                    <a:pt x="2524" y="446"/>
                    <a:pt x="2526" y="445"/>
                    <a:pt x="2525" y="444"/>
                  </a:cubicBezTo>
                  <a:cubicBezTo>
                    <a:pt x="2525" y="443"/>
                    <a:pt x="2525" y="442"/>
                    <a:pt x="2523" y="441"/>
                  </a:cubicBezTo>
                  <a:cubicBezTo>
                    <a:pt x="2521" y="441"/>
                    <a:pt x="2521" y="442"/>
                    <a:pt x="2518" y="441"/>
                  </a:cubicBezTo>
                  <a:cubicBezTo>
                    <a:pt x="2515" y="441"/>
                    <a:pt x="2515" y="441"/>
                    <a:pt x="2513" y="441"/>
                  </a:cubicBezTo>
                  <a:cubicBezTo>
                    <a:pt x="2511" y="441"/>
                    <a:pt x="2510" y="441"/>
                    <a:pt x="2507" y="442"/>
                  </a:cubicBezTo>
                  <a:cubicBezTo>
                    <a:pt x="2504" y="442"/>
                    <a:pt x="2504" y="442"/>
                    <a:pt x="2503" y="440"/>
                  </a:cubicBezTo>
                  <a:cubicBezTo>
                    <a:pt x="2502" y="439"/>
                    <a:pt x="2502" y="436"/>
                    <a:pt x="2503" y="435"/>
                  </a:cubicBezTo>
                  <a:cubicBezTo>
                    <a:pt x="2505" y="435"/>
                    <a:pt x="2505" y="436"/>
                    <a:pt x="2507" y="437"/>
                  </a:cubicBezTo>
                  <a:cubicBezTo>
                    <a:pt x="2509" y="437"/>
                    <a:pt x="2509" y="436"/>
                    <a:pt x="2510" y="435"/>
                  </a:cubicBezTo>
                  <a:cubicBezTo>
                    <a:pt x="2511" y="434"/>
                    <a:pt x="2512" y="433"/>
                    <a:pt x="2513" y="432"/>
                  </a:cubicBezTo>
                  <a:cubicBezTo>
                    <a:pt x="2515" y="432"/>
                    <a:pt x="2516" y="433"/>
                    <a:pt x="2517" y="435"/>
                  </a:cubicBezTo>
                  <a:cubicBezTo>
                    <a:pt x="2518" y="437"/>
                    <a:pt x="2519" y="436"/>
                    <a:pt x="2520" y="437"/>
                  </a:cubicBezTo>
                  <a:cubicBezTo>
                    <a:pt x="2521" y="438"/>
                    <a:pt x="2522" y="436"/>
                    <a:pt x="2524" y="435"/>
                  </a:cubicBezTo>
                  <a:cubicBezTo>
                    <a:pt x="2526" y="433"/>
                    <a:pt x="2526" y="433"/>
                    <a:pt x="2526" y="431"/>
                  </a:cubicBezTo>
                  <a:cubicBezTo>
                    <a:pt x="2526" y="430"/>
                    <a:pt x="2525" y="429"/>
                    <a:pt x="2523" y="427"/>
                  </a:cubicBezTo>
                  <a:cubicBezTo>
                    <a:pt x="2521" y="426"/>
                    <a:pt x="2520" y="425"/>
                    <a:pt x="2517" y="423"/>
                  </a:cubicBezTo>
                  <a:cubicBezTo>
                    <a:pt x="2513" y="421"/>
                    <a:pt x="2511" y="422"/>
                    <a:pt x="2508" y="420"/>
                  </a:cubicBezTo>
                  <a:cubicBezTo>
                    <a:pt x="2505" y="418"/>
                    <a:pt x="2502" y="418"/>
                    <a:pt x="2496" y="417"/>
                  </a:cubicBezTo>
                  <a:cubicBezTo>
                    <a:pt x="2490" y="417"/>
                    <a:pt x="2489" y="417"/>
                    <a:pt x="2484" y="417"/>
                  </a:cubicBezTo>
                  <a:cubicBezTo>
                    <a:pt x="2480" y="416"/>
                    <a:pt x="2477" y="415"/>
                    <a:pt x="2472" y="415"/>
                  </a:cubicBezTo>
                  <a:cubicBezTo>
                    <a:pt x="2467" y="415"/>
                    <a:pt x="2465" y="416"/>
                    <a:pt x="2464" y="419"/>
                  </a:cubicBezTo>
                  <a:cubicBezTo>
                    <a:pt x="2463" y="423"/>
                    <a:pt x="2461" y="423"/>
                    <a:pt x="2459" y="425"/>
                  </a:cubicBezTo>
                  <a:cubicBezTo>
                    <a:pt x="2456" y="427"/>
                    <a:pt x="2455" y="428"/>
                    <a:pt x="2453" y="430"/>
                  </a:cubicBezTo>
                  <a:cubicBezTo>
                    <a:pt x="2451" y="432"/>
                    <a:pt x="2449" y="434"/>
                    <a:pt x="2447" y="436"/>
                  </a:cubicBezTo>
                  <a:cubicBezTo>
                    <a:pt x="2445" y="437"/>
                    <a:pt x="2441" y="437"/>
                    <a:pt x="2440" y="438"/>
                  </a:cubicBezTo>
                  <a:cubicBezTo>
                    <a:pt x="2439" y="439"/>
                    <a:pt x="2436" y="439"/>
                    <a:pt x="2433" y="439"/>
                  </a:cubicBezTo>
                  <a:cubicBezTo>
                    <a:pt x="2430" y="439"/>
                    <a:pt x="2430" y="439"/>
                    <a:pt x="2428" y="440"/>
                  </a:cubicBezTo>
                  <a:cubicBezTo>
                    <a:pt x="2426" y="440"/>
                    <a:pt x="2425" y="441"/>
                    <a:pt x="2423" y="441"/>
                  </a:cubicBezTo>
                  <a:cubicBezTo>
                    <a:pt x="2421" y="441"/>
                    <a:pt x="2421" y="439"/>
                    <a:pt x="2421" y="438"/>
                  </a:cubicBezTo>
                  <a:cubicBezTo>
                    <a:pt x="2421" y="437"/>
                    <a:pt x="2423" y="437"/>
                    <a:pt x="2424" y="437"/>
                  </a:cubicBezTo>
                  <a:cubicBezTo>
                    <a:pt x="2426" y="436"/>
                    <a:pt x="2426" y="435"/>
                    <a:pt x="2425" y="434"/>
                  </a:cubicBezTo>
                  <a:cubicBezTo>
                    <a:pt x="2424" y="433"/>
                    <a:pt x="2423" y="432"/>
                    <a:pt x="2423" y="431"/>
                  </a:cubicBezTo>
                  <a:cubicBezTo>
                    <a:pt x="2423" y="431"/>
                    <a:pt x="2423" y="430"/>
                    <a:pt x="2424" y="431"/>
                  </a:cubicBezTo>
                  <a:cubicBezTo>
                    <a:pt x="2425" y="431"/>
                    <a:pt x="2428" y="432"/>
                    <a:pt x="2430" y="433"/>
                  </a:cubicBezTo>
                  <a:cubicBezTo>
                    <a:pt x="2432" y="434"/>
                    <a:pt x="2433" y="433"/>
                    <a:pt x="2435" y="433"/>
                  </a:cubicBezTo>
                  <a:cubicBezTo>
                    <a:pt x="2436" y="433"/>
                    <a:pt x="2438" y="432"/>
                    <a:pt x="2439" y="431"/>
                  </a:cubicBezTo>
                  <a:cubicBezTo>
                    <a:pt x="2439" y="431"/>
                    <a:pt x="2438" y="430"/>
                    <a:pt x="2437" y="428"/>
                  </a:cubicBezTo>
                  <a:cubicBezTo>
                    <a:pt x="2436" y="427"/>
                    <a:pt x="2436" y="425"/>
                    <a:pt x="2436" y="424"/>
                  </a:cubicBezTo>
                  <a:cubicBezTo>
                    <a:pt x="2436" y="422"/>
                    <a:pt x="2437" y="421"/>
                    <a:pt x="2438" y="420"/>
                  </a:cubicBezTo>
                  <a:cubicBezTo>
                    <a:pt x="2438" y="419"/>
                    <a:pt x="2437" y="418"/>
                    <a:pt x="2434" y="418"/>
                  </a:cubicBezTo>
                  <a:cubicBezTo>
                    <a:pt x="2431" y="418"/>
                    <a:pt x="2428" y="418"/>
                    <a:pt x="2426" y="419"/>
                  </a:cubicBezTo>
                  <a:cubicBezTo>
                    <a:pt x="2423" y="419"/>
                    <a:pt x="2413" y="421"/>
                    <a:pt x="2412" y="420"/>
                  </a:cubicBezTo>
                  <a:cubicBezTo>
                    <a:pt x="2411" y="420"/>
                    <a:pt x="2411" y="419"/>
                    <a:pt x="2412" y="418"/>
                  </a:cubicBezTo>
                  <a:cubicBezTo>
                    <a:pt x="2413" y="417"/>
                    <a:pt x="2416" y="416"/>
                    <a:pt x="2416" y="415"/>
                  </a:cubicBezTo>
                  <a:cubicBezTo>
                    <a:pt x="2417" y="414"/>
                    <a:pt x="2421" y="412"/>
                    <a:pt x="2423" y="412"/>
                  </a:cubicBezTo>
                  <a:cubicBezTo>
                    <a:pt x="2424" y="411"/>
                    <a:pt x="2425" y="412"/>
                    <a:pt x="2426" y="413"/>
                  </a:cubicBezTo>
                  <a:cubicBezTo>
                    <a:pt x="2427" y="413"/>
                    <a:pt x="2428" y="414"/>
                    <a:pt x="2430" y="415"/>
                  </a:cubicBezTo>
                  <a:cubicBezTo>
                    <a:pt x="2431" y="415"/>
                    <a:pt x="2434" y="415"/>
                    <a:pt x="2436" y="415"/>
                  </a:cubicBezTo>
                  <a:cubicBezTo>
                    <a:pt x="2437" y="415"/>
                    <a:pt x="2441" y="415"/>
                    <a:pt x="2444" y="414"/>
                  </a:cubicBezTo>
                  <a:cubicBezTo>
                    <a:pt x="2447" y="414"/>
                    <a:pt x="2448" y="414"/>
                    <a:pt x="2450" y="415"/>
                  </a:cubicBezTo>
                  <a:cubicBezTo>
                    <a:pt x="2451" y="415"/>
                    <a:pt x="2458" y="415"/>
                    <a:pt x="2456" y="414"/>
                  </a:cubicBezTo>
                  <a:cubicBezTo>
                    <a:pt x="2455" y="413"/>
                    <a:pt x="2450" y="412"/>
                    <a:pt x="2447" y="411"/>
                  </a:cubicBezTo>
                  <a:cubicBezTo>
                    <a:pt x="2445" y="411"/>
                    <a:pt x="2442" y="410"/>
                    <a:pt x="2439" y="409"/>
                  </a:cubicBezTo>
                  <a:cubicBezTo>
                    <a:pt x="2435" y="408"/>
                    <a:pt x="2430" y="407"/>
                    <a:pt x="2426" y="406"/>
                  </a:cubicBezTo>
                  <a:cubicBezTo>
                    <a:pt x="2422" y="405"/>
                    <a:pt x="2422" y="405"/>
                    <a:pt x="2418" y="405"/>
                  </a:cubicBezTo>
                  <a:cubicBezTo>
                    <a:pt x="2414" y="405"/>
                    <a:pt x="2411" y="405"/>
                    <a:pt x="2407" y="404"/>
                  </a:cubicBezTo>
                  <a:cubicBezTo>
                    <a:pt x="2403" y="403"/>
                    <a:pt x="2396" y="403"/>
                    <a:pt x="2393" y="403"/>
                  </a:cubicBezTo>
                  <a:cubicBezTo>
                    <a:pt x="2390" y="403"/>
                    <a:pt x="2385" y="403"/>
                    <a:pt x="2382" y="403"/>
                  </a:cubicBezTo>
                  <a:cubicBezTo>
                    <a:pt x="2380" y="402"/>
                    <a:pt x="2377" y="402"/>
                    <a:pt x="2374" y="402"/>
                  </a:cubicBezTo>
                  <a:cubicBezTo>
                    <a:pt x="2370" y="402"/>
                    <a:pt x="2367" y="402"/>
                    <a:pt x="2364" y="401"/>
                  </a:cubicBezTo>
                  <a:cubicBezTo>
                    <a:pt x="2361" y="401"/>
                    <a:pt x="2358" y="399"/>
                    <a:pt x="2355" y="398"/>
                  </a:cubicBezTo>
                  <a:cubicBezTo>
                    <a:pt x="2353" y="397"/>
                    <a:pt x="2350" y="396"/>
                    <a:pt x="2348" y="396"/>
                  </a:cubicBezTo>
                  <a:cubicBezTo>
                    <a:pt x="2345" y="395"/>
                    <a:pt x="2344" y="396"/>
                    <a:pt x="2342" y="395"/>
                  </a:cubicBezTo>
                  <a:cubicBezTo>
                    <a:pt x="2340" y="395"/>
                    <a:pt x="2337" y="395"/>
                    <a:pt x="2336" y="395"/>
                  </a:cubicBezTo>
                  <a:cubicBezTo>
                    <a:pt x="2334" y="395"/>
                    <a:pt x="2333" y="395"/>
                    <a:pt x="2334" y="397"/>
                  </a:cubicBezTo>
                  <a:cubicBezTo>
                    <a:pt x="2335" y="398"/>
                    <a:pt x="2336" y="398"/>
                    <a:pt x="2336" y="400"/>
                  </a:cubicBezTo>
                  <a:cubicBezTo>
                    <a:pt x="2337" y="401"/>
                    <a:pt x="2339" y="402"/>
                    <a:pt x="2340" y="404"/>
                  </a:cubicBezTo>
                  <a:cubicBezTo>
                    <a:pt x="2342" y="406"/>
                    <a:pt x="2342" y="406"/>
                    <a:pt x="2341" y="407"/>
                  </a:cubicBezTo>
                  <a:cubicBezTo>
                    <a:pt x="2340" y="408"/>
                    <a:pt x="2338" y="407"/>
                    <a:pt x="2337" y="408"/>
                  </a:cubicBezTo>
                  <a:cubicBezTo>
                    <a:pt x="2336" y="408"/>
                    <a:pt x="2335" y="409"/>
                    <a:pt x="2334" y="409"/>
                  </a:cubicBezTo>
                  <a:cubicBezTo>
                    <a:pt x="2332" y="410"/>
                    <a:pt x="2330" y="410"/>
                    <a:pt x="2328" y="410"/>
                  </a:cubicBezTo>
                  <a:cubicBezTo>
                    <a:pt x="2327" y="410"/>
                    <a:pt x="2324" y="409"/>
                    <a:pt x="2322" y="409"/>
                  </a:cubicBezTo>
                  <a:cubicBezTo>
                    <a:pt x="2321" y="409"/>
                    <a:pt x="2319" y="410"/>
                    <a:pt x="2318" y="411"/>
                  </a:cubicBezTo>
                  <a:cubicBezTo>
                    <a:pt x="2317" y="411"/>
                    <a:pt x="2314" y="413"/>
                    <a:pt x="2313" y="414"/>
                  </a:cubicBezTo>
                  <a:cubicBezTo>
                    <a:pt x="2311" y="415"/>
                    <a:pt x="2310" y="416"/>
                    <a:pt x="2308" y="416"/>
                  </a:cubicBezTo>
                  <a:cubicBezTo>
                    <a:pt x="2307" y="417"/>
                    <a:pt x="2305" y="418"/>
                    <a:pt x="2304" y="419"/>
                  </a:cubicBezTo>
                  <a:cubicBezTo>
                    <a:pt x="2303" y="420"/>
                    <a:pt x="2302" y="421"/>
                    <a:pt x="2303" y="422"/>
                  </a:cubicBezTo>
                  <a:cubicBezTo>
                    <a:pt x="2304" y="423"/>
                    <a:pt x="2306" y="422"/>
                    <a:pt x="2307" y="422"/>
                  </a:cubicBezTo>
                  <a:cubicBezTo>
                    <a:pt x="2308" y="421"/>
                    <a:pt x="2309" y="421"/>
                    <a:pt x="2311" y="420"/>
                  </a:cubicBezTo>
                  <a:cubicBezTo>
                    <a:pt x="2312" y="418"/>
                    <a:pt x="2313" y="419"/>
                    <a:pt x="2315" y="419"/>
                  </a:cubicBezTo>
                  <a:cubicBezTo>
                    <a:pt x="2317" y="419"/>
                    <a:pt x="2318" y="419"/>
                    <a:pt x="2320" y="419"/>
                  </a:cubicBezTo>
                  <a:cubicBezTo>
                    <a:pt x="2322" y="419"/>
                    <a:pt x="2323" y="421"/>
                    <a:pt x="2322" y="422"/>
                  </a:cubicBezTo>
                  <a:cubicBezTo>
                    <a:pt x="2322" y="424"/>
                    <a:pt x="2321" y="423"/>
                    <a:pt x="2320" y="423"/>
                  </a:cubicBezTo>
                  <a:cubicBezTo>
                    <a:pt x="2319" y="423"/>
                    <a:pt x="2318" y="424"/>
                    <a:pt x="2317" y="425"/>
                  </a:cubicBezTo>
                  <a:cubicBezTo>
                    <a:pt x="2316" y="426"/>
                    <a:pt x="2315" y="427"/>
                    <a:pt x="2314" y="428"/>
                  </a:cubicBezTo>
                  <a:cubicBezTo>
                    <a:pt x="2313" y="429"/>
                    <a:pt x="2312" y="430"/>
                    <a:pt x="2311" y="430"/>
                  </a:cubicBezTo>
                  <a:cubicBezTo>
                    <a:pt x="2310" y="430"/>
                    <a:pt x="2308" y="430"/>
                    <a:pt x="2307" y="430"/>
                  </a:cubicBezTo>
                  <a:cubicBezTo>
                    <a:pt x="2307" y="431"/>
                    <a:pt x="2309" y="432"/>
                    <a:pt x="2311" y="432"/>
                  </a:cubicBezTo>
                  <a:cubicBezTo>
                    <a:pt x="2312" y="432"/>
                    <a:pt x="2313" y="433"/>
                    <a:pt x="2313" y="434"/>
                  </a:cubicBezTo>
                  <a:cubicBezTo>
                    <a:pt x="2313" y="435"/>
                    <a:pt x="2314" y="438"/>
                    <a:pt x="2315" y="441"/>
                  </a:cubicBezTo>
                  <a:cubicBezTo>
                    <a:pt x="2316" y="444"/>
                    <a:pt x="2318" y="445"/>
                    <a:pt x="2319" y="446"/>
                  </a:cubicBezTo>
                  <a:cubicBezTo>
                    <a:pt x="2320" y="447"/>
                    <a:pt x="2319" y="449"/>
                    <a:pt x="2318" y="449"/>
                  </a:cubicBezTo>
                  <a:cubicBezTo>
                    <a:pt x="2317" y="449"/>
                    <a:pt x="2314" y="448"/>
                    <a:pt x="2311" y="448"/>
                  </a:cubicBezTo>
                  <a:cubicBezTo>
                    <a:pt x="2309" y="448"/>
                    <a:pt x="2308" y="448"/>
                    <a:pt x="2307" y="450"/>
                  </a:cubicBezTo>
                  <a:cubicBezTo>
                    <a:pt x="2306" y="451"/>
                    <a:pt x="2304" y="451"/>
                    <a:pt x="2303" y="450"/>
                  </a:cubicBezTo>
                  <a:cubicBezTo>
                    <a:pt x="2301" y="449"/>
                    <a:pt x="2302" y="448"/>
                    <a:pt x="2302" y="447"/>
                  </a:cubicBezTo>
                  <a:cubicBezTo>
                    <a:pt x="2301" y="445"/>
                    <a:pt x="2300" y="444"/>
                    <a:pt x="2297" y="444"/>
                  </a:cubicBezTo>
                  <a:cubicBezTo>
                    <a:pt x="2295" y="444"/>
                    <a:pt x="2293" y="445"/>
                    <a:pt x="2292" y="445"/>
                  </a:cubicBezTo>
                  <a:cubicBezTo>
                    <a:pt x="2292" y="445"/>
                    <a:pt x="2290" y="446"/>
                    <a:pt x="2289" y="445"/>
                  </a:cubicBezTo>
                  <a:cubicBezTo>
                    <a:pt x="2287" y="444"/>
                    <a:pt x="2286" y="444"/>
                    <a:pt x="2284" y="444"/>
                  </a:cubicBezTo>
                  <a:cubicBezTo>
                    <a:pt x="2283" y="445"/>
                    <a:pt x="2280" y="447"/>
                    <a:pt x="2279" y="448"/>
                  </a:cubicBezTo>
                  <a:cubicBezTo>
                    <a:pt x="2279" y="449"/>
                    <a:pt x="2279" y="452"/>
                    <a:pt x="2280" y="453"/>
                  </a:cubicBezTo>
                  <a:cubicBezTo>
                    <a:pt x="2280" y="454"/>
                    <a:pt x="2282" y="454"/>
                    <a:pt x="2283" y="455"/>
                  </a:cubicBezTo>
                  <a:cubicBezTo>
                    <a:pt x="2283" y="457"/>
                    <a:pt x="2282" y="457"/>
                    <a:pt x="2280" y="458"/>
                  </a:cubicBezTo>
                  <a:cubicBezTo>
                    <a:pt x="2278" y="458"/>
                    <a:pt x="2277" y="459"/>
                    <a:pt x="2277" y="460"/>
                  </a:cubicBezTo>
                  <a:cubicBezTo>
                    <a:pt x="2277" y="462"/>
                    <a:pt x="2276" y="462"/>
                    <a:pt x="2274" y="462"/>
                  </a:cubicBezTo>
                  <a:cubicBezTo>
                    <a:pt x="2271" y="461"/>
                    <a:pt x="2270" y="459"/>
                    <a:pt x="2269" y="457"/>
                  </a:cubicBezTo>
                  <a:cubicBezTo>
                    <a:pt x="2268" y="455"/>
                    <a:pt x="2265" y="453"/>
                    <a:pt x="2263" y="452"/>
                  </a:cubicBezTo>
                  <a:cubicBezTo>
                    <a:pt x="2261" y="450"/>
                    <a:pt x="2259" y="450"/>
                    <a:pt x="2256" y="449"/>
                  </a:cubicBezTo>
                  <a:cubicBezTo>
                    <a:pt x="2252" y="449"/>
                    <a:pt x="2253" y="449"/>
                    <a:pt x="2250" y="448"/>
                  </a:cubicBezTo>
                  <a:cubicBezTo>
                    <a:pt x="2247" y="447"/>
                    <a:pt x="2246" y="446"/>
                    <a:pt x="2245" y="445"/>
                  </a:cubicBezTo>
                  <a:cubicBezTo>
                    <a:pt x="2243" y="444"/>
                    <a:pt x="2239" y="443"/>
                    <a:pt x="2237" y="443"/>
                  </a:cubicBezTo>
                  <a:cubicBezTo>
                    <a:pt x="2234" y="444"/>
                    <a:pt x="2233" y="443"/>
                    <a:pt x="2229" y="445"/>
                  </a:cubicBezTo>
                  <a:cubicBezTo>
                    <a:pt x="2226" y="446"/>
                    <a:pt x="2225" y="446"/>
                    <a:pt x="2221" y="447"/>
                  </a:cubicBezTo>
                  <a:cubicBezTo>
                    <a:pt x="2217" y="447"/>
                    <a:pt x="2214" y="448"/>
                    <a:pt x="2213" y="449"/>
                  </a:cubicBezTo>
                  <a:cubicBezTo>
                    <a:pt x="2212" y="451"/>
                    <a:pt x="2212" y="451"/>
                    <a:pt x="2212" y="453"/>
                  </a:cubicBezTo>
                  <a:cubicBezTo>
                    <a:pt x="2212" y="454"/>
                    <a:pt x="2211" y="456"/>
                    <a:pt x="2210" y="456"/>
                  </a:cubicBezTo>
                  <a:cubicBezTo>
                    <a:pt x="2209" y="455"/>
                    <a:pt x="2209" y="453"/>
                    <a:pt x="2208" y="453"/>
                  </a:cubicBezTo>
                  <a:cubicBezTo>
                    <a:pt x="2207" y="452"/>
                    <a:pt x="2206" y="453"/>
                    <a:pt x="2202" y="452"/>
                  </a:cubicBezTo>
                  <a:cubicBezTo>
                    <a:pt x="2198" y="452"/>
                    <a:pt x="2193" y="451"/>
                    <a:pt x="2191" y="450"/>
                  </a:cubicBezTo>
                  <a:cubicBezTo>
                    <a:pt x="2188" y="450"/>
                    <a:pt x="2180" y="446"/>
                    <a:pt x="2176" y="443"/>
                  </a:cubicBezTo>
                  <a:cubicBezTo>
                    <a:pt x="2173" y="440"/>
                    <a:pt x="2171" y="438"/>
                    <a:pt x="2171" y="436"/>
                  </a:cubicBezTo>
                  <a:cubicBezTo>
                    <a:pt x="2170" y="434"/>
                    <a:pt x="2169" y="432"/>
                    <a:pt x="2167" y="433"/>
                  </a:cubicBezTo>
                  <a:cubicBezTo>
                    <a:pt x="2164" y="434"/>
                    <a:pt x="2162" y="437"/>
                    <a:pt x="2160" y="441"/>
                  </a:cubicBezTo>
                  <a:cubicBezTo>
                    <a:pt x="2158" y="446"/>
                    <a:pt x="2157" y="447"/>
                    <a:pt x="2155" y="453"/>
                  </a:cubicBezTo>
                  <a:cubicBezTo>
                    <a:pt x="2153" y="458"/>
                    <a:pt x="2153" y="459"/>
                    <a:pt x="2152" y="461"/>
                  </a:cubicBezTo>
                  <a:cubicBezTo>
                    <a:pt x="2150" y="463"/>
                    <a:pt x="2148" y="464"/>
                    <a:pt x="2146" y="467"/>
                  </a:cubicBezTo>
                  <a:cubicBezTo>
                    <a:pt x="2144" y="470"/>
                    <a:pt x="2139" y="474"/>
                    <a:pt x="2138" y="476"/>
                  </a:cubicBezTo>
                  <a:cubicBezTo>
                    <a:pt x="2136" y="477"/>
                    <a:pt x="2135" y="477"/>
                    <a:pt x="2133" y="477"/>
                  </a:cubicBezTo>
                  <a:cubicBezTo>
                    <a:pt x="2132" y="476"/>
                    <a:pt x="2133" y="473"/>
                    <a:pt x="2131" y="472"/>
                  </a:cubicBezTo>
                  <a:cubicBezTo>
                    <a:pt x="2129" y="470"/>
                    <a:pt x="2128" y="471"/>
                    <a:pt x="2125" y="471"/>
                  </a:cubicBezTo>
                  <a:cubicBezTo>
                    <a:pt x="2122" y="471"/>
                    <a:pt x="2120" y="470"/>
                    <a:pt x="2117" y="469"/>
                  </a:cubicBezTo>
                  <a:cubicBezTo>
                    <a:pt x="2114" y="467"/>
                    <a:pt x="2109" y="465"/>
                    <a:pt x="2108" y="464"/>
                  </a:cubicBezTo>
                  <a:cubicBezTo>
                    <a:pt x="2107" y="463"/>
                    <a:pt x="2109" y="462"/>
                    <a:pt x="2108" y="459"/>
                  </a:cubicBezTo>
                  <a:cubicBezTo>
                    <a:pt x="2107" y="457"/>
                    <a:pt x="2107" y="457"/>
                    <a:pt x="2104" y="455"/>
                  </a:cubicBezTo>
                  <a:cubicBezTo>
                    <a:pt x="2101" y="452"/>
                    <a:pt x="2102" y="452"/>
                    <a:pt x="2098" y="449"/>
                  </a:cubicBezTo>
                  <a:cubicBezTo>
                    <a:pt x="2094" y="446"/>
                    <a:pt x="2092" y="445"/>
                    <a:pt x="2091" y="444"/>
                  </a:cubicBezTo>
                  <a:cubicBezTo>
                    <a:pt x="2089" y="443"/>
                    <a:pt x="2091" y="442"/>
                    <a:pt x="2094" y="440"/>
                  </a:cubicBezTo>
                  <a:cubicBezTo>
                    <a:pt x="2097" y="439"/>
                    <a:pt x="2096" y="439"/>
                    <a:pt x="2099" y="439"/>
                  </a:cubicBezTo>
                  <a:cubicBezTo>
                    <a:pt x="2101" y="439"/>
                    <a:pt x="2103" y="440"/>
                    <a:pt x="2104" y="439"/>
                  </a:cubicBezTo>
                  <a:cubicBezTo>
                    <a:pt x="2105" y="438"/>
                    <a:pt x="2103" y="437"/>
                    <a:pt x="2101" y="436"/>
                  </a:cubicBezTo>
                  <a:cubicBezTo>
                    <a:pt x="2100" y="434"/>
                    <a:pt x="2099" y="432"/>
                    <a:pt x="2098" y="431"/>
                  </a:cubicBezTo>
                  <a:cubicBezTo>
                    <a:pt x="2097" y="429"/>
                    <a:pt x="2095" y="429"/>
                    <a:pt x="2095" y="431"/>
                  </a:cubicBezTo>
                  <a:cubicBezTo>
                    <a:pt x="2095" y="432"/>
                    <a:pt x="2096" y="434"/>
                    <a:pt x="2095" y="436"/>
                  </a:cubicBezTo>
                  <a:cubicBezTo>
                    <a:pt x="2095" y="438"/>
                    <a:pt x="2093" y="437"/>
                    <a:pt x="2090" y="437"/>
                  </a:cubicBezTo>
                  <a:cubicBezTo>
                    <a:pt x="2088" y="437"/>
                    <a:pt x="2087" y="437"/>
                    <a:pt x="2085" y="435"/>
                  </a:cubicBezTo>
                  <a:cubicBezTo>
                    <a:pt x="2083" y="433"/>
                    <a:pt x="2080" y="429"/>
                    <a:pt x="2079" y="426"/>
                  </a:cubicBezTo>
                  <a:cubicBezTo>
                    <a:pt x="2077" y="423"/>
                    <a:pt x="2077" y="420"/>
                    <a:pt x="2078" y="420"/>
                  </a:cubicBezTo>
                  <a:cubicBezTo>
                    <a:pt x="2080" y="419"/>
                    <a:pt x="2084" y="422"/>
                    <a:pt x="2086" y="422"/>
                  </a:cubicBezTo>
                  <a:cubicBezTo>
                    <a:pt x="2088" y="423"/>
                    <a:pt x="2091" y="425"/>
                    <a:pt x="2093" y="426"/>
                  </a:cubicBezTo>
                  <a:cubicBezTo>
                    <a:pt x="2095" y="426"/>
                    <a:pt x="2098" y="426"/>
                    <a:pt x="2100" y="425"/>
                  </a:cubicBezTo>
                  <a:cubicBezTo>
                    <a:pt x="2102" y="425"/>
                    <a:pt x="2104" y="422"/>
                    <a:pt x="2104" y="421"/>
                  </a:cubicBezTo>
                  <a:cubicBezTo>
                    <a:pt x="2104" y="420"/>
                    <a:pt x="2104" y="419"/>
                    <a:pt x="2104" y="417"/>
                  </a:cubicBezTo>
                  <a:cubicBezTo>
                    <a:pt x="2103" y="415"/>
                    <a:pt x="2103" y="414"/>
                    <a:pt x="2101" y="413"/>
                  </a:cubicBezTo>
                  <a:cubicBezTo>
                    <a:pt x="2099" y="411"/>
                    <a:pt x="2097" y="411"/>
                    <a:pt x="2096" y="411"/>
                  </a:cubicBezTo>
                  <a:cubicBezTo>
                    <a:pt x="2094" y="411"/>
                    <a:pt x="2091" y="410"/>
                    <a:pt x="2089" y="410"/>
                  </a:cubicBezTo>
                  <a:cubicBezTo>
                    <a:pt x="2088" y="410"/>
                    <a:pt x="2084" y="410"/>
                    <a:pt x="2083" y="410"/>
                  </a:cubicBezTo>
                  <a:cubicBezTo>
                    <a:pt x="2082" y="410"/>
                    <a:pt x="2082" y="409"/>
                    <a:pt x="2083" y="408"/>
                  </a:cubicBezTo>
                  <a:cubicBezTo>
                    <a:pt x="2083" y="407"/>
                    <a:pt x="2085" y="408"/>
                    <a:pt x="2088" y="408"/>
                  </a:cubicBezTo>
                  <a:cubicBezTo>
                    <a:pt x="2090" y="407"/>
                    <a:pt x="2089" y="407"/>
                    <a:pt x="2090" y="405"/>
                  </a:cubicBezTo>
                  <a:cubicBezTo>
                    <a:pt x="2091" y="403"/>
                    <a:pt x="2092" y="404"/>
                    <a:pt x="2095" y="403"/>
                  </a:cubicBezTo>
                  <a:cubicBezTo>
                    <a:pt x="2097" y="402"/>
                    <a:pt x="2098" y="403"/>
                    <a:pt x="2098" y="402"/>
                  </a:cubicBezTo>
                  <a:cubicBezTo>
                    <a:pt x="2097" y="400"/>
                    <a:pt x="2096" y="400"/>
                    <a:pt x="2095" y="400"/>
                  </a:cubicBezTo>
                  <a:cubicBezTo>
                    <a:pt x="2094" y="399"/>
                    <a:pt x="2092" y="398"/>
                    <a:pt x="2090" y="397"/>
                  </a:cubicBezTo>
                  <a:cubicBezTo>
                    <a:pt x="2089" y="396"/>
                    <a:pt x="2087" y="396"/>
                    <a:pt x="2085" y="396"/>
                  </a:cubicBezTo>
                  <a:cubicBezTo>
                    <a:pt x="2084" y="396"/>
                    <a:pt x="2083" y="395"/>
                    <a:pt x="2083" y="394"/>
                  </a:cubicBezTo>
                  <a:cubicBezTo>
                    <a:pt x="2083" y="393"/>
                    <a:pt x="2083" y="393"/>
                    <a:pt x="2084" y="392"/>
                  </a:cubicBezTo>
                  <a:cubicBezTo>
                    <a:pt x="2085" y="391"/>
                    <a:pt x="2088" y="391"/>
                    <a:pt x="2090" y="390"/>
                  </a:cubicBezTo>
                  <a:cubicBezTo>
                    <a:pt x="2092" y="389"/>
                    <a:pt x="2093" y="389"/>
                    <a:pt x="2093" y="389"/>
                  </a:cubicBezTo>
                  <a:cubicBezTo>
                    <a:pt x="2094" y="388"/>
                    <a:pt x="2095" y="387"/>
                    <a:pt x="2095" y="385"/>
                  </a:cubicBezTo>
                  <a:cubicBezTo>
                    <a:pt x="2094" y="384"/>
                    <a:pt x="2092" y="383"/>
                    <a:pt x="2090" y="382"/>
                  </a:cubicBezTo>
                  <a:cubicBezTo>
                    <a:pt x="2087" y="380"/>
                    <a:pt x="2084" y="378"/>
                    <a:pt x="2081" y="377"/>
                  </a:cubicBezTo>
                  <a:cubicBezTo>
                    <a:pt x="2079" y="376"/>
                    <a:pt x="2076" y="375"/>
                    <a:pt x="2073" y="373"/>
                  </a:cubicBezTo>
                  <a:cubicBezTo>
                    <a:pt x="2071" y="372"/>
                    <a:pt x="2068" y="371"/>
                    <a:pt x="2067" y="370"/>
                  </a:cubicBezTo>
                  <a:cubicBezTo>
                    <a:pt x="2065" y="369"/>
                    <a:pt x="2063" y="369"/>
                    <a:pt x="2060" y="369"/>
                  </a:cubicBezTo>
                  <a:cubicBezTo>
                    <a:pt x="2057" y="369"/>
                    <a:pt x="2053" y="369"/>
                    <a:pt x="2052" y="369"/>
                  </a:cubicBezTo>
                  <a:cubicBezTo>
                    <a:pt x="2051" y="370"/>
                    <a:pt x="2050" y="371"/>
                    <a:pt x="2048" y="374"/>
                  </a:cubicBezTo>
                  <a:cubicBezTo>
                    <a:pt x="2045" y="376"/>
                    <a:pt x="2045" y="374"/>
                    <a:pt x="2043" y="375"/>
                  </a:cubicBezTo>
                  <a:cubicBezTo>
                    <a:pt x="2041" y="376"/>
                    <a:pt x="2041" y="375"/>
                    <a:pt x="2039" y="375"/>
                  </a:cubicBezTo>
                  <a:cubicBezTo>
                    <a:pt x="2037" y="375"/>
                    <a:pt x="2037" y="374"/>
                    <a:pt x="2037" y="372"/>
                  </a:cubicBezTo>
                  <a:cubicBezTo>
                    <a:pt x="2036" y="371"/>
                    <a:pt x="2038" y="371"/>
                    <a:pt x="2039" y="371"/>
                  </a:cubicBezTo>
                  <a:cubicBezTo>
                    <a:pt x="2039" y="370"/>
                    <a:pt x="2038" y="369"/>
                    <a:pt x="2037" y="368"/>
                  </a:cubicBezTo>
                  <a:cubicBezTo>
                    <a:pt x="2036" y="368"/>
                    <a:pt x="2035" y="368"/>
                    <a:pt x="2032" y="368"/>
                  </a:cubicBezTo>
                  <a:cubicBezTo>
                    <a:pt x="2030" y="368"/>
                    <a:pt x="2027" y="367"/>
                    <a:pt x="2024" y="368"/>
                  </a:cubicBezTo>
                  <a:cubicBezTo>
                    <a:pt x="2022" y="368"/>
                    <a:pt x="2020" y="368"/>
                    <a:pt x="2018" y="368"/>
                  </a:cubicBezTo>
                  <a:cubicBezTo>
                    <a:pt x="2016" y="368"/>
                    <a:pt x="2016" y="367"/>
                    <a:pt x="2015" y="366"/>
                  </a:cubicBezTo>
                  <a:cubicBezTo>
                    <a:pt x="2014" y="365"/>
                    <a:pt x="2013" y="364"/>
                    <a:pt x="2012" y="363"/>
                  </a:cubicBezTo>
                  <a:cubicBezTo>
                    <a:pt x="2011" y="362"/>
                    <a:pt x="2009" y="361"/>
                    <a:pt x="2007" y="360"/>
                  </a:cubicBezTo>
                  <a:cubicBezTo>
                    <a:pt x="2005" y="359"/>
                    <a:pt x="2003" y="359"/>
                    <a:pt x="2002" y="359"/>
                  </a:cubicBezTo>
                  <a:cubicBezTo>
                    <a:pt x="2001" y="359"/>
                    <a:pt x="2001" y="358"/>
                    <a:pt x="2001" y="357"/>
                  </a:cubicBezTo>
                  <a:cubicBezTo>
                    <a:pt x="2001" y="356"/>
                    <a:pt x="2001" y="356"/>
                    <a:pt x="2002" y="355"/>
                  </a:cubicBezTo>
                  <a:cubicBezTo>
                    <a:pt x="2003" y="354"/>
                    <a:pt x="2002" y="353"/>
                    <a:pt x="2001" y="353"/>
                  </a:cubicBezTo>
                  <a:cubicBezTo>
                    <a:pt x="2000" y="353"/>
                    <a:pt x="1998" y="354"/>
                    <a:pt x="1997" y="355"/>
                  </a:cubicBezTo>
                  <a:cubicBezTo>
                    <a:pt x="1997" y="355"/>
                    <a:pt x="1998" y="358"/>
                    <a:pt x="1998" y="358"/>
                  </a:cubicBezTo>
                  <a:cubicBezTo>
                    <a:pt x="1997" y="359"/>
                    <a:pt x="1996" y="359"/>
                    <a:pt x="1995" y="360"/>
                  </a:cubicBezTo>
                  <a:cubicBezTo>
                    <a:pt x="1993" y="360"/>
                    <a:pt x="1992" y="361"/>
                    <a:pt x="1990" y="361"/>
                  </a:cubicBezTo>
                  <a:cubicBezTo>
                    <a:pt x="1989" y="362"/>
                    <a:pt x="1990" y="362"/>
                    <a:pt x="1989" y="364"/>
                  </a:cubicBezTo>
                  <a:cubicBezTo>
                    <a:pt x="1989" y="366"/>
                    <a:pt x="1987" y="366"/>
                    <a:pt x="1984" y="365"/>
                  </a:cubicBezTo>
                  <a:cubicBezTo>
                    <a:pt x="1981" y="365"/>
                    <a:pt x="1983" y="363"/>
                    <a:pt x="1982" y="362"/>
                  </a:cubicBezTo>
                  <a:cubicBezTo>
                    <a:pt x="1981" y="362"/>
                    <a:pt x="1980" y="362"/>
                    <a:pt x="1979" y="363"/>
                  </a:cubicBezTo>
                  <a:cubicBezTo>
                    <a:pt x="1977" y="364"/>
                    <a:pt x="1976" y="367"/>
                    <a:pt x="1976" y="368"/>
                  </a:cubicBezTo>
                  <a:cubicBezTo>
                    <a:pt x="1977" y="370"/>
                    <a:pt x="1977" y="370"/>
                    <a:pt x="1976" y="372"/>
                  </a:cubicBezTo>
                  <a:cubicBezTo>
                    <a:pt x="1975" y="373"/>
                    <a:pt x="1976" y="375"/>
                    <a:pt x="1978" y="377"/>
                  </a:cubicBezTo>
                  <a:cubicBezTo>
                    <a:pt x="1980" y="379"/>
                    <a:pt x="1981" y="379"/>
                    <a:pt x="1981" y="382"/>
                  </a:cubicBezTo>
                  <a:cubicBezTo>
                    <a:pt x="1981" y="384"/>
                    <a:pt x="1979" y="383"/>
                    <a:pt x="1978" y="384"/>
                  </a:cubicBezTo>
                  <a:cubicBezTo>
                    <a:pt x="1977" y="386"/>
                    <a:pt x="1978" y="387"/>
                    <a:pt x="1976" y="390"/>
                  </a:cubicBezTo>
                  <a:cubicBezTo>
                    <a:pt x="1974" y="392"/>
                    <a:pt x="1973" y="392"/>
                    <a:pt x="1969" y="392"/>
                  </a:cubicBezTo>
                  <a:cubicBezTo>
                    <a:pt x="1964" y="392"/>
                    <a:pt x="1962" y="391"/>
                    <a:pt x="1959" y="390"/>
                  </a:cubicBezTo>
                  <a:cubicBezTo>
                    <a:pt x="1957" y="389"/>
                    <a:pt x="1949" y="390"/>
                    <a:pt x="1944" y="391"/>
                  </a:cubicBezTo>
                  <a:cubicBezTo>
                    <a:pt x="1938" y="391"/>
                    <a:pt x="1932" y="390"/>
                    <a:pt x="1926" y="390"/>
                  </a:cubicBezTo>
                  <a:cubicBezTo>
                    <a:pt x="1921" y="390"/>
                    <a:pt x="1920" y="390"/>
                    <a:pt x="1913" y="390"/>
                  </a:cubicBezTo>
                  <a:cubicBezTo>
                    <a:pt x="1905" y="390"/>
                    <a:pt x="1906" y="390"/>
                    <a:pt x="1901" y="389"/>
                  </a:cubicBezTo>
                  <a:cubicBezTo>
                    <a:pt x="1896" y="387"/>
                    <a:pt x="1891" y="386"/>
                    <a:pt x="1888" y="385"/>
                  </a:cubicBezTo>
                  <a:cubicBezTo>
                    <a:pt x="1884" y="384"/>
                    <a:pt x="1881" y="383"/>
                    <a:pt x="1878" y="382"/>
                  </a:cubicBezTo>
                  <a:cubicBezTo>
                    <a:pt x="1875" y="381"/>
                    <a:pt x="1875" y="377"/>
                    <a:pt x="1874" y="375"/>
                  </a:cubicBezTo>
                  <a:cubicBezTo>
                    <a:pt x="1874" y="373"/>
                    <a:pt x="1876" y="372"/>
                    <a:pt x="1879" y="371"/>
                  </a:cubicBezTo>
                  <a:cubicBezTo>
                    <a:pt x="1883" y="370"/>
                    <a:pt x="1885" y="371"/>
                    <a:pt x="1885" y="369"/>
                  </a:cubicBezTo>
                  <a:cubicBezTo>
                    <a:pt x="1885" y="368"/>
                    <a:pt x="1881" y="367"/>
                    <a:pt x="1876" y="366"/>
                  </a:cubicBezTo>
                  <a:cubicBezTo>
                    <a:pt x="1871" y="366"/>
                    <a:pt x="1866" y="366"/>
                    <a:pt x="1859" y="366"/>
                  </a:cubicBezTo>
                  <a:cubicBezTo>
                    <a:pt x="1853" y="366"/>
                    <a:pt x="1846" y="366"/>
                    <a:pt x="1842" y="365"/>
                  </a:cubicBezTo>
                  <a:cubicBezTo>
                    <a:pt x="1837" y="364"/>
                    <a:pt x="1831" y="364"/>
                    <a:pt x="1824" y="364"/>
                  </a:cubicBezTo>
                  <a:cubicBezTo>
                    <a:pt x="1816" y="363"/>
                    <a:pt x="1814" y="362"/>
                    <a:pt x="1810" y="363"/>
                  </a:cubicBezTo>
                  <a:cubicBezTo>
                    <a:pt x="1806" y="364"/>
                    <a:pt x="1803" y="365"/>
                    <a:pt x="1800" y="367"/>
                  </a:cubicBezTo>
                  <a:cubicBezTo>
                    <a:pt x="1797" y="368"/>
                    <a:pt x="1788" y="368"/>
                    <a:pt x="1785" y="368"/>
                  </a:cubicBezTo>
                  <a:cubicBezTo>
                    <a:pt x="1781" y="368"/>
                    <a:pt x="1777" y="369"/>
                    <a:pt x="1775" y="370"/>
                  </a:cubicBezTo>
                  <a:cubicBezTo>
                    <a:pt x="1774" y="372"/>
                    <a:pt x="1778" y="374"/>
                    <a:pt x="1778" y="376"/>
                  </a:cubicBezTo>
                  <a:cubicBezTo>
                    <a:pt x="1778" y="377"/>
                    <a:pt x="1776" y="378"/>
                    <a:pt x="1774" y="379"/>
                  </a:cubicBezTo>
                  <a:cubicBezTo>
                    <a:pt x="1772" y="379"/>
                    <a:pt x="1772" y="377"/>
                    <a:pt x="1770" y="374"/>
                  </a:cubicBezTo>
                  <a:cubicBezTo>
                    <a:pt x="1769" y="371"/>
                    <a:pt x="1767" y="371"/>
                    <a:pt x="1767" y="369"/>
                  </a:cubicBezTo>
                  <a:cubicBezTo>
                    <a:pt x="1766" y="367"/>
                    <a:pt x="1770" y="365"/>
                    <a:pt x="1771" y="363"/>
                  </a:cubicBezTo>
                  <a:cubicBezTo>
                    <a:pt x="1772" y="361"/>
                    <a:pt x="1770" y="360"/>
                    <a:pt x="1767" y="357"/>
                  </a:cubicBezTo>
                  <a:cubicBezTo>
                    <a:pt x="1764" y="355"/>
                    <a:pt x="1764" y="352"/>
                    <a:pt x="1762" y="352"/>
                  </a:cubicBezTo>
                  <a:cubicBezTo>
                    <a:pt x="1760" y="353"/>
                    <a:pt x="1761" y="356"/>
                    <a:pt x="1761" y="358"/>
                  </a:cubicBezTo>
                  <a:cubicBezTo>
                    <a:pt x="1761" y="360"/>
                    <a:pt x="1759" y="360"/>
                    <a:pt x="1757" y="361"/>
                  </a:cubicBezTo>
                  <a:cubicBezTo>
                    <a:pt x="1754" y="363"/>
                    <a:pt x="1750" y="362"/>
                    <a:pt x="1746" y="360"/>
                  </a:cubicBezTo>
                  <a:cubicBezTo>
                    <a:pt x="1742" y="359"/>
                    <a:pt x="1741" y="359"/>
                    <a:pt x="1736" y="357"/>
                  </a:cubicBezTo>
                  <a:cubicBezTo>
                    <a:pt x="1731" y="356"/>
                    <a:pt x="1731" y="355"/>
                    <a:pt x="1729" y="353"/>
                  </a:cubicBezTo>
                  <a:cubicBezTo>
                    <a:pt x="1728" y="352"/>
                    <a:pt x="1731" y="349"/>
                    <a:pt x="1729" y="348"/>
                  </a:cubicBezTo>
                  <a:cubicBezTo>
                    <a:pt x="1727" y="347"/>
                    <a:pt x="1724" y="350"/>
                    <a:pt x="1721" y="350"/>
                  </a:cubicBezTo>
                  <a:cubicBezTo>
                    <a:pt x="1717" y="351"/>
                    <a:pt x="1715" y="350"/>
                    <a:pt x="1710" y="350"/>
                  </a:cubicBezTo>
                  <a:cubicBezTo>
                    <a:pt x="1705" y="350"/>
                    <a:pt x="1705" y="350"/>
                    <a:pt x="1701" y="350"/>
                  </a:cubicBezTo>
                  <a:cubicBezTo>
                    <a:pt x="1697" y="351"/>
                    <a:pt x="1698" y="352"/>
                    <a:pt x="1696" y="353"/>
                  </a:cubicBezTo>
                  <a:cubicBezTo>
                    <a:pt x="1694" y="355"/>
                    <a:pt x="1691" y="357"/>
                    <a:pt x="1691" y="359"/>
                  </a:cubicBezTo>
                  <a:cubicBezTo>
                    <a:pt x="1691" y="361"/>
                    <a:pt x="1693" y="362"/>
                    <a:pt x="1695" y="363"/>
                  </a:cubicBezTo>
                  <a:cubicBezTo>
                    <a:pt x="1696" y="363"/>
                    <a:pt x="1700" y="361"/>
                    <a:pt x="1704" y="361"/>
                  </a:cubicBezTo>
                  <a:cubicBezTo>
                    <a:pt x="1708" y="361"/>
                    <a:pt x="1710" y="361"/>
                    <a:pt x="1713" y="361"/>
                  </a:cubicBezTo>
                  <a:cubicBezTo>
                    <a:pt x="1715" y="360"/>
                    <a:pt x="1717" y="360"/>
                    <a:pt x="1719" y="360"/>
                  </a:cubicBezTo>
                  <a:cubicBezTo>
                    <a:pt x="1720" y="361"/>
                    <a:pt x="1715" y="363"/>
                    <a:pt x="1713" y="365"/>
                  </a:cubicBezTo>
                  <a:cubicBezTo>
                    <a:pt x="1710" y="367"/>
                    <a:pt x="1704" y="369"/>
                    <a:pt x="1701" y="369"/>
                  </a:cubicBezTo>
                  <a:cubicBezTo>
                    <a:pt x="1697" y="369"/>
                    <a:pt x="1691" y="369"/>
                    <a:pt x="1689" y="369"/>
                  </a:cubicBezTo>
                  <a:cubicBezTo>
                    <a:pt x="1687" y="369"/>
                    <a:pt x="1685" y="370"/>
                    <a:pt x="1685" y="372"/>
                  </a:cubicBezTo>
                  <a:cubicBezTo>
                    <a:pt x="1685" y="374"/>
                    <a:pt x="1683" y="375"/>
                    <a:pt x="1681" y="376"/>
                  </a:cubicBezTo>
                  <a:cubicBezTo>
                    <a:pt x="1678" y="376"/>
                    <a:pt x="1672" y="377"/>
                    <a:pt x="1668" y="377"/>
                  </a:cubicBezTo>
                  <a:cubicBezTo>
                    <a:pt x="1664" y="377"/>
                    <a:pt x="1659" y="382"/>
                    <a:pt x="1655" y="382"/>
                  </a:cubicBezTo>
                  <a:cubicBezTo>
                    <a:pt x="1650" y="383"/>
                    <a:pt x="1648" y="383"/>
                    <a:pt x="1645" y="383"/>
                  </a:cubicBezTo>
                  <a:cubicBezTo>
                    <a:pt x="1642" y="382"/>
                    <a:pt x="1632" y="386"/>
                    <a:pt x="1628" y="386"/>
                  </a:cubicBezTo>
                  <a:cubicBezTo>
                    <a:pt x="1625" y="386"/>
                    <a:pt x="1623" y="387"/>
                    <a:pt x="1621" y="388"/>
                  </a:cubicBezTo>
                  <a:cubicBezTo>
                    <a:pt x="1620" y="389"/>
                    <a:pt x="1622" y="390"/>
                    <a:pt x="1621" y="392"/>
                  </a:cubicBezTo>
                  <a:cubicBezTo>
                    <a:pt x="1620" y="394"/>
                    <a:pt x="1619" y="392"/>
                    <a:pt x="1615" y="393"/>
                  </a:cubicBezTo>
                  <a:cubicBezTo>
                    <a:pt x="1612" y="395"/>
                    <a:pt x="1613" y="395"/>
                    <a:pt x="1610" y="395"/>
                  </a:cubicBezTo>
                  <a:cubicBezTo>
                    <a:pt x="1608" y="396"/>
                    <a:pt x="1604" y="397"/>
                    <a:pt x="1603" y="399"/>
                  </a:cubicBezTo>
                  <a:cubicBezTo>
                    <a:pt x="1602" y="400"/>
                    <a:pt x="1599" y="400"/>
                    <a:pt x="1598" y="399"/>
                  </a:cubicBezTo>
                  <a:cubicBezTo>
                    <a:pt x="1598" y="399"/>
                    <a:pt x="1598" y="397"/>
                    <a:pt x="1600" y="396"/>
                  </a:cubicBezTo>
                  <a:cubicBezTo>
                    <a:pt x="1602" y="395"/>
                    <a:pt x="1607" y="393"/>
                    <a:pt x="1610" y="392"/>
                  </a:cubicBezTo>
                  <a:cubicBezTo>
                    <a:pt x="1613" y="390"/>
                    <a:pt x="1614" y="389"/>
                    <a:pt x="1615" y="386"/>
                  </a:cubicBezTo>
                  <a:cubicBezTo>
                    <a:pt x="1615" y="384"/>
                    <a:pt x="1617" y="380"/>
                    <a:pt x="1619" y="378"/>
                  </a:cubicBezTo>
                  <a:cubicBezTo>
                    <a:pt x="1621" y="376"/>
                    <a:pt x="1625" y="377"/>
                    <a:pt x="1628" y="377"/>
                  </a:cubicBezTo>
                  <a:cubicBezTo>
                    <a:pt x="1632" y="377"/>
                    <a:pt x="1633" y="376"/>
                    <a:pt x="1635" y="375"/>
                  </a:cubicBezTo>
                  <a:cubicBezTo>
                    <a:pt x="1638" y="374"/>
                    <a:pt x="1637" y="370"/>
                    <a:pt x="1639" y="369"/>
                  </a:cubicBezTo>
                  <a:cubicBezTo>
                    <a:pt x="1640" y="368"/>
                    <a:pt x="1641" y="366"/>
                    <a:pt x="1643" y="365"/>
                  </a:cubicBezTo>
                  <a:cubicBezTo>
                    <a:pt x="1644" y="364"/>
                    <a:pt x="1647" y="365"/>
                    <a:pt x="1650" y="365"/>
                  </a:cubicBezTo>
                  <a:cubicBezTo>
                    <a:pt x="1653" y="365"/>
                    <a:pt x="1655" y="363"/>
                    <a:pt x="1659" y="361"/>
                  </a:cubicBezTo>
                  <a:cubicBezTo>
                    <a:pt x="1663" y="359"/>
                    <a:pt x="1664" y="358"/>
                    <a:pt x="1668" y="356"/>
                  </a:cubicBezTo>
                  <a:cubicBezTo>
                    <a:pt x="1672" y="353"/>
                    <a:pt x="1678" y="353"/>
                    <a:pt x="1681" y="351"/>
                  </a:cubicBezTo>
                  <a:cubicBezTo>
                    <a:pt x="1684" y="348"/>
                    <a:pt x="1687" y="347"/>
                    <a:pt x="1690" y="346"/>
                  </a:cubicBezTo>
                  <a:cubicBezTo>
                    <a:pt x="1693" y="345"/>
                    <a:pt x="1697" y="344"/>
                    <a:pt x="1699" y="342"/>
                  </a:cubicBezTo>
                  <a:cubicBezTo>
                    <a:pt x="1700" y="340"/>
                    <a:pt x="1699" y="339"/>
                    <a:pt x="1698" y="338"/>
                  </a:cubicBezTo>
                  <a:cubicBezTo>
                    <a:pt x="1696" y="337"/>
                    <a:pt x="1694" y="338"/>
                    <a:pt x="1694" y="336"/>
                  </a:cubicBezTo>
                  <a:cubicBezTo>
                    <a:pt x="1693" y="335"/>
                    <a:pt x="1696" y="335"/>
                    <a:pt x="1698" y="334"/>
                  </a:cubicBezTo>
                  <a:cubicBezTo>
                    <a:pt x="1700" y="333"/>
                    <a:pt x="1704" y="331"/>
                    <a:pt x="1707" y="330"/>
                  </a:cubicBezTo>
                  <a:cubicBezTo>
                    <a:pt x="1711" y="330"/>
                    <a:pt x="1712" y="331"/>
                    <a:pt x="1714" y="331"/>
                  </a:cubicBezTo>
                  <a:cubicBezTo>
                    <a:pt x="1716" y="330"/>
                    <a:pt x="1719" y="327"/>
                    <a:pt x="1726" y="323"/>
                  </a:cubicBezTo>
                  <a:cubicBezTo>
                    <a:pt x="1733" y="319"/>
                    <a:pt x="1739" y="316"/>
                    <a:pt x="1743" y="314"/>
                  </a:cubicBezTo>
                  <a:cubicBezTo>
                    <a:pt x="1747" y="312"/>
                    <a:pt x="1750" y="311"/>
                    <a:pt x="1754" y="309"/>
                  </a:cubicBezTo>
                  <a:cubicBezTo>
                    <a:pt x="1758" y="307"/>
                    <a:pt x="1765" y="304"/>
                    <a:pt x="1767" y="302"/>
                  </a:cubicBezTo>
                  <a:cubicBezTo>
                    <a:pt x="1770" y="300"/>
                    <a:pt x="1775" y="298"/>
                    <a:pt x="1776" y="296"/>
                  </a:cubicBezTo>
                  <a:cubicBezTo>
                    <a:pt x="1778" y="293"/>
                    <a:pt x="1778" y="292"/>
                    <a:pt x="1777" y="291"/>
                  </a:cubicBezTo>
                  <a:cubicBezTo>
                    <a:pt x="1777" y="290"/>
                    <a:pt x="1777" y="289"/>
                    <a:pt x="1775" y="288"/>
                  </a:cubicBezTo>
                  <a:cubicBezTo>
                    <a:pt x="1773" y="287"/>
                    <a:pt x="1773" y="288"/>
                    <a:pt x="1771" y="288"/>
                  </a:cubicBezTo>
                  <a:cubicBezTo>
                    <a:pt x="1769" y="288"/>
                    <a:pt x="1769" y="287"/>
                    <a:pt x="1769" y="285"/>
                  </a:cubicBezTo>
                  <a:cubicBezTo>
                    <a:pt x="1769" y="284"/>
                    <a:pt x="1767" y="284"/>
                    <a:pt x="1766" y="284"/>
                  </a:cubicBezTo>
                  <a:cubicBezTo>
                    <a:pt x="1765" y="285"/>
                    <a:pt x="1765" y="286"/>
                    <a:pt x="1763" y="287"/>
                  </a:cubicBezTo>
                  <a:cubicBezTo>
                    <a:pt x="1762" y="287"/>
                    <a:pt x="1761" y="287"/>
                    <a:pt x="1760" y="286"/>
                  </a:cubicBezTo>
                  <a:cubicBezTo>
                    <a:pt x="1759" y="286"/>
                    <a:pt x="1760" y="285"/>
                    <a:pt x="1760" y="282"/>
                  </a:cubicBezTo>
                  <a:cubicBezTo>
                    <a:pt x="1759" y="280"/>
                    <a:pt x="1759" y="280"/>
                    <a:pt x="1758" y="279"/>
                  </a:cubicBezTo>
                  <a:cubicBezTo>
                    <a:pt x="1757" y="278"/>
                    <a:pt x="1755" y="278"/>
                    <a:pt x="1752" y="277"/>
                  </a:cubicBezTo>
                  <a:cubicBezTo>
                    <a:pt x="1749" y="275"/>
                    <a:pt x="1749" y="274"/>
                    <a:pt x="1750" y="273"/>
                  </a:cubicBezTo>
                  <a:cubicBezTo>
                    <a:pt x="1752" y="272"/>
                    <a:pt x="1754" y="274"/>
                    <a:pt x="1758" y="276"/>
                  </a:cubicBezTo>
                  <a:cubicBezTo>
                    <a:pt x="1762" y="278"/>
                    <a:pt x="1763" y="277"/>
                    <a:pt x="1764" y="278"/>
                  </a:cubicBezTo>
                  <a:cubicBezTo>
                    <a:pt x="1766" y="279"/>
                    <a:pt x="1766" y="280"/>
                    <a:pt x="1768" y="281"/>
                  </a:cubicBezTo>
                  <a:cubicBezTo>
                    <a:pt x="1770" y="282"/>
                    <a:pt x="1770" y="281"/>
                    <a:pt x="1773" y="281"/>
                  </a:cubicBezTo>
                  <a:cubicBezTo>
                    <a:pt x="1777" y="282"/>
                    <a:pt x="1775" y="283"/>
                    <a:pt x="1776" y="284"/>
                  </a:cubicBezTo>
                  <a:cubicBezTo>
                    <a:pt x="1777" y="285"/>
                    <a:pt x="1778" y="284"/>
                    <a:pt x="1778" y="283"/>
                  </a:cubicBezTo>
                  <a:cubicBezTo>
                    <a:pt x="1779" y="282"/>
                    <a:pt x="1779" y="281"/>
                    <a:pt x="1779" y="279"/>
                  </a:cubicBezTo>
                  <a:cubicBezTo>
                    <a:pt x="1780" y="276"/>
                    <a:pt x="1781" y="276"/>
                    <a:pt x="1781" y="275"/>
                  </a:cubicBezTo>
                  <a:cubicBezTo>
                    <a:pt x="1781" y="273"/>
                    <a:pt x="1781" y="271"/>
                    <a:pt x="1779" y="271"/>
                  </a:cubicBezTo>
                  <a:cubicBezTo>
                    <a:pt x="1777" y="271"/>
                    <a:pt x="1777" y="273"/>
                    <a:pt x="1775" y="273"/>
                  </a:cubicBezTo>
                  <a:cubicBezTo>
                    <a:pt x="1774" y="272"/>
                    <a:pt x="1775" y="271"/>
                    <a:pt x="1775" y="269"/>
                  </a:cubicBezTo>
                  <a:cubicBezTo>
                    <a:pt x="1775" y="268"/>
                    <a:pt x="1775" y="270"/>
                    <a:pt x="1774" y="268"/>
                  </a:cubicBezTo>
                  <a:cubicBezTo>
                    <a:pt x="1773" y="266"/>
                    <a:pt x="1774" y="265"/>
                    <a:pt x="1773" y="263"/>
                  </a:cubicBezTo>
                  <a:cubicBezTo>
                    <a:pt x="1772" y="260"/>
                    <a:pt x="1771" y="262"/>
                    <a:pt x="1770" y="260"/>
                  </a:cubicBezTo>
                  <a:cubicBezTo>
                    <a:pt x="1768" y="258"/>
                    <a:pt x="1768" y="256"/>
                    <a:pt x="1766" y="256"/>
                  </a:cubicBezTo>
                  <a:cubicBezTo>
                    <a:pt x="1764" y="256"/>
                    <a:pt x="1764" y="258"/>
                    <a:pt x="1765" y="259"/>
                  </a:cubicBezTo>
                  <a:cubicBezTo>
                    <a:pt x="1765" y="261"/>
                    <a:pt x="1765" y="261"/>
                    <a:pt x="1764" y="262"/>
                  </a:cubicBezTo>
                  <a:cubicBezTo>
                    <a:pt x="1764" y="264"/>
                    <a:pt x="1761" y="265"/>
                    <a:pt x="1760" y="264"/>
                  </a:cubicBezTo>
                  <a:cubicBezTo>
                    <a:pt x="1759" y="264"/>
                    <a:pt x="1760" y="261"/>
                    <a:pt x="1759" y="259"/>
                  </a:cubicBezTo>
                  <a:cubicBezTo>
                    <a:pt x="1758" y="258"/>
                    <a:pt x="1759" y="258"/>
                    <a:pt x="1758" y="256"/>
                  </a:cubicBezTo>
                  <a:cubicBezTo>
                    <a:pt x="1758" y="254"/>
                    <a:pt x="1758" y="254"/>
                    <a:pt x="1756" y="253"/>
                  </a:cubicBezTo>
                  <a:cubicBezTo>
                    <a:pt x="1755" y="252"/>
                    <a:pt x="1753" y="251"/>
                    <a:pt x="1749" y="248"/>
                  </a:cubicBezTo>
                  <a:cubicBezTo>
                    <a:pt x="1745" y="246"/>
                    <a:pt x="1744" y="245"/>
                    <a:pt x="1742" y="244"/>
                  </a:cubicBezTo>
                  <a:cubicBezTo>
                    <a:pt x="1740" y="244"/>
                    <a:pt x="1737" y="243"/>
                    <a:pt x="1735" y="242"/>
                  </a:cubicBezTo>
                  <a:cubicBezTo>
                    <a:pt x="1733" y="240"/>
                    <a:pt x="1732" y="239"/>
                    <a:pt x="1731" y="238"/>
                  </a:cubicBezTo>
                  <a:cubicBezTo>
                    <a:pt x="1729" y="237"/>
                    <a:pt x="1728" y="238"/>
                    <a:pt x="1726" y="238"/>
                  </a:cubicBezTo>
                  <a:cubicBezTo>
                    <a:pt x="1724" y="237"/>
                    <a:pt x="1724" y="236"/>
                    <a:pt x="1723" y="236"/>
                  </a:cubicBezTo>
                  <a:cubicBezTo>
                    <a:pt x="1721" y="235"/>
                    <a:pt x="1719" y="235"/>
                    <a:pt x="1717" y="235"/>
                  </a:cubicBezTo>
                  <a:cubicBezTo>
                    <a:pt x="1714" y="235"/>
                    <a:pt x="1712" y="235"/>
                    <a:pt x="1709" y="236"/>
                  </a:cubicBezTo>
                  <a:cubicBezTo>
                    <a:pt x="1706" y="237"/>
                    <a:pt x="1704" y="237"/>
                    <a:pt x="1700" y="238"/>
                  </a:cubicBezTo>
                  <a:cubicBezTo>
                    <a:pt x="1697" y="238"/>
                    <a:pt x="1696" y="237"/>
                    <a:pt x="1693" y="236"/>
                  </a:cubicBezTo>
                  <a:cubicBezTo>
                    <a:pt x="1691" y="235"/>
                    <a:pt x="1690" y="236"/>
                    <a:pt x="1686" y="236"/>
                  </a:cubicBezTo>
                  <a:cubicBezTo>
                    <a:pt x="1681" y="236"/>
                    <a:pt x="1677" y="235"/>
                    <a:pt x="1674" y="236"/>
                  </a:cubicBezTo>
                  <a:cubicBezTo>
                    <a:pt x="1671" y="236"/>
                    <a:pt x="1668" y="236"/>
                    <a:pt x="1666" y="236"/>
                  </a:cubicBezTo>
                  <a:cubicBezTo>
                    <a:pt x="1663" y="236"/>
                    <a:pt x="1660" y="237"/>
                    <a:pt x="1659" y="238"/>
                  </a:cubicBezTo>
                  <a:cubicBezTo>
                    <a:pt x="1657" y="239"/>
                    <a:pt x="1659" y="240"/>
                    <a:pt x="1658" y="243"/>
                  </a:cubicBezTo>
                  <a:cubicBezTo>
                    <a:pt x="1657" y="245"/>
                    <a:pt x="1656" y="244"/>
                    <a:pt x="1652" y="245"/>
                  </a:cubicBezTo>
                  <a:cubicBezTo>
                    <a:pt x="1648" y="246"/>
                    <a:pt x="1648" y="245"/>
                    <a:pt x="1646" y="245"/>
                  </a:cubicBezTo>
                  <a:cubicBezTo>
                    <a:pt x="1644" y="245"/>
                    <a:pt x="1642" y="245"/>
                    <a:pt x="1640" y="246"/>
                  </a:cubicBezTo>
                  <a:cubicBezTo>
                    <a:pt x="1639" y="246"/>
                    <a:pt x="1636" y="247"/>
                    <a:pt x="1634" y="247"/>
                  </a:cubicBezTo>
                  <a:cubicBezTo>
                    <a:pt x="1633" y="247"/>
                    <a:pt x="1632" y="246"/>
                    <a:pt x="1631" y="246"/>
                  </a:cubicBezTo>
                  <a:cubicBezTo>
                    <a:pt x="1630" y="245"/>
                    <a:pt x="1628" y="245"/>
                    <a:pt x="1628" y="245"/>
                  </a:cubicBezTo>
                  <a:cubicBezTo>
                    <a:pt x="1627" y="244"/>
                    <a:pt x="1628" y="243"/>
                    <a:pt x="1628" y="242"/>
                  </a:cubicBezTo>
                  <a:cubicBezTo>
                    <a:pt x="1629" y="241"/>
                    <a:pt x="1632" y="239"/>
                    <a:pt x="1633" y="239"/>
                  </a:cubicBezTo>
                  <a:cubicBezTo>
                    <a:pt x="1634" y="238"/>
                    <a:pt x="1637" y="236"/>
                    <a:pt x="1638" y="235"/>
                  </a:cubicBezTo>
                  <a:cubicBezTo>
                    <a:pt x="1639" y="234"/>
                    <a:pt x="1642" y="232"/>
                    <a:pt x="1643" y="232"/>
                  </a:cubicBezTo>
                  <a:cubicBezTo>
                    <a:pt x="1645" y="231"/>
                    <a:pt x="1648" y="229"/>
                    <a:pt x="1648" y="228"/>
                  </a:cubicBezTo>
                  <a:cubicBezTo>
                    <a:pt x="1648" y="226"/>
                    <a:pt x="1646" y="226"/>
                    <a:pt x="1644" y="225"/>
                  </a:cubicBezTo>
                  <a:cubicBezTo>
                    <a:pt x="1641" y="223"/>
                    <a:pt x="1639" y="223"/>
                    <a:pt x="1636" y="223"/>
                  </a:cubicBezTo>
                  <a:cubicBezTo>
                    <a:pt x="1634" y="222"/>
                    <a:pt x="1632" y="225"/>
                    <a:pt x="1630" y="225"/>
                  </a:cubicBezTo>
                  <a:cubicBezTo>
                    <a:pt x="1628" y="225"/>
                    <a:pt x="1627" y="223"/>
                    <a:pt x="1624" y="222"/>
                  </a:cubicBezTo>
                  <a:cubicBezTo>
                    <a:pt x="1621" y="221"/>
                    <a:pt x="1620" y="223"/>
                    <a:pt x="1618" y="224"/>
                  </a:cubicBezTo>
                  <a:cubicBezTo>
                    <a:pt x="1616" y="225"/>
                    <a:pt x="1615" y="225"/>
                    <a:pt x="1612" y="225"/>
                  </a:cubicBezTo>
                  <a:cubicBezTo>
                    <a:pt x="1610" y="225"/>
                    <a:pt x="1610" y="225"/>
                    <a:pt x="1611" y="224"/>
                  </a:cubicBezTo>
                  <a:cubicBezTo>
                    <a:pt x="1611" y="222"/>
                    <a:pt x="1613" y="222"/>
                    <a:pt x="1614" y="221"/>
                  </a:cubicBezTo>
                  <a:cubicBezTo>
                    <a:pt x="1614" y="220"/>
                    <a:pt x="1614" y="219"/>
                    <a:pt x="1612" y="219"/>
                  </a:cubicBezTo>
                  <a:cubicBezTo>
                    <a:pt x="1610" y="218"/>
                    <a:pt x="1607" y="220"/>
                    <a:pt x="1605" y="221"/>
                  </a:cubicBezTo>
                  <a:cubicBezTo>
                    <a:pt x="1603" y="221"/>
                    <a:pt x="1600" y="221"/>
                    <a:pt x="1597" y="221"/>
                  </a:cubicBezTo>
                  <a:cubicBezTo>
                    <a:pt x="1594" y="221"/>
                    <a:pt x="1591" y="222"/>
                    <a:pt x="1587" y="222"/>
                  </a:cubicBezTo>
                  <a:cubicBezTo>
                    <a:pt x="1583" y="222"/>
                    <a:pt x="1581" y="221"/>
                    <a:pt x="1581" y="220"/>
                  </a:cubicBezTo>
                  <a:cubicBezTo>
                    <a:pt x="1581" y="218"/>
                    <a:pt x="1584" y="218"/>
                    <a:pt x="1587" y="218"/>
                  </a:cubicBezTo>
                  <a:cubicBezTo>
                    <a:pt x="1590" y="217"/>
                    <a:pt x="1594" y="217"/>
                    <a:pt x="1597" y="216"/>
                  </a:cubicBezTo>
                  <a:cubicBezTo>
                    <a:pt x="1601" y="215"/>
                    <a:pt x="1604" y="214"/>
                    <a:pt x="1606" y="213"/>
                  </a:cubicBezTo>
                  <a:cubicBezTo>
                    <a:pt x="1608" y="211"/>
                    <a:pt x="1611" y="210"/>
                    <a:pt x="1612" y="209"/>
                  </a:cubicBezTo>
                  <a:cubicBezTo>
                    <a:pt x="1614" y="208"/>
                    <a:pt x="1621" y="209"/>
                    <a:pt x="1621" y="208"/>
                  </a:cubicBezTo>
                  <a:cubicBezTo>
                    <a:pt x="1621" y="207"/>
                    <a:pt x="1619" y="205"/>
                    <a:pt x="1617" y="202"/>
                  </a:cubicBezTo>
                  <a:cubicBezTo>
                    <a:pt x="1615" y="200"/>
                    <a:pt x="1613" y="200"/>
                    <a:pt x="1611" y="199"/>
                  </a:cubicBezTo>
                  <a:cubicBezTo>
                    <a:pt x="1608" y="198"/>
                    <a:pt x="1603" y="197"/>
                    <a:pt x="1600" y="197"/>
                  </a:cubicBezTo>
                  <a:cubicBezTo>
                    <a:pt x="1596" y="196"/>
                    <a:pt x="1595" y="196"/>
                    <a:pt x="1590" y="195"/>
                  </a:cubicBezTo>
                  <a:cubicBezTo>
                    <a:pt x="1585" y="193"/>
                    <a:pt x="1584" y="193"/>
                    <a:pt x="1580" y="193"/>
                  </a:cubicBezTo>
                  <a:cubicBezTo>
                    <a:pt x="1577" y="193"/>
                    <a:pt x="1574" y="194"/>
                    <a:pt x="1570" y="195"/>
                  </a:cubicBezTo>
                  <a:cubicBezTo>
                    <a:pt x="1565" y="196"/>
                    <a:pt x="1557" y="198"/>
                    <a:pt x="1554" y="199"/>
                  </a:cubicBezTo>
                  <a:cubicBezTo>
                    <a:pt x="1551" y="200"/>
                    <a:pt x="1543" y="204"/>
                    <a:pt x="1541" y="205"/>
                  </a:cubicBezTo>
                  <a:cubicBezTo>
                    <a:pt x="1539" y="206"/>
                    <a:pt x="1533" y="208"/>
                    <a:pt x="1533" y="209"/>
                  </a:cubicBezTo>
                  <a:cubicBezTo>
                    <a:pt x="1533" y="211"/>
                    <a:pt x="1535" y="211"/>
                    <a:pt x="1533" y="212"/>
                  </a:cubicBezTo>
                  <a:cubicBezTo>
                    <a:pt x="1532" y="213"/>
                    <a:pt x="1529" y="215"/>
                    <a:pt x="1526" y="217"/>
                  </a:cubicBezTo>
                  <a:cubicBezTo>
                    <a:pt x="1524" y="218"/>
                    <a:pt x="1522" y="221"/>
                    <a:pt x="1519" y="223"/>
                  </a:cubicBezTo>
                  <a:cubicBezTo>
                    <a:pt x="1516" y="225"/>
                    <a:pt x="1514" y="226"/>
                    <a:pt x="1514" y="229"/>
                  </a:cubicBezTo>
                  <a:cubicBezTo>
                    <a:pt x="1513" y="231"/>
                    <a:pt x="1514" y="231"/>
                    <a:pt x="1516" y="233"/>
                  </a:cubicBezTo>
                  <a:cubicBezTo>
                    <a:pt x="1518" y="235"/>
                    <a:pt x="1519" y="234"/>
                    <a:pt x="1519" y="236"/>
                  </a:cubicBezTo>
                  <a:cubicBezTo>
                    <a:pt x="1520" y="238"/>
                    <a:pt x="1518" y="239"/>
                    <a:pt x="1516" y="241"/>
                  </a:cubicBezTo>
                  <a:cubicBezTo>
                    <a:pt x="1515" y="243"/>
                    <a:pt x="1516" y="243"/>
                    <a:pt x="1518" y="245"/>
                  </a:cubicBezTo>
                  <a:cubicBezTo>
                    <a:pt x="1519" y="246"/>
                    <a:pt x="1522" y="246"/>
                    <a:pt x="1525" y="246"/>
                  </a:cubicBezTo>
                  <a:cubicBezTo>
                    <a:pt x="1529" y="246"/>
                    <a:pt x="1530" y="246"/>
                    <a:pt x="1533" y="248"/>
                  </a:cubicBezTo>
                  <a:cubicBezTo>
                    <a:pt x="1537" y="250"/>
                    <a:pt x="1541" y="250"/>
                    <a:pt x="1540" y="251"/>
                  </a:cubicBezTo>
                  <a:cubicBezTo>
                    <a:pt x="1540" y="253"/>
                    <a:pt x="1536" y="251"/>
                    <a:pt x="1532" y="250"/>
                  </a:cubicBezTo>
                  <a:cubicBezTo>
                    <a:pt x="1529" y="249"/>
                    <a:pt x="1528" y="249"/>
                    <a:pt x="1525" y="249"/>
                  </a:cubicBezTo>
                  <a:cubicBezTo>
                    <a:pt x="1521" y="249"/>
                    <a:pt x="1521" y="249"/>
                    <a:pt x="1517" y="248"/>
                  </a:cubicBezTo>
                  <a:cubicBezTo>
                    <a:pt x="1514" y="248"/>
                    <a:pt x="1514" y="247"/>
                    <a:pt x="1511" y="247"/>
                  </a:cubicBezTo>
                  <a:cubicBezTo>
                    <a:pt x="1508" y="247"/>
                    <a:pt x="1505" y="247"/>
                    <a:pt x="1502" y="247"/>
                  </a:cubicBezTo>
                  <a:cubicBezTo>
                    <a:pt x="1500" y="247"/>
                    <a:pt x="1496" y="248"/>
                    <a:pt x="1491" y="248"/>
                  </a:cubicBezTo>
                  <a:cubicBezTo>
                    <a:pt x="1486" y="248"/>
                    <a:pt x="1482" y="248"/>
                    <a:pt x="1478" y="247"/>
                  </a:cubicBezTo>
                  <a:cubicBezTo>
                    <a:pt x="1474" y="246"/>
                    <a:pt x="1472" y="246"/>
                    <a:pt x="1472" y="248"/>
                  </a:cubicBezTo>
                  <a:cubicBezTo>
                    <a:pt x="1472" y="249"/>
                    <a:pt x="1475" y="251"/>
                    <a:pt x="1477" y="253"/>
                  </a:cubicBezTo>
                  <a:cubicBezTo>
                    <a:pt x="1478" y="255"/>
                    <a:pt x="1481" y="254"/>
                    <a:pt x="1483" y="255"/>
                  </a:cubicBezTo>
                  <a:cubicBezTo>
                    <a:pt x="1485" y="256"/>
                    <a:pt x="1487" y="258"/>
                    <a:pt x="1489" y="260"/>
                  </a:cubicBezTo>
                  <a:cubicBezTo>
                    <a:pt x="1491" y="263"/>
                    <a:pt x="1492" y="264"/>
                    <a:pt x="1491" y="266"/>
                  </a:cubicBezTo>
                  <a:cubicBezTo>
                    <a:pt x="1490" y="267"/>
                    <a:pt x="1486" y="266"/>
                    <a:pt x="1484" y="263"/>
                  </a:cubicBezTo>
                  <a:cubicBezTo>
                    <a:pt x="1481" y="261"/>
                    <a:pt x="1477" y="260"/>
                    <a:pt x="1475" y="259"/>
                  </a:cubicBezTo>
                  <a:cubicBezTo>
                    <a:pt x="1473" y="258"/>
                    <a:pt x="1470" y="257"/>
                    <a:pt x="1468" y="257"/>
                  </a:cubicBezTo>
                  <a:cubicBezTo>
                    <a:pt x="1466" y="258"/>
                    <a:pt x="1463" y="260"/>
                    <a:pt x="1457" y="261"/>
                  </a:cubicBezTo>
                  <a:cubicBezTo>
                    <a:pt x="1451" y="262"/>
                    <a:pt x="1447" y="264"/>
                    <a:pt x="1445" y="266"/>
                  </a:cubicBezTo>
                  <a:cubicBezTo>
                    <a:pt x="1443" y="268"/>
                    <a:pt x="1440" y="270"/>
                    <a:pt x="1439" y="270"/>
                  </a:cubicBezTo>
                  <a:cubicBezTo>
                    <a:pt x="1438" y="269"/>
                    <a:pt x="1440" y="266"/>
                    <a:pt x="1439" y="266"/>
                  </a:cubicBezTo>
                  <a:cubicBezTo>
                    <a:pt x="1438" y="265"/>
                    <a:pt x="1437" y="267"/>
                    <a:pt x="1435" y="267"/>
                  </a:cubicBezTo>
                  <a:cubicBezTo>
                    <a:pt x="1433" y="267"/>
                    <a:pt x="1431" y="267"/>
                    <a:pt x="1429" y="269"/>
                  </a:cubicBezTo>
                  <a:cubicBezTo>
                    <a:pt x="1428" y="270"/>
                    <a:pt x="1426" y="272"/>
                    <a:pt x="1424" y="272"/>
                  </a:cubicBezTo>
                  <a:cubicBezTo>
                    <a:pt x="1423" y="273"/>
                    <a:pt x="1422" y="273"/>
                    <a:pt x="1422" y="271"/>
                  </a:cubicBezTo>
                  <a:cubicBezTo>
                    <a:pt x="1422" y="270"/>
                    <a:pt x="1423" y="268"/>
                    <a:pt x="1421" y="267"/>
                  </a:cubicBezTo>
                  <a:cubicBezTo>
                    <a:pt x="1418" y="267"/>
                    <a:pt x="1416" y="269"/>
                    <a:pt x="1414" y="271"/>
                  </a:cubicBezTo>
                  <a:cubicBezTo>
                    <a:pt x="1412" y="272"/>
                    <a:pt x="1409" y="274"/>
                    <a:pt x="1407" y="274"/>
                  </a:cubicBezTo>
                  <a:cubicBezTo>
                    <a:pt x="1406" y="274"/>
                    <a:pt x="1405" y="274"/>
                    <a:pt x="1406" y="272"/>
                  </a:cubicBezTo>
                  <a:cubicBezTo>
                    <a:pt x="1406" y="270"/>
                    <a:pt x="1409" y="270"/>
                    <a:pt x="1408" y="268"/>
                  </a:cubicBezTo>
                  <a:cubicBezTo>
                    <a:pt x="1407" y="267"/>
                    <a:pt x="1405" y="268"/>
                    <a:pt x="1403" y="268"/>
                  </a:cubicBezTo>
                  <a:cubicBezTo>
                    <a:pt x="1400" y="268"/>
                    <a:pt x="1395" y="267"/>
                    <a:pt x="1390" y="267"/>
                  </a:cubicBezTo>
                  <a:cubicBezTo>
                    <a:pt x="1384" y="266"/>
                    <a:pt x="1381" y="266"/>
                    <a:pt x="1377" y="266"/>
                  </a:cubicBezTo>
                  <a:cubicBezTo>
                    <a:pt x="1372" y="265"/>
                    <a:pt x="1370" y="265"/>
                    <a:pt x="1368" y="264"/>
                  </a:cubicBezTo>
                  <a:cubicBezTo>
                    <a:pt x="1365" y="264"/>
                    <a:pt x="1362" y="264"/>
                    <a:pt x="1358" y="264"/>
                  </a:cubicBezTo>
                  <a:cubicBezTo>
                    <a:pt x="1355" y="264"/>
                    <a:pt x="1353" y="264"/>
                    <a:pt x="1351" y="265"/>
                  </a:cubicBezTo>
                  <a:cubicBezTo>
                    <a:pt x="1349" y="266"/>
                    <a:pt x="1348" y="268"/>
                    <a:pt x="1349" y="269"/>
                  </a:cubicBezTo>
                  <a:cubicBezTo>
                    <a:pt x="1349" y="270"/>
                    <a:pt x="1350" y="270"/>
                    <a:pt x="1352" y="270"/>
                  </a:cubicBezTo>
                  <a:cubicBezTo>
                    <a:pt x="1354" y="270"/>
                    <a:pt x="1358" y="270"/>
                    <a:pt x="1360" y="269"/>
                  </a:cubicBezTo>
                  <a:cubicBezTo>
                    <a:pt x="1363" y="269"/>
                    <a:pt x="1366" y="269"/>
                    <a:pt x="1369" y="269"/>
                  </a:cubicBezTo>
                  <a:cubicBezTo>
                    <a:pt x="1371" y="269"/>
                    <a:pt x="1373" y="270"/>
                    <a:pt x="1373" y="271"/>
                  </a:cubicBezTo>
                  <a:cubicBezTo>
                    <a:pt x="1373" y="271"/>
                    <a:pt x="1371" y="272"/>
                    <a:pt x="1367" y="272"/>
                  </a:cubicBezTo>
                  <a:cubicBezTo>
                    <a:pt x="1364" y="272"/>
                    <a:pt x="1357" y="274"/>
                    <a:pt x="1352" y="275"/>
                  </a:cubicBezTo>
                  <a:cubicBezTo>
                    <a:pt x="1347" y="275"/>
                    <a:pt x="1341" y="277"/>
                    <a:pt x="1336" y="278"/>
                  </a:cubicBezTo>
                  <a:cubicBezTo>
                    <a:pt x="1330" y="278"/>
                    <a:pt x="1322" y="280"/>
                    <a:pt x="1315" y="281"/>
                  </a:cubicBezTo>
                  <a:cubicBezTo>
                    <a:pt x="1308" y="281"/>
                    <a:pt x="1296" y="285"/>
                    <a:pt x="1289" y="286"/>
                  </a:cubicBezTo>
                  <a:cubicBezTo>
                    <a:pt x="1282" y="286"/>
                    <a:pt x="1280" y="287"/>
                    <a:pt x="1276" y="288"/>
                  </a:cubicBezTo>
                  <a:cubicBezTo>
                    <a:pt x="1272" y="289"/>
                    <a:pt x="1265" y="293"/>
                    <a:pt x="1260" y="296"/>
                  </a:cubicBezTo>
                  <a:cubicBezTo>
                    <a:pt x="1256" y="299"/>
                    <a:pt x="1251" y="302"/>
                    <a:pt x="1248" y="304"/>
                  </a:cubicBezTo>
                  <a:cubicBezTo>
                    <a:pt x="1246" y="305"/>
                    <a:pt x="1245" y="305"/>
                    <a:pt x="1243" y="305"/>
                  </a:cubicBezTo>
                  <a:cubicBezTo>
                    <a:pt x="1241" y="305"/>
                    <a:pt x="1240" y="305"/>
                    <a:pt x="1239" y="305"/>
                  </a:cubicBezTo>
                  <a:cubicBezTo>
                    <a:pt x="1237" y="304"/>
                    <a:pt x="1233" y="304"/>
                    <a:pt x="1231" y="304"/>
                  </a:cubicBezTo>
                  <a:cubicBezTo>
                    <a:pt x="1229" y="304"/>
                    <a:pt x="1227" y="304"/>
                    <a:pt x="1228" y="305"/>
                  </a:cubicBezTo>
                  <a:cubicBezTo>
                    <a:pt x="1229" y="307"/>
                    <a:pt x="1230" y="306"/>
                    <a:pt x="1232" y="306"/>
                  </a:cubicBezTo>
                  <a:cubicBezTo>
                    <a:pt x="1234" y="307"/>
                    <a:pt x="1235" y="307"/>
                    <a:pt x="1235" y="308"/>
                  </a:cubicBezTo>
                  <a:cubicBezTo>
                    <a:pt x="1236" y="309"/>
                    <a:pt x="1235" y="309"/>
                    <a:pt x="1235" y="310"/>
                  </a:cubicBezTo>
                  <a:cubicBezTo>
                    <a:pt x="1234" y="310"/>
                    <a:pt x="1234" y="311"/>
                    <a:pt x="1234" y="313"/>
                  </a:cubicBezTo>
                  <a:cubicBezTo>
                    <a:pt x="1234" y="314"/>
                    <a:pt x="1232" y="315"/>
                    <a:pt x="1229" y="317"/>
                  </a:cubicBezTo>
                  <a:cubicBezTo>
                    <a:pt x="1227" y="318"/>
                    <a:pt x="1226" y="319"/>
                    <a:pt x="1225" y="320"/>
                  </a:cubicBezTo>
                  <a:cubicBezTo>
                    <a:pt x="1225" y="321"/>
                    <a:pt x="1224" y="322"/>
                    <a:pt x="1225" y="323"/>
                  </a:cubicBezTo>
                  <a:cubicBezTo>
                    <a:pt x="1225" y="324"/>
                    <a:pt x="1226" y="324"/>
                    <a:pt x="1226" y="325"/>
                  </a:cubicBezTo>
                  <a:cubicBezTo>
                    <a:pt x="1226" y="326"/>
                    <a:pt x="1225" y="326"/>
                    <a:pt x="1224" y="326"/>
                  </a:cubicBezTo>
                  <a:cubicBezTo>
                    <a:pt x="1222" y="326"/>
                    <a:pt x="1223" y="326"/>
                    <a:pt x="1221" y="327"/>
                  </a:cubicBezTo>
                  <a:cubicBezTo>
                    <a:pt x="1220" y="328"/>
                    <a:pt x="1220" y="328"/>
                    <a:pt x="1220" y="328"/>
                  </a:cubicBezTo>
                  <a:cubicBezTo>
                    <a:pt x="1220" y="329"/>
                    <a:pt x="1220" y="331"/>
                    <a:pt x="1221" y="331"/>
                  </a:cubicBezTo>
                  <a:cubicBezTo>
                    <a:pt x="1222" y="332"/>
                    <a:pt x="1222" y="332"/>
                    <a:pt x="1224" y="333"/>
                  </a:cubicBezTo>
                  <a:cubicBezTo>
                    <a:pt x="1225" y="333"/>
                    <a:pt x="1226" y="333"/>
                    <a:pt x="1227" y="332"/>
                  </a:cubicBezTo>
                  <a:cubicBezTo>
                    <a:pt x="1227" y="332"/>
                    <a:pt x="1229" y="333"/>
                    <a:pt x="1229" y="333"/>
                  </a:cubicBezTo>
                  <a:cubicBezTo>
                    <a:pt x="1229" y="333"/>
                    <a:pt x="1229" y="335"/>
                    <a:pt x="1228" y="336"/>
                  </a:cubicBezTo>
                  <a:cubicBezTo>
                    <a:pt x="1228" y="338"/>
                    <a:pt x="1227" y="339"/>
                    <a:pt x="1226" y="339"/>
                  </a:cubicBezTo>
                  <a:cubicBezTo>
                    <a:pt x="1225" y="339"/>
                    <a:pt x="1222" y="338"/>
                    <a:pt x="1222" y="337"/>
                  </a:cubicBezTo>
                  <a:cubicBezTo>
                    <a:pt x="1222" y="337"/>
                    <a:pt x="1222" y="336"/>
                    <a:pt x="1221" y="335"/>
                  </a:cubicBezTo>
                  <a:cubicBezTo>
                    <a:pt x="1220" y="334"/>
                    <a:pt x="1219" y="334"/>
                    <a:pt x="1218" y="334"/>
                  </a:cubicBezTo>
                  <a:cubicBezTo>
                    <a:pt x="1217" y="334"/>
                    <a:pt x="1214" y="334"/>
                    <a:pt x="1212" y="334"/>
                  </a:cubicBezTo>
                  <a:cubicBezTo>
                    <a:pt x="1210" y="334"/>
                    <a:pt x="1209" y="334"/>
                    <a:pt x="1208" y="334"/>
                  </a:cubicBezTo>
                  <a:cubicBezTo>
                    <a:pt x="1207" y="334"/>
                    <a:pt x="1206" y="335"/>
                    <a:pt x="1206" y="336"/>
                  </a:cubicBezTo>
                  <a:cubicBezTo>
                    <a:pt x="1205" y="337"/>
                    <a:pt x="1206" y="337"/>
                    <a:pt x="1207" y="339"/>
                  </a:cubicBezTo>
                  <a:cubicBezTo>
                    <a:pt x="1209" y="340"/>
                    <a:pt x="1210" y="340"/>
                    <a:pt x="1212" y="340"/>
                  </a:cubicBezTo>
                  <a:cubicBezTo>
                    <a:pt x="1214" y="340"/>
                    <a:pt x="1218" y="340"/>
                    <a:pt x="1220" y="341"/>
                  </a:cubicBezTo>
                  <a:cubicBezTo>
                    <a:pt x="1223" y="341"/>
                    <a:pt x="1223" y="341"/>
                    <a:pt x="1223" y="342"/>
                  </a:cubicBezTo>
                  <a:cubicBezTo>
                    <a:pt x="1224" y="343"/>
                    <a:pt x="1224" y="344"/>
                    <a:pt x="1224" y="345"/>
                  </a:cubicBezTo>
                  <a:cubicBezTo>
                    <a:pt x="1224" y="347"/>
                    <a:pt x="1225" y="347"/>
                    <a:pt x="1228" y="347"/>
                  </a:cubicBezTo>
                  <a:cubicBezTo>
                    <a:pt x="1231" y="348"/>
                    <a:pt x="1231" y="348"/>
                    <a:pt x="1231" y="349"/>
                  </a:cubicBezTo>
                  <a:cubicBezTo>
                    <a:pt x="1231" y="350"/>
                    <a:pt x="1231" y="349"/>
                    <a:pt x="1229" y="350"/>
                  </a:cubicBezTo>
                  <a:cubicBezTo>
                    <a:pt x="1228" y="351"/>
                    <a:pt x="1229" y="351"/>
                    <a:pt x="1230" y="353"/>
                  </a:cubicBezTo>
                  <a:cubicBezTo>
                    <a:pt x="1232" y="355"/>
                    <a:pt x="1230" y="355"/>
                    <a:pt x="1229" y="356"/>
                  </a:cubicBezTo>
                  <a:cubicBezTo>
                    <a:pt x="1227" y="357"/>
                    <a:pt x="1220" y="356"/>
                    <a:pt x="1213" y="357"/>
                  </a:cubicBezTo>
                  <a:cubicBezTo>
                    <a:pt x="1207" y="357"/>
                    <a:pt x="1203" y="358"/>
                    <a:pt x="1197" y="358"/>
                  </a:cubicBezTo>
                  <a:cubicBezTo>
                    <a:pt x="1191" y="359"/>
                    <a:pt x="1182" y="360"/>
                    <a:pt x="1175" y="360"/>
                  </a:cubicBezTo>
                  <a:cubicBezTo>
                    <a:pt x="1169" y="360"/>
                    <a:pt x="1153" y="362"/>
                    <a:pt x="1149" y="363"/>
                  </a:cubicBezTo>
                  <a:cubicBezTo>
                    <a:pt x="1146" y="363"/>
                    <a:pt x="1130" y="364"/>
                    <a:pt x="1128" y="364"/>
                  </a:cubicBezTo>
                  <a:cubicBezTo>
                    <a:pt x="1126" y="364"/>
                    <a:pt x="1122" y="364"/>
                    <a:pt x="1119" y="365"/>
                  </a:cubicBezTo>
                  <a:cubicBezTo>
                    <a:pt x="1116" y="365"/>
                    <a:pt x="1111" y="366"/>
                    <a:pt x="1107" y="366"/>
                  </a:cubicBezTo>
                  <a:cubicBezTo>
                    <a:pt x="1103" y="366"/>
                    <a:pt x="1098" y="366"/>
                    <a:pt x="1096" y="367"/>
                  </a:cubicBezTo>
                  <a:cubicBezTo>
                    <a:pt x="1095" y="367"/>
                    <a:pt x="1093" y="368"/>
                    <a:pt x="1093" y="369"/>
                  </a:cubicBezTo>
                  <a:cubicBezTo>
                    <a:pt x="1093" y="370"/>
                    <a:pt x="1094" y="371"/>
                    <a:pt x="1094" y="372"/>
                  </a:cubicBezTo>
                  <a:cubicBezTo>
                    <a:pt x="1093" y="374"/>
                    <a:pt x="1092" y="374"/>
                    <a:pt x="1091" y="375"/>
                  </a:cubicBezTo>
                  <a:cubicBezTo>
                    <a:pt x="1090" y="376"/>
                    <a:pt x="1089" y="376"/>
                    <a:pt x="1090" y="378"/>
                  </a:cubicBezTo>
                  <a:cubicBezTo>
                    <a:pt x="1091" y="379"/>
                    <a:pt x="1092" y="379"/>
                    <a:pt x="1092" y="380"/>
                  </a:cubicBezTo>
                  <a:cubicBezTo>
                    <a:pt x="1091" y="381"/>
                    <a:pt x="1090" y="381"/>
                    <a:pt x="1090" y="383"/>
                  </a:cubicBezTo>
                  <a:cubicBezTo>
                    <a:pt x="1090" y="385"/>
                    <a:pt x="1092" y="384"/>
                    <a:pt x="1093" y="385"/>
                  </a:cubicBezTo>
                  <a:cubicBezTo>
                    <a:pt x="1094" y="386"/>
                    <a:pt x="1094" y="387"/>
                    <a:pt x="1096" y="387"/>
                  </a:cubicBezTo>
                  <a:cubicBezTo>
                    <a:pt x="1097" y="388"/>
                    <a:pt x="1099" y="389"/>
                    <a:pt x="1100" y="393"/>
                  </a:cubicBezTo>
                  <a:cubicBezTo>
                    <a:pt x="1100" y="396"/>
                    <a:pt x="1099" y="395"/>
                    <a:pt x="1099" y="398"/>
                  </a:cubicBezTo>
                  <a:cubicBezTo>
                    <a:pt x="1098" y="400"/>
                    <a:pt x="1097" y="400"/>
                    <a:pt x="1097" y="401"/>
                  </a:cubicBezTo>
                  <a:cubicBezTo>
                    <a:pt x="1097" y="402"/>
                    <a:pt x="1099" y="403"/>
                    <a:pt x="1099" y="405"/>
                  </a:cubicBezTo>
                  <a:cubicBezTo>
                    <a:pt x="1100" y="407"/>
                    <a:pt x="1098" y="407"/>
                    <a:pt x="1099" y="409"/>
                  </a:cubicBezTo>
                  <a:cubicBezTo>
                    <a:pt x="1100" y="411"/>
                    <a:pt x="1103" y="412"/>
                    <a:pt x="1106" y="413"/>
                  </a:cubicBezTo>
                  <a:cubicBezTo>
                    <a:pt x="1110" y="415"/>
                    <a:pt x="1111" y="414"/>
                    <a:pt x="1114" y="414"/>
                  </a:cubicBezTo>
                  <a:cubicBezTo>
                    <a:pt x="1118" y="414"/>
                    <a:pt x="1119" y="416"/>
                    <a:pt x="1121" y="416"/>
                  </a:cubicBezTo>
                  <a:cubicBezTo>
                    <a:pt x="1123" y="416"/>
                    <a:pt x="1126" y="416"/>
                    <a:pt x="1128" y="419"/>
                  </a:cubicBezTo>
                  <a:cubicBezTo>
                    <a:pt x="1131" y="421"/>
                    <a:pt x="1129" y="424"/>
                    <a:pt x="1129" y="426"/>
                  </a:cubicBezTo>
                  <a:cubicBezTo>
                    <a:pt x="1130" y="427"/>
                    <a:pt x="1135" y="431"/>
                    <a:pt x="1138" y="433"/>
                  </a:cubicBezTo>
                  <a:cubicBezTo>
                    <a:pt x="1140" y="435"/>
                    <a:pt x="1139" y="436"/>
                    <a:pt x="1138" y="438"/>
                  </a:cubicBezTo>
                  <a:cubicBezTo>
                    <a:pt x="1138" y="439"/>
                    <a:pt x="1134" y="438"/>
                    <a:pt x="1131" y="438"/>
                  </a:cubicBezTo>
                  <a:cubicBezTo>
                    <a:pt x="1128" y="438"/>
                    <a:pt x="1127" y="439"/>
                    <a:pt x="1124" y="440"/>
                  </a:cubicBezTo>
                  <a:cubicBezTo>
                    <a:pt x="1120" y="441"/>
                    <a:pt x="1118" y="439"/>
                    <a:pt x="1116" y="438"/>
                  </a:cubicBezTo>
                  <a:cubicBezTo>
                    <a:pt x="1114" y="437"/>
                    <a:pt x="1111" y="435"/>
                    <a:pt x="1108" y="432"/>
                  </a:cubicBezTo>
                  <a:cubicBezTo>
                    <a:pt x="1105" y="430"/>
                    <a:pt x="1103" y="428"/>
                    <a:pt x="1100" y="426"/>
                  </a:cubicBezTo>
                  <a:cubicBezTo>
                    <a:pt x="1098" y="425"/>
                    <a:pt x="1093" y="424"/>
                    <a:pt x="1090" y="422"/>
                  </a:cubicBezTo>
                  <a:cubicBezTo>
                    <a:pt x="1087" y="421"/>
                    <a:pt x="1085" y="421"/>
                    <a:pt x="1079" y="420"/>
                  </a:cubicBezTo>
                  <a:cubicBezTo>
                    <a:pt x="1073" y="419"/>
                    <a:pt x="1072" y="418"/>
                    <a:pt x="1070" y="418"/>
                  </a:cubicBezTo>
                  <a:cubicBezTo>
                    <a:pt x="1067" y="418"/>
                    <a:pt x="1063" y="416"/>
                    <a:pt x="1060" y="416"/>
                  </a:cubicBezTo>
                  <a:cubicBezTo>
                    <a:pt x="1056" y="415"/>
                    <a:pt x="1053" y="414"/>
                    <a:pt x="1049" y="415"/>
                  </a:cubicBezTo>
                  <a:cubicBezTo>
                    <a:pt x="1045" y="416"/>
                    <a:pt x="1044" y="417"/>
                    <a:pt x="1042" y="417"/>
                  </a:cubicBezTo>
                  <a:cubicBezTo>
                    <a:pt x="1040" y="417"/>
                    <a:pt x="1037" y="417"/>
                    <a:pt x="1034" y="420"/>
                  </a:cubicBezTo>
                  <a:cubicBezTo>
                    <a:pt x="1030" y="422"/>
                    <a:pt x="1030" y="422"/>
                    <a:pt x="1030" y="423"/>
                  </a:cubicBezTo>
                  <a:cubicBezTo>
                    <a:pt x="1030" y="424"/>
                    <a:pt x="1031" y="426"/>
                    <a:pt x="1035" y="425"/>
                  </a:cubicBezTo>
                  <a:cubicBezTo>
                    <a:pt x="1039" y="425"/>
                    <a:pt x="1040" y="425"/>
                    <a:pt x="1042" y="425"/>
                  </a:cubicBezTo>
                  <a:cubicBezTo>
                    <a:pt x="1044" y="426"/>
                    <a:pt x="1044" y="430"/>
                    <a:pt x="1044" y="432"/>
                  </a:cubicBezTo>
                  <a:cubicBezTo>
                    <a:pt x="1043" y="435"/>
                    <a:pt x="1042" y="434"/>
                    <a:pt x="1038" y="434"/>
                  </a:cubicBezTo>
                  <a:cubicBezTo>
                    <a:pt x="1035" y="435"/>
                    <a:pt x="1033" y="435"/>
                    <a:pt x="1030" y="433"/>
                  </a:cubicBezTo>
                  <a:cubicBezTo>
                    <a:pt x="1027" y="432"/>
                    <a:pt x="1027" y="431"/>
                    <a:pt x="1024" y="430"/>
                  </a:cubicBezTo>
                  <a:cubicBezTo>
                    <a:pt x="1021" y="429"/>
                    <a:pt x="1020" y="429"/>
                    <a:pt x="1017" y="429"/>
                  </a:cubicBezTo>
                  <a:cubicBezTo>
                    <a:pt x="1014" y="429"/>
                    <a:pt x="1013" y="430"/>
                    <a:pt x="1011" y="431"/>
                  </a:cubicBezTo>
                  <a:cubicBezTo>
                    <a:pt x="1008" y="432"/>
                    <a:pt x="1006" y="431"/>
                    <a:pt x="1003" y="431"/>
                  </a:cubicBezTo>
                  <a:cubicBezTo>
                    <a:pt x="1001" y="431"/>
                    <a:pt x="1000" y="432"/>
                    <a:pt x="1000" y="434"/>
                  </a:cubicBezTo>
                  <a:cubicBezTo>
                    <a:pt x="1000" y="435"/>
                    <a:pt x="1002" y="437"/>
                    <a:pt x="1003" y="440"/>
                  </a:cubicBezTo>
                  <a:cubicBezTo>
                    <a:pt x="1005" y="442"/>
                    <a:pt x="1006" y="444"/>
                    <a:pt x="1007" y="446"/>
                  </a:cubicBezTo>
                  <a:cubicBezTo>
                    <a:pt x="1009" y="448"/>
                    <a:pt x="1012" y="448"/>
                    <a:pt x="1015" y="449"/>
                  </a:cubicBezTo>
                  <a:cubicBezTo>
                    <a:pt x="1019" y="450"/>
                    <a:pt x="1019" y="450"/>
                    <a:pt x="1021" y="450"/>
                  </a:cubicBezTo>
                  <a:cubicBezTo>
                    <a:pt x="1023" y="451"/>
                    <a:pt x="1026" y="453"/>
                    <a:pt x="1028" y="454"/>
                  </a:cubicBezTo>
                  <a:cubicBezTo>
                    <a:pt x="1030" y="456"/>
                    <a:pt x="1033" y="456"/>
                    <a:pt x="1036" y="456"/>
                  </a:cubicBezTo>
                  <a:cubicBezTo>
                    <a:pt x="1039" y="456"/>
                    <a:pt x="1039" y="455"/>
                    <a:pt x="1040" y="455"/>
                  </a:cubicBezTo>
                  <a:cubicBezTo>
                    <a:pt x="1041" y="454"/>
                    <a:pt x="1041" y="456"/>
                    <a:pt x="1042" y="457"/>
                  </a:cubicBezTo>
                  <a:cubicBezTo>
                    <a:pt x="1042" y="458"/>
                    <a:pt x="1043" y="458"/>
                    <a:pt x="1045" y="458"/>
                  </a:cubicBezTo>
                  <a:cubicBezTo>
                    <a:pt x="1047" y="458"/>
                    <a:pt x="1047" y="459"/>
                    <a:pt x="1048" y="460"/>
                  </a:cubicBezTo>
                  <a:cubicBezTo>
                    <a:pt x="1048" y="461"/>
                    <a:pt x="1048" y="463"/>
                    <a:pt x="1048" y="464"/>
                  </a:cubicBezTo>
                  <a:cubicBezTo>
                    <a:pt x="1048" y="465"/>
                    <a:pt x="1049" y="465"/>
                    <a:pt x="1051" y="465"/>
                  </a:cubicBezTo>
                  <a:cubicBezTo>
                    <a:pt x="1053" y="465"/>
                    <a:pt x="1052" y="466"/>
                    <a:pt x="1052" y="467"/>
                  </a:cubicBezTo>
                  <a:cubicBezTo>
                    <a:pt x="1052" y="469"/>
                    <a:pt x="1055" y="468"/>
                    <a:pt x="1056" y="468"/>
                  </a:cubicBezTo>
                  <a:cubicBezTo>
                    <a:pt x="1057" y="468"/>
                    <a:pt x="1060" y="467"/>
                    <a:pt x="1060" y="468"/>
                  </a:cubicBezTo>
                  <a:cubicBezTo>
                    <a:pt x="1061" y="468"/>
                    <a:pt x="1060" y="469"/>
                    <a:pt x="1059" y="469"/>
                  </a:cubicBezTo>
                  <a:cubicBezTo>
                    <a:pt x="1057" y="470"/>
                    <a:pt x="1056" y="470"/>
                    <a:pt x="1054" y="471"/>
                  </a:cubicBezTo>
                  <a:cubicBezTo>
                    <a:pt x="1052" y="471"/>
                    <a:pt x="1050" y="471"/>
                    <a:pt x="1049" y="471"/>
                  </a:cubicBezTo>
                  <a:cubicBezTo>
                    <a:pt x="1047" y="471"/>
                    <a:pt x="1045" y="470"/>
                    <a:pt x="1044" y="469"/>
                  </a:cubicBezTo>
                  <a:cubicBezTo>
                    <a:pt x="1042" y="468"/>
                    <a:pt x="1041" y="468"/>
                    <a:pt x="1040" y="467"/>
                  </a:cubicBezTo>
                  <a:cubicBezTo>
                    <a:pt x="1039" y="466"/>
                    <a:pt x="1039" y="464"/>
                    <a:pt x="1038" y="463"/>
                  </a:cubicBezTo>
                  <a:cubicBezTo>
                    <a:pt x="1037" y="462"/>
                    <a:pt x="1036" y="461"/>
                    <a:pt x="1034" y="461"/>
                  </a:cubicBezTo>
                  <a:cubicBezTo>
                    <a:pt x="1032" y="460"/>
                    <a:pt x="1031" y="460"/>
                    <a:pt x="1029" y="460"/>
                  </a:cubicBezTo>
                  <a:cubicBezTo>
                    <a:pt x="1028" y="460"/>
                    <a:pt x="1024" y="460"/>
                    <a:pt x="1023" y="461"/>
                  </a:cubicBezTo>
                  <a:cubicBezTo>
                    <a:pt x="1021" y="462"/>
                    <a:pt x="1021" y="464"/>
                    <a:pt x="1019" y="464"/>
                  </a:cubicBezTo>
                  <a:cubicBezTo>
                    <a:pt x="1017" y="464"/>
                    <a:pt x="1019" y="461"/>
                    <a:pt x="1017" y="460"/>
                  </a:cubicBezTo>
                  <a:cubicBezTo>
                    <a:pt x="1016" y="459"/>
                    <a:pt x="1013" y="460"/>
                    <a:pt x="1010" y="460"/>
                  </a:cubicBezTo>
                  <a:cubicBezTo>
                    <a:pt x="1007" y="459"/>
                    <a:pt x="1004" y="459"/>
                    <a:pt x="1001" y="459"/>
                  </a:cubicBezTo>
                  <a:cubicBezTo>
                    <a:pt x="998" y="459"/>
                    <a:pt x="997" y="457"/>
                    <a:pt x="995" y="456"/>
                  </a:cubicBezTo>
                  <a:cubicBezTo>
                    <a:pt x="993" y="456"/>
                    <a:pt x="987" y="455"/>
                    <a:pt x="986" y="454"/>
                  </a:cubicBezTo>
                  <a:cubicBezTo>
                    <a:pt x="986" y="453"/>
                    <a:pt x="987" y="451"/>
                    <a:pt x="988" y="451"/>
                  </a:cubicBezTo>
                  <a:cubicBezTo>
                    <a:pt x="989" y="450"/>
                    <a:pt x="990" y="449"/>
                    <a:pt x="990" y="448"/>
                  </a:cubicBezTo>
                  <a:cubicBezTo>
                    <a:pt x="990" y="447"/>
                    <a:pt x="989" y="446"/>
                    <a:pt x="989" y="444"/>
                  </a:cubicBezTo>
                  <a:cubicBezTo>
                    <a:pt x="988" y="442"/>
                    <a:pt x="989" y="442"/>
                    <a:pt x="989" y="441"/>
                  </a:cubicBezTo>
                  <a:cubicBezTo>
                    <a:pt x="988" y="440"/>
                    <a:pt x="986" y="438"/>
                    <a:pt x="985" y="437"/>
                  </a:cubicBezTo>
                  <a:cubicBezTo>
                    <a:pt x="985" y="436"/>
                    <a:pt x="985" y="433"/>
                    <a:pt x="986" y="432"/>
                  </a:cubicBezTo>
                  <a:cubicBezTo>
                    <a:pt x="987" y="430"/>
                    <a:pt x="990" y="429"/>
                    <a:pt x="990" y="428"/>
                  </a:cubicBezTo>
                  <a:cubicBezTo>
                    <a:pt x="990" y="427"/>
                    <a:pt x="990" y="424"/>
                    <a:pt x="991" y="423"/>
                  </a:cubicBezTo>
                  <a:cubicBezTo>
                    <a:pt x="992" y="421"/>
                    <a:pt x="995" y="419"/>
                    <a:pt x="995" y="417"/>
                  </a:cubicBezTo>
                  <a:cubicBezTo>
                    <a:pt x="995" y="415"/>
                    <a:pt x="993" y="414"/>
                    <a:pt x="992" y="412"/>
                  </a:cubicBezTo>
                  <a:cubicBezTo>
                    <a:pt x="992" y="409"/>
                    <a:pt x="991" y="408"/>
                    <a:pt x="989" y="406"/>
                  </a:cubicBezTo>
                  <a:cubicBezTo>
                    <a:pt x="988" y="404"/>
                    <a:pt x="987" y="404"/>
                    <a:pt x="985" y="402"/>
                  </a:cubicBezTo>
                  <a:cubicBezTo>
                    <a:pt x="983" y="399"/>
                    <a:pt x="982" y="397"/>
                    <a:pt x="980" y="395"/>
                  </a:cubicBezTo>
                  <a:cubicBezTo>
                    <a:pt x="978" y="394"/>
                    <a:pt x="976" y="395"/>
                    <a:pt x="975" y="396"/>
                  </a:cubicBezTo>
                  <a:cubicBezTo>
                    <a:pt x="973" y="397"/>
                    <a:pt x="975" y="399"/>
                    <a:pt x="976" y="401"/>
                  </a:cubicBezTo>
                  <a:cubicBezTo>
                    <a:pt x="978" y="403"/>
                    <a:pt x="979" y="404"/>
                    <a:pt x="980" y="405"/>
                  </a:cubicBezTo>
                  <a:cubicBezTo>
                    <a:pt x="981" y="405"/>
                    <a:pt x="982" y="407"/>
                    <a:pt x="981" y="410"/>
                  </a:cubicBezTo>
                  <a:cubicBezTo>
                    <a:pt x="981" y="414"/>
                    <a:pt x="982" y="414"/>
                    <a:pt x="982" y="416"/>
                  </a:cubicBezTo>
                  <a:cubicBezTo>
                    <a:pt x="982" y="418"/>
                    <a:pt x="981" y="420"/>
                    <a:pt x="980" y="422"/>
                  </a:cubicBezTo>
                  <a:cubicBezTo>
                    <a:pt x="978" y="425"/>
                    <a:pt x="975" y="425"/>
                    <a:pt x="971" y="427"/>
                  </a:cubicBezTo>
                  <a:cubicBezTo>
                    <a:pt x="968" y="429"/>
                    <a:pt x="962" y="431"/>
                    <a:pt x="960" y="432"/>
                  </a:cubicBezTo>
                  <a:cubicBezTo>
                    <a:pt x="957" y="432"/>
                    <a:pt x="952" y="433"/>
                    <a:pt x="951" y="436"/>
                  </a:cubicBezTo>
                  <a:cubicBezTo>
                    <a:pt x="949" y="438"/>
                    <a:pt x="951" y="438"/>
                    <a:pt x="949" y="442"/>
                  </a:cubicBezTo>
                  <a:cubicBezTo>
                    <a:pt x="947" y="446"/>
                    <a:pt x="946" y="444"/>
                    <a:pt x="943" y="447"/>
                  </a:cubicBezTo>
                  <a:cubicBezTo>
                    <a:pt x="941" y="450"/>
                    <a:pt x="940" y="450"/>
                    <a:pt x="940" y="452"/>
                  </a:cubicBezTo>
                  <a:cubicBezTo>
                    <a:pt x="940" y="453"/>
                    <a:pt x="942" y="452"/>
                    <a:pt x="946" y="455"/>
                  </a:cubicBezTo>
                  <a:cubicBezTo>
                    <a:pt x="949" y="457"/>
                    <a:pt x="951" y="459"/>
                    <a:pt x="953" y="461"/>
                  </a:cubicBezTo>
                  <a:cubicBezTo>
                    <a:pt x="954" y="463"/>
                    <a:pt x="956" y="465"/>
                    <a:pt x="957" y="467"/>
                  </a:cubicBezTo>
                  <a:cubicBezTo>
                    <a:pt x="958" y="470"/>
                    <a:pt x="957" y="472"/>
                    <a:pt x="958" y="473"/>
                  </a:cubicBezTo>
                  <a:cubicBezTo>
                    <a:pt x="960" y="475"/>
                    <a:pt x="964" y="478"/>
                    <a:pt x="965" y="478"/>
                  </a:cubicBezTo>
                  <a:cubicBezTo>
                    <a:pt x="965" y="479"/>
                    <a:pt x="966" y="482"/>
                    <a:pt x="965" y="484"/>
                  </a:cubicBezTo>
                  <a:cubicBezTo>
                    <a:pt x="964" y="486"/>
                    <a:pt x="960" y="488"/>
                    <a:pt x="959" y="491"/>
                  </a:cubicBezTo>
                  <a:cubicBezTo>
                    <a:pt x="957" y="493"/>
                    <a:pt x="956" y="495"/>
                    <a:pt x="955" y="496"/>
                  </a:cubicBezTo>
                  <a:cubicBezTo>
                    <a:pt x="955" y="496"/>
                    <a:pt x="953" y="498"/>
                    <a:pt x="953" y="499"/>
                  </a:cubicBezTo>
                  <a:cubicBezTo>
                    <a:pt x="953" y="500"/>
                    <a:pt x="953" y="501"/>
                    <a:pt x="953" y="503"/>
                  </a:cubicBezTo>
                  <a:cubicBezTo>
                    <a:pt x="953" y="505"/>
                    <a:pt x="951" y="508"/>
                    <a:pt x="951" y="509"/>
                  </a:cubicBezTo>
                  <a:cubicBezTo>
                    <a:pt x="950" y="511"/>
                    <a:pt x="949" y="513"/>
                    <a:pt x="949" y="515"/>
                  </a:cubicBezTo>
                  <a:cubicBezTo>
                    <a:pt x="950" y="516"/>
                    <a:pt x="951" y="518"/>
                    <a:pt x="954" y="520"/>
                  </a:cubicBezTo>
                  <a:cubicBezTo>
                    <a:pt x="957" y="522"/>
                    <a:pt x="956" y="524"/>
                    <a:pt x="956" y="525"/>
                  </a:cubicBezTo>
                  <a:cubicBezTo>
                    <a:pt x="956" y="526"/>
                    <a:pt x="955" y="527"/>
                    <a:pt x="955" y="529"/>
                  </a:cubicBezTo>
                  <a:cubicBezTo>
                    <a:pt x="954" y="531"/>
                    <a:pt x="954" y="532"/>
                    <a:pt x="954" y="534"/>
                  </a:cubicBezTo>
                  <a:cubicBezTo>
                    <a:pt x="954" y="535"/>
                    <a:pt x="955" y="536"/>
                    <a:pt x="956" y="537"/>
                  </a:cubicBezTo>
                  <a:cubicBezTo>
                    <a:pt x="958" y="538"/>
                    <a:pt x="958" y="538"/>
                    <a:pt x="962" y="537"/>
                  </a:cubicBezTo>
                  <a:cubicBezTo>
                    <a:pt x="965" y="536"/>
                    <a:pt x="966" y="535"/>
                    <a:pt x="968" y="536"/>
                  </a:cubicBezTo>
                  <a:cubicBezTo>
                    <a:pt x="971" y="536"/>
                    <a:pt x="972" y="538"/>
                    <a:pt x="974" y="538"/>
                  </a:cubicBezTo>
                  <a:cubicBezTo>
                    <a:pt x="976" y="538"/>
                    <a:pt x="976" y="538"/>
                    <a:pt x="980" y="538"/>
                  </a:cubicBezTo>
                  <a:cubicBezTo>
                    <a:pt x="984" y="537"/>
                    <a:pt x="985" y="535"/>
                    <a:pt x="986" y="534"/>
                  </a:cubicBezTo>
                  <a:cubicBezTo>
                    <a:pt x="986" y="534"/>
                    <a:pt x="988" y="532"/>
                    <a:pt x="990" y="532"/>
                  </a:cubicBezTo>
                  <a:cubicBezTo>
                    <a:pt x="993" y="531"/>
                    <a:pt x="996" y="532"/>
                    <a:pt x="999" y="532"/>
                  </a:cubicBezTo>
                  <a:cubicBezTo>
                    <a:pt x="1002" y="532"/>
                    <a:pt x="1002" y="532"/>
                    <a:pt x="1005" y="533"/>
                  </a:cubicBezTo>
                  <a:cubicBezTo>
                    <a:pt x="1009" y="534"/>
                    <a:pt x="1009" y="535"/>
                    <a:pt x="1011" y="535"/>
                  </a:cubicBezTo>
                  <a:cubicBezTo>
                    <a:pt x="1012" y="536"/>
                    <a:pt x="1014" y="536"/>
                    <a:pt x="1015" y="537"/>
                  </a:cubicBezTo>
                  <a:cubicBezTo>
                    <a:pt x="1017" y="537"/>
                    <a:pt x="1019" y="540"/>
                    <a:pt x="1020" y="541"/>
                  </a:cubicBezTo>
                  <a:cubicBezTo>
                    <a:pt x="1022" y="542"/>
                    <a:pt x="1024" y="542"/>
                    <a:pt x="1027" y="542"/>
                  </a:cubicBezTo>
                  <a:cubicBezTo>
                    <a:pt x="1031" y="543"/>
                    <a:pt x="1030" y="543"/>
                    <a:pt x="1032" y="544"/>
                  </a:cubicBezTo>
                  <a:cubicBezTo>
                    <a:pt x="1033" y="545"/>
                    <a:pt x="1033" y="545"/>
                    <a:pt x="1033" y="547"/>
                  </a:cubicBezTo>
                  <a:cubicBezTo>
                    <a:pt x="1033" y="549"/>
                    <a:pt x="1035" y="549"/>
                    <a:pt x="1035" y="552"/>
                  </a:cubicBezTo>
                  <a:cubicBezTo>
                    <a:pt x="1035" y="554"/>
                    <a:pt x="1035" y="555"/>
                    <a:pt x="1036" y="557"/>
                  </a:cubicBezTo>
                  <a:cubicBezTo>
                    <a:pt x="1038" y="560"/>
                    <a:pt x="1038" y="561"/>
                    <a:pt x="1039" y="562"/>
                  </a:cubicBezTo>
                  <a:cubicBezTo>
                    <a:pt x="1040" y="563"/>
                    <a:pt x="1042" y="564"/>
                    <a:pt x="1043" y="566"/>
                  </a:cubicBezTo>
                  <a:cubicBezTo>
                    <a:pt x="1044" y="568"/>
                    <a:pt x="1043" y="567"/>
                    <a:pt x="1042" y="568"/>
                  </a:cubicBezTo>
                  <a:cubicBezTo>
                    <a:pt x="1041" y="569"/>
                    <a:pt x="1039" y="569"/>
                    <a:pt x="1037" y="569"/>
                  </a:cubicBezTo>
                  <a:cubicBezTo>
                    <a:pt x="1036" y="570"/>
                    <a:pt x="1034" y="570"/>
                    <a:pt x="1033" y="571"/>
                  </a:cubicBezTo>
                  <a:cubicBezTo>
                    <a:pt x="1032" y="572"/>
                    <a:pt x="1032" y="573"/>
                    <a:pt x="1032" y="575"/>
                  </a:cubicBezTo>
                  <a:cubicBezTo>
                    <a:pt x="1032" y="577"/>
                    <a:pt x="1031" y="580"/>
                    <a:pt x="1031" y="582"/>
                  </a:cubicBezTo>
                  <a:cubicBezTo>
                    <a:pt x="1032" y="584"/>
                    <a:pt x="1032" y="585"/>
                    <a:pt x="1034" y="585"/>
                  </a:cubicBezTo>
                  <a:cubicBezTo>
                    <a:pt x="1036" y="586"/>
                    <a:pt x="1036" y="584"/>
                    <a:pt x="1037" y="584"/>
                  </a:cubicBezTo>
                  <a:cubicBezTo>
                    <a:pt x="1039" y="584"/>
                    <a:pt x="1039" y="585"/>
                    <a:pt x="1039" y="586"/>
                  </a:cubicBezTo>
                  <a:cubicBezTo>
                    <a:pt x="1040" y="587"/>
                    <a:pt x="1042" y="587"/>
                    <a:pt x="1043" y="587"/>
                  </a:cubicBezTo>
                  <a:cubicBezTo>
                    <a:pt x="1044" y="587"/>
                    <a:pt x="1047" y="588"/>
                    <a:pt x="1048" y="588"/>
                  </a:cubicBezTo>
                  <a:cubicBezTo>
                    <a:pt x="1049" y="588"/>
                    <a:pt x="1050" y="587"/>
                    <a:pt x="1051" y="587"/>
                  </a:cubicBezTo>
                  <a:cubicBezTo>
                    <a:pt x="1052" y="586"/>
                    <a:pt x="1052" y="587"/>
                    <a:pt x="1053" y="588"/>
                  </a:cubicBezTo>
                  <a:cubicBezTo>
                    <a:pt x="1054" y="590"/>
                    <a:pt x="1055" y="588"/>
                    <a:pt x="1057" y="589"/>
                  </a:cubicBezTo>
                  <a:cubicBezTo>
                    <a:pt x="1059" y="589"/>
                    <a:pt x="1061" y="591"/>
                    <a:pt x="1061" y="592"/>
                  </a:cubicBezTo>
                  <a:cubicBezTo>
                    <a:pt x="1061" y="593"/>
                    <a:pt x="1059" y="592"/>
                    <a:pt x="1057" y="592"/>
                  </a:cubicBezTo>
                  <a:cubicBezTo>
                    <a:pt x="1054" y="592"/>
                    <a:pt x="1052" y="592"/>
                    <a:pt x="1047" y="592"/>
                  </a:cubicBezTo>
                  <a:cubicBezTo>
                    <a:pt x="1042" y="593"/>
                    <a:pt x="1040" y="593"/>
                    <a:pt x="1037" y="593"/>
                  </a:cubicBezTo>
                  <a:cubicBezTo>
                    <a:pt x="1035" y="592"/>
                    <a:pt x="1034" y="592"/>
                    <a:pt x="1032" y="590"/>
                  </a:cubicBezTo>
                  <a:cubicBezTo>
                    <a:pt x="1030" y="588"/>
                    <a:pt x="1029" y="588"/>
                    <a:pt x="1028" y="587"/>
                  </a:cubicBezTo>
                  <a:cubicBezTo>
                    <a:pt x="1026" y="586"/>
                    <a:pt x="1024" y="584"/>
                    <a:pt x="1024" y="583"/>
                  </a:cubicBezTo>
                  <a:cubicBezTo>
                    <a:pt x="1024" y="581"/>
                    <a:pt x="1026" y="582"/>
                    <a:pt x="1026" y="581"/>
                  </a:cubicBezTo>
                  <a:cubicBezTo>
                    <a:pt x="1027" y="579"/>
                    <a:pt x="1027" y="579"/>
                    <a:pt x="1026" y="577"/>
                  </a:cubicBezTo>
                  <a:cubicBezTo>
                    <a:pt x="1026" y="575"/>
                    <a:pt x="1026" y="573"/>
                    <a:pt x="1026" y="572"/>
                  </a:cubicBezTo>
                  <a:cubicBezTo>
                    <a:pt x="1026" y="571"/>
                    <a:pt x="1027" y="570"/>
                    <a:pt x="1027" y="568"/>
                  </a:cubicBezTo>
                  <a:cubicBezTo>
                    <a:pt x="1027" y="566"/>
                    <a:pt x="1025" y="566"/>
                    <a:pt x="1025" y="565"/>
                  </a:cubicBezTo>
                  <a:cubicBezTo>
                    <a:pt x="1024" y="564"/>
                    <a:pt x="1025" y="563"/>
                    <a:pt x="1026" y="561"/>
                  </a:cubicBezTo>
                  <a:cubicBezTo>
                    <a:pt x="1027" y="560"/>
                    <a:pt x="1028" y="559"/>
                    <a:pt x="1026" y="557"/>
                  </a:cubicBezTo>
                  <a:cubicBezTo>
                    <a:pt x="1025" y="555"/>
                    <a:pt x="1024" y="555"/>
                    <a:pt x="1021" y="553"/>
                  </a:cubicBezTo>
                  <a:cubicBezTo>
                    <a:pt x="1018" y="551"/>
                    <a:pt x="1017" y="548"/>
                    <a:pt x="1016" y="546"/>
                  </a:cubicBezTo>
                  <a:cubicBezTo>
                    <a:pt x="1015" y="544"/>
                    <a:pt x="1012" y="542"/>
                    <a:pt x="1011" y="542"/>
                  </a:cubicBezTo>
                  <a:cubicBezTo>
                    <a:pt x="1009" y="542"/>
                    <a:pt x="1006" y="542"/>
                    <a:pt x="1003" y="542"/>
                  </a:cubicBezTo>
                  <a:cubicBezTo>
                    <a:pt x="1000" y="543"/>
                    <a:pt x="997" y="543"/>
                    <a:pt x="992" y="545"/>
                  </a:cubicBezTo>
                  <a:cubicBezTo>
                    <a:pt x="986" y="547"/>
                    <a:pt x="978" y="548"/>
                    <a:pt x="975" y="549"/>
                  </a:cubicBezTo>
                  <a:cubicBezTo>
                    <a:pt x="972" y="550"/>
                    <a:pt x="970" y="551"/>
                    <a:pt x="969" y="554"/>
                  </a:cubicBezTo>
                  <a:cubicBezTo>
                    <a:pt x="969" y="556"/>
                    <a:pt x="969" y="558"/>
                    <a:pt x="967" y="560"/>
                  </a:cubicBezTo>
                  <a:cubicBezTo>
                    <a:pt x="966" y="562"/>
                    <a:pt x="967" y="564"/>
                    <a:pt x="967" y="565"/>
                  </a:cubicBezTo>
                  <a:cubicBezTo>
                    <a:pt x="968" y="566"/>
                    <a:pt x="972" y="569"/>
                    <a:pt x="974" y="572"/>
                  </a:cubicBezTo>
                  <a:cubicBezTo>
                    <a:pt x="976" y="574"/>
                    <a:pt x="975" y="576"/>
                    <a:pt x="975" y="580"/>
                  </a:cubicBezTo>
                  <a:cubicBezTo>
                    <a:pt x="975" y="583"/>
                    <a:pt x="973" y="588"/>
                    <a:pt x="971" y="590"/>
                  </a:cubicBezTo>
                  <a:cubicBezTo>
                    <a:pt x="969" y="592"/>
                    <a:pt x="966" y="595"/>
                    <a:pt x="964" y="596"/>
                  </a:cubicBezTo>
                  <a:cubicBezTo>
                    <a:pt x="961" y="597"/>
                    <a:pt x="958" y="599"/>
                    <a:pt x="958" y="601"/>
                  </a:cubicBezTo>
                  <a:cubicBezTo>
                    <a:pt x="957" y="604"/>
                    <a:pt x="956" y="607"/>
                    <a:pt x="956" y="610"/>
                  </a:cubicBezTo>
                  <a:cubicBezTo>
                    <a:pt x="955" y="613"/>
                    <a:pt x="953" y="614"/>
                    <a:pt x="953" y="615"/>
                  </a:cubicBezTo>
                  <a:cubicBezTo>
                    <a:pt x="952" y="616"/>
                    <a:pt x="945" y="618"/>
                    <a:pt x="943" y="619"/>
                  </a:cubicBezTo>
                  <a:cubicBezTo>
                    <a:pt x="941" y="620"/>
                    <a:pt x="938" y="623"/>
                    <a:pt x="935" y="624"/>
                  </a:cubicBezTo>
                  <a:cubicBezTo>
                    <a:pt x="932" y="626"/>
                    <a:pt x="929" y="626"/>
                    <a:pt x="927" y="626"/>
                  </a:cubicBezTo>
                  <a:cubicBezTo>
                    <a:pt x="925" y="627"/>
                    <a:pt x="925" y="629"/>
                    <a:pt x="925" y="631"/>
                  </a:cubicBezTo>
                  <a:cubicBezTo>
                    <a:pt x="924" y="633"/>
                    <a:pt x="923" y="635"/>
                    <a:pt x="921" y="636"/>
                  </a:cubicBezTo>
                  <a:cubicBezTo>
                    <a:pt x="919" y="637"/>
                    <a:pt x="918" y="637"/>
                    <a:pt x="914" y="636"/>
                  </a:cubicBezTo>
                  <a:cubicBezTo>
                    <a:pt x="910" y="635"/>
                    <a:pt x="909" y="634"/>
                    <a:pt x="907" y="633"/>
                  </a:cubicBezTo>
                  <a:cubicBezTo>
                    <a:pt x="906" y="632"/>
                    <a:pt x="898" y="632"/>
                    <a:pt x="894" y="633"/>
                  </a:cubicBezTo>
                  <a:cubicBezTo>
                    <a:pt x="889" y="634"/>
                    <a:pt x="887" y="634"/>
                    <a:pt x="884" y="634"/>
                  </a:cubicBezTo>
                  <a:cubicBezTo>
                    <a:pt x="881" y="634"/>
                    <a:pt x="880" y="633"/>
                    <a:pt x="878" y="631"/>
                  </a:cubicBezTo>
                  <a:cubicBezTo>
                    <a:pt x="876" y="629"/>
                    <a:pt x="871" y="629"/>
                    <a:pt x="868" y="628"/>
                  </a:cubicBezTo>
                  <a:cubicBezTo>
                    <a:pt x="864" y="627"/>
                    <a:pt x="860" y="625"/>
                    <a:pt x="858" y="623"/>
                  </a:cubicBezTo>
                  <a:cubicBezTo>
                    <a:pt x="857" y="621"/>
                    <a:pt x="856" y="619"/>
                    <a:pt x="858" y="618"/>
                  </a:cubicBezTo>
                  <a:cubicBezTo>
                    <a:pt x="860" y="617"/>
                    <a:pt x="862" y="619"/>
                    <a:pt x="867" y="617"/>
                  </a:cubicBezTo>
                  <a:cubicBezTo>
                    <a:pt x="873" y="616"/>
                    <a:pt x="874" y="617"/>
                    <a:pt x="876" y="617"/>
                  </a:cubicBezTo>
                  <a:cubicBezTo>
                    <a:pt x="877" y="617"/>
                    <a:pt x="879" y="619"/>
                    <a:pt x="880" y="620"/>
                  </a:cubicBezTo>
                  <a:cubicBezTo>
                    <a:pt x="882" y="620"/>
                    <a:pt x="884" y="622"/>
                    <a:pt x="886" y="623"/>
                  </a:cubicBezTo>
                  <a:cubicBezTo>
                    <a:pt x="889" y="623"/>
                    <a:pt x="891" y="621"/>
                    <a:pt x="895" y="619"/>
                  </a:cubicBezTo>
                  <a:cubicBezTo>
                    <a:pt x="898" y="618"/>
                    <a:pt x="904" y="616"/>
                    <a:pt x="908" y="616"/>
                  </a:cubicBezTo>
                  <a:cubicBezTo>
                    <a:pt x="913" y="616"/>
                    <a:pt x="914" y="613"/>
                    <a:pt x="917" y="610"/>
                  </a:cubicBezTo>
                  <a:cubicBezTo>
                    <a:pt x="920" y="608"/>
                    <a:pt x="923" y="606"/>
                    <a:pt x="924" y="604"/>
                  </a:cubicBezTo>
                  <a:cubicBezTo>
                    <a:pt x="926" y="602"/>
                    <a:pt x="925" y="601"/>
                    <a:pt x="927" y="598"/>
                  </a:cubicBezTo>
                  <a:cubicBezTo>
                    <a:pt x="929" y="595"/>
                    <a:pt x="934" y="592"/>
                    <a:pt x="938" y="590"/>
                  </a:cubicBezTo>
                  <a:cubicBezTo>
                    <a:pt x="941" y="587"/>
                    <a:pt x="941" y="588"/>
                    <a:pt x="941" y="587"/>
                  </a:cubicBezTo>
                  <a:cubicBezTo>
                    <a:pt x="941" y="586"/>
                    <a:pt x="941" y="585"/>
                    <a:pt x="941" y="583"/>
                  </a:cubicBezTo>
                  <a:cubicBezTo>
                    <a:pt x="940" y="582"/>
                    <a:pt x="942" y="581"/>
                    <a:pt x="943" y="579"/>
                  </a:cubicBezTo>
                  <a:cubicBezTo>
                    <a:pt x="943" y="576"/>
                    <a:pt x="941" y="574"/>
                    <a:pt x="941" y="572"/>
                  </a:cubicBezTo>
                  <a:cubicBezTo>
                    <a:pt x="940" y="570"/>
                    <a:pt x="945" y="567"/>
                    <a:pt x="947" y="565"/>
                  </a:cubicBezTo>
                  <a:cubicBezTo>
                    <a:pt x="949" y="563"/>
                    <a:pt x="951" y="561"/>
                    <a:pt x="951" y="559"/>
                  </a:cubicBezTo>
                  <a:cubicBezTo>
                    <a:pt x="951" y="557"/>
                    <a:pt x="951" y="556"/>
                    <a:pt x="945" y="553"/>
                  </a:cubicBezTo>
                  <a:cubicBezTo>
                    <a:pt x="940" y="550"/>
                    <a:pt x="941" y="550"/>
                    <a:pt x="936" y="548"/>
                  </a:cubicBezTo>
                  <a:cubicBezTo>
                    <a:pt x="931" y="546"/>
                    <a:pt x="932" y="544"/>
                    <a:pt x="930" y="542"/>
                  </a:cubicBezTo>
                  <a:cubicBezTo>
                    <a:pt x="929" y="540"/>
                    <a:pt x="929" y="539"/>
                    <a:pt x="930" y="537"/>
                  </a:cubicBezTo>
                  <a:cubicBezTo>
                    <a:pt x="931" y="535"/>
                    <a:pt x="931" y="534"/>
                    <a:pt x="931" y="532"/>
                  </a:cubicBezTo>
                  <a:cubicBezTo>
                    <a:pt x="931" y="530"/>
                    <a:pt x="931" y="529"/>
                    <a:pt x="931" y="526"/>
                  </a:cubicBezTo>
                  <a:cubicBezTo>
                    <a:pt x="930" y="524"/>
                    <a:pt x="930" y="523"/>
                    <a:pt x="930" y="521"/>
                  </a:cubicBezTo>
                  <a:cubicBezTo>
                    <a:pt x="930" y="520"/>
                    <a:pt x="930" y="518"/>
                    <a:pt x="930" y="516"/>
                  </a:cubicBezTo>
                  <a:cubicBezTo>
                    <a:pt x="931" y="514"/>
                    <a:pt x="932" y="512"/>
                    <a:pt x="932" y="511"/>
                  </a:cubicBezTo>
                  <a:cubicBezTo>
                    <a:pt x="932" y="510"/>
                    <a:pt x="932" y="509"/>
                    <a:pt x="931" y="508"/>
                  </a:cubicBezTo>
                  <a:cubicBezTo>
                    <a:pt x="930" y="507"/>
                    <a:pt x="929" y="506"/>
                    <a:pt x="929" y="504"/>
                  </a:cubicBezTo>
                  <a:cubicBezTo>
                    <a:pt x="929" y="502"/>
                    <a:pt x="930" y="502"/>
                    <a:pt x="930" y="501"/>
                  </a:cubicBezTo>
                  <a:cubicBezTo>
                    <a:pt x="930" y="500"/>
                    <a:pt x="930" y="498"/>
                    <a:pt x="930" y="497"/>
                  </a:cubicBezTo>
                  <a:cubicBezTo>
                    <a:pt x="930" y="496"/>
                    <a:pt x="929" y="495"/>
                    <a:pt x="929" y="493"/>
                  </a:cubicBezTo>
                  <a:cubicBezTo>
                    <a:pt x="929" y="492"/>
                    <a:pt x="930" y="492"/>
                    <a:pt x="931" y="491"/>
                  </a:cubicBezTo>
                  <a:cubicBezTo>
                    <a:pt x="932" y="490"/>
                    <a:pt x="933" y="489"/>
                    <a:pt x="934" y="488"/>
                  </a:cubicBezTo>
                  <a:cubicBezTo>
                    <a:pt x="934" y="487"/>
                    <a:pt x="933" y="484"/>
                    <a:pt x="933" y="480"/>
                  </a:cubicBezTo>
                  <a:cubicBezTo>
                    <a:pt x="934" y="476"/>
                    <a:pt x="934" y="476"/>
                    <a:pt x="935" y="475"/>
                  </a:cubicBezTo>
                  <a:cubicBezTo>
                    <a:pt x="935" y="474"/>
                    <a:pt x="935" y="472"/>
                    <a:pt x="935" y="471"/>
                  </a:cubicBezTo>
                  <a:cubicBezTo>
                    <a:pt x="935" y="471"/>
                    <a:pt x="934" y="470"/>
                    <a:pt x="933" y="468"/>
                  </a:cubicBezTo>
                  <a:cubicBezTo>
                    <a:pt x="932" y="466"/>
                    <a:pt x="932" y="466"/>
                    <a:pt x="932" y="465"/>
                  </a:cubicBezTo>
                  <a:cubicBezTo>
                    <a:pt x="932" y="464"/>
                    <a:pt x="931" y="462"/>
                    <a:pt x="930" y="461"/>
                  </a:cubicBezTo>
                  <a:cubicBezTo>
                    <a:pt x="929" y="460"/>
                    <a:pt x="927" y="460"/>
                    <a:pt x="925" y="459"/>
                  </a:cubicBezTo>
                  <a:cubicBezTo>
                    <a:pt x="922" y="457"/>
                    <a:pt x="922" y="457"/>
                    <a:pt x="920" y="455"/>
                  </a:cubicBezTo>
                  <a:cubicBezTo>
                    <a:pt x="918" y="453"/>
                    <a:pt x="917" y="452"/>
                    <a:pt x="916" y="450"/>
                  </a:cubicBezTo>
                  <a:cubicBezTo>
                    <a:pt x="915" y="449"/>
                    <a:pt x="915" y="448"/>
                    <a:pt x="916" y="447"/>
                  </a:cubicBezTo>
                  <a:cubicBezTo>
                    <a:pt x="917" y="445"/>
                    <a:pt x="920" y="445"/>
                    <a:pt x="921" y="444"/>
                  </a:cubicBezTo>
                  <a:cubicBezTo>
                    <a:pt x="922" y="443"/>
                    <a:pt x="923" y="441"/>
                    <a:pt x="923" y="438"/>
                  </a:cubicBezTo>
                  <a:cubicBezTo>
                    <a:pt x="924" y="435"/>
                    <a:pt x="925" y="434"/>
                    <a:pt x="928" y="429"/>
                  </a:cubicBezTo>
                  <a:cubicBezTo>
                    <a:pt x="930" y="425"/>
                    <a:pt x="932" y="423"/>
                    <a:pt x="933" y="422"/>
                  </a:cubicBezTo>
                  <a:cubicBezTo>
                    <a:pt x="934" y="421"/>
                    <a:pt x="936" y="418"/>
                    <a:pt x="936" y="417"/>
                  </a:cubicBezTo>
                  <a:cubicBezTo>
                    <a:pt x="936" y="416"/>
                    <a:pt x="936" y="415"/>
                    <a:pt x="936" y="413"/>
                  </a:cubicBezTo>
                  <a:cubicBezTo>
                    <a:pt x="935" y="411"/>
                    <a:pt x="935" y="409"/>
                    <a:pt x="935" y="408"/>
                  </a:cubicBezTo>
                  <a:cubicBezTo>
                    <a:pt x="935" y="407"/>
                    <a:pt x="935" y="405"/>
                    <a:pt x="935" y="403"/>
                  </a:cubicBezTo>
                  <a:cubicBezTo>
                    <a:pt x="934" y="401"/>
                    <a:pt x="933" y="401"/>
                    <a:pt x="930" y="400"/>
                  </a:cubicBezTo>
                  <a:cubicBezTo>
                    <a:pt x="928" y="399"/>
                    <a:pt x="928" y="399"/>
                    <a:pt x="925" y="398"/>
                  </a:cubicBezTo>
                  <a:cubicBezTo>
                    <a:pt x="923" y="397"/>
                    <a:pt x="923" y="397"/>
                    <a:pt x="920" y="396"/>
                  </a:cubicBezTo>
                  <a:cubicBezTo>
                    <a:pt x="918" y="396"/>
                    <a:pt x="916" y="396"/>
                    <a:pt x="914" y="395"/>
                  </a:cubicBezTo>
                  <a:cubicBezTo>
                    <a:pt x="912" y="394"/>
                    <a:pt x="912" y="394"/>
                    <a:pt x="910" y="394"/>
                  </a:cubicBezTo>
                  <a:cubicBezTo>
                    <a:pt x="909" y="393"/>
                    <a:pt x="905" y="393"/>
                    <a:pt x="903" y="393"/>
                  </a:cubicBezTo>
                  <a:cubicBezTo>
                    <a:pt x="900" y="394"/>
                    <a:pt x="899" y="394"/>
                    <a:pt x="898" y="394"/>
                  </a:cubicBezTo>
                  <a:cubicBezTo>
                    <a:pt x="896" y="394"/>
                    <a:pt x="889" y="394"/>
                    <a:pt x="887" y="394"/>
                  </a:cubicBezTo>
                  <a:cubicBezTo>
                    <a:pt x="884" y="395"/>
                    <a:pt x="879" y="395"/>
                    <a:pt x="877" y="395"/>
                  </a:cubicBezTo>
                  <a:cubicBezTo>
                    <a:pt x="874" y="395"/>
                    <a:pt x="872" y="395"/>
                    <a:pt x="871" y="394"/>
                  </a:cubicBezTo>
                  <a:cubicBezTo>
                    <a:pt x="869" y="393"/>
                    <a:pt x="869" y="392"/>
                    <a:pt x="869" y="392"/>
                  </a:cubicBezTo>
                  <a:cubicBezTo>
                    <a:pt x="868" y="392"/>
                    <a:pt x="866" y="391"/>
                    <a:pt x="865" y="391"/>
                  </a:cubicBezTo>
                  <a:cubicBezTo>
                    <a:pt x="863" y="392"/>
                    <a:pt x="862" y="394"/>
                    <a:pt x="861" y="395"/>
                  </a:cubicBezTo>
                  <a:cubicBezTo>
                    <a:pt x="859" y="397"/>
                    <a:pt x="857" y="402"/>
                    <a:pt x="855" y="404"/>
                  </a:cubicBezTo>
                  <a:cubicBezTo>
                    <a:pt x="853" y="406"/>
                    <a:pt x="853" y="412"/>
                    <a:pt x="852" y="416"/>
                  </a:cubicBezTo>
                  <a:cubicBezTo>
                    <a:pt x="850" y="419"/>
                    <a:pt x="848" y="429"/>
                    <a:pt x="848" y="431"/>
                  </a:cubicBezTo>
                  <a:cubicBezTo>
                    <a:pt x="847" y="432"/>
                    <a:pt x="844" y="439"/>
                    <a:pt x="843" y="441"/>
                  </a:cubicBezTo>
                  <a:cubicBezTo>
                    <a:pt x="841" y="443"/>
                    <a:pt x="831" y="448"/>
                    <a:pt x="828" y="450"/>
                  </a:cubicBezTo>
                  <a:cubicBezTo>
                    <a:pt x="825" y="451"/>
                    <a:pt x="819" y="453"/>
                    <a:pt x="817" y="454"/>
                  </a:cubicBezTo>
                  <a:cubicBezTo>
                    <a:pt x="815" y="455"/>
                    <a:pt x="813" y="456"/>
                    <a:pt x="811" y="458"/>
                  </a:cubicBezTo>
                  <a:cubicBezTo>
                    <a:pt x="809" y="460"/>
                    <a:pt x="808" y="463"/>
                    <a:pt x="808" y="463"/>
                  </a:cubicBezTo>
                  <a:cubicBezTo>
                    <a:pt x="808" y="464"/>
                    <a:pt x="808" y="465"/>
                    <a:pt x="809" y="465"/>
                  </a:cubicBezTo>
                  <a:cubicBezTo>
                    <a:pt x="811" y="465"/>
                    <a:pt x="811" y="466"/>
                    <a:pt x="810" y="467"/>
                  </a:cubicBezTo>
                  <a:cubicBezTo>
                    <a:pt x="809" y="468"/>
                    <a:pt x="808" y="469"/>
                    <a:pt x="808" y="470"/>
                  </a:cubicBezTo>
                  <a:cubicBezTo>
                    <a:pt x="807" y="471"/>
                    <a:pt x="807" y="472"/>
                    <a:pt x="808" y="474"/>
                  </a:cubicBezTo>
                  <a:cubicBezTo>
                    <a:pt x="809" y="475"/>
                    <a:pt x="810" y="476"/>
                    <a:pt x="812" y="475"/>
                  </a:cubicBezTo>
                  <a:cubicBezTo>
                    <a:pt x="813" y="475"/>
                    <a:pt x="815" y="474"/>
                    <a:pt x="816" y="474"/>
                  </a:cubicBezTo>
                  <a:cubicBezTo>
                    <a:pt x="816" y="473"/>
                    <a:pt x="818" y="473"/>
                    <a:pt x="819" y="474"/>
                  </a:cubicBezTo>
                  <a:cubicBezTo>
                    <a:pt x="820" y="475"/>
                    <a:pt x="821" y="476"/>
                    <a:pt x="821" y="478"/>
                  </a:cubicBezTo>
                  <a:cubicBezTo>
                    <a:pt x="821" y="480"/>
                    <a:pt x="821" y="483"/>
                    <a:pt x="820" y="484"/>
                  </a:cubicBezTo>
                  <a:cubicBezTo>
                    <a:pt x="820" y="485"/>
                    <a:pt x="820" y="488"/>
                    <a:pt x="820" y="490"/>
                  </a:cubicBezTo>
                  <a:cubicBezTo>
                    <a:pt x="819" y="491"/>
                    <a:pt x="818" y="493"/>
                    <a:pt x="818" y="494"/>
                  </a:cubicBezTo>
                  <a:cubicBezTo>
                    <a:pt x="817" y="495"/>
                    <a:pt x="817" y="496"/>
                    <a:pt x="818" y="497"/>
                  </a:cubicBezTo>
                  <a:cubicBezTo>
                    <a:pt x="820" y="498"/>
                    <a:pt x="821" y="501"/>
                    <a:pt x="821" y="501"/>
                  </a:cubicBezTo>
                  <a:cubicBezTo>
                    <a:pt x="821" y="502"/>
                    <a:pt x="819" y="504"/>
                    <a:pt x="818" y="504"/>
                  </a:cubicBezTo>
                  <a:cubicBezTo>
                    <a:pt x="817" y="504"/>
                    <a:pt x="816" y="502"/>
                    <a:pt x="815" y="502"/>
                  </a:cubicBezTo>
                  <a:cubicBezTo>
                    <a:pt x="814" y="502"/>
                    <a:pt x="812" y="503"/>
                    <a:pt x="812" y="505"/>
                  </a:cubicBezTo>
                  <a:cubicBezTo>
                    <a:pt x="812" y="507"/>
                    <a:pt x="812" y="509"/>
                    <a:pt x="812" y="511"/>
                  </a:cubicBezTo>
                  <a:cubicBezTo>
                    <a:pt x="811" y="514"/>
                    <a:pt x="811" y="515"/>
                    <a:pt x="811" y="516"/>
                  </a:cubicBezTo>
                  <a:cubicBezTo>
                    <a:pt x="811" y="518"/>
                    <a:pt x="812" y="519"/>
                    <a:pt x="813" y="517"/>
                  </a:cubicBezTo>
                  <a:cubicBezTo>
                    <a:pt x="815" y="516"/>
                    <a:pt x="815" y="516"/>
                    <a:pt x="817" y="516"/>
                  </a:cubicBezTo>
                  <a:cubicBezTo>
                    <a:pt x="819" y="516"/>
                    <a:pt x="824" y="518"/>
                    <a:pt x="827" y="520"/>
                  </a:cubicBezTo>
                  <a:cubicBezTo>
                    <a:pt x="829" y="521"/>
                    <a:pt x="832" y="522"/>
                    <a:pt x="834" y="522"/>
                  </a:cubicBezTo>
                  <a:cubicBezTo>
                    <a:pt x="836" y="523"/>
                    <a:pt x="836" y="522"/>
                    <a:pt x="837" y="522"/>
                  </a:cubicBezTo>
                  <a:cubicBezTo>
                    <a:pt x="837" y="522"/>
                    <a:pt x="837" y="524"/>
                    <a:pt x="837" y="526"/>
                  </a:cubicBezTo>
                  <a:cubicBezTo>
                    <a:pt x="837" y="528"/>
                    <a:pt x="837" y="530"/>
                    <a:pt x="838" y="532"/>
                  </a:cubicBezTo>
                  <a:cubicBezTo>
                    <a:pt x="839" y="533"/>
                    <a:pt x="840" y="534"/>
                    <a:pt x="843" y="538"/>
                  </a:cubicBezTo>
                  <a:cubicBezTo>
                    <a:pt x="846" y="542"/>
                    <a:pt x="847" y="543"/>
                    <a:pt x="850" y="543"/>
                  </a:cubicBezTo>
                  <a:cubicBezTo>
                    <a:pt x="853" y="543"/>
                    <a:pt x="857" y="542"/>
                    <a:pt x="858" y="543"/>
                  </a:cubicBezTo>
                  <a:cubicBezTo>
                    <a:pt x="859" y="544"/>
                    <a:pt x="858" y="546"/>
                    <a:pt x="857" y="548"/>
                  </a:cubicBezTo>
                  <a:cubicBezTo>
                    <a:pt x="856" y="550"/>
                    <a:pt x="855" y="552"/>
                    <a:pt x="854" y="554"/>
                  </a:cubicBezTo>
                  <a:cubicBezTo>
                    <a:pt x="853" y="556"/>
                    <a:pt x="851" y="558"/>
                    <a:pt x="849" y="560"/>
                  </a:cubicBezTo>
                  <a:cubicBezTo>
                    <a:pt x="848" y="562"/>
                    <a:pt x="849" y="563"/>
                    <a:pt x="848" y="565"/>
                  </a:cubicBezTo>
                  <a:cubicBezTo>
                    <a:pt x="847" y="566"/>
                    <a:pt x="844" y="568"/>
                    <a:pt x="842" y="568"/>
                  </a:cubicBezTo>
                  <a:cubicBezTo>
                    <a:pt x="840" y="567"/>
                    <a:pt x="839" y="564"/>
                    <a:pt x="836" y="562"/>
                  </a:cubicBezTo>
                  <a:cubicBezTo>
                    <a:pt x="834" y="560"/>
                    <a:pt x="827" y="553"/>
                    <a:pt x="823" y="550"/>
                  </a:cubicBezTo>
                  <a:cubicBezTo>
                    <a:pt x="819" y="547"/>
                    <a:pt x="818" y="546"/>
                    <a:pt x="814" y="545"/>
                  </a:cubicBezTo>
                  <a:cubicBezTo>
                    <a:pt x="810" y="544"/>
                    <a:pt x="805" y="543"/>
                    <a:pt x="801" y="541"/>
                  </a:cubicBezTo>
                  <a:cubicBezTo>
                    <a:pt x="798" y="540"/>
                    <a:pt x="794" y="539"/>
                    <a:pt x="791" y="536"/>
                  </a:cubicBezTo>
                  <a:cubicBezTo>
                    <a:pt x="787" y="533"/>
                    <a:pt x="788" y="535"/>
                    <a:pt x="784" y="533"/>
                  </a:cubicBezTo>
                  <a:cubicBezTo>
                    <a:pt x="780" y="531"/>
                    <a:pt x="776" y="531"/>
                    <a:pt x="771" y="529"/>
                  </a:cubicBezTo>
                  <a:cubicBezTo>
                    <a:pt x="767" y="526"/>
                    <a:pt x="766" y="526"/>
                    <a:pt x="764" y="524"/>
                  </a:cubicBezTo>
                  <a:cubicBezTo>
                    <a:pt x="761" y="522"/>
                    <a:pt x="752" y="519"/>
                    <a:pt x="747" y="517"/>
                  </a:cubicBezTo>
                  <a:cubicBezTo>
                    <a:pt x="742" y="516"/>
                    <a:pt x="739" y="516"/>
                    <a:pt x="734" y="515"/>
                  </a:cubicBezTo>
                  <a:cubicBezTo>
                    <a:pt x="729" y="514"/>
                    <a:pt x="723" y="513"/>
                    <a:pt x="719" y="513"/>
                  </a:cubicBezTo>
                  <a:cubicBezTo>
                    <a:pt x="715" y="512"/>
                    <a:pt x="708" y="512"/>
                    <a:pt x="702" y="511"/>
                  </a:cubicBezTo>
                  <a:cubicBezTo>
                    <a:pt x="695" y="510"/>
                    <a:pt x="696" y="510"/>
                    <a:pt x="693" y="510"/>
                  </a:cubicBezTo>
                  <a:cubicBezTo>
                    <a:pt x="690" y="510"/>
                    <a:pt x="689" y="512"/>
                    <a:pt x="687" y="513"/>
                  </a:cubicBezTo>
                  <a:cubicBezTo>
                    <a:pt x="684" y="514"/>
                    <a:pt x="682" y="516"/>
                    <a:pt x="680" y="516"/>
                  </a:cubicBezTo>
                  <a:cubicBezTo>
                    <a:pt x="678" y="516"/>
                    <a:pt x="676" y="516"/>
                    <a:pt x="675" y="518"/>
                  </a:cubicBezTo>
                  <a:cubicBezTo>
                    <a:pt x="675" y="519"/>
                    <a:pt x="675" y="520"/>
                    <a:pt x="677" y="523"/>
                  </a:cubicBezTo>
                  <a:cubicBezTo>
                    <a:pt x="679" y="526"/>
                    <a:pt x="681" y="527"/>
                    <a:pt x="682" y="531"/>
                  </a:cubicBezTo>
                  <a:cubicBezTo>
                    <a:pt x="683" y="534"/>
                    <a:pt x="682" y="535"/>
                    <a:pt x="682" y="536"/>
                  </a:cubicBezTo>
                  <a:cubicBezTo>
                    <a:pt x="682" y="537"/>
                    <a:pt x="684" y="538"/>
                    <a:pt x="686" y="537"/>
                  </a:cubicBezTo>
                  <a:cubicBezTo>
                    <a:pt x="688" y="536"/>
                    <a:pt x="687" y="535"/>
                    <a:pt x="688" y="535"/>
                  </a:cubicBezTo>
                  <a:cubicBezTo>
                    <a:pt x="689" y="536"/>
                    <a:pt x="691" y="541"/>
                    <a:pt x="689" y="543"/>
                  </a:cubicBezTo>
                  <a:cubicBezTo>
                    <a:pt x="687" y="546"/>
                    <a:pt x="686" y="545"/>
                    <a:pt x="682" y="547"/>
                  </a:cubicBezTo>
                  <a:cubicBezTo>
                    <a:pt x="678" y="548"/>
                    <a:pt x="678" y="549"/>
                    <a:pt x="675" y="550"/>
                  </a:cubicBezTo>
                  <a:cubicBezTo>
                    <a:pt x="672" y="550"/>
                    <a:pt x="670" y="551"/>
                    <a:pt x="669" y="555"/>
                  </a:cubicBezTo>
                  <a:cubicBezTo>
                    <a:pt x="667" y="558"/>
                    <a:pt x="669" y="556"/>
                    <a:pt x="670" y="559"/>
                  </a:cubicBezTo>
                  <a:cubicBezTo>
                    <a:pt x="670" y="561"/>
                    <a:pt x="669" y="562"/>
                    <a:pt x="666" y="564"/>
                  </a:cubicBezTo>
                  <a:cubicBezTo>
                    <a:pt x="662" y="565"/>
                    <a:pt x="662" y="564"/>
                    <a:pt x="658" y="563"/>
                  </a:cubicBezTo>
                  <a:cubicBezTo>
                    <a:pt x="653" y="562"/>
                    <a:pt x="652" y="562"/>
                    <a:pt x="651" y="561"/>
                  </a:cubicBezTo>
                  <a:cubicBezTo>
                    <a:pt x="650" y="560"/>
                    <a:pt x="651" y="557"/>
                    <a:pt x="651" y="555"/>
                  </a:cubicBezTo>
                  <a:cubicBezTo>
                    <a:pt x="651" y="553"/>
                    <a:pt x="654" y="553"/>
                    <a:pt x="656" y="552"/>
                  </a:cubicBezTo>
                  <a:cubicBezTo>
                    <a:pt x="658" y="552"/>
                    <a:pt x="658" y="550"/>
                    <a:pt x="657" y="549"/>
                  </a:cubicBezTo>
                  <a:cubicBezTo>
                    <a:pt x="657" y="548"/>
                    <a:pt x="655" y="547"/>
                    <a:pt x="653" y="546"/>
                  </a:cubicBezTo>
                  <a:cubicBezTo>
                    <a:pt x="651" y="546"/>
                    <a:pt x="651" y="544"/>
                    <a:pt x="651" y="544"/>
                  </a:cubicBezTo>
                  <a:cubicBezTo>
                    <a:pt x="651" y="543"/>
                    <a:pt x="652" y="541"/>
                    <a:pt x="651" y="541"/>
                  </a:cubicBezTo>
                  <a:cubicBezTo>
                    <a:pt x="650" y="541"/>
                    <a:pt x="648" y="541"/>
                    <a:pt x="646" y="542"/>
                  </a:cubicBezTo>
                  <a:cubicBezTo>
                    <a:pt x="644" y="542"/>
                    <a:pt x="642" y="544"/>
                    <a:pt x="641" y="545"/>
                  </a:cubicBezTo>
                  <a:cubicBezTo>
                    <a:pt x="639" y="547"/>
                    <a:pt x="640" y="548"/>
                    <a:pt x="639" y="549"/>
                  </a:cubicBezTo>
                  <a:cubicBezTo>
                    <a:pt x="637" y="551"/>
                    <a:pt x="635" y="549"/>
                    <a:pt x="634" y="548"/>
                  </a:cubicBezTo>
                  <a:cubicBezTo>
                    <a:pt x="634" y="547"/>
                    <a:pt x="634" y="546"/>
                    <a:pt x="632" y="545"/>
                  </a:cubicBezTo>
                  <a:cubicBezTo>
                    <a:pt x="630" y="544"/>
                    <a:pt x="631" y="546"/>
                    <a:pt x="628" y="547"/>
                  </a:cubicBezTo>
                  <a:cubicBezTo>
                    <a:pt x="626" y="547"/>
                    <a:pt x="624" y="549"/>
                    <a:pt x="621" y="551"/>
                  </a:cubicBezTo>
                  <a:cubicBezTo>
                    <a:pt x="619" y="554"/>
                    <a:pt x="618" y="555"/>
                    <a:pt x="615" y="556"/>
                  </a:cubicBezTo>
                  <a:cubicBezTo>
                    <a:pt x="611" y="557"/>
                    <a:pt x="608" y="555"/>
                    <a:pt x="604" y="554"/>
                  </a:cubicBezTo>
                  <a:cubicBezTo>
                    <a:pt x="600" y="554"/>
                    <a:pt x="594" y="553"/>
                    <a:pt x="591" y="553"/>
                  </a:cubicBezTo>
                  <a:cubicBezTo>
                    <a:pt x="587" y="553"/>
                    <a:pt x="585" y="553"/>
                    <a:pt x="582" y="555"/>
                  </a:cubicBezTo>
                  <a:cubicBezTo>
                    <a:pt x="580" y="557"/>
                    <a:pt x="577" y="559"/>
                    <a:pt x="574" y="561"/>
                  </a:cubicBezTo>
                  <a:cubicBezTo>
                    <a:pt x="571" y="563"/>
                    <a:pt x="570" y="563"/>
                    <a:pt x="568" y="566"/>
                  </a:cubicBezTo>
                  <a:cubicBezTo>
                    <a:pt x="565" y="568"/>
                    <a:pt x="566" y="568"/>
                    <a:pt x="564" y="569"/>
                  </a:cubicBezTo>
                  <a:cubicBezTo>
                    <a:pt x="561" y="570"/>
                    <a:pt x="561" y="569"/>
                    <a:pt x="560" y="568"/>
                  </a:cubicBezTo>
                  <a:cubicBezTo>
                    <a:pt x="559" y="566"/>
                    <a:pt x="558" y="566"/>
                    <a:pt x="556" y="567"/>
                  </a:cubicBezTo>
                  <a:cubicBezTo>
                    <a:pt x="554" y="567"/>
                    <a:pt x="553" y="568"/>
                    <a:pt x="551" y="568"/>
                  </a:cubicBezTo>
                  <a:cubicBezTo>
                    <a:pt x="550" y="568"/>
                    <a:pt x="549" y="567"/>
                    <a:pt x="548" y="567"/>
                  </a:cubicBezTo>
                  <a:cubicBezTo>
                    <a:pt x="547" y="568"/>
                    <a:pt x="545" y="568"/>
                    <a:pt x="542" y="568"/>
                  </a:cubicBezTo>
                  <a:cubicBezTo>
                    <a:pt x="540" y="567"/>
                    <a:pt x="537" y="566"/>
                    <a:pt x="537" y="564"/>
                  </a:cubicBezTo>
                  <a:cubicBezTo>
                    <a:pt x="537" y="563"/>
                    <a:pt x="540" y="563"/>
                    <a:pt x="542" y="563"/>
                  </a:cubicBezTo>
                  <a:cubicBezTo>
                    <a:pt x="543" y="563"/>
                    <a:pt x="545" y="561"/>
                    <a:pt x="545" y="560"/>
                  </a:cubicBezTo>
                  <a:cubicBezTo>
                    <a:pt x="545" y="559"/>
                    <a:pt x="543" y="556"/>
                    <a:pt x="542" y="555"/>
                  </a:cubicBezTo>
                  <a:cubicBezTo>
                    <a:pt x="542" y="553"/>
                    <a:pt x="543" y="552"/>
                    <a:pt x="544" y="551"/>
                  </a:cubicBezTo>
                  <a:cubicBezTo>
                    <a:pt x="545" y="549"/>
                    <a:pt x="546" y="548"/>
                    <a:pt x="546" y="548"/>
                  </a:cubicBezTo>
                  <a:cubicBezTo>
                    <a:pt x="546" y="547"/>
                    <a:pt x="546" y="546"/>
                    <a:pt x="546" y="545"/>
                  </a:cubicBezTo>
                  <a:cubicBezTo>
                    <a:pt x="546" y="544"/>
                    <a:pt x="549" y="543"/>
                    <a:pt x="550" y="543"/>
                  </a:cubicBezTo>
                  <a:cubicBezTo>
                    <a:pt x="552" y="543"/>
                    <a:pt x="552" y="542"/>
                    <a:pt x="551" y="542"/>
                  </a:cubicBezTo>
                  <a:cubicBezTo>
                    <a:pt x="551" y="542"/>
                    <a:pt x="546" y="543"/>
                    <a:pt x="541" y="543"/>
                  </a:cubicBezTo>
                  <a:cubicBezTo>
                    <a:pt x="536" y="544"/>
                    <a:pt x="535" y="544"/>
                    <a:pt x="532" y="545"/>
                  </a:cubicBezTo>
                  <a:cubicBezTo>
                    <a:pt x="529" y="546"/>
                    <a:pt x="528" y="547"/>
                    <a:pt x="525" y="549"/>
                  </a:cubicBezTo>
                  <a:cubicBezTo>
                    <a:pt x="521" y="550"/>
                    <a:pt x="520" y="552"/>
                    <a:pt x="517" y="552"/>
                  </a:cubicBezTo>
                  <a:cubicBezTo>
                    <a:pt x="514" y="552"/>
                    <a:pt x="514" y="553"/>
                    <a:pt x="513" y="554"/>
                  </a:cubicBezTo>
                  <a:cubicBezTo>
                    <a:pt x="513" y="555"/>
                    <a:pt x="514" y="555"/>
                    <a:pt x="516" y="557"/>
                  </a:cubicBezTo>
                  <a:cubicBezTo>
                    <a:pt x="519" y="558"/>
                    <a:pt x="519" y="558"/>
                    <a:pt x="519" y="559"/>
                  </a:cubicBezTo>
                  <a:cubicBezTo>
                    <a:pt x="520" y="560"/>
                    <a:pt x="520" y="560"/>
                    <a:pt x="518" y="561"/>
                  </a:cubicBezTo>
                  <a:cubicBezTo>
                    <a:pt x="517" y="562"/>
                    <a:pt x="513" y="564"/>
                    <a:pt x="513" y="564"/>
                  </a:cubicBezTo>
                  <a:cubicBezTo>
                    <a:pt x="512" y="564"/>
                    <a:pt x="512" y="563"/>
                    <a:pt x="512" y="562"/>
                  </a:cubicBezTo>
                  <a:cubicBezTo>
                    <a:pt x="512" y="561"/>
                    <a:pt x="512" y="560"/>
                    <a:pt x="512" y="559"/>
                  </a:cubicBezTo>
                  <a:cubicBezTo>
                    <a:pt x="512" y="559"/>
                    <a:pt x="510" y="559"/>
                    <a:pt x="508" y="559"/>
                  </a:cubicBezTo>
                  <a:cubicBezTo>
                    <a:pt x="507" y="558"/>
                    <a:pt x="507" y="557"/>
                    <a:pt x="506" y="557"/>
                  </a:cubicBezTo>
                  <a:cubicBezTo>
                    <a:pt x="505" y="556"/>
                    <a:pt x="503" y="557"/>
                    <a:pt x="499" y="558"/>
                  </a:cubicBezTo>
                  <a:cubicBezTo>
                    <a:pt x="496" y="559"/>
                    <a:pt x="497" y="560"/>
                    <a:pt x="495" y="561"/>
                  </a:cubicBezTo>
                  <a:cubicBezTo>
                    <a:pt x="494" y="562"/>
                    <a:pt x="493" y="562"/>
                    <a:pt x="491" y="562"/>
                  </a:cubicBezTo>
                  <a:cubicBezTo>
                    <a:pt x="489" y="563"/>
                    <a:pt x="486" y="563"/>
                    <a:pt x="482" y="564"/>
                  </a:cubicBezTo>
                  <a:cubicBezTo>
                    <a:pt x="478" y="565"/>
                    <a:pt x="478" y="565"/>
                    <a:pt x="475" y="567"/>
                  </a:cubicBezTo>
                  <a:cubicBezTo>
                    <a:pt x="472" y="569"/>
                    <a:pt x="467" y="572"/>
                    <a:pt x="463" y="574"/>
                  </a:cubicBezTo>
                  <a:cubicBezTo>
                    <a:pt x="459" y="577"/>
                    <a:pt x="455" y="578"/>
                    <a:pt x="451" y="580"/>
                  </a:cubicBezTo>
                  <a:cubicBezTo>
                    <a:pt x="446" y="581"/>
                    <a:pt x="444" y="581"/>
                    <a:pt x="442" y="582"/>
                  </a:cubicBezTo>
                  <a:cubicBezTo>
                    <a:pt x="440" y="582"/>
                    <a:pt x="440" y="584"/>
                    <a:pt x="440" y="585"/>
                  </a:cubicBezTo>
                  <a:cubicBezTo>
                    <a:pt x="440" y="586"/>
                    <a:pt x="443" y="587"/>
                    <a:pt x="444" y="588"/>
                  </a:cubicBezTo>
                  <a:cubicBezTo>
                    <a:pt x="444" y="589"/>
                    <a:pt x="444" y="590"/>
                    <a:pt x="441" y="590"/>
                  </a:cubicBezTo>
                  <a:cubicBezTo>
                    <a:pt x="439" y="589"/>
                    <a:pt x="436" y="588"/>
                    <a:pt x="433" y="588"/>
                  </a:cubicBezTo>
                  <a:cubicBezTo>
                    <a:pt x="429" y="588"/>
                    <a:pt x="424" y="589"/>
                    <a:pt x="423" y="589"/>
                  </a:cubicBezTo>
                  <a:cubicBezTo>
                    <a:pt x="422" y="589"/>
                    <a:pt x="420" y="591"/>
                    <a:pt x="421" y="593"/>
                  </a:cubicBezTo>
                  <a:cubicBezTo>
                    <a:pt x="422" y="595"/>
                    <a:pt x="422" y="596"/>
                    <a:pt x="421" y="597"/>
                  </a:cubicBezTo>
                  <a:cubicBezTo>
                    <a:pt x="420" y="598"/>
                    <a:pt x="419" y="599"/>
                    <a:pt x="418" y="602"/>
                  </a:cubicBezTo>
                  <a:cubicBezTo>
                    <a:pt x="416" y="605"/>
                    <a:pt x="417" y="605"/>
                    <a:pt x="417" y="607"/>
                  </a:cubicBezTo>
                  <a:cubicBezTo>
                    <a:pt x="418" y="610"/>
                    <a:pt x="418" y="610"/>
                    <a:pt x="417" y="612"/>
                  </a:cubicBezTo>
                  <a:cubicBezTo>
                    <a:pt x="417" y="614"/>
                    <a:pt x="416" y="614"/>
                    <a:pt x="414" y="615"/>
                  </a:cubicBezTo>
                  <a:cubicBezTo>
                    <a:pt x="412" y="617"/>
                    <a:pt x="410" y="615"/>
                    <a:pt x="408" y="615"/>
                  </a:cubicBezTo>
                  <a:cubicBezTo>
                    <a:pt x="405" y="615"/>
                    <a:pt x="402" y="615"/>
                    <a:pt x="400" y="616"/>
                  </a:cubicBezTo>
                  <a:cubicBezTo>
                    <a:pt x="399" y="617"/>
                    <a:pt x="396" y="618"/>
                    <a:pt x="395" y="619"/>
                  </a:cubicBezTo>
                  <a:cubicBezTo>
                    <a:pt x="394" y="620"/>
                    <a:pt x="392" y="620"/>
                    <a:pt x="392" y="620"/>
                  </a:cubicBezTo>
                  <a:cubicBezTo>
                    <a:pt x="391" y="619"/>
                    <a:pt x="392" y="618"/>
                    <a:pt x="391" y="617"/>
                  </a:cubicBezTo>
                  <a:cubicBezTo>
                    <a:pt x="389" y="617"/>
                    <a:pt x="387" y="617"/>
                    <a:pt x="384" y="617"/>
                  </a:cubicBezTo>
                  <a:cubicBezTo>
                    <a:pt x="381" y="617"/>
                    <a:pt x="381" y="617"/>
                    <a:pt x="380" y="616"/>
                  </a:cubicBezTo>
                  <a:cubicBezTo>
                    <a:pt x="378" y="615"/>
                    <a:pt x="377" y="613"/>
                    <a:pt x="376" y="610"/>
                  </a:cubicBezTo>
                  <a:cubicBezTo>
                    <a:pt x="374" y="608"/>
                    <a:pt x="372" y="606"/>
                    <a:pt x="369" y="604"/>
                  </a:cubicBezTo>
                  <a:cubicBezTo>
                    <a:pt x="366" y="602"/>
                    <a:pt x="364" y="601"/>
                    <a:pt x="363" y="600"/>
                  </a:cubicBezTo>
                  <a:cubicBezTo>
                    <a:pt x="361" y="599"/>
                    <a:pt x="361" y="598"/>
                    <a:pt x="361" y="596"/>
                  </a:cubicBezTo>
                  <a:cubicBezTo>
                    <a:pt x="361" y="595"/>
                    <a:pt x="361" y="594"/>
                    <a:pt x="362" y="593"/>
                  </a:cubicBezTo>
                  <a:cubicBezTo>
                    <a:pt x="364" y="592"/>
                    <a:pt x="365" y="592"/>
                    <a:pt x="366" y="592"/>
                  </a:cubicBezTo>
                  <a:cubicBezTo>
                    <a:pt x="368" y="591"/>
                    <a:pt x="368" y="591"/>
                    <a:pt x="369" y="589"/>
                  </a:cubicBezTo>
                  <a:cubicBezTo>
                    <a:pt x="369" y="587"/>
                    <a:pt x="370" y="586"/>
                    <a:pt x="372" y="585"/>
                  </a:cubicBezTo>
                  <a:cubicBezTo>
                    <a:pt x="374" y="584"/>
                    <a:pt x="377" y="585"/>
                    <a:pt x="379" y="585"/>
                  </a:cubicBezTo>
                  <a:cubicBezTo>
                    <a:pt x="380" y="585"/>
                    <a:pt x="383" y="584"/>
                    <a:pt x="385" y="584"/>
                  </a:cubicBezTo>
                  <a:cubicBezTo>
                    <a:pt x="387" y="583"/>
                    <a:pt x="390" y="584"/>
                    <a:pt x="392" y="584"/>
                  </a:cubicBezTo>
                  <a:cubicBezTo>
                    <a:pt x="394" y="584"/>
                    <a:pt x="395" y="583"/>
                    <a:pt x="396" y="583"/>
                  </a:cubicBezTo>
                  <a:cubicBezTo>
                    <a:pt x="396" y="582"/>
                    <a:pt x="396" y="579"/>
                    <a:pt x="395" y="577"/>
                  </a:cubicBezTo>
                  <a:cubicBezTo>
                    <a:pt x="394" y="574"/>
                    <a:pt x="394" y="573"/>
                    <a:pt x="392" y="571"/>
                  </a:cubicBezTo>
                  <a:cubicBezTo>
                    <a:pt x="391" y="569"/>
                    <a:pt x="390" y="569"/>
                    <a:pt x="386" y="567"/>
                  </a:cubicBezTo>
                  <a:cubicBezTo>
                    <a:pt x="383" y="565"/>
                    <a:pt x="383" y="565"/>
                    <a:pt x="382" y="563"/>
                  </a:cubicBezTo>
                  <a:cubicBezTo>
                    <a:pt x="381" y="561"/>
                    <a:pt x="382" y="561"/>
                    <a:pt x="382" y="560"/>
                  </a:cubicBezTo>
                  <a:cubicBezTo>
                    <a:pt x="381" y="559"/>
                    <a:pt x="378" y="559"/>
                    <a:pt x="375" y="559"/>
                  </a:cubicBezTo>
                  <a:cubicBezTo>
                    <a:pt x="371" y="558"/>
                    <a:pt x="369" y="558"/>
                    <a:pt x="367" y="558"/>
                  </a:cubicBezTo>
                  <a:cubicBezTo>
                    <a:pt x="365" y="558"/>
                    <a:pt x="358" y="557"/>
                    <a:pt x="354" y="556"/>
                  </a:cubicBezTo>
                  <a:cubicBezTo>
                    <a:pt x="351" y="556"/>
                    <a:pt x="347" y="555"/>
                    <a:pt x="344" y="555"/>
                  </a:cubicBezTo>
                  <a:cubicBezTo>
                    <a:pt x="342" y="554"/>
                    <a:pt x="335" y="553"/>
                    <a:pt x="334" y="553"/>
                  </a:cubicBezTo>
                  <a:cubicBezTo>
                    <a:pt x="333" y="553"/>
                    <a:pt x="329" y="553"/>
                    <a:pt x="328" y="554"/>
                  </a:cubicBezTo>
                  <a:cubicBezTo>
                    <a:pt x="328" y="555"/>
                    <a:pt x="331" y="557"/>
                    <a:pt x="332" y="558"/>
                  </a:cubicBezTo>
                  <a:cubicBezTo>
                    <a:pt x="334" y="559"/>
                    <a:pt x="340" y="562"/>
                    <a:pt x="342" y="564"/>
                  </a:cubicBezTo>
                  <a:cubicBezTo>
                    <a:pt x="345" y="566"/>
                    <a:pt x="346" y="567"/>
                    <a:pt x="346" y="568"/>
                  </a:cubicBezTo>
                  <a:cubicBezTo>
                    <a:pt x="347" y="570"/>
                    <a:pt x="348" y="573"/>
                    <a:pt x="347" y="574"/>
                  </a:cubicBezTo>
                  <a:cubicBezTo>
                    <a:pt x="347" y="575"/>
                    <a:pt x="346" y="575"/>
                    <a:pt x="345" y="576"/>
                  </a:cubicBezTo>
                  <a:cubicBezTo>
                    <a:pt x="344" y="577"/>
                    <a:pt x="344" y="579"/>
                    <a:pt x="343" y="581"/>
                  </a:cubicBezTo>
                  <a:cubicBezTo>
                    <a:pt x="343" y="582"/>
                    <a:pt x="342" y="584"/>
                    <a:pt x="342" y="587"/>
                  </a:cubicBezTo>
                  <a:cubicBezTo>
                    <a:pt x="341" y="589"/>
                    <a:pt x="339" y="592"/>
                    <a:pt x="338" y="595"/>
                  </a:cubicBezTo>
                  <a:cubicBezTo>
                    <a:pt x="337" y="597"/>
                    <a:pt x="336" y="599"/>
                    <a:pt x="336" y="601"/>
                  </a:cubicBezTo>
                  <a:cubicBezTo>
                    <a:pt x="337" y="602"/>
                    <a:pt x="339" y="604"/>
                    <a:pt x="341" y="605"/>
                  </a:cubicBezTo>
                  <a:cubicBezTo>
                    <a:pt x="343" y="606"/>
                    <a:pt x="346" y="606"/>
                    <a:pt x="348" y="608"/>
                  </a:cubicBezTo>
                  <a:cubicBezTo>
                    <a:pt x="350" y="609"/>
                    <a:pt x="351" y="613"/>
                    <a:pt x="351" y="615"/>
                  </a:cubicBezTo>
                  <a:cubicBezTo>
                    <a:pt x="352" y="618"/>
                    <a:pt x="352" y="622"/>
                    <a:pt x="351" y="624"/>
                  </a:cubicBezTo>
                  <a:cubicBezTo>
                    <a:pt x="350" y="626"/>
                    <a:pt x="348" y="628"/>
                    <a:pt x="347" y="629"/>
                  </a:cubicBezTo>
                  <a:cubicBezTo>
                    <a:pt x="345" y="631"/>
                    <a:pt x="343" y="634"/>
                    <a:pt x="343" y="635"/>
                  </a:cubicBezTo>
                  <a:cubicBezTo>
                    <a:pt x="342" y="635"/>
                    <a:pt x="342" y="638"/>
                    <a:pt x="342" y="640"/>
                  </a:cubicBezTo>
                  <a:cubicBezTo>
                    <a:pt x="342" y="641"/>
                    <a:pt x="343" y="642"/>
                    <a:pt x="343" y="644"/>
                  </a:cubicBezTo>
                  <a:cubicBezTo>
                    <a:pt x="344" y="646"/>
                    <a:pt x="344" y="647"/>
                    <a:pt x="345" y="648"/>
                  </a:cubicBezTo>
                  <a:cubicBezTo>
                    <a:pt x="345" y="649"/>
                    <a:pt x="344" y="650"/>
                    <a:pt x="343" y="648"/>
                  </a:cubicBezTo>
                  <a:cubicBezTo>
                    <a:pt x="342" y="646"/>
                    <a:pt x="342" y="645"/>
                    <a:pt x="341" y="643"/>
                  </a:cubicBezTo>
                  <a:cubicBezTo>
                    <a:pt x="340" y="642"/>
                    <a:pt x="339" y="641"/>
                    <a:pt x="338" y="640"/>
                  </a:cubicBezTo>
                  <a:cubicBezTo>
                    <a:pt x="337" y="640"/>
                    <a:pt x="336" y="640"/>
                    <a:pt x="335" y="641"/>
                  </a:cubicBezTo>
                  <a:cubicBezTo>
                    <a:pt x="333" y="642"/>
                    <a:pt x="332" y="643"/>
                    <a:pt x="331" y="644"/>
                  </a:cubicBezTo>
                  <a:cubicBezTo>
                    <a:pt x="331" y="645"/>
                    <a:pt x="330" y="647"/>
                    <a:pt x="329" y="647"/>
                  </a:cubicBezTo>
                  <a:cubicBezTo>
                    <a:pt x="328" y="646"/>
                    <a:pt x="327" y="644"/>
                    <a:pt x="327" y="643"/>
                  </a:cubicBezTo>
                  <a:cubicBezTo>
                    <a:pt x="327" y="642"/>
                    <a:pt x="329" y="641"/>
                    <a:pt x="330" y="641"/>
                  </a:cubicBezTo>
                  <a:cubicBezTo>
                    <a:pt x="331" y="640"/>
                    <a:pt x="333" y="639"/>
                    <a:pt x="333" y="638"/>
                  </a:cubicBezTo>
                  <a:cubicBezTo>
                    <a:pt x="334" y="637"/>
                    <a:pt x="333" y="637"/>
                    <a:pt x="332" y="636"/>
                  </a:cubicBezTo>
                  <a:cubicBezTo>
                    <a:pt x="331" y="634"/>
                    <a:pt x="330" y="634"/>
                    <a:pt x="329" y="633"/>
                  </a:cubicBezTo>
                  <a:cubicBezTo>
                    <a:pt x="328" y="632"/>
                    <a:pt x="325" y="631"/>
                    <a:pt x="324" y="631"/>
                  </a:cubicBezTo>
                  <a:cubicBezTo>
                    <a:pt x="322" y="631"/>
                    <a:pt x="320" y="631"/>
                    <a:pt x="317" y="631"/>
                  </a:cubicBezTo>
                  <a:cubicBezTo>
                    <a:pt x="314" y="631"/>
                    <a:pt x="311" y="631"/>
                    <a:pt x="309" y="630"/>
                  </a:cubicBezTo>
                  <a:cubicBezTo>
                    <a:pt x="308" y="629"/>
                    <a:pt x="305" y="628"/>
                    <a:pt x="304" y="629"/>
                  </a:cubicBezTo>
                  <a:cubicBezTo>
                    <a:pt x="303" y="629"/>
                    <a:pt x="298" y="634"/>
                    <a:pt x="297" y="635"/>
                  </a:cubicBezTo>
                  <a:cubicBezTo>
                    <a:pt x="296" y="636"/>
                    <a:pt x="293" y="639"/>
                    <a:pt x="292" y="640"/>
                  </a:cubicBezTo>
                  <a:cubicBezTo>
                    <a:pt x="290" y="641"/>
                    <a:pt x="287" y="642"/>
                    <a:pt x="284" y="643"/>
                  </a:cubicBezTo>
                  <a:cubicBezTo>
                    <a:pt x="281" y="643"/>
                    <a:pt x="278" y="645"/>
                    <a:pt x="275" y="646"/>
                  </a:cubicBezTo>
                  <a:cubicBezTo>
                    <a:pt x="272" y="648"/>
                    <a:pt x="266" y="652"/>
                    <a:pt x="265" y="653"/>
                  </a:cubicBezTo>
                  <a:cubicBezTo>
                    <a:pt x="263" y="653"/>
                    <a:pt x="259" y="657"/>
                    <a:pt x="257" y="658"/>
                  </a:cubicBezTo>
                  <a:cubicBezTo>
                    <a:pt x="254" y="660"/>
                    <a:pt x="253" y="662"/>
                    <a:pt x="253" y="663"/>
                  </a:cubicBezTo>
                  <a:cubicBezTo>
                    <a:pt x="252" y="665"/>
                    <a:pt x="253" y="667"/>
                    <a:pt x="255" y="669"/>
                  </a:cubicBezTo>
                  <a:cubicBezTo>
                    <a:pt x="258" y="672"/>
                    <a:pt x="263" y="678"/>
                    <a:pt x="264" y="680"/>
                  </a:cubicBezTo>
                  <a:cubicBezTo>
                    <a:pt x="266" y="682"/>
                    <a:pt x="267" y="686"/>
                    <a:pt x="268" y="688"/>
                  </a:cubicBezTo>
                  <a:cubicBezTo>
                    <a:pt x="269" y="689"/>
                    <a:pt x="269" y="694"/>
                    <a:pt x="269" y="694"/>
                  </a:cubicBezTo>
                  <a:cubicBezTo>
                    <a:pt x="268" y="695"/>
                    <a:pt x="262" y="694"/>
                    <a:pt x="258" y="694"/>
                  </a:cubicBezTo>
                  <a:cubicBezTo>
                    <a:pt x="254" y="694"/>
                    <a:pt x="252" y="694"/>
                    <a:pt x="249" y="693"/>
                  </a:cubicBezTo>
                  <a:cubicBezTo>
                    <a:pt x="246" y="692"/>
                    <a:pt x="241" y="692"/>
                    <a:pt x="237" y="691"/>
                  </a:cubicBezTo>
                  <a:cubicBezTo>
                    <a:pt x="233" y="690"/>
                    <a:pt x="228" y="689"/>
                    <a:pt x="227" y="689"/>
                  </a:cubicBezTo>
                  <a:cubicBezTo>
                    <a:pt x="225" y="689"/>
                    <a:pt x="223" y="689"/>
                    <a:pt x="222" y="690"/>
                  </a:cubicBezTo>
                  <a:cubicBezTo>
                    <a:pt x="220" y="691"/>
                    <a:pt x="220" y="693"/>
                    <a:pt x="219" y="693"/>
                  </a:cubicBezTo>
                  <a:cubicBezTo>
                    <a:pt x="218" y="692"/>
                    <a:pt x="218" y="691"/>
                    <a:pt x="218" y="690"/>
                  </a:cubicBezTo>
                  <a:cubicBezTo>
                    <a:pt x="218" y="688"/>
                    <a:pt x="218" y="688"/>
                    <a:pt x="219" y="687"/>
                  </a:cubicBezTo>
                  <a:cubicBezTo>
                    <a:pt x="220" y="687"/>
                    <a:pt x="222" y="687"/>
                    <a:pt x="223" y="686"/>
                  </a:cubicBezTo>
                  <a:cubicBezTo>
                    <a:pt x="224" y="686"/>
                    <a:pt x="225" y="685"/>
                    <a:pt x="223" y="684"/>
                  </a:cubicBezTo>
                  <a:cubicBezTo>
                    <a:pt x="221" y="682"/>
                    <a:pt x="219" y="682"/>
                    <a:pt x="216" y="681"/>
                  </a:cubicBezTo>
                  <a:cubicBezTo>
                    <a:pt x="213" y="680"/>
                    <a:pt x="212" y="679"/>
                    <a:pt x="209" y="678"/>
                  </a:cubicBezTo>
                  <a:cubicBezTo>
                    <a:pt x="207" y="676"/>
                    <a:pt x="204" y="676"/>
                    <a:pt x="202" y="674"/>
                  </a:cubicBezTo>
                  <a:cubicBezTo>
                    <a:pt x="199" y="673"/>
                    <a:pt x="197" y="672"/>
                    <a:pt x="196" y="673"/>
                  </a:cubicBezTo>
                  <a:cubicBezTo>
                    <a:pt x="194" y="673"/>
                    <a:pt x="194" y="674"/>
                    <a:pt x="193" y="675"/>
                  </a:cubicBezTo>
                  <a:cubicBezTo>
                    <a:pt x="193" y="677"/>
                    <a:pt x="193" y="679"/>
                    <a:pt x="192" y="680"/>
                  </a:cubicBezTo>
                  <a:cubicBezTo>
                    <a:pt x="192" y="681"/>
                    <a:pt x="191" y="682"/>
                    <a:pt x="189" y="682"/>
                  </a:cubicBezTo>
                  <a:cubicBezTo>
                    <a:pt x="187" y="681"/>
                    <a:pt x="186" y="681"/>
                    <a:pt x="186" y="682"/>
                  </a:cubicBezTo>
                  <a:cubicBezTo>
                    <a:pt x="185" y="683"/>
                    <a:pt x="186" y="683"/>
                    <a:pt x="187" y="685"/>
                  </a:cubicBezTo>
                  <a:cubicBezTo>
                    <a:pt x="188" y="687"/>
                    <a:pt x="189" y="688"/>
                    <a:pt x="191" y="689"/>
                  </a:cubicBezTo>
                  <a:cubicBezTo>
                    <a:pt x="193" y="691"/>
                    <a:pt x="195" y="693"/>
                    <a:pt x="197" y="695"/>
                  </a:cubicBezTo>
                  <a:cubicBezTo>
                    <a:pt x="199" y="697"/>
                    <a:pt x="201" y="700"/>
                    <a:pt x="203" y="701"/>
                  </a:cubicBezTo>
                  <a:cubicBezTo>
                    <a:pt x="205" y="702"/>
                    <a:pt x="209" y="702"/>
                    <a:pt x="209" y="701"/>
                  </a:cubicBezTo>
                  <a:cubicBezTo>
                    <a:pt x="210" y="700"/>
                    <a:pt x="211" y="699"/>
                    <a:pt x="212" y="699"/>
                  </a:cubicBezTo>
                  <a:cubicBezTo>
                    <a:pt x="214" y="699"/>
                    <a:pt x="214" y="700"/>
                    <a:pt x="216" y="701"/>
                  </a:cubicBezTo>
                  <a:cubicBezTo>
                    <a:pt x="217" y="703"/>
                    <a:pt x="218" y="704"/>
                    <a:pt x="218" y="706"/>
                  </a:cubicBezTo>
                  <a:cubicBezTo>
                    <a:pt x="219" y="709"/>
                    <a:pt x="219" y="709"/>
                    <a:pt x="217" y="711"/>
                  </a:cubicBezTo>
                  <a:cubicBezTo>
                    <a:pt x="216" y="714"/>
                    <a:pt x="214" y="714"/>
                    <a:pt x="212" y="715"/>
                  </a:cubicBezTo>
                  <a:cubicBezTo>
                    <a:pt x="210" y="716"/>
                    <a:pt x="209" y="717"/>
                    <a:pt x="208" y="718"/>
                  </a:cubicBezTo>
                  <a:cubicBezTo>
                    <a:pt x="206" y="719"/>
                    <a:pt x="205" y="719"/>
                    <a:pt x="203" y="718"/>
                  </a:cubicBezTo>
                  <a:cubicBezTo>
                    <a:pt x="201" y="718"/>
                    <a:pt x="199" y="717"/>
                    <a:pt x="195" y="716"/>
                  </a:cubicBezTo>
                  <a:cubicBezTo>
                    <a:pt x="190" y="715"/>
                    <a:pt x="190" y="716"/>
                    <a:pt x="187" y="714"/>
                  </a:cubicBezTo>
                  <a:cubicBezTo>
                    <a:pt x="184" y="711"/>
                    <a:pt x="182" y="711"/>
                    <a:pt x="180" y="709"/>
                  </a:cubicBezTo>
                  <a:cubicBezTo>
                    <a:pt x="178" y="707"/>
                    <a:pt x="175" y="703"/>
                    <a:pt x="172" y="702"/>
                  </a:cubicBezTo>
                  <a:cubicBezTo>
                    <a:pt x="169" y="701"/>
                    <a:pt x="170" y="701"/>
                    <a:pt x="165" y="701"/>
                  </a:cubicBezTo>
                  <a:cubicBezTo>
                    <a:pt x="161" y="700"/>
                    <a:pt x="160" y="700"/>
                    <a:pt x="157" y="699"/>
                  </a:cubicBezTo>
                  <a:cubicBezTo>
                    <a:pt x="154" y="698"/>
                    <a:pt x="152" y="696"/>
                    <a:pt x="151" y="695"/>
                  </a:cubicBezTo>
                  <a:cubicBezTo>
                    <a:pt x="151" y="695"/>
                    <a:pt x="151" y="693"/>
                    <a:pt x="151" y="692"/>
                  </a:cubicBezTo>
                  <a:cubicBezTo>
                    <a:pt x="151" y="690"/>
                    <a:pt x="151" y="689"/>
                    <a:pt x="152" y="688"/>
                  </a:cubicBezTo>
                  <a:cubicBezTo>
                    <a:pt x="153" y="686"/>
                    <a:pt x="154" y="686"/>
                    <a:pt x="153" y="683"/>
                  </a:cubicBezTo>
                  <a:cubicBezTo>
                    <a:pt x="151" y="681"/>
                    <a:pt x="151" y="682"/>
                    <a:pt x="149" y="679"/>
                  </a:cubicBezTo>
                  <a:cubicBezTo>
                    <a:pt x="146" y="676"/>
                    <a:pt x="148" y="676"/>
                    <a:pt x="147" y="674"/>
                  </a:cubicBezTo>
                  <a:cubicBezTo>
                    <a:pt x="147" y="671"/>
                    <a:pt x="146" y="672"/>
                    <a:pt x="145" y="670"/>
                  </a:cubicBezTo>
                  <a:cubicBezTo>
                    <a:pt x="144" y="669"/>
                    <a:pt x="143" y="668"/>
                    <a:pt x="143" y="667"/>
                  </a:cubicBezTo>
                  <a:cubicBezTo>
                    <a:pt x="144" y="666"/>
                    <a:pt x="145" y="666"/>
                    <a:pt x="146" y="664"/>
                  </a:cubicBezTo>
                  <a:cubicBezTo>
                    <a:pt x="147" y="663"/>
                    <a:pt x="148" y="663"/>
                    <a:pt x="148" y="661"/>
                  </a:cubicBezTo>
                  <a:cubicBezTo>
                    <a:pt x="148" y="659"/>
                    <a:pt x="148" y="656"/>
                    <a:pt x="148" y="654"/>
                  </a:cubicBezTo>
                  <a:cubicBezTo>
                    <a:pt x="149" y="653"/>
                    <a:pt x="150" y="654"/>
                    <a:pt x="152" y="654"/>
                  </a:cubicBezTo>
                  <a:cubicBezTo>
                    <a:pt x="154" y="653"/>
                    <a:pt x="153" y="652"/>
                    <a:pt x="153" y="650"/>
                  </a:cubicBezTo>
                  <a:cubicBezTo>
                    <a:pt x="152" y="648"/>
                    <a:pt x="147" y="644"/>
                    <a:pt x="145" y="642"/>
                  </a:cubicBezTo>
                  <a:cubicBezTo>
                    <a:pt x="143" y="641"/>
                    <a:pt x="139" y="640"/>
                    <a:pt x="136" y="639"/>
                  </a:cubicBezTo>
                  <a:cubicBezTo>
                    <a:pt x="134" y="638"/>
                    <a:pt x="131" y="638"/>
                    <a:pt x="128" y="637"/>
                  </a:cubicBezTo>
                  <a:cubicBezTo>
                    <a:pt x="125" y="637"/>
                    <a:pt x="123" y="636"/>
                    <a:pt x="123" y="635"/>
                  </a:cubicBezTo>
                  <a:cubicBezTo>
                    <a:pt x="123" y="633"/>
                    <a:pt x="125" y="634"/>
                    <a:pt x="126" y="633"/>
                  </a:cubicBezTo>
                  <a:cubicBezTo>
                    <a:pt x="128" y="632"/>
                    <a:pt x="128" y="631"/>
                    <a:pt x="126" y="629"/>
                  </a:cubicBezTo>
                  <a:cubicBezTo>
                    <a:pt x="124" y="628"/>
                    <a:pt x="118" y="628"/>
                    <a:pt x="117" y="628"/>
                  </a:cubicBezTo>
                  <a:cubicBezTo>
                    <a:pt x="115" y="628"/>
                    <a:pt x="115" y="627"/>
                    <a:pt x="115" y="625"/>
                  </a:cubicBezTo>
                  <a:cubicBezTo>
                    <a:pt x="115" y="624"/>
                    <a:pt x="118" y="624"/>
                    <a:pt x="117" y="622"/>
                  </a:cubicBezTo>
                  <a:cubicBezTo>
                    <a:pt x="115" y="621"/>
                    <a:pt x="113" y="622"/>
                    <a:pt x="112" y="621"/>
                  </a:cubicBezTo>
                  <a:cubicBezTo>
                    <a:pt x="110" y="620"/>
                    <a:pt x="111" y="619"/>
                    <a:pt x="108" y="618"/>
                  </a:cubicBezTo>
                  <a:cubicBezTo>
                    <a:pt x="105" y="617"/>
                    <a:pt x="103" y="616"/>
                    <a:pt x="103" y="615"/>
                  </a:cubicBezTo>
                  <a:cubicBezTo>
                    <a:pt x="102" y="614"/>
                    <a:pt x="103" y="612"/>
                    <a:pt x="103" y="611"/>
                  </a:cubicBezTo>
                  <a:cubicBezTo>
                    <a:pt x="102" y="610"/>
                    <a:pt x="101" y="610"/>
                    <a:pt x="100" y="609"/>
                  </a:cubicBezTo>
                  <a:cubicBezTo>
                    <a:pt x="98" y="609"/>
                    <a:pt x="96" y="609"/>
                    <a:pt x="94" y="608"/>
                  </a:cubicBezTo>
                  <a:cubicBezTo>
                    <a:pt x="91" y="608"/>
                    <a:pt x="92" y="607"/>
                    <a:pt x="92" y="606"/>
                  </a:cubicBezTo>
                  <a:cubicBezTo>
                    <a:pt x="92" y="605"/>
                    <a:pt x="94" y="606"/>
                    <a:pt x="96" y="606"/>
                  </a:cubicBezTo>
                  <a:cubicBezTo>
                    <a:pt x="98" y="607"/>
                    <a:pt x="100" y="607"/>
                    <a:pt x="104" y="607"/>
                  </a:cubicBezTo>
                  <a:cubicBezTo>
                    <a:pt x="107" y="607"/>
                    <a:pt x="110" y="608"/>
                    <a:pt x="111" y="609"/>
                  </a:cubicBezTo>
                  <a:cubicBezTo>
                    <a:pt x="111" y="609"/>
                    <a:pt x="110" y="610"/>
                    <a:pt x="110" y="611"/>
                  </a:cubicBezTo>
                  <a:cubicBezTo>
                    <a:pt x="110" y="612"/>
                    <a:pt x="112" y="612"/>
                    <a:pt x="114" y="614"/>
                  </a:cubicBezTo>
                  <a:cubicBezTo>
                    <a:pt x="116" y="616"/>
                    <a:pt x="119" y="618"/>
                    <a:pt x="120" y="619"/>
                  </a:cubicBezTo>
                  <a:cubicBezTo>
                    <a:pt x="122" y="621"/>
                    <a:pt x="124" y="621"/>
                    <a:pt x="126" y="621"/>
                  </a:cubicBezTo>
                  <a:cubicBezTo>
                    <a:pt x="129" y="621"/>
                    <a:pt x="129" y="622"/>
                    <a:pt x="134" y="622"/>
                  </a:cubicBezTo>
                  <a:cubicBezTo>
                    <a:pt x="139" y="623"/>
                    <a:pt x="137" y="620"/>
                    <a:pt x="139" y="620"/>
                  </a:cubicBezTo>
                  <a:cubicBezTo>
                    <a:pt x="140" y="619"/>
                    <a:pt x="142" y="621"/>
                    <a:pt x="144" y="623"/>
                  </a:cubicBezTo>
                  <a:cubicBezTo>
                    <a:pt x="145" y="625"/>
                    <a:pt x="143" y="626"/>
                    <a:pt x="146" y="627"/>
                  </a:cubicBezTo>
                  <a:cubicBezTo>
                    <a:pt x="148" y="628"/>
                    <a:pt x="148" y="627"/>
                    <a:pt x="157" y="627"/>
                  </a:cubicBezTo>
                  <a:cubicBezTo>
                    <a:pt x="166" y="628"/>
                    <a:pt x="173" y="630"/>
                    <a:pt x="182" y="633"/>
                  </a:cubicBezTo>
                  <a:cubicBezTo>
                    <a:pt x="191" y="635"/>
                    <a:pt x="193" y="636"/>
                    <a:pt x="203" y="638"/>
                  </a:cubicBezTo>
                  <a:cubicBezTo>
                    <a:pt x="213" y="639"/>
                    <a:pt x="218" y="643"/>
                    <a:pt x="226" y="643"/>
                  </a:cubicBezTo>
                  <a:cubicBezTo>
                    <a:pt x="234" y="644"/>
                    <a:pt x="238" y="642"/>
                    <a:pt x="243" y="641"/>
                  </a:cubicBezTo>
                  <a:cubicBezTo>
                    <a:pt x="249" y="639"/>
                    <a:pt x="249" y="639"/>
                    <a:pt x="256" y="636"/>
                  </a:cubicBezTo>
                  <a:cubicBezTo>
                    <a:pt x="263" y="633"/>
                    <a:pt x="263" y="634"/>
                    <a:pt x="268" y="630"/>
                  </a:cubicBezTo>
                  <a:cubicBezTo>
                    <a:pt x="274" y="625"/>
                    <a:pt x="276" y="620"/>
                    <a:pt x="279" y="618"/>
                  </a:cubicBezTo>
                  <a:cubicBezTo>
                    <a:pt x="281" y="616"/>
                    <a:pt x="286" y="613"/>
                    <a:pt x="287" y="610"/>
                  </a:cubicBezTo>
                  <a:cubicBezTo>
                    <a:pt x="287" y="607"/>
                    <a:pt x="286" y="605"/>
                    <a:pt x="284" y="604"/>
                  </a:cubicBezTo>
                  <a:cubicBezTo>
                    <a:pt x="282" y="603"/>
                    <a:pt x="282" y="601"/>
                    <a:pt x="282" y="599"/>
                  </a:cubicBezTo>
                  <a:cubicBezTo>
                    <a:pt x="282" y="597"/>
                    <a:pt x="279" y="597"/>
                    <a:pt x="279" y="595"/>
                  </a:cubicBezTo>
                  <a:cubicBezTo>
                    <a:pt x="278" y="593"/>
                    <a:pt x="279" y="588"/>
                    <a:pt x="278" y="586"/>
                  </a:cubicBezTo>
                  <a:cubicBezTo>
                    <a:pt x="277" y="584"/>
                    <a:pt x="273" y="586"/>
                    <a:pt x="268" y="584"/>
                  </a:cubicBezTo>
                  <a:cubicBezTo>
                    <a:pt x="263" y="582"/>
                    <a:pt x="262" y="580"/>
                    <a:pt x="259" y="576"/>
                  </a:cubicBezTo>
                  <a:cubicBezTo>
                    <a:pt x="257" y="572"/>
                    <a:pt x="254" y="573"/>
                    <a:pt x="252" y="572"/>
                  </a:cubicBezTo>
                  <a:cubicBezTo>
                    <a:pt x="250" y="572"/>
                    <a:pt x="248" y="570"/>
                    <a:pt x="241" y="569"/>
                  </a:cubicBezTo>
                  <a:cubicBezTo>
                    <a:pt x="234" y="569"/>
                    <a:pt x="228" y="565"/>
                    <a:pt x="223" y="563"/>
                  </a:cubicBezTo>
                  <a:cubicBezTo>
                    <a:pt x="218" y="560"/>
                    <a:pt x="218" y="556"/>
                    <a:pt x="214" y="553"/>
                  </a:cubicBezTo>
                  <a:cubicBezTo>
                    <a:pt x="211" y="551"/>
                    <a:pt x="206" y="551"/>
                    <a:pt x="198" y="547"/>
                  </a:cubicBezTo>
                  <a:cubicBezTo>
                    <a:pt x="190" y="543"/>
                    <a:pt x="180" y="540"/>
                    <a:pt x="174" y="536"/>
                  </a:cubicBezTo>
                  <a:cubicBezTo>
                    <a:pt x="169" y="533"/>
                    <a:pt x="163" y="531"/>
                    <a:pt x="159" y="530"/>
                  </a:cubicBezTo>
                  <a:cubicBezTo>
                    <a:pt x="155" y="530"/>
                    <a:pt x="150" y="530"/>
                    <a:pt x="144" y="530"/>
                  </a:cubicBezTo>
                  <a:cubicBezTo>
                    <a:pt x="139" y="530"/>
                    <a:pt x="135" y="529"/>
                    <a:pt x="130" y="529"/>
                  </a:cubicBezTo>
                  <a:cubicBezTo>
                    <a:pt x="130" y="530"/>
                    <a:pt x="130" y="530"/>
                    <a:pt x="130" y="530"/>
                  </a:cubicBezTo>
                  <a:cubicBezTo>
                    <a:pt x="129" y="529"/>
                    <a:pt x="129" y="528"/>
                    <a:pt x="128" y="528"/>
                  </a:cubicBezTo>
                  <a:cubicBezTo>
                    <a:pt x="127" y="528"/>
                    <a:pt x="127" y="528"/>
                    <a:pt x="126" y="531"/>
                  </a:cubicBezTo>
                  <a:cubicBezTo>
                    <a:pt x="125" y="533"/>
                    <a:pt x="125" y="535"/>
                    <a:pt x="124" y="536"/>
                  </a:cubicBezTo>
                  <a:cubicBezTo>
                    <a:pt x="123" y="538"/>
                    <a:pt x="122" y="538"/>
                    <a:pt x="120" y="538"/>
                  </a:cubicBezTo>
                  <a:cubicBezTo>
                    <a:pt x="118" y="539"/>
                    <a:pt x="117" y="539"/>
                    <a:pt x="116" y="540"/>
                  </a:cubicBezTo>
                  <a:cubicBezTo>
                    <a:pt x="115" y="542"/>
                    <a:pt x="113" y="542"/>
                    <a:pt x="113" y="540"/>
                  </a:cubicBezTo>
                  <a:cubicBezTo>
                    <a:pt x="113" y="539"/>
                    <a:pt x="113" y="537"/>
                    <a:pt x="115" y="537"/>
                  </a:cubicBezTo>
                  <a:cubicBezTo>
                    <a:pt x="117" y="536"/>
                    <a:pt x="119" y="535"/>
                    <a:pt x="120" y="534"/>
                  </a:cubicBezTo>
                  <a:cubicBezTo>
                    <a:pt x="122" y="533"/>
                    <a:pt x="122" y="533"/>
                    <a:pt x="121" y="532"/>
                  </a:cubicBezTo>
                  <a:cubicBezTo>
                    <a:pt x="119" y="531"/>
                    <a:pt x="119" y="530"/>
                    <a:pt x="120" y="530"/>
                  </a:cubicBezTo>
                  <a:cubicBezTo>
                    <a:pt x="121" y="529"/>
                    <a:pt x="122" y="529"/>
                    <a:pt x="122" y="528"/>
                  </a:cubicBezTo>
                  <a:cubicBezTo>
                    <a:pt x="122" y="526"/>
                    <a:pt x="123" y="525"/>
                    <a:pt x="121" y="525"/>
                  </a:cubicBezTo>
                  <a:cubicBezTo>
                    <a:pt x="120" y="525"/>
                    <a:pt x="120" y="525"/>
                    <a:pt x="117" y="526"/>
                  </a:cubicBezTo>
                  <a:cubicBezTo>
                    <a:pt x="115" y="528"/>
                    <a:pt x="114" y="529"/>
                    <a:pt x="111" y="529"/>
                  </a:cubicBezTo>
                  <a:cubicBezTo>
                    <a:pt x="108" y="528"/>
                    <a:pt x="110" y="527"/>
                    <a:pt x="106" y="527"/>
                  </a:cubicBezTo>
                  <a:cubicBezTo>
                    <a:pt x="103" y="526"/>
                    <a:pt x="102" y="528"/>
                    <a:pt x="100" y="526"/>
                  </a:cubicBezTo>
                  <a:cubicBezTo>
                    <a:pt x="97" y="524"/>
                    <a:pt x="95" y="525"/>
                    <a:pt x="94" y="522"/>
                  </a:cubicBezTo>
                  <a:cubicBezTo>
                    <a:pt x="93" y="519"/>
                    <a:pt x="92" y="519"/>
                    <a:pt x="94" y="517"/>
                  </a:cubicBezTo>
                  <a:cubicBezTo>
                    <a:pt x="95" y="516"/>
                    <a:pt x="96" y="515"/>
                    <a:pt x="94" y="513"/>
                  </a:cubicBezTo>
                  <a:cubicBezTo>
                    <a:pt x="93" y="512"/>
                    <a:pt x="91" y="510"/>
                    <a:pt x="89" y="511"/>
                  </a:cubicBezTo>
                  <a:cubicBezTo>
                    <a:pt x="88" y="511"/>
                    <a:pt x="89" y="513"/>
                    <a:pt x="86" y="513"/>
                  </a:cubicBezTo>
                  <a:cubicBezTo>
                    <a:pt x="83" y="514"/>
                    <a:pt x="83" y="516"/>
                    <a:pt x="79" y="514"/>
                  </a:cubicBezTo>
                  <a:cubicBezTo>
                    <a:pt x="76" y="512"/>
                    <a:pt x="77" y="511"/>
                    <a:pt x="72" y="511"/>
                  </a:cubicBezTo>
                  <a:cubicBezTo>
                    <a:pt x="72" y="511"/>
                    <a:pt x="72" y="511"/>
                    <a:pt x="72" y="511"/>
                  </a:cubicBezTo>
                  <a:cubicBezTo>
                    <a:pt x="72" y="513"/>
                    <a:pt x="72" y="515"/>
                    <a:pt x="72" y="517"/>
                  </a:cubicBezTo>
                  <a:cubicBezTo>
                    <a:pt x="72" y="518"/>
                    <a:pt x="72" y="518"/>
                    <a:pt x="72" y="519"/>
                  </a:cubicBezTo>
                  <a:cubicBezTo>
                    <a:pt x="72" y="519"/>
                    <a:pt x="72" y="519"/>
                    <a:pt x="72" y="520"/>
                  </a:cubicBezTo>
                  <a:cubicBezTo>
                    <a:pt x="72" y="521"/>
                    <a:pt x="71" y="522"/>
                    <a:pt x="70" y="523"/>
                  </a:cubicBezTo>
                  <a:cubicBezTo>
                    <a:pt x="69" y="523"/>
                    <a:pt x="68" y="523"/>
                    <a:pt x="67" y="523"/>
                  </a:cubicBezTo>
                  <a:cubicBezTo>
                    <a:pt x="67" y="523"/>
                    <a:pt x="67" y="523"/>
                    <a:pt x="66" y="523"/>
                  </a:cubicBezTo>
                  <a:cubicBezTo>
                    <a:pt x="66" y="523"/>
                    <a:pt x="66" y="523"/>
                    <a:pt x="66" y="523"/>
                  </a:cubicBezTo>
                  <a:cubicBezTo>
                    <a:pt x="66" y="523"/>
                    <a:pt x="65" y="523"/>
                    <a:pt x="64" y="522"/>
                  </a:cubicBezTo>
                  <a:cubicBezTo>
                    <a:pt x="62" y="522"/>
                    <a:pt x="61" y="521"/>
                    <a:pt x="59" y="521"/>
                  </a:cubicBezTo>
                  <a:cubicBezTo>
                    <a:pt x="58" y="520"/>
                    <a:pt x="58" y="520"/>
                    <a:pt x="57" y="521"/>
                  </a:cubicBezTo>
                  <a:cubicBezTo>
                    <a:pt x="56" y="521"/>
                    <a:pt x="56" y="522"/>
                    <a:pt x="55" y="524"/>
                  </a:cubicBezTo>
                  <a:cubicBezTo>
                    <a:pt x="55" y="525"/>
                    <a:pt x="54" y="526"/>
                    <a:pt x="53" y="527"/>
                  </a:cubicBezTo>
                  <a:cubicBezTo>
                    <a:pt x="52" y="528"/>
                    <a:pt x="50" y="529"/>
                    <a:pt x="48" y="530"/>
                  </a:cubicBezTo>
                  <a:cubicBezTo>
                    <a:pt x="47" y="530"/>
                    <a:pt x="45" y="530"/>
                    <a:pt x="44" y="530"/>
                  </a:cubicBezTo>
                  <a:cubicBezTo>
                    <a:pt x="42" y="530"/>
                    <a:pt x="40" y="531"/>
                    <a:pt x="39" y="532"/>
                  </a:cubicBezTo>
                  <a:cubicBezTo>
                    <a:pt x="38" y="533"/>
                    <a:pt x="37" y="535"/>
                    <a:pt x="36" y="536"/>
                  </a:cubicBezTo>
                  <a:cubicBezTo>
                    <a:pt x="35" y="538"/>
                    <a:pt x="34" y="539"/>
                    <a:pt x="34" y="540"/>
                  </a:cubicBezTo>
                  <a:cubicBezTo>
                    <a:pt x="33" y="541"/>
                    <a:pt x="31" y="542"/>
                    <a:pt x="29" y="542"/>
                  </a:cubicBezTo>
                  <a:cubicBezTo>
                    <a:pt x="28" y="543"/>
                    <a:pt x="27" y="543"/>
                    <a:pt x="26" y="543"/>
                  </a:cubicBezTo>
                  <a:cubicBezTo>
                    <a:pt x="24" y="544"/>
                    <a:pt x="23" y="544"/>
                    <a:pt x="22" y="545"/>
                  </a:cubicBezTo>
                  <a:cubicBezTo>
                    <a:pt x="22" y="545"/>
                    <a:pt x="22" y="545"/>
                    <a:pt x="22" y="545"/>
                  </a:cubicBezTo>
                  <a:cubicBezTo>
                    <a:pt x="22" y="545"/>
                    <a:pt x="22" y="545"/>
                    <a:pt x="22" y="545"/>
                  </a:cubicBezTo>
                  <a:cubicBezTo>
                    <a:pt x="22" y="546"/>
                    <a:pt x="22" y="546"/>
                    <a:pt x="22" y="546"/>
                  </a:cubicBezTo>
                  <a:cubicBezTo>
                    <a:pt x="22" y="546"/>
                    <a:pt x="22" y="546"/>
                    <a:pt x="22" y="546"/>
                  </a:cubicBezTo>
                  <a:cubicBezTo>
                    <a:pt x="23" y="548"/>
                    <a:pt x="24" y="549"/>
                    <a:pt x="24" y="551"/>
                  </a:cubicBezTo>
                  <a:cubicBezTo>
                    <a:pt x="24" y="552"/>
                    <a:pt x="24" y="553"/>
                    <a:pt x="23" y="555"/>
                  </a:cubicBezTo>
                  <a:cubicBezTo>
                    <a:pt x="22" y="557"/>
                    <a:pt x="22" y="560"/>
                    <a:pt x="22" y="561"/>
                  </a:cubicBezTo>
                  <a:cubicBezTo>
                    <a:pt x="22" y="561"/>
                    <a:pt x="22" y="562"/>
                    <a:pt x="22" y="562"/>
                  </a:cubicBezTo>
                  <a:cubicBezTo>
                    <a:pt x="23" y="564"/>
                    <a:pt x="23" y="567"/>
                    <a:pt x="26" y="568"/>
                  </a:cubicBezTo>
                  <a:cubicBezTo>
                    <a:pt x="28" y="569"/>
                    <a:pt x="29" y="569"/>
                    <a:pt x="31" y="570"/>
                  </a:cubicBezTo>
                  <a:cubicBezTo>
                    <a:pt x="32" y="570"/>
                    <a:pt x="34" y="570"/>
                    <a:pt x="36" y="571"/>
                  </a:cubicBezTo>
                  <a:cubicBezTo>
                    <a:pt x="39" y="572"/>
                    <a:pt x="41" y="574"/>
                    <a:pt x="42" y="576"/>
                  </a:cubicBezTo>
                  <a:cubicBezTo>
                    <a:pt x="43" y="577"/>
                    <a:pt x="43" y="578"/>
                    <a:pt x="44" y="579"/>
                  </a:cubicBezTo>
                  <a:cubicBezTo>
                    <a:pt x="45" y="580"/>
                    <a:pt x="46" y="581"/>
                    <a:pt x="47" y="582"/>
                  </a:cubicBezTo>
                  <a:cubicBezTo>
                    <a:pt x="49" y="584"/>
                    <a:pt x="50" y="585"/>
                    <a:pt x="51" y="588"/>
                  </a:cubicBezTo>
                  <a:cubicBezTo>
                    <a:pt x="51" y="590"/>
                    <a:pt x="48" y="594"/>
                    <a:pt x="44" y="599"/>
                  </a:cubicBezTo>
                  <a:cubicBezTo>
                    <a:pt x="42" y="601"/>
                    <a:pt x="40" y="603"/>
                    <a:pt x="39" y="605"/>
                  </a:cubicBezTo>
                  <a:cubicBezTo>
                    <a:pt x="38" y="606"/>
                    <a:pt x="38" y="607"/>
                    <a:pt x="37" y="608"/>
                  </a:cubicBezTo>
                  <a:cubicBezTo>
                    <a:pt x="35" y="610"/>
                    <a:pt x="34" y="612"/>
                    <a:pt x="35" y="614"/>
                  </a:cubicBezTo>
                  <a:cubicBezTo>
                    <a:pt x="35" y="616"/>
                    <a:pt x="35" y="617"/>
                    <a:pt x="36" y="618"/>
                  </a:cubicBezTo>
                  <a:cubicBezTo>
                    <a:pt x="37" y="620"/>
                    <a:pt x="39" y="622"/>
                    <a:pt x="41" y="625"/>
                  </a:cubicBezTo>
                  <a:cubicBezTo>
                    <a:pt x="44" y="629"/>
                    <a:pt x="47" y="636"/>
                    <a:pt x="49" y="641"/>
                  </a:cubicBezTo>
                  <a:cubicBezTo>
                    <a:pt x="50" y="644"/>
                    <a:pt x="51" y="646"/>
                    <a:pt x="52" y="648"/>
                  </a:cubicBezTo>
                  <a:cubicBezTo>
                    <a:pt x="53" y="650"/>
                    <a:pt x="54" y="652"/>
                    <a:pt x="55" y="653"/>
                  </a:cubicBezTo>
                  <a:cubicBezTo>
                    <a:pt x="55" y="655"/>
                    <a:pt x="56" y="657"/>
                    <a:pt x="55" y="658"/>
                  </a:cubicBezTo>
                  <a:cubicBezTo>
                    <a:pt x="55" y="658"/>
                    <a:pt x="55" y="658"/>
                    <a:pt x="55" y="658"/>
                  </a:cubicBezTo>
                  <a:cubicBezTo>
                    <a:pt x="54" y="659"/>
                    <a:pt x="53" y="659"/>
                    <a:pt x="51" y="659"/>
                  </a:cubicBezTo>
                  <a:cubicBezTo>
                    <a:pt x="50" y="659"/>
                    <a:pt x="49" y="659"/>
                    <a:pt x="49" y="660"/>
                  </a:cubicBezTo>
                  <a:cubicBezTo>
                    <a:pt x="48" y="660"/>
                    <a:pt x="48" y="661"/>
                    <a:pt x="48" y="662"/>
                  </a:cubicBezTo>
                  <a:cubicBezTo>
                    <a:pt x="47" y="664"/>
                    <a:pt x="47" y="665"/>
                    <a:pt x="47" y="666"/>
                  </a:cubicBezTo>
                  <a:cubicBezTo>
                    <a:pt x="47" y="667"/>
                    <a:pt x="46" y="668"/>
                    <a:pt x="46" y="669"/>
                  </a:cubicBezTo>
                  <a:cubicBezTo>
                    <a:pt x="45" y="669"/>
                    <a:pt x="45" y="670"/>
                    <a:pt x="45" y="671"/>
                  </a:cubicBezTo>
                  <a:cubicBezTo>
                    <a:pt x="45" y="672"/>
                    <a:pt x="46" y="672"/>
                    <a:pt x="47" y="673"/>
                  </a:cubicBezTo>
                  <a:cubicBezTo>
                    <a:pt x="48" y="674"/>
                    <a:pt x="49" y="675"/>
                    <a:pt x="49" y="676"/>
                  </a:cubicBezTo>
                  <a:cubicBezTo>
                    <a:pt x="49" y="677"/>
                    <a:pt x="48" y="678"/>
                    <a:pt x="47" y="679"/>
                  </a:cubicBezTo>
                  <a:cubicBezTo>
                    <a:pt x="46" y="680"/>
                    <a:pt x="46" y="681"/>
                    <a:pt x="46" y="682"/>
                  </a:cubicBezTo>
                  <a:cubicBezTo>
                    <a:pt x="46" y="683"/>
                    <a:pt x="46" y="683"/>
                    <a:pt x="47" y="684"/>
                  </a:cubicBezTo>
                  <a:cubicBezTo>
                    <a:pt x="47" y="684"/>
                    <a:pt x="48" y="685"/>
                    <a:pt x="49" y="685"/>
                  </a:cubicBezTo>
                  <a:cubicBezTo>
                    <a:pt x="49" y="685"/>
                    <a:pt x="50" y="686"/>
                    <a:pt x="51" y="686"/>
                  </a:cubicBezTo>
                  <a:cubicBezTo>
                    <a:pt x="52" y="686"/>
                    <a:pt x="53" y="686"/>
                    <a:pt x="54" y="687"/>
                  </a:cubicBezTo>
                  <a:cubicBezTo>
                    <a:pt x="55" y="687"/>
                    <a:pt x="56" y="689"/>
                    <a:pt x="56" y="690"/>
                  </a:cubicBezTo>
                  <a:cubicBezTo>
                    <a:pt x="56" y="691"/>
                    <a:pt x="56" y="692"/>
                    <a:pt x="55" y="693"/>
                  </a:cubicBezTo>
                  <a:cubicBezTo>
                    <a:pt x="55" y="694"/>
                    <a:pt x="55" y="696"/>
                    <a:pt x="55" y="697"/>
                  </a:cubicBezTo>
                  <a:cubicBezTo>
                    <a:pt x="56" y="698"/>
                    <a:pt x="56" y="699"/>
                    <a:pt x="57" y="700"/>
                  </a:cubicBezTo>
                  <a:cubicBezTo>
                    <a:pt x="58" y="701"/>
                    <a:pt x="59" y="702"/>
                    <a:pt x="60" y="703"/>
                  </a:cubicBezTo>
                  <a:cubicBezTo>
                    <a:pt x="62" y="704"/>
                    <a:pt x="65" y="706"/>
                    <a:pt x="65" y="708"/>
                  </a:cubicBezTo>
                  <a:cubicBezTo>
                    <a:pt x="65" y="711"/>
                    <a:pt x="62" y="714"/>
                    <a:pt x="59" y="717"/>
                  </a:cubicBezTo>
                  <a:cubicBezTo>
                    <a:pt x="58" y="718"/>
                    <a:pt x="57" y="719"/>
                    <a:pt x="57" y="719"/>
                  </a:cubicBezTo>
                  <a:cubicBezTo>
                    <a:pt x="57" y="720"/>
                    <a:pt x="56" y="720"/>
                    <a:pt x="56" y="721"/>
                  </a:cubicBezTo>
                  <a:cubicBezTo>
                    <a:pt x="56" y="722"/>
                    <a:pt x="55" y="723"/>
                    <a:pt x="57" y="724"/>
                  </a:cubicBezTo>
                  <a:cubicBezTo>
                    <a:pt x="60" y="727"/>
                    <a:pt x="67" y="731"/>
                    <a:pt x="72" y="734"/>
                  </a:cubicBezTo>
                  <a:cubicBezTo>
                    <a:pt x="74" y="735"/>
                    <a:pt x="74" y="735"/>
                    <a:pt x="74" y="735"/>
                  </a:cubicBezTo>
                  <a:cubicBezTo>
                    <a:pt x="76" y="737"/>
                    <a:pt x="78" y="738"/>
                    <a:pt x="80" y="740"/>
                  </a:cubicBezTo>
                  <a:cubicBezTo>
                    <a:pt x="82" y="742"/>
                    <a:pt x="83" y="744"/>
                    <a:pt x="84" y="746"/>
                  </a:cubicBezTo>
                  <a:cubicBezTo>
                    <a:pt x="85" y="748"/>
                    <a:pt x="84" y="751"/>
                    <a:pt x="83" y="753"/>
                  </a:cubicBezTo>
                  <a:cubicBezTo>
                    <a:pt x="82" y="756"/>
                    <a:pt x="80" y="758"/>
                    <a:pt x="79" y="759"/>
                  </a:cubicBezTo>
                  <a:cubicBezTo>
                    <a:pt x="78" y="761"/>
                    <a:pt x="67" y="773"/>
                    <a:pt x="58" y="781"/>
                  </a:cubicBezTo>
                  <a:cubicBezTo>
                    <a:pt x="57" y="782"/>
                    <a:pt x="56" y="783"/>
                    <a:pt x="54" y="786"/>
                  </a:cubicBezTo>
                  <a:cubicBezTo>
                    <a:pt x="51" y="788"/>
                    <a:pt x="48" y="791"/>
                    <a:pt x="46" y="794"/>
                  </a:cubicBezTo>
                  <a:cubicBezTo>
                    <a:pt x="42" y="797"/>
                    <a:pt x="40" y="800"/>
                    <a:pt x="38" y="802"/>
                  </a:cubicBezTo>
                  <a:cubicBezTo>
                    <a:pt x="36" y="803"/>
                    <a:pt x="31" y="807"/>
                    <a:pt x="25" y="810"/>
                  </a:cubicBezTo>
                  <a:cubicBezTo>
                    <a:pt x="20" y="813"/>
                    <a:pt x="15" y="816"/>
                    <a:pt x="13" y="818"/>
                  </a:cubicBezTo>
                  <a:cubicBezTo>
                    <a:pt x="13" y="818"/>
                    <a:pt x="13" y="818"/>
                    <a:pt x="13" y="818"/>
                  </a:cubicBezTo>
                  <a:cubicBezTo>
                    <a:pt x="12" y="819"/>
                    <a:pt x="12" y="819"/>
                    <a:pt x="12" y="819"/>
                  </a:cubicBezTo>
                  <a:cubicBezTo>
                    <a:pt x="10" y="821"/>
                    <a:pt x="9" y="822"/>
                    <a:pt x="7" y="824"/>
                  </a:cubicBezTo>
                  <a:cubicBezTo>
                    <a:pt x="8" y="824"/>
                    <a:pt x="8" y="824"/>
                    <a:pt x="8" y="824"/>
                  </a:cubicBezTo>
                  <a:cubicBezTo>
                    <a:pt x="13" y="822"/>
                    <a:pt x="17" y="822"/>
                    <a:pt x="18" y="820"/>
                  </a:cubicBezTo>
                  <a:cubicBezTo>
                    <a:pt x="20" y="819"/>
                    <a:pt x="22" y="817"/>
                    <a:pt x="24" y="817"/>
                  </a:cubicBezTo>
                  <a:cubicBezTo>
                    <a:pt x="25" y="817"/>
                    <a:pt x="26" y="819"/>
                    <a:pt x="25" y="820"/>
                  </a:cubicBezTo>
                  <a:cubicBezTo>
                    <a:pt x="24" y="822"/>
                    <a:pt x="24" y="823"/>
                    <a:pt x="25" y="824"/>
                  </a:cubicBezTo>
                  <a:cubicBezTo>
                    <a:pt x="25" y="826"/>
                    <a:pt x="23" y="827"/>
                    <a:pt x="25" y="828"/>
                  </a:cubicBezTo>
                  <a:cubicBezTo>
                    <a:pt x="27" y="829"/>
                    <a:pt x="27" y="830"/>
                    <a:pt x="30" y="831"/>
                  </a:cubicBezTo>
                  <a:cubicBezTo>
                    <a:pt x="34" y="831"/>
                    <a:pt x="36" y="832"/>
                    <a:pt x="38" y="834"/>
                  </a:cubicBezTo>
                  <a:cubicBezTo>
                    <a:pt x="41" y="835"/>
                    <a:pt x="42" y="835"/>
                    <a:pt x="45" y="836"/>
                  </a:cubicBezTo>
                  <a:cubicBezTo>
                    <a:pt x="48" y="837"/>
                    <a:pt x="50" y="837"/>
                    <a:pt x="52" y="838"/>
                  </a:cubicBezTo>
                  <a:cubicBezTo>
                    <a:pt x="53" y="840"/>
                    <a:pt x="55" y="841"/>
                    <a:pt x="54" y="842"/>
                  </a:cubicBezTo>
                  <a:cubicBezTo>
                    <a:pt x="53" y="843"/>
                    <a:pt x="52" y="844"/>
                    <a:pt x="50" y="843"/>
                  </a:cubicBezTo>
                  <a:cubicBezTo>
                    <a:pt x="48" y="843"/>
                    <a:pt x="47" y="841"/>
                    <a:pt x="45" y="840"/>
                  </a:cubicBezTo>
                  <a:cubicBezTo>
                    <a:pt x="43" y="840"/>
                    <a:pt x="39" y="839"/>
                    <a:pt x="37" y="841"/>
                  </a:cubicBezTo>
                  <a:cubicBezTo>
                    <a:pt x="35" y="842"/>
                    <a:pt x="33" y="842"/>
                    <a:pt x="32" y="843"/>
                  </a:cubicBezTo>
                  <a:cubicBezTo>
                    <a:pt x="31" y="844"/>
                    <a:pt x="31" y="845"/>
                    <a:pt x="30" y="846"/>
                  </a:cubicBezTo>
                  <a:cubicBezTo>
                    <a:pt x="28" y="847"/>
                    <a:pt x="25" y="846"/>
                    <a:pt x="24" y="845"/>
                  </a:cubicBezTo>
                  <a:cubicBezTo>
                    <a:pt x="23" y="845"/>
                    <a:pt x="23" y="844"/>
                    <a:pt x="21" y="845"/>
                  </a:cubicBezTo>
                  <a:cubicBezTo>
                    <a:pt x="19" y="847"/>
                    <a:pt x="17" y="848"/>
                    <a:pt x="16" y="848"/>
                  </a:cubicBezTo>
                  <a:cubicBezTo>
                    <a:pt x="15" y="848"/>
                    <a:pt x="13" y="847"/>
                    <a:pt x="12" y="848"/>
                  </a:cubicBezTo>
                  <a:cubicBezTo>
                    <a:pt x="12" y="850"/>
                    <a:pt x="11" y="851"/>
                    <a:pt x="11" y="853"/>
                  </a:cubicBezTo>
                  <a:cubicBezTo>
                    <a:pt x="11" y="853"/>
                    <a:pt x="11" y="853"/>
                    <a:pt x="11" y="853"/>
                  </a:cubicBezTo>
                  <a:cubicBezTo>
                    <a:pt x="12" y="854"/>
                    <a:pt x="12" y="855"/>
                    <a:pt x="12" y="856"/>
                  </a:cubicBezTo>
                  <a:cubicBezTo>
                    <a:pt x="13" y="857"/>
                    <a:pt x="13" y="858"/>
                    <a:pt x="13" y="861"/>
                  </a:cubicBezTo>
                  <a:cubicBezTo>
                    <a:pt x="13" y="864"/>
                    <a:pt x="10" y="867"/>
                    <a:pt x="7" y="870"/>
                  </a:cubicBezTo>
                  <a:cubicBezTo>
                    <a:pt x="4" y="872"/>
                    <a:pt x="2" y="875"/>
                    <a:pt x="1" y="877"/>
                  </a:cubicBezTo>
                  <a:cubicBezTo>
                    <a:pt x="1" y="877"/>
                    <a:pt x="1" y="877"/>
                    <a:pt x="1" y="877"/>
                  </a:cubicBezTo>
                  <a:cubicBezTo>
                    <a:pt x="0" y="882"/>
                    <a:pt x="0" y="886"/>
                    <a:pt x="1" y="890"/>
                  </a:cubicBezTo>
                  <a:cubicBezTo>
                    <a:pt x="1" y="893"/>
                    <a:pt x="3" y="896"/>
                    <a:pt x="5" y="899"/>
                  </a:cubicBezTo>
                  <a:cubicBezTo>
                    <a:pt x="7" y="901"/>
                    <a:pt x="8" y="902"/>
                    <a:pt x="8" y="903"/>
                  </a:cubicBezTo>
                  <a:cubicBezTo>
                    <a:pt x="8" y="906"/>
                    <a:pt x="6" y="906"/>
                    <a:pt x="4" y="907"/>
                  </a:cubicBezTo>
                  <a:cubicBezTo>
                    <a:pt x="4" y="907"/>
                    <a:pt x="4" y="907"/>
                    <a:pt x="4" y="907"/>
                  </a:cubicBezTo>
                  <a:cubicBezTo>
                    <a:pt x="3" y="908"/>
                    <a:pt x="2" y="908"/>
                    <a:pt x="1" y="909"/>
                  </a:cubicBezTo>
                  <a:cubicBezTo>
                    <a:pt x="1" y="910"/>
                    <a:pt x="0" y="911"/>
                    <a:pt x="0" y="912"/>
                  </a:cubicBezTo>
                  <a:cubicBezTo>
                    <a:pt x="0" y="913"/>
                    <a:pt x="0" y="913"/>
                    <a:pt x="1" y="914"/>
                  </a:cubicBezTo>
                  <a:cubicBezTo>
                    <a:pt x="2" y="916"/>
                    <a:pt x="3" y="917"/>
                    <a:pt x="5" y="918"/>
                  </a:cubicBezTo>
                  <a:cubicBezTo>
                    <a:pt x="5" y="918"/>
                    <a:pt x="5" y="918"/>
                    <a:pt x="5" y="918"/>
                  </a:cubicBezTo>
                  <a:cubicBezTo>
                    <a:pt x="5" y="918"/>
                    <a:pt x="6" y="918"/>
                    <a:pt x="6" y="918"/>
                  </a:cubicBezTo>
                  <a:cubicBezTo>
                    <a:pt x="7" y="919"/>
                    <a:pt x="8" y="920"/>
                    <a:pt x="8" y="921"/>
                  </a:cubicBezTo>
                  <a:cubicBezTo>
                    <a:pt x="8" y="922"/>
                    <a:pt x="8" y="924"/>
                    <a:pt x="8" y="924"/>
                  </a:cubicBezTo>
                  <a:cubicBezTo>
                    <a:pt x="8" y="924"/>
                    <a:pt x="8" y="925"/>
                    <a:pt x="8" y="925"/>
                  </a:cubicBezTo>
                  <a:cubicBezTo>
                    <a:pt x="7" y="925"/>
                    <a:pt x="6" y="927"/>
                    <a:pt x="6" y="928"/>
                  </a:cubicBezTo>
                  <a:cubicBezTo>
                    <a:pt x="6" y="930"/>
                    <a:pt x="6" y="930"/>
                    <a:pt x="6" y="931"/>
                  </a:cubicBezTo>
                  <a:cubicBezTo>
                    <a:pt x="6" y="932"/>
                    <a:pt x="6" y="932"/>
                    <a:pt x="6" y="933"/>
                  </a:cubicBezTo>
                  <a:cubicBezTo>
                    <a:pt x="7" y="933"/>
                    <a:pt x="7" y="933"/>
                    <a:pt x="8" y="934"/>
                  </a:cubicBezTo>
                  <a:cubicBezTo>
                    <a:pt x="9" y="935"/>
                    <a:pt x="10" y="935"/>
                    <a:pt x="11" y="937"/>
                  </a:cubicBezTo>
                  <a:cubicBezTo>
                    <a:pt x="13" y="939"/>
                    <a:pt x="13" y="940"/>
                    <a:pt x="13" y="942"/>
                  </a:cubicBezTo>
                  <a:cubicBezTo>
                    <a:pt x="13" y="942"/>
                    <a:pt x="13" y="942"/>
                    <a:pt x="13" y="942"/>
                  </a:cubicBezTo>
                  <a:cubicBezTo>
                    <a:pt x="13" y="942"/>
                    <a:pt x="13" y="943"/>
                    <a:pt x="14" y="944"/>
                  </a:cubicBezTo>
                  <a:cubicBezTo>
                    <a:pt x="14" y="945"/>
                    <a:pt x="14" y="947"/>
                    <a:pt x="15" y="948"/>
                  </a:cubicBezTo>
                  <a:cubicBezTo>
                    <a:pt x="15" y="950"/>
                    <a:pt x="15" y="951"/>
                    <a:pt x="16" y="953"/>
                  </a:cubicBezTo>
                  <a:cubicBezTo>
                    <a:pt x="16" y="953"/>
                    <a:pt x="16" y="953"/>
                    <a:pt x="16" y="953"/>
                  </a:cubicBezTo>
                  <a:cubicBezTo>
                    <a:pt x="17" y="955"/>
                    <a:pt x="18" y="957"/>
                    <a:pt x="22" y="958"/>
                  </a:cubicBezTo>
                  <a:cubicBezTo>
                    <a:pt x="26" y="960"/>
                    <a:pt x="28" y="960"/>
                    <a:pt x="31" y="959"/>
                  </a:cubicBezTo>
                  <a:cubicBezTo>
                    <a:pt x="31" y="959"/>
                    <a:pt x="31" y="959"/>
                    <a:pt x="32" y="959"/>
                  </a:cubicBezTo>
                  <a:cubicBezTo>
                    <a:pt x="32" y="959"/>
                    <a:pt x="32" y="959"/>
                    <a:pt x="32" y="959"/>
                  </a:cubicBezTo>
                  <a:cubicBezTo>
                    <a:pt x="34" y="959"/>
                    <a:pt x="35" y="959"/>
                    <a:pt x="36" y="960"/>
                  </a:cubicBezTo>
                  <a:cubicBezTo>
                    <a:pt x="37" y="961"/>
                    <a:pt x="39" y="962"/>
                    <a:pt x="40" y="964"/>
                  </a:cubicBezTo>
                  <a:cubicBezTo>
                    <a:pt x="42" y="965"/>
                    <a:pt x="43" y="965"/>
                    <a:pt x="45" y="965"/>
                  </a:cubicBezTo>
                  <a:cubicBezTo>
                    <a:pt x="47" y="965"/>
                    <a:pt x="49" y="965"/>
                    <a:pt x="51" y="964"/>
                  </a:cubicBezTo>
                  <a:cubicBezTo>
                    <a:pt x="53" y="964"/>
                    <a:pt x="55" y="963"/>
                    <a:pt x="57" y="963"/>
                  </a:cubicBezTo>
                  <a:cubicBezTo>
                    <a:pt x="59" y="964"/>
                    <a:pt x="61" y="964"/>
                    <a:pt x="63" y="966"/>
                  </a:cubicBezTo>
                  <a:cubicBezTo>
                    <a:pt x="63" y="966"/>
                    <a:pt x="64" y="966"/>
                    <a:pt x="65" y="966"/>
                  </a:cubicBezTo>
                  <a:cubicBezTo>
                    <a:pt x="68" y="969"/>
                    <a:pt x="72" y="971"/>
                    <a:pt x="72" y="974"/>
                  </a:cubicBezTo>
                  <a:cubicBezTo>
                    <a:pt x="72" y="976"/>
                    <a:pt x="72" y="977"/>
                    <a:pt x="71" y="978"/>
                  </a:cubicBezTo>
                  <a:cubicBezTo>
                    <a:pt x="70" y="979"/>
                    <a:pt x="69" y="980"/>
                    <a:pt x="70" y="981"/>
                  </a:cubicBezTo>
                  <a:cubicBezTo>
                    <a:pt x="70" y="982"/>
                    <a:pt x="71" y="983"/>
                    <a:pt x="71" y="983"/>
                  </a:cubicBezTo>
                  <a:cubicBezTo>
                    <a:pt x="72" y="985"/>
                    <a:pt x="73" y="987"/>
                    <a:pt x="73" y="988"/>
                  </a:cubicBezTo>
                  <a:cubicBezTo>
                    <a:pt x="73" y="989"/>
                    <a:pt x="72" y="990"/>
                    <a:pt x="71" y="991"/>
                  </a:cubicBezTo>
                  <a:cubicBezTo>
                    <a:pt x="71" y="991"/>
                    <a:pt x="71" y="991"/>
                    <a:pt x="70" y="991"/>
                  </a:cubicBezTo>
                  <a:cubicBezTo>
                    <a:pt x="70" y="992"/>
                    <a:pt x="70" y="992"/>
                    <a:pt x="71" y="993"/>
                  </a:cubicBezTo>
                  <a:cubicBezTo>
                    <a:pt x="72" y="995"/>
                    <a:pt x="73" y="995"/>
                    <a:pt x="74" y="996"/>
                  </a:cubicBezTo>
                  <a:cubicBezTo>
                    <a:pt x="76" y="996"/>
                    <a:pt x="77" y="997"/>
                    <a:pt x="78" y="999"/>
                  </a:cubicBezTo>
                  <a:cubicBezTo>
                    <a:pt x="78" y="1000"/>
                    <a:pt x="78" y="1002"/>
                    <a:pt x="78" y="1003"/>
                  </a:cubicBezTo>
                  <a:cubicBezTo>
                    <a:pt x="77" y="1004"/>
                    <a:pt x="77" y="1005"/>
                    <a:pt x="78" y="1005"/>
                  </a:cubicBezTo>
                  <a:cubicBezTo>
                    <a:pt x="80" y="1007"/>
                    <a:pt x="82" y="1008"/>
                    <a:pt x="83" y="1009"/>
                  </a:cubicBezTo>
                  <a:cubicBezTo>
                    <a:pt x="83" y="1009"/>
                    <a:pt x="83" y="1009"/>
                    <a:pt x="83" y="1009"/>
                  </a:cubicBezTo>
                  <a:cubicBezTo>
                    <a:pt x="83" y="1009"/>
                    <a:pt x="83" y="1009"/>
                    <a:pt x="83" y="1009"/>
                  </a:cubicBezTo>
                  <a:cubicBezTo>
                    <a:pt x="83" y="1009"/>
                    <a:pt x="83" y="1009"/>
                    <a:pt x="83" y="1009"/>
                  </a:cubicBezTo>
                  <a:cubicBezTo>
                    <a:pt x="83" y="1009"/>
                    <a:pt x="83" y="1009"/>
                    <a:pt x="83" y="1009"/>
                  </a:cubicBezTo>
                  <a:cubicBezTo>
                    <a:pt x="83" y="1009"/>
                    <a:pt x="83" y="1009"/>
                    <a:pt x="83" y="1009"/>
                  </a:cubicBezTo>
                  <a:cubicBezTo>
                    <a:pt x="84" y="1009"/>
                    <a:pt x="84" y="1010"/>
                    <a:pt x="84" y="1010"/>
                  </a:cubicBezTo>
                  <a:cubicBezTo>
                    <a:pt x="87" y="1011"/>
                    <a:pt x="91" y="1014"/>
                    <a:pt x="91" y="1017"/>
                  </a:cubicBezTo>
                  <a:cubicBezTo>
                    <a:pt x="91" y="1019"/>
                    <a:pt x="91" y="1020"/>
                    <a:pt x="90" y="1021"/>
                  </a:cubicBezTo>
                  <a:cubicBezTo>
                    <a:pt x="90" y="1021"/>
                    <a:pt x="90" y="1021"/>
                    <a:pt x="91" y="1021"/>
                  </a:cubicBezTo>
                  <a:cubicBezTo>
                    <a:pt x="93" y="1022"/>
                    <a:pt x="95" y="1023"/>
                    <a:pt x="97" y="1023"/>
                  </a:cubicBezTo>
                  <a:cubicBezTo>
                    <a:pt x="98" y="1023"/>
                    <a:pt x="100" y="1023"/>
                    <a:pt x="101" y="1024"/>
                  </a:cubicBezTo>
                  <a:cubicBezTo>
                    <a:pt x="103" y="1024"/>
                    <a:pt x="103" y="1025"/>
                    <a:pt x="103" y="1027"/>
                  </a:cubicBezTo>
                  <a:cubicBezTo>
                    <a:pt x="103" y="1027"/>
                    <a:pt x="103" y="1028"/>
                    <a:pt x="104" y="1029"/>
                  </a:cubicBezTo>
                  <a:cubicBezTo>
                    <a:pt x="104" y="1030"/>
                    <a:pt x="105" y="1030"/>
                    <a:pt x="106" y="1030"/>
                  </a:cubicBezTo>
                  <a:cubicBezTo>
                    <a:pt x="107" y="1031"/>
                    <a:pt x="108" y="1031"/>
                    <a:pt x="108" y="1034"/>
                  </a:cubicBezTo>
                  <a:cubicBezTo>
                    <a:pt x="108" y="1036"/>
                    <a:pt x="107" y="1037"/>
                    <a:pt x="106" y="1039"/>
                  </a:cubicBezTo>
                  <a:cubicBezTo>
                    <a:pt x="104" y="1040"/>
                    <a:pt x="101" y="1042"/>
                    <a:pt x="99" y="1042"/>
                  </a:cubicBezTo>
                  <a:cubicBezTo>
                    <a:pt x="96" y="1043"/>
                    <a:pt x="93" y="1043"/>
                    <a:pt x="90" y="1043"/>
                  </a:cubicBezTo>
                  <a:cubicBezTo>
                    <a:pt x="89" y="1043"/>
                    <a:pt x="88" y="1042"/>
                    <a:pt x="87" y="1042"/>
                  </a:cubicBezTo>
                  <a:cubicBezTo>
                    <a:pt x="85" y="1042"/>
                    <a:pt x="84" y="1042"/>
                    <a:pt x="82" y="1043"/>
                  </a:cubicBezTo>
                  <a:cubicBezTo>
                    <a:pt x="81" y="1043"/>
                    <a:pt x="80" y="1043"/>
                    <a:pt x="80" y="1044"/>
                  </a:cubicBezTo>
                  <a:cubicBezTo>
                    <a:pt x="80" y="1044"/>
                    <a:pt x="80" y="1044"/>
                    <a:pt x="81" y="1045"/>
                  </a:cubicBezTo>
                  <a:cubicBezTo>
                    <a:pt x="81" y="1045"/>
                    <a:pt x="82" y="1046"/>
                    <a:pt x="82" y="1047"/>
                  </a:cubicBezTo>
                  <a:cubicBezTo>
                    <a:pt x="83" y="1048"/>
                    <a:pt x="83" y="1048"/>
                    <a:pt x="83" y="1048"/>
                  </a:cubicBezTo>
                  <a:cubicBezTo>
                    <a:pt x="85" y="1051"/>
                    <a:pt x="86" y="1053"/>
                    <a:pt x="86" y="1057"/>
                  </a:cubicBezTo>
                  <a:cubicBezTo>
                    <a:pt x="86" y="1058"/>
                    <a:pt x="85" y="1059"/>
                    <a:pt x="85" y="1060"/>
                  </a:cubicBezTo>
                  <a:cubicBezTo>
                    <a:pt x="85" y="1062"/>
                    <a:pt x="85" y="1063"/>
                    <a:pt x="86" y="1065"/>
                  </a:cubicBezTo>
                  <a:cubicBezTo>
                    <a:pt x="88" y="1067"/>
                    <a:pt x="89" y="1068"/>
                    <a:pt x="91" y="1069"/>
                  </a:cubicBezTo>
                  <a:cubicBezTo>
                    <a:pt x="92" y="1070"/>
                    <a:pt x="93" y="1070"/>
                    <a:pt x="94" y="1070"/>
                  </a:cubicBezTo>
                  <a:cubicBezTo>
                    <a:pt x="95" y="1070"/>
                    <a:pt x="97" y="1068"/>
                    <a:pt x="98" y="1067"/>
                  </a:cubicBezTo>
                  <a:cubicBezTo>
                    <a:pt x="99" y="1066"/>
                    <a:pt x="101" y="1065"/>
                    <a:pt x="102" y="1064"/>
                  </a:cubicBezTo>
                  <a:cubicBezTo>
                    <a:pt x="105" y="1063"/>
                    <a:pt x="107" y="1063"/>
                    <a:pt x="110" y="1063"/>
                  </a:cubicBezTo>
                  <a:cubicBezTo>
                    <a:pt x="111" y="1063"/>
                    <a:pt x="112" y="1063"/>
                    <a:pt x="113" y="1063"/>
                  </a:cubicBezTo>
                  <a:cubicBezTo>
                    <a:pt x="116" y="1063"/>
                    <a:pt x="119" y="1062"/>
                    <a:pt x="122" y="1062"/>
                  </a:cubicBezTo>
                  <a:cubicBezTo>
                    <a:pt x="122" y="1062"/>
                    <a:pt x="122" y="1062"/>
                    <a:pt x="122" y="1062"/>
                  </a:cubicBezTo>
                  <a:cubicBezTo>
                    <a:pt x="122" y="1061"/>
                    <a:pt x="123" y="1061"/>
                    <a:pt x="123" y="1061"/>
                  </a:cubicBezTo>
                  <a:cubicBezTo>
                    <a:pt x="124" y="1061"/>
                    <a:pt x="125" y="1061"/>
                    <a:pt x="126" y="1061"/>
                  </a:cubicBezTo>
                  <a:cubicBezTo>
                    <a:pt x="128" y="1061"/>
                    <a:pt x="129" y="1062"/>
                    <a:pt x="131" y="1063"/>
                  </a:cubicBezTo>
                  <a:cubicBezTo>
                    <a:pt x="132" y="1064"/>
                    <a:pt x="132" y="1064"/>
                    <a:pt x="132" y="1064"/>
                  </a:cubicBezTo>
                  <a:cubicBezTo>
                    <a:pt x="134" y="1065"/>
                    <a:pt x="135" y="1065"/>
                    <a:pt x="135" y="1066"/>
                  </a:cubicBezTo>
                  <a:cubicBezTo>
                    <a:pt x="136" y="1067"/>
                    <a:pt x="136" y="1068"/>
                    <a:pt x="137" y="1070"/>
                  </a:cubicBezTo>
                  <a:cubicBezTo>
                    <a:pt x="137" y="1070"/>
                    <a:pt x="137" y="1070"/>
                    <a:pt x="137" y="1070"/>
                  </a:cubicBezTo>
                  <a:cubicBezTo>
                    <a:pt x="137" y="1070"/>
                    <a:pt x="137" y="1070"/>
                    <a:pt x="137" y="1070"/>
                  </a:cubicBezTo>
                  <a:cubicBezTo>
                    <a:pt x="137" y="1070"/>
                    <a:pt x="137" y="1070"/>
                    <a:pt x="137" y="1070"/>
                  </a:cubicBezTo>
                  <a:cubicBezTo>
                    <a:pt x="138" y="1072"/>
                    <a:pt x="139" y="1073"/>
                    <a:pt x="141" y="1075"/>
                  </a:cubicBezTo>
                  <a:cubicBezTo>
                    <a:pt x="141" y="1075"/>
                    <a:pt x="141" y="1075"/>
                    <a:pt x="142" y="1075"/>
                  </a:cubicBezTo>
                  <a:cubicBezTo>
                    <a:pt x="144" y="1077"/>
                    <a:pt x="144" y="1079"/>
                    <a:pt x="142" y="1080"/>
                  </a:cubicBezTo>
                  <a:cubicBezTo>
                    <a:pt x="142" y="1081"/>
                    <a:pt x="142" y="1081"/>
                    <a:pt x="141" y="1082"/>
                  </a:cubicBezTo>
                  <a:cubicBezTo>
                    <a:pt x="141" y="1082"/>
                    <a:pt x="140" y="1083"/>
                    <a:pt x="140" y="1083"/>
                  </a:cubicBezTo>
                  <a:cubicBezTo>
                    <a:pt x="139" y="1084"/>
                    <a:pt x="140" y="1085"/>
                    <a:pt x="141" y="1086"/>
                  </a:cubicBezTo>
                  <a:cubicBezTo>
                    <a:pt x="141" y="1087"/>
                    <a:pt x="142" y="1089"/>
                    <a:pt x="142" y="1090"/>
                  </a:cubicBezTo>
                  <a:cubicBezTo>
                    <a:pt x="142" y="1090"/>
                    <a:pt x="142" y="1090"/>
                    <a:pt x="142" y="1090"/>
                  </a:cubicBezTo>
                  <a:cubicBezTo>
                    <a:pt x="142" y="1092"/>
                    <a:pt x="142" y="1093"/>
                    <a:pt x="145" y="1093"/>
                  </a:cubicBezTo>
                  <a:cubicBezTo>
                    <a:pt x="146" y="1093"/>
                    <a:pt x="146" y="1093"/>
                    <a:pt x="146" y="1093"/>
                  </a:cubicBezTo>
                  <a:cubicBezTo>
                    <a:pt x="149" y="1094"/>
                    <a:pt x="150" y="1094"/>
                    <a:pt x="154" y="1094"/>
                  </a:cubicBezTo>
                  <a:cubicBezTo>
                    <a:pt x="156" y="1094"/>
                    <a:pt x="158" y="1094"/>
                    <a:pt x="160" y="1095"/>
                  </a:cubicBezTo>
                  <a:cubicBezTo>
                    <a:pt x="161" y="1096"/>
                    <a:pt x="163" y="1097"/>
                    <a:pt x="163" y="1099"/>
                  </a:cubicBezTo>
                  <a:cubicBezTo>
                    <a:pt x="164" y="1101"/>
                    <a:pt x="164" y="1103"/>
                    <a:pt x="164" y="1104"/>
                  </a:cubicBezTo>
                  <a:cubicBezTo>
                    <a:pt x="164" y="1105"/>
                    <a:pt x="164" y="1106"/>
                    <a:pt x="165" y="1108"/>
                  </a:cubicBezTo>
                  <a:cubicBezTo>
                    <a:pt x="166" y="1109"/>
                    <a:pt x="166" y="1111"/>
                    <a:pt x="166" y="1112"/>
                  </a:cubicBezTo>
                  <a:cubicBezTo>
                    <a:pt x="166" y="1114"/>
                    <a:pt x="166" y="1115"/>
                    <a:pt x="168" y="1116"/>
                  </a:cubicBezTo>
                  <a:cubicBezTo>
                    <a:pt x="170" y="1116"/>
                    <a:pt x="172" y="1116"/>
                    <a:pt x="173" y="1116"/>
                  </a:cubicBezTo>
                  <a:cubicBezTo>
                    <a:pt x="174" y="1115"/>
                    <a:pt x="176" y="1115"/>
                    <a:pt x="177" y="1115"/>
                  </a:cubicBezTo>
                  <a:cubicBezTo>
                    <a:pt x="179" y="1115"/>
                    <a:pt x="180" y="1116"/>
                    <a:pt x="181" y="1116"/>
                  </a:cubicBezTo>
                  <a:cubicBezTo>
                    <a:pt x="183" y="1117"/>
                    <a:pt x="184" y="1118"/>
                    <a:pt x="186" y="1118"/>
                  </a:cubicBezTo>
                  <a:cubicBezTo>
                    <a:pt x="188" y="1118"/>
                    <a:pt x="191" y="1117"/>
                    <a:pt x="194" y="1116"/>
                  </a:cubicBezTo>
                  <a:cubicBezTo>
                    <a:pt x="197" y="1115"/>
                    <a:pt x="200" y="1114"/>
                    <a:pt x="203" y="1114"/>
                  </a:cubicBezTo>
                  <a:cubicBezTo>
                    <a:pt x="206" y="1114"/>
                    <a:pt x="208" y="1116"/>
                    <a:pt x="210" y="1118"/>
                  </a:cubicBezTo>
                  <a:cubicBezTo>
                    <a:pt x="210" y="1119"/>
                    <a:pt x="211" y="1120"/>
                    <a:pt x="211" y="1120"/>
                  </a:cubicBezTo>
                  <a:cubicBezTo>
                    <a:pt x="213" y="1122"/>
                    <a:pt x="213" y="1123"/>
                    <a:pt x="214" y="1123"/>
                  </a:cubicBezTo>
                  <a:cubicBezTo>
                    <a:pt x="215" y="1125"/>
                    <a:pt x="215" y="1126"/>
                    <a:pt x="218" y="1126"/>
                  </a:cubicBezTo>
                  <a:cubicBezTo>
                    <a:pt x="220" y="1127"/>
                    <a:pt x="221" y="1127"/>
                    <a:pt x="223" y="1126"/>
                  </a:cubicBezTo>
                  <a:cubicBezTo>
                    <a:pt x="224" y="1126"/>
                    <a:pt x="225" y="1126"/>
                    <a:pt x="227" y="1126"/>
                  </a:cubicBezTo>
                  <a:cubicBezTo>
                    <a:pt x="230" y="1126"/>
                    <a:pt x="231" y="1127"/>
                    <a:pt x="233" y="1128"/>
                  </a:cubicBezTo>
                  <a:cubicBezTo>
                    <a:pt x="234" y="1128"/>
                    <a:pt x="235" y="1129"/>
                    <a:pt x="236" y="1129"/>
                  </a:cubicBezTo>
                  <a:cubicBezTo>
                    <a:pt x="238" y="1130"/>
                    <a:pt x="239" y="1130"/>
                    <a:pt x="240" y="1130"/>
                  </a:cubicBezTo>
                  <a:cubicBezTo>
                    <a:pt x="241" y="1130"/>
                    <a:pt x="242" y="1130"/>
                    <a:pt x="244" y="1130"/>
                  </a:cubicBezTo>
                  <a:cubicBezTo>
                    <a:pt x="246" y="1131"/>
                    <a:pt x="247" y="1132"/>
                    <a:pt x="249" y="1134"/>
                  </a:cubicBezTo>
                  <a:cubicBezTo>
                    <a:pt x="250" y="1136"/>
                    <a:pt x="251" y="1137"/>
                    <a:pt x="253" y="1137"/>
                  </a:cubicBezTo>
                  <a:cubicBezTo>
                    <a:pt x="254" y="1137"/>
                    <a:pt x="255" y="1137"/>
                    <a:pt x="256" y="1137"/>
                  </a:cubicBezTo>
                  <a:cubicBezTo>
                    <a:pt x="258" y="1136"/>
                    <a:pt x="260" y="1136"/>
                    <a:pt x="261" y="1138"/>
                  </a:cubicBezTo>
                  <a:cubicBezTo>
                    <a:pt x="262" y="1140"/>
                    <a:pt x="263" y="1142"/>
                    <a:pt x="263" y="1143"/>
                  </a:cubicBezTo>
                  <a:cubicBezTo>
                    <a:pt x="263" y="1145"/>
                    <a:pt x="263" y="1146"/>
                    <a:pt x="262" y="1148"/>
                  </a:cubicBezTo>
                  <a:cubicBezTo>
                    <a:pt x="262" y="1149"/>
                    <a:pt x="260" y="1150"/>
                    <a:pt x="258" y="1151"/>
                  </a:cubicBezTo>
                  <a:cubicBezTo>
                    <a:pt x="257" y="1152"/>
                    <a:pt x="256" y="1153"/>
                    <a:pt x="256" y="1153"/>
                  </a:cubicBezTo>
                  <a:cubicBezTo>
                    <a:pt x="256" y="1154"/>
                    <a:pt x="256" y="1154"/>
                    <a:pt x="257" y="1155"/>
                  </a:cubicBezTo>
                  <a:cubicBezTo>
                    <a:pt x="257" y="1155"/>
                    <a:pt x="258" y="1156"/>
                    <a:pt x="258" y="1157"/>
                  </a:cubicBezTo>
                  <a:cubicBezTo>
                    <a:pt x="259" y="1160"/>
                    <a:pt x="258" y="1161"/>
                    <a:pt x="256" y="1162"/>
                  </a:cubicBezTo>
                  <a:cubicBezTo>
                    <a:pt x="256" y="1162"/>
                    <a:pt x="256" y="1162"/>
                    <a:pt x="256" y="1162"/>
                  </a:cubicBezTo>
                  <a:cubicBezTo>
                    <a:pt x="256" y="1162"/>
                    <a:pt x="255" y="1162"/>
                    <a:pt x="255" y="1162"/>
                  </a:cubicBezTo>
                  <a:cubicBezTo>
                    <a:pt x="254" y="1163"/>
                    <a:pt x="253" y="1163"/>
                    <a:pt x="253" y="1163"/>
                  </a:cubicBezTo>
                  <a:cubicBezTo>
                    <a:pt x="253" y="1164"/>
                    <a:pt x="253" y="1165"/>
                    <a:pt x="254" y="1166"/>
                  </a:cubicBezTo>
                  <a:cubicBezTo>
                    <a:pt x="254" y="1166"/>
                    <a:pt x="255" y="1166"/>
                    <a:pt x="255" y="1167"/>
                  </a:cubicBezTo>
                  <a:cubicBezTo>
                    <a:pt x="256" y="1168"/>
                    <a:pt x="257" y="1169"/>
                    <a:pt x="257" y="1170"/>
                  </a:cubicBezTo>
                  <a:cubicBezTo>
                    <a:pt x="258" y="1171"/>
                    <a:pt x="258" y="1172"/>
                    <a:pt x="258" y="1174"/>
                  </a:cubicBezTo>
                  <a:cubicBezTo>
                    <a:pt x="258" y="1174"/>
                    <a:pt x="258" y="1174"/>
                    <a:pt x="258" y="1174"/>
                  </a:cubicBezTo>
                  <a:cubicBezTo>
                    <a:pt x="258" y="1174"/>
                    <a:pt x="258" y="1174"/>
                    <a:pt x="258" y="1174"/>
                  </a:cubicBezTo>
                  <a:cubicBezTo>
                    <a:pt x="258" y="1174"/>
                    <a:pt x="258" y="1174"/>
                    <a:pt x="258" y="1174"/>
                  </a:cubicBezTo>
                  <a:cubicBezTo>
                    <a:pt x="257" y="1177"/>
                    <a:pt x="257" y="1179"/>
                    <a:pt x="255" y="1182"/>
                  </a:cubicBezTo>
                  <a:cubicBezTo>
                    <a:pt x="255" y="1182"/>
                    <a:pt x="255" y="1182"/>
                    <a:pt x="255" y="1182"/>
                  </a:cubicBezTo>
                  <a:cubicBezTo>
                    <a:pt x="253" y="1185"/>
                    <a:pt x="252" y="1186"/>
                    <a:pt x="249" y="1186"/>
                  </a:cubicBezTo>
                  <a:cubicBezTo>
                    <a:pt x="248" y="1186"/>
                    <a:pt x="246" y="1186"/>
                    <a:pt x="244" y="1186"/>
                  </a:cubicBezTo>
                  <a:cubicBezTo>
                    <a:pt x="241" y="1186"/>
                    <a:pt x="238" y="1185"/>
                    <a:pt x="238" y="1185"/>
                  </a:cubicBezTo>
                  <a:cubicBezTo>
                    <a:pt x="237" y="1186"/>
                    <a:pt x="233" y="1187"/>
                    <a:pt x="230" y="1188"/>
                  </a:cubicBezTo>
                  <a:cubicBezTo>
                    <a:pt x="228" y="1189"/>
                    <a:pt x="227" y="1190"/>
                    <a:pt x="226" y="1191"/>
                  </a:cubicBezTo>
                  <a:cubicBezTo>
                    <a:pt x="225" y="1194"/>
                    <a:pt x="223" y="1199"/>
                    <a:pt x="222" y="1203"/>
                  </a:cubicBezTo>
                  <a:cubicBezTo>
                    <a:pt x="223" y="1203"/>
                    <a:pt x="224" y="1202"/>
                    <a:pt x="226" y="1202"/>
                  </a:cubicBezTo>
                  <a:cubicBezTo>
                    <a:pt x="229" y="1201"/>
                    <a:pt x="230" y="1201"/>
                    <a:pt x="231" y="1202"/>
                  </a:cubicBezTo>
                  <a:cubicBezTo>
                    <a:pt x="233" y="1202"/>
                    <a:pt x="234" y="1203"/>
                    <a:pt x="235" y="1202"/>
                  </a:cubicBezTo>
                  <a:cubicBezTo>
                    <a:pt x="235" y="1201"/>
                    <a:pt x="238" y="1201"/>
                    <a:pt x="241" y="1201"/>
                  </a:cubicBezTo>
                  <a:cubicBezTo>
                    <a:pt x="243" y="1201"/>
                    <a:pt x="243" y="1201"/>
                    <a:pt x="244" y="1203"/>
                  </a:cubicBezTo>
                  <a:cubicBezTo>
                    <a:pt x="244" y="1205"/>
                    <a:pt x="243" y="1206"/>
                    <a:pt x="238" y="1208"/>
                  </a:cubicBezTo>
                  <a:cubicBezTo>
                    <a:pt x="234" y="1209"/>
                    <a:pt x="233" y="1210"/>
                    <a:pt x="230" y="1211"/>
                  </a:cubicBezTo>
                  <a:cubicBezTo>
                    <a:pt x="228" y="1211"/>
                    <a:pt x="228" y="1211"/>
                    <a:pt x="227" y="1212"/>
                  </a:cubicBezTo>
                  <a:cubicBezTo>
                    <a:pt x="226" y="1213"/>
                    <a:pt x="228" y="1215"/>
                    <a:pt x="227" y="1215"/>
                  </a:cubicBezTo>
                  <a:cubicBezTo>
                    <a:pt x="226" y="1216"/>
                    <a:pt x="224" y="1215"/>
                    <a:pt x="221" y="1216"/>
                  </a:cubicBezTo>
                  <a:cubicBezTo>
                    <a:pt x="218" y="1216"/>
                    <a:pt x="218" y="1216"/>
                    <a:pt x="217" y="1216"/>
                  </a:cubicBezTo>
                  <a:cubicBezTo>
                    <a:pt x="215" y="1216"/>
                    <a:pt x="214" y="1215"/>
                    <a:pt x="212" y="1216"/>
                  </a:cubicBezTo>
                  <a:cubicBezTo>
                    <a:pt x="211" y="1216"/>
                    <a:pt x="212" y="1217"/>
                    <a:pt x="213" y="1219"/>
                  </a:cubicBezTo>
                  <a:cubicBezTo>
                    <a:pt x="213" y="1220"/>
                    <a:pt x="215" y="1221"/>
                    <a:pt x="218" y="1223"/>
                  </a:cubicBezTo>
                  <a:cubicBezTo>
                    <a:pt x="222" y="1225"/>
                    <a:pt x="222" y="1226"/>
                    <a:pt x="225" y="1227"/>
                  </a:cubicBezTo>
                  <a:cubicBezTo>
                    <a:pt x="228" y="1228"/>
                    <a:pt x="229" y="1229"/>
                    <a:pt x="229" y="1231"/>
                  </a:cubicBezTo>
                  <a:cubicBezTo>
                    <a:pt x="229" y="1232"/>
                    <a:pt x="228" y="1231"/>
                    <a:pt x="226" y="1231"/>
                  </a:cubicBezTo>
                  <a:cubicBezTo>
                    <a:pt x="224" y="1231"/>
                    <a:pt x="223" y="1230"/>
                    <a:pt x="222" y="1230"/>
                  </a:cubicBezTo>
                  <a:cubicBezTo>
                    <a:pt x="221" y="1230"/>
                    <a:pt x="221" y="1231"/>
                    <a:pt x="221" y="1233"/>
                  </a:cubicBezTo>
                  <a:cubicBezTo>
                    <a:pt x="220" y="1236"/>
                    <a:pt x="219" y="1236"/>
                    <a:pt x="218" y="1236"/>
                  </a:cubicBezTo>
                  <a:cubicBezTo>
                    <a:pt x="217" y="1236"/>
                    <a:pt x="217" y="1233"/>
                    <a:pt x="215" y="1235"/>
                  </a:cubicBezTo>
                  <a:cubicBezTo>
                    <a:pt x="214" y="1237"/>
                    <a:pt x="214" y="1238"/>
                    <a:pt x="212" y="1239"/>
                  </a:cubicBezTo>
                  <a:cubicBezTo>
                    <a:pt x="211" y="1240"/>
                    <a:pt x="210" y="1241"/>
                    <a:pt x="209" y="1243"/>
                  </a:cubicBezTo>
                  <a:cubicBezTo>
                    <a:pt x="209" y="1244"/>
                    <a:pt x="212" y="1246"/>
                    <a:pt x="212" y="1247"/>
                  </a:cubicBezTo>
                  <a:cubicBezTo>
                    <a:pt x="213" y="1249"/>
                    <a:pt x="212" y="1248"/>
                    <a:pt x="211" y="1250"/>
                  </a:cubicBezTo>
                  <a:cubicBezTo>
                    <a:pt x="210" y="1252"/>
                    <a:pt x="209" y="1250"/>
                    <a:pt x="206" y="1250"/>
                  </a:cubicBezTo>
                  <a:cubicBezTo>
                    <a:pt x="203" y="1250"/>
                    <a:pt x="203" y="1250"/>
                    <a:pt x="201" y="1250"/>
                  </a:cubicBezTo>
                  <a:cubicBezTo>
                    <a:pt x="200" y="1249"/>
                    <a:pt x="198" y="1249"/>
                    <a:pt x="196" y="1249"/>
                  </a:cubicBezTo>
                  <a:cubicBezTo>
                    <a:pt x="194" y="1250"/>
                    <a:pt x="194" y="1250"/>
                    <a:pt x="192" y="1251"/>
                  </a:cubicBezTo>
                  <a:cubicBezTo>
                    <a:pt x="189" y="1252"/>
                    <a:pt x="189" y="1252"/>
                    <a:pt x="189" y="1254"/>
                  </a:cubicBezTo>
                  <a:cubicBezTo>
                    <a:pt x="190" y="1255"/>
                    <a:pt x="192" y="1255"/>
                    <a:pt x="194" y="1257"/>
                  </a:cubicBezTo>
                  <a:cubicBezTo>
                    <a:pt x="197" y="1259"/>
                    <a:pt x="198" y="1258"/>
                    <a:pt x="199" y="1259"/>
                  </a:cubicBezTo>
                  <a:cubicBezTo>
                    <a:pt x="200" y="1259"/>
                    <a:pt x="202" y="1262"/>
                    <a:pt x="203" y="1265"/>
                  </a:cubicBezTo>
                  <a:cubicBezTo>
                    <a:pt x="204" y="1267"/>
                    <a:pt x="208" y="1266"/>
                    <a:pt x="211" y="1266"/>
                  </a:cubicBezTo>
                  <a:cubicBezTo>
                    <a:pt x="214" y="1266"/>
                    <a:pt x="215" y="1267"/>
                    <a:pt x="216" y="1268"/>
                  </a:cubicBezTo>
                  <a:cubicBezTo>
                    <a:pt x="216" y="1270"/>
                    <a:pt x="217" y="1271"/>
                    <a:pt x="219" y="1273"/>
                  </a:cubicBezTo>
                  <a:cubicBezTo>
                    <a:pt x="220" y="1274"/>
                    <a:pt x="223" y="1274"/>
                    <a:pt x="227" y="1275"/>
                  </a:cubicBezTo>
                  <a:cubicBezTo>
                    <a:pt x="230" y="1275"/>
                    <a:pt x="231" y="1276"/>
                    <a:pt x="233" y="1278"/>
                  </a:cubicBezTo>
                  <a:cubicBezTo>
                    <a:pt x="236" y="1280"/>
                    <a:pt x="238" y="1281"/>
                    <a:pt x="240" y="1283"/>
                  </a:cubicBezTo>
                  <a:cubicBezTo>
                    <a:pt x="243" y="1286"/>
                    <a:pt x="250" y="1292"/>
                    <a:pt x="254" y="1295"/>
                  </a:cubicBezTo>
                  <a:cubicBezTo>
                    <a:pt x="255" y="1296"/>
                    <a:pt x="256" y="1297"/>
                    <a:pt x="257" y="1298"/>
                  </a:cubicBezTo>
                  <a:cubicBezTo>
                    <a:pt x="258" y="1296"/>
                    <a:pt x="258" y="1295"/>
                    <a:pt x="260" y="1294"/>
                  </a:cubicBezTo>
                  <a:cubicBezTo>
                    <a:pt x="260" y="1294"/>
                    <a:pt x="260" y="1294"/>
                    <a:pt x="260" y="1294"/>
                  </a:cubicBezTo>
                  <a:cubicBezTo>
                    <a:pt x="263" y="1293"/>
                    <a:pt x="265" y="1293"/>
                    <a:pt x="268" y="1294"/>
                  </a:cubicBezTo>
                  <a:cubicBezTo>
                    <a:pt x="268" y="1294"/>
                    <a:pt x="269" y="1294"/>
                    <a:pt x="270" y="1294"/>
                  </a:cubicBezTo>
                  <a:cubicBezTo>
                    <a:pt x="271" y="1294"/>
                    <a:pt x="272" y="1294"/>
                    <a:pt x="272" y="1294"/>
                  </a:cubicBezTo>
                  <a:cubicBezTo>
                    <a:pt x="274" y="1293"/>
                    <a:pt x="275" y="1293"/>
                    <a:pt x="278" y="1295"/>
                  </a:cubicBezTo>
                  <a:cubicBezTo>
                    <a:pt x="279" y="1296"/>
                    <a:pt x="280" y="1296"/>
                    <a:pt x="281" y="1297"/>
                  </a:cubicBezTo>
                  <a:cubicBezTo>
                    <a:pt x="281" y="1297"/>
                    <a:pt x="281" y="1297"/>
                    <a:pt x="281" y="1297"/>
                  </a:cubicBezTo>
                  <a:cubicBezTo>
                    <a:pt x="285" y="1299"/>
                    <a:pt x="289" y="1301"/>
                    <a:pt x="294" y="1302"/>
                  </a:cubicBezTo>
                  <a:cubicBezTo>
                    <a:pt x="298" y="1302"/>
                    <a:pt x="304" y="1302"/>
                    <a:pt x="308" y="1302"/>
                  </a:cubicBezTo>
                  <a:cubicBezTo>
                    <a:pt x="310" y="1302"/>
                    <a:pt x="312" y="1302"/>
                    <a:pt x="313" y="1302"/>
                  </a:cubicBezTo>
                  <a:cubicBezTo>
                    <a:pt x="315" y="1302"/>
                    <a:pt x="316" y="1303"/>
                    <a:pt x="318" y="1304"/>
                  </a:cubicBezTo>
                  <a:cubicBezTo>
                    <a:pt x="319" y="1305"/>
                    <a:pt x="320" y="1306"/>
                    <a:pt x="322" y="1307"/>
                  </a:cubicBezTo>
                  <a:cubicBezTo>
                    <a:pt x="325" y="1308"/>
                    <a:pt x="326" y="1309"/>
                    <a:pt x="327" y="1309"/>
                  </a:cubicBezTo>
                  <a:cubicBezTo>
                    <a:pt x="328" y="1309"/>
                    <a:pt x="330" y="1309"/>
                    <a:pt x="332" y="1310"/>
                  </a:cubicBezTo>
                  <a:cubicBezTo>
                    <a:pt x="335" y="1312"/>
                    <a:pt x="336" y="1313"/>
                    <a:pt x="336" y="1315"/>
                  </a:cubicBezTo>
                  <a:cubicBezTo>
                    <a:pt x="337" y="1315"/>
                    <a:pt x="337" y="1316"/>
                    <a:pt x="338" y="1316"/>
                  </a:cubicBezTo>
                  <a:cubicBezTo>
                    <a:pt x="338" y="1316"/>
                    <a:pt x="338" y="1316"/>
                    <a:pt x="338" y="1316"/>
                  </a:cubicBezTo>
                  <a:cubicBezTo>
                    <a:pt x="339" y="1317"/>
                    <a:pt x="340" y="1318"/>
                    <a:pt x="341" y="1318"/>
                  </a:cubicBezTo>
                  <a:cubicBezTo>
                    <a:pt x="343" y="1318"/>
                    <a:pt x="344" y="1317"/>
                    <a:pt x="345" y="1317"/>
                  </a:cubicBezTo>
                  <a:cubicBezTo>
                    <a:pt x="346" y="1316"/>
                    <a:pt x="347" y="1316"/>
                    <a:pt x="347" y="1315"/>
                  </a:cubicBezTo>
                  <a:cubicBezTo>
                    <a:pt x="349" y="1314"/>
                    <a:pt x="350" y="1313"/>
                    <a:pt x="353" y="1314"/>
                  </a:cubicBezTo>
                  <a:cubicBezTo>
                    <a:pt x="356" y="1315"/>
                    <a:pt x="357" y="1315"/>
                    <a:pt x="360" y="1315"/>
                  </a:cubicBezTo>
                  <a:cubicBezTo>
                    <a:pt x="361" y="1315"/>
                    <a:pt x="361" y="1315"/>
                    <a:pt x="361" y="1315"/>
                  </a:cubicBezTo>
                  <a:cubicBezTo>
                    <a:pt x="363" y="1315"/>
                    <a:pt x="366" y="1316"/>
                    <a:pt x="368" y="1317"/>
                  </a:cubicBezTo>
                  <a:cubicBezTo>
                    <a:pt x="371" y="1317"/>
                    <a:pt x="373" y="1319"/>
                    <a:pt x="374" y="1320"/>
                  </a:cubicBezTo>
                  <a:cubicBezTo>
                    <a:pt x="377" y="1322"/>
                    <a:pt x="376" y="1324"/>
                    <a:pt x="376" y="1326"/>
                  </a:cubicBezTo>
                  <a:cubicBezTo>
                    <a:pt x="375" y="1326"/>
                    <a:pt x="375" y="1327"/>
                    <a:pt x="376" y="1328"/>
                  </a:cubicBezTo>
                  <a:cubicBezTo>
                    <a:pt x="376" y="1329"/>
                    <a:pt x="378" y="1330"/>
                    <a:pt x="381" y="1331"/>
                  </a:cubicBezTo>
                  <a:cubicBezTo>
                    <a:pt x="384" y="1332"/>
                    <a:pt x="388" y="1334"/>
                    <a:pt x="391" y="1334"/>
                  </a:cubicBezTo>
                  <a:cubicBezTo>
                    <a:pt x="393" y="1334"/>
                    <a:pt x="394" y="1334"/>
                    <a:pt x="396" y="1335"/>
                  </a:cubicBezTo>
                  <a:cubicBezTo>
                    <a:pt x="398" y="1336"/>
                    <a:pt x="399" y="1336"/>
                    <a:pt x="400" y="1338"/>
                  </a:cubicBezTo>
                  <a:cubicBezTo>
                    <a:pt x="402" y="1339"/>
                    <a:pt x="405" y="1343"/>
                    <a:pt x="408" y="1346"/>
                  </a:cubicBezTo>
                  <a:cubicBezTo>
                    <a:pt x="411" y="1348"/>
                    <a:pt x="413" y="1350"/>
                    <a:pt x="414" y="1350"/>
                  </a:cubicBezTo>
                  <a:cubicBezTo>
                    <a:pt x="414" y="1350"/>
                    <a:pt x="415" y="1350"/>
                    <a:pt x="415" y="1351"/>
                  </a:cubicBezTo>
                  <a:cubicBezTo>
                    <a:pt x="417" y="1351"/>
                    <a:pt x="418" y="1352"/>
                    <a:pt x="419" y="1351"/>
                  </a:cubicBezTo>
                  <a:cubicBezTo>
                    <a:pt x="420" y="1351"/>
                    <a:pt x="423" y="1348"/>
                    <a:pt x="426" y="1345"/>
                  </a:cubicBezTo>
                  <a:cubicBezTo>
                    <a:pt x="428" y="1342"/>
                    <a:pt x="431" y="1340"/>
                    <a:pt x="433" y="1338"/>
                  </a:cubicBezTo>
                  <a:cubicBezTo>
                    <a:pt x="433" y="1337"/>
                    <a:pt x="432" y="1337"/>
                    <a:pt x="432" y="1336"/>
                  </a:cubicBezTo>
                  <a:cubicBezTo>
                    <a:pt x="428" y="1331"/>
                    <a:pt x="428" y="1333"/>
                    <a:pt x="426" y="1328"/>
                  </a:cubicBezTo>
                  <a:cubicBezTo>
                    <a:pt x="424" y="1322"/>
                    <a:pt x="424" y="1324"/>
                    <a:pt x="422" y="1320"/>
                  </a:cubicBezTo>
                  <a:cubicBezTo>
                    <a:pt x="420" y="1318"/>
                    <a:pt x="419" y="1317"/>
                    <a:pt x="418" y="1316"/>
                  </a:cubicBezTo>
                  <a:cubicBezTo>
                    <a:pt x="417" y="1314"/>
                    <a:pt x="415" y="1312"/>
                    <a:pt x="414" y="1311"/>
                  </a:cubicBezTo>
                  <a:cubicBezTo>
                    <a:pt x="413" y="1309"/>
                    <a:pt x="414" y="1309"/>
                    <a:pt x="415" y="1306"/>
                  </a:cubicBezTo>
                  <a:cubicBezTo>
                    <a:pt x="415" y="1302"/>
                    <a:pt x="416" y="1297"/>
                    <a:pt x="417" y="1294"/>
                  </a:cubicBezTo>
                  <a:cubicBezTo>
                    <a:pt x="417" y="1292"/>
                    <a:pt x="418" y="1291"/>
                    <a:pt x="417" y="1289"/>
                  </a:cubicBezTo>
                  <a:cubicBezTo>
                    <a:pt x="416" y="1286"/>
                    <a:pt x="414" y="1289"/>
                    <a:pt x="414" y="1291"/>
                  </a:cubicBezTo>
                  <a:cubicBezTo>
                    <a:pt x="413" y="1293"/>
                    <a:pt x="412" y="1295"/>
                    <a:pt x="411" y="1296"/>
                  </a:cubicBezTo>
                  <a:cubicBezTo>
                    <a:pt x="410" y="1296"/>
                    <a:pt x="410" y="1295"/>
                    <a:pt x="410" y="1293"/>
                  </a:cubicBezTo>
                  <a:cubicBezTo>
                    <a:pt x="409" y="1291"/>
                    <a:pt x="412" y="1289"/>
                    <a:pt x="412" y="1287"/>
                  </a:cubicBezTo>
                  <a:cubicBezTo>
                    <a:pt x="411" y="1284"/>
                    <a:pt x="411" y="1284"/>
                    <a:pt x="409" y="1281"/>
                  </a:cubicBezTo>
                  <a:cubicBezTo>
                    <a:pt x="407" y="1278"/>
                    <a:pt x="407" y="1278"/>
                    <a:pt x="405" y="1276"/>
                  </a:cubicBezTo>
                  <a:cubicBezTo>
                    <a:pt x="403" y="1275"/>
                    <a:pt x="401" y="1274"/>
                    <a:pt x="398" y="1274"/>
                  </a:cubicBezTo>
                  <a:cubicBezTo>
                    <a:pt x="396" y="1274"/>
                    <a:pt x="395" y="1272"/>
                    <a:pt x="395" y="1271"/>
                  </a:cubicBezTo>
                  <a:cubicBezTo>
                    <a:pt x="395" y="1269"/>
                    <a:pt x="398" y="1267"/>
                    <a:pt x="402" y="1263"/>
                  </a:cubicBezTo>
                  <a:cubicBezTo>
                    <a:pt x="406" y="1260"/>
                    <a:pt x="405" y="1259"/>
                    <a:pt x="407" y="1257"/>
                  </a:cubicBezTo>
                  <a:cubicBezTo>
                    <a:pt x="409" y="1254"/>
                    <a:pt x="409" y="1254"/>
                    <a:pt x="410" y="1251"/>
                  </a:cubicBezTo>
                  <a:cubicBezTo>
                    <a:pt x="411" y="1248"/>
                    <a:pt x="410" y="1245"/>
                    <a:pt x="411" y="1243"/>
                  </a:cubicBezTo>
                  <a:cubicBezTo>
                    <a:pt x="412" y="1241"/>
                    <a:pt x="413" y="1244"/>
                    <a:pt x="414" y="1243"/>
                  </a:cubicBezTo>
                  <a:cubicBezTo>
                    <a:pt x="414" y="1242"/>
                    <a:pt x="413" y="1240"/>
                    <a:pt x="415" y="1238"/>
                  </a:cubicBezTo>
                  <a:cubicBezTo>
                    <a:pt x="416" y="1237"/>
                    <a:pt x="419" y="1240"/>
                    <a:pt x="421" y="1240"/>
                  </a:cubicBezTo>
                  <a:cubicBezTo>
                    <a:pt x="423" y="1240"/>
                    <a:pt x="426" y="1240"/>
                    <a:pt x="429" y="1239"/>
                  </a:cubicBezTo>
                  <a:cubicBezTo>
                    <a:pt x="432" y="1238"/>
                    <a:pt x="432" y="1234"/>
                    <a:pt x="434" y="1235"/>
                  </a:cubicBezTo>
                  <a:cubicBezTo>
                    <a:pt x="436" y="1235"/>
                    <a:pt x="438" y="1236"/>
                    <a:pt x="438" y="1236"/>
                  </a:cubicBezTo>
                  <a:cubicBezTo>
                    <a:pt x="439" y="1235"/>
                    <a:pt x="438" y="1232"/>
                    <a:pt x="438" y="1231"/>
                  </a:cubicBezTo>
                  <a:cubicBezTo>
                    <a:pt x="439" y="1229"/>
                    <a:pt x="442" y="1230"/>
                    <a:pt x="444" y="1230"/>
                  </a:cubicBezTo>
                  <a:cubicBezTo>
                    <a:pt x="447" y="1230"/>
                    <a:pt x="448" y="1229"/>
                    <a:pt x="448" y="1227"/>
                  </a:cubicBezTo>
                  <a:cubicBezTo>
                    <a:pt x="446" y="1225"/>
                    <a:pt x="443" y="1224"/>
                    <a:pt x="441" y="1223"/>
                  </a:cubicBezTo>
                  <a:cubicBezTo>
                    <a:pt x="440" y="1222"/>
                    <a:pt x="438" y="1221"/>
                    <a:pt x="437" y="1220"/>
                  </a:cubicBezTo>
                  <a:cubicBezTo>
                    <a:pt x="436" y="1219"/>
                    <a:pt x="436" y="1217"/>
                    <a:pt x="436" y="1216"/>
                  </a:cubicBezTo>
                  <a:cubicBezTo>
                    <a:pt x="436" y="1214"/>
                    <a:pt x="437" y="1213"/>
                    <a:pt x="439" y="1212"/>
                  </a:cubicBezTo>
                  <a:cubicBezTo>
                    <a:pt x="439" y="1212"/>
                    <a:pt x="439" y="1212"/>
                    <a:pt x="439" y="1212"/>
                  </a:cubicBezTo>
                  <a:cubicBezTo>
                    <a:pt x="440" y="1212"/>
                    <a:pt x="441" y="1212"/>
                    <a:pt x="441" y="1211"/>
                  </a:cubicBezTo>
                  <a:cubicBezTo>
                    <a:pt x="441" y="1210"/>
                    <a:pt x="440" y="1209"/>
                    <a:pt x="438" y="1207"/>
                  </a:cubicBezTo>
                  <a:cubicBezTo>
                    <a:pt x="438" y="1206"/>
                    <a:pt x="437" y="1205"/>
                    <a:pt x="435" y="1204"/>
                  </a:cubicBezTo>
                  <a:cubicBezTo>
                    <a:pt x="434" y="1202"/>
                    <a:pt x="432" y="1199"/>
                    <a:pt x="431" y="1197"/>
                  </a:cubicBezTo>
                  <a:cubicBezTo>
                    <a:pt x="429" y="1194"/>
                    <a:pt x="427" y="1190"/>
                    <a:pt x="425" y="1189"/>
                  </a:cubicBezTo>
                  <a:cubicBezTo>
                    <a:pt x="423" y="1189"/>
                    <a:pt x="420" y="1189"/>
                    <a:pt x="418" y="1190"/>
                  </a:cubicBezTo>
                  <a:cubicBezTo>
                    <a:pt x="415" y="1190"/>
                    <a:pt x="412" y="1190"/>
                    <a:pt x="410" y="1190"/>
                  </a:cubicBezTo>
                  <a:cubicBezTo>
                    <a:pt x="406" y="1189"/>
                    <a:pt x="405" y="1184"/>
                    <a:pt x="404" y="1181"/>
                  </a:cubicBezTo>
                  <a:cubicBezTo>
                    <a:pt x="404" y="1180"/>
                    <a:pt x="404" y="1180"/>
                    <a:pt x="404" y="1179"/>
                  </a:cubicBezTo>
                  <a:cubicBezTo>
                    <a:pt x="404" y="1178"/>
                    <a:pt x="403" y="1177"/>
                    <a:pt x="403" y="1177"/>
                  </a:cubicBezTo>
                  <a:cubicBezTo>
                    <a:pt x="402" y="1176"/>
                    <a:pt x="401" y="1175"/>
                    <a:pt x="400" y="1175"/>
                  </a:cubicBezTo>
                  <a:cubicBezTo>
                    <a:pt x="398" y="1174"/>
                    <a:pt x="396" y="1173"/>
                    <a:pt x="395" y="1172"/>
                  </a:cubicBezTo>
                  <a:cubicBezTo>
                    <a:pt x="394" y="1170"/>
                    <a:pt x="393" y="1169"/>
                    <a:pt x="392" y="1167"/>
                  </a:cubicBezTo>
                  <a:cubicBezTo>
                    <a:pt x="392" y="1164"/>
                    <a:pt x="394" y="1160"/>
                    <a:pt x="396" y="1158"/>
                  </a:cubicBezTo>
                  <a:cubicBezTo>
                    <a:pt x="397" y="1157"/>
                    <a:pt x="397" y="1157"/>
                    <a:pt x="398" y="1156"/>
                  </a:cubicBezTo>
                  <a:cubicBezTo>
                    <a:pt x="398" y="1156"/>
                    <a:pt x="398" y="1156"/>
                    <a:pt x="398" y="1156"/>
                  </a:cubicBezTo>
                  <a:cubicBezTo>
                    <a:pt x="398" y="1156"/>
                    <a:pt x="398" y="1156"/>
                    <a:pt x="398" y="1156"/>
                  </a:cubicBezTo>
                  <a:cubicBezTo>
                    <a:pt x="399" y="1154"/>
                    <a:pt x="401" y="1151"/>
                    <a:pt x="400" y="1150"/>
                  </a:cubicBezTo>
                  <a:cubicBezTo>
                    <a:pt x="400" y="1149"/>
                    <a:pt x="399" y="1147"/>
                    <a:pt x="399" y="1145"/>
                  </a:cubicBezTo>
                  <a:cubicBezTo>
                    <a:pt x="399" y="1145"/>
                    <a:pt x="399" y="1145"/>
                    <a:pt x="399" y="1145"/>
                  </a:cubicBezTo>
                  <a:cubicBezTo>
                    <a:pt x="399" y="1142"/>
                    <a:pt x="399" y="1140"/>
                    <a:pt x="400" y="1136"/>
                  </a:cubicBezTo>
                  <a:cubicBezTo>
                    <a:pt x="400" y="1135"/>
                    <a:pt x="400" y="1135"/>
                    <a:pt x="400" y="1135"/>
                  </a:cubicBezTo>
                  <a:cubicBezTo>
                    <a:pt x="400" y="1132"/>
                    <a:pt x="401" y="1131"/>
                    <a:pt x="401" y="1130"/>
                  </a:cubicBezTo>
                  <a:cubicBezTo>
                    <a:pt x="402" y="1129"/>
                    <a:pt x="402" y="1129"/>
                    <a:pt x="403" y="1129"/>
                  </a:cubicBezTo>
                  <a:cubicBezTo>
                    <a:pt x="404" y="1129"/>
                    <a:pt x="404" y="1128"/>
                    <a:pt x="405" y="1128"/>
                  </a:cubicBezTo>
                  <a:cubicBezTo>
                    <a:pt x="408" y="1127"/>
                    <a:pt x="408" y="1125"/>
                    <a:pt x="408" y="1123"/>
                  </a:cubicBezTo>
                  <a:cubicBezTo>
                    <a:pt x="408" y="1122"/>
                    <a:pt x="408" y="1122"/>
                    <a:pt x="408" y="1121"/>
                  </a:cubicBezTo>
                  <a:cubicBezTo>
                    <a:pt x="408" y="1119"/>
                    <a:pt x="409" y="1118"/>
                    <a:pt x="411" y="1117"/>
                  </a:cubicBezTo>
                  <a:cubicBezTo>
                    <a:pt x="413" y="1116"/>
                    <a:pt x="415" y="1115"/>
                    <a:pt x="417" y="1116"/>
                  </a:cubicBezTo>
                  <a:cubicBezTo>
                    <a:pt x="419" y="1116"/>
                    <a:pt x="425" y="1122"/>
                    <a:pt x="429" y="1126"/>
                  </a:cubicBezTo>
                  <a:cubicBezTo>
                    <a:pt x="431" y="1129"/>
                    <a:pt x="433" y="1131"/>
                    <a:pt x="433" y="1131"/>
                  </a:cubicBezTo>
                  <a:cubicBezTo>
                    <a:pt x="434" y="1131"/>
                    <a:pt x="435" y="1130"/>
                    <a:pt x="436" y="1129"/>
                  </a:cubicBezTo>
                  <a:cubicBezTo>
                    <a:pt x="437" y="1128"/>
                    <a:pt x="439" y="1127"/>
                    <a:pt x="439" y="1126"/>
                  </a:cubicBezTo>
                  <a:cubicBezTo>
                    <a:pt x="440" y="1125"/>
                    <a:pt x="439" y="1123"/>
                    <a:pt x="438" y="1120"/>
                  </a:cubicBezTo>
                  <a:cubicBezTo>
                    <a:pt x="438" y="1119"/>
                    <a:pt x="437" y="1118"/>
                    <a:pt x="437" y="1118"/>
                  </a:cubicBezTo>
                  <a:cubicBezTo>
                    <a:pt x="436" y="1115"/>
                    <a:pt x="436" y="1114"/>
                    <a:pt x="435" y="1113"/>
                  </a:cubicBezTo>
                  <a:cubicBezTo>
                    <a:pt x="435" y="1111"/>
                    <a:pt x="436" y="1110"/>
                    <a:pt x="436" y="1109"/>
                  </a:cubicBezTo>
                  <a:cubicBezTo>
                    <a:pt x="437" y="1107"/>
                    <a:pt x="441" y="1106"/>
                    <a:pt x="444" y="1106"/>
                  </a:cubicBezTo>
                  <a:cubicBezTo>
                    <a:pt x="446" y="1105"/>
                    <a:pt x="447" y="1105"/>
                    <a:pt x="448" y="1105"/>
                  </a:cubicBezTo>
                  <a:cubicBezTo>
                    <a:pt x="450" y="1104"/>
                    <a:pt x="450" y="1103"/>
                    <a:pt x="450" y="1102"/>
                  </a:cubicBezTo>
                  <a:cubicBezTo>
                    <a:pt x="451" y="1102"/>
                    <a:pt x="451" y="1101"/>
                    <a:pt x="451" y="1100"/>
                  </a:cubicBezTo>
                  <a:cubicBezTo>
                    <a:pt x="452" y="1098"/>
                    <a:pt x="454" y="1098"/>
                    <a:pt x="457" y="1097"/>
                  </a:cubicBezTo>
                  <a:cubicBezTo>
                    <a:pt x="458" y="1096"/>
                    <a:pt x="460" y="1096"/>
                    <a:pt x="463" y="1095"/>
                  </a:cubicBezTo>
                  <a:cubicBezTo>
                    <a:pt x="465" y="1094"/>
                    <a:pt x="468" y="1091"/>
                    <a:pt x="470" y="1089"/>
                  </a:cubicBezTo>
                  <a:cubicBezTo>
                    <a:pt x="472" y="1087"/>
                    <a:pt x="474" y="1085"/>
                    <a:pt x="476" y="1085"/>
                  </a:cubicBezTo>
                  <a:cubicBezTo>
                    <a:pt x="478" y="1084"/>
                    <a:pt x="478" y="1083"/>
                    <a:pt x="478" y="1082"/>
                  </a:cubicBezTo>
                  <a:cubicBezTo>
                    <a:pt x="478" y="1081"/>
                    <a:pt x="478" y="1080"/>
                    <a:pt x="479" y="1079"/>
                  </a:cubicBezTo>
                  <a:cubicBezTo>
                    <a:pt x="482" y="1077"/>
                    <a:pt x="485" y="1079"/>
                    <a:pt x="489" y="1080"/>
                  </a:cubicBezTo>
                  <a:cubicBezTo>
                    <a:pt x="489" y="1080"/>
                    <a:pt x="489" y="1080"/>
                    <a:pt x="489" y="1080"/>
                  </a:cubicBezTo>
                  <a:cubicBezTo>
                    <a:pt x="489" y="1080"/>
                    <a:pt x="489" y="1080"/>
                    <a:pt x="489" y="1080"/>
                  </a:cubicBezTo>
                  <a:cubicBezTo>
                    <a:pt x="490" y="1081"/>
                    <a:pt x="491" y="1081"/>
                    <a:pt x="492" y="1082"/>
                  </a:cubicBezTo>
                  <a:cubicBezTo>
                    <a:pt x="493" y="1082"/>
                    <a:pt x="493" y="1082"/>
                    <a:pt x="494" y="1083"/>
                  </a:cubicBezTo>
                  <a:cubicBezTo>
                    <a:pt x="494" y="1083"/>
                    <a:pt x="495" y="1083"/>
                    <a:pt x="495" y="1084"/>
                  </a:cubicBezTo>
                  <a:cubicBezTo>
                    <a:pt x="496" y="1084"/>
                    <a:pt x="497" y="1085"/>
                    <a:pt x="498" y="1086"/>
                  </a:cubicBezTo>
                  <a:cubicBezTo>
                    <a:pt x="500" y="1086"/>
                    <a:pt x="501" y="1085"/>
                    <a:pt x="502" y="1083"/>
                  </a:cubicBezTo>
                  <a:cubicBezTo>
                    <a:pt x="502" y="1083"/>
                    <a:pt x="503" y="1082"/>
                    <a:pt x="503" y="1081"/>
                  </a:cubicBezTo>
                  <a:cubicBezTo>
                    <a:pt x="504" y="1080"/>
                    <a:pt x="506" y="1079"/>
                    <a:pt x="507" y="1079"/>
                  </a:cubicBezTo>
                  <a:cubicBezTo>
                    <a:pt x="509" y="1078"/>
                    <a:pt x="511" y="1078"/>
                    <a:pt x="513" y="1079"/>
                  </a:cubicBezTo>
                  <a:cubicBezTo>
                    <a:pt x="516" y="1079"/>
                    <a:pt x="517" y="1081"/>
                    <a:pt x="518" y="1083"/>
                  </a:cubicBezTo>
                  <a:cubicBezTo>
                    <a:pt x="519" y="1084"/>
                    <a:pt x="519" y="1085"/>
                    <a:pt x="520" y="1086"/>
                  </a:cubicBezTo>
                  <a:cubicBezTo>
                    <a:pt x="521" y="1086"/>
                    <a:pt x="524" y="1086"/>
                    <a:pt x="528" y="1086"/>
                  </a:cubicBezTo>
                  <a:cubicBezTo>
                    <a:pt x="531" y="1085"/>
                    <a:pt x="534" y="1085"/>
                    <a:pt x="536" y="1085"/>
                  </a:cubicBezTo>
                  <a:cubicBezTo>
                    <a:pt x="538" y="1086"/>
                    <a:pt x="541" y="1089"/>
                    <a:pt x="545" y="1092"/>
                  </a:cubicBezTo>
                  <a:cubicBezTo>
                    <a:pt x="550" y="1097"/>
                    <a:pt x="555" y="1102"/>
                    <a:pt x="556" y="1104"/>
                  </a:cubicBezTo>
                  <a:cubicBezTo>
                    <a:pt x="557" y="1106"/>
                    <a:pt x="558" y="1107"/>
                    <a:pt x="558" y="1107"/>
                  </a:cubicBezTo>
                  <a:cubicBezTo>
                    <a:pt x="559" y="1107"/>
                    <a:pt x="559" y="1107"/>
                    <a:pt x="559" y="1107"/>
                  </a:cubicBezTo>
                  <a:cubicBezTo>
                    <a:pt x="559" y="1107"/>
                    <a:pt x="559" y="1105"/>
                    <a:pt x="559" y="1104"/>
                  </a:cubicBezTo>
                  <a:cubicBezTo>
                    <a:pt x="559" y="1102"/>
                    <a:pt x="560" y="1101"/>
                    <a:pt x="560" y="1100"/>
                  </a:cubicBezTo>
                  <a:cubicBezTo>
                    <a:pt x="561" y="1099"/>
                    <a:pt x="562" y="1099"/>
                    <a:pt x="564" y="1099"/>
                  </a:cubicBezTo>
                  <a:cubicBezTo>
                    <a:pt x="565" y="1100"/>
                    <a:pt x="567" y="1100"/>
                    <a:pt x="569" y="1101"/>
                  </a:cubicBezTo>
                  <a:cubicBezTo>
                    <a:pt x="570" y="1102"/>
                    <a:pt x="572" y="1103"/>
                    <a:pt x="574" y="1105"/>
                  </a:cubicBezTo>
                  <a:cubicBezTo>
                    <a:pt x="578" y="1108"/>
                    <a:pt x="582" y="1111"/>
                    <a:pt x="582" y="1111"/>
                  </a:cubicBezTo>
                  <a:cubicBezTo>
                    <a:pt x="584" y="1110"/>
                    <a:pt x="586" y="1109"/>
                    <a:pt x="588" y="1107"/>
                  </a:cubicBezTo>
                  <a:cubicBezTo>
                    <a:pt x="590" y="1106"/>
                    <a:pt x="591" y="1104"/>
                    <a:pt x="592" y="1104"/>
                  </a:cubicBezTo>
                  <a:cubicBezTo>
                    <a:pt x="593" y="1103"/>
                    <a:pt x="594" y="1102"/>
                    <a:pt x="594" y="1101"/>
                  </a:cubicBezTo>
                  <a:cubicBezTo>
                    <a:pt x="596" y="1100"/>
                    <a:pt x="597" y="1098"/>
                    <a:pt x="600" y="1098"/>
                  </a:cubicBezTo>
                  <a:cubicBezTo>
                    <a:pt x="602" y="1098"/>
                    <a:pt x="603" y="1098"/>
                    <a:pt x="605" y="1098"/>
                  </a:cubicBezTo>
                  <a:cubicBezTo>
                    <a:pt x="608" y="1097"/>
                    <a:pt x="611" y="1097"/>
                    <a:pt x="613" y="1097"/>
                  </a:cubicBezTo>
                  <a:cubicBezTo>
                    <a:pt x="616" y="1098"/>
                    <a:pt x="617" y="1099"/>
                    <a:pt x="618" y="1101"/>
                  </a:cubicBezTo>
                  <a:cubicBezTo>
                    <a:pt x="619" y="1102"/>
                    <a:pt x="620" y="1102"/>
                    <a:pt x="620" y="1102"/>
                  </a:cubicBezTo>
                  <a:cubicBezTo>
                    <a:pt x="622" y="1102"/>
                    <a:pt x="622" y="1102"/>
                    <a:pt x="622" y="1102"/>
                  </a:cubicBezTo>
                  <a:cubicBezTo>
                    <a:pt x="622" y="1102"/>
                    <a:pt x="622" y="1102"/>
                    <a:pt x="622" y="1102"/>
                  </a:cubicBezTo>
                  <a:cubicBezTo>
                    <a:pt x="622" y="1102"/>
                    <a:pt x="622" y="1102"/>
                    <a:pt x="622" y="1102"/>
                  </a:cubicBezTo>
                  <a:cubicBezTo>
                    <a:pt x="622" y="1101"/>
                    <a:pt x="623" y="1100"/>
                    <a:pt x="623" y="1099"/>
                  </a:cubicBezTo>
                  <a:cubicBezTo>
                    <a:pt x="624" y="1098"/>
                    <a:pt x="625" y="1097"/>
                    <a:pt x="625" y="1097"/>
                  </a:cubicBezTo>
                  <a:cubicBezTo>
                    <a:pt x="626" y="1097"/>
                    <a:pt x="628" y="1096"/>
                    <a:pt x="630" y="1096"/>
                  </a:cubicBezTo>
                  <a:cubicBezTo>
                    <a:pt x="631" y="1096"/>
                    <a:pt x="633" y="1096"/>
                    <a:pt x="635" y="1097"/>
                  </a:cubicBezTo>
                  <a:cubicBezTo>
                    <a:pt x="637" y="1097"/>
                    <a:pt x="639" y="1098"/>
                    <a:pt x="640" y="1099"/>
                  </a:cubicBezTo>
                  <a:cubicBezTo>
                    <a:pt x="642" y="1100"/>
                    <a:pt x="643" y="1101"/>
                    <a:pt x="643" y="1103"/>
                  </a:cubicBezTo>
                  <a:cubicBezTo>
                    <a:pt x="644" y="1104"/>
                    <a:pt x="644" y="1105"/>
                    <a:pt x="645" y="1106"/>
                  </a:cubicBezTo>
                  <a:cubicBezTo>
                    <a:pt x="646" y="1106"/>
                    <a:pt x="647" y="1107"/>
                    <a:pt x="649" y="1108"/>
                  </a:cubicBezTo>
                  <a:cubicBezTo>
                    <a:pt x="650" y="1108"/>
                    <a:pt x="651" y="1108"/>
                    <a:pt x="653" y="1109"/>
                  </a:cubicBezTo>
                  <a:cubicBezTo>
                    <a:pt x="655" y="1109"/>
                    <a:pt x="658" y="1110"/>
                    <a:pt x="659" y="1111"/>
                  </a:cubicBezTo>
                  <a:cubicBezTo>
                    <a:pt x="660" y="1111"/>
                    <a:pt x="662" y="1112"/>
                    <a:pt x="663" y="1111"/>
                  </a:cubicBezTo>
                  <a:cubicBezTo>
                    <a:pt x="664" y="1111"/>
                    <a:pt x="665" y="1111"/>
                    <a:pt x="665" y="1110"/>
                  </a:cubicBezTo>
                  <a:cubicBezTo>
                    <a:pt x="666" y="1110"/>
                    <a:pt x="666" y="1109"/>
                    <a:pt x="667" y="1109"/>
                  </a:cubicBezTo>
                  <a:cubicBezTo>
                    <a:pt x="668" y="1107"/>
                    <a:pt x="669" y="1105"/>
                    <a:pt x="672" y="1105"/>
                  </a:cubicBezTo>
                  <a:cubicBezTo>
                    <a:pt x="673" y="1105"/>
                    <a:pt x="676" y="1106"/>
                    <a:pt x="679" y="1106"/>
                  </a:cubicBezTo>
                  <a:cubicBezTo>
                    <a:pt x="682" y="1107"/>
                    <a:pt x="684" y="1108"/>
                    <a:pt x="685" y="1108"/>
                  </a:cubicBezTo>
                  <a:cubicBezTo>
                    <a:pt x="686" y="1108"/>
                    <a:pt x="688" y="1108"/>
                    <a:pt x="690" y="1107"/>
                  </a:cubicBezTo>
                  <a:cubicBezTo>
                    <a:pt x="692" y="1107"/>
                    <a:pt x="694" y="1106"/>
                    <a:pt x="696" y="1105"/>
                  </a:cubicBezTo>
                  <a:cubicBezTo>
                    <a:pt x="699" y="1104"/>
                    <a:pt x="699" y="1103"/>
                    <a:pt x="700" y="1102"/>
                  </a:cubicBezTo>
                  <a:cubicBezTo>
                    <a:pt x="700" y="1102"/>
                    <a:pt x="700" y="1101"/>
                    <a:pt x="700" y="1100"/>
                  </a:cubicBezTo>
                  <a:cubicBezTo>
                    <a:pt x="701" y="1099"/>
                    <a:pt x="702" y="1097"/>
                    <a:pt x="703" y="1095"/>
                  </a:cubicBezTo>
                  <a:cubicBezTo>
                    <a:pt x="703" y="1094"/>
                    <a:pt x="703" y="1093"/>
                    <a:pt x="703" y="1093"/>
                  </a:cubicBezTo>
                  <a:cubicBezTo>
                    <a:pt x="702" y="1093"/>
                    <a:pt x="700" y="1092"/>
                    <a:pt x="698" y="1091"/>
                  </a:cubicBezTo>
                  <a:cubicBezTo>
                    <a:pt x="697" y="1090"/>
                    <a:pt x="695" y="1090"/>
                    <a:pt x="694" y="1089"/>
                  </a:cubicBezTo>
                  <a:cubicBezTo>
                    <a:pt x="693" y="1089"/>
                    <a:pt x="692" y="1088"/>
                    <a:pt x="690" y="1087"/>
                  </a:cubicBezTo>
                  <a:cubicBezTo>
                    <a:pt x="686" y="1085"/>
                    <a:pt x="681" y="1083"/>
                    <a:pt x="679" y="1081"/>
                  </a:cubicBezTo>
                  <a:cubicBezTo>
                    <a:pt x="678" y="1081"/>
                    <a:pt x="677" y="1080"/>
                    <a:pt x="676" y="1079"/>
                  </a:cubicBezTo>
                  <a:cubicBezTo>
                    <a:pt x="673" y="1078"/>
                    <a:pt x="671" y="1077"/>
                    <a:pt x="671" y="1074"/>
                  </a:cubicBezTo>
                  <a:cubicBezTo>
                    <a:pt x="671" y="1071"/>
                    <a:pt x="672" y="1071"/>
                    <a:pt x="677" y="1069"/>
                  </a:cubicBezTo>
                  <a:cubicBezTo>
                    <a:pt x="677" y="1069"/>
                    <a:pt x="677" y="1069"/>
                    <a:pt x="677" y="1069"/>
                  </a:cubicBezTo>
                  <a:cubicBezTo>
                    <a:pt x="678" y="1069"/>
                    <a:pt x="678" y="1069"/>
                    <a:pt x="678" y="1069"/>
                  </a:cubicBezTo>
                  <a:cubicBezTo>
                    <a:pt x="678" y="1069"/>
                    <a:pt x="678" y="1069"/>
                    <a:pt x="678" y="1069"/>
                  </a:cubicBezTo>
                  <a:cubicBezTo>
                    <a:pt x="683" y="1068"/>
                    <a:pt x="684" y="1067"/>
                    <a:pt x="685" y="1067"/>
                  </a:cubicBezTo>
                  <a:cubicBezTo>
                    <a:pt x="686" y="1066"/>
                    <a:pt x="686" y="1066"/>
                    <a:pt x="686" y="1066"/>
                  </a:cubicBezTo>
                  <a:cubicBezTo>
                    <a:pt x="687" y="1066"/>
                    <a:pt x="687" y="1066"/>
                    <a:pt x="687" y="1066"/>
                  </a:cubicBezTo>
                  <a:cubicBezTo>
                    <a:pt x="688" y="1065"/>
                    <a:pt x="688" y="1064"/>
                    <a:pt x="688" y="1064"/>
                  </a:cubicBezTo>
                  <a:cubicBezTo>
                    <a:pt x="689" y="1063"/>
                    <a:pt x="688" y="1062"/>
                    <a:pt x="688" y="1061"/>
                  </a:cubicBezTo>
                  <a:cubicBezTo>
                    <a:pt x="688" y="1061"/>
                    <a:pt x="688" y="1060"/>
                    <a:pt x="688" y="1060"/>
                  </a:cubicBezTo>
                  <a:cubicBezTo>
                    <a:pt x="687" y="1059"/>
                    <a:pt x="686" y="1057"/>
                    <a:pt x="686" y="1056"/>
                  </a:cubicBezTo>
                  <a:cubicBezTo>
                    <a:pt x="685" y="1055"/>
                    <a:pt x="685" y="1054"/>
                    <a:pt x="686" y="1052"/>
                  </a:cubicBezTo>
                  <a:cubicBezTo>
                    <a:pt x="687" y="1051"/>
                    <a:pt x="688" y="1049"/>
                    <a:pt x="690" y="1048"/>
                  </a:cubicBezTo>
                  <a:cubicBezTo>
                    <a:pt x="691" y="1047"/>
                    <a:pt x="693" y="1045"/>
                    <a:pt x="694" y="1045"/>
                  </a:cubicBezTo>
                  <a:cubicBezTo>
                    <a:pt x="696" y="1045"/>
                    <a:pt x="698" y="1045"/>
                    <a:pt x="701" y="1045"/>
                  </a:cubicBezTo>
                  <a:cubicBezTo>
                    <a:pt x="702" y="1045"/>
                    <a:pt x="704" y="1045"/>
                    <a:pt x="705" y="1045"/>
                  </a:cubicBezTo>
                  <a:cubicBezTo>
                    <a:pt x="705" y="1045"/>
                    <a:pt x="705" y="1045"/>
                    <a:pt x="705" y="1045"/>
                  </a:cubicBezTo>
                  <a:cubicBezTo>
                    <a:pt x="705" y="1045"/>
                    <a:pt x="705" y="1045"/>
                    <a:pt x="705" y="1045"/>
                  </a:cubicBezTo>
                  <a:cubicBezTo>
                    <a:pt x="709" y="1045"/>
                    <a:pt x="712" y="1046"/>
                    <a:pt x="712" y="1045"/>
                  </a:cubicBezTo>
                  <a:cubicBezTo>
                    <a:pt x="712" y="1045"/>
                    <a:pt x="711" y="1045"/>
                    <a:pt x="709" y="1043"/>
                  </a:cubicBezTo>
                  <a:cubicBezTo>
                    <a:pt x="708" y="1043"/>
                    <a:pt x="708" y="1043"/>
                    <a:pt x="708" y="1043"/>
                  </a:cubicBezTo>
                  <a:cubicBezTo>
                    <a:pt x="708" y="1043"/>
                    <a:pt x="708" y="1043"/>
                    <a:pt x="708" y="1043"/>
                  </a:cubicBezTo>
                  <a:cubicBezTo>
                    <a:pt x="706" y="1042"/>
                    <a:pt x="704" y="1041"/>
                    <a:pt x="701" y="1040"/>
                  </a:cubicBezTo>
                  <a:cubicBezTo>
                    <a:pt x="699" y="1040"/>
                    <a:pt x="697" y="1039"/>
                    <a:pt x="696" y="1038"/>
                  </a:cubicBezTo>
                  <a:cubicBezTo>
                    <a:pt x="695" y="1038"/>
                    <a:pt x="695" y="1038"/>
                    <a:pt x="695" y="1038"/>
                  </a:cubicBezTo>
                  <a:cubicBezTo>
                    <a:pt x="695" y="1038"/>
                    <a:pt x="695" y="1038"/>
                    <a:pt x="695" y="1038"/>
                  </a:cubicBezTo>
                  <a:cubicBezTo>
                    <a:pt x="695" y="1037"/>
                    <a:pt x="695" y="1036"/>
                    <a:pt x="695" y="1036"/>
                  </a:cubicBezTo>
                  <a:cubicBezTo>
                    <a:pt x="695" y="1035"/>
                    <a:pt x="695" y="1035"/>
                    <a:pt x="695" y="1034"/>
                  </a:cubicBezTo>
                  <a:cubicBezTo>
                    <a:pt x="696" y="1033"/>
                    <a:pt x="698" y="1032"/>
                    <a:pt x="698" y="1031"/>
                  </a:cubicBezTo>
                  <a:cubicBezTo>
                    <a:pt x="699" y="1031"/>
                    <a:pt x="699" y="1031"/>
                    <a:pt x="699" y="1031"/>
                  </a:cubicBezTo>
                  <a:cubicBezTo>
                    <a:pt x="699" y="1031"/>
                    <a:pt x="699" y="1031"/>
                    <a:pt x="699" y="1031"/>
                  </a:cubicBezTo>
                  <a:cubicBezTo>
                    <a:pt x="699" y="1031"/>
                    <a:pt x="698" y="1031"/>
                    <a:pt x="698" y="1031"/>
                  </a:cubicBezTo>
                  <a:cubicBezTo>
                    <a:pt x="698" y="1031"/>
                    <a:pt x="697" y="1031"/>
                    <a:pt x="697" y="1031"/>
                  </a:cubicBezTo>
                  <a:cubicBezTo>
                    <a:pt x="695" y="1030"/>
                    <a:pt x="694" y="1030"/>
                    <a:pt x="693" y="1029"/>
                  </a:cubicBezTo>
                  <a:cubicBezTo>
                    <a:pt x="691" y="1029"/>
                    <a:pt x="691" y="1028"/>
                    <a:pt x="691" y="1027"/>
                  </a:cubicBezTo>
                  <a:cubicBezTo>
                    <a:pt x="691" y="1027"/>
                    <a:pt x="691" y="1027"/>
                    <a:pt x="691" y="1027"/>
                  </a:cubicBezTo>
                  <a:cubicBezTo>
                    <a:pt x="691" y="1027"/>
                    <a:pt x="691" y="1026"/>
                    <a:pt x="691" y="1026"/>
                  </a:cubicBezTo>
                  <a:cubicBezTo>
                    <a:pt x="691" y="1025"/>
                    <a:pt x="691" y="1024"/>
                    <a:pt x="692" y="1024"/>
                  </a:cubicBezTo>
                  <a:cubicBezTo>
                    <a:pt x="693" y="1023"/>
                    <a:pt x="693" y="1023"/>
                    <a:pt x="693" y="1023"/>
                  </a:cubicBezTo>
                  <a:cubicBezTo>
                    <a:pt x="693" y="1023"/>
                    <a:pt x="693" y="1023"/>
                    <a:pt x="693" y="1023"/>
                  </a:cubicBezTo>
                  <a:cubicBezTo>
                    <a:pt x="691" y="1021"/>
                    <a:pt x="690" y="1019"/>
                    <a:pt x="692" y="1018"/>
                  </a:cubicBezTo>
                  <a:cubicBezTo>
                    <a:pt x="693" y="1017"/>
                    <a:pt x="695" y="1016"/>
                    <a:pt x="697" y="1015"/>
                  </a:cubicBezTo>
                  <a:cubicBezTo>
                    <a:pt x="699" y="1014"/>
                    <a:pt x="701" y="1014"/>
                    <a:pt x="702" y="1014"/>
                  </a:cubicBezTo>
                  <a:cubicBezTo>
                    <a:pt x="703" y="1014"/>
                    <a:pt x="704" y="1015"/>
                    <a:pt x="705" y="1015"/>
                  </a:cubicBezTo>
                  <a:cubicBezTo>
                    <a:pt x="705" y="1015"/>
                    <a:pt x="706" y="1016"/>
                    <a:pt x="706" y="1016"/>
                  </a:cubicBezTo>
                  <a:cubicBezTo>
                    <a:pt x="708" y="1016"/>
                    <a:pt x="709" y="1016"/>
                    <a:pt x="710" y="1016"/>
                  </a:cubicBezTo>
                  <a:cubicBezTo>
                    <a:pt x="712" y="1015"/>
                    <a:pt x="713" y="1015"/>
                    <a:pt x="714" y="1015"/>
                  </a:cubicBezTo>
                  <a:cubicBezTo>
                    <a:pt x="715" y="1015"/>
                    <a:pt x="715" y="1015"/>
                    <a:pt x="716" y="1015"/>
                  </a:cubicBezTo>
                  <a:cubicBezTo>
                    <a:pt x="718" y="1015"/>
                    <a:pt x="720" y="1015"/>
                    <a:pt x="722" y="1017"/>
                  </a:cubicBezTo>
                  <a:cubicBezTo>
                    <a:pt x="722" y="1017"/>
                    <a:pt x="722" y="1017"/>
                    <a:pt x="722" y="1017"/>
                  </a:cubicBezTo>
                  <a:cubicBezTo>
                    <a:pt x="723" y="1017"/>
                    <a:pt x="723" y="1018"/>
                    <a:pt x="723" y="1019"/>
                  </a:cubicBezTo>
                  <a:cubicBezTo>
                    <a:pt x="724" y="1018"/>
                    <a:pt x="724" y="1017"/>
                    <a:pt x="724" y="1017"/>
                  </a:cubicBezTo>
                  <a:cubicBezTo>
                    <a:pt x="724" y="1017"/>
                    <a:pt x="724" y="1017"/>
                    <a:pt x="724" y="1017"/>
                  </a:cubicBezTo>
                  <a:cubicBezTo>
                    <a:pt x="725" y="1015"/>
                    <a:pt x="725" y="1014"/>
                    <a:pt x="727" y="1014"/>
                  </a:cubicBezTo>
                  <a:cubicBezTo>
                    <a:pt x="727" y="1013"/>
                    <a:pt x="732" y="1012"/>
                    <a:pt x="737" y="1011"/>
                  </a:cubicBezTo>
                  <a:cubicBezTo>
                    <a:pt x="741" y="1011"/>
                    <a:pt x="744" y="1010"/>
                    <a:pt x="745" y="1010"/>
                  </a:cubicBezTo>
                  <a:cubicBezTo>
                    <a:pt x="747" y="1009"/>
                    <a:pt x="747" y="1009"/>
                    <a:pt x="747" y="1009"/>
                  </a:cubicBezTo>
                  <a:cubicBezTo>
                    <a:pt x="750" y="1008"/>
                    <a:pt x="755" y="1007"/>
                    <a:pt x="759" y="1006"/>
                  </a:cubicBezTo>
                  <a:cubicBezTo>
                    <a:pt x="761" y="1006"/>
                    <a:pt x="763" y="1006"/>
                    <a:pt x="766" y="1006"/>
                  </a:cubicBezTo>
                  <a:cubicBezTo>
                    <a:pt x="769" y="1007"/>
                    <a:pt x="772" y="1007"/>
                    <a:pt x="774" y="1007"/>
                  </a:cubicBezTo>
                  <a:cubicBezTo>
                    <a:pt x="777" y="1006"/>
                    <a:pt x="777" y="1005"/>
                    <a:pt x="777" y="1004"/>
                  </a:cubicBezTo>
                  <a:cubicBezTo>
                    <a:pt x="777" y="1003"/>
                    <a:pt x="777" y="1002"/>
                    <a:pt x="777" y="1002"/>
                  </a:cubicBezTo>
                  <a:cubicBezTo>
                    <a:pt x="778" y="1001"/>
                    <a:pt x="779" y="1000"/>
                    <a:pt x="780" y="999"/>
                  </a:cubicBezTo>
                  <a:cubicBezTo>
                    <a:pt x="781" y="999"/>
                    <a:pt x="783" y="998"/>
                    <a:pt x="784" y="998"/>
                  </a:cubicBezTo>
                  <a:cubicBezTo>
                    <a:pt x="787" y="998"/>
                    <a:pt x="791" y="997"/>
                    <a:pt x="795" y="997"/>
                  </a:cubicBezTo>
                  <a:cubicBezTo>
                    <a:pt x="797" y="997"/>
                    <a:pt x="798" y="997"/>
                    <a:pt x="799" y="997"/>
                  </a:cubicBezTo>
                  <a:cubicBezTo>
                    <a:pt x="800" y="997"/>
                    <a:pt x="802" y="997"/>
                    <a:pt x="804" y="996"/>
                  </a:cubicBezTo>
                  <a:cubicBezTo>
                    <a:pt x="807" y="995"/>
                    <a:pt x="810" y="994"/>
                    <a:pt x="812" y="993"/>
                  </a:cubicBezTo>
                  <a:cubicBezTo>
                    <a:pt x="814" y="993"/>
                    <a:pt x="818" y="992"/>
                    <a:pt x="821" y="991"/>
                  </a:cubicBezTo>
                  <a:cubicBezTo>
                    <a:pt x="825" y="990"/>
                    <a:pt x="828" y="989"/>
                    <a:pt x="829" y="989"/>
                  </a:cubicBezTo>
                  <a:cubicBezTo>
                    <a:pt x="831" y="989"/>
                    <a:pt x="834" y="989"/>
                    <a:pt x="837" y="988"/>
                  </a:cubicBezTo>
                  <a:cubicBezTo>
                    <a:pt x="838" y="988"/>
                    <a:pt x="840" y="987"/>
                    <a:pt x="841" y="987"/>
                  </a:cubicBezTo>
                  <a:cubicBezTo>
                    <a:pt x="842" y="986"/>
                    <a:pt x="842" y="986"/>
                    <a:pt x="842" y="986"/>
                  </a:cubicBezTo>
                  <a:cubicBezTo>
                    <a:pt x="844" y="984"/>
                    <a:pt x="847" y="982"/>
                    <a:pt x="848" y="981"/>
                  </a:cubicBezTo>
                  <a:cubicBezTo>
                    <a:pt x="849" y="980"/>
                    <a:pt x="849" y="979"/>
                    <a:pt x="850" y="978"/>
                  </a:cubicBezTo>
                  <a:cubicBezTo>
                    <a:pt x="850" y="978"/>
                    <a:pt x="850" y="978"/>
                    <a:pt x="850" y="978"/>
                  </a:cubicBezTo>
                  <a:cubicBezTo>
                    <a:pt x="852" y="978"/>
                    <a:pt x="853" y="977"/>
                    <a:pt x="855" y="977"/>
                  </a:cubicBezTo>
                  <a:cubicBezTo>
                    <a:pt x="856" y="977"/>
                    <a:pt x="857" y="977"/>
                    <a:pt x="859" y="977"/>
                  </a:cubicBezTo>
                  <a:cubicBezTo>
                    <a:pt x="864" y="977"/>
                    <a:pt x="871" y="977"/>
                    <a:pt x="874" y="979"/>
                  </a:cubicBezTo>
                  <a:cubicBezTo>
                    <a:pt x="875" y="980"/>
                    <a:pt x="876" y="981"/>
                    <a:pt x="877" y="981"/>
                  </a:cubicBezTo>
                  <a:cubicBezTo>
                    <a:pt x="879" y="983"/>
                    <a:pt x="880" y="984"/>
                    <a:pt x="881" y="983"/>
                  </a:cubicBezTo>
                  <a:cubicBezTo>
                    <a:pt x="882" y="983"/>
                    <a:pt x="882" y="982"/>
                    <a:pt x="883" y="981"/>
                  </a:cubicBezTo>
                  <a:cubicBezTo>
                    <a:pt x="883" y="981"/>
                    <a:pt x="883" y="981"/>
                    <a:pt x="883" y="981"/>
                  </a:cubicBezTo>
                  <a:cubicBezTo>
                    <a:pt x="884" y="980"/>
                    <a:pt x="884" y="979"/>
                    <a:pt x="886" y="979"/>
                  </a:cubicBezTo>
                  <a:cubicBezTo>
                    <a:pt x="886" y="979"/>
                    <a:pt x="887" y="979"/>
                    <a:pt x="887" y="979"/>
                  </a:cubicBezTo>
                  <a:cubicBezTo>
                    <a:pt x="889" y="978"/>
                    <a:pt x="893" y="978"/>
                    <a:pt x="895" y="980"/>
                  </a:cubicBezTo>
                  <a:cubicBezTo>
                    <a:pt x="897" y="981"/>
                    <a:pt x="898" y="983"/>
                    <a:pt x="898" y="985"/>
                  </a:cubicBezTo>
                  <a:cubicBezTo>
                    <a:pt x="899" y="986"/>
                    <a:pt x="899" y="987"/>
                    <a:pt x="899" y="987"/>
                  </a:cubicBezTo>
                  <a:cubicBezTo>
                    <a:pt x="900" y="988"/>
                    <a:pt x="900" y="989"/>
                    <a:pt x="901" y="990"/>
                  </a:cubicBezTo>
                  <a:cubicBezTo>
                    <a:pt x="902" y="992"/>
                    <a:pt x="903" y="993"/>
                    <a:pt x="903" y="995"/>
                  </a:cubicBezTo>
                  <a:cubicBezTo>
                    <a:pt x="904" y="997"/>
                    <a:pt x="903" y="998"/>
                    <a:pt x="903" y="999"/>
                  </a:cubicBezTo>
                  <a:cubicBezTo>
                    <a:pt x="903" y="999"/>
                    <a:pt x="903" y="999"/>
                    <a:pt x="903" y="999"/>
                  </a:cubicBezTo>
                  <a:cubicBezTo>
                    <a:pt x="902" y="1000"/>
                    <a:pt x="902" y="1001"/>
                    <a:pt x="902" y="1002"/>
                  </a:cubicBezTo>
                  <a:cubicBezTo>
                    <a:pt x="902" y="1003"/>
                    <a:pt x="902" y="1004"/>
                    <a:pt x="902" y="1005"/>
                  </a:cubicBezTo>
                  <a:cubicBezTo>
                    <a:pt x="902" y="1007"/>
                    <a:pt x="902" y="1007"/>
                    <a:pt x="901" y="1008"/>
                  </a:cubicBezTo>
                  <a:cubicBezTo>
                    <a:pt x="901" y="1008"/>
                    <a:pt x="901" y="1008"/>
                    <a:pt x="901" y="1008"/>
                  </a:cubicBezTo>
                  <a:cubicBezTo>
                    <a:pt x="901" y="1009"/>
                    <a:pt x="901" y="1009"/>
                    <a:pt x="901" y="1009"/>
                  </a:cubicBezTo>
                  <a:cubicBezTo>
                    <a:pt x="901" y="1009"/>
                    <a:pt x="901" y="1009"/>
                    <a:pt x="901" y="1010"/>
                  </a:cubicBezTo>
                  <a:cubicBezTo>
                    <a:pt x="902" y="1010"/>
                    <a:pt x="902" y="1011"/>
                    <a:pt x="903" y="1012"/>
                  </a:cubicBezTo>
                  <a:cubicBezTo>
                    <a:pt x="904" y="1012"/>
                    <a:pt x="905" y="1012"/>
                    <a:pt x="906" y="1012"/>
                  </a:cubicBezTo>
                  <a:cubicBezTo>
                    <a:pt x="907" y="1012"/>
                    <a:pt x="908" y="1011"/>
                    <a:pt x="910" y="1011"/>
                  </a:cubicBezTo>
                  <a:cubicBezTo>
                    <a:pt x="912" y="1011"/>
                    <a:pt x="914" y="1011"/>
                    <a:pt x="916" y="1011"/>
                  </a:cubicBezTo>
                  <a:cubicBezTo>
                    <a:pt x="919" y="1010"/>
                    <a:pt x="921" y="1010"/>
                    <a:pt x="923" y="1010"/>
                  </a:cubicBezTo>
                  <a:cubicBezTo>
                    <a:pt x="924" y="1010"/>
                    <a:pt x="926" y="1012"/>
                    <a:pt x="927" y="1014"/>
                  </a:cubicBezTo>
                  <a:cubicBezTo>
                    <a:pt x="927" y="1015"/>
                    <a:pt x="928" y="1015"/>
                    <a:pt x="928" y="1015"/>
                  </a:cubicBezTo>
                  <a:cubicBezTo>
                    <a:pt x="928" y="1015"/>
                    <a:pt x="928" y="1015"/>
                    <a:pt x="929" y="1015"/>
                  </a:cubicBezTo>
                  <a:cubicBezTo>
                    <a:pt x="930" y="1014"/>
                    <a:pt x="932" y="1013"/>
                    <a:pt x="935" y="1013"/>
                  </a:cubicBezTo>
                  <a:cubicBezTo>
                    <a:pt x="937" y="1014"/>
                    <a:pt x="938" y="1014"/>
                    <a:pt x="939" y="1014"/>
                  </a:cubicBezTo>
                  <a:cubicBezTo>
                    <a:pt x="940" y="1015"/>
                    <a:pt x="941" y="1015"/>
                    <a:pt x="943" y="1015"/>
                  </a:cubicBezTo>
                  <a:cubicBezTo>
                    <a:pt x="944" y="1015"/>
                    <a:pt x="947" y="1015"/>
                    <a:pt x="948" y="1015"/>
                  </a:cubicBezTo>
                  <a:cubicBezTo>
                    <a:pt x="951" y="1014"/>
                    <a:pt x="953" y="1014"/>
                    <a:pt x="953" y="1014"/>
                  </a:cubicBezTo>
                  <a:cubicBezTo>
                    <a:pt x="953" y="1014"/>
                    <a:pt x="953" y="1014"/>
                    <a:pt x="953" y="1014"/>
                  </a:cubicBezTo>
                  <a:cubicBezTo>
                    <a:pt x="954" y="1014"/>
                    <a:pt x="955" y="1015"/>
                    <a:pt x="955" y="1015"/>
                  </a:cubicBezTo>
                  <a:cubicBezTo>
                    <a:pt x="955" y="1016"/>
                    <a:pt x="955" y="1017"/>
                    <a:pt x="955" y="1018"/>
                  </a:cubicBezTo>
                  <a:cubicBezTo>
                    <a:pt x="955" y="1018"/>
                    <a:pt x="955" y="1018"/>
                    <a:pt x="955" y="1018"/>
                  </a:cubicBezTo>
                  <a:cubicBezTo>
                    <a:pt x="954" y="1019"/>
                    <a:pt x="953" y="1020"/>
                    <a:pt x="951" y="1022"/>
                  </a:cubicBezTo>
                  <a:cubicBezTo>
                    <a:pt x="949" y="1024"/>
                    <a:pt x="946" y="1026"/>
                    <a:pt x="946" y="1027"/>
                  </a:cubicBezTo>
                  <a:cubicBezTo>
                    <a:pt x="946" y="1028"/>
                    <a:pt x="947" y="1030"/>
                    <a:pt x="947" y="1031"/>
                  </a:cubicBezTo>
                  <a:cubicBezTo>
                    <a:pt x="948" y="1031"/>
                    <a:pt x="949" y="1032"/>
                    <a:pt x="950" y="1032"/>
                  </a:cubicBezTo>
                  <a:cubicBezTo>
                    <a:pt x="951" y="1032"/>
                    <a:pt x="951" y="1032"/>
                    <a:pt x="952" y="1031"/>
                  </a:cubicBezTo>
                  <a:cubicBezTo>
                    <a:pt x="953" y="1030"/>
                    <a:pt x="954" y="1029"/>
                    <a:pt x="955" y="1029"/>
                  </a:cubicBezTo>
                  <a:cubicBezTo>
                    <a:pt x="957" y="1028"/>
                    <a:pt x="958" y="1028"/>
                    <a:pt x="959" y="1029"/>
                  </a:cubicBezTo>
                  <a:cubicBezTo>
                    <a:pt x="960" y="1029"/>
                    <a:pt x="961" y="1029"/>
                    <a:pt x="962" y="1030"/>
                  </a:cubicBezTo>
                  <a:cubicBezTo>
                    <a:pt x="963" y="1031"/>
                    <a:pt x="963" y="1031"/>
                    <a:pt x="963" y="1031"/>
                  </a:cubicBezTo>
                  <a:cubicBezTo>
                    <a:pt x="964" y="1031"/>
                    <a:pt x="964" y="1031"/>
                    <a:pt x="965" y="1031"/>
                  </a:cubicBezTo>
                  <a:cubicBezTo>
                    <a:pt x="965" y="1031"/>
                    <a:pt x="965" y="1031"/>
                    <a:pt x="965" y="1031"/>
                  </a:cubicBezTo>
                  <a:cubicBezTo>
                    <a:pt x="965" y="1030"/>
                    <a:pt x="966" y="1030"/>
                    <a:pt x="966" y="1030"/>
                  </a:cubicBezTo>
                  <a:cubicBezTo>
                    <a:pt x="966" y="1030"/>
                    <a:pt x="966" y="1029"/>
                    <a:pt x="966" y="1029"/>
                  </a:cubicBezTo>
                  <a:cubicBezTo>
                    <a:pt x="966" y="1027"/>
                    <a:pt x="967" y="1025"/>
                    <a:pt x="970" y="1023"/>
                  </a:cubicBezTo>
                  <a:cubicBezTo>
                    <a:pt x="973" y="1022"/>
                    <a:pt x="982" y="1018"/>
                    <a:pt x="987" y="1016"/>
                  </a:cubicBezTo>
                  <a:cubicBezTo>
                    <a:pt x="989" y="1015"/>
                    <a:pt x="991" y="1014"/>
                    <a:pt x="991" y="1014"/>
                  </a:cubicBezTo>
                  <a:cubicBezTo>
                    <a:pt x="991" y="1014"/>
                    <a:pt x="994" y="1013"/>
                    <a:pt x="997" y="1011"/>
                  </a:cubicBezTo>
                  <a:cubicBezTo>
                    <a:pt x="1003" y="1008"/>
                    <a:pt x="1012" y="1003"/>
                    <a:pt x="1015" y="1002"/>
                  </a:cubicBezTo>
                  <a:cubicBezTo>
                    <a:pt x="1015" y="1002"/>
                    <a:pt x="1015" y="1002"/>
                    <a:pt x="1015" y="1002"/>
                  </a:cubicBezTo>
                  <a:cubicBezTo>
                    <a:pt x="1015" y="1002"/>
                    <a:pt x="1015" y="1002"/>
                    <a:pt x="1016" y="1002"/>
                  </a:cubicBezTo>
                  <a:cubicBezTo>
                    <a:pt x="1016" y="1002"/>
                    <a:pt x="1016" y="1002"/>
                    <a:pt x="1016" y="1002"/>
                  </a:cubicBezTo>
                  <a:cubicBezTo>
                    <a:pt x="1019" y="1001"/>
                    <a:pt x="1019" y="1000"/>
                    <a:pt x="1021" y="1002"/>
                  </a:cubicBezTo>
                  <a:cubicBezTo>
                    <a:pt x="1022" y="1004"/>
                    <a:pt x="1021" y="1006"/>
                    <a:pt x="1018" y="1008"/>
                  </a:cubicBezTo>
                  <a:cubicBezTo>
                    <a:pt x="1018" y="1009"/>
                    <a:pt x="1018" y="1009"/>
                    <a:pt x="1018" y="1009"/>
                  </a:cubicBezTo>
                  <a:cubicBezTo>
                    <a:pt x="1017" y="1010"/>
                    <a:pt x="1017" y="1011"/>
                    <a:pt x="1016" y="1011"/>
                  </a:cubicBezTo>
                  <a:cubicBezTo>
                    <a:pt x="1016" y="1012"/>
                    <a:pt x="1016" y="1012"/>
                    <a:pt x="1015" y="1013"/>
                  </a:cubicBezTo>
                  <a:cubicBezTo>
                    <a:pt x="1015" y="1013"/>
                    <a:pt x="1015" y="1014"/>
                    <a:pt x="1015" y="1014"/>
                  </a:cubicBezTo>
                  <a:cubicBezTo>
                    <a:pt x="1015" y="1015"/>
                    <a:pt x="1015" y="1016"/>
                    <a:pt x="1015" y="1016"/>
                  </a:cubicBezTo>
                  <a:cubicBezTo>
                    <a:pt x="1015" y="1016"/>
                    <a:pt x="1015" y="1016"/>
                    <a:pt x="1015" y="1016"/>
                  </a:cubicBezTo>
                  <a:cubicBezTo>
                    <a:pt x="1015" y="1016"/>
                    <a:pt x="1016" y="1017"/>
                    <a:pt x="1018" y="1018"/>
                  </a:cubicBezTo>
                  <a:cubicBezTo>
                    <a:pt x="1024" y="1023"/>
                    <a:pt x="1039" y="1035"/>
                    <a:pt x="1042" y="1039"/>
                  </a:cubicBezTo>
                  <a:cubicBezTo>
                    <a:pt x="1044" y="1041"/>
                    <a:pt x="1048" y="1047"/>
                    <a:pt x="1053" y="1054"/>
                  </a:cubicBezTo>
                  <a:cubicBezTo>
                    <a:pt x="1056" y="1058"/>
                    <a:pt x="1059" y="1062"/>
                    <a:pt x="1061" y="1065"/>
                  </a:cubicBezTo>
                  <a:cubicBezTo>
                    <a:pt x="1061" y="1066"/>
                    <a:pt x="1061" y="1066"/>
                    <a:pt x="1061" y="1066"/>
                  </a:cubicBezTo>
                  <a:cubicBezTo>
                    <a:pt x="1066" y="1074"/>
                    <a:pt x="1079" y="1095"/>
                    <a:pt x="1081" y="1098"/>
                  </a:cubicBezTo>
                  <a:cubicBezTo>
                    <a:pt x="1082" y="1099"/>
                    <a:pt x="1082" y="1100"/>
                    <a:pt x="1082" y="1100"/>
                  </a:cubicBezTo>
                  <a:cubicBezTo>
                    <a:pt x="1083" y="1103"/>
                    <a:pt x="1084" y="1105"/>
                    <a:pt x="1086" y="1105"/>
                  </a:cubicBezTo>
                  <a:cubicBezTo>
                    <a:pt x="1086" y="1105"/>
                    <a:pt x="1087" y="1104"/>
                    <a:pt x="1088" y="1103"/>
                  </a:cubicBezTo>
                  <a:cubicBezTo>
                    <a:pt x="1088" y="1103"/>
                    <a:pt x="1088" y="1103"/>
                    <a:pt x="1088" y="1103"/>
                  </a:cubicBezTo>
                  <a:cubicBezTo>
                    <a:pt x="1090" y="1102"/>
                    <a:pt x="1091" y="1101"/>
                    <a:pt x="1091" y="1100"/>
                  </a:cubicBezTo>
                  <a:cubicBezTo>
                    <a:pt x="1091" y="1100"/>
                    <a:pt x="1091" y="1100"/>
                    <a:pt x="1091" y="1099"/>
                  </a:cubicBezTo>
                  <a:cubicBezTo>
                    <a:pt x="1091" y="1098"/>
                    <a:pt x="1091" y="1096"/>
                    <a:pt x="1092" y="1095"/>
                  </a:cubicBezTo>
                  <a:cubicBezTo>
                    <a:pt x="1093" y="1094"/>
                    <a:pt x="1094" y="1093"/>
                    <a:pt x="1095" y="1092"/>
                  </a:cubicBezTo>
                  <a:cubicBezTo>
                    <a:pt x="1097" y="1092"/>
                    <a:pt x="1098" y="1091"/>
                    <a:pt x="1100" y="1092"/>
                  </a:cubicBezTo>
                  <a:cubicBezTo>
                    <a:pt x="1101" y="1092"/>
                    <a:pt x="1103" y="1092"/>
                    <a:pt x="1104" y="1092"/>
                  </a:cubicBezTo>
                  <a:cubicBezTo>
                    <a:pt x="1105" y="1093"/>
                    <a:pt x="1105" y="1094"/>
                    <a:pt x="1106" y="1095"/>
                  </a:cubicBezTo>
                  <a:cubicBezTo>
                    <a:pt x="1107" y="1096"/>
                    <a:pt x="1107" y="1098"/>
                    <a:pt x="1107" y="1100"/>
                  </a:cubicBezTo>
                  <a:cubicBezTo>
                    <a:pt x="1107" y="1101"/>
                    <a:pt x="1107" y="1102"/>
                    <a:pt x="1108" y="1102"/>
                  </a:cubicBezTo>
                  <a:cubicBezTo>
                    <a:pt x="1108" y="1103"/>
                    <a:pt x="1109" y="1104"/>
                    <a:pt x="1110" y="1105"/>
                  </a:cubicBezTo>
                  <a:cubicBezTo>
                    <a:pt x="1111" y="1106"/>
                    <a:pt x="1113" y="1106"/>
                    <a:pt x="1114" y="1107"/>
                  </a:cubicBezTo>
                  <a:cubicBezTo>
                    <a:pt x="1114" y="1107"/>
                    <a:pt x="1116" y="1106"/>
                    <a:pt x="1117" y="1106"/>
                  </a:cubicBezTo>
                  <a:cubicBezTo>
                    <a:pt x="1118" y="1105"/>
                    <a:pt x="1120" y="1105"/>
                    <a:pt x="1121" y="1105"/>
                  </a:cubicBezTo>
                  <a:cubicBezTo>
                    <a:pt x="1123" y="1105"/>
                    <a:pt x="1125" y="1105"/>
                    <a:pt x="1127" y="1105"/>
                  </a:cubicBezTo>
                  <a:cubicBezTo>
                    <a:pt x="1130" y="1105"/>
                    <a:pt x="1133" y="1106"/>
                    <a:pt x="1134" y="1106"/>
                  </a:cubicBezTo>
                  <a:cubicBezTo>
                    <a:pt x="1136" y="1105"/>
                    <a:pt x="1137" y="1104"/>
                    <a:pt x="1138" y="1103"/>
                  </a:cubicBezTo>
                  <a:cubicBezTo>
                    <a:pt x="1139" y="1102"/>
                    <a:pt x="1140" y="1101"/>
                    <a:pt x="1141" y="1101"/>
                  </a:cubicBezTo>
                  <a:cubicBezTo>
                    <a:pt x="1142" y="1101"/>
                    <a:pt x="1142" y="1101"/>
                    <a:pt x="1143" y="1101"/>
                  </a:cubicBezTo>
                  <a:cubicBezTo>
                    <a:pt x="1144" y="1100"/>
                    <a:pt x="1146" y="1099"/>
                    <a:pt x="1151" y="1100"/>
                  </a:cubicBezTo>
                  <a:cubicBezTo>
                    <a:pt x="1154" y="1100"/>
                    <a:pt x="1156" y="1101"/>
                    <a:pt x="1158" y="1101"/>
                  </a:cubicBezTo>
                  <a:cubicBezTo>
                    <a:pt x="1160" y="1102"/>
                    <a:pt x="1161" y="1102"/>
                    <a:pt x="1163" y="1103"/>
                  </a:cubicBezTo>
                  <a:cubicBezTo>
                    <a:pt x="1163" y="1103"/>
                    <a:pt x="1163" y="1103"/>
                    <a:pt x="1163" y="1103"/>
                  </a:cubicBezTo>
                  <a:cubicBezTo>
                    <a:pt x="1165" y="1104"/>
                    <a:pt x="1166" y="1106"/>
                    <a:pt x="1168" y="1108"/>
                  </a:cubicBezTo>
                  <a:cubicBezTo>
                    <a:pt x="1169" y="1111"/>
                    <a:pt x="1170" y="1113"/>
                    <a:pt x="1170" y="1114"/>
                  </a:cubicBezTo>
                  <a:cubicBezTo>
                    <a:pt x="1170" y="1114"/>
                    <a:pt x="1170" y="1114"/>
                    <a:pt x="1170" y="1114"/>
                  </a:cubicBezTo>
                  <a:cubicBezTo>
                    <a:pt x="1171" y="1115"/>
                    <a:pt x="1171" y="1115"/>
                    <a:pt x="1171" y="1116"/>
                  </a:cubicBezTo>
                  <a:cubicBezTo>
                    <a:pt x="1172" y="1118"/>
                    <a:pt x="1172" y="1119"/>
                    <a:pt x="1174" y="1120"/>
                  </a:cubicBezTo>
                  <a:cubicBezTo>
                    <a:pt x="1177" y="1120"/>
                    <a:pt x="1178" y="1121"/>
                    <a:pt x="1179" y="1122"/>
                  </a:cubicBezTo>
                  <a:cubicBezTo>
                    <a:pt x="1180" y="1122"/>
                    <a:pt x="1181" y="1122"/>
                    <a:pt x="1182" y="1123"/>
                  </a:cubicBezTo>
                  <a:cubicBezTo>
                    <a:pt x="1184" y="1124"/>
                    <a:pt x="1185" y="1125"/>
                    <a:pt x="1186" y="1126"/>
                  </a:cubicBezTo>
                  <a:cubicBezTo>
                    <a:pt x="1187" y="1128"/>
                    <a:pt x="1188" y="1129"/>
                    <a:pt x="1188" y="1131"/>
                  </a:cubicBezTo>
                  <a:cubicBezTo>
                    <a:pt x="1188" y="1132"/>
                    <a:pt x="1189" y="1133"/>
                    <a:pt x="1190" y="1134"/>
                  </a:cubicBezTo>
                  <a:cubicBezTo>
                    <a:pt x="1190" y="1135"/>
                    <a:pt x="1191" y="1135"/>
                    <a:pt x="1191" y="1136"/>
                  </a:cubicBezTo>
                  <a:cubicBezTo>
                    <a:pt x="1192" y="1137"/>
                    <a:pt x="1193" y="1137"/>
                    <a:pt x="1196" y="1138"/>
                  </a:cubicBezTo>
                  <a:cubicBezTo>
                    <a:pt x="1197" y="1138"/>
                    <a:pt x="1197" y="1138"/>
                    <a:pt x="1198" y="1138"/>
                  </a:cubicBezTo>
                  <a:cubicBezTo>
                    <a:pt x="1200" y="1138"/>
                    <a:pt x="1201" y="1138"/>
                    <a:pt x="1203" y="1139"/>
                  </a:cubicBezTo>
                  <a:cubicBezTo>
                    <a:pt x="1205" y="1139"/>
                    <a:pt x="1206" y="1139"/>
                    <a:pt x="1208" y="1139"/>
                  </a:cubicBezTo>
                  <a:cubicBezTo>
                    <a:pt x="1210" y="1139"/>
                    <a:pt x="1211" y="1139"/>
                    <a:pt x="1212" y="1138"/>
                  </a:cubicBezTo>
                  <a:cubicBezTo>
                    <a:pt x="1212" y="1137"/>
                    <a:pt x="1213" y="1137"/>
                    <a:pt x="1214" y="1136"/>
                  </a:cubicBezTo>
                  <a:cubicBezTo>
                    <a:pt x="1215" y="1135"/>
                    <a:pt x="1215" y="1134"/>
                    <a:pt x="1216" y="1134"/>
                  </a:cubicBezTo>
                  <a:cubicBezTo>
                    <a:pt x="1216" y="1133"/>
                    <a:pt x="1217" y="1132"/>
                    <a:pt x="1217" y="1132"/>
                  </a:cubicBezTo>
                  <a:cubicBezTo>
                    <a:pt x="1219" y="1131"/>
                    <a:pt x="1220" y="1131"/>
                    <a:pt x="1221" y="1132"/>
                  </a:cubicBezTo>
                  <a:cubicBezTo>
                    <a:pt x="1222" y="1133"/>
                    <a:pt x="1222" y="1135"/>
                    <a:pt x="1222" y="1137"/>
                  </a:cubicBezTo>
                  <a:cubicBezTo>
                    <a:pt x="1222" y="1138"/>
                    <a:pt x="1222" y="1139"/>
                    <a:pt x="1223" y="1140"/>
                  </a:cubicBezTo>
                  <a:cubicBezTo>
                    <a:pt x="1223" y="1141"/>
                    <a:pt x="1224" y="1142"/>
                    <a:pt x="1225" y="1143"/>
                  </a:cubicBezTo>
                  <a:cubicBezTo>
                    <a:pt x="1226" y="1143"/>
                    <a:pt x="1228" y="1144"/>
                    <a:pt x="1229" y="1145"/>
                  </a:cubicBezTo>
                  <a:cubicBezTo>
                    <a:pt x="1232" y="1148"/>
                    <a:pt x="1233" y="1149"/>
                    <a:pt x="1234" y="1150"/>
                  </a:cubicBezTo>
                  <a:cubicBezTo>
                    <a:pt x="1234" y="1150"/>
                    <a:pt x="1234" y="1150"/>
                    <a:pt x="1234" y="1150"/>
                  </a:cubicBezTo>
                  <a:cubicBezTo>
                    <a:pt x="1235" y="1150"/>
                    <a:pt x="1235" y="1150"/>
                    <a:pt x="1235" y="1150"/>
                  </a:cubicBezTo>
                  <a:cubicBezTo>
                    <a:pt x="1239" y="1150"/>
                    <a:pt x="1241" y="1150"/>
                    <a:pt x="1243" y="1150"/>
                  </a:cubicBezTo>
                  <a:cubicBezTo>
                    <a:pt x="1244" y="1149"/>
                    <a:pt x="1245" y="1149"/>
                    <a:pt x="1245" y="1149"/>
                  </a:cubicBezTo>
                  <a:cubicBezTo>
                    <a:pt x="1246" y="1149"/>
                    <a:pt x="1247" y="1149"/>
                    <a:pt x="1248" y="1147"/>
                  </a:cubicBezTo>
                  <a:cubicBezTo>
                    <a:pt x="1249" y="1145"/>
                    <a:pt x="1250" y="1144"/>
                    <a:pt x="1250" y="1143"/>
                  </a:cubicBezTo>
                  <a:cubicBezTo>
                    <a:pt x="1250" y="1143"/>
                    <a:pt x="1250" y="1142"/>
                    <a:pt x="1251" y="1142"/>
                  </a:cubicBezTo>
                  <a:cubicBezTo>
                    <a:pt x="1252" y="1141"/>
                    <a:pt x="1257" y="1140"/>
                    <a:pt x="1261" y="1140"/>
                  </a:cubicBezTo>
                  <a:cubicBezTo>
                    <a:pt x="1264" y="1140"/>
                    <a:pt x="1266" y="1140"/>
                    <a:pt x="1267" y="1140"/>
                  </a:cubicBezTo>
                  <a:cubicBezTo>
                    <a:pt x="1270" y="1139"/>
                    <a:pt x="1273" y="1138"/>
                    <a:pt x="1276" y="1136"/>
                  </a:cubicBezTo>
                  <a:cubicBezTo>
                    <a:pt x="1277" y="1136"/>
                    <a:pt x="1277" y="1136"/>
                    <a:pt x="1277" y="1136"/>
                  </a:cubicBezTo>
                  <a:cubicBezTo>
                    <a:pt x="1278" y="1135"/>
                    <a:pt x="1278" y="1135"/>
                    <a:pt x="1279" y="1135"/>
                  </a:cubicBezTo>
                  <a:cubicBezTo>
                    <a:pt x="1280" y="1134"/>
                    <a:pt x="1281" y="1134"/>
                    <a:pt x="1281" y="1133"/>
                  </a:cubicBezTo>
                  <a:cubicBezTo>
                    <a:pt x="1281" y="1130"/>
                    <a:pt x="1283" y="1129"/>
                    <a:pt x="1286" y="1127"/>
                  </a:cubicBezTo>
                  <a:cubicBezTo>
                    <a:pt x="1287" y="1127"/>
                    <a:pt x="1287" y="1126"/>
                    <a:pt x="1287" y="1126"/>
                  </a:cubicBezTo>
                  <a:cubicBezTo>
                    <a:pt x="1289" y="1125"/>
                    <a:pt x="1293" y="1123"/>
                    <a:pt x="1297" y="1122"/>
                  </a:cubicBezTo>
                  <a:cubicBezTo>
                    <a:pt x="1302" y="1119"/>
                    <a:pt x="1307" y="1117"/>
                    <a:pt x="1310" y="1116"/>
                  </a:cubicBezTo>
                  <a:cubicBezTo>
                    <a:pt x="1310" y="1115"/>
                    <a:pt x="1311" y="1115"/>
                    <a:pt x="1313" y="1114"/>
                  </a:cubicBezTo>
                  <a:cubicBezTo>
                    <a:pt x="1317" y="1112"/>
                    <a:pt x="1320" y="1110"/>
                    <a:pt x="1322" y="1109"/>
                  </a:cubicBezTo>
                  <a:cubicBezTo>
                    <a:pt x="1324" y="1109"/>
                    <a:pt x="1325" y="1109"/>
                    <a:pt x="1326" y="1109"/>
                  </a:cubicBezTo>
                  <a:cubicBezTo>
                    <a:pt x="1328" y="1109"/>
                    <a:pt x="1329" y="1110"/>
                    <a:pt x="1332" y="1109"/>
                  </a:cubicBezTo>
                  <a:cubicBezTo>
                    <a:pt x="1334" y="1108"/>
                    <a:pt x="1336" y="1106"/>
                    <a:pt x="1337" y="1105"/>
                  </a:cubicBezTo>
                  <a:cubicBezTo>
                    <a:pt x="1338" y="1104"/>
                    <a:pt x="1339" y="1103"/>
                    <a:pt x="1341" y="1103"/>
                  </a:cubicBezTo>
                  <a:cubicBezTo>
                    <a:pt x="1343" y="1102"/>
                    <a:pt x="1345" y="1103"/>
                    <a:pt x="1347" y="1103"/>
                  </a:cubicBezTo>
                  <a:cubicBezTo>
                    <a:pt x="1349" y="1104"/>
                    <a:pt x="1351" y="1105"/>
                    <a:pt x="1352" y="1105"/>
                  </a:cubicBezTo>
                  <a:cubicBezTo>
                    <a:pt x="1352" y="1105"/>
                    <a:pt x="1352" y="1105"/>
                    <a:pt x="1352" y="1105"/>
                  </a:cubicBezTo>
                  <a:cubicBezTo>
                    <a:pt x="1352" y="1105"/>
                    <a:pt x="1353" y="1106"/>
                    <a:pt x="1353" y="1106"/>
                  </a:cubicBezTo>
                  <a:cubicBezTo>
                    <a:pt x="1355" y="1107"/>
                    <a:pt x="1358" y="1110"/>
                    <a:pt x="1364" y="1110"/>
                  </a:cubicBezTo>
                  <a:cubicBezTo>
                    <a:pt x="1367" y="1110"/>
                    <a:pt x="1368" y="1110"/>
                    <a:pt x="1370" y="1110"/>
                  </a:cubicBezTo>
                  <a:cubicBezTo>
                    <a:pt x="1372" y="1110"/>
                    <a:pt x="1374" y="1110"/>
                    <a:pt x="1375" y="1110"/>
                  </a:cubicBezTo>
                  <a:cubicBezTo>
                    <a:pt x="1378" y="1111"/>
                    <a:pt x="1378" y="1112"/>
                    <a:pt x="1380" y="1115"/>
                  </a:cubicBezTo>
                  <a:cubicBezTo>
                    <a:pt x="1380" y="1116"/>
                    <a:pt x="1380" y="1117"/>
                    <a:pt x="1381" y="1118"/>
                  </a:cubicBezTo>
                  <a:cubicBezTo>
                    <a:pt x="1382" y="1119"/>
                    <a:pt x="1382" y="1121"/>
                    <a:pt x="1382" y="1122"/>
                  </a:cubicBezTo>
                  <a:cubicBezTo>
                    <a:pt x="1382" y="1124"/>
                    <a:pt x="1382" y="1125"/>
                    <a:pt x="1389" y="1126"/>
                  </a:cubicBezTo>
                  <a:cubicBezTo>
                    <a:pt x="1394" y="1127"/>
                    <a:pt x="1397" y="1128"/>
                    <a:pt x="1399" y="1128"/>
                  </a:cubicBezTo>
                  <a:cubicBezTo>
                    <a:pt x="1401" y="1129"/>
                    <a:pt x="1402" y="1129"/>
                    <a:pt x="1403" y="1128"/>
                  </a:cubicBezTo>
                  <a:cubicBezTo>
                    <a:pt x="1404" y="1128"/>
                    <a:pt x="1405" y="1128"/>
                    <a:pt x="1405" y="1127"/>
                  </a:cubicBezTo>
                  <a:cubicBezTo>
                    <a:pt x="1406" y="1126"/>
                    <a:pt x="1407" y="1125"/>
                    <a:pt x="1412" y="1125"/>
                  </a:cubicBezTo>
                  <a:cubicBezTo>
                    <a:pt x="1417" y="1126"/>
                    <a:pt x="1422" y="1127"/>
                    <a:pt x="1426" y="1129"/>
                  </a:cubicBezTo>
                  <a:cubicBezTo>
                    <a:pt x="1427" y="1129"/>
                    <a:pt x="1429" y="1130"/>
                    <a:pt x="1430" y="1130"/>
                  </a:cubicBezTo>
                  <a:cubicBezTo>
                    <a:pt x="1432" y="1131"/>
                    <a:pt x="1435" y="1131"/>
                    <a:pt x="1436" y="1131"/>
                  </a:cubicBezTo>
                  <a:cubicBezTo>
                    <a:pt x="1438" y="1132"/>
                    <a:pt x="1440" y="1132"/>
                    <a:pt x="1441" y="1131"/>
                  </a:cubicBezTo>
                  <a:cubicBezTo>
                    <a:pt x="1442" y="1131"/>
                    <a:pt x="1443" y="1130"/>
                    <a:pt x="1444" y="1130"/>
                  </a:cubicBezTo>
                  <a:cubicBezTo>
                    <a:pt x="1445" y="1129"/>
                    <a:pt x="1446" y="1128"/>
                    <a:pt x="1447" y="1128"/>
                  </a:cubicBezTo>
                  <a:cubicBezTo>
                    <a:pt x="1448" y="1127"/>
                    <a:pt x="1450" y="1127"/>
                    <a:pt x="1451" y="1127"/>
                  </a:cubicBezTo>
                  <a:cubicBezTo>
                    <a:pt x="1452" y="1127"/>
                    <a:pt x="1453" y="1127"/>
                    <a:pt x="1454" y="1126"/>
                  </a:cubicBezTo>
                  <a:cubicBezTo>
                    <a:pt x="1455" y="1125"/>
                    <a:pt x="1456" y="1123"/>
                    <a:pt x="1457" y="1121"/>
                  </a:cubicBezTo>
                  <a:cubicBezTo>
                    <a:pt x="1458" y="1119"/>
                    <a:pt x="1459" y="1116"/>
                    <a:pt x="1459" y="1115"/>
                  </a:cubicBezTo>
                  <a:cubicBezTo>
                    <a:pt x="1459" y="1114"/>
                    <a:pt x="1458" y="1113"/>
                    <a:pt x="1457" y="1113"/>
                  </a:cubicBezTo>
                  <a:cubicBezTo>
                    <a:pt x="1456" y="1112"/>
                    <a:pt x="1454" y="1111"/>
                    <a:pt x="1454" y="1109"/>
                  </a:cubicBezTo>
                  <a:cubicBezTo>
                    <a:pt x="1453" y="1107"/>
                    <a:pt x="1453" y="1106"/>
                    <a:pt x="1453" y="1105"/>
                  </a:cubicBezTo>
                  <a:cubicBezTo>
                    <a:pt x="1452" y="1103"/>
                    <a:pt x="1450" y="1100"/>
                    <a:pt x="1451" y="1097"/>
                  </a:cubicBezTo>
                  <a:cubicBezTo>
                    <a:pt x="1451" y="1095"/>
                    <a:pt x="1451" y="1093"/>
                    <a:pt x="1452" y="1092"/>
                  </a:cubicBezTo>
                  <a:cubicBezTo>
                    <a:pt x="1452" y="1090"/>
                    <a:pt x="1453" y="1089"/>
                    <a:pt x="1454" y="1088"/>
                  </a:cubicBezTo>
                  <a:cubicBezTo>
                    <a:pt x="1454" y="1088"/>
                    <a:pt x="1455" y="1087"/>
                    <a:pt x="1456" y="1087"/>
                  </a:cubicBezTo>
                  <a:cubicBezTo>
                    <a:pt x="1456" y="1086"/>
                    <a:pt x="1457" y="1086"/>
                    <a:pt x="1458" y="1085"/>
                  </a:cubicBezTo>
                  <a:cubicBezTo>
                    <a:pt x="1458" y="1084"/>
                    <a:pt x="1458" y="1084"/>
                    <a:pt x="1458" y="1083"/>
                  </a:cubicBezTo>
                  <a:cubicBezTo>
                    <a:pt x="1459" y="1082"/>
                    <a:pt x="1459" y="1081"/>
                    <a:pt x="1461" y="1079"/>
                  </a:cubicBezTo>
                  <a:cubicBezTo>
                    <a:pt x="1462" y="1077"/>
                    <a:pt x="1465" y="1074"/>
                    <a:pt x="1468" y="1072"/>
                  </a:cubicBezTo>
                  <a:cubicBezTo>
                    <a:pt x="1470" y="1071"/>
                    <a:pt x="1472" y="1069"/>
                    <a:pt x="1474" y="1069"/>
                  </a:cubicBezTo>
                  <a:cubicBezTo>
                    <a:pt x="1476" y="1069"/>
                    <a:pt x="1479" y="1071"/>
                    <a:pt x="1483" y="1073"/>
                  </a:cubicBezTo>
                  <a:cubicBezTo>
                    <a:pt x="1487" y="1075"/>
                    <a:pt x="1491" y="1078"/>
                    <a:pt x="1494" y="1078"/>
                  </a:cubicBezTo>
                  <a:cubicBezTo>
                    <a:pt x="1498" y="1079"/>
                    <a:pt x="1499" y="1079"/>
                    <a:pt x="1500" y="1079"/>
                  </a:cubicBezTo>
                  <a:cubicBezTo>
                    <a:pt x="1502" y="1079"/>
                    <a:pt x="1504" y="1079"/>
                    <a:pt x="1508" y="1080"/>
                  </a:cubicBezTo>
                  <a:cubicBezTo>
                    <a:pt x="1511" y="1081"/>
                    <a:pt x="1519" y="1083"/>
                    <a:pt x="1526" y="1085"/>
                  </a:cubicBezTo>
                  <a:cubicBezTo>
                    <a:pt x="1532" y="1087"/>
                    <a:pt x="1538" y="1089"/>
                    <a:pt x="1539" y="1090"/>
                  </a:cubicBezTo>
                  <a:cubicBezTo>
                    <a:pt x="1539" y="1090"/>
                    <a:pt x="1539" y="1090"/>
                    <a:pt x="1539" y="1090"/>
                  </a:cubicBezTo>
                  <a:cubicBezTo>
                    <a:pt x="1539" y="1090"/>
                    <a:pt x="1539" y="1090"/>
                    <a:pt x="1539" y="1090"/>
                  </a:cubicBezTo>
                  <a:cubicBezTo>
                    <a:pt x="1541" y="1091"/>
                    <a:pt x="1543" y="1092"/>
                    <a:pt x="1543" y="1099"/>
                  </a:cubicBezTo>
                  <a:cubicBezTo>
                    <a:pt x="1543" y="1099"/>
                    <a:pt x="1543" y="1099"/>
                    <a:pt x="1543" y="1099"/>
                  </a:cubicBezTo>
                  <a:cubicBezTo>
                    <a:pt x="1543" y="1105"/>
                    <a:pt x="1543" y="1107"/>
                    <a:pt x="1546" y="1111"/>
                  </a:cubicBezTo>
                  <a:cubicBezTo>
                    <a:pt x="1547" y="1113"/>
                    <a:pt x="1550" y="1114"/>
                    <a:pt x="1552" y="1115"/>
                  </a:cubicBezTo>
                  <a:cubicBezTo>
                    <a:pt x="1555" y="1117"/>
                    <a:pt x="1559" y="1118"/>
                    <a:pt x="1563" y="1119"/>
                  </a:cubicBezTo>
                  <a:cubicBezTo>
                    <a:pt x="1565" y="1119"/>
                    <a:pt x="1568" y="1120"/>
                    <a:pt x="1570" y="1120"/>
                  </a:cubicBezTo>
                  <a:cubicBezTo>
                    <a:pt x="1573" y="1121"/>
                    <a:pt x="1576" y="1122"/>
                    <a:pt x="1578" y="1121"/>
                  </a:cubicBezTo>
                  <a:cubicBezTo>
                    <a:pt x="1580" y="1121"/>
                    <a:pt x="1582" y="1121"/>
                    <a:pt x="1584" y="1120"/>
                  </a:cubicBezTo>
                  <a:cubicBezTo>
                    <a:pt x="1586" y="1120"/>
                    <a:pt x="1589" y="1119"/>
                    <a:pt x="1592" y="1117"/>
                  </a:cubicBezTo>
                  <a:cubicBezTo>
                    <a:pt x="1595" y="1116"/>
                    <a:pt x="1598" y="1115"/>
                    <a:pt x="1601" y="1114"/>
                  </a:cubicBezTo>
                  <a:cubicBezTo>
                    <a:pt x="1603" y="1114"/>
                    <a:pt x="1606" y="1114"/>
                    <a:pt x="1610" y="1114"/>
                  </a:cubicBezTo>
                  <a:cubicBezTo>
                    <a:pt x="1613" y="1114"/>
                    <a:pt x="1616" y="1115"/>
                    <a:pt x="1619" y="1115"/>
                  </a:cubicBezTo>
                  <a:cubicBezTo>
                    <a:pt x="1621" y="1116"/>
                    <a:pt x="1623" y="1117"/>
                    <a:pt x="1625" y="1117"/>
                  </a:cubicBezTo>
                  <a:cubicBezTo>
                    <a:pt x="1627" y="1118"/>
                    <a:pt x="1628" y="1118"/>
                    <a:pt x="1630" y="1118"/>
                  </a:cubicBezTo>
                  <a:cubicBezTo>
                    <a:pt x="1631" y="1118"/>
                    <a:pt x="1633" y="1118"/>
                    <a:pt x="1634" y="1118"/>
                  </a:cubicBezTo>
                  <a:cubicBezTo>
                    <a:pt x="1636" y="1119"/>
                    <a:pt x="1639" y="1119"/>
                    <a:pt x="1641" y="1120"/>
                  </a:cubicBezTo>
                  <a:cubicBezTo>
                    <a:pt x="1643" y="1121"/>
                    <a:pt x="1645" y="1123"/>
                    <a:pt x="1647" y="1124"/>
                  </a:cubicBezTo>
                  <a:cubicBezTo>
                    <a:pt x="1648" y="1126"/>
                    <a:pt x="1651" y="1126"/>
                    <a:pt x="1653" y="1126"/>
                  </a:cubicBezTo>
                  <a:cubicBezTo>
                    <a:pt x="1655" y="1126"/>
                    <a:pt x="1656" y="1126"/>
                    <a:pt x="1658" y="1127"/>
                  </a:cubicBezTo>
                  <a:cubicBezTo>
                    <a:pt x="1661" y="1128"/>
                    <a:pt x="1661" y="1130"/>
                    <a:pt x="1661" y="1132"/>
                  </a:cubicBezTo>
                  <a:cubicBezTo>
                    <a:pt x="1662" y="1134"/>
                    <a:pt x="1662" y="1135"/>
                    <a:pt x="1663" y="1136"/>
                  </a:cubicBezTo>
                  <a:cubicBezTo>
                    <a:pt x="1663" y="1137"/>
                    <a:pt x="1664" y="1138"/>
                    <a:pt x="1664" y="1139"/>
                  </a:cubicBezTo>
                  <a:cubicBezTo>
                    <a:pt x="1665" y="1141"/>
                    <a:pt x="1666" y="1142"/>
                    <a:pt x="1671" y="1143"/>
                  </a:cubicBezTo>
                  <a:cubicBezTo>
                    <a:pt x="1676" y="1144"/>
                    <a:pt x="1677" y="1144"/>
                    <a:pt x="1679" y="1144"/>
                  </a:cubicBezTo>
                  <a:cubicBezTo>
                    <a:pt x="1681" y="1144"/>
                    <a:pt x="1682" y="1144"/>
                    <a:pt x="1685" y="1144"/>
                  </a:cubicBezTo>
                  <a:cubicBezTo>
                    <a:pt x="1688" y="1144"/>
                    <a:pt x="1691" y="1145"/>
                    <a:pt x="1693" y="1145"/>
                  </a:cubicBezTo>
                  <a:cubicBezTo>
                    <a:pt x="1696" y="1146"/>
                    <a:pt x="1700" y="1147"/>
                    <a:pt x="1704" y="1147"/>
                  </a:cubicBezTo>
                  <a:cubicBezTo>
                    <a:pt x="1707" y="1148"/>
                    <a:pt x="1709" y="1148"/>
                    <a:pt x="1711" y="1149"/>
                  </a:cubicBezTo>
                  <a:cubicBezTo>
                    <a:pt x="1715" y="1149"/>
                    <a:pt x="1717" y="1150"/>
                    <a:pt x="1718" y="1149"/>
                  </a:cubicBezTo>
                  <a:cubicBezTo>
                    <a:pt x="1720" y="1149"/>
                    <a:pt x="1726" y="1147"/>
                    <a:pt x="1732" y="1145"/>
                  </a:cubicBezTo>
                  <a:cubicBezTo>
                    <a:pt x="1735" y="1144"/>
                    <a:pt x="1738" y="1143"/>
                    <a:pt x="1740" y="1142"/>
                  </a:cubicBezTo>
                  <a:cubicBezTo>
                    <a:pt x="1743" y="1142"/>
                    <a:pt x="1746" y="1142"/>
                    <a:pt x="1750" y="1141"/>
                  </a:cubicBezTo>
                  <a:cubicBezTo>
                    <a:pt x="1755" y="1141"/>
                    <a:pt x="1759" y="1140"/>
                    <a:pt x="1761" y="1139"/>
                  </a:cubicBezTo>
                  <a:cubicBezTo>
                    <a:pt x="1761" y="1139"/>
                    <a:pt x="1761" y="1139"/>
                    <a:pt x="1761" y="1139"/>
                  </a:cubicBezTo>
                  <a:cubicBezTo>
                    <a:pt x="1762" y="1139"/>
                    <a:pt x="1763" y="1137"/>
                    <a:pt x="1765" y="1135"/>
                  </a:cubicBezTo>
                  <a:cubicBezTo>
                    <a:pt x="1767" y="1133"/>
                    <a:pt x="1769" y="1130"/>
                    <a:pt x="1772" y="1129"/>
                  </a:cubicBezTo>
                  <a:cubicBezTo>
                    <a:pt x="1774" y="1127"/>
                    <a:pt x="1777" y="1125"/>
                    <a:pt x="1780" y="1124"/>
                  </a:cubicBezTo>
                  <a:cubicBezTo>
                    <a:pt x="1783" y="1122"/>
                    <a:pt x="1785" y="1121"/>
                    <a:pt x="1786" y="1121"/>
                  </a:cubicBezTo>
                  <a:cubicBezTo>
                    <a:pt x="1786" y="1121"/>
                    <a:pt x="1786" y="1121"/>
                    <a:pt x="1786" y="1121"/>
                  </a:cubicBezTo>
                  <a:cubicBezTo>
                    <a:pt x="1787" y="1121"/>
                    <a:pt x="1789" y="1120"/>
                    <a:pt x="1792" y="1120"/>
                  </a:cubicBezTo>
                  <a:cubicBezTo>
                    <a:pt x="1795" y="1121"/>
                    <a:pt x="1799" y="1121"/>
                    <a:pt x="1801" y="1121"/>
                  </a:cubicBezTo>
                  <a:cubicBezTo>
                    <a:pt x="1804" y="1121"/>
                    <a:pt x="1807" y="1124"/>
                    <a:pt x="1810" y="1126"/>
                  </a:cubicBezTo>
                  <a:cubicBezTo>
                    <a:pt x="1813" y="1128"/>
                    <a:pt x="1815" y="1129"/>
                    <a:pt x="1816" y="1129"/>
                  </a:cubicBezTo>
                  <a:cubicBezTo>
                    <a:pt x="1817" y="1129"/>
                    <a:pt x="1819" y="1129"/>
                    <a:pt x="1821" y="1128"/>
                  </a:cubicBezTo>
                  <a:cubicBezTo>
                    <a:pt x="1823" y="1128"/>
                    <a:pt x="1826" y="1127"/>
                    <a:pt x="1828" y="1127"/>
                  </a:cubicBezTo>
                  <a:cubicBezTo>
                    <a:pt x="1832" y="1126"/>
                    <a:pt x="1835" y="1128"/>
                    <a:pt x="1839" y="1129"/>
                  </a:cubicBezTo>
                  <a:cubicBezTo>
                    <a:pt x="1841" y="1130"/>
                    <a:pt x="1843" y="1131"/>
                    <a:pt x="1845" y="1132"/>
                  </a:cubicBezTo>
                  <a:cubicBezTo>
                    <a:pt x="1847" y="1132"/>
                    <a:pt x="1849" y="1133"/>
                    <a:pt x="1852" y="1134"/>
                  </a:cubicBezTo>
                  <a:cubicBezTo>
                    <a:pt x="1857" y="1136"/>
                    <a:pt x="1862" y="1138"/>
                    <a:pt x="1864" y="1138"/>
                  </a:cubicBezTo>
                  <a:cubicBezTo>
                    <a:pt x="1865" y="1137"/>
                    <a:pt x="1867" y="1135"/>
                    <a:pt x="1870" y="1133"/>
                  </a:cubicBezTo>
                  <a:cubicBezTo>
                    <a:pt x="1872" y="1131"/>
                    <a:pt x="1875" y="1129"/>
                    <a:pt x="1876" y="1128"/>
                  </a:cubicBezTo>
                  <a:cubicBezTo>
                    <a:pt x="1878" y="1128"/>
                    <a:pt x="1879" y="1128"/>
                    <a:pt x="1881" y="1128"/>
                  </a:cubicBezTo>
                  <a:cubicBezTo>
                    <a:pt x="1882" y="1128"/>
                    <a:pt x="1883" y="1128"/>
                    <a:pt x="1886" y="1127"/>
                  </a:cubicBezTo>
                  <a:cubicBezTo>
                    <a:pt x="1889" y="1126"/>
                    <a:pt x="1890" y="1125"/>
                    <a:pt x="1891" y="1124"/>
                  </a:cubicBezTo>
                  <a:cubicBezTo>
                    <a:pt x="1892" y="1123"/>
                    <a:pt x="1893" y="1121"/>
                    <a:pt x="1893" y="1120"/>
                  </a:cubicBezTo>
                  <a:cubicBezTo>
                    <a:pt x="1893" y="1119"/>
                    <a:pt x="1893" y="1118"/>
                    <a:pt x="1893" y="1117"/>
                  </a:cubicBezTo>
                  <a:cubicBezTo>
                    <a:pt x="1893" y="1115"/>
                    <a:pt x="1893" y="1112"/>
                    <a:pt x="1893" y="1110"/>
                  </a:cubicBezTo>
                  <a:cubicBezTo>
                    <a:pt x="1894" y="1107"/>
                    <a:pt x="1896" y="1104"/>
                    <a:pt x="1898" y="1101"/>
                  </a:cubicBezTo>
                  <a:cubicBezTo>
                    <a:pt x="1898" y="1100"/>
                    <a:pt x="1899" y="1098"/>
                    <a:pt x="1900" y="1097"/>
                  </a:cubicBezTo>
                  <a:cubicBezTo>
                    <a:pt x="1901" y="1095"/>
                    <a:pt x="1903" y="1092"/>
                    <a:pt x="1904" y="1089"/>
                  </a:cubicBezTo>
                  <a:cubicBezTo>
                    <a:pt x="1906" y="1087"/>
                    <a:pt x="1908" y="1084"/>
                    <a:pt x="1909" y="1083"/>
                  </a:cubicBezTo>
                  <a:cubicBezTo>
                    <a:pt x="1910" y="1082"/>
                    <a:pt x="1912" y="1080"/>
                    <a:pt x="1914" y="1078"/>
                  </a:cubicBezTo>
                  <a:cubicBezTo>
                    <a:pt x="1917" y="1075"/>
                    <a:pt x="1920" y="1071"/>
                    <a:pt x="1921" y="1070"/>
                  </a:cubicBezTo>
                  <a:cubicBezTo>
                    <a:pt x="1921" y="1069"/>
                    <a:pt x="1921" y="1069"/>
                    <a:pt x="1921" y="1068"/>
                  </a:cubicBezTo>
                  <a:cubicBezTo>
                    <a:pt x="1921" y="1068"/>
                    <a:pt x="1920" y="1067"/>
                    <a:pt x="1920" y="1066"/>
                  </a:cubicBezTo>
                  <a:cubicBezTo>
                    <a:pt x="1920" y="1064"/>
                    <a:pt x="1920" y="1063"/>
                    <a:pt x="1920" y="1061"/>
                  </a:cubicBezTo>
                  <a:cubicBezTo>
                    <a:pt x="1920" y="1061"/>
                    <a:pt x="1920" y="1060"/>
                    <a:pt x="1920" y="1059"/>
                  </a:cubicBezTo>
                  <a:cubicBezTo>
                    <a:pt x="1920" y="1059"/>
                    <a:pt x="1920" y="1059"/>
                    <a:pt x="1920" y="1059"/>
                  </a:cubicBezTo>
                  <a:cubicBezTo>
                    <a:pt x="1920" y="1059"/>
                    <a:pt x="1920" y="1059"/>
                    <a:pt x="1920" y="1059"/>
                  </a:cubicBezTo>
                  <a:cubicBezTo>
                    <a:pt x="1920" y="1059"/>
                    <a:pt x="1920" y="1059"/>
                    <a:pt x="1920" y="1059"/>
                  </a:cubicBezTo>
                  <a:cubicBezTo>
                    <a:pt x="1920" y="1059"/>
                    <a:pt x="1920" y="1058"/>
                    <a:pt x="1920" y="1058"/>
                  </a:cubicBezTo>
                  <a:cubicBezTo>
                    <a:pt x="1919" y="1058"/>
                    <a:pt x="1919" y="1058"/>
                    <a:pt x="1918" y="1058"/>
                  </a:cubicBezTo>
                  <a:cubicBezTo>
                    <a:pt x="1918" y="1058"/>
                    <a:pt x="1918" y="1058"/>
                    <a:pt x="1917" y="1058"/>
                  </a:cubicBezTo>
                  <a:cubicBezTo>
                    <a:pt x="1916" y="1058"/>
                    <a:pt x="1915" y="1058"/>
                    <a:pt x="1914" y="1058"/>
                  </a:cubicBezTo>
                  <a:cubicBezTo>
                    <a:pt x="1912" y="1058"/>
                    <a:pt x="1911" y="1058"/>
                    <a:pt x="1911" y="1058"/>
                  </a:cubicBezTo>
                  <a:cubicBezTo>
                    <a:pt x="1910" y="1058"/>
                    <a:pt x="1909" y="1057"/>
                    <a:pt x="1908" y="1056"/>
                  </a:cubicBezTo>
                  <a:cubicBezTo>
                    <a:pt x="1908" y="1055"/>
                    <a:pt x="1907" y="1054"/>
                    <a:pt x="1908" y="1052"/>
                  </a:cubicBezTo>
                  <a:cubicBezTo>
                    <a:pt x="1908" y="1051"/>
                    <a:pt x="1910" y="1049"/>
                    <a:pt x="1913" y="1046"/>
                  </a:cubicBezTo>
                  <a:cubicBezTo>
                    <a:pt x="1917" y="1043"/>
                    <a:pt x="1921" y="1039"/>
                    <a:pt x="1923" y="1039"/>
                  </a:cubicBezTo>
                  <a:cubicBezTo>
                    <a:pt x="1924" y="1038"/>
                    <a:pt x="1925" y="1037"/>
                    <a:pt x="1927" y="1037"/>
                  </a:cubicBezTo>
                  <a:cubicBezTo>
                    <a:pt x="1928" y="1036"/>
                    <a:pt x="1930" y="1036"/>
                    <a:pt x="1933" y="1036"/>
                  </a:cubicBezTo>
                  <a:cubicBezTo>
                    <a:pt x="1936" y="1036"/>
                    <a:pt x="1947" y="1034"/>
                    <a:pt x="1951" y="1032"/>
                  </a:cubicBezTo>
                  <a:cubicBezTo>
                    <a:pt x="1952" y="1032"/>
                    <a:pt x="1952" y="1032"/>
                    <a:pt x="1952" y="1032"/>
                  </a:cubicBezTo>
                  <a:cubicBezTo>
                    <a:pt x="1953" y="1032"/>
                    <a:pt x="1957" y="1031"/>
                    <a:pt x="1961" y="1031"/>
                  </a:cubicBezTo>
                  <a:cubicBezTo>
                    <a:pt x="1968" y="1030"/>
                    <a:pt x="1975" y="1029"/>
                    <a:pt x="1977" y="1029"/>
                  </a:cubicBezTo>
                  <a:cubicBezTo>
                    <a:pt x="1979" y="1029"/>
                    <a:pt x="1981" y="1029"/>
                    <a:pt x="1983" y="1029"/>
                  </a:cubicBezTo>
                  <a:cubicBezTo>
                    <a:pt x="1984" y="1030"/>
                    <a:pt x="1986" y="1030"/>
                    <a:pt x="1988" y="1031"/>
                  </a:cubicBezTo>
                  <a:cubicBezTo>
                    <a:pt x="1990" y="1032"/>
                    <a:pt x="1992" y="1033"/>
                    <a:pt x="1994" y="1034"/>
                  </a:cubicBezTo>
                  <a:cubicBezTo>
                    <a:pt x="1996" y="1035"/>
                    <a:pt x="1997" y="1036"/>
                    <a:pt x="1999" y="1037"/>
                  </a:cubicBezTo>
                  <a:cubicBezTo>
                    <a:pt x="2000" y="1037"/>
                    <a:pt x="2000" y="1037"/>
                    <a:pt x="2001" y="1038"/>
                  </a:cubicBezTo>
                  <a:cubicBezTo>
                    <a:pt x="2001" y="1038"/>
                    <a:pt x="2002" y="1039"/>
                    <a:pt x="2006" y="1038"/>
                  </a:cubicBezTo>
                  <a:cubicBezTo>
                    <a:pt x="2008" y="1038"/>
                    <a:pt x="2009" y="1038"/>
                    <a:pt x="2010" y="1038"/>
                  </a:cubicBezTo>
                  <a:cubicBezTo>
                    <a:pt x="2014" y="1038"/>
                    <a:pt x="2015" y="1038"/>
                    <a:pt x="2018" y="1039"/>
                  </a:cubicBezTo>
                  <a:cubicBezTo>
                    <a:pt x="2019" y="1039"/>
                    <a:pt x="2021" y="1041"/>
                    <a:pt x="2024" y="1042"/>
                  </a:cubicBezTo>
                  <a:cubicBezTo>
                    <a:pt x="2024" y="1042"/>
                    <a:pt x="2024" y="1042"/>
                    <a:pt x="2024" y="1042"/>
                  </a:cubicBezTo>
                  <a:cubicBezTo>
                    <a:pt x="2027" y="1045"/>
                    <a:pt x="2031" y="1048"/>
                    <a:pt x="2032" y="1049"/>
                  </a:cubicBezTo>
                  <a:cubicBezTo>
                    <a:pt x="2034" y="1051"/>
                    <a:pt x="2033" y="1052"/>
                    <a:pt x="2033" y="1053"/>
                  </a:cubicBezTo>
                  <a:cubicBezTo>
                    <a:pt x="2032" y="1054"/>
                    <a:pt x="2032" y="1054"/>
                    <a:pt x="2032" y="1055"/>
                  </a:cubicBezTo>
                  <a:cubicBezTo>
                    <a:pt x="2032" y="1056"/>
                    <a:pt x="2034" y="1057"/>
                    <a:pt x="2035" y="1058"/>
                  </a:cubicBezTo>
                  <a:cubicBezTo>
                    <a:pt x="2036" y="1059"/>
                    <a:pt x="2038" y="1060"/>
                    <a:pt x="2038" y="1061"/>
                  </a:cubicBezTo>
                  <a:cubicBezTo>
                    <a:pt x="2039" y="1062"/>
                    <a:pt x="2039" y="1062"/>
                    <a:pt x="2039" y="1062"/>
                  </a:cubicBezTo>
                  <a:cubicBezTo>
                    <a:pt x="2040" y="1064"/>
                    <a:pt x="2041" y="1066"/>
                    <a:pt x="2042" y="1068"/>
                  </a:cubicBezTo>
                  <a:cubicBezTo>
                    <a:pt x="2042" y="1069"/>
                    <a:pt x="2042" y="1069"/>
                    <a:pt x="2042" y="1071"/>
                  </a:cubicBezTo>
                  <a:cubicBezTo>
                    <a:pt x="2042" y="1071"/>
                    <a:pt x="2042" y="1072"/>
                    <a:pt x="2042" y="1073"/>
                  </a:cubicBezTo>
                  <a:cubicBezTo>
                    <a:pt x="2042" y="1074"/>
                    <a:pt x="2043" y="1076"/>
                    <a:pt x="2044" y="1078"/>
                  </a:cubicBezTo>
                  <a:cubicBezTo>
                    <a:pt x="2045" y="1079"/>
                    <a:pt x="2045" y="1081"/>
                    <a:pt x="2046" y="1082"/>
                  </a:cubicBezTo>
                  <a:cubicBezTo>
                    <a:pt x="2046" y="1083"/>
                    <a:pt x="2047" y="1085"/>
                    <a:pt x="2047" y="1086"/>
                  </a:cubicBezTo>
                  <a:cubicBezTo>
                    <a:pt x="2047" y="1088"/>
                    <a:pt x="2048" y="1090"/>
                    <a:pt x="2048" y="1090"/>
                  </a:cubicBezTo>
                  <a:cubicBezTo>
                    <a:pt x="2048" y="1090"/>
                    <a:pt x="2049" y="1090"/>
                    <a:pt x="2049" y="1090"/>
                  </a:cubicBezTo>
                  <a:cubicBezTo>
                    <a:pt x="2050" y="1090"/>
                    <a:pt x="2051" y="1091"/>
                    <a:pt x="2052" y="1092"/>
                  </a:cubicBezTo>
                  <a:cubicBezTo>
                    <a:pt x="2054" y="1093"/>
                    <a:pt x="2054" y="1097"/>
                    <a:pt x="2054" y="1099"/>
                  </a:cubicBezTo>
                  <a:cubicBezTo>
                    <a:pt x="2054" y="1099"/>
                    <a:pt x="2054" y="1099"/>
                    <a:pt x="2054" y="1099"/>
                  </a:cubicBezTo>
                  <a:cubicBezTo>
                    <a:pt x="2054" y="1099"/>
                    <a:pt x="2054" y="1099"/>
                    <a:pt x="2054" y="1099"/>
                  </a:cubicBezTo>
                  <a:cubicBezTo>
                    <a:pt x="2054" y="1100"/>
                    <a:pt x="2055" y="1102"/>
                    <a:pt x="2056" y="1103"/>
                  </a:cubicBezTo>
                  <a:cubicBezTo>
                    <a:pt x="2057" y="1105"/>
                    <a:pt x="2058" y="1106"/>
                    <a:pt x="2058" y="1107"/>
                  </a:cubicBezTo>
                  <a:cubicBezTo>
                    <a:pt x="2059" y="1108"/>
                    <a:pt x="2059" y="1109"/>
                    <a:pt x="2060" y="1110"/>
                  </a:cubicBezTo>
                  <a:cubicBezTo>
                    <a:pt x="2062" y="1114"/>
                    <a:pt x="2065" y="1118"/>
                    <a:pt x="2065" y="1120"/>
                  </a:cubicBezTo>
                  <a:cubicBezTo>
                    <a:pt x="2065" y="1122"/>
                    <a:pt x="2065" y="1123"/>
                    <a:pt x="2065" y="1124"/>
                  </a:cubicBezTo>
                  <a:cubicBezTo>
                    <a:pt x="2064" y="1125"/>
                    <a:pt x="2064" y="1125"/>
                    <a:pt x="2064" y="1126"/>
                  </a:cubicBezTo>
                  <a:cubicBezTo>
                    <a:pt x="2064" y="1127"/>
                    <a:pt x="2065" y="1128"/>
                    <a:pt x="2065" y="1129"/>
                  </a:cubicBezTo>
                  <a:cubicBezTo>
                    <a:pt x="2065" y="1130"/>
                    <a:pt x="2065" y="1131"/>
                    <a:pt x="2066" y="1132"/>
                  </a:cubicBezTo>
                  <a:cubicBezTo>
                    <a:pt x="2066" y="1133"/>
                    <a:pt x="2067" y="1134"/>
                    <a:pt x="2068" y="1135"/>
                  </a:cubicBezTo>
                  <a:cubicBezTo>
                    <a:pt x="2069" y="1136"/>
                    <a:pt x="2069" y="1137"/>
                    <a:pt x="2070" y="1137"/>
                  </a:cubicBezTo>
                  <a:cubicBezTo>
                    <a:pt x="2071" y="1137"/>
                    <a:pt x="2077" y="1138"/>
                    <a:pt x="2081" y="1138"/>
                  </a:cubicBezTo>
                  <a:cubicBezTo>
                    <a:pt x="2082" y="1138"/>
                    <a:pt x="2082" y="1138"/>
                    <a:pt x="2082" y="1138"/>
                  </a:cubicBezTo>
                  <a:cubicBezTo>
                    <a:pt x="2082" y="1138"/>
                    <a:pt x="2082" y="1138"/>
                    <a:pt x="2082" y="1138"/>
                  </a:cubicBezTo>
                  <a:cubicBezTo>
                    <a:pt x="2084" y="1138"/>
                    <a:pt x="2085" y="1138"/>
                    <a:pt x="2087" y="1138"/>
                  </a:cubicBezTo>
                  <a:cubicBezTo>
                    <a:pt x="2088" y="1139"/>
                    <a:pt x="2089" y="1139"/>
                    <a:pt x="2091" y="1140"/>
                  </a:cubicBezTo>
                  <a:cubicBezTo>
                    <a:pt x="2091" y="1140"/>
                    <a:pt x="2091" y="1140"/>
                    <a:pt x="2091" y="1140"/>
                  </a:cubicBezTo>
                  <a:cubicBezTo>
                    <a:pt x="2091" y="1140"/>
                    <a:pt x="2091" y="1140"/>
                    <a:pt x="2091" y="1140"/>
                  </a:cubicBezTo>
                  <a:cubicBezTo>
                    <a:pt x="2091" y="1140"/>
                    <a:pt x="2091" y="1140"/>
                    <a:pt x="2091" y="1140"/>
                  </a:cubicBezTo>
                  <a:cubicBezTo>
                    <a:pt x="2095" y="1142"/>
                    <a:pt x="2096" y="1143"/>
                    <a:pt x="2098" y="1143"/>
                  </a:cubicBezTo>
                  <a:cubicBezTo>
                    <a:pt x="2098" y="1142"/>
                    <a:pt x="2099" y="1142"/>
                    <a:pt x="2099" y="1142"/>
                  </a:cubicBezTo>
                  <a:cubicBezTo>
                    <a:pt x="2100" y="1142"/>
                    <a:pt x="2101" y="1141"/>
                    <a:pt x="2104" y="1142"/>
                  </a:cubicBezTo>
                  <a:cubicBezTo>
                    <a:pt x="2106" y="1143"/>
                    <a:pt x="2109" y="1146"/>
                    <a:pt x="2111" y="1149"/>
                  </a:cubicBezTo>
                  <a:cubicBezTo>
                    <a:pt x="2114" y="1152"/>
                    <a:pt x="2116" y="1154"/>
                    <a:pt x="2117" y="1155"/>
                  </a:cubicBezTo>
                  <a:cubicBezTo>
                    <a:pt x="2119" y="1156"/>
                    <a:pt x="2121" y="1156"/>
                    <a:pt x="2123" y="1156"/>
                  </a:cubicBezTo>
                  <a:cubicBezTo>
                    <a:pt x="2124" y="1156"/>
                    <a:pt x="2126" y="1156"/>
                    <a:pt x="2127" y="1157"/>
                  </a:cubicBezTo>
                  <a:cubicBezTo>
                    <a:pt x="2128" y="1158"/>
                    <a:pt x="2127" y="1159"/>
                    <a:pt x="2127" y="1160"/>
                  </a:cubicBezTo>
                  <a:cubicBezTo>
                    <a:pt x="2126" y="1161"/>
                    <a:pt x="2126" y="1162"/>
                    <a:pt x="2127" y="1163"/>
                  </a:cubicBezTo>
                  <a:cubicBezTo>
                    <a:pt x="2127" y="1164"/>
                    <a:pt x="2128" y="1164"/>
                    <a:pt x="2128" y="1165"/>
                  </a:cubicBezTo>
                  <a:cubicBezTo>
                    <a:pt x="2128" y="1165"/>
                    <a:pt x="2128" y="1165"/>
                    <a:pt x="2128" y="1165"/>
                  </a:cubicBezTo>
                  <a:cubicBezTo>
                    <a:pt x="2130" y="1166"/>
                    <a:pt x="2131" y="1167"/>
                    <a:pt x="2131" y="1169"/>
                  </a:cubicBezTo>
                  <a:cubicBezTo>
                    <a:pt x="2131" y="1171"/>
                    <a:pt x="2131" y="1173"/>
                    <a:pt x="2130" y="1175"/>
                  </a:cubicBezTo>
                  <a:cubicBezTo>
                    <a:pt x="2129" y="1176"/>
                    <a:pt x="2129" y="1177"/>
                    <a:pt x="2129" y="1178"/>
                  </a:cubicBezTo>
                  <a:cubicBezTo>
                    <a:pt x="2129" y="1179"/>
                    <a:pt x="2130" y="1179"/>
                    <a:pt x="2131" y="1180"/>
                  </a:cubicBezTo>
                  <a:cubicBezTo>
                    <a:pt x="2131" y="1180"/>
                    <a:pt x="2132" y="1181"/>
                    <a:pt x="2133" y="1182"/>
                  </a:cubicBezTo>
                  <a:cubicBezTo>
                    <a:pt x="2134" y="1183"/>
                    <a:pt x="2134" y="1184"/>
                    <a:pt x="2134" y="1184"/>
                  </a:cubicBezTo>
                  <a:cubicBezTo>
                    <a:pt x="2135" y="1185"/>
                    <a:pt x="2135" y="1186"/>
                    <a:pt x="2135" y="1187"/>
                  </a:cubicBezTo>
                  <a:cubicBezTo>
                    <a:pt x="2135" y="1188"/>
                    <a:pt x="2136" y="1187"/>
                    <a:pt x="2136" y="1187"/>
                  </a:cubicBezTo>
                  <a:cubicBezTo>
                    <a:pt x="2136" y="1187"/>
                    <a:pt x="2136" y="1187"/>
                    <a:pt x="2136" y="1187"/>
                  </a:cubicBezTo>
                  <a:cubicBezTo>
                    <a:pt x="2137" y="1187"/>
                    <a:pt x="2137" y="1187"/>
                    <a:pt x="2137" y="1187"/>
                  </a:cubicBezTo>
                  <a:cubicBezTo>
                    <a:pt x="2137" y="1187"/>
                    <a:pt x="2137" y="1187"/>
                    <a:pt x="2137" y="1187"/>
                  </a:cubicBezTo>
                  <a:cubicBezTo>
                    <a:pt x="2138" y="1187"/>
                    <a:pt x="2139" y="1187"/>
                    <a:pt x="2139" y="1187"/>
                  </a:cubicBezTo>
                  <a:cubicBezTo>
                    <a:pt x="2143" y="1187"/>
                    <a:pt x="2149" y="1187"/>
                    <a:pt x="2153" y="1187"/>
                  </a:cubicBezTo>
                  <a:cubicBezTo>
                    <a:pt x="2157" y="1187"/>
                    <a:pt x="2161" y="1187"/>
                    <a:pt x="2163" y="1187"/>
                  </a:cubicBezTo>
                  <a:cubicBezTo>
                    <a:pt x="2164" y="1187"/>
                    <a:pt x="2164" y="1187"/>
                    <a:pt x="2164" y="1187"/>
                  </a:cubicBezTo>
                  <a:cubicBezTo>
                    <a:pt x="2164" y="1187"/>
                    <a:pt x="2165" y="1187"/>
                    <a:pt x="2165" y="1186"/>
                  </a:cubicBezTo>
                  <a:cubicBezTo>
                    <a:pt x="2166" y="1185"/>
                    <a:pt x="2166" y="1184"/>
                    <a:pt x="2166" y="1184"/>
                  </a:cubicBezTo>
                  <a:cubicBezTo>
                    <a:pt x="2167" y="1183"/>
                    <a:pt x="2167" y="1182"/>
                    <a:pt x="2168" y="1181"/>
                  </a:cubicBezTo>
                  <a:cubicBezTo>
                    <a:pt x="2169" y="1180"/>
                    <a:pt x="2171" y="1179"/>
                    <a:pt x="2172" y="1179"/>
                  </a:cubicBezTo>
                  <a:cubicBezTo>
                    <a:pt x="2173" y="1178"/>
                    <a:pt x="2173" y="1178"/>
                    <a:pt x="2173" y="1178"/>
                  </a:cubicBezTo>
                  <a:cubicBezTo>
                    <a:pt x="2173" y="1178"/>
                    <a:pt x="2173" y="1178"/>
                    <a:pt x="2173" y="1178"/>
                  </a:cubicBezTo>
                  <a:cubicBezTo>
                    <a:pt x="2176" y="1178"/>
                    <a:pt x="2177" y="1177"/>
                    <a:pt x="2181" y="1177"/>
                  </a:cubicBezTo>
                  <a:cubicBezTo>
                    <a:pt x="2184" y="1176"/>
                    <a:pt x="2188" y="1174"/>
                    <a:pt x="2191" y="1173"/>
                  </a:cubicBezTo>
                  <a:cubicBezTo>
                    <a:pt x="2193" y="1172"/>
                    <a:pt x="2194" y="1172"/>
                    <a:pt x="2195" y="1171"/>
                  </a:cubicBezTo>
                  <a:cubicBezTo>
                    <a:pt x="2197" y="1170"/>
                    <a:pt x="2198" y="1170"/>
                    <a:pt x="2200" y="1170"/>
                  </a:cubicBezTo>
                  <a:cubicBezTo>
                    <a:pt x="2201" y="1169"/>
                    <a:pt x="2202" y="1169"/>
                    <a:pt x="2203" y="1169"/>
                  </a:cubicBezTo>
                  <a:cubicBezTo>
                    <a:pt x="2205" y="1169"/>
                    <a:pt x="2206" y="1169"/>
                    <a:pt x="2207" y="1170"/>
                  </a:cubicBezTo>
                  <a:cubicBezTo>
                    <a:pt x="2207" y="1170"/>
                    <a:pt x="2207" y="1170"/>
                    <a:pt x="2207" y="1170"/>
                  </a:cubicBezTo>
                  <a:cubicBezTo>
                    <a:pt x="2208" y="1170"/>
                    <a:pt x="2209" y="1171"/>
                    <a:pt x="2210" y="1172"/>
                  </a:cubicBezTo>
                  <a:cubicBezTo>
                    <a:pt x="2212" y="1174"/>
                    <a:pt x="2211" y="1175"/>
                    <a:pt x="2210" y="1178"/>
                  </a:cubicBezTo>
                  <a:cubicBezTo>
                    <a:pt x="2210" y="1178"/>
                    <a:pt x="2210" y="1178"/>
                    <a:pt x="2210" y="1178"/>
                  </a:cubicBezTo>
                  <a:cubicBezTo>
                    <a:pt x="2210" y="1179"/>
                    <a:pt x="2210" y="1179"/>
                    <a:pt x="2210" y="1179"/>
                  </a:cubicBezTo>
                  <a:cubicBezTo>
                    <a:pt x="2209" y="1180"/>
                    <a:pt x="2209" y="1181"/>
                    <a:pt x="2210" y="1182"/>
                  </a:cubicBezTo>
                  <a:cubicBezTo>
                    <a:pt x="2212" y="1183"/>
                    <a:pt x="2212" y="1185"/>
                    <a:pt x="2213" y="1186"/>
                  </a:cubicBezTo>
                  <a:cubicBezTo>
                    <a:pt x="2214" y="1187"/>
                    <a:pt x="2214" y="1188"/>
                    <a:pt x="2213" y="1189"/>
                  </a:cubicBezTo>
                  <a:cubicBezTo>
                    <a:pt x="2213" y="1190"/>
                    <a:pt x="2210" y="1192"/>
                    <a:pt x="2208" y="1194"/>
                  </a:cubicBezTo>
                  <a:cubicBezTo>
                    <a:pt x="2207" y="1195"/>
                    <a:pt x="2206" y="1195"/>
                    <a:pt x="2206" y="1196"/>
                  </a:cubicBezTo>
                  <a:cubicBezTo>
                    <a:pt x="2206" y="1196"/>
                    <a:pt x="2206" y="1196"/>
                    <a:pt x="2206" y="1196"/>
                  </a:cubicBezTo>
                  <a:cubicBezTo>
                    <a:pt x="2204" y="1197"/>
                    <a:pt x="2202" y="1199"/>
                    <a:pt x="2202" y="1202"/>
                  </a:cubicBezTo>
                  <a:cubicBezTo>
                    <a:pt x="2202" y="1203"/>
                    <a:pt x="2201" y="1204"/>
                    <a:pt x="2201" y="1206"/>
                  </a:cubicBezTo>
                  <a:cubicBezTo>
                    <a:pt x="2201" y="1207"/>
                    <a:pt x="2200" y="1209"/>
                    <a:pt x="2200" y="1210"/>
                  </a:cubicBezTo>
                  <a:cubicBezTo>
                    <a:pt x="2200" y="1214"/>
                    <a:pt x="2198" y="1217"/>
                    <a:pt x="2196" y="1219"/>
                  </a:cubicBezTo>
                  <a:cubicBezTo>
                    <a:pt x="2196" y="1219"/>
                    <a:pt x="2196" y="1219"/>
                    <a:pt x="2196" y="1219"/>
                  </a:cubicBezTo>
                  <a:cubicBezTo>
                    <a:pt x="2196" y="1219"/>
                    <a:pt x="2196" y="1220"/>
                    <a:pt x="2196" y="1221"/>
                  </a:cubicBezTo>
                  <a:cubicBezTo>
                    <a:pt x="2195" y="1222"/>
                    <a:pt x="2195" y="1223"/>
                    <a:pt x="2195" y="1224"/>
                  </a:cubicBezTo>
                  <a:cubicBezTo>
                    <a:pt x="2195" y="1225"/>
                    <a:pt x="2195" y="1227"/>
                    <a:pt x="2194" y="1229"/>
                  </a:cubicBezTo>
                  <a:cubicBezTo>
                    <a:pt x="2194" y="1231"/>
                    <a:pt x="2193" y="1232"/>
                    <a:pt x="2192" y="1233"/>
                  </a:cubicBezTo>
                  <a:cubicBezTo>
                    <a:pt x="2190" y="1234"/>
                    <a:pt x="2190" y="1234"/>
                    <a:pt x="2189" y="1235"/>
                  </a:cubicBezTo>
                  <a:cubicBezTo>
                    <a:pt x="2188" y="1235"/>
                    <a:pt x="2188" y="1236"/>
                    <a:pt x="2188" y="1237"/>
                  </a:cubicBezTo>
                  <a:cubicBezTo>
                    <a:pt x="2188" y="1237"/>
                    <a:pt x="2188" y="1238"/>
                    <a:pt x="2188" y="1239"/>
                  </a:cubicBezTo>
                  <a:cubicBezTo>
                    <a:pt x="2188" y="1241"/>
                    <a:pt x="2188" y="1242"/>
                    <a:pt x="2187" y="1243"/>
                  </a:cubicBezTo>
                  <a:cubicBezTo>
                    <a:pt x="2187" y="1243"/>
                    <a:pt x="2187" y="1243"/>
                    <a:pt x="2187" y="1243"/>
                  </a:cubicBezTo>
                  <a:cubicBezTo>
                    <a:pt x="2187" y="1244"/>
                    <a:pt x="2186" y="1244"/>
                    <a:pt x="2184" y="1245"/>
                  </a:cubicBezTo>
                  <a:cubicBezTo>
                    <a:pt x="2183" y="1246"/>
                    <a:pt x="2181" y="1247"/>
                    <a:pt x="2180" y="1248"/>
                  </a:cubicBezTo>
                  <a:cubicBezTo>
                    <a:pt x="2179" y="1250"/>
                    <a:pt x="2179" y="1250"/>
                    <a:pt x="2179" y="1251"/>
                  </a:cubicBezTo>
                  <a:cubicBezTo>
                    <a:pt x="2179" y="1251"/>
                    <a:pt x="2179" y="1251"/>
                    <a:pt x="2179" y="1251"/>
                  </a:cubicBezTo>
                  <a:cubicBezTo>
                    <a:pt x="2179" y="1251"/>
                    <a:pt x="2179" y="1252"/>
                    <a:pt x="2179" y="1252"/>
                  </a:cubicBezTo>
                  <a:cubicBezTo>
                    <a:pt x="2179" y="1252"/>
                    <a:pt x="2179" y="1252"/>
                    <a:pt x="2179" y="1252"/>
                  </a:cubicBezTo>
                  <a:cubicBezTo>
                    <a:pt x="2179" y="1254"/>
                    <a:pt x="2180" y="1257"/>
                    <a:pt x="2175" y="1257"/>
                  </a:cubicBezTo>
                  <a:cubicBezTo>
                    <a:pt x="2174" y="1258"/>
                    <a:pt x="2172" y="1257"/>
                    <a:pt x="2170" y="1257"/>
                  </a:cubicBezTo>
                  <a:cubicBezTo>
                    <a:pt x="2167" y="1257"/>
                    <a:pt x="2165" y="1256"/>
                    <a:pt x="2163" y="1256"/>
                  </a:cubicBezTo>
                  <a:cubicBezTo>
                    <a:pt x="2161" y="1255"/>
                    <a:pt x="2159" y="1254"/>
                    <a:pt x="2158" y="1254"/>
                  </a:cubicBezTo>
                  <a:cubicBezTo>
                    <a:pt x="2156" y="1253"/>
                    <a:pt x="2154" y="1252"/>
                    <a:pt x="2153" y="1252"/>
                  </a:cubicBezTo>
                  <a:cubicBezTo>
                    <a:pt x="2153" y="1252"/>
                    <a:pt x="2152" y="1252"/>
                    <a:pt x="2152" y="1253"/>
                  </a:cubicBezTo>
                  <a:cubicBezTo>
                    <a:pt x="2151" y="1254"/>
                    <a:pt x="2151" y="1254"/>
                    <a:pt x="2149" y="1255"/>
                  </a:cubicBezTo>
                  <a:cubicBezTo>
                    <a:pt x="2148" y="1256"/>
                    <a:pt x="2148" y="1256"/>
                    <a:pt x="2148" y="1257"/>
                  </a:cubicBezTo>
                  <a:cubicBezTo>
                    <a:pt x="2147" y="1258"/>
                    <a:pt x="2147" y="1258"/>
                    <a:pt x="2144" y="1260"/>
                  </a:cubicBezTo>
                  <a:cubicBezTo>
                    <a:pt x="2142" y="1261"/>
                    <a:pt x="2140" y="1261"/>
                    <a:pt x="2139" y="1261"/>
                  </a:cubicBezTo>
                  <a:cubicBezTo>
                    <a:pt x="2137" y="1262"/>
                    <a:pt x="2137" y="1262"/>
                    <a:pt x="2136" y="1262"/>
                  </a:cubicBezTo>
                  <a:cubicBezTo>
                    <a:pt x="2136" y="1262"/>
                    <a:pt x="2136" y="1263"/>
                    <a:pt x="2137" y="1265"/>
                  </a:cubicBezTo>
                  <a:cubicBezTo>
                    <a:pt x="2137" y="1266"/>
                    <a:pt x="2137" y="1266"/>
                    <a:pt x="2137" y="1267"/>
                  </a:cubicBezTo>
                  <a:cubicBezTo>
                    <a:pt x="2138" y="1268"/>
                    <a:pt x="2138" y="1269"/>
                    <a:pt x="2138" y="1270"/>
                  </a:cubicBezTo>
                  <a:cubicBezTo>
                    <a:pt x="2139" y="1272"/>
                    <a:pt x="2140" y="1275"/>
                    <a:pt x="2140" y="1278"/>
                  </a:cubicBezTo>
                  <a:cubicBezTo>
                    <a:pt x="2140" y="1279"/>
                    <a:pt x="2140" y="1280"/>
                    <a:pt x="2140" y="1281"/>
                  </a:cubicBezTo>
                  <a:cubicBezTo>
                    <a:pt x="2141" y="1282"/>
                    <a:pt x="2141" y="1284"/>
                    <a:pt x="2141" y="1289"/>
                  </a:cubicBezTo>
                  <a:cubicBezTo>
                    <a:pt x="2140" y="1291"/>
                    <a:pt x="2141" y="1293"/>
                    <a:pt x="2141" y="1295"/>
                  </a:cubicBezTo>
                  <a:cubicBezTo>
                    <a:pt x="2141" y="1298"/>
                    <a:pt x="2141" y="1299"/>
                    <a:pt x="2140" y="1302"/>
                  </a:cubicBezTo>
                  <a:cubicBezTo>
                    <a:pt x="2139" y="1304"/>
                    <a:pt x="2139" y="1305"/>
                    <a:pt x="2139" y="1306"/>
                  </a:cubicBezTo>
                  <a:cubicBezTo>
                    <a:pt x="2139" y="1309"/>
                    <a:pt x="2139" y="1310"/>
                    <a:pt x="2136" y="1312"/>
                  </a:cubicBezTo>
                  <a:cubicBezTo>
                    <a:pt x="2134" y="1313"/>
                    <a:pt x="2131" y="1314"/>
                    <a:pt x="2129" y="1314"/>
                  </a:cubicBezTo>
                  <a:cubicBezTo>
                    <a:pt x="2128" y="1315"/>
                    <a:pt x="2127" y="1315"/>
                    <a:pt x="2126" y="1315"/>
                  </a:cubicBezTo>
                  <a:cubicBezTo>
                    <a:pt x="2125" y="1316"/>
                    <a:pt x="2124" y="1316"/>
                    <a:pt x="2123" y="1317"/>
                  </a:cubicBezTo>
                  <a:cubicBezTo>
                    <a:pt x="2124" y="1318"/>
                    <a:pt x="2124" y="1319"/>
                    <a:pt x="2125" y="1320"/>
                  </a:cubicBezTo>
                  <a:cubicBezTo>
                    <a:pt x="2125" y="1321"/>
                    <a:pt x="2125" y="1321"/>
                    <a:pt x="2126" y="1322"/>
                  </a:cubicBezTo>
                  <a:cubicBezTo>
                    <a:pt x="2126" y="1323"/>
                    <a:pt x="2128" y="1324"/>
                    <a:pt x="2129" y="1325"/>
                  </a:cubicBezTo>
                  <a:cubicBezTo>
                    <a:pt x="2130" y="1325"/>
                    <a:pt x="2130" y="1324"/>
                    <a:pt x="2130" y="1323"/>
                  </a:cubicBezTo>
                  <a:cubicBezTo>
                    <a:pt x="2131" y="1321"/>
                    <a:pt x="2131" y="1318"/>
                    <a:pt x="2135" y="1318"/>
                  </a:cubicBezTo>
                  <a:cubicBezTo>
                    <a:pt x="2139" y="1317"/>
                    <a:pt x="2138" y="1319"/>
                    <a:pt x="2140" y="1319"/>
                  </a:cubicBezTo>
                  <a:cubicBezTo>
                    <a:pt x="2142" y="1320"/>
                    <a:pt x="2142" y="1316"/>
                    <a:pt x="2143" y="1314"/>
                  </a:cubicBezTo>
                  <a:cubicBezTo>
                    <a:pt x="2144" y="1311"/>
                    <a:pt x="2146" y="1307"/>
                    <a:pt x="2150" y="1305"/>
                  </a:cubicBezTo>
                  <a:cubicBezTo>
                    <a:pt x="2153" y="1302"/>
                    <a:pt x="2154" y="1302"/>
                    <a:pt x="2158" y="1302"/>
                  </a:cubicBezTo>
                  <a:cubicBezTo>
                    <a:pt x="2162" y="1302"/>
                    <a:pt x="2160" y="1302"/>
                    <a:pt x="2161" y="1303"/>
                  </a:cubicBezTo>
                  <a:cubicBezTo>
                    <a:pt x="2162" y="1305"/>
                    <a:pt x="2160" y="1309"/>
                    <a:pt x="2163" y="1312"/>
                  </a:cubicBezTo>
                  <a:cubicBezTo>
                    <a:pt x="2166" y="1314"/>
                    <a:pt x="2167" y="1311"/>
                    <a:pt x="2171" y="1311"/>
                  </a:cubicBezTo>
                  <a:cubicBezTo>
                    <a:pt x="2175" y="1311"/>
                    <a:pt x="2174" y="1315"/>
                    <a:pt x="2177" y="1317"/>
                  </a:cubicBezTo>
                  <a:cubicBezTo>
                    <a:pt x="2180" y="1319"/>
                    <a:pt x="2182" y="1315"/>
                    <a:pt x="2187" y="1313"/>
                  </a:cubicBezTo>
                  <a:cubicBezTo>
                    <a:pt x="2191" y="1312"/>
                    <a:pt x="2198" y="1309"/>
                    <a:pt x="2201" y="1307"/>
                  </a:cubicBezTo>
                  <a:cubicBezTo>
                    <a:pt x="2203" y="1305"/>
                    <a:pt x="2213" y="1301"/>
                    <a:pt x="2219" y="1298"/>
                  </a:cubicBezTo>
                  <a:cubicBezTo>
                    <a:pt x="2224" y="1295"/>
                    <a:pt x="2224" y="1291"/>
                    <a:pt x="2227" y="1287"/>
                  </a:cubicBezTo>
                  <a:cubicBezTo>
                    <a:pt x="2230" y="1283"/>
                    <a:pt x="2231" y="1280"/>
                    <a:pt x="2234" y="1276"/>
                  </a:cubicBezTo>
                  <a:cubicBezTo>
                    <a:pt x="2237" y="1273"/>
                    <a:pt x="2246" y="1268"/>
                    <a:pt x="2250" y="1260"/>
                  </a:cubicBezTo>
                  <a:cubicBezTo>
                    <a:pt x="2254" y="1253"/>
                    <a:pt x="2256" y="1255"/>
                    <a:pt x="2262" y="1249"/>
                  </a:cubicBezTo>
                  <a:cubicBezTo>
                    <a:pt x="2268" y="1243"/>
                    <a:pt x="2271" y="1241"/>
                    <a:pt x="2273" y="1237"/>
                  </a:cubicBezTo>
                  <a:cubicBezTo>
                    <a:pt x="2276" y="1232"/>
                    <a:pt x="2278" y="1229"/>
                    <a:pt x="2283" y="1224"/>
                  </a:cubicBezTo>
                  <a:cubicBezTo>
                    <a:pt x="2287" y="1220"/>
                    <a:pt x="2288" y="1217"/>
                    <a:pt x="2289" y="1214"/>
                  </a:cubicBezTo>
                  <a:cubicBezTo>
                    <a:pt x="2290" y="1210"/>
                    <a:pt x="2290" y="1209"/>
                    <a:pt x="2292" y="1205"/>
                  </a:cubicBezTo>
                  <a:cubicBezTo>
                    <a:pt x="2293" y="1202"/>
                    <a:pt x="2299" y="1199"/>
                    <a:pt x="2300" y="1197"/>
                  </a:cubicBezTo>
                  <a:cubicBezTo>
                    <a:pt x="2302" y="1195"/>
                    <a:pt x="2303" y="1193"/>
                    <a:pt x="2306" y="1187"/>
                  </a:cubicBezTo>
                  <a:cubicBezTo>
                    <a:pt x="2308" y="1181"/>
                    <a:pt x="2311" y="1181"/>
                    <a:pt x="2313" y="1179"/>
                  </a:cubicBezTo>
                  <a:cubicBezTo>
                    <a:pt x="2314" y="1177"/>
                    <a:pt x="2320" y="1175"/>
                    <a:pt x="2321" y="1172"/>
                  </a:cubicBezTo>
                  <a:cubicBezTo>
                    <a:pt x="2323" y="1170"/>
                    <a:pt x="2322" y="1167"/>
                    <a:pt x="2324" y="1164"/>
                  </a:cubicBezTo>
                  <a:cubicBezTo>
                    <a:pt x="2326" y="1161"/>
                    <a:pt x="2327" y="1160"/>
                    <a:pt x="2327" y="1156"/>
                  </a:cubicBezTo>
                  <a:cubicBezTo>
                    <a:pt x="2327" y="1152"/>
                    <a:pt x="2326" y="1152"/>
                    <a:pt x="2327" y="1150"/>
                  </a:cubicBezTo>
                  <a:cubicBezTo>
                    <a:pt x="2327" y="1148"/>
                    <a:pt x="2331" y="1140"/>
                    <a:pt x="2331" y="1139"/>
                  </a:cubicBezTo>
                  <a:cubicBezTo>
                    <a:pt x="2331" y="1137"/>
                    <a:pt x="2330" y="1134"/>
                    <a:pt x="2330" y="1132"/>
                  </a:cubicBezTo>
                  <a:cubicBezTo>
                    <a:pt x="2330" y="1130"/>
                    <a:pt x="2333" y="1128"/>
                    <a:pt x="2333" y="1125"/>
                  </a:cubicBezTo>
                  <a:cubicBezTo>
                    <a:pt x="2334" y="1123"/>
                    <a:pt x="2333" y="1124"/>
                    <a:pt x="2331" y="1123"/>
                  </a:cubicBezTo>
                  <a:cubicBezTo>
                    <a:pt x="2330" y="1121"/>
                    <a:pt x="2331" y="1119"/>
                    <a:pt x="2331" y="1115"/>
                  </a:cubicBezTo>
                  <a:cubicBezTo>
                    <a:pt x="2330" y="1110"/>
                    <a:pt x="2330" y="1107"/>
                    <a:pt x="2331" y="1103"/>
                  </a:cubicBezTo>
                  <a:cubicBezTo>
                    <a:pt x="2333" y="1099"/>
                    <a:pt x="2334" y="1097"/>
                    <a:pt x="2334" y="1095"/>
                  </a:cubicBezTo>
                  <a:cubicBezTo>
                    <a:pt x="2334" y="1093"/>
                    <a:pt x="2335" y="1092"/>
                    <a:pt x="2337" y="1091"/>
                  </a:cubicBezTo>
                  <a:cubicBezTo>
                    <a:pt x="2339" y="1089"/>
                    <a:pt x="2337" y="1086"/>
                    <a:pt x="2337" y="1084"/>
                  </a:cubicBezTo>
                  <a:cubicBezTo>
                    <a:pt x="2338" y="1082"/>
                    <a:pt x="2342" y="1081"/>
                    <a:pt x="2344" y="1079"/>
                  </a:cubicBezTo>
                  <a:cubicBezTo>
                    <a:pt x="2347" y="1077"/>
                    <a:pt x="2348" y="1077"/>
                    <a:pt x="2348" y="1075"/>
                  </a:cubicBezTo>
                  <a:cubicBezTo>
                    <a:pt x="2348" y="1073"/>
                    <a:pt x="2347" y="1073"/>
                    <a:pt x="2348" y="1070"/>
                  </a:cubicBezTo>
                  <a:cubicBezTo>
                    <a:pt x="2349" y="1068"/>
                    <a:pt x="2349" y="1069"/>
                    <a:pt x="2349" y="1067"/>
                  </a:cubicBezTo>
                  <a:cubicBezTo>
                    <a:pt x="2348" y="1064"/>
                    <a:pt x="2347" y="1065"/>
                    <a:pt x="2345" y="1063"/>
                  </a:cubicBezTo>
                  <a:cubicBezTo>
                    <a:pt x="2343" y="1061"/>
                    <a:pt x="2343" y="1061"/>
                    <a:pt x="2345" y="1058"/>
                  </a:cubicBezTo>
                  <a:cubicBezTo>
                    <a:pt x="2346" y="1056"/>
                    <a:pt x="2345" y="1056"/>
                    <a:pt x="2345" y="1053"/>
                  </a:cubicBezTo>
                  <a:cubicBezTo>
                    <a:pt x="2345" y="1051"/>
                    <a:pt x="2345" y="1050"/>
                    <a:pt x="2343" y="1048"/>
                  </a:cubicBezTo>
                  <a:cubicBezTo>
                    <a:pt x="2341" y="1046"/>
                    <a:pt x="2340" y="1046"/>
                    <a:pt x="2337" y="1045"/>
                  </a:cubicBezTo>
                  <a:cubicBezTo>
                    <a:pt x="2335" y="1045"/>
                    <a:pt x="2335" y="1043"/>
                    <a:pt x="2335" y="1041"/>
                  </a:cubicBezTo>
                  <a:cubicBezTo>
                    <a:pt x="2336" y="1039"/>
                    <a:pt x="2337" y="1041"/>
                    <a:pt x="2339" y="1042"/>
                  </a:cubicBezTo>
                  <a:cubicBezTo>
                    <a:pt x="2340" y="1043"/>
                    <a:pt x="2343" y="1044"/>
                    <a:pt x="2346" y="1042"/>
                  </a:cubicBezTo>
                  <a:cubicBezTo>
                    <a:pt x="2349" y="1041"/>
                    <a:pt x="2350" y="1040"/>
                    <a:pt x="2348" y="1037"/>
                  </a:cubicBezTo>
                  <a:cubicBezTo>
                    <a:pt x="2347" y="1034"/>
                    <a:pt x="2343" y="1034"/>
                    <a:pt x="2341" y="1032"/>
                  </a:cubicBezTo>
                  <a:cubicBezTo>
                    <a:pt x="2338" y="1031"/>
                    <a:pt x="2335" y="1030"/>
                    <a:pt x="2332" y="1028"/>
                  </a:cubicBezTo>
                  <a:cubicBezTo>
                    <a:pt x="2329" y="1025"/>
                    <a:pt x="2329" y="1025"/>
                    <a:pt x="2327" y="1022"/>
                  </a:cubicBezTo>
                  <a:cubicBezTo>
                    <a:pt x="2324" y="1020"/>
                    <a:pt x="2323" y="1018"/>
                    <a:pt x="2322" y="1015"/>
                  </a:cubicBezTo>
                  <a:cubicBezTo>
                    <a:pt x="2320" y="1011"/>
                    <a:pt x="2319" y="1011"/>
                    <a:pt x="2317" y="1010"/>
                  </a:cubicBezTo>
                  <a:cubicBezTo>
                    <a:pt x="2315" y="1009"/>
                    <a:pt x="2315" y="1011"/>
                    <a:pt x="2310" y="1011"/>
                  </a:cubicBezTo>
                  <a:cubicBezTo>
                    <a:pt x="2306" y="1011"/>
                    <a:pt x="2303" y="1010"/>
                    <a:pt x="2303" y="1010"/>
                  </a:cubicBezTo>
                  <a:cubicBezTo>
                    <a:pt x="2303" y="1010"/>
                    <a:pt x="2299" y="1010"/>
                    <a:pt x="2296" y="1011"/>
                  </a:cubicBezTo>
                  <a:cubicBezTo>
                    <a:pt x="2293" y="1012"/>
                    <a:pt x="2295" y="1013"/>
                    <a:pt x="2295" y="1015"/>
                  </a:cubicBezTo>
                  <a:cubicBezTo>
                    <a:pt x="2296" y="1017"/>
                    <a:pt x="2296" y="1018"/>
                    <a:pt x="2295" y="1020"/>
                  </a:cubicBezTo>
                  <a:cubicBezTo>
                    <a:pt x="2295" y="1023"/>
                    <a:pt x="2294" y="1022"/>
                    <a:pt x="2291" y="1024"/>
                  </a:cubicBezTo>
                  <a:cubicBezTo>
                    <a:pt x="2289" y="1027"/>
                    <a:pt x="2290" y="1026"/>
                    <a:pt x="2289" y="1030"/>
                  </a:cubicBezTo>
                  <a:cubicBezTo>
                    <a:pt x="2288" y="1033"/>
                    <a:pt x="2288" y="1031"/>
                    <a:pt x="2286" y="1031"/>
                  </a:cubicBezTo>
                  <a:cubicBezTo>
                    <a:pt x="2284" y="1031"/>
                    <a:pt x="2284" y="1031"/>
                    <a:pt x="2283" y="1030"/>
                  </a:cubicBezTo>
                  <a:cubicBezTo>
                    <a:pt x="2283" y="1029"/>
                    <a:pt x="2284" y="1028"/>
                    <a:pt x="2286" y="1027"/>
                  </a:cubicBezTo>
                  <a:cubicBezTo>
                    <a:pt x="2287" y="1025"/>
                    <a:pt x="2288" y="1025"/>
                    <a:pt x="2289" y="1023"/>
                  </a:cubicBezTo>
                  <a:cubicBezTo>
                    <a:pt x="2290" y="1022"/>
                    <a:pt x="2289" y="1021"/>
                    <a:pt x="2289" y="1020"/>
                  </a:cubicBezTo>
                  <a:cubicBezTo>
                    <a:pt x="2288" y="1019"/>
                    <a:pt x="2287" y="1020"/>
                    <a:pt x="2285" y="1022"/>
                  </a:cubicBezTo>
                  <a:cubicBezTo>
                    <a:pt x="2284" y="1023"/>
                    <a:pt x="2282" y="1024"/>
                    <a:pt x="2281" y="1026"/>
                  </a:cubicBezTo>
                  <a:cubicBezTo>
                    <a:pt x="2279" y="1028"/>
                    <a:pt x="2278" y="1028"/>
                    <a:pt x="2276" y="1030"/>
                  </a:cubicBezTo>
                  <a:cubicBezTo>
                    <a:pt x="2274" y="1031"/>
                    <a:pt x="2274" y="1030"/>
                    <a:pt x="2272" y="1030"/>
                  </a:cubicBezTo>
                  <a:cubicBezTo>
                    <a:pt x="2270" y="1029"/>
                    <a:pt x="2268" y="1030"/>
                    <a:pt x="2265" y="1030"/>
                  </a:cubicBezTo>
                  <a:cubicBezTo>
                    <a:pt x="2262" y="1030"/>
                    <a:pt x="2264" y="1028"/>
                    <a:pt x="2265" y="1026"/>
                  </a:cubicBezTo>
                  <a:cubicBezTo>
                    <a:pt x="2266" y="1024"/>
                    <a:pt x="2269" y="1024"/>
                    <a:pt x="2271" y="1023"/>
                  </a:cubicBezTo>
                  <a:cubicBezTo>
                    <a:pt x="2273" y="1022"/>
                    <a:pt x="2273" y="1020"/>
                    <a:pt x="2272" y="1019"/>
                  </a:cubicBezTo>
                  <a:cubicBezTo>
                    <a:pt x="2271" y="1017"/>
                    <a:pt x="2270" y="1018"/>
                    <a:pt x="2269" y="1017"/>
                  </a:cubicBezTo>
                  <a:cubicBezTo>
                    <a:pt x="2267" y="1016"/>
                    <a:pt x="2266" y="1017"/>
                    <a:pt x="2265" y="1017"/>
                  </a:cubicBezTo>
                  <a:cubicBezTo>
                    <a:pt x="2263" y="1018"/>
                    <a:pt x="2261" y="1019"/>
                    <a:pt x="2259" y="1020"/>
                  </a:cubicBezTo>
                  <a:cubicBezTo>
                    <a:pt x="2257" y="1022"/>
                    <a:pt x="2256" y="1022"/>
                    <a:pt x="2254" y="1022"/>
                  </a:cubicBezTo>
                  <a:cubicBezTo>
                    <a:pt x="2251" y="1023"/>
                    <a:pt x="2252" y="1022"/>
                    <a:pt x="2252" y="1021"/>
                  </a:cubicBezTo>
                  <a:cubicBezTo>
                    <a:pt x="2252" y="1019"/>
                    <a:pt x="2252" y="1018"/>
                    <a:pt x="2253" y="1016"/>
                  </a:cubicBezTo>
                  <a:cubicBezTo>
                    <a:pt x="2253" y="1014"/>
                    <a:pt x="2254" y="1013"/>
                    <a:pt x="2254" y="1011"/>
                  </a:cubicBezTo>
                  <a:cubicBezTo>
                    <a:pt x="2253" y="1009"/>
                    <a:pt x="2253" y="1008"/>
                    <a:pt x="2253" y="1006"/>
                  </a:cubicBezTo>
                  <a:cubicBezTo>
                    <a:pt x="2253" y="1005"/>
                    <a:pt x="2254" y="1005"/>
                    <a:pt x="2253" y="1002"/>
                  </a:cubicBezTo>
                  <a:cubicBezTo>
                    <a:pt x="2253" y="998"/>
                    <a:pt x="2253" y="1000"/>
                    <a:pt x="2250" y="998"/>
                  </a:cubicBezTo>
                  <a:cubicBezTo>
                    <a:pt x="2247" y="996"/>
                    <a:pt x="2243" y="997"/>
                    <a:pt x="2238" y="997"/>
                  </a:cubicBezTo>
                  <a:cubicBezTo>
                    <a:pt x="2233" y="997"/>
                    <a:pt x="2232" y="997"/>
                    <a:pt x="2229" y="997"/>
                  </a:cubicBezTo>
                  <a:cubicBezTo>
                    <a:pt x="2226" y="997"/>
                    <a:pt x="2225" y="996"/>
                    <a:pt x="2223" y="994"/>
                  </a:cubicBezTo>
                  <a:cubicBezTo>
                    <a:pt x="2220" y="992"/>
                    <a:pt x="2223" y="992"/>
                    <a:pt x="2226" y="988"/>
                  </a:cubicBezTo>
                  <a:cubicBezTo>
                    <a:pt x="2229" y="984"/>
                    <a:pt x="2231" y="983"/>
                    <a:pt x="2235" y="981"/>
                  </a:cubicBezTo>
                  <a:cubicBezTo>
                    <a:pt x="2238" y="979"/>
                    <a:pt x="2241" y="979"/>
                    <a:pt x="2246" y="976"/>
                  </a:cubicBezTo>
                  <a:cubicBezTo>
                    <a:pt x="2251" y="974"/>
                    <a:pt x="2257" y="968"/>
                    <a:pt x="2264" y="964"/>
                  </a:cubicBezTo>
                  <a:cubicBezTo>
                    <a:pt x="2271" y="960"/>
                    <a:pt x="2272" y="956"/>
                    <a:pt x="2276" y="954"/>
                  </a:cubicBezTo>
                  <a:cubicBezTo>
                    <a:pt x="2280" y="951"/>
                    <a:pt x="2282" y="950"/>
                    <a:pt x="2284" y="948"/>
                  </a:cubicBezTo>
                  <a:cubicBezTo>
                    <a:pt x="2286" y="946"/>
                    <a:pt x="2286" y="941"/>
                    <a:pt x="2286" y="937"/>
                  </a:cubicBezTo>
                  <a:cubicBezTo>
                    <a:pt x="2287" y="933"/>
                    <a:pt x="2294" y="930"/>
                    <a:pt x="2298" y="925"/>
                  </a:cubicBezTo>
                  <a:cubicBezTo>
                    <a:pt x="2303" y="920"/>
                    <a:pt x="2309" y="918"/>
                    <a:pt x="2313" y="915"/>
                  </a:cubicBezTo>
                  <a:cubicBezTo>
                    <a:pt x="2318" y="911"/>
                    <a:pt x="2322" y="910"/>
                    <a:pt x="2326" y="909"/>
                  </a:cubicBezTo>
                  <a:cubicBezTo>
                    <a:pt x="2331" y="907"/>
                    <a:pt x="2331" y="905"/>
                    <a:pt x="2333" y="901"/>
                  </a:cubicBezTo>
                  <a:cubicBezTo>
                    <a:pt x="2334" y="897"/>
                    <a:pt x="2336" y="892"/>
                    <a:pt x="2344" y="886"/>
                  </a:cubicBezTo>
                  <a:cubicBezTo>
                    <a:pt x="2351" y="880"/>
                    <a:pt x="2359" y="875"/>
                    <a:pt x="2362" y="871"/>
                  </a:cubicBezTo>
                  <a:cubicBezTo>
                    <a:pt x="2365" y="868"/>
                    <a:pt x="2373" y="866"/>
                    <a:pt x="2377" y="864"/>
                  </a:cubicBezTo>
                  <a:cubicBezTo>
                    <a:pt x="2382" y="862"/>
                    <a:pt x="2385" y="861"/>
                    <a:pt x="2394" y="859"/>
                  </a:cubicBezTo>
                  <a:cubicBezTo>
                    <a:pt x="2403" y="857"/>
                    <a:pt x="2400" y="859"/>
                    <a:pt x="2410" y="859"/>
                  </a:cubicBezTo>
                  <a:cubicBezTo>
                    <a:pt x="2421" y="859"/>
                    <a:pt x="2419" y="859"/>
                    <a:pt x="2425" y="859"/>
                  </a:cubicBezTo>
                  <a:cubicBezTo>
                    <a:pt x="2431" y="859"/>
                    <a:pt x="2438" y="858"/>
                    <a:pt x="2441" y="859"/>
                  </a:cubicBezTo>
                  <a:cubicBezTo>
                    <a:pt x="2444" y="860"/>
                    <a:pt x="2440" y="861"/>
                    <a:pt x="2441" y="864"/>
                  </a:cubicBezTo>
                  <a:cubicBezTo>
                    <a:pt x="2442" y="866"/>
                    <a:pt x="2443" y="865"/>
                    <a:pt x="2446" y="865"/>
                  </a:cubicBezTo>
                  <a:cubicBezTo>
                    <a:pt x="2448" y="865"/>
                    <a:pt x="2450" y="864"/>
                    <a:pt x="2451" y="861"/>
                  </a:cubicBezTo>
                  <a:cubicBezTo>
                    <a:pt x="2451" y="858"/>
                    <a:pt x="2453" y="858"/>
                    <a:pt x="2457" y="857"/>
                  </a:cubicBezTo>
                  <a:cubicBezTo>
                    <a:pt x="2461" y="857"/>
                    <a:pt x="2459" y="858"/>
                    <a:pt x="2465" y="860"/>
                  </a:cubicBezTo>
                  <a:cubicBezTo>
                    <a:pt x="2470" y="862"/>
                    <a:pt x="2469" y="862"/>
                    <a:pt x="2473" y="863"/>
                  </a:cubicBezTo>
                  <a:cubicBezTo>
                    <a:pt x="2477" y="864"/>
                    <a:pt x="2477" y="863"/>
                    <a:pt x="2481" y="862"/>
                  </a:cubicBezTo>
                  <a:cubicBezTo>
                    <a:pt x="2485" y="861"/>
                    <a:pt x="2487" y="860"/>
                    <a:pt x="2492" y="860"/>
                  </a:cubicBezTo>
                  <a:cubicBezTo>
                    <a:pt x="2497" y="860"/>
                    <a:pt x="2497" y="862"/>
                    <a:pt x="2500" y="864"/>
                  </a:cubicBezTo>
                  <a:cubicBezTo>
                    <a:pt x="2502" y="865"/>
                    <a:pt x="2503" y="864"/>
                    <a:pt x="2504" y="863"/>
                  </a:cubicBezTo>
                  <a:cubicBezTo>
                    <a:pt x="2504" y="861"/>
                    <a:pt x="2502" y="860"/>
                    <a:pt x="2501" y="859"/>
                  </a:cubicBezTo>
                  <a:cubicBezTo>
                    <a:pt x="2501" y="857"/>
                    <a:pt x="2502" y="857"/>
                    <a:pt x="2504" y="857"/>
                  </a:cubicBezTo>
                  <a:cubicBezTo>
                    <a:pt x="2506" y="856"/>
                    <a:pt x="2508" y="858"/>
                    <a:pt x="2509" y="856"/>
                  </a:cubicBezTo>
                  <a:cubicBezTo>
                    <a:pt x="2510" y="853"/>
                    <a:pt x="2507" y="851"/>
                    <a:pt x="2509" y="848"/>
                  </a:cubicBezTo>
                  <a:cubicBezTo>
                    <a:pt x="2511" y="845"/>
                    <a:pt x="2516" y="847"/>
                    <a:pt x="2523" y="847"/>
                  </a:cubicBezTo>
                  <a:cubicBezTo>
                    <a:pt x="2529" y="847"/>
                    <a:pt x="2531" y="850"/>
                    <a:pt x="2535" y="852"/>
                  </a:cubicBezTo>
                  <a:cubicBezTo>
                    <a:pt x="2539" y="854"/>
                    <a:pt x="2539" y="854"/>
                    <a:pt x="2544" y="853"/>
                  </a:cubicBezTo>
                  <a:cubicBezTo>
                    <a:pt x="2548" y="853"/>
                    <a:pt x="2550" y="852"/>
                    <a:pt x="2552" y="854"/>
                  </a:cubicBezTo>
                  <a:cubicBezTo>
                    <a:pt x="2555" y="856"/>
                    <a:pt x="2558" y="856"/>
                    <a:pt x="2561" y="859"/>
                  </a:cubicBezTo>
                  <a:cubicBezTo>
                    <a:pt x="2563" y="861"/>
                    <a:pt x="2563" y="861"/>
                    <a:pt x="2567" y="862"/>
                  </a:cubicBezTo>
                  <a:cubicBezTo>
                    <a:pt x="2572" y="862"/>
                    <a:pt x="2572" y="862"/>
                    <a:pt x="2571" y="864"/>
                  </a:cubicBezTo>
                  <a:cubicBezTo>
                    <a:pt x="2571" y="866"/>
                    <a:pt x="2567" y="865"/>
                    <a:pt x="2564" y="865"/>
                  </a:cubicBezTo>
                  <a:cubicBezTo>
                    <a:pt x="2561" y="866"/>
                    <a:pt x="2559" y="866"/>
                    <a:pt x="2556" y="866"/>
                  </a:cubicBezTo>
                  <a:cubicBezTo>
                    <a:pt x="2553" y="866"/>
                    <a:pt x="2550" y="866"/>
                    <a:pt x="2549" y="868"/>
                  </a:cubicBezTo>
                  <a:cubicBezTo>
                    <a:pt x="2548" y="870"/>
                    <a:pt x="2550" y="872"/>
                    <a:pt x="2552" y="874"/>
                  </a:cubicBezTo>
                  <a:cubicBezTo>
                    <a:pt x="2553" y="876"/>
                    <a:pt x="2556" y="874"/>
                    <a:pt x="2560" y="874"/>
                  </a:cubicBezTo>
                  <a:cubicBezTo>
                    <a:pt x="2565" y="873"/>
                    <a:pt x="2567" y="872"/>
                    <a:pt x="2569" y="871"/>
                  </a:cubicBezTo>
                  <a:cubicBezTo>
                    <a:pt x="2570" y="871"/>
                    <a:pt x="2575" y="870"/>
                    <a:pt x="2578" y="870"/>
                  </a:cubicBezTo>
                  <a:cubicBezTo>
                    <a:pt x="2581" y="870"/>
                    <a:pt x="2581" y="872"/>
                    <a:pt x="2584" y="874"/>
                  </a:cubicBezTo>
                  <a:cubicBezTo>
                    <a:pt x="2587" y="875"/>
                    <a:pt x="2586" y="871"/>
                    <a:pt x="2586" y="869"/>
                  </a:cubicBezTo>
                  <a:cubicBezTo>
                    <a:pt x="2587" y="866"/>
                    <a:pt x="2590" y="868"/>
                    <a:pt x="2594" y="868"/>
                  </a:cubicBezTo>
                  <a:cubicBezTo>
                    <a:pt x="2598" y="868"/>
                    <a:pt x="2594" y="866"/>
                    <a:pt x="2596" y="864"/>
                  </a:cubicBezTo>
                  <a:cubicBezTo>
                    <a:pt x="2597" y="862"/>
                    <a:pt x="2600" y="864"/>
                    <a:pt x="2602" y="866"/>
                  </a:cubicBezTo>
                  <a:cubicBezTo>
                    <a:pt x="2604" y="868"/>
                    <a:pt x="2606" y="868"/>
                    <a:pt x="2609" y="870"/>
                  </a:cubicBezTo>
                  <a:cubicBezTo>
                    <a:pt x="2612" y="871"/>
                    <a:pt x="2612" y="867"/>
                    <a:pt x="2615" y="865"/>
                  </a:cubicBezTo>
                  <a:cubicBezTo>
                    <a:pt x="2617" y="863"/>
                    <a:pt x="2619" y="864"/>
                    <a:pt x="2623" y="865"/>
                  </a:cubicBezTo>
                  <a:cubicBezTo>
                    <a:pt x="2627" y="866"/>
                    <a:pt x="2631" y="866"/>
                    <a:pt x="2632" y="865"/>
                  </a:cubicBezTo>
                  <a:cubicBezTo>
                    <a:pt x="2634" y="863"/>
                    <a:pt x="2632" y="860"/>
                    <a:pt x="2631" y="859"/>
                  </a:cubicBezTo>
                  <a:cubicBezTo>
                    <a:pt x="2629" y="858"/>
                    <a:pt x="2628" y="857"/>
                    <a:pt x="2625" y="856"/>
                  </a:cubicBezTo>
                  <a:cubicBezTo>
                    <a:pt x="2621" y="854"/>
                    <a:pt x="2619" y="856"/>
                    <a:pt x="2617" y="857"/>
                  </a:cubicBezTo>
                  <a:cubicBezTo>
                    <a:pt x="2616" y="858"/>
                    <a:pt x="2614" y="857"/>
                    <a:pt x="2614" y="856"/>
                  </a:cubicBezTo>
                  <a:cubicBezTo>
                    <a:pt x="2613" y="854"/>
                    <a:pt x="2615" y="854"/>
                    <a:pt x="2614" y="850"/>
                  </a:cubicBezTo>
                  <a:cubicBezTo>
                    <a:pt x="2614" y="847"/>
                    <a:pt x="2614" y="845"/>
                    <a:pt x="2616" y="843"/>
                  </a:cubicBezTo>
                  <a:cubicBezTo>
                    <a:pt x="2618" y="841"/>
                    <a:pt x="2620" y="841"/>
                    <a:pt x="2622" y="837"/>
                  </a:cubicBezTo>
                  <a:cubicBezTo>
                    <a:pt x="2623" y="832"/>
                    <a:pt x="2625" y="833"/>
                    <a:pt x="2632" y="829"/>
                  </a:cubicBezTo>
                  <a:cubicBezTo>
                    <a:pt x="2640" y="824"/>
                    <a:pt x="2640" y="824"/>
                    <a:pt x="2645" y="820"/>
                  </a:cubicBezTo>
                  <a:cubicBezTo>
                    <a:pt x="2649" y="815"/>
                    <a:pt x="2650" y="813"/>
                    <a:pt x="2650" y="811"/>
                  </a:cubicBezTo>
                  <a:cubicBezTo>
                    <a:pt x="2651" y="809"/>
                    <a:pt x="2653" y="808"/>
                    <a:pt x="2657" y="806"/>
                  </a:cubicBezTo>
                  <a:cubicBezTo>
                    <a:pt x="2661" y="803"/>
                    <a:pt x="2663" y="803"/>
                    <a:pt x="2664" y="801"/>
                  </a:cubicBezTo>
                  <a:cubicBezTo>
                    <a:pt x="2665" y="799"/>
                    <a:pt x="2665" y="798"/>
                    <a:pt x="2666" y="795"/>
                  </a:cubicBezTo>
                  <a:cubicBezTo>
                    <a:pt x="2667" y="792"/>
                    <a:pt x="2668" y="792"/>
                    <a:pt x="2671" y="789"/>
                  </a:cubicBezTo>
                  <a:cubicBezTo>
                    <a:pt x="2674" y="785"/>
                    <a:pt x="2678" y="785"/>
                    <a:pt x="2687" y="784"/>
                  </a:cubicBezTo>
                  <a:cubicBezTo>
                    <a:pt x="2696" y="783"/>
                    <a:pt x="2692" y="784"/>
                    <a:pt x="2700" y="783"/>
                  </a:cubicBezTo>
                  <a:cubicBezTo>
                    <a:pt x="2709" y="782"/>
                    <a:pt x="2707" y="782"/>
                    <a:pt x="2714" y="781"/>
                  </a:cubicBezTo>
                  <a:cubicBezTo>
                    <a:pt x="2721" y="780"/>
                    <a:pt x="2717" y="782"/>
                    <a:pt x="2719" y="784"/>
                  </a:cubicBezTo>
                  <a:cubicBezTo>
                    <a:pt x="2720" y="787"/>
                    <a:pt x="2723" y="788"/>
                    <a:pt x="2728" y="787"/>
                  </a:cubicBezTo>
                  <a:cubicBezTo>
                    <a:pt x="2733" y="785"/>
                    <a:pt x="2734" y="782"/>
                    <a:pt x="2738" y="781"/>
                  </a:cubicBezTo>
                  <a:cubicBezTo>
                    <a:pt x="2743" y="780"/>
                    <a:pt x="2740" y="783"/>
                    <a:pt x="2740" y="785"/>
                  </a:cubicBezTo>
                  <a:cubicBezTo>
                    <a:pt x="2739" y="788"/>
                    <a:pt x="2739" y="788"/>
                    <a:pt x="2735" y="791"/>
                  </a:cubicBezTo>
                  <a:cubicBezTo>
                    <a:pt x="2732" y="794"/>
                    <a:pt x="2734" y="793"/>
                    <a:pt x="2733" y="797"/>
                  </a:cubicBezTo>
                  <a:cubicBezTo>
                    <a:pt x="2731" y="802"/>
                    <a:pt x="2730" y="798"/>
                    <a:pt x="2727" y="801"/>
                  </a:cubicBezTo>
                  <a:cubicBezTo>
                    <a:pt x="2725" y="803"/>
                    <a:pt x="2728" y="803"/>
                    <a:pt x="2730" y="805"/>
                  </a:cubicBezTo>
                  <a:cubicBezTo>
                    <a:pt x="2733" y="808"/>
                    <a:pt x="2729" y="807"/>
                    <a:pt x="2730" y="811"/>
                  </a:cubicBezTo>
                  <a:cubicBezTo>
                    <a:pt x="2730" y="814"/>
                    <a:pt x="2734" y="812"/>
                    <a:pt x="2737" y="813"/>
                  </a:cubicBezTo>
                  <a:cubicBezTo>
                    <a:pt x="2740" y="814"/>
                    <a:pt x="2735" y="816"/>
                    <a:pt x="2735" y="820"/>
                  </a:cubicBezTo>
                  <a:cubicBezTo>
                    <a:pt x="2735" y="824"/>
                    <a:pt x="2740" y="821"/>
                    <a:pt x="2743" y="820"/>
                  </a:cubicBezTo>
                  <a:cubicBezTo>
                    <a:pt x="2747" y="819"/>
                    <a:pt x="2749" y="816"/>
                    <a:pt x="2752" y="810"/>
                  </a:cubicBezTo>
                  <a:cubicBezTo>
                    <a:pt x="2754" y="805"/>
                    <a:pt x="2758" y="807"/>
                    <a:pt x="2763" y="801"/>
                  </a:cubicBezTo>
                  <a:cubicBezTo>
                    <a:pt x="2769" y="796"/>
                    <a:pt x="2774" y="795"/>
                    <a:pt x="2779" y="790"/>
                  </a:cubicBezTo>
                  <a:cubicBezTo>
                    <a:pt x="2784" y="786"/>
                    <a:pt x="2784" y="790"/>
                    <a:pt x="2789" y="788"/>
                  </a:cubicBezTo>
                  <a:cubicBezTo>
                    <a:pt x="2794" y="787"/>
                    <a:pt x="2792" y="792"/>
                    <a:pt x="2795" y="791"/>
                  </a:cubicBezTo>
                  <a:cubicBezTo>
                    <a:pt x="2798" y="789"/>
                    <a:pt x="2799" y="789"/>
                    <a:pt x="2799" y="786"/>
                  </a:cubicBezTo>
                  <a:cubicBezTo>
                    <a:pt x="2798" y="782"/>
                    <a:pt x="2795" y="784"/>
                    <a:pt x="2794" y="782"/>
                  </a:cubicBezTo>
                  <a:cubicBezTo>
                    <a:pt x="2793" y="779"/>
                    <a:pt x="2795" y="779"/>
                    <a:pt x="2797" y="771"/>
                  </a:cubicBezTo>
                  <a:cubicBezTo>
                    <a:pt x="2799" y="764"/>
                    <a:pt x="2798" y="764"/>
                    <a:pt x="2800" y="759"/>
                  </a:cubicBezTo>
                  <a:cubicBezTo>
                    <a:pt x="2801" y="755"/>
                    <a:pt x="2804" y="759"/>
                    <a:pt x="2807" y="757"/>
                  </a:cubicBezTo>
                  <a:cubicBezTo>
                    <a:pt x="2811" y="756"/>
                    <a:pt x="2815" y="757"/>
                    <a:pt x="2821" y="754"/>
                  </a:cubicBezTo>
                  <a:cubicBezTo>
                    <a:pt x="2827" y="752"/>
                    <a:pt x="2825" y="754"/>
                    <a:pt x="2829" y="758"/>
                  </a:cubicBezTo>
                  <a:cubicBezTo>
                    <a:pt x="2833" y="761"/>
                    <a:pt x="2834" y="760"/>
                    <a:pt x="2840" y="761"/>
                  </a:cubicBezTo>
                  <a:cubicBezTo>
                    <a:pt x="2846" y="762"/>
                    <a:pt x="2850" y="759"/>
                    <a:pt x="2850" y="762"/>
                  </a:cubicBezTo>
                  <a:cubicBezTo>
                    <a:pt x="2850" y="765"/>
                    <a:pt x="2846" y="763"/>
                    <a:pt x="2842" y="763"/>
                  </a:cubicBezTo>
                  <a:cubicBezTo>
                    <a:pt x="2838" y="764"/>
                    <a:pt x="2842" y="765"/>
                    <a:pt x="2839" y="767"/>
                  </a:cubicBezTo>
                  <a:cubicBezTo>
                    <a:pt x="2837" y="768"/>
                    <a:pt x="2834" y="764"/>
                    <a:pt x="2828" y="764"/>
                  </a:cubicBezTo>
                  <a:cubicBezTo>
                    <a:pt x="2823" y="764"/>
                    <a:pt x="2825" y="764"/>
                    <a:pt x="2822" y="766"/>
                  </a:cubicBezTo>
                  <a:cubicBezTo>
                    <a:pt x="2818" y="768"/>
                    <a:pt x="2818" y="769"/>
                    <a:pt x="2816" y="774"/>
                  </a:cubicBezTo>
                  <a:cubicBezTo>
                    <a:pt x="2815" y="779"/>
                    <a:pt x="2817" y="783"/>
                    <a:pt x="2813" y="788"/>
                  </a:cubicBezTo>
                  <a:cubicBezTo>
                    <a:pt x="2810" y="792"/>
                    <a:pt x="2813" y="791"/>
                    <a:pt x="2814" y="794"/>
                  </a:cubicBezTo>
                  <a:cubicBezTo>
                    <a:pt x="2816" y="797"/>
                    <a:pt x="2816" y="799"/>
                    <a:pt x="2814" y="802"/>
                  </a:cubicBezTo>
                  <a:cubicBezTo>
                    <a:pt x="2813" y="805"/>
                    <a:pt x="2810" y="804"/>
                    <a:pt x="2808" y="808"/>
                  </a:cubicBezTo>
                  <a:cubicBezTo>
                    <a:pt x="2807" y="811"/>
                    <a:pt x="2809" y="812"/>
                    <a:pt x="2807" y="814"/>
                  </a:cubicBezTo>
                  <a:cubicBezTo>
                    <a:pt x="2804" y="817"/>
                    <a:pt x="2799" y="818"/>
                    <a:pt x="2793" y="819"/>
                  </a:cubicBezTo>
                  <a:cubicBezTo>
                    <a:pt x="2787" y="821"/>
                    <a:pt x="2786" y="823"/>
                    <a:pt x="2780" y="824"/>
                  </a:cubicBezTo>
                  <a:cubicBezTo>
                    <a:pt x="2774" y="825"/>
                    <a:pt x="2775" y="825"/>
                    <a:pt x="2773" y="827"/>
                  </a:cubicBezTo>
                  <a:cubicBezTo>
                    <a:pt x="2770" y="829"/>
                    <a:pt x="2772" y="830"/>
                    <a:pt x="2770" y="833"/>
                  </a:cubicBezTo>
                  <a:cubicBezTo>
                    <a:pt x="2768" y="836"/>
                    <a:pt x="2765" y="838"/>
                    <a:pt x="2761" y="842"/>
                  </a:cubicBezTo>
                  <a:cubicBezTo>
                    <a:pt x="2756" y="845"/>
                    <a:pt x="2753" y="847"/>
                    <a:pt x="2747" y="851"/>
                  </a:cubicBezTo>
                  <a:cubicBezTo>
                    <a:pt x="2741" y="855"/>
                    <a:pt x="2736" y="862"/>
                    <a:pt x="2732" y="865"/>
                  </a:cubicBezTo>
                  <a:cubicBezTo>
                    <a:pt x="2727" y="868"/>
                    <a:pt x="2727" y="872"/>
                    <a:pt x="2724" y="877"/>
                  </a:cubicBezTo>
                  <a:cubicBezTo>
                    <a:pt x="2720" y="882"/>
                    <a:pt x="2719" y="883"/>
                    <a:pt x="2716" y="887"/>
                  </a:cubicBezTo>
                  <a:cubicBezTo>
                    <a:pt x="2714" y="890"/>
                    <a:pt x="2711" y="892"/>
                    <a:pt x="2708" y="893"/>
                  </a:cubicBezTo>
                  <a:cubicBezTo>
                    <a:pt x="2705" y="894"/>
                    <a:pt x="2702" y="896"/>
                    <a:pt x="2700" y="898"/>
                  </a:cubicBezTo>
                  <a:cubicBezTo>
                    <a:pt x="2699" y="900"/>
                    <a:pt x="2699" y="902"/>
                    <a:pt x="2697" y="903"/>
                  </a:cubicBezTo>
                  <a:cubicBezTo>
                    <a:pt x="2695" y="904"/>
                    <a:pt x="2695" y="902"/>
                    <a:pt x="2693" y="900"/>
                  </a:cubicBezTo>
                  <a:cubicBezTo>
                    <a:pt x="2691" y="899"/>
                    <a:pt x="2689" y="901"/>
                    <a:pt x="2685" y="901"/>
                  </a:cubicBezTo>
                  <a:cubicBezTo>
                    <a:pt x="2682" y="902"/>
                    <a:pt x="2683" y="903"/>
                    <a:pt x="2681" y="905"/>
                  </a:cubicBezTo>
                  <a:cubicBezTo>
                    <a:pt x="2680" y="907"/>
                    <a:pt x="2677" y="907"/>
                    <a:pt x="2675" y="907"/>
                  </a:cubicBezTo>
                  <a:cubicBezTo>
                    <a:pt x="2672" y="907"/>
                    <a:pt x="2668" y="907"/>
                    <a:pt x="2666" y="910"/>
                  </a:cubicBezTo>
                  <a:cubicBezTo>
                    <a:pt x="2665" y="913"/>
                    <a:pt x="2669" y="915"/>
                    <a:pt x="2670" y="917"/>
                  </a:cubicBezTo>
                  <a:cubicBezTo>
                    <a:pt x="2670" y="920"/>
                    <a:pt x="2670" y="920"/>
                    <a:pt x="2668" y="924"/>
                  </a:cubicBezTo>
                  <a:cubicBezTo>
                    <a:pt x="2666" y="927"/>
                    <a:pt x="2665" y="927"/>
                    <a:pt x="2663" y="929"/>
                  </a:cubicBezTo>
                  <a:cubicBezTo>
                    <a:pt x="2661" y="930"/>
                    <a:pt x="2660" y="930"/>
                    <a:pt x="2657" y="933"/>
                  </a:cubicBezTo>
                  <a:cubicBezTo>
                    <a:pt x="2654" y="936"/>
                    <a:pt x="2649" y="938"/>
                    <a:pt x="2648" y="942"/>
                  </a:cubicBezTo>
                  <a:cubicBezTo>
                    <a:pt x="2647" y="946"/>
                    <a:pt x="2647" y="948"/>
                    <a:pt x="2645" y="954"/>
                  </a:cubicBezTo>
                  <a:cubicBezTo>
                    <a:pt x="2643" y="960"/>
                    <a:pt x="2642" y="974"/>
                    <a:pt x="2642" y="981"/>
                  </a:cubicBezTo>
                  <a:cubicBezTo>
                    <a:pt x="2641" y="989"/>
                    <a:pt x="2642" y="997"/>
                    <a:pt x="2645" y="1006"/>
                  </a:cubicBezTo>
                  <a:cubicBezTo>
                    <a:pt x="2648" y="1015"/>
                    <a:pt x="2648" y="1022"/>
                    <a:pt x="2650" y="1031"/>
                  </a:cubicBezTo>
                  <a:cubicBezTo>
                    <a:pt x="2651" y="1041"/>
                    <a:pt x="2652" y="1048"/>
                    <a:pt x="2653" y="1052"/>
                  </a:cubicBezTo>
                  <a:cubicBezTo>
                    <a:pt x="2653" y="1056"/>
                    <a:pt x="2656" y="1057"/>
                    <a:pt x="2658" y="1060"/>
                  </a:cubicBezTo>
                  <a:cubicBezTo>
                    <a:pt x="2660" y="1062"/>
                    <a:pt x="2659" y="1063"/>
                    <a:pt x="2659" y="1067"/>
                  </a:cubicBezTo>
                  <a:cubicBezTo>
                    <a:pt x="2659" y="1071"/>
                    <a:pt x="2659" y="1074"/>
                    <a:pt x="2660" y="1077"/>
                  </a:cubicBezTo>
                  <a:cubicBezTo>
                    <a:pt x="2661" y="1081"/>
                    <a:pt x="2660" y="1085"/>
                    <a:pt x="2660" y="1089"/>
                  </a:cubicBezTo>
                  <a:cubicBezTo>
                    <a:pt x="2660" y="1092"/>
                    <a:pt x="2661" y="1093"/>
                    <a:pt x="2662" y="1096"/>
                  </a:cubicBezTo>
                  <a:cubicBezTo>
                    <a:pt x="2664" y="1098"/>
                    <a:pt x="2663" y="1099"/>
                    <a:pt x="2663" y="1101"/>
                  </a:cubicBezTo>
                  <a:cubicBezTo>
                    <a:pt x="2662" y="1103"/>
                    <a:pt x="2662" y="1105"/>
                    <a:pt x="2662" y="1105"/>
                  </a:cubicBezTo>
                  <a:cubicBezTo>
                    <a:pt x="2663" y="1104"/>
                    <a:pt x="2668" y="1101"/>
                    <a:pt x="2669" y="1099"/>
                  </a:cubicBezTo>
                  <a:cubicBezTo>
                    <a:pt x="2670" y="1096"/>
                    <a:pt x="2673" y="1095"/>
                    <a:pt x="2678" y="1092"/>
                  </a:cubicBezTo>
                  <a:cubicBezTo>
                    <a:pt x="2682" y="1089"/>
                    <a:pt x="2683" y="1086"/>
                    <a:pt x="2687" y="1081"/>
                  </a:cubicBezTo>
                  <a:cubicBezTo>
                    <a:pt x="2691" y="1076"/>
                    <a:pt x="2692" y="1077"/>
                    <a:pt x="2695" y="1074"/>
                  </a:cubicBezTo>
                  <a:cubicBezTo>
                    <a:pt x="2697" y="1071"/>
                    <a:pt x="2700" y="1068"/>
                    <a:pt x="2701" y="1065"/>
                  </a:cubicBezTo>
                  <a:cubicBezTo>
                    <a:pt x="2702" y="1063"/>
                    <a:pt x="2701" y="1060"/>
                    <a:pt x="2700" y="1058"/>
                  </a:cubicBezTo>
                  <a:cubicBezTo>
                    <a:pt x="2699" y="1056"/>
                    <a:pt x="2701" y="1055"/>
                    <a:pt x="2704" y="1052"/>
                  </a:cubicBezTo>
                  <a:cubicBezTo>
                    <a:pt x="2706" y="1049"/>
                    <a:pt x="2708" y="1046"/>
                    <a:pt x="2712" y="1043"/>
                  </a:cubicBezTo>
                  <a:cubicBezTo>
                    <a:pt x="2716" y="1041"/>
                    <a:pt x="2719" y="1041"/>
                    <a:pt x="2721" y="1040"/>
                  </a:cubicBezTo>
                  <a:cubicBezTo>
                    <a:pt x="2724" y="1039"/>
                    <a:pt x="2728" y="1040"/>
                    <a:pt x="2730" y="1041"/>
                  </a:cubicBezTo>
                  <a:cubicBezTo>
                    <a:pt x="2731" y="1042"/>
                    <a:pt x="2733" y="1042"/>
                    <a:pt x="2733" y="1040"/>
                  </a:cubicBezTo>
                  <a:cubicBezTo>
                    <a:pt x="2733" y="1038"/>
                    <a:pt x="2731" y="1036"/>
                    <a:pt x="2730" y="1034"/>
                  </a:cubicBezTo>
                  <a:cubicBezTo>
                    <a:pt x="2729" y="1032"/>
                    <a:pt x="2730" y="1031"/>
                    <a:pt x="2731" y="1029"/>
                  </a:cubicBezTo>
                  <a:cubicBezTo>
                    <a:pt x="2731" y="1027"/>
                    <a:pt x="2730" y="1026"/>
                    <a:pt x="2729" y="1024"/>
                  </a:cubicBezTo>
                  <a:cubicBezTo>
                    <a:pt x="2728" y="1022"/>
                    <a:pt x="2730" y="1020"/>
                    <a:pt x="2731" y="1016"/>
                  </a:cubicBezTo>
                  <a:cubicBezTo>
                    <a:pt x="2731" y="1013"/>
                    <a:pt x="2734" y="1011"/>
                    <a:pt x="2738" y="1008"/>
                  </a:cubicBezTo>
                  <a:cubicBezTo>
                    <a:pt x="2741" y="1005"/>
                    <a:pt x="2743" y="1006"/>
                    <a:pt x="2745" y="1004"/>
                  </a:cubicBezTo>
                  <a:cubicBezTo>
                    <a:pt x="2746" y="1001"/>
                    <a:pt x="2751" y="1001"/>
                    <a:pt x="2754" y="1000"/>
                  </a:cubicBezTo>
                  <a:cubicBezTo>
                    <a:pt x="2757" y="1000"/>
                    <a:pt x="2761" y="1003"/>
                    <a:pt x="2763" y="1002"/>
                  </a:cubicBezTo>
                  <a:cubicBezTo>
                    <a:pt x="2766" y="1001"/>
                    <a:pt x="2770" y="1000"/>
                    <a:pt x="2773" y="998"/>
                  </a:cubicBezTo>
                  <a:cubicBezTo>
                    <a:pt x="2775" y="996"/>
                    <a:pt x="2777" y="995"/>
                    <a:pt x="2776" y="991"/>
                  </a:cubicBezTo>
                  <a:cubicBezTo>
                    <a:pt x="2775" y="987"/>
                    <a:pt x="2774" y="988"/>
                    <a:pt x="2772" y="986"/>
                  </a:cubicBezTo>
                  <a:cubicBezTo>
                    <a:pt x="2770" y="984"/>
                    <a:pt x="2771" y="984"/>
                    <a:pt x="2769" y="981"/>
                  </a:cubicBezTo>
                  <a:cubicBezTo>
                    <a:pt x="2768" y="977"/>
                    <a:pt x="2769" y="977"/>
                    <a:pt x="2769" y="972"/>
                  </a:cubicBezTo>
                  <a:cubicBezTo>
                    <a:pt x="2769" y="968"/>
                    <a:pt x="2770" y="968"/>
                    <a:pt x="2772" y="964"/>
                  </a:cubicBezTo>
                  <a:cubicBezTo>
                    <a:pt x="2773" y="959"/>
                    <a:pt x="2775" y="959"/>
                    <a:pt x="2777" y="956"/>
                  </a:cubicBezTo>
                  <a:cubicBezTo>
                    <a:pt x="2780" y="953"/>
                    <a:pt x="2781" y="954"/>
                    <a:pt x="2782" y="952"/>
                  </a:cubicBezTo>
                  <a:cubicBezTo>
                    <a:pt x="2783" y="950"/>
                    <a:pt x="2782" y="950"/>
                    <a:pt x="2781" y="948"/>
                  </a:cubicBezTo>
                  <a:cubicBezTo>
                    <a:pt x="2781" y="946"/>
                    <a:pt x="2784" y="947"/>
                    <a:pt x="2786" y="946"/>
                  </a:cubicBezTo>
                  <a:cubicBezTo>
                    <a:pt x="2789" y="945"/>
                    <a:pt x="2792" y="945"/>
                    <a:pt x="2794" y="945"/>
                  </a:cubicBezTo>
                  <a:cubicBezTo>
                    <a:pt x="2796" y="945"/>
                    <a:pt x="2795" y="947"/>
                    <a:pt x="2794" y="948"/>
                  </a:cubicBezTo>
                  <a:cubicBezTo>
                    <a:pt x="2793" y="949"/>
                    <a:pt x="2792" y="949"/>
                    <a:pt x="2790" y="951"/>
                  </a:cubicBezTo>
                  <a:cubicBezTo>
                    <a:pt x="2787" y="952"/>
                    <a:pt x="2788" y="952"/>
                    <a:pt x="2788" y="954"/>
                  </a:cubicBezTo>
                  <a:cubicBezTo>
                    <a:pt x="2787" y="956"/>
                    <a:pt x="2789" y="956"/>
                    <a:pt x="2790" y="958"/>
                  </a:cubicBezTo>
                  <a:cubicBezTo>
                    <a:pt x="2792" y="961"/>
                    <a:pt x="2794" y="958"/>
                    <a:pt x="2797" y="957"/>
                  </a:cubicBezTo>
                  <a:cubicBezTo>
                    <a:pt x="2800" y="956"/>
                    <a:pt x="2801" y="955"/>
                    <a:pt x="2801" y="954"/>
                  </a:cubicBezTo>
                  <a:cubicBezTo>
                    <a:pt x="2802" y="952"/>
                    <a:pt x="2801" y="950"/>
                    <a:pt x="2800" y="947"/>
                  </a:cubicBezTo>
                  <a:cubicBezTo>
                    <a:pt x="2799" y="945"/>
                    <a:pt x="2799" y="944"/>
                    <a:pt x="2799" y="941"/>
                  </a:cubicBezTo>
                  <a:cubicBezTo>
                    <a:pt x="2799" y="939"/>
                    <a:pt x="2798" y="938"/>
                    <a:pt x="2796" y="938"/>
                  </a:cubicBezTo>
                  <a:cubicBezTo>
                    <a:pt x="2793" y="937"/>
                    <a:pt x="2793" y="937"/>
                    <a:pt x="2791" y="936"/>
                  </a:cubicBezTo>
                  <a:cubicBezTo>
                    <a:pt x="2789" y="935"/>
                    <a:pt x="2790" y="933"/>
                    <a:pt x="2790" y="928"/>
                  </a:cubicBezTo>
                  <a:cubicBezTo>
                    <a:pt x="2789" y="924"/>
                    <a:pt x="2790" y="922"/>
                    <a:pt x="2789" y="921"/>
                  </a:cubicBezTo>
                  <a:cubicBezTo>
                    <a:pt x="2789" y="919"/>
                    <a:pt x="2791" y="918"/>
                    <a:pt x="2792" y="916"/>
                  </a:cubicBezTo>
                  <a:cubicBezTo>
                    <a:pt x="2794" y="914"/>
                    <a:pt x="2796" y="912"/>
                    <a:pt x="2797" y="910"/>
                  </a:cubicBezTo>
                  <a:cubicBezTo>
                    <a:pt x="2798" y="909"/>
                    <a:pt x="2800" y="907"/>
                    <a:pt x="2798" y="906"/>
                  </a:cubicBezTo>
                  <a:cubicBezTo>
                    <a:pt x="2795" y="904"/>
                    <a:pt x="2795" y="905"/>
                    <a:pt x="2793" y="905"/>
                  </a:cubicBezTo>
                  <a:cubicBezTo>
                    <a:pt x="2791" y="904"/>
                    <a:pt x="2792" y="904"/>
                    <a:pt x="2790" y="903"/>
                  </a:cubicBezTo>
                  <a:cubicBezTo>
                    <a:pt x="2787" y="901"/>
                    <a:pt x="2787" y="902"/>
                    <a:pt x="2785" y="902"/>
                  </a:cubicBezTo>
                  <a:cubicBezTo>
                    <a:pt x="2783" y="902"/>
                    <a:pt x="2784" y="905"/>
                    <a:pt x="2784" y="907"/>
                  </a:cubicBezTo>
                  <a:cubicBezTo>
                    <a:pt x="2784" y="909"/>
                    <a:pt x="2783" y="909"/>
                    <a:pt x="2782" y="909"/>
                  </a:cubicBezTo>
                  <a:cubicBezTo>
                    <a:pt x="2780" y="910"/>
                    <a:pt x="2781" y="908"/>
                    <a:pt x="2781" y="906"/>
                  </a:cubicBezTo>
                  <a:cubicBezTo>
                    <a:pt x="2781" y="904"/>
                    <a:pt x="2779" y="905"/>
                    <a:pt x="2777" y="903"/>
                  </a:cubicBezTo>
                  <a:cubicBezTo>
                    <a:pt x="2774" y="901"/>
                    <a:pt x="2774" y="901"/>
                    <a:pt x="2773" y="899"/>
                  </a:cubicBezTo>
                  <a:cubicBezTo>
                    <a:pt x="2771" y="898"/>
                    <a:pt x="2773" y="896"/>
                    <a:pt x="2773" y="894"/>
                  </a:cubicBezTo>
                  <a:cubicBezTo>
                    <a:pt x="2773" y="891"/>
                    <a:pt x="2775" y="890"/>
                    <a:pt x="2777" y="888"/>
                  </a:cubicBezTo>
                  <a:cubicBezTo>
                    <a:pt x="2779" y="885"/>
                    <a:pt x="2780" y="883"/>
                    <a:pt x="2780" y="882"/>
                  </a:cubicBezTo>
                  <a:cubicBezTo>
                    <a:pt x="2781" y="881"/>
                    <a:pt x="2784" y="878"/>
                    <a:pt x="2786" y="877"/>
                  </a:cubicBezTo>
                  <a:cubicBezTo>
                    <a:pt x="2788" y="876"/>
                    <a:pt x="2790" y="874"/>
                    <a:pt x="2792" y="873"/>
                  </a:cubicBezTo>
                  <a:cubicBezTo>
                    <a:pt x="2793" y="873"/>
                    <a:pt x="2794" y="872"/>
                    <a:pt x="2794" y="871"/>
                  </a:cubicBezTo>
                  <a:cubicBezTo>
                    <a:pt x="2793" y="870"/>
                    <a:pt x="2793" y="868"/>
                    <a:pt x="2793" y="867"/>
                  </a:cubicBezTo>
                  <a:cubicBezTo>
                    <a:pt x="2793" y="866"/>
                    <a:pt x="2794" y="866"/>
                    <a:pt x="2795" y="866"/>
                  </a:cubicBezTo>
                  <a:cubicBezTo>
                    <a:pt x="2796" y="866"/>
                    <a:pt x="2797" y="867"/>
                    <a:pt x="2797" y="866"/>
                  </a:cubicBezTo>
                  <a:cubicBezTo>
                    <a:pt x="2797" y="866"/>
                    <a:pt x="2797" y="865"/>
                    <a:pt x="2797" y="864"/>
                  </a:cubicBezTo>
                  <a:cubicBezTo>
                    <a:pt x="2796" y="863"/>
                    <a:pt x="2797" y="862"/>
                    <a:pt x="2797" y="861"/>
                  </a:cubicBezTo>
                  <a:cubicBezTo>
                    <a:pt x="2798" y="861"/>
                    <a:pt x="2800" y="861"/>
                    <a:pt x="2800" y="860"/>
                  </a:cubicBezTo>
                  <a:cubicBezTo>
                    <a:pt x="2801" y="859"/>
                    <a:pt x="2801" y="857"/>
                    <a:pt x="2800" y="857"/>
                  </a:cubicBezTo>
                  <a:cubicBezTo>
                    <a:pt x="2800" y="856"/>
                    <a:pt x="2799" y="853"/>
                    <a:pt x="2799" y="852"/>
                  </a:cubicBezTo>
                  <a:cubicBezTo>
                    <a:pt x="2799" y="851"/>
                    <a:pt x="2800" y="850"/>
                    <a:pt x="2801" y="848"/>
                  </a:cubicBezTo>
                  <a:cubicBezTo>
                    <a:pt x="2802" y="847"/>
                    <a:pt x="2802" y="846"/>
                    <a:pt x="2803" y="845"/>
                  </a:cubicBezTo>
                  <a:cubicBezTo>
                    <a:pt x="2804" y="843"/>
                    <a:pt x="2805" y="844"/>
                    <a:pt x="2806" y="843"/>
                  </a:cubicBezTo>
                  <a:cubicBezTo>
                    <a:pt x="2808" y="842"/>
                    <a:pt x="2807" y="842"/>
                    <a:pt x="2808" y="840"/>
                  </a:cubicBezTo>
                  <a:cubicBezTo>
                    <a:pt x="2808" y="838"/>
                    <a:pt x="2809" y="838"/>
                    <a:pt x="2811" y="838"/>
                  </a:cubicBezTo>
                  <a:cubicBezTo>
                    <a:pt x="2813" y="837"/>
                    <a:pt x="2814" y="838"/>
                    <a:pt x="2816" y="839"/>
                  </a:cubicBezTo>
                  <a:cubicBezTo>
                    <a:pt x="2817" y="840"/>
                    <a:pt x="2816" y="840"/>
                    <a:pt x="2816" y="841"/>
                  </a:cubicBezTo>
                  <a:cubicBezTo>
                    <a:pt x="2815" y="841"/>
                    <a:pt x="2816" y="842"/>
                    <a:pt x="2816" y="843"/>
                  </a:cubicBezTo>
                  <a:cubicBezTo>
                    <a:pt x="2817" y="844"/>
                    <a:pt x="2818" y="843"/>
                    <a:pt x="2819" y="842"/>
                  </a:cubicBezTo>
                  <a:cubicBezTo>
                    <a:pt x="2820" y="841"/>
                    <a:pt x="2821" y="840"/>
                    <a:pt x="2822" y="839"/>
                  </a:cubicBezTo>
                  <a:cubicBezTo>
                    <a:pt x="2824" y="837"/>
                    <a:pt x="2825" y="837"/>
                    <a:pt x="2827" y="838"/>
                  </a:cubicBezTo>
                  <a:cubicBezTo>
                    <a:pt x="2828" y="838"/>
                    <a:pt x="2829" y="840"/>
                    <a:pt x="2829" y="841"/>
                  </a:cubicBezTo>
                  <a:cubicBezTo>
                    <a:pt x="2830" y="843"/>
                    <a:pt x="2832" y="845"/>
                    <a:pt x="2833" y="846"/>
                  </a:cubicBezTo>
                  <a:cubicBezTo>
                    <a:pt x="2834" y="846"/>
                    <a:pt x="2835" y="845"/>
                    <a:pt x="2836" y="844"/>
                  </a:cubicBezTo>
                  <a:cubicBezTo>
                    <a:pt x="2837" y="842"/>
                    <a:pt x="2837" y="843"/>
                    <a:pt x="2839" y="842"/>
                  </a:cubicBezTo>
                  <a:cubicBezTo>
                    <a:pt x="2840" y="841"/>
                    <a:pt x="2840" y="839"/>
                    <a:pt x="2841" y="837"/>
                  </a:cubicBezTo>
                  <a:cubicBezTo>
                    <a:pt x="2842" y="835"/>
                    <a:pt x="2843" y="836"/>
                    <a:pt x="2845" y="835"/>
                  </a:cubicBezTo>
                  <a:cubicBezTo>
                    <a:pt x="2847" y="834"/>
                    <a:pt x="2849" y="833"/>
                    <a:pt x="2851" y="832"/>
                  </a:cubicBezTo>
                  <a:cubicBezTo>
                    <a:pt x="2853" y="831"/>
                    <a:pt x="2858" y="828"/>
                    <a:pt x="2860" y="827"/>
                  </a:cubicBezTo>
                  <a:cubicBezTo>
                    <a:pt x="2861" y="825"/>
                    <a:pt x="2863" y="824"/>
                    <a:pt x="2864" y="825"/>
                  </a:cubicBezTo>
                  <a:cubicBezTo>
                    <a:pt x="2864" y="826"/>
                    <a:pt x="2864" y="826"/>
                    <a:pt x="2863" y="827"/>
                  </a:cubicBezTo>
                  <a:cubicBezTo>
                    <a:pt x="2863" y="828"/>
                    <a:pt x="2862" y="828"/>
                    <a:pt x="2862" y="829"/>
                  </a:cubicBezTo>
                  <a:cubicBezTo>
                    <a:pt x="2861" y="831"/>
                    <a:pt x="2862" y="831"/>
                    <a:pt x="2862" y="833"/>
                  </a:cubicBezTo>
                  <a:cubicBezTo>
                    <a:pt x="2862" y="835"/>
                    <a:pt x="2862" y="835"/>
                    <a:pt x="2861" y="835"/>
                  </a:cubicBezTo>
                  <a:cubicBezTo>
                    <a:pt x="2861" y="836"/>
                    <a:pt x="2859" y="838"/>
                    <a:pt x="2859" y="839"/>
                  </a:cubicBezTo>
                  <a:cubicBezTo>
                    <a:pt x="2859" y="841"/>
                    <a:pt x="2860" y="843"/>
                    <a:pt x="2861" y="844"/>
                  </a:cubicBezTo>
                  <a:cubicBezTo>
                    <a:pt x="2862" y="846"/>
                    <a:pt x="2862" y="845"/>
                    <a:pt x="2864" y="843"/>
                  </a:cubicBezTo>
                  <a:cubicBezTo>
                    <a:pt x="2866" y="841"/>
                    <a:pt x="2869" y="838"/>
                    <a:pt x="2871" y="836"/>
                  </a:cubicBezTo>
                  <a:cubicBezTo>
                    <a:pt x="2874" y="833"/>
                    <a:pt x="2875" y="831"/>
                    <a:pt x="2878" y="830"/>
                  </a:cubicBezTo>
                  <a:cubicBezTo>
                    <a:pt x="2880" y="828"/>
                    <a:pt x="2884" y="828"/>
                    <a:pt x="2886" y="826"/>
                  </a:cubicBezTo>
                  <a:cubicBezTo>
                    <a:pt x="2887" y="824"/>
                    <a:pt x="2891" y="823"/>
                    <a:pt x="2894" y="822"/>
                  </a:cubicBezTo>
                  <a:cubicBezTo>
                    <a:pt x="2897" y="820"/>
                    <a:pt x="2902" y="822"/>
                    <a:pt x="2905" y="822"/>
                  </a:cubicBezTo>
                  <a:cubicBezTo>
                    <a:pt x="2909" y="822"/>
                    <a:pt x="2912" y="821"/>
                    <a:pt x="2916" y="821"/>
                  </a:cubicBezTo>
                  <a:cubicBezTo>
                    <a:pt x="2921" y="821"/>
                    <a:pt x="2922" y="820"/>
                    <a:pt x="2923" y="821"/>
                  </a:cubicBezTo>
                  <a:cubicBezTo>
                    <a:pt x="2925" y="822"/>
                    <a:pt x="2927" y="823"/>
                    <a:pt x="2929" y="825"/>
                  </a:cubicBezTo>
                  <a:cubicBezTo>
                    <a:pt x="2930" y="828"/>
                    <a:pt x="2931" y="826"/>
                    <a:pt x="2933" y="828"/>
                  </a:cubicBezTo>
                  <a:cubicBezTo>
                    <a:pt x="2934" y="829"/>
                    <a:pt x="2933" y="830"/>
                    <a:pt x="2934" y="831"/>
                  </a:cubicBezTo>
                  <a:cubicBezTo>
                    <a:pt x="2934" y="833"/>
                    <a:pt x="2936" y="832"/>
                    <a:pt x="2937" y="833"/>
                  </a:cubicBezTo>
                  <a:cubicBezTo>
                    <a:pt x="2938" y="834"/>
                    <a:pt x="2937" y="834"/>
                    <a:pt x="2937" y="837"/>
                  </a:cubicBezTo>
                  <a:cubicBezTo>
                    <a:pt x="2937" y="839"/>
                    <a:pt x="2940" y="840"/>
                    <a:pt x="2942" y="842"/>
                  </a:cubicBezTo>
                  <a:cubicBezTo>
                    <a:pt x="2944" y="843"/>
                    <a:pt x="2946" y="842"/>
                    <a:pt x="2947" y="840"/>
                  </a:cubicBezTo>
                  <a:cubicBezTo>
                    <a:pt x="2949" y="838"/>
                    <a:pt x="2948" y="837"/>
                    <a:pt x="2949" y="835"/>
                  </a:cubicBezTo>
                  <a:cubicBezTo>
                    <a:pt x="2949" y="833"/>
                    <a:pt x="2950" y="832"/>
                    <a:pt x="2951" y="831"/>
                  </a:cubicBezTo>
                  <a:cubicBezTo>
                    <a:pt x="2953" y="831"/>
                    <a:pt x="2952" y="828"/>
                    <a:pt x="2953" y="827"/>
                  </a:cubicBezTo>
                  <a:cubicBezTo>
                    <a:pt x="2953" y="826"/>
                    <a:pt x="2956" y="825"/>
                    <a:pt x="2959" y="824"/>
                  </a:cubicBezTo>
                  <a:cubicBezTo>
                    <a:pt x="2961" y="822"/>
                    <a:pt x="2968" y="819"/>
                    <a:pt x="2971" y="818"/>
                  </a:cubicBezTo>
                  <a:cubicBezTo>
                    <a:pt x="2973" y="817"/>
                    <a:pt x="2976" y="815"/>
                    <a:pt x="2979" y="813"/>
                  </a:cubicBezTo>
                  <a:cubicBezTo>
                    <a:pt x="2982" y="812"/>
                    <a:pt x="2983" y="811"/>
                    <a:pt x="2983" y="810"/>
                  </a:cubicBezTo>
                  <a:cubicBezTo>
                    <a:pt x="2984" y="809"/>
                    <a:pt x="2984" y="807"/>
                    <a:pt x="2985" y="807"/>
                  </a:cubicBezTo>
                  <a:cubicBezTo>
                    <a:pt x="2987" y="807"/>
                    <a:pt x="2988" y="806"/>
                    <a:pt x="2988" y="804"/>
                  </a:cubicBezTo>
                  <a:cubicBezTo>
                    <a:pt x="2988" y="802"/>
                    <a:pt x="2987" y="802"/>
                    <a:pt x="2989" y="801"/>
                  </a:cubicBezTo>
                  <a:cubicBezTo>
                    <a:pt x="2992" y="800"/>
                    <a:pt x="2993" y="800"/>
                    <a:pt x="2994" y="799"/>
                  </a:cubicBezTo>
                  <a:cubicBezTo>
                    <a:pt x="2995" y="798"/>
                    <a:pt x="2996" y="799"/>
                    <a:pt x="2998" y="798"/>
                  </a:cubicBezTo>
                  <a:cubicBezTo>
                    <a:pt x="2999" y="797"/>
                    <a:pt x="2997" y="796"/>
                    <a:pt x="2998" y="795"/>
                  </a:cubicBezTo>
                  <a:cubicBezTo>
                    <a:pt x="2998" y="794"/>
                    <a:pt x="3001" y="794"/>
                    <a:pt x="3005" y="792"/>
                  </a:cubicBezTo>
                  <a:cubicBezTo>
                    <a:pt x="3009" y="791"/>
                    <a:pt x="3010" y="792"/>
                    <a:pt x="3011" y="791"/>
                  </a:cubicBezTo>
                  <a:cubicBezTo>
                    <a:pt x="3013" y="789"/>
                    <a:pt x="3012" y="788"/>
                    <a:pt x="3012" y="787"/>
                  </a:cubicBezTo>
                  <a:cubicBezTo>
                    <a:pt x="3012" y="785"/>
                    <a:pt x="3014" y="786"/>
                    <a:pt x="3016" y="786"/>
                  </a:cubicBezTo>
                  <a:cubicBezTo>
                    <a:pt x="3019" y="787"/>
                    <a:pt x="3020" y="784"/>
                    <a:pt x="3024" y="783"/>
                  </a:cubicBezTo>
                  <a:cubicBezTo>
                    <a:pt x="3027" y="781"/>
                    <a:pt x="3027" y="783"/>
                    <a:pt x="3030" y="784"/>
                  </a:cubicBezTo>
                  <a:cubicBezTo>
                    <a:pt x="3033" y="784"/>
                    <a:pt x="3033" y="783"/>
                    <a:pt x="3035" y="781"/>
                  </a:cubicBezTo>
                  <a:cubicBezTo>
                    <a:pt x="3036" y="779"/>
                    <a:pt x="3036" y="778"/>
                    <a:pt x="3039" y="777"/>
                  </a:cubicBezTo>
                  <a:cubicBezTo>
                    <a:pt x="3041" y="777"/>
                    <a:pt x="3046" y="777"/>
                    <a:pt x="3046" y="775"/>
                  </a:cubicBezTo>
                  <a:cubicBezTo>
                    <a:pt x="3047" y="773"/>
                    <a:pt x="3048" y="774"/>
                    <a:pt x="3050" y="772"/>
                  </a:cubicBezTo>
                  <a:cubicBezTo>
                    <a:pt x="3051" y="770"/>
                    <a:pt x="3054" y="770"/>
                    <a:pt x="3058" y="768"/>
                  </a:cubicBezTo>
                  <a:cubicBezTo>
                    <a:pt x="3062" y="766"/>
                    <a:pt x="3066" y="764"/>
                    <a:pt x="3072" y="762"/>
                  </a:cubicBezTo>
                  <a:cubicBezTo>
                    <a:pt x="3077" y="760"/>
                    <a:pt x="3080" y="759"/>
                    <a:pt x="3082" y="759"/>
                  </a:cubicBezTo>
                  <a:cubicBezTo>
                    <a:pt x="3084" y="759"/>
                    <a:pt x="3082" y="757"/>
                    <a:pt x="3083" y="756"/>
                  </a:cubicBezTo>
                  <a:cubicBezTo>
                    <a:pt x="3084" y="754"/>
                    <a:pt x="3083" y="754"/>
                    <a:pt x="3082" y="752"/>
                  </a:cubicBezTo>
                  <a:cubicBezTo>
                    <a:pt x="3081" y="751"/>
                    <a:pt x="3083" y="751"/>
                    <a:pt x="3084" y="750"/>
                  </a:cubicBezTo>
                  <a:cubicBezTo>
                    <a:pt x="3085" y="749"/>
                    <a:pt x="3086" y="751"/>
                    <a:pt x="3088" y="751"/>
                  </a:cubicBezTo>
                  <a:cubicBezTo>
                    <a:pt x="3091" y="751"/>
                    <a:pt x="3092" y="751"/>
                    <a:pt x="3092" y="752"/>
                  </a:cubicBezTo>
                  <a:cubicBezTo>
                    <a:pt x="3092" y="753"/>
                    <a:pt x="3090" y="753"/>
                    <a:pt x="3089" y="755"/>
                  </a:cubicBezTo>
                  <a:cubicBezTo>
                    <a:pt x="3089" y="756"/>
                    <a:pt x="3088" y="757"/>
                    <a:pt x="3088" y="758"/>
                  </a:cubicBezTo>
                  <a:cubicBezTo>
                    <a:pt x="3087" y="760"/>
                    <a:pt x="3089" y="759"/>
                    <a:pt x="3092" y="760"/>
                  </a:cubicBezTo>
                  <a:cubicBezTo>
                    <a:pt x="3095" y="760"/>
                    <a:pt x="3099" y="760"/>
                    <a:pt x="3105" y="760"/>
                  </a:cubicBezTo>
                  <a:cubicBezTo>
                    <a:pt x="3111" y="761"/>
                    <a:pt x="3111" y="761"/>
                    <a:pt x="3113" y="762"/>
                  </a:cubicBezTo>
                  <a:cubicBezTo>
                    <a:pt x="3115" y="764"/>
                    <a:pt x="3122" y="767"/>
                    <a:pt x="3124" y="768"/>
                  </a:cubicBezTo>
                  <a:cubicBezTo>
                    <a:pt x="3127" y="770"/>
                    <a:pt x="3127" y="768"/>
                    <a:pt x="3127" y="766"/>
                  </a:cubicBezTo>
                  <a:cubicBezTo>
                    <a:pt x="3127" y="765"/>
                    <a:pt x="3129" y="763"/>
                    <a:pt x="3131" y="760"/>
                  </a:cubicBezTo>
                  <a:cubicBezTo>
                    <a:pt x="3134" y="758"/>
                    <a:pt x="3134" y="759"/>
                    <a:pt x="3136" y="757"/>
                  </a:cubicBezTo>
                  <a:cubicBezTo>
                    <a:pt x="3137" y="755"/>
                    <a:pt x="3136" y="755"/>
                    <a:pt x="3136" y="752"/>
                  </a:cubicBezTo>
                  <a:cubicBezTo>
                    <a:pt x="3136" y="749"/>
                    <a:pt x="3134" y="750"/>
                    <a:pt x="3132" y="749"/>
                  </a:cubicBezTo>
                  <a:cubicBezTo>
                    <a:pt x="3129" y="748"/>
                    <a:pt x="3131" y="747"/>
                    <a:pt x="3131" y="744"/>
                  </a:cubicBezTo>
                  <a:cubicBezTo>
                    <a:pt x="3132" y="742"/>
                    <a:pt x="3132" y="742"/>
                    <a:pt x="3132" y="740"/>
                  </a:cubicBezTo>
                  <a:cubicBezTo>
                    <a:pt x="3131" y="739"/>
                    <a:pt x="3129" y="739"/>
                    <a:pt x="3127" y="738"/>
                  </a:cubicBezTo>
                  <a:cubicBezTo>
                    <a:pt x="3126" y="737"/>
                    <a:pt x="3125" y="736"/>
                    <a:pt x="3123" y="735"/>
                  </a:cubicBezTo>
                  <a:cubicBezTo>
                    <a:pt x="3122" y="733"/>
                    <a:pt x="3122" y="733"/>
                    <a:pt x="3120" y="733"/>
                  </a:cubicBezTo>
                  <a:cubicBezTo>
                    <a:pt x="3117" y="732"/>
                    <a:pt x="3119" y="731"/>
                    <a:pt x="3118" y="729"/>
                  </a:cubicBezTo>
                  <a:cubicBezTo>
                    <a:pt x="3117" y="727"/>
                    <a:pt x="3116" y="728"/>
                    <a:pt x="3113" y="728"/>
                  </a:cubicBezTo>
                  <a:cubicBezTo>
                    <a:pt x="3110" y="728"/>
                    <a:pt x="3112" y="727"/>
                    <a:pt x="3112" y="725"/>
                  </a:cubicBezTo>
                  <a:cubicBezTo>
                    <a:pt x="3112" y="724"/>
                    <a:pt x="3113" y="724"/>
                    <a:pt x="3116" y="724"/>
                  </a:cubicBezTo>
                  <a:cubicBezTo>
                    <a:pt x="3119" y="724"/>
                    <a:pt x="3118" y="724"/>
                    <a:pt x="3118" y="722"/>
                  </a:cubicBezTo>
                  <a:cubicBezTo>
                    <a:pt x="3119" y="721"/>
                    <a:pt x="3118" y="718"/>
                    <a:pt x="3117" y="715"/>
                  </a:cubicBezTo>
                  <a:cubicBezTo>
                    <a:pt x="3115" y="713"/>
                    <a:pt x="3115" y="712"/>
                    <a:pt x="3114" y="708"/>
                  </a:cubicBezTo>
                  <a:cubicBezTo>
                    <a:pt x="3113" y="705"/>
                    <a:pt x="3112" y="703"/>
                    <a:pt x="3110" y="703"/>
                  </a:cubicBezTo>
                  <a:cubicBezTo>
                    <a:pt x="3108" y="703"/>
                    <a:pt x="3106" y="705"/>
                    <a:pt x="3104" y="706"/>
                  </a:cubicBezTo>
                  <a:cubicBezTo>
                    <a:pt x="3103" y="706"/>
                    <a:pt x="3103" y="704"/>
                    <a:pt x="3100" y="703"/>
                  </a:cubicBezTo>
                  <a:cubicBezTo>
                    <a:pt x="3097" y="702"/>
                    <a:pt x="3097" y="702"/>
                    <a:pt x="3095" y="700"/>
                  </a:cubicBezTo>
                  <a:cubicBezTo>
                    <a:pt x="3094" y="699"/>
                    <a:pt x="3093" y="698"/>
                    <a:pt x="3092" y="696"/>
                  </a:cubicBezTo>
                  <a:cubicBezTo>
                    <a:pt x="3091" y="695"/>
                    <a:pt x="3092" y="693"/>
                    <a:pt x="3091" y="691"/>
                  </a:cubicBezTo>
                  <a:cubicBezTo>
                    <a:pt x="3090" y="689"/>
                    <a:pt x="3090" y="689"/>
                    <a:pt x="3088" y="689"/>
                  </a:cubicBezTo>
                  <a:cubicBezTo>
                    <a:pt x="3086" y="688"/>
                    <a:pt x="3085" y="689"/>
                    <a:pt x="3083" y="690"/>
                  </a:cubicBezTo>
                  <a:cubicBezTo>
                    <a:pt x="3080" y="691"/>
                    <a:pt x="3081" y="691"/>
                    <a:pt x="3079" y="691"/>
                  </a:cubicBezTo>
                  <a:cubicBezTo>
                    <a:pt x="3077" y="691"/>
                    <a:pt x="3076" y="691"/>
                    <a:pt x="3074" y="691"/>
                  </a:cubicBezTo>
                  <a:cubicBezTo>
                    <a:pt x="3071" y="691"/>
                    <a:pt x="3070" y="691"/>
                    <a:pt x="3069" y="693"/>
                  </a:cubicBezTo>
                  <a:cubicBezTo>
                    <a:pt x="3067" y="695"/>
                    <a:pt x="3067" y="694"/>
                    <a:pt x="3065" y="694"/>
                  </a:cubicBezTo>
                  <a:cubicBezTo>
                    <a:pt x="3064" y="694"/>
                    <a:pt x="3065" y="693"/>
                    <a:pt x="3065" y="692"/>
                  </a:cubicBezTo>
                  <a:cubicBezTo>
                    <a:pt x="3065" y="691"/>
                    <a:pt x="3066" y="691"/>
                    <a:pt x="3067" y="690"/>
                  </a:cubicBezTo>
                  <a:cubicBezTo>
                    <a:pt x="3068" y="689"/>
                    <a:pt x="3067" y="689"/>
                    <a:pt x="3066" y="687"/>
                  </a:cubicBezTo>
                  <a:cubicBezTo>
                    <a:pt x="3065" y="686"/>
                    <a:pt x="3065" y="686"/>
                    <a:pt x="3063" y="685"/>
                  </a:cubicBezTo>
                  <a:cubicBezTo>
                    <a:pt x="3062" y="684"/>
                    <a:pt x="3062" y="683"/>
                    <a:pt x="3063" y="682"/>
                  </a:cubicBezTo>
                  <a:cubicBezTo>
                    <a:pt x="3063" y="682"/>
                    <a:pt x="3065" y="682"/>
                    <a:pt x="3068" y="682"/>
                  </a:cubicBezTo>
                  <a:cubicBezTo>
                    <a:pt x="3070" y="683"/>
                    <a:pt x="3070" y="684"/>
                    <a:pt x="3071" y="684"/>
                  </a:cubicBezTo>
                  <a:cubicBezTo>
                    <a:pt x="3072" y="685"/>
                    <a:pt x="3073" y="685"/>
                    <a:pt x="3074" y="684"/>
                  </a:cubicBezTo>
                  <a:cubicBezTo>
                    <a:pt x="3075" y="683"/>
                    <a:pt x="3076" y="683"/>
                    <a:pt x="3078" y="683"/>
                  </a:cubicBezTo>
                  <a:cubicBezTo>
                    <a:pt x="3080" y="684"/>
                    <a:pt x="3082" y="685"/>
                    <a:pt x="3083" y="685"/>
                  </a:cubicBezTo>
                  <a:cubicBezTo>
                    <a:pt x="3084" y="686"/>
                    <a:pt x="3084" y="685"/>
                    <a:pt x="3085" y="684"/>
                  </a:cubicBezTo>
                  <a:cubicBezTo>
                    <a:pt x="3085" y="682"/>
                    <a:pt x="3084" y="681"/>
                    <a:pt x="3083" y="680"/>
                  </a:cubicBezTo>
                  <a:cubicBezTo>
                    <a:pt x="3081" y="679"/>
                    <a:pt x="3081" y="679"/>
                    <a:pt x="3079" y="679"/>
                  </a:cubicBezTo>
                  <a:cubicBezTo>
                    <a:pt x="3078" y="679"/>
                    <a:pt x="3076" y="679"/>
                    <a:pt x="3074" y="679"/>
                  </a:cubicBezTo>
                  <a:cubicBezTo>
                    <a:pt x="3072" y="679"/>
                    <a:pt x="3072" y="679"/>
                    <a:pt x="3071" y="678"/>
                  </a:cubicBezTo>
                  <a:cubicBezTo>
                    <a:pt x="3070" y="677"/>
                    <a:pt x="3071" y="677"/>
                    <a:pt x="3071" y="676"/>
                  </a:cubicBezTo>
                  <a:cubicBezTo>
                    <a:pt x="3072" y="675"/>
                    <a:pt x="3073" y="676"/>
                    <a:pt x="3075" y="676"/>
                  </a:cubicBezTo>
                  <a:cubicBezTo>
                    <a:pt x="3077" y="676"/>
                    <a:pt x="3077" y="676"/>
                    <a:pt x="3080" y="676"/>
                  </a:cubicBezTo>
                  <a:cubicBezTo>
                    <a:pt x="3083" y="676"/>
                    <a:pt x="3082" y="676"/>
                    <a:pt x="3084" y="677"/>
                  </a:cubicBezTo>
                  <a:cubicBezTo>
                    <a:pt x="3086" y="679"/>
                    <a:pt x="3086" y="679"/>
                    <a:pt x="3088" y="680"/>
                  </a:cubicBezTo>
                  <a:cubicBezTo>
                    <a:pt x="3091" y="680"/>
                    <a:pt x="3091" y="681"/>
                    <a:pt x="3092" y="682"/>
                  </a:cubicBezTo>
                  <a:cubicBezTo>
                    <a:pt x="3092" y="684"/>
                    <a:pt x="3092" y="685"/>
                    <a:pt x="3093" y="688"/>
                  </a:cubicBezTo>
                  <a:cubicBezTo>
                    <a:pt x="3094" y="691"/>
                    <a:pt x="3098" y="690"/>
                    <a:pt x="3103" y="691"/>
                  </a:cubicBezTo>
                  <a:cubicBezTo>
                    <a:pt x="3107" y="692"/>
                    <a:pt x="3108" y="689"/>
                    <a:pt x="3112" y="689"/>
                  </a:cubicBezTo>
                  <a:cubicBezTo>
                    <a:pt x="3116" y="688"/>
                    <a:pt x="3118" y="687"/>
                    <a:pt x="3122" y="685"/>
                  </a:cubicBezTo>
                  <a:cubicBezTo>
                    <a:pt x="3126" y="684"/>
                    <a:pt x="3133" y="681"/>
                    <a:pt x="3136" y="682"/>
                  </a:cubicBezTo>
                  <a:cubicBezTo>
                    <a:pt x="3140" y="682"/>
                    <a:pt x="3141" y="681"/>
                    <a:pt x="3144" y="678"/>
                  </a:cubicBezTo>
                  <a:cubicBezTo>
                    <a:pt x="3148" y="675"/>
                    <a:pt x="3149" y="676"/>
                    <a:pt x="3151" y="675"/>
                  </a:cubicBezTo>
                  <a:cubicBezTo>
                    <a:pt x="3154" y="673"/>
                    <a:pt x="3154" y="671"/>
                    <a:pt x="3154" y="669"/>
                  </a:cubicBezTo>
                  <a:cubicBezTo>
                    <a:pt x="3154" y="668"/>
                    <a:pt x="3153" y="668"/>
                    <a:pt x="3149" y="668"/>
                  </a:cubicBezTo>
                  <a:cubicBezTo>
                    <a:pt x="3145" y="667"/>
                    <a:pt x="3147" y="668"/>
                    <a:pt x="3145" y="669"/>
                  </a:cubicBezTo>
                  <a:cubicBezTo>
                    <a:pt x="3143" y="669"/>
                    <a:pt x="3143" y="668"/>
                    <a:pt x="3144" y="666"/>
                  </a:cubicBezTo>
                  <a:cubicBezTo>
                    <a:pt x="3146" y="664"/>
                    <a:pt x="3151" y="662"/>
                    <a:pt x="3154" y="662"/>
                  </a:cubicBezTo>
                  <a:cubicBezTo>
                    <a:pt x="3157" y="662"/>
                    <a:pt x="3158" y="661"/>
                    <a:pt x="3159" y="660"/>
                  </a:cubicBezTo>
                  <a:cubicBezTo>
                    <a:pt x="3160" y="659"/>
                    <a:pt x="3159" y="658"/>
                    <a:pt x="3158" y="657"/>
                  </a:cubicBezTo>
                  <a:cubicBezTo>
                    <a:pt x="3157" y="655"/>
                    <a:pt x="3156" y="655"/>
                    <a:pt x="3154" y="654"/>
                  </a:cubicBezTo>
                  <a:cubicBezTo>
                    <a:pt x="3152" y="653"/>
                    <a:pt x="3151" y="652"/>
                    <a:pt x="3151" y="650"/>
                  </a:cubicBezTo>
                  <a:cubicBezTo>
                    <a:pt x="3150" y="648"/>
                    <a:pt x="3150" y="649"/>
                    <a:pt x="3151" y="647"/>
                  </a:cubicBezTo>
                  <a:cubicBezTo>
                    <a:pt x="3151" y="645"/>
                    <a:pt x="3150" y="642"/>
                    <a:pt x="3150" y="641"/>
                  </a:cubicBezTo>
                  <a:cubicBezTo>
                    <a:pt x="3150" y="640"/>
                    <a:pt x="3150" y="640"/>
                    <a:pt x="3152" y="640"/>
                  </a:cubicBezTo>
                  <a:cubicBezTo>
                    <a:pt x="3153" y="639"/>
                    <a:pt x="3154" y="641"/>
                    <a:pt x="3155" y="641"/>
                  </a:cubicBezTo>
                  <a:cubicBezTo>
                    <a:pt x="3156" y="641"/>
                    <a:pt x="3156" y="640"/>
                    <a:pt x="3157" y="640"/>
                  </a:cubicBezTo>
                  <a:cubicBezTo>
                    <a:pt x="3157" y="639"/>
                    <a:pt x="3159" y="639"/>
                    <a:pt x="3160" y="639"/>
                  </a:cubicBezTo>
                  <a:cubicBezTo>
                    <a:pt x="3161" y="639"/>
                    <a:pt x="3160" y="637"/>
                    <a:pt x="3160" y="637"/>
                  </a:cubicBezTo>
                  <a:cubicBezTo>
                    <a:pt x="3159" y="636"/>
                    <a:pt x="3158" y="635"/>
                    <a:pt x="3159" y="634"/>
                  </a:cubicBezTo>
                  <a:cubicBezTo>
                    <a:pt x="3159" y="634"/>
                    <a:pt x="3161" y="633"/>
                    <a:pt x="3162" y="633"/>
                  </a:cubicBezTo>
                  <a:cubicBezTo>
                    <a:pt x="3163" y="633"/>
                    <a:pt x="3163" y="635"/>
                    <a:pt x="3164" y="636"/>
                  </a:cubicBezTo>
                  <a:cubicBezTo>
                    <a:pt x="3164" y="638"/>
                    <a:pt x="3164" y="639"/>
                    <a:pt x="3165" y="639"/>
                  </a:cubicBezTo>
                  <a:cubicBezTo>
                    <a:pt x="3166" y="638"/>
                    <a:pt x="3168" y="638"/>
                    <a:pt x="3170" y="635"/>
                  </a:cubicBezTo>
                  <a:cubicBezTo>
                    <a:pt x="3172" y="633"/>
                    <a:pt x="3174" y="633"/>
                    <a:pt x="3175" y="633"/>
                  </a:cubicBezTo>
                  <a:cubicBezTo>
                    <a:pt x="3177" y="633"/>
                    <a:pt x="3176" y="634"/>
                    <a:pt x="3175" y="638"/>
                  </a:cubicBezTo>
                  <a:cubicBezTo>
                    <a:pt x="3174" y="642"/>
                    <a:pt x="3174" y="642"/>
                    <a:pt x="3172" y="644"/>
                  </a:cubicBezTo>
                  <a:cubicBezTo>
                    <a:pt x="3170" y="645"/>
                    <a:pt x="3167" y="645"/>
                    <a:pt x="3167" y="647"/>
                  </a:cubicBezTo>
                  <a:cubicBezTo>
                    <a:pt x="3168" y="650"/>
                    <a:pt x="3170" y="651"/>
                    <a:pt x="3173" y="653"/>
                  </a:cubicBezTo>
                  <a:cubicBezTo>
                    <a:pt x="3175" y="655"/>
                    <a:pt x="3175" y="656"/>
                    <a:pt x="3175" y="659"/>
                  </a:cubicBezTo>
                  <a:cubicBezTo>
                    <a:pt x="3176" y="662"/>
                    <a:pt x="3180" y="660"/>
                    <a:pt x="3187" y="660"/>
                  </a:cubicBezTo>
                  <a:cubicBezTo>
                    <a:pt x="3193" y="660"/>
                    <a:pt x="3208" y="660"/>
                    <a:pt x="3212" y="661"/>
                  </a:cubicBezTo>
                  <a:cubicBezTo>
                    <a:pt x="3216" y="662"/>
                    <a:pt x="3220" y="662"/>
                    <a:pt x="3224" y="664"/>
                  </a:cubicBezTo>
                  <a:cubicBezTo>
                    <a:pt x="3228" y="667"/>
                    <a:pt x="3228" y="668"/>
                    <a:pt x="3231" y="673"/>
                  </a:cubicBezTo>
                  <a:cubicBezTo>
                    <a:pt x="3234" y="678"/>
                    <a:pt x="3234" y="680"/>
                    <a:pt x="3236" y="683"/>
                  </a:cubicBezTo>
                  <a:cubicBezTo>
                    <a:pt x="3238" y="686"/>
                    <a:pt x="3239" y="686"/>
                    <a:pt x="3243" y="686"/>
                  </a:cubicBezTo>
                  <a:cubicBezTo>
                    <a:pt x="3247" y="685"/>
                    <a:pt x="3248" y="686"/>
                    <a:pt x="3254" y="688"/>
                  </a:cubicBezTo>
                  <a:cubicBezTo>
                    <a:pt x="3260" y="690"/>
                    <a:pt x="3261" y="689"/>
                    <a:pt x="3263" y="692"/>
                  </a:cubicBezTo>
                  <a:cubicBezTo>
                    <a:pt x="3266" y="694"/>
                    <a:pt x="3267" y="696"/>
                    <a:pt x="3271" y="698"/>
                  </a:cubicBezTo>
                  <a:cubicBezTo>
                    <a:pt x="3274" y="701"/>
                    <a:pt x="3276" y="700"/>
                    <a:pt x="3279" y="699"/>
                  </a:cubicBezTo>
                  <a:cubicBezTo>
                    <a:pt x="3281" y="697"/>
                    <a:pt x="3280" y="696"/>
                    <a:pt x="3280" y="693"/>
                  </a:cubicBezTo>
                  <a:cubicBezTo>
                    <a:pt x="3281" y="691"/>
                    <a:pt x="3282" y="694"/>
                    <a:pt x="3283" y="697"/>
                  </a:cubicBezTo>
                  <a:cubicBezTo>
                    <a:pt x="3284" y="700"/>
                    <a:pt x="3283" y="701"/>
                    <a:pt x="3284" y="703"/>
                  </a:cubicBezTo>
                  <a:cubicBezTo>
                    <a:pt x="3284" y="705"/>
                    <a:pt x="3287" y="704"/>
                    <a:pt x="3288" y="703"/>
                  </a:cubicBezTo>
                  <a:cubicBezTo>
                    <a:pt x="3289" y="701"/>
                    <a:pt x="3287" y="699"/>
                    <a:pt x="3289" y="698"/>
                  </a:cubicBezTo>
                  <a:cubicBezTo>
                    <a:pt x="3291" y="696"/>
                    <a:pt x="3294" y="699"/>
                    <a:pt x="3298" y="700"/>
                  </a:cubicBezTo>
                  <a:cubicBezTo>
                    <a:pt x="3302" y="701"/>
                    <a:pt x="3303" y="701"/>
                    <a:pt x="3304" y="698"/>
                  </a:cubicBezTo>
                  <a:cubicBezTo>
                    <a:pt x="3304" y="696"/>
                    <a:pt x="3302" y="697"/>
                    <a:pt x="3299" y="695"/>
                  </a:cubicBezTo>
                  <a:cubicBezTo>
                    <a:pt x="3295" y="693"/>
                    <a:pt x="3294" y="694"/>
                    <a:pt x="3291" y="694"/>
                  </a:cubicBezTo>
                  <a:cubicBezTo>
                    <a:pt x="3289" y="693"/>
                    <a:pt x="3290" y="692"/>
                    <a:pt x="3290" y="690"/>
                  </a:cubicBezTo>
                  <a:cubicBezTo>
                    <a:pt x="3291" y="689"/>
                    <a:pt x="3293" y="689"/>
                    <a:pt x="3293" y="687"/>
                  </a:cubicBezTo>
                  <a:cubicBezTo>
                    <a:pt x="3292" y="686"/>
                    <a:pt x="3291" y="686"/>
                    <a:pt x="3288" y="688"/>
                  </a:cubicBezTo>
                  <a:cubicBezTo>
                    <a:pt x="3285" y="689"/>
                    <a:pt x="3285" y="687"/>
                    <a:pt x="3285" y="687"/>
                  </a:cubicBezTo>
                  <a:cubicBezTo>
                    <a:pt x="3284" y="686"/>
                    <a:pt x="3286" y="685"/>
                    <a:pt x="3289" y="683"/>
                  </a:cubicBezTo>
                  <a:cubicBezTo>
                    <a:pt x="3291" y="682"/>
                    <a:pt x="3296" y="683"/>
                    <a:pt x="3299" y="682"/>
                  </a:cubicBezTo>
                  <a:cubicBezTo>
                    <a:pt x="3301" y="681"/>
                    <a:pt x="3304" y="680"/>
                    <a:pt x="3305" y="679"/>
                  </a:cubicBezTo>
                  <a:cubicBezTo>
                    <a:pt x="3306" y="678"/>
                    <a:pt x="3305" y="675"/>
                    <a:pt x="3303" y="674"/>
                  </a:cubicBezTo>
                  <a:close/>
                  <a:moveTo>
                    <a:pt x="103" y="511"/>
                  </a:moveTo>
                  <a:cubicBezTo>
                    <a:pt x="101" y="509"/>
                    <a:pt x="100" y="508"/>
                    <a:pt x="99" y="507"/>
                  </a:cubicBezTo>
                  <a:cubicBezTo>
                    <a:pt x="98" y="506"/>
                    <a:pt x="95" y="503"/>
                    <a:pt x="94" y="505"/>
                  </a:cubicBezTo>
                  <a:cubicBezTo>
                    <a:pt x="94" y="507"/>
                    <a:pt x="94" y="507"/>
                    <a:pt x="96" y="509"/>
                  </a:cubicBezTo>
                  <a:cubicBezTo>
                    <a:pt x="97" y="511"/>
                    <a:pt x="97" y="511"/>
                    <a:pt x="98" y="513"/>
                  </a:cubicBezTo>
                  <a:cubicBezTo>
                    <a:pt x="99" y="515"/>
                    <a:pt x="98" y="515"/>
                    <a:pt x="101" y="516"/>
                  </a:cubicBezTo>
                  <a:cubicBezTo>
                    <a:pt x="104" y="517"/>
                    <a:pt x="107" y="519"/>
                    <a:pt x="109" y="517"/>
                  </a:cubicBezTo>
                  <a:cubicBezTo>
                    <a:pt x="111" y="516"/>
                    <a:pt x="114" y="516"/>
                    <a:pt x="114" y="515"/>
                  </a:cubicBezTo>
                  <a:cubicBezTo>
                    <a:pt x="115" y="514"/>
                    <a:pt x="116" y="512"/>
                    <a:pt x="112" y="512"/>
                  </a:cubicBezTo>
                  <a:cubicBezTo>
                    <a:pt x="108" y="512"/>
                    <a:pt x="105" y="513"/>
                    <a:pt x="103" y="511"/>
                  </a:cubicBezTo>
                  <a:close/>
                  <a:moveTo>
                    <a:pt x="584" y="31"/>
                  </a:moveTo>
                  <a:cubicBezTo>
                    <a:pt x="586" y="31"/>
                    <a:pt x="585" y="30"/>
                    <a:pt x="588" y="31"/>
                  </a:cubicBezTo>
                  <a:cubicBezTo>
                    <a:pt x="590" y="31"/>
                    <a:pt x="590" y="31"/>
                    <a:pt x="592" y="31"/>
                  </a:cubicBezTo>
                  <a:cubicBezTo>
                    <a:pt x="593" y="31"/>
                    <a:pt x="593" y="30"/>
                    <a:pt x="595" y="31"/>
                  </a:cubicBezTo>
                  <a:cubicBezTo>
                    <a:pt x="597" y="33"/>
                    <a:pt x="595" y="34"/>
                    <a:pt x="598" y="33"/>
                  </a:cubicBezTo>
                  <a:cubicBezTo>
                    <a:pt x="601" y="33"/>
                    <a:pt x="600" y="33"/>
                    <a:pt x="603" y="32"/>
                  </a:cubicBezTo>
                  <a:cubicBezTo>
                    <a:pt x="605" y="30"/>
                    <a:pt x="605" y="30"/>
                    <a:pt x="608" y="30"/>
                  </a:cubicBezTo>
                  <a:cubicBezTo>
                    <a:pt x="611" y="29"/>
                    <a:pt x="610" y="28"/>
                    <a:pt x="613" y="28"/>
                  </a:cubicBezTo>
                  <a:cubicBezTo>
                    <a:pt x="616" y="28"/>
                    <a:pt x="618" y="28"/>
                    <a:pt x="619" y="28"/>
                  </a:cubicBezTo>
                  <a:cubicBezTo>
                    <a:pt x="621" y="28"/>
                    <a:pt x="624" y="29"/>
                    <a:pt x="623" y="28"/>
                  </a:cubicBezTo>
                  <a:cubicBezTo>
                    <a:pt x="622" y="27"/>
                    <a:pt x="621" y="27"/>
                    <a:pt x="618" y="26"/>
                  </a:cubicBezTo>
                  <a:cubicBezTo>
                    <a:pt x="616" y="26"/>
                    <a:pt x="615" y="25"/>
                    <a:pt x="613" y="25"/>
                  </a:cubicBezTo>
                  <a:cubicBezTo>
                    <a:pt x="610" y="25"/>
                    <a:pt x="610" y="25"/>
                    <a:pt x="608" y="24"/>
                  </a:cubicBezTo>
                  <a:cubicBezTo>
                    <a:pt x="606" y="23"/>
                    <a:pt x="605" y="23"/>
                    <a:pt x="603" y="23"/>
                  </a:cubicBezTo>
                  <a:cubicBezTo>
                    <a:pt x="599" y="23"/>
                    <a:pt x="598" y="22"/>
                    <a:pt x="598" y="24"/>
                  </a:cubicBezTo>
                  <a:cubicBezTo>
                    <a:pt x="597" y="25"/>
                    <a:pt x="597" y="26"/>
                    <a:pt x="598" y="26"/>
                  </a:cubicBezTo>
                  <a:cubicBezTo>
                    <a:pt x="599" y="27"/>
                    <a:pt x="600" y="27"/>
                    <a:pt x="599" y="28"/>
                  </a:cubicBezTo>
                  <a:cubicBezTo>
                    <a:pt x="598" y="29"/>
                    <a:pt x="598" y="29"/>
                    <a:pt x="596" y="29"/>
                  </a:cubicBezTo>
                  <a:cubicBezTo>
                    <a:pt x="595" y="28"/>
                    <a:pt x="596" y="27"/>
                    <a:pt x="593" y="28"/>
                  </a:cubicBezTo>
                  <a:cubicBezTo>
                    <a:pt x="589" y="28"/>
                    <a:pt x="589" y="29"/>
                    <a:pt x="587" y="28"/>
                  </a:cubicBezTo>
                  <a:cubicBezTo>
                    <a:pt x="585" y="27"/>
                    <a:pt x="585" y="26"/>
                    <a:pt x="583" y="27"/>
                  </a:cubicBezTo>
                  <a:cubicBezTo>
                    <a:pt x="581" y="28"/>
                    <a:pt x="580" y="28"/>
                    <a:pt x="581" y="29"/>
                  </a:cubicBezTo>
                  <a:cubicBezTo>
                    <a:pt x="582" y="31"/>
                    <a:pt x="582" y="32"/>
                    <a:pt x="584" y="31"/>
                  </a:cubicBezTo>
                  <a:close/>
                  <a:moveTo>
                    <a:pt x="564" y="43"/>
                  </a:moveTo>
                  <a:cubicBezTo>
                    <a:pt x="567" y="43"/>
                    <a:pt x="565" y="43"/>
                    <a:pt x="569" y="43"/>
                  </a:cubicBezTo>
                  <a:cubicBezTo>
                    <a:pt x="573" y="43"/>
                    <a:pt x="575" y="42"/>
                    <a:pt x="576" y="43"/>
                  </a:cubicBezTo>
                  <a:cubicBezTo>
                    <a:pt x="578" y="44"/>
                    <a:pt x="577" y="45"/>
                    <a:pt x="580" y="46"/>
                  </a:cubicBezTo>
                  <a:cubicBezTo>
                    <a:pt x="584" y="48"/>
                    <a:pt x="583" y="48"/>
                    <a:pt x="587" y="48"/>
                  </a:cubicBezTo>
                  <a:cubicBezTo>
                    <a:pt x="590" y="48"/>
                    <a:pt x="590" y="47"/>
                    <a:pt x="593" y="49"/>
                  </a:cubicBezTo>
                  <a:cubicBezTo>
                    <a:pt x="596" y="50"/>
                    <a:pt x="599" y="49"/>
                    <a:pt x="601" y="50"/>
                  </a:cubicBezTo>
                  <a:cubicBezTo>
                    <a:pt x="603" y="51"/>
                    <a:pt x="605" y="52"/>
                    <a:pt x="606" y="53"/>
                  </a:cubicBezTo>
                  <a:cubicBezTo>
                    <a:pt x="607" y="54"/>
                    <a:pt x="605" y="55"/>
                    <a:pt x="609" y="55"/>
                  </a:cubicBezTo>
                  <a:cubicBezTo>
                    <a:pt x="613" y="55"/>
                    <a:pt x="614" y="53"/>
                    <a:pt x="617" y="52"/>
                  </a:cubicBezTo>
                  <a:cubicBezTo>
                    <a:pt x="621" y="52"/>
                    <a:pt x="622" y="51"/>
                    <a:pt x="620" y="51"/>
                  </a:cubicBezTo>
                  <a:cubicBezTo>
                    <a:pt x="619" y="50"/>
                    <a:pt x="617" y="51"/>
                    <a:pt x="616" y="50"/>
                  </a:cubicBezTo>
                  <a:cubicBezTo>
                    <a:pt x="614" y="49"/>
                    <a:pt x="613" y="49"/>
                    <a:pt x="612" y="48"/>
                  </a:cubicBezTo>
                  <a:cubicBezTo>
                    <a:pt x="611" y="47"/>
                    <a:pt x="609" y="46"/>
                    <a:pt x="606" y="46"/>
                  </a:cubicBezTo>
                  <a:cubicBezTo>
                    <a:pt x="603" y="45"/>
                    <a:pt x="600" y="44"/>
                    <a:pt x="598" y="44"/>
                  </a:cubicBezTo>
                  <a:cubicBezTo>
                    <a:pt x="597" y="43"/>
                    <a:pt x="595" y="43"/>
                    <a:pt x="592" y="42"/>
                  </a:cubicBezTo>
                  <a:cubicBezTo>
                    <a:pt x="589" y="41"/>
                    <a:pt x="591" y="41"/>
                    <a:pt x="587" y="40"/>
                  </a:cubicBezTo>
                  <a:cubicBezTo>
                    <a:pt x="582" y="40"/>
                    <a:pt x="582" y="39"/>
                    <a:pt x="579" y="40"/>
                  </a:cubicBezTo>
                  <a:cubicBezTo>
                    <a:pt x="575" y="40"/>
                    <a:pt x="572" y="39"/>
                    <a:pt x="568" y="40"/>
                  </a:cubicBezTo>
                  <a:cubicBezTo>
                    <a:pt x="566" y="41"/>
                    <a:pt x="565" y="39"/>
                    <a:pt x="564" y="41"/>
                  </a:cubicBezTo>
                  <a:cubicBezTo>
                    <a:pt x="562" y="42"/>
                    <a:pt x="561" y="43"/>
                    <a:pt x="564" y="43"/>
                  </a:cubicBezTo>
                  <a:close/>
                  <a:moveTo>
                    <a:pt x="590" y="86"/>
                  </a:moveTo>
                  <a:cubicBezTo>
                    <a:pt x="594" y="86"/>
                    <a:pt x="592" y="85"/>
                    <a:pt x="597" y="85"/>
                  </a:cubicBezTo>
                  <a:cubicBezTo>
                    <a:pt x="601" y="85"/>
                    <a:pt x="603" y="85"/>
                    <a:pt x="605" y="85"/>
                  </a:cubicBezTo>
                  <a:cubicBezTo>
                    <a:pt x="607" y="85"/>
                    <a:pt x="609" y="85"/>
                    <a:pt x="609" y="83"/>
                  </a:cubicBezTo>
                  <a:cubicBezTo>
                    <a:pt x="610" y="82"/>
                    <a:pt x="610" y="81"/>
                    <a:pt x="609" y="79"/>
                  </a:cubicBezTo>
                  <a:cubicBezTo>
                    <a:pt x="609" y="76"/>
                    <a:pt x="609" y="75"/>
                    <a:pt x="607" y="74"/>
                  </a:cubicBezTo>
                  <a:cubicBezTo>
                    <a:pt x="604" y="73"/>
                    <a:pt x="603" y="72"/>
                    <a:pt x="598" y="72"/>
                  </a:cubicBezTo>
                  <a:cubicBezTo>
                    <a:pt x="594" y="72"/>
                    <a:pt x="590" y="74"/>
                    <a:pt x="590" y="76"/>
                  </a:cubicBezTo>
                  <a:cubicBezTo>
                    <a:pt x="590" y="78"/>
                    <a:pt x="590" y="79"/>
                    <a:pt x="588" y="81"/>
                  </a:cubicBezTo>
                  <a:cubicBezTo>
                    <a:pt x="586" y="82"/>
                    <a:pt x="585" y="83"/>
                    <a:pt x="585" y="84"/>
                  </a:cubicBezTo>
                  <a:cubicBezTo>
                    <a:pt x="586" y="86"/>
                    <a:pt x="587" y="86"/>
                    <a:pt x="590" y="86"/>
                  </a:cubicBezTo>
                  <a:close/>
                  <a:moveTo>
                    <a:pt x="571" y="52"/>
                  </a:moveTo>
                  <a:cubicBezTo>
                    <a:pt x="568" y="52"/>
                    <a:pt x="570" y="52"/>
                    <a:pt x="567" y="52"/>
                  </a:cubicBezTo>
                  <a:cubicBezTo>
                    <a:pt x="565" y="51"/>
                    <a:pt x="564" y="51"/>
                    <a:pt x="563" y="52"/>
                  </a:cubicBezTo>
                  <a:cubicBezTo>
                    <a:pt x="562" y="52"/>
                    <a:pt x="563" y="53"/>
                    <a:pt x="563" y="54"/>
                  </a:cubicBezTo>
                  <a:cubicBezTo>
                    <a:pt x="563" y="55"/>
                    <a:pt x="565" y="56"/>
                    <a:pt x="568" y="55"/>
                  </a:cubicBezTo>
                  <a:cubicBezTo>
                    <a:pt x="570" y="55"/>
                    <a:pt x="570" y="54"/>
                    <a:pt x="573" y="54"/>
                  </a:cubicBezTo>
                  <a:cubicBezTo>
                    <a:pt x="575" y="54"/>
                    <a:pt x="576" y="53"/>
                    <a:pt x="576" y="52"/>
                  </a:cubicBezTo>
                  <a:cubicBezTo>
                    <a:pt x="575" y="52"/>
                    <a:pt x="574" y="52"/>
                    <a:pt x="571" y="52"/>
                  </a:cubicBezTo>
                  <a:close/>
                  <a:moveTo>
                    <a:pt x="593" y="59"/>
                  </a:moveTo>
                  <a:cubicBezTo>
                    <a:pt x="597" y="59"/>
                    <a:pt x="598" y="59"/>
                    <a:pt x="599" y="59"/>
                  </a:cubicBezTo>
                  <a:cubicBezTo>
                    <a:pt x="601" y="60"/>
                    <a:pt x="602" y="60"/>
                    <a:pt x="603" y="59"/>
                  </a:cubicBezTo>
                  <a:cubicBezTo>
                    <a:pt x="603" y="57"/>
                    <a:pt x="604" y="57"/>
                    <a:pt x="601" y="57"/>
                  </a:cubicBezTo>
                  <a:cubicBezTo>
                    <a:pt x="597" y="56"/>
                    <a:pt x="597" y="56"/>
                    <a:pt x="594" y="56"/>
                  </a:cubicBezTo>
                  <a:cubicBezTo>
                    <a:pt x="592" y="56"/>
                    <a:pt x="591" y="55"/>
                    <a:pt x="588" y="56"/>
                  </a:cubicBezTo>
                  <a:cubicBezTo>
                    <a:pt x="583" y="56"/>
                    <a:pt x="582" y="54"/>
                    <a:pt x="581" y="55"/>
                  </a:cubicBezTo>
                  <a:cubicBezTo>
                    <a:pt x="580" y="56"/>
                    <a:pt x="580" y="58"/>
                    <a:pt x="581" y="59"/>
                  </a:cubicBezTo>
                  <a:cubicBezTo>
                    <a:pt x="583" y="59"/>
                    <a:pt x="582" y="60"/>
                    <a:pt x="586" y="60"/>
                  </a:cubicBezTo>
                  <a:cubicBezTo>
                    <a:pt x="590" y="60"/>
                    <a:pt x="589" y="59"/>
                    <a:pt x="593" y="59"/>
                  </a:cubicBezTo>
                  <a:close/>
                  <a:moveTo>
                    <a:pt x="656" y="62"/>
                  </a:moveTo>
                  <a:cubicBezTo>
                    <a:pt x="657" y="64"/>
                    <a:pt x="657" y="63"/>
                    <a:pt x="659" y="65"/>
                  </a:cubicBezTo>
                  <a:cubicBezTo>
                    <a:pt x="662" y="68"/>
                    <a:pt x="661" y="68"/>
                    <a:pt x="663" y="68"/>
                  </a:cubicBezTo>
                  <a:cubicBezTo>
                    <a:pt x="665" y="69"/>
                    <a:pt x="666" y="68"/>
                    <a:pt x="668" y="67"/>
                  </a:cubicBezTo>
                  <a:cubicBezTo>
                    <a:pt x="670" y="66"/>
                    <a:pt x="669" y="66"/>
                    <a:pt x="673" y="66"/>
                  </a:cubicBezTo>
                  <a:cubicBezTo>
                    <a:pt x="677" y="66"/>
                    <a:pt x="681" y="65"/>
                    <a:pt x="683" y="67"/>
                  </a:cubicBezTo>
                  <a:cubicBezTo>
                    <a:pt x="686" y="68"/>
                    <a:pt x="687" y="69"/>
                    <a:pt x="690" y="69"/>
                  </a:cubicBezTo>
                  <a:cubicBezTo>
                    <a:pt x="692" y="69"/>
                    <a:pt x="695" y="68"/>
                    <a:pt x="697" y="67"/>
                  </a:cubicBezTo>
                  <a:cubicBezTo>
                    <a:pt x="698" y="65"/>
                    <a:pt x="698" y="63"/>
                    <a:pt x="702" y="62"/>
                  </a:cubicBezTo>
                  <a:cubicBezTo>
                    <a:pt x="707" y="60"/>
                    <a:pt x="707" y="61"/>
                    <a:pt x="711" y="60"/>
                  </a:cubicBezTo>
                  <a:cubicBezTo>
                    <a:pt x="714" y="59"/>
                    <a:pt x="715" y="59"/>
                    <a:pt x="715" y="57"/>
                  </a:cubicBezTo>
                  <a:cubicBezTo>
                    <a:pt x="716" y="55"/>
                    <a:pt x="717" y="55"/>
                    <a:pt x="716" y="53"/>
                  </a:cubicBezTo>
                  <a:cubicBezTo>
                    <a:pt x="716" y="52"/>
                    <a:pt x="716" y="51"/>
                    <a:pt x="714" y="50"/>
                  </a:cubicBezTo>
                  <a:cubicBezTo>
                    <a:pt x="713" y="48"/>
                    <a:pt x="713" y="46"/>
                    <a:pt x="709" y="47"/>
                  </a:cubicBezTo>
                  <a:cubicBezTo>
                    <a:pt x="705" y="48"/>
                    <a:pt x="706" y="48"/>
                    <a:pt x="703" y="49"/>
                  </a:cubicBezTo>
                  <a:cubicBezTo>
                    <a:pt x="701" y="49"/>
                    <a:pt x="697" y="49"/>
                    <a:pt x="694" y="49"/>
                  </a:cubicBezTo>
                  <a:cubicBezTo>
                    <a:pt x="692" y="49"/>
                    <a:pt x="692" y="50"/>
                    <a:pt x="689" y="51"/>
                  </a:cubicBezTo>
                  <a:cubicBezTo>
                    <a:pt x="687" y="51"/>
                    <a:pt x="684" y="51"/>
                    <a:pt x="682" y="51"/>
                  </a:cubicBezTo>
                  <a:cubicBezTo>
                    <a:pt x="679" y="51"/>
                    <a:pt x="678" y="52"/>
                    <a:pt x="676" y="51"/>
                  </a:cubicBezTo>
                  <a:cubicBezTo>
                    <a:pt x="675" y="50"/>
                    <a:pt x="674" y="50"/>
                    <a:pt x="672" y="50"/>
                  </a:cubicBezTo>
                  <a:cubicBezTo>
                    <a:pt x="670" y="49"/>
                    <a:pt x="669" y="48"/>
                    <a:pt x="667" y="50"/>
                  </a:cubicBezTo>
                  <a:cubicBezTo>
                    <a:pt x="666" y="51"/>
                    <a:pt x="665" y="52"/>
                    <a:pt x="662" y="53"/>
                  </a:cubicBezTo>
                  <a:cubicBezTo>
                    <a:pt x="658" y="54"/>
                    <a:pt x="657" y="55"/>
                    <a:pt x="656" y="57"/>
                  </a:cubicBezTo>
                  <a:cubicBezTo>
                    <a:pt x="656" y="59"/>
                    <a:pt x="656" y="60"/>
                    <a:pt x="656" y="62"/>
                  </a:cubicBezTo>
                  <a:close/>
                  <a:moveTo>
                    <a:pt x="555" y="53"/>
                  </a:moveTo>
                  <a:cubicBezTo>
                    <a:pt x="556" y="54"/>
                    <a:pt x="558" y="52"/>
                    <a:pt x="558" y="51"/>
                  </a:cubicBezTo>
                  <a:cubicBezTo>
                    <a:pt x="557" y="50"/>
                    <a:pt x="556" y="50"/>
                    <a:pt x="555" y="51"/>
                  </a:cubicBezTo>
                  <a:cubicBezTo>
                    <a:pt x="553" y="51"/>
                    <a:pt x="553" y="51"/>
                    <a:pt x="551" y="50"/>
                  </a:cubicBezTo>
                  <a:cubicBezTo>
                    <a:pt x="548" y="49"/>
                    <a:pt x="548" y="49"/>
                    <a:pt x="548" y="51"/>
                  </a:cubicBezTo>
                  <a:cubicBezTo>
                    <a:pt x="548" y="52"/>
                    <a:pt x="554" y="53"/>
                    <a:pt x="555" y="53"/>
                  </a:cubicBezTo>
                  <a:close/>
                  <a:moveTo>
                    <a:pt x="624" y="48"/>
                  </a:moveTo>
                  <a:cubicBezTo>
                    <a:pt x="626" y="47"/>
                    <a:pt x="627" y="46"/>
                    <a:pt x="629" y="46"/>
                  </a:cubicBezTo>
                  <a:cubicBezTo>
                    <a:pt x="630" y="46"/>
                    <a:pt x="632" y="46"/>
                    <a:pt x="631" y="45"/>
                  </a:cubicBezTo>
                  <a:cubicBezTo>
                    <a:pt x="630" y="43"/>
                    <a:pt x="629" y="44"/>
                    <a:pt x="627" y="43"/>
                  </a:cubicBezTo>
                  <a:cubicBezTo>
                    <a:pt x="624" y="43"/>
                    <a:pt x="624" y="42"/>
                    <a:pt x="622" y="42"/>
                  </a:cubicBezTo>
                  <a:cubicBezTo>
                    <a:pt x="621" y="43"/>
                    <a:pt x="620" y="43"/>
                    <a:pt x="618" y="42"/>
                  </a:cubicBezTo>
                  <a:cubicBezTo>
                    <a:pt x="617" y="41"/>
                    <a:pt x="614" y="41"/>
                    <a:pt x="612" y="40"/>
                  </a:cubicBezTo>
                  <a:cubicBezTo>
                    <a:pt x="611" y="40"/>
                    <a:pt x="606" y="39"/>
                    <a:pt x="606" y="40"/>
                  </a:cubicBezTo>
                  <a:cubicBezTo>
                    <a:pt x="606" y="41"/>
                    <a:pt x="605" y="42"/>
                    <a:pt x="608" y="42"/>
                  </a:cubicBezTo>
                  <a:cubicBezTo>
                    <a:pt x="611" y="42"/>
                    <a:pt x="611" y="42"/>
                    <a:pt x="614" y="44"/>
                  </a:cubicBezTo>
                  <a:cubicBezTo>
                    <a:pt x="616" y="45"/>
                    <a:pt x="618" y="45"/>
                    <a:pt x="620" y="46"/>
                  </a:cubicBezTo>
                  <a:cubicBezTo>
                    <a:pt x="621" y="48"/>
                    <a:pt x="621" y="49"/>
                    <a:pt x="624" y="48"/>
                  </a:cubicBezTo>
                  <a:close/>
                  <a:moveTo>
                    <a:pt x="635" y="8"/>
                  </a:moveTo>
                  <a:cubicBezTo>
                    <a:pt x="637" y="8"/>
                    <a:pt x="642" y="7"/>
                    <a:pt x="646" y="7"/>
                  </a:cubicBezTo>
                  <a:cubicBezTo>
                    <a:pt x="650" y="6"/>
                    <a:pt x="651" y="6"/>
                    <a:pt x="654" y="6"/>
                  </a:cubicBezTo>
                  <a:cubicBezTo>
                    <a:pt x="657" y="6"/>
                    <a:pt x="657" y="4"/>
                    <a:pt x="656" y="2"/>
                  </a:cubicBezTo>
                  <a:cubicBezTo>
                    <a:pt x="655" y="0"/>
                    <a:pt x="650" y="1"/>
                    <a:pt x="646" y="2"/>
                  </a:cubicBezTo>
                  <a:cubicBezTo>
                    <a:pt x="642" y="2"/>
                    <a:pt x="642" y="2"/>
                    <a:pt x="639" y="2"/>
                  </a:cubicBezTo>
                  <a:cubicBezTo>
                    <a:pt x="635" y="1"/>
                    <a:pt x="631" y="2"/>
                    <a:pt x="629" y="3"/>
                  </a:cubicBezTo>
                  <a:cubicBezTo>
                    <a:pt x="627" y="5"/>
                    <a:pt x="628" y="5"/>
                    <a:pt x="629" y="6"/>
                  </a:cubicBezTo>
                  <a:cubicBezTo>
                    <a:pt x="629" y="8"/>
                    <a:pt x="632" y="8"/>
                    <a:pt x="635" y="8"/>
                  </a:cubicBezTo>
                  <a:close/>
                  <a:moveTo>
                    <a:pt x="608" y="19"/>
                  </a:moveTo>
                  <a:cubicBezTo>
                    <a:pt x="609" y="20"/>
                    <a:pt x="611" y="21"/>
                    <a:pt x="614" y="21"/>
                  </a:cubicBezTo>
                  <a:cubicBezTo>
                    <a:pt x="616" y="21"/>
                    <a:pt x="617" y="20"/>
                    <a:pt x="620" y="21"/>
                  </a:cubicBezTo>
                  <a:cubicBezTo>
                    <a:pt x="623" y="22"/>
                    <a:pt x="623" y="23"/>
                    <a:pt x="626" y="23"/>
                  </a:cubicBezTo>
                  <a:cubicBezTo>
                    <a:pt x="629" y="23"/>
                    <a:pt x="631" y="23"/>
                    <a:pt x="633" y="23"/>
                  </a:cubicBezTo>
                  <a:cubicBezTo>
                    <a:pt x="636" y="23"/>
                    <a:pt x="638" y="23"/>
                    <a:pt x="637" y="22"/>
                  </a:cubicBezTo>
                  <a:cubicBezTo>
                    <a:pt x="636" y="21"/>
                    <a:pt x="634" y="22"/>
                    <a:pt x="632" y="21"/>
                  </a:cubicBezTo>
                  <a:cubicBezTo>
                    <a:pt x="630" y="20"/>
                    <a:pt x="628" y="19"/>
                    <a:pt x="627" y="18"/>
                  </a:cubicBezTo>
                  <a:cubicBezTo>
                    <a:pt x="626" y="16"/>
                    <a:pt x="627" y="16"/>
                    <a:pt x="625" y="16"/>
                  </a:cubicBezTo>
                  <a:cubicBezTo>
                    <a:pt x="624" y="15"/>
                    <a:pt x="623" y="16"/>
                    <a:pt x="620" y="15"/>
                  </a:cubicBezTo>
                  <a:cubicBezTo>
                    <a:pt x="618" y="15"/>
                    <a:pt x="616" y="15"/>
                    <a:pt x="614" y="16"/>
                  </a:cubicBezTo>
                  <a:cubicBezTo>
                    <a:pt x="612" y="16"/>
                    <a:pt x="610" y="16"/>
                    <a:pt x="609" y="17"/>
                  </a:cubicBezTo>
                  <a:cubicBezTo>
                    <a:pt x="607" y="18"/>
                    <a:pt x="606" y="18"/>
                    <a:pt x="608" y="19"/>
                  </a:cubicBezTo>
                  <a:close/>
                  <a:moveTo>
                    <a:pt x="650" y="91"/>
                  </a:moveTo>
                  <a:cubicBezTo>
                    <a:pt x="652" y="91"/>
                    <a:pt x="654" y="91"/>
                    <a:pt x="655" y="92"/>
                  </a:cubicBezTo>
                  <a:cubicBezTo>
                    <a:pt x="657" y="93"/>
                    <a:pt x="658" y="94"/>
                    <a:pt x="659" y="93"/>
                  </a:cubicBezTo>
                  <a:cubicBezTo>
                    <a:pt x="661" y="92"/>
                    <a:pt x="661" y="91"/>
                    <a:pt x="663" y="91"/>
                  </a:cubicBezTo>
                  <a:cubicBezTo>
                    <a:pt x="665" y="90"/>
                    <a:pt x="667" y="91"/>
                    <a:pt x="667" y="89"/>
                  </a:cubicBezTo>
                  <a:cubicBezTo>
                    <a:pt x="666" y="87"/>
                    <a:pt x="665" y="87"/>
                    <a:pt x="663" y="87"/>
                  </a:cubicBezTo>
                  <a:cubicBezTo>
                    <a:pt x="661" y="86"/>
                    <a:pt x="660" y="85"/>
                    <a:pt x="659" y="85"/>
                  </a:cubicBezTo>
                  <a:cubicBezTo>
                    <a:pt x="658" y="85"/>
                    <a:pt x="656" y="85"/>
                    <a:pt x="653" y="86"/>
                  </a:cubicBezTo>
                  <a:cubicBezTo>
                    <a:pt x="651" y="87"/>
                    <a:pt x="650" y="87"/>
                    <a:pt x="648" y="88"/>
                  </a:cubicBezTo>
                  <a:cubicBezTo>
                    <a:pt x="646" y="89"/>
                    <a:pt x="647" y="91"/>
                    <a:pt x="650" y="91"/>
                  </a:cubicBezTo>
                  <a:close/>
                  <a:moveTo>
                    <a:pt x="677" y="44"/>
                  </a:moveTo>
                  <a:cubicBezTo>
                    <a:pt x="679" y="44"/>
                    <a:pt x="681" y="44"/>
                    <a:pt x="683" y="44"/>
                  </a:cubicBezTo>
                  <a:cubicBezTo>
                    <a:pt x="685" y="45"/>
                    <a:pt x="686" y="46"/>
                    <a:pt x="688" y="45"/>
                  </a:cubicBezTo>
                  <a:cubicBezTo>
                    <a:pt x="690" y="45"/>
                    <a:pt x="690" y="46"/>
                    <a:pt x="694" y="44"/>
                  </a:cubicBezTo>
                  <a:cubicBezTo>
                    <a:pt x="697" y="43"/>
                    <a:pt x="697" y="44"/>
                    <a:pt x="699" y="42"/>
                  </a:cubicBezTo>
                  <a:cubicBezTo>
                    <a:pt x="700" y="40"/>
                    <a:pt x="701" y="40"/>
                    <a:pt x="703" y="39"/>
                  </a:cubicBezTo>
                  <a:cubicBezTo>
                    <a:pt x="705" y="38"/>
                    <a:pt x="707" y="36"/>
                    <a:pt x="704" y="37"/>
                  </a:cubicBezTo>
                  <a:cubicBezTo>
                    <a:pt x="702" y="37"/>
                    <a:pt x="703" y="39"/>
                    <a:pt x="698" y="38"/>
                  </a:cubicBezTo>
                  <a:cubicBezTo>
                    <a:pt x="693" y="38"/>
                    <a:pt x="693" y="38"/>
                    <a:pt x="691" y="38"/>
                  </a:cubicBezTo>
                  <a:cubicBezTo>
                    <a:pt x="690" y="38"/>
                    <a:pt x="687" y="38"/>
                    <a:pt x="685" y="39"/>
                  </a:cubicBezTo>
                  <a:cubicBezTo>
                    <a:pt x="682" y="40"/>
                    <a:pt x="681" y="41"/>
                    <a:pt x="680" y="41"/>
                  </a:cubicBezTo>
                  <a:cubicBezTo>
                    <a:pt x="679" y="40"/>
                    <a:pt x="675" y="40"/>
                    <a:pt x="674" y="41"/>
                  </a:cubicBezTo>
                  <a:cubicBezTo>
                    <a:pt x="674" y="42"/>
                    <a:pt x="674" y="44"/>
                    <a:pt x="677" y="44"/>
                  </a:cubicBezTo>
                  <a:close/>
                  <a:moveTo>
                    <a:pt x="546" y="360"/>
                  </a:moveTo>
                  <a:cubicBezTo>
                    <a:pt x="548" y="360"/>
                    <a:pt x="548" y="360"/>
                    <a:pt x="552" y="361"/>
                  </a:cubicBezTo>
                  <a:cubicBezTo>
                    <a:pt x="556" y="361"/>
                    <a:pt x="556" y="362"/>
                    <a:pt x="558" y="362"/>
                  </a:cubicBezTo>
                  <a:cubicBezTo>
                    <a:pt x="560" y="362"/>
                    <a:pt x="561" y="362"/>
                    <a:pt x="564" y="361"/>
                  </a:cubicBezTo>
                  <a:cubicBezTo>
                    <a:pt x="567" y="361"/>
                    <a:pt x="569" y="361"/>
                    <a:pt x="571" y="361"/>
                  </a:cubicBezTo>
                  <a:cubicBezTo>
                    <a:pt x="573" y="360"/>
                    <a:pt x="574" y="360"/>
                    <a:pt x="575" y="361"/>
                  </a:cubicBezTo>
                  <a:cubicBezTo>
                    <a:pt x="575" y="361"/>
                    <a:pt x="574" y="363"/>
                    <a:pt x="572" y="363"/>
                  </a:cubicBezTo>
                  <a:cubicBezTo>
                    <a:pt x="570" y="363"/>
                    <a:pt x="568" y="363"/>
                    <a:pt x="567" y="364"/>
                  </a:cubicBezTo>
                  <a:cubicBezTo>
                    <a:pt x="565" y="365"/>
                    <a:pt x="563" y="365"/>
                    <a:pt x="561" y="366"/>
                  </a:cubicBezTo>
                  <a:cubicBezTo>
                    <a:pt x="558" y="366"/>
                    <a:pt x="558" y="366"/>
                    <a:pt x="556" y="367"/>
                  </a:cubicBezTo>
                  <a:cubicBezTo>
                    <a:pt x="553" y="369"/>
                    <a:pt x="550" y="370"/>
                    <a:pt x="549" y="372"/>
                  </a:cubicBezTo>
                  <a:cubicBezTo>
                    <a:pt x="549" y="374"/>
                    <a:pt x="550" y="374"/>
                    <a:pt x="551" y="374"/>
                  </a:cubicBezTo>
                  <a:cubicBezTo>
                    <a:pt x="553" y="374"/>
                    <a:pt x="553" y="373"/>
                    <a:pt x="556" y="373"/>
                  </a:cubicBezTo>
                  <a:cubicBezTo>
                    <a:pt x="558" y="372"/>
                    <a:pt x="560" y="371"/>
                    <a:pt x="564" y="372"/>
                  </a:cubicBezTo>
                  <a:cubicBezTo>
                    <a:pt x="568" y="372"/>
                    <a:pt x="567" y="371"/>
                    <a:pt x="570" y="373"/>
                  </a:cubicBezTo>
                  <a:cubicBezTo>
                    <a:pt x="572" y="374"/>
                    <a:pt x="572" y="375"/>
                    <a:pt x="576" y="375"/>
                  </a:cubicBezTo>
                  <a:cubicBezTo>
                    <a:pt x="579" y="375"/>
                    <a:pt x="581" y="376"/>
                    <a:pt x="583" y="375"/>
                  </a:cubicBezTo>
                  <a:cubicBezTo>
                    <a:pt x="585" y="374"/>
                    <a:pt x="584" y="373"/>
                    <a:pt x="586" y="373"/>
                  </a:cubicBezTo>
                  <a:cubicBezTo>
                    <a:pt x="588" y="372"/>
                    <a:pt x="590" y="373"/>
                    <a:pt x="591" y="375"/>
                  </a:cubicBezTo>
                  <a:cubicBezTo>
                    <a:pt x="592" y="377"/>
                    <a:pt x="591" y="377"/>
                    <a:pt x="594" y="378"/>
                  </a:cubicBezTo>
                  <a:cubicBezTo>
                    <a:pt x="597" y="378"/>
                    <a:pt x="598" y="378"/>
                    <a:pt x="599" y="378"/>
                  </a:cubicBezTo>
                  <a:cubicBezTo>
                    <a:pt x="601" y="378"/>
                    <a:pt x="602" y="378"/>
                    <a:pt x="603" y="376"/>
                  </a:cubicBezTo>
                  <a:cubicBezTo>
                    <a:pt x="603" y="374"/>
                    <a:pt x="603" y="374"/>
                    <a:pt x="605" y="373"/>
                  </a:cubicBezTo>
                  <a:cubicBezTo>
                    <a:pt x="607" y="372"/>
                    <a:pt x="610" y="372"/>
                    <a:pt x="610" y="370"/>
                  </a:cubicBezTo>
                  <a:cubicBezTo>
                    <a:pt x="610" y="369"/>
                    <a:pt x="610" y="369"/>
                    <a:pt x="608" y="369"/>
                  </a:cubicBezTo>
                  <a:cubicBezTo>
                    <a:pt x="605" y="368"/>
                    <a:pt x="602" y="367"/>
                    <a:pt x="603" y="365"/>
                  </a:cubicBezTo>
                  <a:cubicBezTo>
                    <a:pt x="604" y="363"/>
                    <a:pt x="606" y="364"/>
                    <a:pt x="609" y="365"/>
                  </a:cubicBezTo>
                  <a:cubicBezTo>
                    <a:pt x="611" y="366"/>
                    <a:pt x="614" y="367"/>
                    <a:pt x="615" y="366"/>
                  </a:cubicBezTo>
                  <a:cubicBezTo>
                    <a:pt x="616" y="366"/>
                    <a:pt x="617" y="364"/>
                    <a:pt x="617" y="363"/>
                  </a:cubicBezTo>
                  <a:cubicBezTo>
                    <a:pt x="617" y="362"/>
                    <a:pt x="617" y="360"/>
                    <a:pt x="615" y="359"/>
                  </a:cubicBezTo>
                  <a:cubicBezTo>
                    <a:pt x="612" y="359"/>
                    <a:pt x="611" y="358"/>
                    <a:pt x="607" y="358"/>
                  </a:cubicBezTo>
                  <a:cubicBezTo>
                    <a:pt x="603" y="358"/>
                    <a:pt x="600" y="358"/>
                    <a:pt x="600" y="357"/>
                  </a:cubicBezTo>
                  <a:cubicBezTo>
                    <a:pt x="599" y="355"/>
                    <a:pt x="599" y="354"/>
                    <a:pt x="602" y="354"/>
                  </a:cubicBezTo>
                  <a:cubicBezTo>
                    <a:pt x="605" y="355"/>
                    <a:pt x="605" y="354"/>
                    <a:pt x="609" y="355"/>
                  </a:cubicBezTo>
                  <a:cubicBezTo>
                    <a:pt x="613" y="355"/>
                    <a:pt x="616" y="355"/>
                    <a:pt x="618" y="356"/>
                  </a:cubicBezTo>
                  <a:cubicBezTo>
                    <a:pt x="620" y="358"/>
                    <a:pt x="621" y="361"/>
                    <a:pt x="623" y="360"/>
                  </a:cubicBezTo>
                  <a:cubicBezTo>
                    <a:pt x="625" y="360"/>
                    <a:pt x="626" y="358"/>
                    <a:pt x="626" y="356"/>
                  </a:cubicBezTo>
                  <a:cubicBezTo>
                    <a:pt x="626" y="354"/>
                    <a:pt x="627" y="353"/>
                    <a:pt x="625" y="352"/>
                  </a:cubicBezTo>
                  <a:cubicBezTo>
                    <a:pt x="624" y="350"/>
                    <a:pt x="624" y="348"/>
                    <a:pt x="621" y="348"/>
                  </a:cubicBezTo>
                  <a:cubicBezTo>
                    <a:pt x="618" y="348"/>
                    <a:pt x="615" y="349"/>
                    <a:pt x="615" y="346"/>
                  </a:cubicBezTo>
                  <a:cubicBezTo>
                    <a:pt x="615" y="344"/>
                    <a:pt x="617" y="342"/>
                    <a:pt x="619" y="343"/>
                  </a:cubicBezTo>
                  <a:cubicBezTo>
                    <a:pt x="620" y="344"/>
                    <a:pt x="621" y="346"/>
                    <a:pt x="624" y="347"/>
                  </a:cubicBezTo>
                  <a:cubicBezTo>
                    <a:pt x="627" y="348"/>
                    <a:pt x="629" y="350"/>
                    <a:pt x="630" y="349"/>
                  </a:cubicBezTo>
                  <a:cubicBezTo>
                    <a:pt x="632" y="348"/>
                    <a:pt x="632" y="348"/>
                    <a:pt x="633" y="345"/>
                  </a:cubicBezTo>
                  <a:cubicBezTo>
                    <a:pt x="633" y="343"/>
                    <a:pt x="632" y="342"/>
                    <a:pt x="634" y="342"/>
                  </a:cubicBezTo>
                  <a:cubicBezTo>
                    <a:pt x="637" y="342"/>
                    <a:pt x="640" y="343"/>
                    <a:pt x="640" y="341"/>
                  </a:cubicBezTo>
                  <a:cubicBezTo>
                    <a:pt x="641" y="340"/>
                    <a:pt x="642" y="339"/>
                    <a:pt x="641" y="337"/>
                  </a:cubicBezTo>
                  <a:cubicBezTo>
                    <a:pt x="641" y="335"/>
                    <a:pt x="641" y="334"/>
                    <a:pt x="640" y="333"/>
                  </a:cubicBezTo>
                  <a:cubicBezTo>
                    <a:pt x="639" y="332"/>
                    <a:pt x="638" y="331"/>
                    <a:pt x="636" y="330"/>
                  </a:cubicBezTo>
                  <a:cubicBezTo>
                    <a:pt x="634" y="329"/>
                    <a:pt x="632" y="328"/>
                    <a:pt x="633" y="327"/>
                  </a:cubicBezTo>
                  <a:cubicBezTo>
                    <a:pt x="634" y="326"/>
                    <a:pt x="634" y="325"/>
                    <a:pt x="637" y="326"/>
                  </a:cubicBezTo>
                  <a:cubicBezTo>
                    <a:pt x="639" y="328"/>
                    <a:pt x="641" y="328"/>
                    <a:pt x="644" y="329"/>
                  </a:cubicBezTo>
                  <a:cubicBezTo>
                    <a:pt x="647" y="331"/>
                    <a:pt x="650" y="331"/>
                    <a:pt x="651" y="331"/>
                  </a:cubicBezTo>
                  <a:cubicBezTo>
                    <a:pt x="652" y="330"/>
                    <a:pt x="653" y="329"/>
                    <a:pt x="653" y="327"/>
                  </a:cubicBezTo>
                  <a:cubicBezTo>
                    <a:pt x="652" y="325"/>
                    <a:pt x="652" y="324"/>
                    <a:pt x="652" y="323"/>
                  </a:cubicBezTo>
                  <a:cubicBezTo>
                    <a:pt x="652" y="321"/>
                    <a:pt x="651" y="320"/>
                    <a:pt x="653" y="321"/>
                  </a:cubicBezTo>
                  <a:cubicBezTo>
                    <a:pt x="655" y="321"/>
                    <a:pt x="656" y="322"/>
                    <a:pt x="658" y="324"/>
                  </a:cubicBezTo>
                  <a:cubicBezTo>
                    <a:pt x="659" y="325"/>
                    <a:pt x="662" y="326"/>
                    <a:pt x="663" y="326"/>
                  </a:cubicBezTo>
                  <a:cubicBezTo>
                    <a:pt x="664" y="326"/>
                    <a:pt x="665" y="325"/>
                    <a:pt x="665" y="324"/>
                  </a:cubicBezTo>
                  <a:cubicBezTo>
                    <a:pt x="665" y="323"/>
                    <a:pt x="665" y="322"/>
                    <a:pt x="663" y="321"/>
                  </a:cubicBezTo>
                  <a:cubicBezTo>
                    <a:pt x="662" y="320"/>
                    <a:pt x="660" y="319"/>
                    <a:pt x="661" y="318"/>
                  </a:cubicBezTo>
                  <a:cubicBezTo>
                    <a:pt x="662" y="318"/>
                    <a:pt x="664" y="317"/>
                    <a:pt x="665" y="319"/>
                  </a:cubicBezTo>
                  <a:cubicBezTo>
                    <a:pt x="667" y="320"/>
                    <a:pt x="667" y="320"/>
                    <a:pt x="669" y="320"/>
                  </a:cubicBezTo>
                  <a:cubicBezTo>
                    <a:pt x="671" y="320"/>
                    <a:pt x="674" y="321"/>
                    <a:pt x="675" y="319"/>
                  </a:cubicBezTo>
                  <a:cubicBezTo>
                    <a:pt x="675" y="317"/>
                    <a:pt x="674" y="318"/>
                    <a:pt x="676" y="316"/>
                  </a:cubicBezTo>
                  <a:cubicBezTo>
                    <a:pt x="677" y="314"/>
                    <a:pt x="679" y="313"/>
                    <a:pt x="680" y="312"/>
                  </a:cubicBezTo>
                  <a:cubicBezTo>
                    <a:pt x="680" y="311"/>
                    <a:pt x="679" y="311"/>
                    <a:pt x="679" y="310"/>
                  </a:cubicBezTo>
                  <a:cubicBezTo>
                    <a:pt x="679" y="309"/>
                    <a:pt x="679" y="308"/>
                    <a:pt x="680" y="308"/>
                  </a:cubicBezTo>
                  <a:cubicBezTo>
                    <a:pt x="682" y="307"/>
                    <a:pt x="684" y="307"/>
                    <a:pt x="685" y="307"/>
                  </a:cubicBezTo>
                  <a:cubicBezTo>
                    <a:pt x="687" y="306"/>
                    <a:pt x="688" y="305"/>
                    <a:pt x="689" y="304"/>
                  </a:cubicBezTo>
                  <a:cubicBezTo>
                    <a:pt x="689" y="303"/>
                    <a:pt x="690" y="301"/>
                    <a:pt x="691" y="300"/>
                  </a:cubicBezTo>
                  <a:cubicBezTo>
                    <a:pt x="692" y="298"/>
                    <a:pt x="693" y="297"/>
                    <a:pt x="694" y="296"/>
                  </a:cubicBezTo>
                  <a:cubicBezTo>
                    <a:pt x="695" y="296"/>
                    <a:pt x="697" y="294"/>
                    <a:pt x="698" y="295"/>
                  </a:cubicBezTo>
                  <a:cubicBezTo>
                    <a:pt x="699" y="297"/>
                    <a:pt x="699" y="298"/>
                    <a:pt x="701" y="298"/>
                  </a:cubicBezTo>
                  <a:cubicBezTo>
                    <a:pt x="703" y="298"/>
                    <a:pt x="704" y="297"/>
                    <a:pt x="705" y="296"/>
                  </a:cubicBezTo>
                  <a:cubicBezTo>
                    <a:pt x="706" y="295"/>
                    <a:pt x="707" y="293"/>
                    <a:pt x="708" y="292"/>
                  </a:cubicBezTo>
                  <a:cubicBezTo>
                    <a:pt x="710" y="292"/>
                    <a:pt x="712" y="290"/>
                    <a:pt x="714" y="290"/>
                  </a:cubicBezTo>
                  <a:cubicBezTo>
                    <a:pt x="716" y="289"/>
                    <a:pt x="723" y="287"/>
                    <a:pt x="724" y="287"/>
                  </a:cubicBezTo>
                  <a:cubicBezTo>
                    <a:pt x="725" y="287"/>
                    <a:pt x="742" y="283"/>
                    <a:pt x="750" y="281"/>
                  </a:cubicBezTo>
                  <a:cubicBezTo>
                    <a:pt x="758" y="279"/>
                    <a:pt x="776" y="275"/>
                    <a:pt x="781" y="273"/>
                  </a:cubicBezTo>
                  <a:cubicBezTo>
                    <a:pt x="786" y="271"/>
                    <a:pt x="808" y="264"/>
                    <a:pt x="808" y="264"/>
                  </a:cubicBezTo>
                  <a:cubicBezTo>
                    <a:pt x="808" y="264"/>
                    <a:pt x="817" y="262"/>
                    <a:pt x="822" y="261"/>
                  </a:cubicBezTo>
                  <a:cubicBezTo>
                    <a:pt x="827" y="261"/>
                    <a:pt x="835" y="257"/>
                    <a:pt x="839" y="256"/>
                  </a:cubicBezTo>
                  <a:cubicBezTo>
                    <a:pt x="843" y="254"/>
                    <a:pt x="846" y="252"/>
                    <a:pt x="848" y="249"/>
                  </a:cubicBezTo>
                  <a:cubicBezTo>
                    <a:pt x="851" y="245"/>
                    <a:pt x="855" y="241"/>
                    <a:pt x="855" y="239"/>
                  </a:cubicBezTo>
                  <a:cubicBezTo>
                    <a:pt x="856" y="237"/>
                    <a:pt x="855" y="235"/>
                    <a:pt x="853" y="235"/>
                  </a:cubicBezTo>
                  <a:cubicBezTo>
                    <a:pt x="851" y="234"/>
                    <a:pt x="851" y="231"/>
                    <a:pt x="851" y="230"/>
                  </a:cubicBezTo>
                  <a:cubicBezTo>
                    <a:pt x="850" y="228"/>
                    <a:pt x="848" y="227"/>
                    <a:pt x="844" y="227"/>
                  </a:cubicBezTo>
                  <a:cubicBezTo>
                    <a:pt x="840" y="227"/>
                    <a:pt x="839" y="227"/>
                    <a:pt x="835" y="226"/>
                  </a:cubicBezTo>
                  <a:cubicBezTo>
                    <a:pt x="832" y="225"/>
                    <a:pt x="832" y="223"/>
                    <a:pt x="827" y="224"/>
                  </a:cubicBezTo>
                  <a:cubicBezTo>
                    <a:pt x="822" y="226"/>
                    <a:pt x="819" y="227"/>
                    <a:pt x="817" y="228"/>
                  </a:cubicBezTo>
                  <a:cubicBezTo>
                    <a:pt x="815" y="229"/>
                    <a:pt x="810" y="230"/>
                    <a:pt x="806" y="231"/>
                  </a:cubicBezTo>
                  <a:cubicBezTo>
                    <a:pt x="801" y="232"/>
                    <a:pt x="797" y="232"/>
                    <a:pt x="796" y="235"/>
                  </a:cubicBezTo>
                  <a:cubicBezTo>
                    <a:pt x="794" y="238"/>
                    <a:pt x="793" y="238"/>
                    <a:pt x="794" y="241"/>
                  </a:cubicBezTo>
                  <a:cubicBezTo>
                    <a:pt x="795" y="243"/>
                    <a:pt x="796" y="245"/>
                    <a:pt x="796" y="245"/>
                  </a:cubicBezTo>
                  <a:cubicBezTo>
                    <a:pt x="796" y="245"/>
                    <a:pt x="796" y="246"/>
                    <a:pt x="793" y="245"/>
                  </a:cubicBezTo>
                  <a:cubicBezTo>
                    <a:pt x="791" y="244"/>
                    <a:pt x="788" y="244"/>
                    <a:pt x="786" y="244"/>
                  </a:cubicBezTo>
                  <a:cubicBezTo>
                    <a:pt x="784" y="244"/>
                    <a:pt x="783" y="243"/>
                    <a:pt x="780" y="245"/>
                  </a:cubicBezTo>
                  <a:cubicBezTo>
                    <a:pt x="776" y="248"/>
                    <a:pt x="775" y="248"/>
                    <a:pt x="772" y="249"/>
                  </a:cubicBezTo>
                  <a:cubicBezTo>
                    <a:pt x="769" y="251"/>
                    <a:pt x="769" y="250"/>
                    <a:pt x="765" y="251"/>
                  </a:cubicBezTo>
                  <a:cubicBezTo>
                    <a:pt x="761" y="252"/>
                    <a:pt x="762" y="251"/>
                    <a:pt x="759" y="253"/>
                  </a:cubicBezTo>
                  <a:cubicBezTo>
                    <a:pt x="755" y="256"/>
                    <a:pt x="755" y="256"/>
                    <a:pt x="750" y="255"/>
                  </a:cubicBezTo>
                  <a:cubicBezTo>
                    <a:pt x="745" y="254"/>
                    <a:pt x="747" y="252"/>
                    <a:pt x="743" y="254"/>
                  </a:cubicBezTo>
                  <a:cubicBezTo>
                    <a:pt x="739" y="256"/>
                    <a:pt x="738" y="258"/>
                    <a:pt x="735" y="259"/>
                  </a:cubicBezTo>
                  <a:cubicBezTo>
                    <a:pt x="732" y="260"/>
                    <a:pt x="732" y="258"/>
                    <a:pt x="728" y="258"/>
                  </a:cubicBezTo>
                  <a:cubicBezTo>
                    <a:pt x="725" y="258"/>
                    <a:pt x="725" y="258"/>
                    <a:pt x="722" y="259"/>
                  </a:cubicBezTo>
                  <a:cubicBezTo>
                    <a:pt x="719" y="260"/>
                    <a:pt x="718" y="258"/>
                    <a:pt x="715" y="258"/>
                  </a:cubicBezTo>
                  <a:cubicBezTo>
                    <a:pt x="712" y="258"/>
                    <a:pt x="712" y="259"/>
                    <a:pt x="711" y="258"/>
                  </a:cubicBezTo>
                  <a:cubicBezTo>
                    <a:pt x="709" y="256"/>
                    <a:pt x="708" y="255"/>
                    <a:pt x="704" y="255"/>
                  </a:cubicBezTo>
                  <a:cubicBezTo>
                    <a:pt x="700" y="255"/>
                    <a:pt x="698" y="255"/>
                    <a:pt x="696" y="256"/>
                  </a:cubicBezTo>
                  <a:cubicBezTo>
                    <a:pt x="694" y="257"/>
                    <a:pt x="693" y="258"/>
                    <a:pt x="693" y="261"/>
                  </a:cubicBezTo>
                  <a:cubicBezTo>
                    <a:pt x="694" y="263"/>
                    <a:pt x="696" y="264"/>
                    <a:pt x="692" y="264"/>
                  </a:cubicBezTo>
                  <a:cubicBezTo>
                    <a:pt x="689" y="265"/>
                    <a:pt x="686" y="267"/>
                    <a:pt x="684" y="267"/>
                  </a:cubicBezTo>
                  <a:cubicBezTo>
                    <a:pt x="682" y="266"/>
                    <a:pt x="681" y="265"/>
                    <a:pt x="681" y="264"/>
                  </a:cubicBezTo>
                  <a:cubicBezTo>
                    <a:pt x="682" y="263"/>
                    <a:pt x="680" y="263"/>
                    <a:pt x="677" y="263"/>
                  </a:cubicBezTo>
                  <a:cubicBezTo>
                    <a:pt x="675" y="263"/>
                    <a:pt x="673" y="263"/>
                    <a:pt x="674" y="264"/>
                  </a:cubicBezTo>
                  <a:cubicBezTo>
                    <a:pt x="674" y="266"/>
                    <a:pt x="676" y="269"/>
                    <a:pt x="674" y="269"/>
                  </a:cubicBezTo>
                  <a:cubicBezTo>
                    <a:pt x="673" y="270"/>
                    <a:pt x="667" y="269"/>
                    <a:pt x="664" y="269"/>
                  </a:cubicBezTo>
                  <a:cubicBezTo>
                    <a:pt x="661" y="269"/>
                    <a:pt x="656" y="271"/>
                    <a:pt x="654" y="272"/>
                  </a:cubicBezTo>
                  <a:cubicBezTo>
                    <a:pt x="652" y="273"/>
                    <a:pt x="651" y="274"/>
                    <a:pt x="647" y="276"/>
                  </a:cubicBezTo>
                  <a:cubicBezTo>
                    <a:pt x="642" y="278"/>
                    <a:pt x="642" y="277"/>
                    <a:pt x="638" y="279"/>
                  </a:cubicBezTo>
                  <a:cubicBezTo>
                    <a:pt x="635" y="280"/>
                    <a:pt x="632" y="280"/>
                    <a:pt x="632" y="281"/>
                  </a:cubicBezTo>
                  <a:cubicBezTo>
                    <a:pt x="632" y="282"/>
                    <a:pt x="632" y="283"/>
                    <a:pt x="633" y="285"/>
                  </a:cubicBezTo>
                  <a:cubicBezTo>
                    <a:pt x="633" y="286"/>
                    <a:pt x="633" y="287"/>
                    <a:pt x="629" y="287"/>
                  </a:cubicBezTo>
                  <a:cubicBezTo>
                    <a:pt x="626" y="287"/>
                    <a:pt x="622" y="288"/>
                    <a:pt x="622" y="289"/>
                  </a:cubicBezTo>
                  <a:cubicBezTo>
                    <a:pt x="622" y="290"/>
                    <a:pt x="623" y="292"/>
                    <a:pt x="624" y="294"/>
                  </a:cubicBezTo>
                  <a:cubicBezTo>
                    <a:pt x="625" y="296"/>
                    <a:pt x="625" y="296"/>
                    <a:pt x="623" y="296"/>
                  </a:cubicBezTo>
                  <a:cubicBezTo>
                    <a:pt x="622" y="297"/>
                    <a:pt x="621" y="297"/>
                    <a:pt x="619" y="296"/>
                  </a:cubicBezTo>
                  <a:cubicBezTo>
                    <a:pt x="617" y="295"/>
                    <a:pt x="613" y="294"/>
                    <a:pt x="612" y="294"/>
                  </a:cubicBezTo>
                  <a:cubicBezTo>
                    <a:pt x="610" y="294"/>
                    <a:pt x="606" y="295"/>
                    <a:pt x="606" y="295"/>
                  </a:cubicBezTo>
                  <a:cubicBezTo>
                    <a:pt x="606" y="295"/>
                    <a:pt x="605" y="296"/>
                    <a:pt x="606" y="297"/>
                  </a:cubicBezTo>
                  <a:cubicBezTo>
                    <a:pt x="608" y="298"/>
                    <a:pt x="609" y="299"/>
                    <a:pt x="607" y="300"/>
                  </a:cubicBezTo>
                  <a:cubicBezTo>
                    <a:pt x="605" y="301"/>
                    <a:pt x="602" y="302"/>
                    <a:pt x="602" y="304"/>
                  </a:cubicBezTo>
                  <a:cubicBezTo>
                    <a:pt x="601" y="305"/>
                    <a:pt x="603" y="306"/>
                    <a:pt x="600" y="306"/>
                  </a:cubicBezTo>
                  <a:cubicBezTo>
                    <a:pt x="597" y="306"/>
                    <a:pt x="596" y="305"/>
                    <a:pt x="596" y="304"/>
                  </a:cubicBezTo>
                  <a:cubicBezTo>
                    <a:pt x="596" y="303"/>
                    <a:pt x="595" y="302"/>
                    <a:pt x="593" y="302"/>
                  </a:cubicBezTo>
                  <a:cubicBezTo>
                    <a:pt x="591" y="303"/>
                    <a:pt x="589" y="304"/>
                    <a:pt x="589" y="303"/>
                  </a:cubicBezTo>
                  <a:cubicBezTo>
                    <a:pt x="589" y="302"/>
                    <a:pt x="587" y="300"/>
                    <a:pt x="586" y="301"/>
                  </a:cubicBezTo>
                  <a:cubicBezTo>
                    <a:pt x="586" y="303"/>
                    <a:pt x="584" y="304"/>
                    <a:pt x="585" y="304"/>
                  </a:cubicBezTo>
                  <a:cubicBezTo>
                    <a:pt x="586" y="305"/>
                    <a:pt x="587" y="304"/>
                    <a:pt x="588" y="306"/>
                  </a:cubicBezTo>
                  <a:cubicBezTo>
                    <a:pt x="588" y="307"/>
                    <a:pt x="585" y="309"/>
                    <a:pt x="588" y="309"/>
                  </a:cubicBezTo>
                  <a:cubicBezTo>
                    <a:pt x="591" y="309"/>
                    <a:pt x="591" y="308"/>
                    <a:pt x="593" y="308"/>
                  </a:cubicBezTo>
                  <a:cubicBezTo>
                    <a:pt x="595" y="308"/>
                    <a:pt x="597" y="307"/>
                    <a:pt x="597" y="309"/>
                  </a:cubicBezTo>
                  <a:cubicBezTo>
                    <a:pt x="597" y="310"/>
                    <a:pt x="597" y="310"/>
                    <a:pt x="599" y="310"/>
                  </a:cubicBezTo>
                  <a:cubicBezTo>
                    <a:pt x="601" y="311"/>
                    <a:pt x="603" y="312"/>
                    <a:pt x="601" y="313"/>
                  </a:cubicBezTo>
                  <a:cubicBezTo>
                    <a:pt x="600" y="313"/>
                    <a:pt x="598" y="313"/>
                    <a:pt x="596" y="313"/>
                  </a:cubicBezTo>
                  <a:cubicBezTo>
                    <a:pt x="593" y="313"/>
                    <a:pt x="588" y="315"/>
                    <a:pt x="588" y="315"/>
                  </a:cubicBezTo>
                  <a:cubicBezTo>
                    <a:pt x="588" y="315"/>
                    <a:pt x="588" y="317"/>
                    <a:pt x="592" y="317"/>
                  </a:cubicBezTo>
                  <a:cubicBezTo>
                    <a:pt x="595" y="317"/>
                    <a:pt x="593" y="316"/>
                    <a:pt x="597" y="317"/>
                  </a:cubicBezTo>
                  <a:cubicBezTo>
                    <a:pt x="600" y="318"/>
                    <a:pt x="599" y="319"/>
                    <a:pt x="601" y="320"/>
                  </a:cubicBezTo>
                  <a:cubicBezTo>
                    <a:pt x="603" y="321"/>
                    <a:pt x="607" y="321"/>
                    <a:pt x="607" y="322"/>
                  </a:cubicBezTo>
                  <a:cubicBezTo>
                    <a:pt x="608" y="324"/>
                    <a:pt x="604" y="323"/>
                    <a:pt x="601" y="323"/>
                  </a:cubicBezTo>
                  <a:cubicBezTo>
                    <a:pt x="598" y="322"/>
                    <a:pt x="597" y="321"/>
                    <a:pt x="594" y="321"/>
                  </a:cubicBezTo>
                  <a:cubicBezTo>
                    <a:pt x="591" y="321"/>
                    <a:pt x="588" y="321"/>
                    <a:pt x="586" y="322"/>
                  </a:cubicBezTo>
                  <a:cubicBezTo>
                    <a:pt x="584" y="323"/>
                    <a:pt x="582" y="323"/>
                    <a:pt x="582" y="324"/>
                  </a:cubicBezTo>
                  <a:cubicBezTo>
                    <a:pt x="583" y="325"/>
                    <a:pt x="583" y="326"/>
                    <a:pt x="586" y="327"/>
                  </a:cubicBezTo>
                  <a:cubicBezTo>
                    <a:pt x="589" y="328"/>
                    <a:pt x="586" y="327"/>
                    <a:pt x="591" y="328"/>
                  </a:cubicBezTo>
                  <a:cubicBezTo>
                    <a:pt x="596" y="330"/>
                    <a:pt x="596" y="332"/>
                    <a:pt x="593" y="332"/>
                  </a:cubicBezTo>
                  <a:cubicBezTo>
                    <a:pt x="591" y="332"/>
                    <a:pt x="590" y="331"/>
                    <a:pt x="587" y="331"/>
                  </a:cubicBezTo>
                  <a:cubicBezTo>
                    <a:pt x="584" y="331"/>
                    <a:pt x="579" y="331"/>
                    <a:pt x="578" y="332"/>
                  </a:cubicBezTo>
                  <a:cubicBezTo>
                    <a:pt x="577" y="333"/>
                    <a:pt x="576" y="334"/>
                    <a:pt x="578" y="334"/>
                  </a:cubicBezTo>
                  <a:cubicBezTo>
                    <a:pt x="581" y="335"/>
                    <a:pt x="583" y="334"/>
                    <a:pt x="583" y="335"/>
                  </a:cubicBezTo>
                  <a:cubicBezTo>
                    <a:pt x="584" y="336"/>
                    <a:pt x="584" y="338"/>
                    <a:pt x="583" y="338"/>
                  </a:cubicBezTo>
                  <a:cubicBezTo>
                    <a:pt x="582" y="338"/>
                    <a:pt x="580" y="338"/>
                    <a:pt x="579" y="338"/>
                  </a:cubicBezTo>
                  <a:cubicBezTo>
                    <a:pt x="578" y="338"/>
                    <a:pt x="573" y="337"/>
                    <a:pt x="573" y="338"/>
                  </a:cubicBezTo>
                  <a:cubicBezTo>
                    <a:pt x="573" y="339"/>
                    <a:pt x="572" y="340"/>
                    <a:pt x="575" y="340"/>
                  </a:cubicBezTo>
                  <a:cubicBezTo>
                    <a:pt x="578" y="341"/>
                    <a:pt x="580" y="342"/>
                    <a:pt x="583" y="343"/>
                  </a:cubicBezTo>
                  <a:cubicBezTo>
                    <a:pt x="585" y="344"/>
                    <a:pt x="586" y="344"/>
                    <a:pt x="586" y="345"/>
                  </a:cubicBezTo>
                  <a:cubicBezTo>
                    <a:pt x="585" y="346"/>
                    <a:pt x="583" y="346"/>
                    <a:pt x="581" y="346"/>
                  </a:cubicBezTo>
                  <a:cubicBezTo>
                    <a:pt x="579" y="346"/>
                    <a:pt x="577" y="345"/>
                    <a:pt x="575" y="344"/>
                  </a:cubicBezTo>
                  <a:cubicBezTo>
                    <a:pt x="574" y="344"/>
                    <a:pt x="569" y="342"/>
                    <a:pt x="568" y="344"/>
                  </a:cubicBezTo>
                  <a:cubicBezTo>
                    <a:pt x="567" y="345"/>
                    <a:pt x="565" y="346"/>
                    <a:pt x="564" y="346"/>
                  </a:cubicBezTo>
                  <a:cubicBezTo>
                    <a:pt x="563" y="347"/>
                    <a:pt x="561" y="348"/>
                    <a:pt x="562" y="350"/>
                  </a:cubicBezTo>
                  <a:cubicBezTo>
                    <a:pt x="562" y="352"/>
                    <a:pt x="560" y="352"/>
                    <a:pt x="559" y="352"/>
                  </a:cubicBezTo>
                  <a:cubicBezTo>
                    <a:pt x="558" y="352"/>
                    <a:pt x="557" y="352"/>
                    <a:pt x="554" y="353"/>
                  </a:cubicBezTo>
                  <a:cubicBezTo>
                    <a:pt x="551" y="355"/>
                    <a:pt x="550" y="356"/>
                    <a:pt x="549" y="357"/>
                  </a:cubicBezTo>
                  <a:cubicBezTo>
                    <a:pt x="548" y="358"/>
                    <a:pt x="547" y="358"/>
                    <a:pt x="546" y="358"/>
                  </a:cubicBezTo>
                  <a:cubicBezTo>
                    <a:pt x="545" y="358"/>
                    <a:pt x="543" y="358"/>
                    <a:pt x="543" y="359"/>
                  </a:cubicBezTo>
                  <a:cubicBezTo>
                    <a:pt x="543" y="360"/>
                    <a:pt x="544" y="360"/>
                    <a:pt x="546" y="360"/>
                  </a:cubicBezTo>
                  <a:close/>
                  <a:moveTo>
                    <a:pt x="650" y="506"/>
                  </a:moveTo>
                  <a:cubicBezTo>
                    <a:pt x="652" y="505"/>
                    <a:pt x="653" y="508"/>
                    <a:pt x="657" y="509"/>
                  </a:cubicBezTo>
                  <a:cubicBezTo>
                    <a:pt x="660" y="510"/>
                    <a:pt x="660" y="509"/>
                    <a:pt x="663" y="509"/>
                  </a:cubicBezTo>
                  <a:cubicBezTo>
                    <a:pt x="665" y="509"/>
                    <a:pt x="668" y="514"/>
                    <a:pt x="672" y="513"/>
                  </a:cubicBezTo>
                  <a:cubicBezTo>
                    <a:pt x="675" y="510"/>
                    <a:pt x="675" y="511"/>
                    <a:pt x="676" y="510"/>
                  </a:cubicBezTo>
                  <a:cubicBezTo>
                    <a:pt x="677" y="509"/>
                    <a:pt x="677" y="505"/>
                    <a:pt x="677" y="504"/>
                  </a:cubicBezTo>
                  <a:cubicBezTo>
                    <a:pt x="677" y="502"/>
                    <a:pt x="676" y="504"/>
                    <a:pt x="673" y="502"/>
                  </a:cubicBezTo>
                  <a:cubicBezTo>
                    <a:pt x="670" y="500"/>
                    <a:pt x="670" y="499"/>
                    <a:pt x="668" y="497"/>
                  </a:cubicBezTo>
                  <a:cubicBezTo>
                    <a:pt x="667" y="495"/>
                    <a:pt x="664" y="495"/>
                    <a:pt x="661" y="494"/>
                  </a:cubicBezTo>
                  <a:cubicBezTo>
                    <a:pt x="659" y="493"/>
                    <a:pt x="657" y="492"/>
                    <a:pt x="656" y="489"/>
                  </a:cubicBezTo>
                  <a:cubicBezTo>
                    <a:pt x="656" y="488"/>
                    <a:pt x="652" y="486"/>
                    <a:pt x="650" y="486"/>
                  </a:cubicBezTo>
                  <a:cubicBezTo>
                    <a:pt x="648" y="486"/>
                    <a:pt x="648" y="488"/>
                    <a:pt x="646" y="488"/>
                  </a:cubicBezTo>
                  <a:cubicBezTo>
                    <a:pt x="644" y="488"/>
                    <a:pt x="641" y="489"/>
                    <a:pt x="641" y="490"/>
                  </a:cubicBezTo>
                  <a:cubicBezTo>
                    <a:pt x="640" y="491"/>
                    <a:pt x="643" y="492"/>
                    <a:pt x="644" y="493"/>
                  </a:cubicBezTo>
                  <a:cubicBezTo>
                    <a:pt x="645" y="495"/>
                    <a:pt x="644" y="496"/>
                    <a:pt x="642" y="496"/>
                  </a:cubicBezTo>
                  <a:cubicBezTo>
                    <a:pt x="641" y="496"/>
                    <a:pt x="637" y="496"/>
                    <a:pt x="637" y="499"/>
                  </a:cubicBezTo>
                  <a:cubicBezTo>
                    <a:pt x="638" y="501"/>
                    <a:pt x="642" y="501"/>
                    <a:pt x="644" y="504"/>
                  </a:cubicBezTo>
                  <a:cubicBezTo>
                    <a:pt x="646" y="507"/>
                    <a:pt x="646" y="508"/>
                    <a:pt x="648" y="509"/>
                  </a:cubicBezTo>
                  <a:cubicBezTo>
                    <a:pt x="651" y="509"/>
                    <a:pt x="649" y="506"/>
                    <a:pt x="650" y="506"/>
                  </a:cubicBezTo>
                  <a:close/>
                  <a:moveTo>
                    <a:pt x="518" y="81"/>
                  </a:moveTo>
                  <a:cubicBezTo>
                    <a:pt x="521" y="81"/>
                    <a:pt x="521" y="80"/>
                    <a:pt x="523" y="81"/>
                  </a:cubicBezTo>
                  <a:cubicBezTo>
                    <a:pt x="525" y="81"/>
                    <a:pt x="526" y="82"/>
                    <a:pt x="528" y="81"/>
                  </a:cubicBezTo>
                  <a:cubicBezTo>
                    <a:pt x="531" y="81"/>
                    <a:pt x="532" y="81"/>
                    <a:pt x="534" y="80"/>
                  </a:cubicBezTo>
                  <a:cubicBezTo>
                    <a:pt x="536" y="80"/>
                    <a:pt x="536" y="79"/>
                    <a:pt x="537" y="79"/>
                  </a:cubicBezTo>
                  <a:cubicBezTo>
                    <a:pt x="538" y="78"/>
                    <a:pt x="540" y="79"/>
                    <a:pt x="541" y="78"/>
                  </a:cubicBezTo>
                  <a:cubicBezTo>
                    <a:pt x="542" y="76"/>
                    <a:pt x="542" y="75"/>
                    <a:pt x="539" y="75"/>
                  </a:cubicBezTo>
                  <a:cubicBezTo>
                    <a:pt x="537" y="74"/>
                    <a:pt x="535" y="72"/>
                    <a:pt x="533" y="71"/>
                  </a:cubicBezTo>
                  <a:cubicBezTo>
                    <a:pt x="532" y="70"/>
                    <a:pt x="531" y="69"/>
                    <a:pt x="529" y="69"/>
                  </a:cubicBezTo>
                  <a:cubicBezTo>
                    <a:pt x="528" y="70"/>
                    <a:pt x="526" y="72"/>
                    <a:pt x="524" y="73"/>
                  </a:cubicBezTo>
                  <a:cubicBezTo>
                    <a:pt x="522" y="75"/>
                    <a:pt x="520" y="75"/>
                    <a:pt x="518" y="76"/>
                  </a:cubicBezTo>
                  <a:cubicBezTo>
                    <a:pt x="515" y="77"/>
                    <a:pt x="514" y="77"/>
                    <a:pt x="515" y="79"/>
                  </a:cubicBezTo>
                  <a:cubicBezTo>
                    <a:pt x="515" y="80"/>
                    <a:pt x="514" y="81"/>
                    <a:pt x="518" y="81"/>
                  </a:cubicBezTo>
                  <a:close/>
                  <a:moveTo>
                    <a:pt x="469" y="540"/>
                  </a:moveTo>
                  <a:cubicBezTo>
                    <a:pt x="471" y="536"/>
                    <a:pt x="472" y="535"/>
                    <a:pt x="471" y="533"/>
                  </a:cubicBezTo>
                  <a:cubicBezTo>
                    <a:pt x="471" y="532"/>
                    <a:pt x="470" y="531"/>
                    <a:pt x="467" y="531"/>
                  </a:cubicBezTo>
                  <a:cubicBezTo>
                    <a:pt x="464" y="531"/>
                    <a:pt x="463" y="531"/>
                    <a:pt x="461" y="528"/>
                  </a:cubicBezTo>
                  <a:cubicBezTo>
                    <a:pt x="459" y="526"/>
                    <a:pt x="457" y="523"/>
                    <a:pt x="453" y="523"/>
                  </a:cubicBezTo>
                  <a:cubicBezTo>
                    <a:pt x="449" y="522"/>
                    <a:pt x="445" y="521"/>
                    <a:pt x="444" y="523"/>
                  </a:cubicBezTo>
                  <a:cubicBezTo>
                    <a:pt x="439" y="525"/>
                    <a:pt x="439" y="523"/>
                    <a:pt x="436" y="525"/>
                  </a:cubicBezTo>
                  <a:cubicBezTo>
                    <a:pt x="433" y="526"/>
                    <a:pt x="432" y="527"/>
                    <a:pt x="430" y="531"/>
                  </a:cubicBezTo>
                  <a:cubicBezTo>
                    <a:pt x="429" y="534"/>
                    <a:pt x="429" y="535"/>
                    <a:pt x="429" y="539"/>
                  </a:cubicBezTo>
                  <a:cubicBezTo>
                    <a:pt x="428" y="542"/>
                    <a:pt x="427" y="544"/>
                    <a:pt x="430" y="545"/>
                  </a:cubicBezTo>
                  <a:cubicBezTo>
                    <a:pt x="434" y="547"/>
                    <a:pt x="435" y="545"/>
                    <a:pt x="438" y="548"/>
                  </a:cubicBezTo>
                  <a:cubicBezTo>
                    <a:pt x="440" y="550"/>
                    <a:pt x="443" y="551"/>
                    <a:pt x="445" y="550"/>
                  </a:cubicBezTo>
                  <a:cubicBezTo>
                    <a:pt x="447" y="549"/>
                    <a:pt x="447" y="547"/>
                    <a:pt x="451" y="546"/>
                  </a:cubicBezTo>
                  <a:cubicBezTo>
                    <a:pt x="454" y="545"/>
                    <a:pt x="457" y="547"/>
                    <a:pt x="458" y="543"/>
                  </a:cubicBezTo>
                  <a:cubicBezTo>
                    <a:pt x="460" y="539"/>
                    <a:pt x="460" y="538"/>
                    <a:pt x="462" y="537"/>
                  </a:cubicBezTo>
                  <a:cubicBezTo>
                    <a:pt x="464" y="536"/>
                    <a:pt x="466" y="534"/>
                    <a:pt x="467" y="535"/>
                  </a:cubicBezTo>
                  <a:cubicBezTo>
                    <a:pt x="468" y="536"/>
                    <a:pt x="467" y="540"/>
                    <a:pt x="467" y="540"/>
                  </a:cubicBezTo>
                  <a:cubicBezTo>
                    <a:pt x="467" y="540"/>
                    <a:pt x="468" y="544"/>
                    <a:pt x="469" y="540"/>
                  </a:cubicBezTo>
                  <a:close/>
                  <a:moveTo>
                    <a:pt x="493" y="429"/>
                  </a:moveTo>
                  <a:cubicBezTo>
                    <a:pt x="492" y="431"/>
                    <a:pt x="493" y="432"/>
                    <a:pt x="493" y="435"/>
                  </a:cubicBezTo>
                  <a:cubicBezTo>
                    <a:pt x="494" y="438"/>
                    <a:pt x="493" y="439"/>
                    <a:pt x="494" y="442"/>
                  </a:cubicBezTo>
                  <a:cubicBezTo>
                    <a:pt x="494" y="445"/>
                    <a:pt x="496" y="444"/>
                    <a:pt x="500" y="444"/>
                  </a:cubicBezTo>
                  <a:cubicBezTo>
                    <a:pt x="504" y="444"/>
                    <a:pt x="503" y="444"/>
                    <a:pt x="507" y="444"/>
                  </a:cubicBezTo>
                  <a:cubicBezTo>
                    <a:pt x="512" y="444"/>
                    <a:pt x="512" y="445"/>
                    <a:pt x="513" y="444"/>
                  </a:cubicBezTo>
                  <a:cubicBezTo>
                    <a:pt x="514" y="443"/>
                    <a:pt x="515" y="442"/>
                    <a:pt x="516" y="442"/>
                  </a:cubicBezTo>
                  <a:cubicBezTo>
                    <a:pt x="517" y="443"/>
                    <a:pt x="516" y="444"/>
                    <a:pt x="517" y="447"/>
                  </a:cubicBezTo>
                  <a:cubicBezTo>
                    <a:pt x="517" y="449"/>
                    <a:pt x="519" y="449"/>
                    <a:pt x="521" y="449"/>
                  </a:cubicBezTo>
                  <a:cubicBezTo>
                    <a:pt x="524" y="450"/>
                    <a:pt x="523" y="449"/>
                    <a:pt x="525" y="447"/>
                  </a:cubicBezTo>
                  <a:cubicBezTo>
                    <a:pt x="526" y="444"/>
                    <a:pt x="530" y="444"/>
                    <a:pt x="532" y="444"/>
                  </a:cubicBezTo>
                  <a:cubicBezTo>
                    <a:pt x="534" y="444"/>
                    <a:pt x="532" y="447"/>
                    <a:pt x="531" y="449"/>
                  </a:cubicBezTo>
                  <a:cubicBezTo>
                    <a:pt x="530" y="450"/>
                    <a:pt x="531" y="453"/>
                    <a:pt x="533" y="454"/>
                  </a:cubicBezTo>
                  <a:cubicBezTo>
                    <a:pt x="534" y="455"/>
                    <a:pt x="537" y="453"/>
                    <a:pt x="539" y="451"/>
                  </a:cubicBezTo>
                  <a:cubicBezTo>
                    <a:pt x="542" y="448"/>
                    <a:pt x="543" y="449"/>
                    <a:pt x="544" y="450"/>
                  </a:cubicBezTo>
                  <a:cubicBezTo>
                    <a:pt x="545" y="452"/>
                    <a:pt x="542" y="452"/>
                    <a:pt x="540" y="453"/>
                  </a:cubicBezTo>
                  <a:cubicBezTo>
                    <a:pt x="538" y="455"/>
                    <a:pt x="538" y="455"/>
                    <a:pt x="537" y="457"/>
                  </a:cubicBezTo>
                  <a:cubicBezTo>
                    <a:pt x="537" y="458"/>
                    <a:pt x="540" y="461"/>
                    <a:pt x="541" y="461"/>
                  </a:cubicBezTo>
                  <a:cubicBezTo>
                    <a:pt x="543" y="461"/>
                    <a:pt x="545" y="461"/>
                    <a:pt x="544" y="464"/>
                  </a:cubicBezTo>
                  <a:cubicBezTo>
                    <a:pt x="542" y="467"/>
                    <a:pt x="539" y="464"/>
                    <a:pt x="538" y="464"/>
                  </a:cubicBezTo>
                  <a:cubicBezTo>
                    <a:pt x="537" y="465"/>
                    <a:pt x="539" y="467"/>
                    <a:pt x="541" y="468"/>
                  </a:cubicBezTo>
                  <a:cubicBezTo>
                    <a:pt x="542" y="470"/>
                    <a:pt x="538" y="471"/>
                    <a:pt x="535" y="471"/>
                  </a:cubicBezTo>
                  <a:cubicBezTo>
                    <a:pt x="532" y="471"/>
                    <a:pt x="531" y="472"/>
                    <a:pt x="531" y="473"/>
                  </a:cubicBezTo>
                  <a:cubicBezTo>
                    <a:pt x="532" y="474"/>
                    <a:pt x="536" y="474"/>
                    <a:pt x="539" y="474"/>
                  </a:cubicBezTo>
                  <a:cubicBezTo>
                    <a:pt x="541" y="474"/>
                    <a:pt x="541" y="475"/>
                    <a:pt x="544" y="475"/>
                  </a:cubicBezTo>
                  <a:cubicBezTo>
                    <a:pt x="546" y="476"/>
                    <a:pt x="547" y="476"/>
                    <a:pt x="552" y="477"/>
                  </a:cubicBezTo>
                  <a:cubicBezTo>
                    <a:pt x="556" y="478"/>
                    <a:pt x="553" y="478"/>
                    <a:pt x="556" y="481"/>
                  </a:cubicBezTo>
                  <a:cubicBezTo>
                    <a:pt x="558" y="484"/>
                    <a:pt x="558" y="481"/>
                    <a:pt x="558" y="479"/>
                  </a:cubicBezTo>
                  <a:cubicBezTo>
                    <a:pt x="559" y="476"/>
                    <a:pt x="556" y="477"/>
                    <a:pt x="556" y="474"/>
                  </a:cubicBezTo>
                  <a:cubicBezTo>
                    <a:pt x="556" y="472"/>
                    <a:pt x="561" y="475"/>
                    <a:pt x="563" y="475"/>
                  </a:cubicBezTo>
                  <a:cubicBezTo>
                    <a:pt x="565" y="476"/>
                    <a:pt x="565" y="476"/>
                    <a:pt x="565" y="479"/>
                  </a:cubicBezTo>
                  <a:cubicBezTo>
                    <a:pt x="566" y="482"/>
                    <a:pt x="567" y="480"/>
                    <a:pt x="570" y="482"/>
                  </a:cubicBezTo>
                  <a:cubicBezTo>
                    <a:pt x="572" y="483"/>
                    <a:pt x="571" y="481"/>
                    <a:pt x="572" y="479"/>
                  </a:cubicBezTo>
                  <a:cubicBezTo>
                    <a:pt x="572" y="478"/>
                    <a:pt x="574" y="477"/>
                    <a:pt x="577" y="477"/>
                  </a:cubicBezTo>
                  <a:cubicBezTo>
                    <a:pt x="580" y="476"/>
                    <a:pt x="580" y="478"/>
                    <a:pt x="580" y="479"/>
                  </a:cubicBezTo>
                  <a:cubicBezTo>
                    <a:pt x="581" y="480"/>
                    <a:pt x="584" y="481"/>
                    <a:pt x="586" y="479"/>
                  </a:cubicBezTo>
                  <a:cubicBezTo>
                    <a:pt x="588" y="478"/>
                    <a:pt x="589" y="480"/>
                    <a:pt x="592" y="480"/>
                  </a:cubicBezTo>
                  <a:cubicBezTo>
                    <a:pt x="595" y="480"/>
                    <a:pt x="596" y="482"/>
                    <a:pt x="597" y="481"/>
                  </a:cubicBezTo>
                  <a:cubicBezTo>
                    <a:pt x="598" y="481"/>
                    <a:pt x="596" y="479"/>
                    <a:pt x="595" y="478"/>
                  </a:cubicBezTo>
                  <a:cubicBezTo>
                    <a:pt x="593" y="477"/>
                    <a:pt x="593" y="477"/>
                    <a:pt x="593" y="476"/>
                  </a:cubicBezTo>
                  <a:cubicBezTo>
                    <a:pt x="594" y="475"/>
                    <a:pt x="598" y="477"/>
                    <a:pt x="599" y="478"/>
                  </a:cubicBezTo>
                  <a:cubicBezTo>
                    <a:pt x="600" y="479"/>
                    <a:pt x="603" y="479"/>
                    <a:pt x="606" y="479"/>
                  </a:cubicBezTo>
                  <a:cubicBezTo>
                    <a:pt x="608" y="480"/>
                    <a:pt x="611" y="481"/>
                    <a:pt x="612" y="480"/>
                  </a:cubicBezTo>
                  <a:cubicBezTo>
                    <a:pt x="614" y="479"/>
                    <a:pt x="615" y="478"/>
                    <a:pt x="619" y="477"/>
                  </a:cubicBezTo>
                  <a:cubicBezTo>
                    <a:pt x="622" y="476"/>
                    <a:pt x="617" y="473"/>
                    <a:pt x="614" y="472"/>
                  </a:cubicBezTo>
                  <a:cubicBezTo>
                    <a:pt x="611" y="471"/>
                    <a:pt x="610" y="472"/>
                    <a:pt x="606" y="470"/>
                  </a:cubicBezTo>
                  <a:cubicBezTo>
                    <a:pt x="602" y="467"/>
                    <a:pt x="603" y="467"/>
                    <a:pt x="600" y="464"/>
                  </a:cubicBezTo>
                  <a:cubicBezTo>
                    <a:pt x="596" y="461"/>
                    <a:pt x="595" y="462"/>
                    <a:pt x="591" y="458"/>
                  </a:cubicBezTo>
                  <a:cubicBezTo>
                    <a:pt x="587" y="455"/>
                    <a:pt x="588" y="455"/>
                    <a:pt x="587" y="452"/>
                  </a:cubicBezTo>
                  <a:cubicBezTo>
                    <a:pt x="587" y="448"/>
                    <a:pt x="586" y="447"/>
                    <a:pt x="583" y="442"/>
                  </a:cubicBezTo>
                  <a:cubicBezTo>
                    <a:pt x="581" y="439"/>
                    <a:pt x="582" y="440"/>
                    <a:pt x="581" y="439"/>
                  </a:cubicBezTo>
                  <a:cubicBezTo>
                    <a:pt x="580" y="437"/>
                    <a:pt x="578" y="436"/>
                    <a:pt x="575" y="435"/>
                  </a:cubicBezTo>
                  <a:cubicBezTo>
                    <a:pt x="572" y="434"/>
                    <a:pt x="572" y="433"/>
                    <a:pt x="572" y="431"/>
                  </a:cubicBezTo>
                  <a:cubicBezTo>
                    <a:pt x="572" y="430"/>
                    <a:pt x="574" y="431"/>
                    <a:pt x="576" y="429"/>
                  </a:cubicBezTo>
                  <a:cubicBezTo>
                    <a:pt x="578" y="427"/>
                    <a:pt x="577" y="428"/>
                    <a:pt x="578" y="425"/>
                  </a:cubicBezTo>
                  <a:cubicBezTo>
                    <a:pt x="579" y="423"/>
                    <a:pt x="579" y="423"/>
                    <a:pt x="578" y="421"/>
                  </a:cubicBezTo>
                  <a:cubicBezTo>
                    <a:pt x="577" y="419"/>
                    <a:pt x="576" y="420"/>
                    <a:pt x="575" y="417"/>
                  </a:cubicBezTo>
                  <a:cubicBezTo>
                    <a:pt x="574" y="415"/>
                    <a:pt x="575" y="417"/>
                    <a:pt x="575" y="415"/>
                  </a:cubicBezTo>
                  <a:cubicBezTo>
                    <a:pt x="575" y="413"/>
                    <a:pt x="575" y="414"/>
                    <a:pt x="574" y="414"/>
                  </a:cubicBezTo>
                  <a:cubicBezTo>
                    <a:pt x="573" y="413"/>
                    <a:pt x="572" y="413"/>
                    <a:pt x="572" y="412"/>
                  </a:cubicBezTo>
                  <a:cubicBezTo>
                    <a:pt x="572" y="411"/>
                    <a:pt x="573" y="412"/>
                    <a:pt x="573" y="412"/>
                  </a:cubicBezTo>
                  <a:cubicBezTo>
                    <a:pt x="573" y="412"/>
                    <a:pt x="575" y="411"/>
                    <a:pt x="575" y="410"/>
                  </a:cubicBezTo>
                  <a:cubicBezTo>
                    <a:pt x="575" y="408"/>
                    <a:pt x="574" y="408"/>
                    <a:pt x="573" y="407"/>
                  </a:cubicBezTo>
                  <a:cubicBezTo>
                    <a:pt x="571" y="406"/>
                    <a:pt x="573" y="406"/>
                    <a:pt x="574" y="406"/>
                  </a:cubicBezTo>
                  <a:cubicBezTo>
                    <a:pt x="576" y="406"/>
                    <a:pt x="576" y="407"/>
                    <a:pt x="577" y="407"/>
                  </a:cubicBezTo>
                  <a:cubicBezTo>
                    <a:pt x="579" y="407"/>
                    <a:pt x="579" y="407"/>
                    <a:pt x="581" y="406"/>
                  </a:cubicBezTo>
                  <a:cubicBezTo>
                    <a:pt x="583" y="404"/>
                    <a:pt x="583" y="404"/>
                    <a:pt x="583" y="403"/>
                  </a:cubicBezTo>
                  <a:cubicBezTo>
                    <a:pt x="583" y="401"/>
                    <a:pt x="581" y="401"/>
                    <a:pt x="580" y="400"/>
                  </a:cubicBezTo>
                  <a:cubicBezTo>
                    <a:pt x="578" y="400"/>
                    <a:pt x="578" y="400"/>
                    <a:pt x="578" y="398"/>
                  </a:cubicBezTo>
                  <a:cubicBezTo>
                    <a:pt x="578" y="396"/>
                    <a:pt x="580" y="398"/>
                    <a:pt x="582" y="398"/>
                  </a:cubicBezTo>
                  <a:cubicBezTo>
                    <a:pt x="583" y="398"/>
                    <a:pt x="584" y="399"/>
                    <a:pt x="586" y="400"/>
                  </a:cubicBezTo>
                  <a:cubicBezTo>
                    <a:pt x="587" y="401"/>
                    <a:pt x="587" y="400"/>
                    <a:pt x="589" y="400"/>
                  </a:cubicBezTo>
                  <a:cubicBezTo>
                    <a:pt x="591" y="399"/>
                    <a:pt x="591" y="399"/>
                    <a:pt x="591" y="399"/>
                  </a:cubicBezTo>
                  <a:cubicBezTo>
                    <a:pt x="591" y="399"/>
                    <a:pt x="591" y="396"/>
                    <a:pt x="591" y="395"/>
                  </a:cubicBezTo>
                  <a:cubicBezTo>
                    <a:pt x="591" y="393"/>
                    <a:pt x="590" y="394"/>
                    <a:pt x="587" y="395"/>
                  </a:cubicBezTo>
                  <a:cubicBezTo>
                    <a:pt x="584" y="396"/>
                    <a:pt x="583" y="395"/>
                    <a:pt x="582" y="393"/>
                  </a:cubicBezTo>
                  <a:cubicBezTo>
                    <a:pt x="581" y="392"/>
                    <a:pt x="583" y="392"/>
                    <a:pt x="584" y="391"/>
                  </a:cubicBezTo>
                  <a:cubicBezTo>
                    <a:pt x="584" y="391"/>
                    <a:pt x="588" y="391"/>
                    <a:pt x="589" y="391"/>
                  </a:cubicBezTo>
                  <a:cubicBezTo>
                    <a:pt x="590" y="390"/>
                    <a:pt x="589" y="390"/>
                    <a:pt x="587" y="389"/>
                  </a:cubicBezTo>
                  <a:cubicBezTo>
                    <a:pt x="586" y="387"/>
                    <a:pt x="588" y="387"/>
                    <a:pt x="589" y="386"/>
                  </a:cubicBezTo>
                  <a:cubicBezTo>
                    <a:pt x="591" y="385"/>
                    <a:pt x="592" y="386"/>
                    <a:pt x="595" y="387"/>
                  </a:cubicBezTo>
                  <a:cubicBezTo>
                    <a:pt x="599" y="387"/>
                    <a:pt x="599" y="385"/>
                    <a:pt x="592" y="383"/>
                  </a:cubicBezTo>
                  <a:cubicBezTo>
                    <a:pt x="586" y="381"/>
                    <a:pt x="587" y="382"/>
                    <a:pt x="584" y="381"/>
                  </a:cubicBezTo>
                  <a:cubicBezTo>
                    <a:pt x="580" y="380"/>
                    <a:pt x="580" y="380"/>
                    <a:pt x="576" y="379"/>
                  </a:cubicBezTo>
                  <a:cubicBezTo>
                    <a:pt x="572" y="377"/>
                    <a:pt x="568" y="378"/>
                    <a:pt x="563" y="378"/>
                  </a:cubicBezTo>
                  <a:cubicBezTo>
                    <a:pt x="558" y="378"/>
                    <a:pt x="555" y="378"/>
                    <a:pt x="553" y="378"/>
                  </a:cubicBezTo>
                  <a:cubicBezTo>
                    <a:pt x="552" y="379"/>
                    <a:pt x="547" y="380"/>
                    <a:pt x="543" y="381"/>
                  </a:cubicBezTo>
                  <a:cubicBezTo>
                    <a:pt x="539" y="381"/>
                    <a:pt x="536" y="381"/>
                    <a:pt x="533" y="382"/>
                  </a:cubicBezTo>
                  <a:cubicBezTo>
                    <a:pt x="530" y="383"/>
                    <a:pt x="530" y="384"/>
                    <a:pt x="530" y="386"/>
                  </a:cubicBezTo>
                  <a:cubicBezTo>
                    <a:pt x="530" y="388"/>
                    <a:pt x="532" y="391"/>
                    <a:pt x="530" y="393"/>
                  </a:cubicBezTo>
                  <a:cubicBezTo>
                    <a:pt x="529" y="395"/>
                    <a:pt x="526" y="393"/>
                    <a:pt x="523" y="393"/>
                  </a:cubicBezTo>
                  <a:cubicBezTo>
                    <a:pt x="519" y="393"/>
                    <a:pt x="520" y="394"/>
                    <a:pt x="517" y="396"/>
                  </a:cubicBezTo>
                  <a:cubicBezTo>
                    <a:pt x="515" y="398"/>
                    <a:pt x="513" y="400"/>
                    <a:pt x="513" y="400"/>
                  </a:cubicBezTo>
                  <a:cubicBezTo>
                    <a:pt x="513" y="400"/>
                    <a:pt x="517" y="402"/>
                    <a:pt x="519" y="403"/>
                  </a:cubicBezTo>
                  <a:cubicBezTo>
                    <a:pt x="522" y="403"/>
                    <a:pt x="524" y="403"/>
                    <a:pt x="525" y="403"/>
                  </a:cubicBezTo>
                  <a:cubicBezTo>
                    <a:pt x="527" y="404"/>
                    <a:pt x="526" y="405"/>
                    <a:pt x="526" y="406"/>
                  </a:cubicBezTo>
                  <a:cubicBezTo>
                    <a:pt x="525" y="407"/>
                    <a:pt x="524" y="408"/>
                    <a:pt x="522" y="408"/>
                  </a:cubicBezTo>
                  <a:cubicBezTo>
                    <a:pt x="521" y="408"/>
                    <a:pt x="520" y="410"/>
                    <a:pt x="519" y="412"/>
                  </a:cubicBezTo>
                  <a:cubicBezTo>
                    <a:pt x="519" y="414"/>
                    <a:pt x="519" y="415"/>
                    <a:pt x="518" y="416"/>
                  </a:cubicBezTo>
                  <a:cubicBezTo>
                    <a:pt x="517" y="417"/>
                    <a:pt x="515" y="417"/>
                    <a:pt x="514" y="418"/>
                  </a:cubicBezTo>
                  <a:cubicBezTo>
                    <a:pt x="512" y="419"/>
                    <a:pt x="514" y="420"/>
                    <a:pt x="513" y="423"/>
                  </a:cubicBezTo>
                  <a:cubicBezTo>
                    <a:pt x="512" y="427"/>
                    <a:pt x="510" y="426"/>
                    <a:pt x="506" y="425"/>
                  </a:cubicBezTo>
                  <a:cubicBezTo>
                    <a:pt x="503" y="423"/>
                    <a:pt x="502" y="422"/>
                    <a:pt x="500" y="422"/>
                  </a:cubicBezTo>
                  <a:cubicBezTo>
                    <a:pt x="497" y="422"/>
                    <a:pt x="495" y="426"/>
                    <a:pt x="493" y="429"/>
                  </a:cubicBezTo>
                  <a:close/>
                  <a:moveTo>
                    <a:pt x="454" y="59"/>
                  </a:moveTo>
                  <a:cubicBezTo>
                    <a:pt x="453" y="59"/>
                    <a:pt x="452" y="61"/>
                    <a:pt x="451" y="63"/>
                  </a:cubicBezTo>
                  <a:cubicBezTo>
                    <a:pt x="449" y="64"/>
                    <a:pt x="449" y="63"/>
                    <a:pt x="447" y="64"/>
                  </a:cubicBezTo>
                  <a:cubicBezTo>
                    <a:pt x="444" y="65"/>
                    <a:pt x="443" y="65"/>
                    <a:pt x="440" y="65"/>
                  </a:cubicBezTo>
                  <a:cubicBezTo>
                    <a:pt x="438" y="65"/>
                    <a:pt x="436" y="65"/>
                    <a:pt x="434" y="64"/>
                  </a:cubicBezTo>
                  <a:cubicBezTo>
                    <a:pt x="432" y="63"/>
                    <a:pt x="433" y="62"/>
                    <a:pt x="429" y="63"/>
                  </a:cubicBezTo>
                  <a:cubicBezTo>
                    <a:pt x="425" y="64"/>
                    <a:pt x="425" y="64"/>
                    <a:pt x="423" y="64"/>
                  </a:cubicBezTo>
                  <a:cubicBezTo>
                    <a:pt x="421" y="65"/>
                    <a:pt x="420" y="64"/>
                    <a:pt x="420" y="65"/>
                  </a:cubicBezTo>
                  <a:cubicBezTo>
                    <a:pt x="420" y="66"/>
                    <a:pt x="420" y="67"/>
                    <a:pt x="422" y="67"/>
                  </a:cubicBezTo>
                  <a:cubicBezTo>
                    <a:pt x="424" y="67"/>
                    <a:pt x="425" y="67"/>
                    <a:pt x="426" y="68"/>
                  </a:cubicBezTo>
                  <a:cubicBezTo>
                    <a:pt x="427" y="68"/>
                    <a:pt x="427" y="69"/>
                    <a:pt x="427" y="70"/>
                  </a:cubicBezTo>
                  <a:cubicBezTo>
                    <a:pt x="427" y="71"/>
                    <a:pt x="423" y="70"/>
                    <a:pt x="422" y="70"/>
                  </a:cubicBezTo>
                  <a:cubicBezTo>
                    <a:pt x="421" y="70"/>
                    <a:pt x="420" y="71"/>
                    <a:pt x="421" y="72"/>
                  </a:cubicBezTo>
                  <a:cubicBezTo>
                    <a:pt x="422" y="72"/>
                    <a:pt x="422" y="72"/>
                    <a:pt x="424" y="73"/>
                  </a:cubicBezTo>
                  <a:cubicBezTo>
                    <a:pt x="426" y="74"/>
                    <a:pt x="426" y="74"/>
                    <a:pt x="426" y="74"/>
                  </a:cubicBezTo>
                  <a:cubicBezTo>
                    <a:pt x="426" y="75"/>
                    <a:pt x="424" y="75"/>
                    <a:pt x="424" y="75"/>
                  </a:cubicBezTo>
                  <a:cubicBezTo>
                    <a:pt x="423" y="76"/>
                    <a:pt x="419" y="76"/>
                    <a:pt x="418" y="76"/>
                  </a:cubicBezTo>
                  <a:cubicBezTo>
                    <a:pt x="418" y="76"/>
                    <a:pt x="414" y="75"/>
                    <a:pt x="413" y="75"/>
                  </a:cubicBezTo>
                  <a:cubicBezTo>
                    <a:pt x="411" y="74"/>
                    <a:pt x="410" y="74"/>
                    <a:pt x="408" y="73"/>
                  </a:cubicBezTo>
                  <a:cubicBezTo>
                    <a:pt x="407" y="73"/>
                    <a:pt x="404" y="72"/>
                    <a:pt x="403" y="72"/>
                  </a:cubicBezTo>
                  <a:cubicBezTo>
                    <a:pt x="402" y="72"/>
                    <a:pt x="401" y="72"/>
                    <a:pt x="400" y="73"/>
                  </a:cubicBezTo>
                  <a:cubicBezTo>
                    <a:pt x="399" y="74"/>
                    <a:pt x="398" y="75"/>
                    <a:pt x="397" y="75"/>
                  </a:cubicBezTo>
                  <a:cubicBezTo>
                    <a:pt x="396" y="76"/>
                    <a:pt x="394" y="77"/>
                    <a:pt x="394" y="77"/>
                  </a:cubicBezTo>
                  <a:cubicBezTo>
                    <a:pt x="394" y="78"/>
                    <a:pt x="396" y="78"/>
                    <a:pt x="397" y="78"/>
                  </a:cubicBezTo>
                  <a:cubicBezTo>
                    <a:pt x="398" y="78"/>
                    <a:pt x="400" y="78"/>
                    <a:pt x="401" y="79"/>
                  </a:cubicBezTo>
                  <a:cubicBezTo>
                    <a:pt x="403" y="80"/>
                    <a:pt x="402" y="81"/>
                    <a:pt x="404" y="81"/>
                  </a:cubicBezTo>
                  <a:cubicBezTo>
                    <a:pt x="407" y="81"/>
                    <a:pt x="409" y="81"/>
                    <a:pt x="411" y="80"/>
                  </a:cubicBezTo>
                  <a:cubicBezTo>
                    <a:pt x="413" y="80"/>
                    <a:pt x="412" y="79"/>
                    <a:pt x="415" y="79"/>
                  </a:cubicBezTo>
                  <a:cubicBezTo>
                    <a:pt x="419" y="79"/>
                    <a:pt x="422" y="79"/>
                    <a:pt x="423" y="79"/>
                  </a:cubicBezTo>
                  <a:cubicBezTo>
                    <a:pt x="424" y="80"/>
                    <a:pt x="424" y="81"/>
                    <a:pt x="423" y="81"/>
                  </a:cubicBezTo>
                  <a:cubicBezTo>
                    <a:pt x="422" y="81"/>
                    <a:pt x="419" y="82"/>
                    <a:pt x="419" y="82"/>
                  </a:cubicBezTo>
                  <a:cubicBezTo>
                    <a:pt x="419" y="82"/>
                    <a:pt x="417" y="83"/>
                    <a:pt x="417" y="84"/>
                  </a:cubicBezTo>
                  <a:cubicBezTo>
                    <a:pt x="417" y="84"/>
                    <a:pt x="417" y="85"/>
                    <a:pt x="420" y="84"/>
                  </a:cubicBezTo>
                  <a:cubicBezTo>
                    <a:pt x="423" y="84"/>
                    <a:pt x="426" y="84"/>
                    <a:pt x="428" y="84"/>
                  </a:cubicBezTo>
                  <a:cubicBezTo>
                    <a:pt x="429" y="84"/>
                    <a:pt x="433" y="84"/>
                    <a:pt x="435" y="83"/>
                  </a:cubicBezTo>
                  <a:cubicBezTo>
                    <a:pt x="437" y="83"/>
                    <a:pt x="439" y="83"/>
                    <a:pt x="441" y="83"/>
                  </a:cubicBezTo>
                  <a:cubicBezTo>
                    <a:pt x="443" y="83"/>
                    <a:pt x="444" y="83"/>
                    <a:pt x="444" y="82"/>
                  </a:cubicBezTo>
                  <a:cubicBezTo>
                    <a:pt x="445" y="81"/>
                    <a:pt x="445" y="80"/>
                    <a:pt x="444" y="79"/>
                  </a:cubicBezTo>
                  <a:cubicBezTo>
                    <a:pt x="443" y="78"/>
                    <a:pt x="441" y="77"/>
                    <a:pt x="441" y="75"/>
                  </a:cubicBezTo>
                  <a:cubicBezTo>
                    <a:pt x="441" y="73"/>
                    <a:pt x="439" y="73"/>
                    <a:pt x="440" y="71"/>
                  </a:cubicBezTo>
                  <a:cubicBezTo>
                    <a:pt x="441" y="70"/>
                    <a:pt x="441" y="70"/>
                    <a:pt x="443" y="70"/>
                  </a:cubicBezTo>
                  <a:cubicBezTo>
                    <a:pt x="446" y="70"/>
                    <a:pt x="447" y="69"/>
                    <a:pt x="450" y="68"/>
                  </a:cubicBezTo>
                  <a:cubicBezTo>
                    <a:pt x="453" y="67"/>
                    <a:pt x="455" y="67"/>
                    <a:pt x="457" y="67"/>
                  </a:cubicBezTo>
                  <a:cubicBezTo>
                    <a:pt x="459" y="67"/>
                    <a:pt x="463" y="66"/>
                    <a:pt x="466" y="65"/>
                  </a:cubicBezTo>
                  <a:cubicBezTo>
                    <a:pt x="468" y="64"/>
                    <a:pt x="472" y="62"/>
                    <a:pt x="476" y="61"/>
                  </a:cubicBezTo>
                  <a:cubicBezTo>
                    <a:pt x="480" y="61"/>
                    <a:pt x="481" y="59"/>
                    <a:pt x="485" y="59"/>
                  </a:cubicBezTo>
                  <a:cubicBezTo>
                    <a:pt x="490" y="59"/>
                    <a:pt x="492" y="58"/>
                    <a:pt x="496" y="57"/>
                  </a:cubicBezTo>
                  <a:cubicBezTo>
                    <a:pt x="499" y="56"/>
                    <a:pt x="501" y="56"/>
                    <a:pt x="501" y="56"/>
                  </a:cubicBezTo>
                  <a:cubicBezTo>
                    <a:pt x="500" y="55"/>
                    <a:pt x="500" y="55"/>
                    <a:pt x="497" y="55"/>
                  </a:cubicBezTo>
                  <a:cubicBezTo>
                    <a:pt x="494" y="54"/>
                    <a:pt x="493" y="53"/>
                    <a:pt x="492" y="52"/>
                  </a:cubicBezTo>
                  <a:cubicBezTo>
                    <a:pt x="491" y="52"/>
                    <a:pt x="490" y="53"/>
                    <a:pt x="489" y="54"/>
                  </a:cubicBezTo>
                  <a:cubicBezTo>
                    <a:pt x="487" y="54"/>
                    <a:pt x="486" y="54"/>
                    <a:pt x="486" y="52"/>
                  </a:cubicBezTo>
                  <a:cubicBezTo>
                    <a:pt x="485" y="51"/>
                    <a:pt x="483" y="49"/>
                    <a:pt x="482" y="47"/>
                  </a:cubicBezTo>
                  <a:cubicBezTo>
                    <a:pt x="482" y="46"/>
                    <a:pt x="480" y="45"/>
                    <a:pt x="479" y="46"/>
                  </a:cubicBezTo>
                  <a:cubicBezTo>
                    <a:pt x="478" y="47"/>
                    <a:pt x="478" y="48"/>
                    <a:pt x="477" y="48"/>
                  </a:cubicBezTo>
                  <a:cubicBezTo>
                    <a:pt x="475" y="48"/>
                    <a:pt x="473" y="47"/>
                    <a:pt x="471" y="46"/>
                  </a:cubicBezTo>
                  <a:cubicBezTo>
                    <a:pt x="469" y="46"/>
                    <a:pt x="467" y="46"/>
                    <a:pt x="465" y="46"/>
                  </a:cubicBezTo>
                  <a:cubicBezTo>
                    <a:pt x="463" y="46"/>
                    <a:pt x="462" y="46"/>
                    <a:pt x="461" y="46"/>
                  </a:cubicBezTo>
                  <a:cubicBezTo>
                    <a:pt x="460" y="47"/>
                    <a:pt x="458" y="49"/>
                    <a:pt x="457" y="49"/>
                  </a:cubicBezTo>
                  <a:cubicBezTo>
                    <a:pt x="454" y="50"/>
                    <a:pt x="453" y="50"/>
                    <a:pt x="451" y="51"/>
                  </a:cubicBezTo>
                  <a:cubicBezTo>
                    <a:pt x="449" y="52"/>
                    <a:pt x="446" y="51"/>
                    <a:pt x="446" y="53"/>
                  </a:cubicBezTo>
                  <a:cubicBezTo>
                    <a:pt x="445" y="54"/>
                    <a:pt x="446" y="55"/>
                    <a:pt x="448" y="54"/>
                  </a:cubicBezTo>
                  <a:cubicBezTo>
                    <a:pt x="451" y="54"/>
                    <a:pt x="458" y="56"/>
                    <a:pt x="459" y="57"/>
                  </a:cubicBezTo>
                  <a:cubicBezTo>
                    <a:pt x="459" y="59"/>
                    <a:pt x="456" y="59"/>
                    <a:pt x="454" y="59"/>
                  </a:cubicBezTo>
                  <a:close/>
                  <a:moveTo>
                    <a:pt x="529" y="459"/>
                  </a:moveTo>
                  <a:cubicBezTo>
                    <a:pt x="528" y="457"/>
                    <a:pt x="528" y="458"/>
                    <a:pt x="525" y="457"/>
                  </a:cubicBezTo>
                  <a:cubicBezTo>
                    <a:pt x="522" y="456"/>
                    <a:pt x="522" y="454"/>
                    <a:pt x="520" y="454"/>
                  </a:cubicBezTo>
                  <a:cubicBezTo>
                    <a:pt x="518" y="453"/>
                    <a:pt x="519" y="454"/>
                    <a:pt x="516" y="453"/>
                  </a:cubicBezTo>
                  <a:cubicBezTo>
                    <a:pt x="513" y="452"/>
                    <a:pt x="511" y="454"/>
                    <a:pt x="512" y="456"/>
                  </a:cubicBezTo>
                  <a:cubicBezTo>
                    <a:pt x="513" y="457"/>
                    <a:pt x="513" y="456"/>
                    <a:pt x="515" y="458"/>
                  </a:cubicBezTo>
                  <a:cubicBezTo>
                    <a:pt x="517" y="460"/>
                    <a:pt x="520" y="463"/>
                    <a:pt x="520" y="464"/>
                  </a:cubicBezTo>
                  <a:cubicBezTo>
                    <a:pt x="521" y="466"/>
                    <a:pt x="522" y="464"/>
                    <a:pt x="524" y="466"/>
                  </a:cubicBezTo>
                  <a:cubicBezTo>
                    <a:pt x="526" y="468"/>
                    <a:pt x="529" y="469"/>
                    <a:pt x="528" y="467"/>
                  </a:cubicBezTo>
                  <a:cubicBezTo>
                    <a:pt x="528" y="465"/>
                    <a:pt x="526" y="465"/>
                    <a:pt x="528" y="462"/>
                  </a:cubicBezTo>
                  <a:cubicBezTo>
                    <a:pt x="529" y="460"/>
                    <a:pt x="531" y="460"/>
                    <a:pt x="529" y="459"/>
                  </a:cubicBezTo>
                  <a:close/>
                  <a:moveTo>
                    <a:pt x="641" y="75"/>
                  </a:moveTo>
                  <a:cubicBezTo>
                    <a:pt x="644" y="75"/>
                    <a:pt x="643" y="74"/>
                    <a:pt x="647" y="74"/>
                  </a:cubicBezTo>
                  <a:cubicBezTo>
                    <a:pt x="652" y="74"/>
                    <a:pt x="654" y="75"/>
                    <a:pt x="653" y="73"/>
                  </a:cubicBezTo>
                  <a:cubicBezTo>
                    <a:pt x="652" y="72"/>
                    <a:pt x="650" y="72"/>
                    <a:pt x="647" y="70"/>
                  </a:cubicBezTo>
                  <a:cubicBezTo>
                    <a:pt x="644" y="69"/>
                    <a:pt x="645" y="66"/>
                    <a:pt x="639" y="67"/>
                  </a:cubicBezTo>
                  <a:cubicBezTo>
                    <a:pt x="633" y="68"/>
                    <a:pt x="632" y="69"/>
                    <a:pt x="628" y="68"/>
                  </a:cubicBezTo>
                  <a:cubicBezTo>
                    <a:pt x="624" y="67"/>
                    <a:pt x="626" y="66"/>
                    <a:pt x="622" y="66"/>
                  </a:cubicBezTo>
                  <a:cubicBezTo>
                    <a:pt x="618" y="67"/>
                    <a:pt x="610" y="65"/>
                    <a:pt x="610" y="67"/>
                  </a:cubicBezTo>
                  <a:cubicBezTo>
                    <a:pt x="611" y="72"/>
                    <a:pt x="612" y="71"/>
                    <a:pt x="613" y="74"/>
                  </a:cubicBezTo>
                  <a:cubicBezTo>
                    <a:pt x="615" y="77"/>
                    <a:pt x="612" y="76"/>
                    <a:pt x="616" y="79"/>
                  </a:cubicBezTo>
                  <a:cubicBezTo>
                    <a:pt x="620" y="83"/>
                    <a:pt x="620" y="83"/>
                    <a:pt x="623" y="83"/>
                  </a:cubicBezTo>
                  <a:cubicBezTo>
                    <a:pt x="625" y="83"/>
                    <a:pt x="628" y="81"/>
                    <a:pt x="629" y="80"/>
                  </a:cubicBezTo>
                  <a:cubicBezTo>
                    <a:pt x="631" y="80"/>
                    <a:pt x="633" y="79"/>
                    <a:pt x="635" y="80"/>
                  </a:cubicBezTo>
                  <a:cubicBezTo>
                    <a:pt x="636" y="80"/>
                    <a:pt x="638" y="81"/>
                    <a:pt x="637" y="79"/>
                  </a:cubicBezTo>
                  <a:cubicBezTo>
                    <a:pt x="637" y="78"/>
                    <a:pt x="634" y="77"/>
                    <a:pt x="635" y="76"/>
                  </a:cubicBezTo>
                  <a:cubicBezTo>
                    <a:pt x="636" y="75"/>
                    <a:pt x="638" y="74"/>
                    <a:pt x="641" y="75"/>
                  </a:cubicBezTo>
                  <a:close/>
                  <a:moveTo>
                    <a:pt x="710" y="14"/>
                  </a:moveTo>
                  <a:cubicBezTo>
                    <a:pt x="712" y="15"/>
                    <a:pt x="713" y="15"/>
                    <a:pt x="714" y="15"/>
                  </a:cubicBezTo>
                  <a:cubicBezTo>
                    <a:pt x="715" y="14"/>
                    <a:pt x="713" y="14"/>
                    <a:pt x="712" y="13"/>
                  </a:cubicBezTo>
                  <a:cubicBezTo>
                    <a:pt x="711" y="13"/>
                    <a:pt x="709" y="9"/>
                    <a:pt x="708" y="12"/>
                  </a:cubicBezTo>
                  <a:cubicBezTo>
                    <a:pt x="708" y="13"/>
                    <a:pt x="708" y="14"/>
                    <a:pt x="710" y="14"/>
                  </a:cubicBezTo>
                  <a:close/>
                  <a:moveTo>
                    <a:pt x="876" y="389"/>
                  </a:moveTo>
                  <a:cubicBezTo>
                    <a:pt x="880" y="387"/>
                    <a:pt x="880" y="386"/>
                    <a:pt x="883" y="386"/>
                  </a:cubicBezTo>
                  <a:cubicBezTo>
                    <a:pt x="885" y="386"/>
                    <a:pt x="885" y="386"/>
                    <a:pt x="888" y="387"/>
                  </a:cubicBezTo>
                  <a:cubicBezTo>
                    <a:pt x="891" y="387"/>
                    <a:pt x="893" y="386"/>
                    <a:pt x="895" y="385"/>
                  </a:cubicBezTo>
                  <a:cubicBezTo>
                    <a:pt x="897" y="384"/>
                    <a:pt x="900" y="383"/>
                    <a:pt x="904" y="384"/>
                  </a:cubicBezTo>
                  <a:cubicBezTo>
                    <a:pt x="908" y="385"/>
                    <a:pt x="912" y="383"/>
                    <a:pt x="911" y="381"/>
                  </a:cubicBezTo>
                  <a:cubicBezTo>
                    <a:pt x="911" y="378"/>
                    <a:pt x="911" y="377"/>
                    <a:pt x="908" y="377"/>
                  </a:cubicBezTo>
                  <a:cubicBezTo>
                    <a:pt x="905" y="377"/>
                    <a:pt x="904" y="380"/>
                    <a:pt x="902" y="378"/>
                  </a:cubicBezTo>
                  <a:cubicBezTo>
                    <a:pt x="900" y="376"/>
                    <a:pt x="899" y="373"/>
                    <a:pt x="900" y="372"/>
                  </a:cubicBezTo>
                  <a:cubicBezTo>
                    <a:pt x="902" y="371"/>
                    <a:pt x="904" y="370"/>
                    <a:pt x="901" y="369"/>
                  </a:cubicBezTo>
                  <a:cubicBezTo>
                    <a:pt x="898" y="368"/>
                    <a:pt x="899" y="369"/>
                    <a:pt x="896" y="368"/>
                  </a:cubicBezTo>
                  <a:cubicBezTo>
                    <a:pt x="893" y="368"/>
                    <a:pt x="891" y="369"/>
                    <a:pt x="889" y="371"/>
                  </a:cubicBezTo>
                  <a:cubicBezTo>
                    <a:pt x="887" y="372"/>
                    <a:pt x="887" y="373"/>
                    <a:pt x="883" y="373"/>
                  </a:cubicBezTo>
                  <a:cubicBezTo>
                    <a:pt x="879" y="374"/>
                    <a:pt x="878" y="372"/>
                    <a:pt x="877" y="376"/>
                  </a:cubicBezTo>
                  <a:cubicBezTo>
                    <a:pt x="877" y="379"/>
                    <a:pt x="877" y="378"/>
                    <a:pt x="877" y="381"/>
                  </a:cubicBezTo>
                  <a:cubicBezTo>
                    <a:pt x="877" y="384"/>
                    <a:pt x="875" y="383"/>
                    <a:pt x="875" y="385"/>
                  </a:cubicBezTo>
                  <a:cubicBezTo>
                    <a:pt x="874" y="387"/>
                    <a:pt x="873" y="390"/>
                    <a:pt x="876" y="389"/>
                  </a:cubicBezTo>
                  <a:close/>
                  <a:moveTo>
                    <a:pt x="727" y="11"/>
                  </a:moveTo>
                  <a:cubicBezTo>
                    <a:pt x="728" y="12"/>
                    <a:pt x="734" y="14"/>
                    <a:pt x="737" y="13"/>
                  </a:cubicBezTo>
                  <a:cubicBezTo>
                    <a:pt x="741" y="13"/>
                    <a:pt x="743" y="13"/>
                    <a:pt x="745" y="13"/>
                  </a:cubicBezTo>
                  <a:cubicBezTo>
                    <a:pt x="747" y="12"/>
                    <a:pt x="747" y="11"/>
                    <a:pt x="746" y="9"/>
                  </a:cubicBezTo>
                  <a:cubicBezTo>
                    <a:pt x="745" y="8"/>
                    <a:pt x="743" y="9"/>
                    <a:pt x="741" y="9"/>
                  </a:cubicBezTo>
                  <a:cubicBezTo>
                    <a:pt x="739" y="9"/>
                    <a:pt x="737" y="10"/>
                    <a:pt x="732" y="9"/>
                  </a:cubicBezTo>
                  <a:cubicBezTo>
                    <a:pt x="726" y="9"/>
                    <a:pt x="720" y="8"/>
                    <a:pt x="722" y="10"/>
                  </a:cubicBezTo>
                  <a:cubicBezTo>
                    <a:pt x="723" y="11"/>
                    <a:pt x="726" y="11"/>
                    <a:pt x="727" y="11"/>
                  </a:cubicBezTo>
                  <a:close/>
                  <a:moveTo>
                    <a:pt x="738" y="43"/>
                  </a:moveTo>
                  <a:cubicBezTo>
                    <a:pt x="735" y="42"/>
                    <a:pt x="733" y="41"/>
                    <a:pt x="731" y="45"/>
                  </a:cubicBezTo>
                  <a:cubicBezTo>
                    <a:pt x="730" y="47"/>
                    <a:pt x="729" y="46"/>
                    <a:pt x="727" y="47"/>
                  </a:cubicBezTo>
                  <a:cubicBezTo>
                    <a:pt x="725" y="48"/>
                    <a:pt x="724" y="48"/>
                    <a:pt x="725" y="49"/>
                  </a:cubicBezTo>
                  <a:cubicBezTo>
                    <a:pt x="725" y="51"/>
                    <a:pt x="725" y="51"/>
                    <a:pt x="728" y="52"/>
                  </a:cubicBezTo>
                  <a:cubicBezTo>
                    <a:pt x="731" y="53"/>
                    <a:pt x="731" y="53"/>
                    <a:pt x="733" y="54"/>
                  </a:cubicBezTo>
                  <a:cubicBezTo>
                    <a:pt x="734" y="56"/>
                    <a:pt x="735" y="57"/>
                    <a:pt x="737" y="56"/>
                  </a:cubicBezTo>
                  <a:cubicBezTo>
                    <a:pt x="739" y="55"/>
                    <a:pt x="741" y="56"/>
                    <a:pt x="744" y="54"/>
                  </a:cubicBezTo>
                  <a:cubicBezTo>
                    <a:pt x="748" y="53"/>
                    <a:pt x="747" y="52"/>
                    <a:pt x="752" y="52"/>
                  </a:cubicBezTo>
                  <a:cubicBezTo>
                    <a:pt x="757" y="52"/>
                    <a:pt x="759" y="50"/>
                    <a:pt x="763" y="49"/>
                  </a:cubicBezTo>
                  <a:cubicBezTo>
                    <a:pt x="767" y="48"/>
                    <a:pt x="769" y="48"/>
                    <a:pt x="772" y="47"/>
                  </a:cubicBezTo>
                  <a:cubicBezTo>
                    <a:pt x="776" y="46"/>
                    <a:pt x="782" y="47"/>
                    <a:pt x="783" y="45"/>
                  </a:cubicBezTo>
                  <a:cubicBezTo>
                    <a:pt x="783" y="44"/>
                    <a:pt x="782" y="43"/>
                    <a:pt x="781" y="40"/>
                  </a:cubicBezTo>
                  <a:cubicBezTo>
                    <a:pt x="779" y="38"/>
                    <a:pt x="781" y="37"/>
                    <a:pt x="779" y="36"/>
                  </a:cubicBezTo>
                  <a:cubicBezTo>
                    <a:pt x="776" y="34"/>
                    <a:pt x="773" y="34"/>
                    <a:pt x="771" y="34"/>
                  </a:cubicBezTo>
                  <a:cubicBezTo>
                    <a:pt x="768" y="33"/>
                    <a:pt x="767" y="31"/>
                    <a:pt x="764" y="32"/>
                  </a:cubicBezTo>
                  <a:cubicBezTo>
                    <a:pt x="761" y="33"/>
                    <a:pt x="757" y="32"/>
                    <a:pt x="757" y="35"/>
                  </a:cubicBezTo>
                  <a:cubicBezTo>
                    <a:pt x="757" y="38"/>
                    <a:pt x="757" y="40"/>
                    <a:pt x="756" y="41"/>
                  </a:cubicBezTo>
                  <a:cubicBezTo>
                    <a:pt x="754" y="42"/>
                    <a:pt x="754" y="43"/>
                    <a:pt x="749" y="42"/>
                  </a:cubicBezTo>
                  <a:cubicBezTo>
                    <a:pt x="745" y="42"/>
                    <a:pt x="740" y="43"/>
                    <a:pt x="738" y="43"/>
                  </a:cubicBezTo>
                  <a:close/>
                  <a:moveTo>
                    <a:pt x="363" y="61"/>
                  </a:moveTo>
                  <a:cubicBezTo>
                    <a:pt x="368" y="63"/>
                    <a:pt x="369" y="63"/>
                    <a:pt x="370" y="64"/>
                  </a:cubicBezTo>
                  <a:cubicBezTo>
                    <a:pt x="372" y="64"/>
                    <a:pt x="373" y="64"/>
                    <a:pt x="375" y="63"/>
                  </a:cubicBezTo>
                  <a:cubicBezTo>
                    <a:pt x="378" y="62"/>
                    <a:pt x="382" y="60"/>
                    <a:pt x="383" y="62"/>
                  </a:cubicBezTo>
                  <a:cubicBezTo>
                    <a:pt x="385" y="63"/>
                    <a:pt x="384" y="64"/>
                    <a:pt x="384" y="66"/>
                  </a:cubicBezTo>
                  <a:cubicBezTo>
                    <a:pt x="384" y="67"/>
                    <a:pt x="384" y="68"/>
                    <a:pt x="386" y="68"/>
                  </a:cubicBezTo>
                  <a:cubicBezTo>
                    <a:pt x="388" y="68"/>
                    <a:pt x="389" y="68"/>
                    <a:pt x="391" y="67"/>
                  </a:cubicBezTo>
                  <a:cubicBezTo>
                    <a:pt x="393" y="66"/>
                    <a:pt x="392" y="64"/>
                    <a:pt x="394" y="63"/>
                  </a:cubicBezTo>
                  <a:cubicBezTo>
                    <a:pt x="395" y="63"/>
                    <a:pt x="398" y="63"/>
                    <a:pt x="400" y="63"/>
                  </a:cubicBezTo>
                  <a:cubicBezTo>
                    <a:pt x="401" y="62"/>
                    <a:pt x="402" y="62"/>
                    <a:pt x="403" y="61"/>
                  </a:cubicBezTo>
                  <a:cubicBezTo>
                    <a:pt x="404" y="60"/>
                    <a:pt x="405" y="58"/>
                    <a:pt x="408" y="59"/>
                  </a:cubicBezTo>
                  <a:cubicBezTo>
                    <a:pt x="410" y="60"/>
                    <a:pt x="410" y="62"/>
                    <a:pt x="412" y="61"/>
                  </a:cubicBezTo>
                  <a:cubicBezTo>
                    <a:pt x="413" y="59"/>
                    <a:pt x="413" y="57"/>
                    <a:pt x="414" y="56"/>
                  </a:cubicBezTo>
                  <a:cubicBezTo>
                    <a:pt x="415" y="55"/>
                    <a:pt x="415" y="52"/>
                    <a:pt x="418" y="53"/>
                  </a:cubicBezTo>
                  <a:cubicBezTo>
                    <a:pt x="421" y="55"/>
                    <a:pt x="422" y="55"/>
                    <a:pt x="424" y="57"/>
                  </a:cubicBezTo>
                  <a:cubicBezTo>
                    <a:pt x="427" y="58"/>
                    <a:pt x="426" y="58"/>
                    <a:pt x="430" y="58"/>
                  </a:cubicBezTo>
                  <a:cubicBezTo>
                    <a:pt x="433" y="58"/>
                    <a:pt x="436" y="59"/>
                    <a:pt x="437" y="58"/>
                  </a:cubicBezTo>
                  <a:cubicBezTo>
                    <a:pt x="437" y="57"/>
                    <a:pt x="438" y="56"/>
                    <a:pt x="436" y="54"/>
                  </a:cubicBezTo>
                  <a:cubicBezTo>
                    <a:pt x="435" y="53"/>
                    <a:pt x="437" y="52"/>
                    <a:pt x="432" y="52"/>
                  </a:cubicBezTo>
                  <a:cubicBezTo>
                    <a:pt x="428" y="51"/>
                    <a:pt x="425" y="50"/>
                    <a:pt x="422" y="50"/>
                  </a:cubicBezTo>
                  <a:cubicBezTo>
                    <a:pt x="419" y="49"/>
                    <a:pt x="418" y="48"/>
                    <a:pt x="413" y="48"/>
                  </a:cubicBezTo>
                  <a:cubicBezTo>
                    <a:pt x="409" y="48"/>
                    <a:pt x="408" y="47"/>
                    <a:pt x="407" y="48"/>
                  </a:cubicBezTo>
                  <a:cubicBezTo>
                    <a:pt x="405" y="49"/>
                    <a:pt x="400" y="50"/>
                    <a:pt x="397" y="51"/>
                  </a:cubicBezTo>
                  <a:cubicBezTo>
                    <a:pt x="393" y="53"/>
                    <a:pt x="388" y="52"/>
                    <a:pt x="385" y="54"/>
                  </a:cubicBezTo>
                  <a:cubicBezTo>
                    <a:pt x="382" y="55"/>
                    <a:pt x="379" y="55"/>
                    <a:pt x="374" y="57"/>
                  </a:cubicBezTo>
                  <a:cubicBezTo>
                    <a:pt x="368" y="58"/>
                    <a:pt x="365" y="58"/>
                    <a:pt x="364" y="59"/>
                  </a:cubicBezTo>
                  <a:cubicBezTo>
                    <a:pt x="362" y="59"/>
                    <a:pt x="359" y="59"/>
                    <a:pt x="363" y="61"/>
                  </a:cubicBezTo>
                  <a:close/>
                  <a:moveTo>
                    <a:pt x="1766" y="332"/>
                  </a:moveTo>
                  <a:cubicBezTo>
                    <a:pt x="1762" y="331"/>
                    <a:pt x="1761" y="331"/>
                    <a:pt x="1758" y="331"/>
                  </a:cubicBezTo>
                  <a:cubicBezTo>
                    <a:pt x="1754" y="331"/>
                    <a:pt x="1755" y="331"/>
                    <a:pt x="1753" y="330"/>
                  </a:cubicBezTo>
                  <a:cubicBezTo>
                    <a:pt x="1749" y="328"/>
                    <a:pt x="1748" y="330"/>
                    <a:pt x="1747" y="330"/>
                  </a:cubicBezTo>
                  <a:cubicBezTo>
                    <a:pt x="1745" y="330"/>
                    <a:pt x="1744" y="330"/>
                    <a:pt x="1743" y="331"/>
                  </a:cubicBezTo>
                  <a:cubicBezTo>
                    <a:pt x="1742" y="331"/>
                    <a:pt x="1742" y="334"/>
                    <a:pt x="1742" y="335"/>
                  </a:cubicBezTo>
                  <a:cubicBezTo>
                    <a:pt x="1741" y="336"/>
                    <a:pt x="1740" y="337"/>
                    <a:pt x="1738" y="337"/>
                  </a:cubicBezTo>
                  <a:cubicBezTo>
                    <a:pt x="1736" y="336"/>
                    <a:pt x="1735" y="338"/>
                    <a:pt x="1736" y="339"/>
                  </a:cubicBezTo>
                  <a:cubicBezTo>
                    <a:pt x="1737" y="340"/>
                    <a:pt x="1739" y="342"/>
                    <a:pt x="1741" y="342"/>
                  </a:cubicBezTo>
                  <a:cubicBezTo>
                    <a:pt x="1742" y="343"/>
                    <a:pt x="1745" y="344"/>
                    <a:pt x="1747" y="344"/>
                  </a:cubicBezTo>
                  <a:cubicBezTo>
                    <a:pt x="1750" y="344"/>
                    <a:pt x="1752" y="345"/>
                    <a:pt x="1754" y="346"/>
                  </a:cubicBezTo>
                  <a:cubicBezTo>
                    <a:pt x="1756" y="347"/>
                    <a:pt x="1759" y="346"/>
                    <a:pt x="1759" y="345"/>
                  </a:cubicBezTo>
                  <a:cubicBezTo>
                    <a:pt x="1759" y="345"/>
                    <a:pt x="1760" y="343"/>
                    <a:pt x="1761" y="341"/>
                  </a:cubicBezTo>
                  <a:cubicBezTo>
                    <a:pt x="1761" y="339"/>
                    <a:pt x="1766" y="338"/>
                    <a:pt x="1770" y="337"/>
                  </a:cubicBezTo>
                  <a:cubicBezTo>
                    <a:pt x="1774" y="336"/>
                    <a:pt x="1773" y="335"/>
                    <a:pt x="1772" y="333"/>
                  </a:cubicBezTo>
                  <a:cubicBezTo>
                    <a:pt x="1772" y="331"/>
                    <a:pt x="1769" y="332"/>
                    <a:pt x="1766" y="332"/>
                  </a:cubicBezTo>
                  <a:close/>
                  <a:moveTo>
                    <a:pt x="1207" y="324"/>
                  </a:moveTo>
                  <a:cubicBezTo>
                    <a:pt x="1208" y="324"/>
                    <a:pt x="1210" y="325"/>
                    <a:pt x="1212" y="325"/>
                  </a:cubicBezTo>
                  <a:cubicBezTo>
                    <a:pt x="1214" y="325"/>
                    <a:pt x="1216" y="325"/>
                    <a:pt x="1217" y="324"/>
                  </a:cubicBezTo>
                  <a:cubicBezTo>
                    <a:pt x="1218" y="324"/>
                    <a:pt x="1218" y="323"/>
                    <a:pt x="1217" y="322"/>
                  </a:cubicBezTo>
                  <a:cubicBezTo>
                    <a:pt x="1217" y="321"/>
                    <a:pt x="1215" y="321"/>
                    <a:pt x="1213" y="321"/>
                  </a:cubicBezTo>
                  <a:cubicBezTo>
                    <a:pt x="1210" y="320"/>
                    <a:pt x="1211" y="320"/>
                    <a:pt x="1209" y="318"/>
                  </a:cubicBezTo>
                  <a:cubicBezTo>
                    <a:pt x="1208" y="317"/>
                    <a:pt x="1207" y="318"/>
                    <a:pt x="1207" y="318"/>
                  </a:cubicBezTo>
                  <a:cubicBezTo>
                    <a:pt x="1207" y="319"/>
                    <a:pt x="1207" y="319"/>
                    <a:pt x="1205" y="321"/>
                  </a:cubicBezTo>
                  <a:cubicBezTo>
                    <a:pt x="1204" y="322"/>
                    <a:pt x="1202" y="323"/>
                    <a:pt x="1203" y="324"/>
                  </a:cubicBezTo>
                  <a:cubicBezTo>
                    <a:pt x="1203" y="325"/>
                    <a:pt x="1205" y="324"/>
                    <a:pt x="1207" y="324"/>
                  </a:cubicBezTo>
                  <a:close/>
                  <a:moveTo>
                    <a:pt x="1192" y="321"/>
                  </a:moveTo>
                  <a:cubicBezTo>
                    <a:pt x="1193" y="321"/>
                    <a:pt x="1194" y="320"/>
                    <a:pt x="1196" y="320"/>
                  </a:cubicBezTo>
                  <a:cubicBezTo>
                    <a:pt x="1198" y="320"/>
                    <a:pt x="1199" y="321"/>
                    <a:pt x="1199" y="320"/>
                  </a:cubicBezTo>
                  <a:cubicBezTo>
                    <a:pt x="1199" y="319"/>
                    <a:pt x="1199" y="319"/>
                    <a:pt x="1198" y="318"/>
                  </a:cubicBezTo>
                  <a:cubicBezTo>
                    <a:pt x="1197" y="318"/>
                    <a:pt x="1195" y="317"/>
                    <a:pt x="1194" y="318"/>
                  </a:cubicBezTo>
                  <a:cubicBezTo>
                    <a:pt x="1193" y="318"/>
                    <a:pt x="1194" y="318"/>
                    <a:pt x="1193" y="319"/>
                  </a:cubicBezTo>
                  <a:cubicBezTo>
                    <a:pt x="1191" y="319"/>
                    <a:pt x="1191" y="318"/>
                    <a:pt x="1191" y="319"/>
                  </a:cubicBezTo>
                  <a:cubicBezTo>
                    <a:pt x="1191" y="320"/>
                    <a:pt x="1191" y="321"/>
                    <a:pt x="1192" y="321"/>
                  </a:cubicBezTo>
                  <a:close/>
                  <a:moveTo>
                    <a:pt x="1294" y="37"/>
                  </a:moveTo>
                  <a:cubicBezTo>
                    <a:pt x="1296" y="37"/>
                    <a:pt x="1298" y="37"/>
                    <a:pt x="1300" y="36"/>
                  </a:cubicBezTo>
                  <a:cubicBezTo>
                    <a:pt x="1305" y="35"/>
                    <a:pt x="1305" y="35"/>
                    <a:pt x="1308" y="35"/>
                  </a:cubicBezTo>
                  <a:cubicBezTo>
                    <a:pt x="1310" y="35"/>
                    <a:pt x="1312" y="35"/>
                    <a:pt x="1315" y="35"/>
                  </a:cubicBezTo>
                  <a:cubicBezTo>
                    <a:pt x="1319" y="36"/>
                    <a:pt x="1319" y="37"/>
                    <a:pt x="1319" y="35"/>
                  </a:cubicBezTo>
                  <a:cubicBezTo>
                    <a:pt x="1319" y="34"/>
                    <a:pt x="1318" y="33"/>
                    <a:pt x="1315" y="32"/>
                  </a:cubicBezTo>
                  <a:cubicBezTo>
                    <a:pt x="1312" y="32"/>
                    <a:pt x="1311" y="30"/>
                    <a:pt x="1307" y="31"/>
                  </a:cubicBezTo>
                  <a:cubicBezTo>
                    <a:pt x="1303" y="32"/>
                    <a:pt x="1300" y="32"/>
                    <a:pt x="1298" y="32"/>
                  </a:cubicBezTo>
                  <a:cubicBezTo>
                    <a:pt x="1296" y="32"/>
                    <a:pt x="1290" y="32"/>
                    <a:pt x="1290" y="32"/>
                  </a:cubicBezTo>
                  <a:cubicBezTo>
                    <a:pt x="1290" y="32"/>
                    <a:pt x="1287" y="34"/>
                    <a:pt x="1289" y="35"/>
                  </a:cubicBezTo>
                  <a:cubicBezTo>
                    <a:pt x="1290" y="37"/>
                    <a:pt x="1293" y="38"/>
                    <a:pt x="1294" y="37"/>
                  </a:cubicBezTo>
                  <a:close/>
                  <a:moveTo>
                    <a:pt x="1487" y="173"/>
                  </a:moveTo>
                  <a:cubicBezTo>
                    <a:pt x="1485" y="175"/>
                    <a:pt x="1483" y="178"/>
                    <a:pt x="1486" y="180"/>
                  </a:cubicBezTo>
                  <a:cubicBezTo>
                    <a:pt x="1488" y="182"/>
                    <a:pt x="1490" y="182"/>
                    <a:pt x="1493" y="182"/>
                  </a:cubicBezTo>
                  <a:cubicBezTo>
                    <a:pt x="1497" y="182"/>
                    <a:pt x="1500" y="182"/>
                    <a:pt x="1505" y="179"/>
                  </a:cubicBezTo>
                  <a:cubicBezTo>
                    <a:pt x="1510" y="176"/>
                    <a:pt x="1514" y="174"/>
                    <a:pt x="1517" y="173"/>
                  </a:cubicBezTo>
                  <a:cubicBezTo>
                    <a:pt x="1521" y="171"/>
                    <a:pt x="1530" y="171"/>
                    <a:pt x="1533" y="171"/>
                  </a:cubicBezTo>
                  <a:cubicBezTo>
                    <a:pt x="1536" y="171"/>
                    <a:pt x="1542" y="170"/>
                    <a:pt x="1544" y="171"/>
                  </a:cubicBezTo>
                  <a:cubicBezTo>
                    <a:pt x="1546" y="172"/>
                    <a:pt x="1547" y="170"/>
                    <a:pt x="1549" y="172"/>
                  </a:cubicBezTo>
                  <a:cubicBezTo>
                    <a:pt x="1551" y="173"/>
                    <a:pt x="1554" y="174"/>
                    <a:pt x="1555" y="172"/>
                  </a:cubicBezTo>
                  <a:cubicBezTo>
                    <a:pt x="1557" y="171"/>
                    <a:pt x="1556" y="168"/>
                    <a:pt x="1559" y="168"/>
                  </a:cubicBezTo>
                  <a:cubicBezTo>
                    <a:pt x="1562" y="168"/>
                    <a:pt x="1566" y="168"/>
                    <a:pt x="1571" y="168"/>
                  </a:cubicBezTo>
                  <a:cubicBezTo>
                    <a:pt x="1576" y="168"/>
                    <a:pt x="1578" y="168"/>
                    <a:pt x="1581" y="167"/>
                  </a:cubicBezTo>
                  <a:cubicBezTo>
                    <a:pt x="1584" y="166"/>
                    <a:pt x="1587" y="166"/>
                    <a:pt x="1590" y="166"/>
                  </a:cubicBezTo>
                  <a:cubicBezTo>
                    <a:pt x="1593" y="166"/>
                    <a:pt x="1594" y="168"/>
                    <a:pt x="1597" y="166"/>
                  </a:cubicBezTo>
                  <a:cubicBezTo>
                    <a:pt x="1600" y="163"/>
                    <a:pt x="1601" y="163"/>
                    <a:pt x="1604" y="162"/>
                  </a:cubicBezTo>
                  <a:cubicBezTo>
                    <a:pt x="1607" y="160"/>
                    <a:pt x="1608" y="157"/>
                    <a:pt x="1609" y="155"/>
                  </a:cubicBezTo>
                  <a:cubicBezTo>
                    <a:pt x="1609" y="154"/>
                    <a:pt x="1608" y="152"/>
                    <a:pt x="1607" y="150"/>
                  </a:cubicBezTo>
                  <a:cubicBezTo>
                    <a:pt x="1606" y="149"/>
                    <a:pt x="1606" y="148"/>
                    <a:pt x="1605" y="147"/>
                  </a:cubicBezTo>
                  <a:cubicBezTo>
                    <a:pt x="1605" y="145"/>
                    <a:pt x="1603" y="144"/>
                    <a:pt x="1602" y="144"/>
                  </a:cubicBezTo>
                  <a:cubicBezTo>
                    <a:pt x="1600" y="144"/>
                    <a:pt x="1598" y="144"/>
                    <a:pt x="1596" y="144"/>
                  </a:cubicBezTo>
                  <a:cubicBezTo>
                    <a:pt x="1594" y="144"/>
                    <a:pt x="1594" y="143"/>
                    <a:pt x="1591" y="143"/>
                  </a:cubicBezTo>
                  <a:cubicBezTo>
                    <a:pt x="1588" y="144"/>
                    <a:pt x="1587" y="144"/>
                    <a:pt x="1587" y="143"/>
                  </a:cubicBezTo>
                  <a:cubicBezTo>
                    <a:pt x="1587" y="142"/>
                    <a:pt x="1588" y="142"/>
                    <a:pt x="1589" y="140"/>
                  </a:cubicBezTo>
                  <a:cubicBezTo>
                    <a:pt x="1590" y="139"/>
                    <a:pt x="1591" y="137"/>
                    <a:pt x="1588" y="137"/>
                  </a:cubicBezTo>
                  <a:cubicBezTo>
                    <a:pt x="1586" y="137"/>
                    <a:pt x="1585" y="137"/>
                    <a:pt x="1582" y="137"/>
                  </a:cubicBezTo>
                  <a:cubicBezTo>
                    <a:pt x="1578" y="137"/>
                    <a:pt x="1580" y="133"/>
                    <a:pt x="1579" y="131"/>
                  </a:cubicBezTo>
                  <a:cubicBezTo>
                    <a:pt x="1579" y="130"/>
                    <a:pt x="1577" y="128"/>
                    <a:pt x="1575" y="128"/>
                  </a:cubicBezTo>
                  <a:cubicBezTo>
                    <a:pt x="1573" y="129"/>
                    <a:pt x="1573" y="126"/>
                    <a:pt x="1571" y="128"/>
                  </a:cubicBezTo>
                  <a:cubicBezTo>
                    <a:pt x="1568" y="129"/>
                    <a:pt x="1567" y="129"/>
                    <a:pt x="1566" y="130"/>
                  </a:cubicBezTo>
                  <a:cubicBezTo>
                    <a:pt x="1564" y="131"/>
                    <a:pt x="1560" y="131"/>
                    <a:pt x="1558" y="131"/>
                  </a:cubicBezTo>
                  <a:cubicBezTo>
                    <a:pt x="1556" y="132"/>
                    <a:pt x="1553" y="133"/>
                    <a:pt x="1550" y="133"/>
                  </a:cubicBezTo>
                  <a:cubicBezTo>
                    <a:pt x="1547" y="132"/>
                    <a:pt x="1550" y="131"/>
                    <a:pt x="1551" y="129"/>
                  </a:cubicBezTo>
                  <a:cubicBezTo>
                    <a:pt x="1553" y="128"/>
                    <a:pt x="1553" y="128"/>
                    <a:pt x="1554" y="126"/>
                  </a:cubicBezTo>
                  <a:cubicBezTo>
                    <a:pt x="1554" y="124"/>
                    <a:pt x="1554" y="123"/>
                    <a:pt x="1556" y="122"/>
                  </a:cubicBezTo>
                  <a:cubicBezTo>
                    <a:pt x="1558" y="122"/>
                    <a:pt x="1560" y="121"/>
                    <a:pt x="1559" y="120"/>
                  </a:cubicBezTo>
                  <a:cubicBezTo>
                    <a:pt x="1558" y="119"/>
                    <a:pt x="1557" y="119"/>
                    <a:pt x="1554" y="119"/>
                  </a:cubicBezTo>
                  <a:cubicBezTo>
                    <a:pt x="1550" y="119"/>
                    <a:pt x="1548" y="118"/>
                    <a:pt x="1547" y="117"/>
                  </a:cubicBezTo>
                  <a:cubicBezTo>
                    <a:pt x="1546" y="117"/>
                    <a:pt x="1544" y="115"/>
                    <a:pt x="1543" y="117"/>
                  </a:cubicBezTo>
                  <a:cubicBezTo>
                    <a:pt x="1543" y="119"/>
                    <a:pt x="1544" y="122"/>
                    <a:pt x="1542" y="123"/>
                  </a:cubicBezTo>
                  <a:cubicBezTo>
                    <a:pt x="1540" y="125"/>
                    <a:pt x="1539" y="126"/>
                    <a:pt x="1537" y="125"/>
                  </a:cubicBezTo>
                  <a:cubicBezTo>
                    <a:pt x="1535" y="123"/>
                    <a:pt x="1535" y="123"/>
                    <a:pt x="1534" y="121"/>
                  </a:cubicBezTo>
                  <a:cubicBezTo>
                    <a:pt x="1534" y="119"/>
                    <a:pt x="1532" y="119"/>
                    <a:pt x="1529" y="119"/>
                  </a:cubicBezTo>
                  <a:cubicBezTo>
                    <a:pt x="1527" y="120"/>
                    <a:pt x="1528" y="121"/>
                    <a:pt x="1525" y="123"/>
                  </a:cubicBezTo>
                  <a:cubicBezTo>
                    <a:pt x="1523" y="125"/>
                    <a:pt x="1521" y="126"/>
                    <a:pt x="1522" y="128"/>
                  </a:cubicBezTo>
                  <a:cubicBezTo>
                    <a:pt x="1522" y="130"/>
                    <a:pt x="1521" y="130"/>
                    <a:pt x="1521" y="131"/>
                  </a:cubicBezTo>
                  <a:cubicBezTo>
                    <a:pt x="1522" y="133"/>
                    <a:pt x="1522" y="133"/>
                    <a:pt x="1525" y="134"/>
                  </a:cubicBezTo>
                  <a:cubicBezTo>
                    <a:pt x="1527" y="135"/>
                    <a:pt x="1529" y="136"/>
                    <a:pt x="1529" y="136"/>
                  </a:cubicBezTo>
                  <a:cubicBezTo>
                    <a:pt x="1529" y="136"/>
                    <a:pt x="1526" y="137"/>
                    <a:pt x="1526" y="136"/>
                  </a:cubicBezTo>
                  <a:cubicBezTo>
                    <a:pt x="1525" y="136"/>
                    <a:pt x="1523" y="136"/>
                    <a:pt x="1520" y="136"/>
                  </a:cubicBezTo>
                  <a:cubicBezTo>
                    <a:pt x="1518" y="135"/>
                    <a:pt x="1517" y="134"/>
                    <a:pt x="1516" y="136"/>
                  </a:cubicBezTo>
                  <a:cubicBezTo>
                    <a:pt x="1516" y="138"/>
                    <a:pt x="1517" y="139"/>
                    <a:pt x="1516" y="140"/>
                  </a:cubicBezTo>
                  <a:cubicBezTo>
                    <a:pt x="1515" y="141"/>
                    <a:pt x="1513" y="142"/>
                    <a:pt x="1514" y="143"/>
                  </a:cubicBezTo>
                  <a:cubicBezTo>
                    <a:pt x="1514" y="144"/>
                    <a:pt x="1515" y="145"/>
                    <a:pt x="1517" y="146"/>
                  </a:cubicBezTo>
                  <a:cubicBezTo>
                    <a:pt x="1519" y="147"/>
                    <a:pt x="1518" y="148"/>
                    <a:pt x="1518" y="148"/>
                  </a:cubicBezTo>
                  <a:cubicBezTo>
                    <a:pt x="1517" y="148"/>
                    <a:pt x="1514" y="147"/>
                    <a:pt x="1512" y="146"/>
                  </a:cubicBezTo>
                  <a:cubicBezTo>
                    <a:pt x="1510" y="146"/>
                    <a:pt x="1508" y="144"/>
                    <a:pt x="1506" y="146"/>
                  </a:cubicBezTo>
                  <a:cubicBezTo>
                    <a:pt x="1505" y="147"/>
                    <a:pt x="1504" y="148"/>
                    <a:pt x="1504" y="149"/>
                  </a:cubicBezTo>
                  <a:cubicBezTo>
                    <a:pt x="1503" y="150"/>
                    <a:pt x="1501" y="152"/>
                    <a:pt x="1501" y="153"/>
                  </a:cubicBezTo>
                  <a:cubicBezTo>
                    <a:pt x="1499" y="156"/>
                    <a:pt x="1498" y="156"/>
                    <a:pt x="1497" y="160"/>
                  </a:cubicBezTo>
                  <a:cubicBezTo>
                    <a:pt x="1496" y="164"/>
                    <a:pt x="1495" y="165"/>
                    <a:pt x="1494" y="167"/>
                  </a:cubicBezTo>
                  <a:cubicBezTo>
                    <a:pt x="1492" y="169"/>
                    <a:pt x="1490" y="171"/>
                    <a:pt x="1487" y="173"/>
                  </a:cubicBezTo>
                  <a:close/>
                  <a:moveTo>
                    <a:pt x="1322" y="75"/>
                  </a:moveTo>
                  <a:cubicBezTo>
                    <a:pt x="1324" y="76"/>
                    <a:pt x="1327" y="75"/>
                    <a:pt x="1331" y="75"/>
                  </a:cubicBezTo>
                  <a:cubicBezTo>
                    <a:pt x="1335" y="75"/>
                    <a:pt x="1340" y="73"/>
                    <a:pt x="1342" y="73"/>
                  </a:cubicBezTo>
                  <a:cubicBezTo>
                    <a:pt x="1345" y="73"/>
                    <a:pt x="1350" y="74"/>
                    <a:pt x="1353" y="74"/>
                  </a:cubicBezTo>
                  <a:cubicBezTo>
                    <a:pt x="1357" y="74"/>
                    <a:pt x="1357" y="75"/>
                    <a:pt x="1357" y="77"/>
                  </a:cubicBezTo>
                  <a:cubicBezTo>
                    <a:pt x="1357" y="78"/>
                    <a:pt x="1356" y="78"/>
                    <a:pt x="1352" y="78"/>
                  </a:cubicBezTo>
                  <a:cubicBezTo>
                    <a:pt x="1349" y="78"/>
                    <a:pt x="1349" y="78"/>
                    <a:pt x="1347" y="77"/>
                  </a:cubicBezTo>
                  <a:cubicBezTo>
                    <a:pt x="1345" y="76"/>
                    <a:pt x="1341" y="77"/>
                    <a:pt x="1340" y="77"/>
                  </a:cubicBezTo>
                  <a:cubicBezTo>
                    <a:pt x="1340" y="78"/>
                    <a:pt x="1343" y="79"/>
                    <a:pt x="1344" y="80"/>
                  </a:cubicBezTo>
                  <a:cubicBezTo>
                    <a:pt x="1346" y="82"/>
                    <a:pt x="1347" y="82"/>
                    <a:pt x="1351" y="84"/>
                  </a:cubicBezTo>
                  <a:cubicBezTo>
                    <a:pt x="1354" y="85"/>
                    <a:pt x="1354" y="85"/>
                    <a:pt x="1358" y="87"/>
                  </a:cubicBezTo>
                  <a:cubicBezTo>
                    <a:pt x="1362" y="89"/>
                    <a:pt x="1364" y="88"/>
                    <a:pt x="1366" y="88"/>
                  </a:cubicBezTo>
                  <a:cubicBezTo>
                    <a:pt x="1369" y="88"/>
                    <a:pt x="1371" y="88"/>
                    <a:pt x="1375" y="87"/>
                  </a:cubicBezTo>
                  <a:cubicBezTo>
                    <a:pt x="1378" y="87"/>
                    <a:pt x="1385" y="84"/>
                    <a:pt x="1388" y="84"/>
                  </a:cubicBezTo>
                  <a:cubicBezTo>
                    <a:pt x="1391" y="83"/>
                    <a:pt x="1395" y="82"/>
                    <a:pt x="1398" y="80"/>
                  </a:cubicBezTo>
                  <a:cubicBezTo>
                    <a:pt x="1402" y="79"/>
                    <a:pt x="1404" y="79"/>
                    <a:pt x="1409" y="79"/>
                  </a:cubicBezTo>
                  <a:cubicBezTo>
                    <a:pt x="1414" y="79"/>
                    <a:pt x="1415" y="78"/>
                    <a:pt x="1418" y="77"/>
                  </a:cubicBezTo>
                  <a:cubicBezTo>
                    <a:pt x="1421" y="76"/>
                    <a:pt x="1432" y="78"/>
                    <a:pt x="1434" y="78"/>
                  </a:cubicBezTo>
                  <a:cubicBezTo>
                    <a:pt x="1436" y="77"/>
                    <a:pt x="1435" y="76"/>
                    <a:pt x="1436" y="74"/>
                  </a:cubicBezTo>
                  <a:cubicBezTo>
                    <a:pt x="1436" y="72"/>
                    <a:pt x="1438" y="70"/>
                    <a:pt x="1437" y="68"/>
                  </a:cubicBezTo>
                  <a:cubicBezTo>
                    <a:pt x="1436" y="67"/>
                    <a:pt x="1435" y="66"/>
                    <a:pt x="1434" y="64"/>
                  </a:cubicBezTo>
                  <a:cubicBezTo>
                    <a:pt x="1434" y="63"/>
                    <a:pt x="1434" y="62"/>
                    <a:pt x="1436" y="59"/>
                  </a:cubicBezTo>
                  <a:cubicBezTo>
                    <a:pt x="1437" y="57"/>
                    <a:pt x="1443" y="58"/>
                    <a:pt x="1445" y="58"/>
                  </a:cubicBezTo>
                  <a:cubicBezTo>
                    <a:pt x="1448" y="58"/>
                    <a:pt x="1451" y="58"/>
                    <a:pt x="1452" y="57"/>
                  </a:cubicBezTo>
                  <a:cubicBezTo>
                    <a:pt x="1452" y="57"/>
                    <a:pt x="1451" y="54"/>
                    <a:pt x="1448" y="53"/>
                  </a:cubicBezTo>
                  <a:cubicBezTo>
                    <a:pt x="1445" y="51"/>
                    <a:pt x="1445" y="50"/>
                    <a:pt x="1440" y="47"/>
                  </a:cubicBezTo>
                  <a:cubicBezTo>
                    <a:pt x="1435" y="44"/>
                    <a:pt x="1436" y="45"/>
                    <a:pt x="1431" y="43"/>
                  </a:cubicBezTo>
                  <a:cubicBezTo>
                    <a:pt x="1427" y="40"/>
                    <a:pt x="1425" y="38"/>
                    <a:pt x="1424" y="35"/>
                  </a:cubicBezTo>
                  <a:cubicBezTo>
                    <a:pt x="1423" y="34"/>
                    <a:pt x="1420" y="34"/>
                    <a:pt x="1417" y="32"/>
                  </a:cubicBezTo>
                  <a:cubicBezTo>
                    <a:pt x="1415" y="31"/>
                    <a:pt x="1411" y="28"/>
                    <a:pt x="1408" y="28"/>
                  </a:cubicBezTo>
                  <a:cubicBezTo>
                    <a:pt x="1405" y="28"/>
                    <a:pt x="1405" y="29"/>
                    <a:pt x="1401" y="28"/>
                  </a:cubicBezTo>
                  <a:cubicBezTo>
                    <a:pt x="1398" y="27"/>
                    <a:pt x="1396" y="28"/>
                    <a:pt x="1394" y="29"/>
                  </a:cubicBezTo>
                  <a:cubicBezTo>
                    <a:pt x="1393" y="31"/>
                    <a:pt x="1394" y="30"/>
                    <a:pt x="1393" y="32"/>
                  </a:cubicBezTo>
                  <a:cubicBezTo>
                    <a:pt x="1392" y="34"/>
                    <a:pt x="1390" y="34"/>
                    <a:pt x="1389" y="35"/>
                  </a:cubicBezTo>
                  <a:cubicBezTo>
                    <a:pt x="1387" y="37"/>
                    <a:pt x="1384" y="38"/>
                    <a:pt x="1380" y="38"/>
                  </a:cubicBezTo>
                  <a:cubicBezTo>
                    <a:pt x="1376" y="39"/>
                    <a:pt x="1374" y="39"/>
                    <a:pt x="1370" y="40"/>
                  </a:cubicBezTo>
                  <a:cubicBezTo>
                    <a:pt x="1366" y="41"/>
                    <a:pt x="1363" y="41"/>
                    <a:pt x="1361" y="41"/>
                  </a:cubicBezTo>
                  <a:cubicBezTo>
                    <a:pt x="1359" y="41"/>
                    <a:pt x="1358" y="41"/>
                    <a:pt x="1355" y="44"/>
                  </a:cubicBezTo>
                  <a:cubicBezTo>
                    <a:pt x="1352" y="46"/>
                    <a:pt x="1354" y="46"/>
                    <a:pt x="1351" y="46"/>
                  </a:cubicBezTo>
                  <a:cubicBezTo>
                    <a:pt x="1348" y="46"/>
                    <a:pt x="1347" y="47"/>
                    <a:pt x="1344" y="48"/>
                  </a:cubicBezTo>
                  <a:cubicBezTo>
                    <a:pt x="1341" y="50"/>
                    <a:pt x="1341" y="51"/>
                    <a:pt x="1341" y="52"/>
                  </a:cubicBezTo>
                  <a:cubicBezTo>
                    <a:pt x="1341" y="54"/>
                    <a:pt x="1345" y="55"/>
                    <a:pt x="1346" y="58"/>
                  </a:cubicBezTo>
                  <a:cubicBezTo>
                    <a:pt x="1348" y="60"/>
                    <a:pt x="1347" y="63"/>
                    <a:pt x="1345" y="66"/>
                  </a:cubicBezTo>
                  <a:cubicBezTo>
                    <a:pt x="1342" y="68"/>
                    <a:pt x="1340" y="66"/>
                    <a:pt x="1337" y="66"/>
                  </a:cubicBezTo>
                  <a:cubicBezTo>
                    <a:pt x="1334" y="66"/>
                    <a:pt x="1332" y="67"/>
                    <a:pt x="1331" y="68"/>
                  </a:cubicBezTo>
                  <a:cubicBezTo>
                    <a:pt x="1330" y="70"/>
                    <a:pt x="1332" y="71"/>
                    <a:pt x="1329" y="71"/>
                  </a:cubicBezTo>
                  <a:cubicBezTo>
                    <a:pt x="1326" y="71"/>
                    <a:pt x="1325" y="71"/>
                    <a:pt x="1324" y="72"/>
                  </a:cubicBezTo>
                  <a:cubicBezTo>
                    <a:pt x="1322" y="73"/>
                    <a:pt x="1320" y="73"/>
                    <a:pt x="1322" y="75"/>
                  </a:cubicBezTo>
                  <a:close/>
                  <a:moveTo>
                    <a:pt x="1448" y="84"/>
                  </a:moveTo>
                  <a:cubicBezTo>
                    <a:pt x="1447" y="83"/>
                    <a:pt x="1444" y="82"/>
                    <a:pt x="1442" y="82"/>
                  </a:cubicBezTo>
                  <a:cubicBezTo>
                    <a:pt x="1441" y="82"/>
                    <a:pt x="1437" y="83"/>
                    <a:pt x="1434" y="83"/>
                  </a:cubicBezTo>
                  <a:cubicBezTo>
                    <a:pt x="1431" y="84"/>
                    <a:pt x="1428" y="84"/>
                    <a:pt x="1424" y="85"/>
                  </a:cubicBezTo>
                  <a:cubicBezTo>
                    <a:pt x="1421" y="86"/>
                    <a:pt x="1420" y="86"/>
                    <a:pt x="1418" y="86"/>
                  </a:cubicBezTo>
                  <a:cubicBezTo>
                    <a:pt x="1416" y="86"/>
                    <a:pt x="1413" y="87"/>
                    <a:pt x="1411" y="86"/>
                  </a:cubicBezTo>
                  <a:cubicBezTo>
                    <a:pt x="1408" y="86"/>
                    <a:pt x="1406" y="86"/>
                    <a:pt x="1403" y="86"/>
                  </a:cubicBezTo>
                  <a:cubicBezTo>
                    <a:pt x="1400" y="87"/>
                    <a:pt x="1399" y="88"/>
                    <a:pt x="1398" y="88"/>
                  </a:cubicBezTo>
                  <a:cubicBezTo>
                    <a:pt x="1397" y="88"/>
                    <a:pt x="1396" y="88"/>
                    <a:pt x="1394" y="87"/>
                  </a:cubicBezTo>
                  <a:cubicBezTo>
                    <a:pt x="1392" y="87"/>
                    <a:pt x="1392" y="87"/>
                    <a:pt x="1390" y="88"/>
                  </a:cubicBezTo>
                  <a:cubicBezTo>
                    <a:pt x="1388" y="89"/>
                    <a:pt x="1388" y="90"/>
                    <a:pt x="1386" y="91"/>
                  </a:cubicBezTo>
                  <a:cubicBezTo>
                    <a:pt x="1384" y="91"/>
                    <a:pt x="1384" y="91"/>
                    <a:pt x="1381" y="91"/>
                  </a:cubicBezTo>
                  <a:cubicBezTo>
                    <a:pt x="1379" y="90"/>
                    <a:pt x="1378" y="92"/>
                    <a:pt x="1377" y="93"/>
                  </a:cubicBezTo>
                  <a:cubicBezTo>
                    <a:pt x="1376" y="95"/>
                    <a:pt x="1378" y="95"/>
                    <a:pt x="1379" y="96"/>
                  </a:cubicBezTo>
                  <a:cubicBezTo>
                    <a:pt x="1381" y="98"/>
                    <a:pt x="1382" y="99"/>
                    <a:pt x="1381" y="100"/>
                  </a:cubicBezTo>
                  <a:cubicBezTo>
                    <a:pt x="1380" y="101"/>
                    <a:pt x="1378" y="100"/>
                    <a:pt x="1376" y="100"/>
                  </a:cubicBezTo>
                  <a:cubicBezTo>
                    <a:pt x="1374" y="100"/>
                    <a:pt x="1370" y="102"/>
                    <a:pt x="1367" y="104"/>
                  </a:cubicBezTo>
                  <a:cubicBezTo>
                    <a:pt x="1364" y="105"/>
                    <a:pt x="1362" y="107"/>
                    <a:pt x="1360" y="109"/>
                  </a:cubicBezTo>
                  <a:cubicBezTo>
                    <a:pt x="1357" y="111"/>
                    <a:pt x="1355" y="111"/>
                    <a:pt x="1354" y="111"/>
                  </a:cubicBezTo>
                  <a:cubicBezTo>
                    <a:pt x="1353" y="111"/>
                    <a:pt x="1349" y="110"/>
                    <a:pt x="1349" y="111"/>
                  </a:cubicBezTo>
                  <a:cubicBezTo>
                    <a:pt x="1350" y="112"/>
                    <a:pt x="1352" y="113"/>
                    <a:pt x="1353" y="114"/>
                  </a:cubicBezTo>
                  <a:cubicBezTo>
                    <a:pt x="1354" y="115"/>
                    <a:pt x="1356" y="115"/>
                    <a:pt x="1357" y="114"/>
                  </a:cubicBezTo>
                  <a:cubicBezTo>
                    <a:pt x="1358" y="113"/>
                    <a:pt x="1361" y="112"/>
                    <a:pt x="1363" y="111"/>
                  </a:cubicBezTo>
                  <a:cubicBezTo>
                    <a:pt x="1364" y="109"/>
                    <a:pt x="1366" y="109"/>
                    <a:pt x="1368" y="109"/>
                  </a:cubicBezTo>
                  <a:cubicBezTo>
                    <a:pt x="1369" y="110"/>
                    <a:pt x="1370" y="111"/>
                    <a:pt x="1370" y="112"/>
                  </a:cubicBezTo>
                  <a:cubicBezTo>
                    <a:pt x="1370" y="114"/>
                    <a:pt x="1368" y="114"/>
                    <a:pt x="1369" y="115"/>
                  </a:cubicBezTo>
                  <a:cubicBezTo>
                    <a:pt x="1370" y="116"/>
                    <a:pt x="1373" y="116"/>
                    <a:pt x="1375" y="115"/>
                  </a:cubicBezTo>
                  <a:cubicBezTo>
                    <a:pt x="1377" y="115"/>
                    <a:pt x="1379" y="116"/>
                    <a:pt x="1379" y="117"/>
                  </a:cubicBezTo>
                  <a:cubicBezTo>
                    <a:pt x="1379" y="119"/>
                    <a:pt x="1378" y="121"/>
                    <a:pt x="1378" y="123"/>
                  </a:cubicBezTo>
                  <a:cubicBezTo>
                    <a:pt x="1378" y="124"/>
                    <a:pt x="1379" y="125"/>
                    <a:pt x="1381" y="125"/>
                  </a:cubicBezTo>
                  <a:cubicBezTo>
                    <a:pt x="1382" y="126"/>
                    <a:pt x="1384" y="127"/>
                    <a:pt x="1386" y="129"/>
                  </a:cubicBezTo>
                  <a:cubicBezTo>
                    <a:pt x="1387" y="130"/>
                    <a:pt x="1386" y="131"/>
                    <a:pt x="1388" y="132"/>
                  </a:cubicBezTo>
                  <a:cubicBezTo>
                    <a:pt x="1391" y="133"/>
                    <a:pt x="1393" y="133"/>
                    <a:pt x="1395" y="133"/>
                  </a:cubicBezTo>
                  <a:cubicBezTo>
                    <a:pt x="1397" y="133"/>
                    <a:pt x="1401" y="132"/>
                    <a:pt x="1404" y="132"/>
                  </a:cubicBezTo>
                  <a:cubicBezTo>
                    <a:pt x="1407" y="132"/>
                    <a:pt x="1406" y="134"/>
                    <a:pt x="1407" y="135"/>
                  </a:cubicBezTo>
                  <a:cubicBezTo>
                    <a:pt x="1408" y="136"/>
                    <a:pt x="1410" y="136"/>
                    <a:pt x="1413" y="136"/>
                  </a:cubicBezTo>
                  <a:cubicBezTo>
                    <a:pt x="1416" y="136"/>
                    <a:pt x="1421" y="136"/>
                    <a:pt x="1426" y="136"/>
                  </a:cubicBezTo>
                  <a:cubicBezTo>
                    <a:pt x="1430" y="137"/>
                    <a:pt x="1430" y="137"/>
                    <a:pt x="1433" y="139"/>
                  </a:cubicBezTo>
                  <a:cubicBezTo>
                    <a:pt x="1436" y="141"/>
                    <a:pt x="1437" y="141"/>
                    <a:pt x="1440" y="143"/>
                  </a:cubicBezTo>
                  <a:cubicBezTo>
                    <a:pt x="1442" y="144"/>
                    <a:pt x="1446" y="144"/>
                    <a:pt x="1449" y="145"/>
                  </a:cubicBezTo>
                  <a:cubicBezTo>
                    <a:pt x="1452" y="145"/>
                    <a:pt x="1457" y="145"/>
                    <a:pt x="1460" y="145"/>
                  </a:cubicBezTo>
                  <a:cubicBezTo>
                    <a:pt x="1462" y="145"/>
                    <a:pt x="1470" y="145"/>
                    <a:pt x="1476" y="145"/>
                  </a:cubicBezTo>
                  <a:cubicBezTo>
                    <a:pt x="1481" y="145"/>
                    <a:pt x="1482" y="144"/>
                    <a:pt x="1483" y="142"/>
                  </a:cubicBezTo>
                  <a:cubicBezTo>
                    <a:pt x="1485" y="140"/>
                    <a:pt x="1489" y="141"/>
                    <a:pt x="1491" y="140"/>
                  </a:cubicBezTo>
                  <a:cubicBezTo>
                    <a:pt x="1493" y="139"/>
                    <a:pt x="1493" y="137"/>
                    <a:pt x="1493" y="136"/>
                  </a:cubicBezTo>
                  <a:cubicBezTo>
                    <a:pt x="1492" y="134"/>
                    <a:pt x="1492" y="133"/>
                    <a:pt x="1489" y="131"/>
                  </a:cubicBezTo>
                  <a:cubicBezTo>
                    <a:pt x="1487" y="129"/>
                    <a:pt x="1487" y="130"/>
                    <a:pt x="1484" y="128"/>
                  </a:cubicBezTo>
                  <a:cubicBezTo>
                    <a:pt x="1481" y="126"/>
                    <a:pt x="1477" y="123"/>
                    <a:pt x="1478" y="122"/>
                  </a:cubicBezTo>
                  <a:cubicBezTo>
                    <a:pt x="1479" y="122"/>
                    <a:pt x="1484" y="123"/>
                    <a:pt x="1485" y="123"/>
                  </a:cubicBezTo>
                  <a:cubicBezTo>
                    <a:pt x="1487" y="123"/>
                    <a:pt x="1489" y="121"/>
                    <a:pt x="1489" y="117"/>
                  </a:cubicBezTo>
                  <a:cubicBezTo>
                    <a:pt x="1489" y="114"/>
                    <a:pt x="1491" y="112"/>
                    <a:pt x="1491" y="109"/>
                  </a:cubicBezTo>
                  <a:cubicBezTo>
                    <a:pt x="1490" y="106"/>
                    <a:pt x="1491" y="105"/>
                    <a:pt x="1493" y="103"/>
                  </a:cubicBezTo>
                  <a:cubicBezTo>
                    <a:pt x="1495" y="102"/>
                    <a:pt x="1496" y="99"/>
                    <a:pt x="1495" y="98"/>
                  </a:cubicBezTo>
                  <a:cubicBezTo>
                    <a:pt x="1495" y="97"/>
                    <a:pt x="1493" y="97"/>
                    <a:pt x="1490" y="95"/>
                  </a:cubicBezTo>
                  <a:cubicBezTo>
                    <a:pt x="1487" y="94"/>
                    <a:pt x="1487" y="93"/>
                    <a:pt x="1483" y="90"/>
                  </a:cubicBezTo>
                  <a:cubicBezTo>
                    <a:pt x="1478" y="87"/>
                    <a:pt x="1478" y="88"/>
                    <a:pt x="1476" y="87"/>
                  </a:cubicBezTo>
                  <a:cubicBezTo>
                    <a:pt x="1474" y="87"/>
                    <a:pt x="1472" y="88"/>
                    <a:pt x="1469" y="89"/>
                  </a:cubicBezTo>
                  <a:cubicBezTo>
                    <a:pt x="1466" y="91"/>
                    <a:pt x="1463" y="92"/>
                    <a:pt x="1461" y="92"/>
                  </a:cubicBezTo>
                  <a:cubicBezTo>
                    <a:pt x="1458" y="93"/>
                    <a:pt x="1457" y="93"/>
                    <a:pt x="1454" y="95"/>
                  </a:cubicBezTo>
                  <a:cubicBezTo>
                    <a:pt x="1450" y="98"/>
                    <a:pt x="1452" y="100"/>
                    <a:pt x="1450" y="101"/>
                  </a:cubicBezTo>
                  <a:cubicBezTo>
                    <a:pt x="1449" y="102"/>
                    <a:pt x="1447" y="101"/>
                    <a:pt x="1443" y="102"/>
                  </a:cubicBezTo>
                  <a:cubicBezTo>
                    <a:pt x="1439" y="102"/>
                    <a:pt x="1440" y="104"/>
                    <a:pt x="1438" y="104"/>
                  </a:cubicBezTo>
                  <a:cubicBezTo>
                    <a:pt x="1436" y="103"/>
                    <a:pt x="1438" y="102"/>
                    <a:pt x="1440" y="100"/>
                  </a:cubicBezTo>
                  <a:cubicBezTo>
                    <a:pt x="1442" y="98"/>
                    <a:pt x="1442" y="98"/>
                    <a:pt x="1443" y="96"/>
                  </a:cubicBezTo>
                  <a:cubicBezTo>
                    <a:pt x="1443" y="94"/>
                    <a:pt x="1447" y="93"/>
                    <a:pt x="1449" y="91"/>
                  </a:cubicBezTo>
                  <a:cubicBezTo>
                    <a:pt x="1451" y="90"/>
                    <a:pt x="1452" y="89"/>
                    <a:pt x="1453" y="88"/>
                  </a:cubicBezTo>
                  <a:cubicBezTo>
                    <a:pt x="1454" y="87"/>
                    <a:pt x="1453" y="88"/>
                    <a:pt x="1452" y="86"/>
                  </a:cubicBezTo>
                  <a:cubicBezTo>
                    <a:pt x="1450" y="85"/>
                    <a:pt x="1449" y="86"/>
                    <a:pt x="1448" y="84"/>
                  </a:cubicBezTo>
                  <a:close/>
                  <a:moveTo>
                    <a:pt x="1332" y="105"/>
                  </a:moveTo>
                  <a:cubicBezTo>
                    <a:pt x="1333" y="106"/>
                    <a:pt x="1336" y="105"/>
                    <a:pt x="1337" y="104"/>
                  </a:cubicBezTo>
                  <a:cubicBezTo>
                    <a:pt x="1338" y="103"/>
                    <a:pt x="1341" y="104"/>
                    <a:pt x="1344" y="104"/>
                  </a:cubicBezTo>
                  <a:cubicBezTo>
                    <a:pt x="1347" y="104"/>
                    <a:pt x="1349" y="103"/>
                    <a:pt x="1350" y="102"/>
                  </a:cubicBezTo>
                  <a:cubicBezTo>
                    <a:pt x="1351" y="101"/>
                    <a:pt x="1354" y="100"/>
                    <a:pt x="1356" y="98"/>
                  </a:cubicBezTo>
                  <a:cubicBezTo>
                    <a:pt x="1358" y="96"/>
                    <a:pt x="1360" y="97"/>
                    <a:pt x="1362" y="97"/>
                  </a:cubicBezTo>
                  <a:cubicBezTo>
                    <a:pt x="1364" y="96"/>
                    <a:pt x="1365" y="94"/>
                    <a:pt x="1364" y="94"/>
                  </a:cubicBezTo>
                  <a:cubicBezTo>
                    <a:pt x="1364" y="93"/>
                    <a:pt x="1363" y="93"/>
                    <a:pt x="1360" y="92"/>
                  </a:cubicBezTo>
                  <a:cubicBezTo>
                    <a:pt x="1357" y="90"/>
                    <a:pt x="1357" y="90"/>
                    <a:pt x="1353" y="89"/>
                  </a:cubicBezTo>
                  <a:cubicBezTo>
                    <a:pt x="1349" y="88"/>
                    <a:pt x="1346" y="89"/>
                    <a:pt x="1343" y="89"/>
                  </a:cubicBezTo>
                  <a:cubicBezTo>
                    <a:pt x="1339" y="89"/>
                    <a:pt x="1336" y="89"/>
                    <a:pt x="1333" y="89"/>
                  </a:cubicBezTo>
                  <a:cubicBezTo>
                    <a:pt x="1330" y="88"/>
                    <a:pt x="1330" y="89"/>
                    <a:pt x="1325" y="88"/>
                  </a:cubicBezTo>
                  <a:cubicBezTo>
                    <a:pt x="1322" y="87"/>
                    <a:pt x="1315" y="88"/>
                    <a:pt x="1313" y="87"/>
                  </a:cubicBezTo>
                  <a:cubicBezTo>
                    <a:pt x="1310" y="86"/>
                    <a:pt x="1307" y="86"/>
                    <a:pt x="1307" y="88"/>
                  </a:cubicBezTo>
                  <a:cubicBezTo>
                    <a:pt x="1308" y="90"/>
                    <a:pt x="1310" y="90"/>
                    <a:pt x="1310" y="92"/>
                  </a:cubicBezTo>
                  <a:cubicBezTo>
                    <a:pt x="1311" y="93"/>
                    <a:pt x="1312" y="95"/>
                    <a:pt x="1314" y="96"/>
                  </a:cubicBezTo>
                  <a:cubicBezTo>
                    <a:pt x="1316" y="97"/>
                    <a:pt x="1317" y="97"/>
                    <a:pt x="1319" y="97"/>
                  </a:cubicBezTo>
                  <a:cubicBezTo>
                    <a:pt x="1320" y="98"/>
                    <a:pt x="1323" y="99"/>
                    <a:pt x="1325" y="98"/>
                  </a:cubicBezTo>
                  <a:cubicBezTo>
                    <a:pt x="1327" y="98"/>
                    <a:pt x="1332" y="99"/>
                    <a:pt x="1331" y="100"/>
                  </a:cubicBezTo>
                  <a:cubicBezTo>
                    <a:pt x="1330" y="101"/>
                    <a:pt x="1331" y="104"/>
                    <a:pt x="1332" y="105"/>
                  </a:cubicBezTo>
                  <a:close/>
                  <a:moveTo>
                    <a:pt x="2820" y="879"/>
                  </a:moveTo>
                  <a:cubicBezTo>
                    <a:pt x="2821" y="878"/>
                    <a:pt x="2820" y="877"/>
                    <a:pt x="2823" y="876"/>
                  </a:cubicBezTo>
                  <a:cubicBezTo>
                    <a:pt x="2826" y="876"/>
                    <a:pt x="2829" y="874"/>
                    <a:pt x="2829" y="872"/>
                  </a:cubicBezTo>
                  <a:cubicBezTo>
                    <a:pt x="2829" y="870"/>
                    <a:pt x="2828" y="870"/>
                    <a:pt x="2828" y="868"/>
                  </a:cubicBezTo>
                  <a:cubicBezTo>
                    <a:pt x="2828" y="866"/>
                    <a:pt x="2829" y="866"/>
                    <a:pt x="2827" y="865"/>
                  </a:cubicBezTo>
                  <a:cubicBezTo>
                    <a:pt x="2825" y="864"/>
                    <a:pt x="2822" y="864"/>
                    <a:pt x="2819" y="866"/>
                  </a:cubicBezTo>
                  <a:cubicBezTo>
                    <a:pt x="2816" y="868"/>
                    <a:pt x="2817" y="868"/>
                    <a:pt x="2814" y="868"/>
                  </a:cubicBezTo>
                  <a:cubicBezTo>
                    <a:pt x="2811" y="869"/>
                    <a:pt x="2809" y="869"/>
                    <a:pt x="2810" y="870"/>
                  </a:cubicBezTo>
                  <a:cubicBezTo>
                    <a:pt x="2810" y="871"/>
                    <a:pt x="2811" y="871"/>
                    <a:pt x="2812" y="871"/>
                  </a:cubicBezTo>
                  <a:cubicBezTo>
                    <a:pt x="2813" y="872"/>
                    <a:pt x="2815" y="873"/>
                    <a:pt x="2813" y="874"/>
                  </a:cubicBezTo>
                  <a:cubicBezTo>
                    <a:pt x="2811" y="875"/>
                    <a:pt x="2810" y="874"/>
                    <a:pt x="2810" y="876"/>
                  </a:cubicBezTo>
                  <a:cubicBezTo>
                    <a:pt x="2810" y="878"/>
                    <a:pt x="2810" y="879"/>
                    <a:pt x="2809" y="881"/>
                  </a:cubicBezTo>
                  <a:cubicBezTo>
                    <a:pt x="2807" y="882"/>
                    <a:pt x="2806" y="881"/>
                    <a:pt x="2805" y="883"/>
                  </a:cubicBezTo>
                  <a:cubicBezTo>
                    <a:pt x="2803" y="884"/>
                    <a:pt x="2801" y="885"/>
                    <a:pt x="2803" y="886"/>
                  </a:cubicBezTo>
                  <a:cubicBezTo>
                    <a:pt x="2806" y="887"/>
                    <a:pt x="2808" y="887"/>
                    <a:pt x="2810" y="884"/>
                  </a:cubicBezTo>
                  <a:cubicBezTo>
                    <a:pt x="2811" y="882"/>
                    <a:pt x="2810" y="880"/>
                    <a:pt x="2814" y="880"/>
                  </a:cubicBezTo>
                  <a:cubicBezTo>
                    <a:pt x="2818" y="879"/>
                    <a:pt x="2820" y="879"/>
                    <a:pt x="2820" y="879"/>
                  </a:cubicBezTo>
                  <a:close/>
                  <a:moveTo>
                    <a:pt x="2263" y="304"/>
                  </a:moveTo>
                  <a:cubicBezTo>
                    <a:pt x="2266" y="306"/>
                    <a:pt x="2268" y="309"/>
                    <a:pt x="2270" y="311"/>
                  </a:cubicBezTo>
                  <a:cubicBezTo>
                    <a:pt x="2272" y="313"/>
                    <a:pt x="2276" y="315"/>
                    <a:pt x="2278" y="316"/>
                  </a:cubicBezTo>
                  <a:cubicBezTo>
                    <a:pt x="2280" y="316"/>
                    <a:pt x="2285" y="318"/>
                    <a:pt x="2288" y="319"/>
                  </a:cubicBezTo>
                  <a:cubicBezTo>
                    <a:pt x="2290" y="320"/>
                    <a:pt x="2294" y="322"/>
                    <a:pt x="2297" y="323"/>
                  </a:cubicBezTo>
                  <a:cubicBezTo>
                    <a:pt x="2300" y="324"/>
                    <a:pt x="2302" y="322"/>
                    <a:pt x="2305" y="321"/>
                  </a:cubicBezTo>
                  <a:cubicBezTo>
                    <a:pt x="2308" y="320"/>
                    <a:pt x="2311" y="318"/>
                    <a:pt x="2311" y="317"/>
                  </a:cubicBezTo>
                  <a:cubicBezTo>
                    <a:pt x="2312" y="316"/>
                    <a:pt x="2309" y="313"/>
                    <a:pt x="2309" y="312"/>
                  </a:cubicBezTo>
                  <a:cubicBezTo>
                    <a:pt x="2310" y="310"/>
                    <a:pt x="2314" y="311"/>
                    <a:pt x="2316" y="311"/>
                  </a:cubicBezTo>
                  <a:cubicBezTo>
                    <a:pt x="2319" y="311"/>
                    <a:pt x="2319" y="313"/>
                    <a:pt x="2321" y="315"/>
                  </a:cubicBezTo>
                  <a:cubicBezTo>
                    <a:pt x="2322" y="316"/>
                    <a:pt x="2324" y="316"/>
                    <a:pt x="2325" y="316"/>
                  </a:cubicBezTo>
                  <a:cubicBezTo>
                    <a:pt x="2327" y="315"/>
                    <a:pt x="2331" y="315"/>
                    <a:pt x="2335" y="314"/>
                  </a:cubicBezTo>
                  <a:cubicBezTo>
                    <a:pt x="2338" y="312"/>
                    <a:pt x="2341" y="313"/>
                    <a:pt x="2345" y="312"/>
                  </a:cubicBezTo>
                  <a:cubicBezTo>
                    <a:pt x="2349" y="310"/>
                    <a:pt x="2351" y="311"/>
                    <a:pt x="2354" y="310"/>
                  </a:cubicBezTo>
                  <a:cubicBezTo>
                    <a:pt x="2357" y="309"/>
                    <a:pt x="2358" y="309"/>
                    <a:pt x="2360" y="308"/>
                  </a:cubicBezTo>
                  <a:cubicBezTo>
                    <a:pt x="2362" y="307"/>
                    <a:pt x="2366" y="308"/>
                    <a:pt x="2367" y="310"/>
                  </a:cubicBezTo>
                  <a:cubicBezTo>
                    <a:pt x="2367" y="311"/>
                    <a:pt x="2364" y="311"/>
                    <a:pt x="2364" y="313"/>
                  </a:cubicBezTo>
                  <a:cubicBezTo>
                    <a:pt x="2364" y="315"/>
                    <a:pt x="2368" y="316"/>
                    <a:pt x="2370" y="317"/>
                  </a:cubicBezTo>
                  <a:cubicBezTo>
                    <a:pt x="2373" y="318"/>
                    <a:pt x="2374" y="317"/>
                    <a:pt x="2375" y="316"/>
                  </a:cubicBezTo>
                  <a:cubicBezTo>
                    <a:pt x="2377" y="315"/>
                    <a:pt x="2377" y="313"/>
                    <a:pt x="2378" y="313"/>
                  </a:cubicBezTo>
                  <a:cubicBezTo>
                    <a:pt x="2380" y="312"/>
                    <a:pt x="2385" y="313"/>
                    <a:pt x="2388" y="313"/>
                  </a:cubicBezTo>
                  <a:cubicBezTo>
                    <a:pt x="2392" y="313"/>
                    <a:pt x="2394" y="313"/>
                    <a:pt x="2394" y="312"/>
                  </a:cubicBezTo>
                  <a:cubicBezTo>
                    <a:pt x="2394" y="310"/>
                    <a:pt x="2391" y="310"/>
                    <a:pt x="2389" y="309"/>
                  </a:cubicBezTo>
                  <a:cubicBezTo>
                    <a:pt x="2386" y="309"/>
                    <a:pt x="2384" y="308"/>
                    <a:pt x="2381" y="306"/>
                  </a:cubicBezTo>
                  <a:cubicBezTo>
                    <a:pt x="2378" y="305"/>
                    <a:pt x="2377" y="304"/>
                    <a:pt x="2374" y="303"/>
                  </a:cubicBezTo>
                  <a:cubicBezTo>
                    <a:pt x="2371" y="301"/>
                    <a:pt x="2370" y="301"/>
                    <a:pt x="2368" y="299"/>
                  </a:cubicBezTo>
                  <a:cubicBezTo>
                    <a:pt x="2367" y="296"/>
                    <a:pt x="2367" y="295"/>
                    <a:pt x="2365" y="292"/>
                  </a:cubicBezTo>
                  <a:cubicBezTo>
                    <a:pt x="2363" y="289"/>
                    <a:pt x="2364" y="287"/>
                    <a:pt x="2365" y="285"/>
                  </a:cubicBezTo>
                  <a:cubicBezTo>
                    <a:pt x="2366" y="283"/>
                    <a:pt x="2367" y="283"/>
                    <a:pt x="2369" y="281"/>
                  </a:cubicBezTo>
                  <a:cubicBezTo>
                    <a:pt x="2370" y="280"/>
                    <a:pt x="2371" y="281"/>
                    <a:pt x="2374" y="281"/>
                  </a:cubicBezTo>
                  <a:cubicBezTo>
                    <a:pt x="2378" y="281"/>
                    <a:pt x="2378" y="281"/>
                    <a:pt x="2380" y="281"/>
                  </a:cubicBezTo>
                  <a:cubicBezTo>
                    <a:pt x="2383" y="281"/>
                    <a:pt x="2383" y="286"/>
                    <a:pt x="2383" y="287"/>
                  </a:cubicBezTo>
                  <a:cubicBezTo>
                    <a:pt x="2382" y="288"/>
                    <a:pt x="2381" y="288"/>
                    <a:pt x="2377" y="288"/>
                  </a:cubicBezTo>
                  <a:cubicBezTo>
                    <a:pt x="2374" y="289"/>
                    <a:pt x="2373" y="290"/>
                    <a:pt x="2373" y="291"/>
                  </a:cubicBezTo>
                  <a:cubicBezTo>
                    <a:pt x="2373" y="292"/>
                    <a:pt x="2374" y="294"/>
                    <a:pt x="2376" y="296"/>
                  </a:cubicBezTo>
                  <a:cubicBezTo>
                    <a:pt x="2377" y="298"/>
                    <a:pt x="2380" y="301"/>
                    <a:pt x="2381" y="303"/>
                  </a:cubicBezTo>
                  <a:cubicBezTo>
                    <a:pt x="2382" y="304"/>
                    <a:pt x="2385" y="305"/>
                    <a:pt x="2388" y="305"/>
                  </a:cubicBezTo>
                  <a:cubicBezTo>
                    <a:pt x="2392" y="305"/>
                    <a:pt x="2394" y="306"/>
                    <a:pt x="2396" y="307"/>
                  </a:cubicBezTo>
                  <a:cubicBezTo>
                    <a:pt x="2399" y="307"/>
                    <a:pt x="2399" y="308"/>
                    <a:pt x="2403" y="308"/>
                  </a:cubicBezTo>
                  <a:cubicBezTo>
                    <a:pt x="2407" y="308"/>
                    <a:pt x="2407" y="308"/>
                    <a:pt x="2409" y="306"/>
                  </a:cubicBezTo>
                  <a:cubicBezTo>
                    <a:pt x="2412" y="305"/>
                    <a:pt x="2412" y="306"/>
                    <a:pt x="2414" y="305"/>
                  </a:cubicBezTo>
                  <a:cubicBezTo>
                    <a:pt x="2416" y="304"/>
                    <a:pt x="2416" y="303"/>
                    <a:pt x="2416" y="301"/>
                  </a:cubicBezTo>
                  <a:cubicBezTo>
                    <a:pt x="2417" y="299"/>
                    <a:pt x="2417" y="299"/>
                    <a:pt x="2419" y="299"/>
                  </a:cubicBezTo>
                  <a:cubicBezTo>
                    <a:pt x="2420" y="299"/>
                    <a:pt x="2421" y="297"/>
                    <a:pt x="2420" y="296"/>
                  </a:cubicBezTo>
                  <a:cubicBezTo>
                    <a:pt x="2419" y="294"/>
                    <a:pt x="2418" y="293"/>
                    <a:pt x="2418" y="291"/>
                  </a:cubicBezTo>
                  <a:cubicBezTo>
                    <a:pt x="2418" y="289"/>
                    <a:pt x="2420" y="290"/>
                    <a:pt x="2423" y="290"/>
                  </a:cubicBezTo>
                  <a:cubicBezTo>
                    <a:pt x="2427" y="290"/>
                    <a:pt x="2430" y="289"/>
                    <a:pt x="2429" y="287"/>
                  </a:cubicBezTo>
                  <a:cubicBezTo>
                    <a:pt x="2428" y="285"/>
                    <a:pt x="2422" y="283"/>
                    <a:pt x="2419" y="281"/>
                  </a:cubicBezTo>
                  <a:cubicBezTo>
                    <a:pt x="2416" y="280"/>
                    <a:pt x="2409" y="279"/>
                    <a:pt x="2405" y="278"/>
                  </a:cubicBezTo>
                  <a:cubicBezTo>
                    <a:pt x="2402" y="277"/>
                    <a:pt x="2400" y="276"/>
                    <a:pt x="2394" y="273"/>
                  </a:cubicBezTo>
                  <a:cubicBezTo>
                    <a:pt x="2387" y="270"/>
                    <a:pt x="2383" y="271"/>
                    <a:pt x="2379" y="270"/>
                  </a:cubicBezTo>
                  <a:cubicBezTo>
                    <a:pt x="2375" y="269"/>
                    <a:pt x="2372" y="270"/>
                    <a:pt x="2366" y="268"/>
                  </a:cubicBezTo>
                  <a:cubicBezTo>
                    <a:pt x="2360" y="266"/>
                    <a:pt x="2359" y="266"/>
                    <a:pt x="2356" y="264"/>
                  </a:cubicBezTo>
                  <a:cubicBezTo>
                    <a:pt x="2352" y="262"/>
                    <a:pt x="2349" y="261"/>
                    <a:pt x="2350" y="262"/>
                  </a:cubicBezTo>
                  <a:cubicBezTo>
                    <a:pt x="2350" y="264"/>
                    <a:pt x="2352" y="267"/>
                    <a:pt x="2351" y="268"/>
                  </a:cubicBezTo>
                  <a:cubicBezTo>
                    <a:pt x="2350" y="270"/>
                    <a:pt x="2349" y="270"/>
                    <a:pt x="2346" y="268"/>
                  </a:cubicBezTo>
                  <a:cubicBezTo>
                    <a:pt x="2343" y="267"/>
                    <a:pt x="2341" y="268"/>
                    <a:pt x="2340" y="269"/>
                  </a:cubicBezTo>
                  <a:cubicBezTo>
                    <a:pt x="2338" y="271"/>
                    <a:pt x="2339" y="272"/>
                    <a:pt x="2338" y="274"/>
                  </a:cubicBezTo>
                  <a:cubicBezTo>
                    <a:pt x="2337" y="276"/>
                    <a:pt x="2338" y="276"/>
                    <a:pt x="2339" y="278"/>
                  </a:cubicBezTo>
                  <a:cubicBezTo>
                    <a:pt x="2339" y="280"/>
                    <a:pt x="2340" y="280"/>
                    <a:pt x="2341" y="282"/>
                  </a:cubicBezTo>
                  <a:cubicBezTo>
                    <a:pt x="2342" y="284"/>
                    <a:pt x="2341" y="283"/>
                    <a:pt x="2339" y="283"/>
                  </a:cubicBezTo>
                  <a:cubicBezTo>
                    <a:pt x="2338" y="283"/>
                    <a:pt x="2337" y="283"/>
                    <a:pt x="2335" y="282"/>
                  </a:cubicBezTo>
                  <a:cubicBezTo>
                    <a:pt x="2333" y="282"/>
                    <a:pt x="2334" y="281"/>
                    <a:pt x="2333" y="279"/>
                  </a:cubicBezTo>
                  <a:cubicBezTo>
                    <a:pt x="2332" y="277"/>
                    <a:pt x="2330" y="277"/>
                    <a:pt x="2329" y="276"/>
                  </a:cubicBezTo>
                  <a:cubicBezTo>
                    <a:pt x="2328" y="276"/>
                    <a:pt x="2325" y="276"/>
                    <a:pt x="2322" y="276"/>
                  </a:cubicBezTo>
                  <a:cubicBezTo>
                    <a:pt x="2318" y="276"/>
                    <a:pt x="2319" y="275"/>
                    <a:pt x="2315" y="273"/>
                  </a:cubicBezTo>
                  <a:cubicBezTo>
                    <a:pt x="2311" y="271"/>
                    <a:pt x="2312" y="270"/>
                    <a:pt x="2307" y="266"/>
                  </a:cubicBezTo>
                  <a:cubicBezTo>
                    <a:pt x="2305" y="264"/>
                    <a:pt x="2303" y="262"/>
                    <a:pt x="2302" y="261"/>
                  </a:cubicBezTo>
                  <a:cubicBezTo>
                    <a:pt x="2300" y="261"/>
                    <a:pt x="2300" y="262"/>
                    <a:pt x="2297" y="262"/>
                  </a:cubicBezTo>
                  <a:cubicBezTo>
                    <a:pt x="2293" y="263"/>
                    <a:pt x="2293" y="265"/>
                    <a:pt x="2291" y="266"/>
                  </a:cubicBezTo>
                  <a:cubicBezTo>
                    <a:pt x="2289" y="267"/>
                    <a:pt x="2289" y="266"/>
                    <a:pt x="2288" y="264"/>
                  </a:cubicBezTo>
                  <a:cubicBezTo>
                    <a:pt x="2287" y="262"/>
                    <a:pt x="2286" y="262"/>
                    <a:pt x="2285" y="263"/>
                  </a:cubicBezTo>
                  <a:cubicBezTo>
                    <a:pt x="2283" y="263"/>
                    <a:pt x="2282" y="266"/>
                    <a:pt x="2279" y="267"/>
                  </a:cubicBezTo>
                  <a:cubicBezTo>
                    <a:pt x="2277" y="268"/>
                    <a:pt x="2276" y="269"/>
                    <a:pt x="2273" y="269"/>
                  </a:cubicBezTo>
                  <a:cubicBezTo>
                    <a:pt x="2270" y="269"/>
                    <a:pt x="2270" y="270"/>
                    <a:pt x="2269" y="272"/>
                  </a:cubicBezTo>
                  <a:cubicBezTo>
                    <a:pt x="2268" y="274"/>
                    <a:pt x="2268" y="275"/>
                    <a:pt x="2268" y="277"/>
                  </a:cubicBezTo>
                  <a:cubicBezTo>
                    <a:pt x="2267" y="280"/>
                    <a:pt x="2266" y="278"/>
                    <a:pt x="2265" y="278"/>
                  </a:cubicBezTo>
                  <a:cubicBezTo>
                    <a:pt x="2263" y="278"/>
                    <a:pt x="2262" y="279"/>
                    <a:pt x="2260" y="280"/>
                  </a:cubicBezTo>
                  <a:cubicBezTo>
                    <a:pt x="2258" y="281"/>
                    <a:pt x="2259" y="282"/>
                    <a:pt x="2260" y="283"/>
                  </a:cubicBezTo>
                  <a:cubicBezTo>
                    <a:pt x="2260" y="284"/>
                    <a:pt x="2262" y="284"/>
                    <a:pt x="2264" y="285"/>
                  </a:cubicBezTo>
                  <a:cubicBezTo>
                    <a:pt x="2266" y="287"/>
                    <a:pt x="2264" y="288"/>
                    <a:pt x="2263" y="289"/>
                  </a:cubicBezTo>
                  <a:cubicBezTo>
                    <a:pt x="2262" y="290"/>
                    <a:pt x="2262" y="291"/>
                    <a:pt x="2263" y="292"/>
                  </a:cubicBezTo>
                  <a:cubicBezTo>
                    <a:pt x="2265" y="293"/>
                    <a:pt x="2266" y="293"/>
                    <a:pt x="2266" y="294"/>
                  </a:cubicBezTo>
                  <a:cubicBezTo>
                    <a:pt x="2266" y="296"/>
                    <a:pt x="2265" y="296"/>
                    <a:pt x="2262" y="296"/>
                  </a:cubicBezTo>
                  <a:cubicBezTo>
                    <a:pt x="2260" y="296"/>
                    <a:pt x="2260" y="296"/>
                    <a:pt x="2257" y="295"/>
                  </a:cubicBezTo>
                  <a:cubicBezTo>
                    <a:pt x="2255" y="293"/>
                    <a:pt x="2256" y="297"/>
                    <a:pt x="2256" y="298"/>
                  </a:cubicBezTo>
                  <a:cubicBezTo>
                    <a:pt x="2257" y="300"/>
                    <a:pt x="2260" y="302"/>
                    <a:pt x="2263" y="304"/>
                  </a:cubicBezTo>
                  <a:close/>
                  <a:moveTo>
                    <a:pt x="2446" y="302"/>
                  </a:moveTo>
                  <a:cubicBezTo>
                    <a:pt x="2448" y="303"/>
                    <a:pt x="2450" y="302"/>
                    <a:pt x="2453" y="303"/>
                  </a:cubicBezTo>
                  <a:cubicBezTo>
                    <a:pt x="2455" y="304"/>
                    <a:pt x="2458" y="305"/>
                    <a:pt x="2461" y="307"/>
                  </a:cubicBezTo>
                  <a:cubicBezTo>
                    <a:pt x="2464" y="309"/>
                    <a:pt x="2469" y="309"/>
                    <a:pt x="2473" y="311"/>
                  </a:cubicBezTo>
                  <a:cubicBezTo>
                    <a:pt x="2477" y="312"/>
                    <a:pt x="2480" y="314"/>
                    <a:pt x="2483" y="315"/>
                  </a:cubicBezTo>
                  <a:cubicBezTo>
                    <a:pt x="2486" y="316"/>
                    <a:pt x="2490" y="318"/>
                    <a:pt x="2494" y="319"/>
                  </a:cubicBezTo>
                  <a:cubicBezTo>
                    <a:pt x="2498" y="319"/>
                    <a:pt x="2499" y="319"/>
                    <a:pt x="2501" y="318"/>
                  </a:cubicBezTo>
                  <a:cubicBezTo>
                    <a:pt x="2503" y="317"/>
                    <a:pt x="2507" y="318"/>
                    <a:pt x="2510" y="319"/>
                  </a:cubicBezTo>
                  <a:cubicBezTo>
                    <a:pt x="2513" y="319"/>
                    <a:pt x="2520" y="320"/>
                    <a:pt x="2523" y="319"/>
                  </a:cubicBezTo>
                  <a:cubicBezTo>
                    <a:pt x="2526" y="318"/>
                    <a:pt x="2526" y="317"/>
                    <a:pt x="2530" y="315"/>
                  </a:cubicBezTo>
                  <a:cubicBezTo>
                    <a:pt x="2534" y="314"/>
                    <a:pt x="2538" y="315"/>
                    <a:pt x="2539" y="312"/>
                  </a:cubicBezTo>
                  <a:cubicBezTo>
                    <a:pt x="2539" y="310"/>
                    <a:pt x="2540" y="309"/>
                    <a:pt x="2543" y="307"/>
                  </a:cubicBezTo>
                  <a:cubicBezTo>
                    <a:pt x="2545" y="305"/>
                    <a:pt x="2544" y="303"/>
                    <a:pt x="2540" y="304"/>
                  </a:cubicBezTo>
                  <a:cubicBezTo>
                    <a:pt x="2536" y="304"/>
                    <a:pt x="2534" y="304"/>
                    <a:pt x="2531" y="303"/>
                  </a:cubicBezTo>
                  <a:cubicBezTo>
                    <a:pt x="2528" y="303"/>
                    <a:pt x="2530" y="301"/>
                    <a:pt x="2528" y="299"/>
                  </a:cubicBezTo>
                  <a:cubicBezTo>
                    <a:pt x="2525" y="298"/>
                    <a:pt x="2524" y="299"/>
                    <a:pt x="2522" y="299"/>
                  </a:cubicBezTo>
                  <a:cubicBezTo>
                    <a:pt x="2520" y="299"/>
                    <a:pt x="2519" y="299"/>
                    <a:pt x="2517" y="298"/>
                  </a:cubicBezTo>
                  <a:cubicBezTo>
                    <a:pt x="2514" y="298"/>
                    <a:pt x="2513" y="298"/>
                    <a:pt x="2509" y="298"/>
                  </a:cubicBezTo>
                  <a:cubicBezTo>
                    <a:pt x="2506" y="298"/>
                    <a:pt x="2506" y="299"/>
                    <a:pt x="2503" y="300"/>
                  </a:cubicBezTo>
                  <a:cubicBezTo>
                    <a:pt x="2499" y="302"/>
                    <a:pt x="2498" y="301"/>
                    <a:pt x="2496" y="300"/>
                  </a:cubicBezTo>
                  <a:cubicBezTo>
                    <a:pt x="2493" y="299"/>
                    <a:pt x="2493" y="297"/>
                    <a:pt x="2494" y="296"/>
                  </a:cubicBezTo>
                  <a:cubicBezTo>
                    <a:pt x="2494" y="294"/>
                    <a:pt x="2494" y="292"/>
                    <a:pt x="2491" y="292"/>
                  </a:cubicBezTo>
                  <a:cubicBezTo>
                    <a:pt x="2488" y="292"/>
                    <a:pt x="2484" y="293"/>
                    <a:pt x="2481" y="292"/>
                  </a:cubicBezTo>
                  <a:cubicBezTo>
                    <a:pt x="2477" y="291"/>
                    <a:pt x="2476" y="292"/>
                    <a:pt x="2474" y="292"/>
                  </a:cubicBezTo>
                  <a:cubicBezTo>
                    <a:pt x="2471" y="292"/>
                    <a:pt x="2472" y="292"/>
                    <a:pt x="2469" y="294"/>
                  </a:cubicBezTo>
                  <a:cubicBezTo>
                    <a:pt x="2467" y="295"/>
                    <a:pt x="2467" y="296"/>
                    <a:pt x="2465" y="296"/>
                  </a:cubicBezTo>
                  <a:cubicBezTo>
                    <a:pt x="2463" y="296"/>
                    <a:pt x="2463" y="295"/>
                    <a:pt x="2460" y="294"/>
                  </a:cubicBezTo>
                  <a:cubicBezTo>
                    <a:pt x="2457" y="293"/>
                    <a:pt x="2458" y="293"/>
                    <a:pt x="2458" y="292"/>
                  </a:cubicBezTo>
                  <a:cubicBezTo>
                    <a:pt x="2458" y="290"/>
                    <a:pt x="2458" y="289"/>
                    <a:pt x="2457" y="288"/>
                  </a:cubicBezTo>
                  <a:cubicBezTo>
                    <a:pt x="2455" y="286"/>
                    <a:pt x="2454" y="286"/>
                    <a:pt x="2452" y="286"/>
                  </a:cubicBezTo>
                  <a:cubicBezTo>
                    <a:pt x="2450" y="287"/>
                    <a:pt x="2450" y="289"/>
                    <a:pt x="2449" y="290"/>
                  </a:cubicBezTo>
                  <a:cubicBezTo>
                    <a:pt x="2448" y="292"/>
                    <a:pt x="2448" y="295"/>
                    <a:pt x="2448" y="295"/>
                  </a:cubicBezTo>
                  <a:cubicBezTo>
                    <a:pt x="2448" y="295"/>
                    <a:pt x="2445" y="301"/>
                    <a:pt x="2446" y="302"/>
                  </a:cubicBezTo>
                  <a:close/>
                  <a:moveTo>
                    <a:pt x="2450" y="424"/>
                  </a:moveTo>
                  <a:cubicBezTo>
                    <a:pt x="2449" y="425"/>
                    <a:pt x="2448" y="425"/>
                    <a:pt x="2447" y="426"/>
                  </a:cubicBezTo>
                  <a:cubicBezTo>
                    <a:pt x="2445" y="427"/>
                    <a:pt x="2444" y="427"/>
                    <a:pt x="2444" y="429"/>
                  </a:cubicBezTo>
                  <a:cubicBezTo>
                    <a:pt x="2444" y="430"/>
                    <a:pt x="2443" y="431"/>
                    <a:pt x="2444" y="432"/>
                  </a:cubicBezTo>
                  <a:cubicBezTo>
                    <a:pt x="2446" y="432"/>
                    <a:pt x="2447" y="432"/>
                    <a:pt x="2448" y="431"/>
                  </a:cubicBezTo>
                  <a:cubicBezTo>
                    <a:pt x="2448" y="429"/>
                    <a:pt x="2448" y="429"/>
                    <a:pt x="2449" y="428"/>
                  </a:cubicBezTo>
                  <a:cubicBezTo>
                    <a:pt x="2450" y="427"/>
                    <a:pt x="2450" y="426"/>
                    <a:pt x="2452" y="426"/>
                  </a:cubicBezTo>
                  <a:cubicBezTo>
                    <a:pt x="2453" y="425"/>
                    <a:pt x="2454" y="425"/>
                    <a:pt x="2455" y="423"/>
                  </a:cubicBezTo>
                  <a:cubicBezTo>
                    <a:pt x="2456" y="421"/>
                    <a:pt x="2455" y="420"/>
                    <a:pt x="2457" y="420"/>
                  </a:cubicBezTo>
                  <a:cubicBezTo>
                    <a:pt x="2459" y="419"/>
                    <a:pt x="2460" y="420"/>
                    <a:pt x="2461" y="418"/>
                  </a:cubicBezTo>
                  <a:cubicBezTo>
                    <a:pt x="2461" y="417"/>
                    <a:pt x="2459" y="417"/>
                    <a:pt x="2457" y="417"/>
                  </a:cubicBezTo>
                  <a:cubicBezTo>
                    <a:pt x="2455" y="417"/>
                    <a:pt x="2454" y="416"/>
                    <a:pt x="2452" y="417"/>
                  </a:cubicBezTo>
                  <a:cubicBezTo>
                    <a:pt x="2449" y="417"/>
                    <a:pt x="2450" y="417"/>
                    <a:pt x="2448" y="417"/>
                  </a:cubicBezTo>
                  <a:cubicBezTo>
                    <a:pt x="2445" y="417"/>
                    <a:pt x="2443" y="416"/>
                    <a:pt x="2442" y="417"/>
                  </a:cubicBezTo>
                  <a:cubicBezTo>
                    <a:pt x="2441" y="418"/>
                    <a:pt x="2441" y="419"/>
                    <a:pt x="2443" y="420"/>
                  </a:cubicBezTo>
                  <a:cubicBezTo>
                    <a:pt x="2444" y="421"/>
                    <a:pt x="2442" y="421"/>
                    <a:pt x="2444" y="423"/>
                  </a:cubicBezTo>
                  <a:cubicBezTo>
                    <a:pt x="2446" y="424"/>
                    <a:pt x="2447" y="424"/>
                    <a:pt x="2447" y="423"/>
                  </a:cubicBezTo>
                  <a:cubicBezTo>
                    <a:pt x="2448" y="422"/>
                    <a:pt x="2449" y="421"/>
                    <a:pt x="2450" y="422"/>
                  </a:cubicBezTo>
                  <a:cubicBezTo>
                    <a:pt x="2451" y="423"/>
                    <a:pt x="2452" y="423"/>
                    <a:pt x="2450" y="424"/>
                  </a:cubicBezTo>
                  <a:close/>
                  <a:moveTo>
                    <a:pt x="2328" y="353"/>
                  </a:moveTo>
                  <a:cubicBezTo>
                    <a:pt x="2330" y="353"/>
                    <a:pt x="2331" y="353"/>
                    <a:pt x="2333" y="352"/>
                  </a:cubicBezTo>
                  <a:cubicBezTo>
                    <a:pt x="2335" y="352"/>
                    <a:pt x="2335" y="350"/>
                    <a:pt x="2338" y="350"/>
                  </a:cubicBezTo>
                  <a:cubicBezTo>
                    <a:pt x="2341" y="350"/>
                    <a:pt x="2342" y="349"/>
                    <a:pt x="2342" y="348"/>
                  </a:cubicBezTo>
                  <a:cubicBezTo>
                    <a:pt x="2342" y="346"/>
                    <a:pt x="2343" y="345"/>
                    <a:pt x="2342" y="343"/>
                  </a:cubicBezTo>
                  <a:cubicBezTo>
                    <a:pt x="2341" y="342"/>
                    <a:pt x="2340" y="342"/>
                    <a:pt x="2338" y="340"/>
                  </a:cubicBezTo>
                  <a:cubicBezTo>
                    <a:pt x="2336" y="339"/>
                    <a:pt x="2330" y="338"/>
                    <a:pt x="2328" y="339"/>
                  </a:cubicBezTo>
                  <a:cubicBezTo>
                    <a:pt x="2324" y="341"/>
                    <a:pt x="2323" y="342"/>
                    <a:pt x="2323" y="344"/>
                  </a:cubicBezTo>
                  <a:cubicBezTo>
                    <a:pt x="2323" y="345"/>
                    <a:pt x="2324" y="347"/>
                    <a:pt x="2325" y="349"/>
                  </a:cubicBezTo>
                  <a:cubicBezTo>
                    <a:pt x="2326" y="351"/>
                    <a:pt x="2326" y="353"/>
                    <a:pt x="2328" y="353"/>
                  </a:cubicBezTo>
                  <a:close/>
                  <a:moveTo>
                    <a:pt x="2314" y="372"/>
                  </a:moveTo>
                  <a:cubicBezTo>
                    <a:pt x="2314" y="374"/>
                    <a:pt x="2316" y="376"/>
                    <a:pt x="2321" y="376"/>
                  </a:cubicBezTo>
                  <a:cubicBezTo>
                    <a:pt x="2325" y="375"/>
                    <a:pt x="2327" y="374"/>
                    <a:pt x="2330" y="373"/>
                  </a:cubicBezTo>
                  <a:cubicBezTo>
                    <a:pt x="2334" y="373"/>
                    <a:pt x="2337" y="371"/>
                    <a:pt x="2341" y="372"/>
                  </a:cubicBezTo>
                  <a:cubicBezTo>
                    <a:pt x="2344" y="374"/>
                    <a:pt x="2345" y="373"/>
                    <a:pt x="2349" y="375"/>
                  </a:cubicBezTo>
                  <a:cubicBezTo>
                    <a:pt x="2353" y="377"/>
                    <a:pt x="2356" y="377"/>
                    <a:pt x="2359" y="378"/>
                  </a:cubicBezTo>
                  <a:cubicBezTo>
                    <a:pt x="2363" y="378"/>
                    <a:pt x="2369" y="378"/>
                    <a:pt x="2373" y="379"/>
                  </a:cubicBezTo>
                  <a:cubicBezTo>
                    <a:pt x="2376" y="380"/>
                    <a:pt x="2378" y="381"/>
                    <a:pt x="2383" y="381"/>
                  </a:cubicBezTo>
                  <a:cubicBezTo>
                    <a:pt x="2387" y="382"/>
                    <a:pt x="2389" y="382"/>
                    <a:pt x="2390" y="379"/>
                  </a:cubicBezTo>
                  <a:cubicBezTo>
                    <a:pt x="2391" y="377"/>
                    <a:pt x="2393" y="376"/>
                    <a:pt x="2391" y="373"/>
                  </a:cubicBezTo>
                  <a:cubicBezTo>
                    <a:pt x="2388" y="370"/>
                    <a:pt x="2387" y="369"/>
                    <a:pt x="2384" y="366"/>
                  </a:cubicBezTo>
                  <a:cubicBezTo>
                    <a:pt x="2381" y="364"/>
                    <a:pt x="2378" y="363"/>
                    <a:pt x="2375" y="361"/>
                  </a:cubicBezTo>
                  <a:cubicBezTo>
                    <a:pt x="2372" y="358"/>
                    <a:pt x="2370" y="355"/>
                    <a:pt x="2367" y="355"/>
                  </a:cubicBezTo>
                  <a:cubicBezTo>
                    <a:pt x="2363" y="354"/>
                    <a:pt x="2357" y="354"/>
                    <a:pt x="2354" y="354"/>
                  </a:cubicBezTo>
                  <a:cubicBezTo>
                    <a:pt x="2351" y="354"/>
                    <a:pt x="2347" y="354"/>
                    <a:pt x="2344" y="356"/>
                  </a:cubicBezTo>
                  <a:cubicBezTo>
                    <a:pt x="2340" y="357"/>
                    <a:pt x="2337" y="358"/>
                    <a:pt x="2336" y="361"/>
                  </a:cubicBezTo>
                  <a:cubicBezTo>
                    <a:pt x="2335" y="365"/>
                    <a:pt x="2333" y="366"/>
                    <a:pt x="2331" y="368"/>
                  </a:cubicBezTo>
                  <a:cubicBezTo>
                    <a:pt x="2328" y="370"/>
                    <a:pt x="2324" y="370"/>
                    <a:pt x="2321" y="370"/>
                  </a:cubicBezTo>
                  <a:cubicBezTo>
                    <a:pt x="2318" y="371"/>
                    <a:pt x="2313" y="370"/>
                    <a:pt x="2314" y="372"/>
                  </a:cubicBezTo>
                  <a:close/>
                  <a:moveTo>
                    <a:pt x="3122" y="471"/>
                  </a:moveTo>
                  <a:cubicBezTo>
                    <a:pt x="3124" y="472"/>
                    <a:pt x="3126" y="472"/>
                    <a:pt x="3132" y="471"/>
                  </a:cubicBezTo>
                  <a:cubicBezTo>
                    <a:pt x="3138" y="469"/>
                    <a:pt x="3138" y="468"/>
                    <a:pt x="3143" y="467"/>
                  </a:cubicBezTo>
                  <a:cubicBezTo>
                    <a:pt x="3149" y="467"/>
                    <a:pt x="3152" y="469"/>
                    <a:pt x="3155" y="469"/>
                  </a:cubicBezTo>
                  <a:cubicBezTo>
                    <a:pt x="3159" y="469"/>
                    <a:pt x="3161" y="470"/>
                    <a:pt x="3166" y="469"/>
                  </a:cubicBezTo>
                  <a:cubicBezTo>
                    <a:pt x="3172" y="468"/>
                    <a:pt x="3171" y="467"/>
                    <a:pt x="3176" y="467"/>
                  </a:cubicBezTo>
                  <a:cubicBezTo>
                    <a:pt x="3182" y="467"/>
                    <a:pt x="3189" y="466"/>
                    <a:pt x="3191" y="463"/>
                  </a:cubicBezTo>
                  <a:cubicBezTo>
                    <a:pt x="3193" y="460"/>
                    <a:pt x="3196" y="459"/>
                    <a:pt x="3196" y="457"/>
                  </a:cubicBezTo>
                  <a:cubicBezTo>
                    <a:pt x="3195" y="456"/>
                    <a:pt x="3195" y="456"/>
                    <a:pt x="3192" y="455"/>
                  </a:cubicBezTo>
                  <a:cubicBezTo>
                    <a:pt x="3189" y="454"/>
                    <a:pt x="3185" y="453"/>
                    <a:pt x="3185" y="450"/>
                  </a:cubicBezTo>
                  <a:cubicBezTo>
                    <a:pt x="3184" y="448"/>
                    <a:pt x="3183" y="447"/>
                    <a:pt x="3179" y="447"/>
                  </a:cubicBezTo>
                  <a:cubicBezTo>
                    <a:pt x="3176" y="447"/>
                    <a:pt x="3172" y="448"/>
                    <a:pt x="3170" y="447"/>
                  </a:cubicBezTo>
                  <a:cubicBezTo>
                    <a:pt x="3169" y="445"/>
                    <a:pt x="3164" y="444"/>
                    <a:pt x="3161" y="446"/>
                  </a:cubicBezTo>
                  <a:cubicBezTo>
                    <a:pt x="3155" y="448"/>
                    <a:pt x="3153" y="447"/>
                    <a:pt x="3148" y="447"/>
                  </a:cubicBezTo>
                  <a:cubicBezTo>
                    <a:pt x="3143" y="447"/>
                    <a:pt x="3143" y="447"/>
                    <a:pt x="3138" y="450"/>
                  </a:cubicBezTo>
                  <a:cubicBezTo>
                    <a:pt x="3134" y="453"/>
                    <a:pt x="3138" y="454"/>
                    <a:pt x="3131" y="455"/>
                  </a:cubicBezTo>
                  <a:cubicBezTo>
                    <a:pt x="3123" y="456"/>
                    <a:pt x="3122" y="455"/>
                    <a:pt x="3121" y="459"/>
                  </a:cubicBezTo>
                  <a:cubicBezTo>
                    <a:pt x="3120" y="463"/>
                    <a:pt x="3118" y="461"/>
                    <a:pt x="3118" y="465"/>
                  </a:cubicBezTo>
                  <a:cubicBezTo>
                    <a:pt x="3117" y="469"/>
                    <a:pt x="3119" y="471"/>
                    <a:pt x="3122" y="471"/>
                  </a:cubicBezTo>
                  <a:close/>
                  <a:moveTo>
                    <a:pt x="2496" y="241"/>
                  </a:moveTo>
                  <a:cubicBezTo>
                    <a:pt x="2498" y="241"/>
                    <a:pt x="2500" y="241"/>
                    <a:pt x="2501" y="239"/>
                  </a:cubicBezTo>
                  <a:cubicBezTo>
                    <a:pt x="2503" y="238"/>
                    <a:pt x="2503" y="237"/>
                    <a:pt x="2506" y="237"/>
                  </a:cubicBezTo>
                  <a:cubicBezTo>
                    <a:pt x="2509" y="237"/>
                    <a:pt x="2511" y="236"/>
                    <a:pt x="2512" y="236"/>
                  </a:cubicBezTo>
                  <a:cubicBezTo>
                    <a:pt x="2513" y="235"/>
                    <a:pt x="2511" y="235"/>
                    <a:pt x="2508" y="235"/>
                  </a:cubicBezTo>
                  <a:cubicBezTo>
                    <a:pt x="2506" y="235"/>
                    <a:pt x="2501" y="234"/>
                    <a:pt x="2501" y="235"/>
                  </a:cubicBezTo>
                  <a:cubicBezTo>
                    <a:pt x="2500" y="236"/>
                    <a:pt x="2500" y="238"/>
                    <a:pt x="2498" y="239"/>
                  </a:cubicBezTo>
                  <a:cubicBezTo>
                    <a:pt x="2496" y="240"/>
                    <a:pt x="2494" y="241"/>
                    <a:pt x="2496" y="241"/>
                  </a:cubicBezTo>
                  <a:close/>
                  <a:moveTo>
                    <a:pt x="2898" y="513"/>
                  </a:moveTo>
                  <a:cubicBezTo>
                    <a:pt x="2900" y="515"/>
                    <a:pt x="2901" y="514"/>
                    <a:pt x="2905" y="515"/>
                  </a:cubicBezTo>
                  <a:cubicBezTo>
                    <a:pt x="2909" y="516"/>
                    <a:pt x="2907" y="516"/>
                    <a:pt x="2909" y="517"/>
                  </a:cubicBezTo>
                  <a:cubicBezTo>
                    <a:pt x="2911" y="519"/>
                    <a:pt x="2912" y="519"/>
                    <a:pt x="2915" y="520"/>
                  </a:cubicBezTo>
                  <a:cubicBezTo>
                    <a:pt x="2918" y="520"/>
                    <a:pt x="2920" y="520"/>
                    <a:pt x="2922" y="519"/>
                  </a:cubicBezTo>
                  <a:cubicBezTo>
                    <a:pt x="2924" y="518"/>
                    <a:pt x="2922" y="517"/>
                    <a:pt x="2924" y="515"/>
                  </a:cubicBezTo>
                  <a:cubicBezTo>
                    <a:pt x="2926" y="513"/>
                    <a:pt x="2928" y="508"/>
                    <a:pt x="2925" y="508"/>
                  </a:cubicBezTo>
                  <a:cubicBezTo>
                    <a:pt x="2921" y="507"/>
                    <a:pt x="2918" y="508"/>
                    <a:pt x="2914" y="505"/>
                  </a:cubicBezTo>
                  <a:cubicBezTo>
                    <a:pt x="2911" y="503"/>
                    <a:pt x="2907" y="505"/>
                    <a:pt x="2906" y="504"/>
                  </a:cubicBezTo>
                  <a:cubicBezTo>
                    <a:pt x="2904" y="504"/>
                    <a:pt x="2903" y="505"/>
                    <a:pt x="2902" y="505"/>
                  </a:cubicBezTo>
                  <a:cubicBezTo>
                    <a:pt x="2900" y="506"/>
                    <a:pt x="2900" y="506"/>
                    <a:pt x="2899" y="507"/>
                  </a:cubicBezTo>
                  <a:cubicBezTo>
                    <a:pt x="2898" y="508"/>
                    <a:pt x="2895" y="509"/>
                    <a:pt x="2895" y="510"/>
                  </a:cubicBezTo>
                  <a:cubicBezTo>
                    <a:pt x="2895" y="511"/>
                    <a:pt x="2896" y="512"/>
                    <a:pt x="2898" y="513"/>
                  </a:cubicBezTo>
                  <a:close/>
                  <a:moveTo>
                    <a:pt x="2271" y="447"/>
                  </a:moveTo>
                  <a:cubicBezTo>
                    <a:pt x="2269" y="448"/>
                    <a:pt x="2267" y="447"/>
                    <a:pt x="2264" y="448"/>
                  </a:cubicBezTo>
                  <a:cubicBezTo>
                    <a:pt x="2263" y="448"/>
                    <a:pt x="2263" y="448"/>
                    <a:pt x="2265" y="449"/>
                  </a:cubicBezTo>
                  <a:cubicBezTo>
                    <a:pt x="2268" y="449"/>
                    <a:pt x="2268" y="449"/>
                    <a:pt x="2269" y="450"/>
                  </a:cubicBezTo>
                  <a:cubicBezTo>
                    <a:pt x="2270" y="452"/>
                    <a:pt x="2271" y="452"/>
                    <a:pt x="2272" y="451"/>
                  </a:cubicBezTo>
                  <a:cubicBezTo>
                    <a:pt x="2273" y="451"/>
                    <a:pt x="2272" y="450"/>
                    <a:pt x="2273" y="449"/>
                  </a:cubicBezTo>
                  <a:cubicBezTo>
                    <a:pt x="2274" y="448"/>
                    <a:pt x="2275" y="448"/>
                    <a:pt x="2274" y="447"/>
                  </a:cubicBezTo>
                  <a:cubicBezTo>
                    <a:pt x="2274" y="447"/>
                    <a:pt x="2273" y="447"/>
                    <a:pt x="2271" y="447"/>
                  </a:cubicBezTo>
                  <a:close/>
                  <a:moveTo>
                    <a:pt x="2743" y="474"/>
                  </a:moveTo>
                  <a:cubicBezTo>
                    <a:pt x="2744" y="474"/>
                    <a:pt x="2744" y="474"/>
                    <a:pt x="2745" y="474"/>
                  </a:cubicBezTo>
                  <a:cubicBezTo>
                    <a:pt x="2747" y="474"/>
                    <a:pt x="2747" y="474"/>
                    <a:pt x="2747" y="473"/>
                  </a:cubicBezTo>
                  <a:cubicBezTo>
                    <a:pt x="2747" y="473"/>
                    <a:pt x="2746" y="473"/>
                    <a:pt x="2745" y="472"/>
                  </a:cubicBezTo>
                  <a:cubicBezTo>
                    <a:pt x="2744" y="471"/>
                    <a:pt x="2742" y="470"/>
                    <a:pt x="2742" y="471"/>
                  </a:cubicBezTo>
                  <a:cubicBezTo>
                    <a:pt x="2742" y="473"/>
                    <a:pt x="2742" y="473"/>
                    <a:pt x="2743" y="474"/>
                  </a:cubicBezTo>
                  <a:close/>
                  <a:moveTo>
                    <a:pt x="2764" y="476"/>
                  </a:moveTo>
                  <a:cubicBezTo>
                    <a:pt x="2766" y="476"/>
                    <a:pt x="2767" y="476"/>
                    <a:pt x="2767" y="477"/>
                  </a:cubicBezTo>
                  <a:cubicBezTo>
                    <a:pt x="2768" y="478"/>
                    <a:pt x="2769" y="477"/>
                    <a:pt x="2768" y="477"/>
                  </a:cubicBezTo>
                  <a:cubicBezTo>
                    <a:pt x="2768" y="476"/>
                    <a:pt x="2767" y="476"/>
                    <a:pt x="2766" y="475"/>
                  </a:cubicBezTo>
                  <a:cubicBezTo>
                    <a:pt x="2766" y="474"/>
                    <a:pt x="2764" y="474"/>
                    <a:pt x="2764" y="474"/>
                  </a:cubicBezTo>
                  <a:cubicBezTo>
                    <a:pt x="2763" y="475"/>
                    <a:pt x="2763" y="475"/>
                    <a:pt x="2764" y="476"/>
                  </a:cubicBezTo>
                  <a:close/>
                  <a:moveTo>
                    <a:pt x="2779" y="480"/>
                  </a:moveTo>
                  <a:cubicBezTo>
                    <a:pt x="2780" y="480"/>
                    <a:pt x="2780" y="480"/>
                    <a:pt x="2781" y="480"/>
                  </a:cubicBezTo>
                  <a:cubicBezTo>
                    <a:pt x="2782" y="481"/>
                    <a:pt x="2784" y="481"/>
                    <a:pt x="2784" y="481"/>
                  </a:cubicBezTo>
                  <a:cubicBezTo>
                    <a:pt x="2784" y="480"/>
                    <a:pt x="2782" y="478"/>
                    <a:pt x="2780" y="479"/>
                  </a:cubicBezTo>
                  <a:cubicBezTo>
                    <a:pt x="2779" y="479"/>
                    <a:pt x="2778" y="480"/>
                    <a:pt x="2779" y="480"/>
                  </a:cubicBezTo>
                  <a:close/>
                  <a:moveTo>
                    <a:pt x="2230" y="342"/>
                  </a:moveTo>
                  <a:cubicBezTo>
                    <a:pt x="2226" y="339"/>
                    <a:pt x="2229" y="343"/>
                    <a:pt x="2230" y="345"/>
                  </a:cubicBezTo>
                  <a:cubicBezTo>
                    <a:pt x="2231" y="346"/>
                    <a:pt x="2232" y="346"/>
                    <a:pt x="2234" y="349"/>
                  </a:cubicBezTo>
                  <a:cubicBezTo>
                    <a:pt x="2236" y="351"/>
                    <a:pt x="2238" y="352"/>
                    <a:pt x="2240" y="353"/>
                  </a:cubicBezTo>
                  <a:cubicBezTo>
                    <a:pt x="2242" y="353"/>
                    <a:pt x="2243" y="351"/>
                    <a:pt x="2242" y="349"/>
                  </a:cubicBezTo>
                  <a:cubicBezTo>
                    <a:pt x="2240" y="347"/>
                    <a:pt x="2238" y="346"/>
                    <a:pt x="2236" y="345"/>
                  </a:cubicBezTo>
                  <a:cubicBezTo>
                    <a:pt x="2234" y="344"/>
                    <a:pt x="2232" y="343"/>
                    <a:pt x="2230" y="342"/>
                  </a:cubicBezTo>
                  <a:close/>
                  <a:moveTo>
                    <a:pt x="2236" y="292"/>
                  </a:moveTo>
                  <a:cubicBezTo>
                    <a:pt x="2238" y="291"/>
                    <a:pt x="2239" y="289"/>
                    <a:pt x="2238" y="287"/>
                  </a:cubicBezTo>
                  <a:cubicBezTo>
                    <a:pt x="2238" y="286"/>
                    <a:pt x="2239" y="285"/>
                    <a:pt x="2239" y="283"/>
                  </a:cubicBezTo>
                  <a:cubicBezTo>
                    <a:pt x="2238" y="281"/>
                    <a:pt x="2234" y="279"/>
                    <a:pt x="2234" y="278"/>
                  </a:cubicBezTo>
                  <a:cubicBezTo>
                    <a:pt x="2234" y="277"/>
                    <a:pt x="2233" y="273"/>
                    <a:pt x="2231" y="272"/>
                  </a:cubicBezTo>
                  <a:cubicBezTo>
                    <a:pt x="2229" y="271"/>
                    <a:pt x="2230" y="280"/>
                    <a:pt x="2228" y="283"/>
                  </a:cubicBezTo>
                  <a:cubicBezTo>
                    <a:pt x="2227" y="284"/>
                    <a:pt x="2227" y="286"/>
                    <a:pt x="2227" y="287"/>
                  </a:cubicBezTo>
                  <a:cubicBezTo>
                    <a:pt x="2227" y="289"/>
                    <a:pt x="2226" y="290"/>
                    <a:pt x="2226" y="293"/>
                  </a:cubicBezTo>
                  <a:cubicBezTo>
                    <a:pt x="2226" y="294"/>
                    <a:pt x="2234" y="292"/>
                    <a:pt x="2236" y="292"/>
                  </a:cubicBezTo>
                  <a:close/>
                  <a:moveTo>
                    <a:pt x="3375" y="734"/>
                  </a:moveTo>
                  <a:cubicBezTo>
                    <a:pt x="3373" y="733"/>
                    <a:pt x="3373" y="733"/>
                    <a:pt x="3371" y="731"/>
                  </a:cubicBezTo>
                  <a:cubicBezTo>
                    <a:pt x="3369" y="729"/>
                    <a:pt x="3368" y="730"/>
                    <a:pt x="3363" y="730"/>
                  </a:cubicBezTo>
                  <a:cubicBezTo>
                    <a:pt x="3357" y="729"/>
                    <a:pt x="3356" y="729"/>
                    <a:pt x="3354" y="727"/>
                  </a:cubicBezTo>
                  <a:cubicBezTo>
                    <a:pt x="3353" y="726"/>
                    <a:pt x="3350" y="724"/>
                    <a:pt x="3346" y="723"/>
                  </a:cubicBezTo>
                  <a:cubicBezTo>
                    <a:pt x="3342" y="722"/>
                    <a:pt x="3343" y="724"/>
                    <a:pt x="3337" y="726"/>
                  </a:cubicBezTo>
                  <a:cubicBezTo>
                    <a:pt x="3335" y="726"/>
                    <a:pt x="3335" y="726"/>
                    <a:pt x="3333" y="726"/>
                  </a:cubicBezTo>
                  <a:cubicBezTo>
                    <a:pt x="3332" y="726"/>
                    <a:pt x="3329" y="726"/>
                    <a:pt x="3325" y="725"/>
                  </a:cubicBezTo>
                  <a:cubicBezTo>
                    <a:pt x="3322" y="724"/>
                    <a:pt x="3322" y="725"/>
                    <a:pt x="3321" y="722"/>
                  </a:cubicBezTo>
                  <a:cubicBezTo>
                    <a:pt x="3320" y="720"/>
                    <a:pt x="3318" y="719"/>
                    <a:pt x="3316" y="720"/>
                  </a:cubicBezTo>
                  <a:cubicBezTo>
                    <a:pt x="3314" y="720"/>
                    <a:pt x="3315" y="723"/>
                    <a:pt x="3315" y="725"/>
                  </a:cubicBezTo>
                  <a:cubicBezTo>
                    <a:pt x="3314" y="727"/>
                    <a:pt x="3315" y="727"/>
                    <a:pt x="3315" y="729"/>
                  </a:cubicBezTo>
                  <a:cubicBezTo>
                    <a:pt x="3315" y="731"/>
                    <a:pt x="3317" y="733"/>
                    <a:pt x="3319" y="733"/>
                  </a:cubicBezTo>
                  <a:cubicBezTo>
                    <a:pt x="3321" y="734"/>
                    <a:pt x="3322" y="734"/>
                    <a:pt x="3324" y="733"/>
                  </a:cubicBezTo>
                  <a:cubicBezTo>
                    <a:pt x="3326" y="732"/>
                    <a:pt x="3328" y="731"/>
                    <a:pt x="3331" y="730"/>
                  </a:cubicBezTo>
                  <a:cubicBezTo>
                    <a:pt x="3334" y="730"/>
                    <a:pt x="3335" y="731"/>
                    <a:pt x="3337" y="732"/>
                  </a:cubicBezTo>
                  <a:cubicBezTo>
                    <a:pt x="3338" y="734"/>
                    <a:pt x="3340" y="734"/>
                    <a:pt x="3343" y="734"/>
                  </a:cubicBezTo>
                  <a:cubicBezTo>
                    <a:pt x="3346" y="734"/>
                    <a:pt x="3345" y="735"/>
                    <a:pt x="3346" y="737"/>
                  </a:cubicBezTo>
                  <a:cubicBezTo>
                    <a:pt x="3347" y="738"/>
                    <a:pt x="3346" y="739"/>
                    <a:pt x="3349" y="739"/>
                  </a:cubicBezTo>
                  <a:cubicBezTo>
                    <a:pt x="3352" y="739"/>
                    <a:pt x="3352" y="740"/>
                    <a:pt x="3354" y="742"/>
                  </a:cubicBezTo>
                  <a:cubicBezTo>
                    <a:pt x="3355" y="744"/>
                    <a:pt x="3355" y="746"/>
                    <a:pt x="3358" y="745"/>
                  </a:cubicBezTo>
                  <a:cubicBezTo>
                    <a:pt x="3362" y="745"/>
                    <a:pt x="3360" y="743"/>
                    <a:pt x="3361" y="740"/>
                  </a:cubicBezTo>
                  <a:cubicBezTo>
                    <a:pt x="3363" y="738"/>
                    <a:pt x="3365" y="739"/>
                    <a:pt x="3369" y="740"/>
                  </a:cubicBezTo>
                  <a:cubicBezTo>
                    <a:pt x="3373" y="740"/>
                    <a:pt x="3374" y="740"/>
                    <a:pt x="3376" y="739"/>
                  </a:cubicBezTo>
                  <a:cubicBezTo>
                    <a:pt x="3379" y="738"/>
                    <a:pt x="3377" y="736"/>
                    <a:pt x="3375" y="734"/>
                  </a:cubicBezTo>
                  <a:close/>
                  <a:moveTo>
                    <a:pt x="2356" y="1076"/>
                  </a:moveTo>
                  <a:cubicBezTo>
                    <a:pt x="2356" y="1079"/>
                    <a:pt x="2357" y="1081"/>
                    <a:pt x="2360" y="1084"/>
                  </a:cubicBezTo>
                  <a:cubicBezTo>
                    <a:pt x="2363" y="1087"/>
                    <a:pt x="2363" y="1089"/>
                    <a:pt x="2365" y="1092"/>
                  </a:cubicBezTo>
                  <a:cubicBezTo>
                    <a:pt x="2366" y="1094"/>
                    <a:pt x="2367" y="1093"/>
                    <a:pt x="2366" y="1096"/>
                  </a:cubicBezTo>
                  <a:cubicBezTo>
                    <a:pt x="2366" y="1099"/>
                    <a:pt x="2364" y="1100"/>
                    <a:pt x="2363" y="1102"/>
                  </a:cubicBezTo>
                  <a:cubicBezTo>
                    <a:pt x="2362" y="1104"/>
                    <a:pt x="2362" y="1105"/>
                    <a:pt x="2364" y="1108"/>
                  </a:cubicBezTo>
                  <a:cubicBezTo>
                    <a:pt x="2365" y="1111"/>
                    <a:pt x="2364" y="1113"/>
                    <a:pt x="2364" y="1117"/>
                  </a:cubicBezTo>
                  <a:cubicBezTo>
                    <a:pt x="2364" y="1121"/>
                    <a:pt x="2364" y="1123"/>
                    <a:pt x="2365" y="1126"/>
                  </a:cubicBezTo>
                  <a:cubicBezTo>
                    <a:pt x="2366" y="1130"/>
                    <a:pt x="2364" y="1134"/>
                    <a:pt x="2364" y="1136"/>
                  </a:cubicBezTo>
                  <a:cubicBezTo>
                    <a:pt x="2363" y="1139"/>
                    <a:pt x="2363" y="1140"/>
                    <a:pt x="2363" y="1144"/>
                  </a:cubicBezTo>
                  <a:cubicBezTo>
                    <a:pt x="2362" y="1147"/>
                    <a:pt x="2362" y="1147"/>
                    <a:pt x="2361" y="1150"/>
                  </a:cubicBezTo>
                  <a:cubicBezTo>
                    <a:pt x="2359" y="1154"/>
                    <a:pt x="2359" y="1155"/>
                    <a:pt x="2359" y="1159"/>
                  </a:cubicBezTo>
                  <a:cubicBezTo>
                    <a:pt x="2359" y="1162"/>
                    <a:pt x="2359" y="1164"/>
                    <a:pt x="2361" y="1167"/>
                  </a:cubicBezTo>
                  <a:cubicBezTo>
                    <a:pt x="2363" y="1169"/>
                    <a:pt x="2364" y="1172"/>
                    <a:pt x="2364" y="1175"/>
                  </a:cubicBezTo>
                  <a:cubicBezTo>
                    <a:pt x="2364" y="1178"/>
                    <a:pt x="2364" y="1178"/>
                    <a:pt x="2365" y="1180"/>
                  </a:cubicBezTo>
                  <a:cubicBezTo>
                    <a:pt x="2365" y="1182"/>
                    <a:pt x="2362" y="1185"/>
                    <a:pt x="2361" y="1187"/>
                  </a:cubicBezTo>
                  <a:cubicBezTo>
                    <a:pt x="2361" y="1188"/>
                    <a:pt x="2359" y="1188"/>
                    <a:pt x="2360" y="1192"/>
                  </a:cubicBezTo>
                  <a:cubicBezTo>
                    <a:pt x="2362" y="1195"/>
                    <a:pt x="2362" y="1200"/>
                    <a:pt x="2362" y="1201"/>
                  </a:cubicBezTo>
                  <a:cubicBezTo>
                    <a:pt x="2362" y="1202"/>
                    <a:pt x="2363" y="1201"/>
                    <a:pt x="2362" y="1205"/>
                  </a:cubicBezTo>
                  <a:cubicBezTo>
                    <a:pt x="2361" y="1209"/>
                    <a:pt x="2360" y="1209"/>
                    <a:pt x="2359" y="1212"/>
                  </a:cubicBezTo>
                  <a:cubicBezTo>
                    <a:pt x="2357" y="1214"/>
                    <a:pt x="2357" y="1218"/>
                    <a:pt x="2357" y="1220"/>
                  </a:cubicBezTo>
                  <a:cubicBezTo>
                    <a:pt x="2357" y="1222"/>
                    <a:pt x="2357" y="1222"/>
                    <a:pt x="2358" y="1225"/>
                  </a:cubicBezTo>
                  <a:cubicBezTo>
                    <a:pt x="2359" y="1227"/>
                    <a:pt x="2360" y="1231"/>
                    <a:pt x="2362" y="1234"/>
                  </a:cubicBezTo>
                  <a:cubicBezTo>
                    <a:pt x="2364" y="1236"/>
                    <a:pt x="2366" y="1235"/>
                    <a:pt x="2366" y="1232"/>
                  </a:cubicBezTo>
                  <a:cubicBezTo>
                    <a:pt x="2366" y="1229"/>
                    <a:pt x="2366" y="1227"/>
                    <a:pt x="2367" y="1224"/>
                  </a:cubicBezTo>
                  <a:cubicBezTo>
                    <a:pt x="2368" y="1220"/>
                    <a:pt x="2370" y="1218"/>
                    <a:pt x="2371" y="1216"/>
                  </a:cubicBezTo>
                  <a:cubicBezTo>
                    <a:pt x="2373" y="1215"/>
                    <a:pt x="2374" y="1214"/>
                    <a:pt x="2375" y="1214"/>
                  </a:cubicBezTo>
                  <a:cubicBezTo>
                    <a:pt x="2376" y="1215"/>
                    <a:pt x="2376" y="1217"/>
                    <a:pt x="2377" y="1218"/>
                  </a:cubicBezTo>
                  <a:cubicBezTo>
                    <a:pt x="2378" y="1219"/>
                    <a:pt x="2378" y="1218"/>
                    <a:pt x="2380" y="1218"/>
                  </a:cubicBezTo>
                  <a:cubicBezTo>
                    <a:pt x="2383" y="1218"/>
                    <a:pt x="2385" y="1217"/>
                    <a:pt x="2386" y="1218"/>
                  </a:cubicBezTo>
                  <a:cubicBezTo>
                    <a:pt x="2388" y="1219"/>
                    <a:pt x="2390" y="1219"/>
                    <a:pt x="2391" y="1222"/>
                  </a:cubicBezTo>
                  <a:cubicBezTo>
                    <a:pt x="2391" y="1225"/>
                    <a:pt x="2388" y="1228"/>
                    <a:pt x="2390" y="1229"/>
                  </a:cubicBezTo>
                  <a:cubicBezTo>
                    <a:pt x="2393" y="1231"/>
                    <a:pt x="2393" y="1227"/>
                    <a:pt x="2393" y="1225"/>
                  </a:cubicBezTo>
                  <a:cubicBezTo>
                    <a:pt x="2394" y="1222"/>
                    <a:pt x="2394" y="1222"/>
                    <a:pt x="2394" y="1219"/>
                  </a:cubicBezTo>
                  <a:cubicBezTo>
                    <a:pt x="2393" y="1215"/>
                    <a:pt x="2394" y="1213"/>
                    <a:pt x="2392" y="1213"/>
                  </a:cubicBezTo>
                  <a:cubicBezTo>
                    <a:pt x="2391" y="1213"/>
                    <a:pt x="2389" y="1214"/>
                    <a:pt x="2388" y="1214"/>
                  </a:cubicBezTo>
                  <a:cubicBezTo>
                    <a:pt x="2387" y="1215"/>
                    <a:pt x="2385" y="1215"/>
                    <a:pt x="2385" y="1213"/>
                  </a:cubicBezTo>
                  <a:cubicBezTo>
                    <a:pt x="2385" y="1211"/>
                    <a:pt x="2386" y="1210"/>
                    <a:pt x="2385" y="1207"/>
                  </a:cubicBezTo>
                  <a:cubicBezTo>
                    <a:pt x="2384" y="1204"/>
                    <a:pt x="2385" y="1204"/>
                    <a:pt x="2383" y="1202"/>
                  </a:cubicBezTo>
                  <a:cubicBezTo>
                    <a:pt x="2380" y="1199"/>
                    <a:pt x="2377" y="1197"/>
                    <a:pt x="2376" y="1195"/>
                  </a:cubicBezTo>
                  <a:cubicBezTo>
                    <a:pt x="2375" y="1193"/>
                    <a:pt x="2373" y="1192"/>
                    <a:pt x="2373" y="1188"/>
                  </a:cubicBezTo>
                  <a:cubicBezTo>
                    <a:pt x="2372" y="1184"/>
                    <a:pt x="2372" y="1181"/>
                    <a:pt x="2374" y="1178"/>
                  </a:cubicBezTo>
                  <a:cubicBezTo>
                    <a:pt x="2376" y="1175"/>
                    <a:pt x="2378" y="1169"/>
                    <a:pt x="2378" y="1166"/>
                  </a:cubicBezTo>
                  <a:cubicBezTo>
                    <a:pt x="2379" y="1164"/>
                    <a:pt x="2381" y="1162"/>
                    <a:pt x="2381" y="1157"/>
                  </a:cubicBezTo>
                  <a:cubicBezTo>
                    <a:pt x="2382" y="1151"/>
                    <a:pt x="2384" y="1149"/>
                    <a:pt x="2385" y="1148"/>
                  </a:cubicBezTo>
                  <a:cubicBezTo>
                    <a:pt x="2387" y="1148"/>
                    <a:pt x="2387" y="1147"/>
                    <a:pt x="2389" y="1147"/>
                  </a:cubicBezTo>
                  <a:cubicBezTo>
                    <a:pt x="2391" y="1146"/>
                    <a:pt x="2390" y="1146"/>
                    <a:pt x="2392" y="1145"/>
                  </a:cubicBezTo>
                  <a:cubicBezTo>
                    <a:pt x="2393" y="1143"/>
                    <a:pt x="2395" y="1143"/>
                    <a:pt x="2397" y="1144"/>
                  </a:cubicBezTo>
                  <a:cubicBezTo>
                    <a:pt x="2399" y="1146"/>
                    <a:pt x="2399" y="1147"/>
                    <a:pt x="2403" y="1147"/>
                  </a:cubicBezTo>
                  <a:cubicBezTo>
                    <a:pt x="2406" y="1148"/>
                    <a:pt x="2406" y="1147"/>
                    <a:pt x="2408" y="1149"/>
                  </a:cubicBezTo>
                  <a:cubicBezTo>
                    <a:pt x="2410" y="1151"/>
                    <a:pt x="2408" y="1149"/>
                    <a:pt x="2410" y="1154"/>
                  </a:cubicBezTo>
                  <a:cubicBezTo>
                    <a:pt x="2413" y="1158"/>
                    <a:pt x="2417" y="1165"/>
                    <a:pt x="2417" y="1163"/>
                  </a:cubicBezTo>
                  <a:cubicBezTo>
                    <a:pt x="2418" y="1161"/>
                    <a:pt x="2418" y="1160"/>
                    <a:pt x="2416" y="1157"/>
                  </a:cubicBezTo>
                  <a:cubicBezTo>
                    <a:pt x="2415" y="1154"/>
                    <a:pt x="2415" y="1155"/>
                    <a:pt x="2413" y="1151"/>
                  </a:cubicBezTo>
                  <a:cubicBezTo>
                    <a:pt x="2412" y="1148"/>
                    <a:pt x="2411" y="1148"/>
                    <a:pt x="2411" y="1145"/>
                  </a:cubicBezTo>
                  <a:cubicBezTo>
                    <a:pt x="2411" y="1142"/>
                    <a:pt x="2409" y="1141"/>
                    <a:pt x="2407" y="1138"/>
                  </a:cubicBezTo>
                  <a:cubicBezTo>
                    <a:pt x="2406" y="1135"/>
                    <a:pt x="2404" y="1131"/>
                    <a:pt x="2404" y="1127"/>
                  </a:cubicBezTo>
                  <a:cubicBezTo>
                    <a:pt x="2403" y="1122"/>
                    <a:pt x="2400" y="1116"/>
                    <a:pt x="2398" y="1111"/>
                  </a:cubicBezTo>
                  <a:cubicBezTo>
                    <a:pt x="2397" y="1106"/>
                    <a:pt x="2396" y="1103"/>
                    <a:pt x="2395" y="1100"/>
                  </a:cubicBezTo>
                  <a:cubicBezTo>
                    <a:pt x="2395" y="1096"/>
                    <a:pt x="2394" y="1095"/>
                    <a:pt x="2392" y="1093"/>
                  </a:cubicBezTo>
                  <a:cubicBezTo>
                    <a:pt x="2390" y="1091"/>
                    <a:pt x="2391" y="1083"/>
                    <a:pt x="2390" y="1083"/>
                  </a:cubicBezTo>
                  <a:cubicBezTo>
                    <a:pt x="2389" y="1083"/>
                    <a:pt x="2391" y="1085"/>
                    <a:pt x="2388" y="1085"/>
                  </a:cubicBezTo>
                  <a:cubicBezTo>
                    <a:pt x="2385" y="1086"/>
                    <a:pt x="2385" y="1085"/>
                    <a:pt x="2385" y="1081"/>
                  </a:cubicBezTo>
                  <a:cubicBezTo>
                    <a:pt x="2385" y="1076"/>
                    <a:pt x="2386" y="1075"/>
                    <a:pt x="2385" y="1072"/>
                  </a:cubicBezTo>
                  <a:cubicBezTo>
                    <a:pt x="2384" y="1069"/>
                    <a:pt x="2383" y="1068"/>
                    <a:pt x="2385" y="1064"/>
                  </a:cubicBezTo>
                  <a:cubicBezTo>
                    <a:pt x="2387" y="1060"/>
                    <a:pt x="2388" y="1059"/>
                    <a:pt x="2388" y="1056"/>
                  </a:cubicBezTo>
                  <a:cubicBezTo>
                    <a:pt x="2388" y="1053"/>
                    <a:pt x="2388" y="1053"/>
                    <a:pt x="2386" y="1049"/>
                  </a:cubicBezTo>
                  <a:cubicBezTo>
                    <a:pt x="2384" y="1046"/>
                    <a:pt x="2383" y="1040"/>
                    <a:pt x="2383" y="1039"/>
                  </a:cubicBezTo>
                  <a:cubicBezTo>
                    <a:pt x="2383" y="1038"/>
                    <a:pt x="2384" y="1036"/>
                    <a:pt x="2384" y="1037"/>
                  </a:cubicBezTo>
                  <a:cubicBezTo>
                    <a:pt x="2385" y="1038"/>
                    <a:pt x="2386" y="1039"/>
                    <a:pt x="2385" y="1040"/>
                  </a:cubicBezTo>
                  <a:cubicBezTo>
                    <a:pt x="2385" y="1041"/>
                    <a:pt x="2387" y="1045"/>
                    <a:pt x="2387" y="1045"/>
                  </a:cubicBezTo>
                  <a:cubicBezTo>
                    <a:pt x="2388" y="1045"/>
                    <a:pt x="2389" y="1044"/>
                    <a:pt x="2388" y="1042"/>
                  </a:cubicBezTo>
                  <a:cubicBezTo>
                    <a:pt x="2387" y="1041"/>
                    <a:pt x="2388" y="1041"/>
                    <a:pt x="2387" y="1039"/>
                  </a:cubicBezTo>
                  <a:cubicBezTo>
                    <a:pt x="2387" y="1037"/>
                    <a:pt x="2387" y="1037"/>
                    <a:pt x="2387" y="1035"/>
                  </a:cubicBezTo>
                  <a:cubicBezTo>
                    <a:pt x="2386" y="1034"/>
                    <a:pt x="2386" y="1034"/>
                    <a:pt x="2385" y="1032"/>
                  </a:cubicBezTo>
                  <a:cubicBezTo>
                    <a:pt x="2384" y="1031"/>
                    <a:pt x="2383" y="1028"/>
                    <a:pt x="2382" y="1027"/>
                  </a:cubicBezTo>
                  <a:cubicBezTo>
                    <a:pt x="2381" y="1025"/>
                    <a:pt x="2381" y="1025"/>
                    <a:pt x="2380" y="1023"/>
                  </a:cubicBezTo>
                  <a:cubicBezTo>
                    <a:pt x="2379" y="1021"/>
                    <a:pt x="2378" y="1020"/>
                    <a:pt x="2379" y="1019"/>
                  </a:cubicBezTo>
                  <a:cubicBezTo>
                    <a:pt x="2380" y="1017"/>
                    <a:pt x="2382" y="1016"/>
                    <a:pt x="2382" y="1014"/>
                  </a:cubicBezTo>
                  <a:cubicBezTo>
                    <a:pt x="2382" y="1013"/>
                    <a:pt x="2380" y="1011"/>
                    <a:pt x="2379" y="1010"/>
                  </a:cubicBezTo>
                  <a:cubicBezTo>
                    <a:pt x="2378" y="1009"/>
                    <a:pt x="2378" y="1007"/>
                    <a:pt x="2376" y="1007"/>
                  </a:cubicBezTo>
                  <a:cubicBezTo>
                    <a:pt x="2375" y="1008"/>
                    <a:pt x="2376" y="1009"/>
                    <a:pt x="2376" y="1010"/>
                  </a:cubicBezTo>
                  <a:cubicBezTo>
                    <a:pt x="2375" y="1011"/>
                    <a:pt x="2376" y="1011"/>
                    <a:pt x="2373" y="1011"/>
                  </a:cubicBezTo>
                  <a:cubicBezTo>
                    <a:pt x="2371" y="1010"/>
                    <a:pt x="2370" y="1010"/>
                    <a:pt x="2368" y="1010"/>
                  </a:cubicBezTo>
                  <a:cubicBezTo>
                    <a:pt x="2367" y="1010"/>
                    <a:pt x="2366" y="1010"/>
                    <a:pt x="2367" y="1011"/>
                  </a:cubicBezTo>
                  <a:cubicBezTo>
                    <a:pt x="2368" y="1012"/>
                    <a:pt x="2368" y="1013"/>
                    <a:pt x="2370" y="1014"/>
                  </a:cubicBezTo>
                  <a:cubicBezTo>
                    <a:pt x="2373" y="1016"/>
                    <a:pt x="2375" y="1015"/>
                    <a:pt x="2375" y="1017"/>
                  </a:cubicBezTo>
                  <a:cubicBezTo>
                    <a:pt x="2375" y="1019"/>
                    <a:pt x="2375" y="1019"/>
                    <a:pt x="2375" y="1020"/>
                  </a:cubicBezTo>
                  <a:cubicBezTo>
                    <a:pt x="2374" y="1022"/>
                    <a:pt x="2373" y="1022"/>
                    <a:pt x="2374" y="1023"/>
                  </a:cubicBezTo>
                  <a:cubicBezTo>
                    <a:pt x="2375" y="1025"/>
                    <a:pt x="2375" y="1025"/>
                    <a:pt x="2376" y="1026"/>
                  </a:cubicBezTo>
                  <a:cubicBezTo>
                    <a:pt x="2377" y="1027"/>
                    <a:pt x="2378" y="1027"/>
                    <a:pt x="2377" y="1027"/>
                  </a:cubicBezTo>
                  <a:cubicBezTo>
                    <a:pt x="2376" y="1028"/>
                    <a:pt x="2375" y="1026"/>
                    <a:pt x="2374" y="1028"/>
                  </a:cubicBezTo>
                  <a:cubicBezTo>
                    <a:pt x="2374" y="1029"/>
                    <a:pt x="2373" y="1029"/>
                    <a:pt x="2374" y="1030"/>
                  </a:cubicBezTo>
                  <a:cubicBezTo>
                    <a:pt x="2375" y="1031"/>
                    <a:pt x="2377" y="1031"/>
                    <a:pt x="2375" y="1032"/>
                  </a:cubicBezTo>
                  <a:cubicBezTo>
                    <a:pt x="2374" y="1033"/>
                    <a:pt x="2374" y="1033"/>
                    <a:pt x="2372" y="1034"/>
                  </a:cubicBezTo>
                  <a:cubicBezTo>
                    <a:pt x="2370" y="1035"/>
                    <a:pt x="2370" y="1036"/>
                    <a:pt x="2368" y="1035"/>
                  </a:cubicBezTo>
                  <a:cubicBezTo>
                    <a:pt x="2366" y="1034"/>
                    <a:pt x="2367" y="1032"/>
                    <a:pt x="2366" y="1032"/>
                  </a:cubicBezTo>
                  <a:cubicBezTo>
                    <a:pt x="2364" y="1031"/>
                    <a:pt x="2363" y="1029"/>
                    <a:pt x="2362" y="1032"/>
                  </a:cubicBezTo>
                  <a:cubicBezTo>
                    <a:pt x="2361" y="1034"/>
                    <a:pt x="2360" y="1034"/>
                    <a:pt x="2359" y="1034"/>
                  </a:cubicBezTo>
                  <a:cubicBezTo>
                    <a:pt x="2358" y="1035"/>
                    <a:pt x="2355" y="1034"/>
                    <a:pt x="2356" y="1036"/>
                  </a:cubicBezTo>
                  <a:cubicBezTo>
                    <a:pt x="2357" y="1039"/>
                    <a:pt x="2356" y="1039"/>
                    <a:pt x="2357" y="1040"/>
                  </a:cubicBezTo>
                  <a:cubicBezTo>
                    <a:pt x="2359" y="1041"/>
                    <a:pt x="2360" y="1043"/>
                    <a:pt x="2360" y="1045"/>
                  </a:cubicBezTo>
                  <a:cubicBezTo>
                    <a:pt x="2360" y="1048"/>
                    <a:pt x="2360" y="1049"/>
                    <a:pt x="2358" y="1052"/>
                  </a:cubicBezTo>
                  <a:cubicBezTo>
                    <a:pt x="2357" y="1055"/>
                    <a:pt x="2356" y="1056"/>
                    <a:pt x="2357" y="1060"/>
                  </a:cubicBezTo>
                  <a:cubicBezTo>
                    <a:pt x="2357" y="1064"/>
                    <a:pt x="2357" y="1065"/>
                    <a:pt x="2356" y="1069"/>
                  </a:cubicBezTo>
                  <a:cubicBezTo>
                    <a:pt x="2355" y="1073"/>
                    <a:pt x="2355" y="1074"/>
                    <a:pt x="2356" y="1076"/>
                  </a:cubicBezTo>
                  <a:close/>
                  <a:moveTo>
                    <a:pt x="2613" y="1158"/>
                  </a:moveTo>
                  <a:cubicBezTo>
                    <a:pt x="2614" y="1157"/>
                    <a:pt x="2612" y="1155"/>
                    <a:pt x="2611" y="1157"/>
                  </a:cubicBezTo>
                  <a:cubicBezTo>
                    <a:pt x="2611" y="1158"/>
                    <a:pt x="2610" y="1158"/>
                    <a:pt x="2610" y="1159"/>
                  </a:cubicBezTo>
                  <a:cubicBezTo>
                    <a:pt x="2609" y="1160"/>
                    <a:pt x="2608" y="1161"/>
                    <a:pt x="2609" y="1161"/>
                  </a:cubicBezTo>
                  <a:cubicBezTo>
                    <a:pt x="2610" y="1161"/>
                    <a:pt x="2610" y="1162"/>
                    <a:pt x="2611" y="1161"/>
                  </a:cubicBezTo>
                  <a:cubicBezTo>
                    <a:pt x="2611" y="1159"/>
                    <a:pt x="2612" y="1159"/>
                    <a:pt x="2613" y="1158"/>
                  </a:cubicBezTo>
                  <a:close/>
                  <a:moveTo>
                    <a:pt x="2651" y="1107"/>
                  </a:moveTo>
                  <a:cubicBezTo>
                    <a:pt x="2648" y="1108"/>
                    <a:pt x="2644" y="1111"/>
                    <a:pt x="2643" y="1115"/>
                  </a:cubicBezTo>
                  <a:cubicBezTo>
                    <a:pt x="2641" y="1118"/>
                    <a:pt x="2643" y="1117"/>
                    <a:pt x="2639" y="1118"/>
                  </a:cubicBezTo>
                  <a:cubicBezTo>
                    <a:pt x="2635" y="1119"/>
                    <a:pt x="2633" y="1117"/>
                    <a:pt x="2632" y="1119"/>
                  </a:cubicBezTo>
                  <a:cubicBezTo>
                    <a:pt x="2631" y="1121"/>
                    <a:pt x="2632" y="1124"/>
                    <a:pt x="2633" y="1127"/>
                  </a:cubicBezTo>
                  <a:cubicBezTo>
                    <a:pt x="2635" y="1127"/>
                    <a:pt x="2639" y="1124"/>
                    <a:pt x="2640" y="1123"/>
                  </a:cubicBezTo>
                  <a:cubicBezTo>
                    <a:pt x="2641" y="1122"/>
                    <a:pt x="2644" y="1119"/>
                    <a:pt x="2645" y="1119"/>
                  </a:cubicBezTo>
                  <a:cubicBezTo>
                    <a:pt x="2647" y="1119"/>
                    <a:pt x="2647" y="1118"/>
                    <a:pt x="2650" y="1117"/>
                  </a:cubicBezTo>
                  <a:cubicBezTo>
                    <a:pt x="2653" y="1116"/>
                    <a:pt x="2653" y="1114"/>
                    <a:pt x="2653" y="1112"/>
                  </a:cubicBezTo>
                  <a:cubicBezTo>
                    <a:pt x="2653" y="1109"/>
                    <a:pt x="2655" y="1106"/>
                    <a:pt x="2651" y="1107"/>
                  </a:cubicBezTo>
                  <a:close/>
                  <a:moveTo>
                    <a:pt x="2622" y="1146"/>
                  </a:moveTo>
                  <a:cubicBezTo>
                    <a:pt x="2625" y="1146"/>
                    <a:pt x="2626" y="1146"/>
                    <a:pt x="2626" y="1144"/>
                  </a:cubicBezTo>
                  <a:cubicBezTo>
                    <a:pt x="2627" y="1142"/>
                    <a:pt x="2625" y="1137"/>
                    <a:pt x="2625" y="1139"/>
                  </a:cubicBezTo>
                  <a:cubicBezTo>
                    <a:pt x="2624" y="1142"/>
                    <a:pt x="2622" y="1143"/>
                    <a:pt x="2621" y="1144"/>
                  </a:cubicBezTo>
                  <a:cubicBezTo>
                    <a:pt x="2621" y="1145"/>
                    <a:pt x="2619" y="1146"/>
                    <a:pt x="2622" y="1146"/>
                  </a:cubicBezTo>
                  <a:close/>
                  <a:moveTo>
                    <a:pt x="2577" y="1198"/>
                  </a:moveTo>
                  <a:cubicBezTo>
                    <a:pt x="2577" y="1198"/>
                    <a:pt x="2577" y="1200"/>
                    <a:pt x="2577" y="1200"/>
                  </a:cubicBezTo>
                  <a:cubicBezTo>
                    <a:pt x="2578" y="1199"/>
                    <a:pt x="2579" y="1199"/>
                    <a:pt x="2579" y="1198"/>
                  </a:cubicBezTo>
                  <a:cubicBezTo>
                    <a:pt x="2580" y="1197"/>
                    <a:pt x="2579" y="1197"/>
                    <a:pt x="2577" y="1198"/>
                  </a:cubicBezTo>
                  <a:close/>
                  <a:moveTo>
                    <a:pt x="2572" y="1206"/>
                  </a:moveTo>
                  <a:cubicBezTo>
                    <a:pt x="2572" y="1205"/>
                    <a:pt x="2573" y="1204"/>
                    <a:pt x="2572" y="1204"/>
                  </a:cubicBezTo>
                  <a:cubicBezTo>
                    <a:pt x="2571" y="1204"/>
                    <a:pt x="2570" y="1204"/>
                    <a:pt x="2568" y="1207"/>
                  </a:cubicBezTo>
                  <a:cubicBezTo>
                    <a:pt x="2567" y="1208"/>
                    <a:pt x="2567" y="1207"/>
                    <a:pt x="2566" y="1208"/>
                  </a:cubicBezTo>
                  <a:cubicBezTo>
                    <a:pt x="2565" y="1209"/>
                    <a:pt x="2563" y="1209"/>
                    <a:pt x="2563" y="1210"/>
                  </a:cubicBezTo>
                  <a:cubicBezTo>
                    <a:pt x="2562" y="1211"/>
                    <a:pt x="2561" y="1212"/>
                    <a:pt x="2562" y="1212"/>
                  </a:cubicBezTo>
                  <a:cubicBezTo>
                    <a:pt x="2563" y="1212"/>
                    <a:pt x="2564" y="1212"/>
                    <a:pt x="2564" y="1211"/>
                  </a:cubicBezTo>
                  <a:cubicBezTo>
                    <a:pt x="2565" y="1210"/>
                    <a:pt x="2565" y="1209"/>
                    <a:pt x="2567" y="1209"/>
                  </a:cubicBezTo>
                  <a:cubicBezTo>
                    <a:pt x="2568" y="1209"/>
                    <a:pt x="2569" y="1209"/>
                    <a:pt x="2570" y="1208"/>
                  </a:cubicBezTo>
                  <a:cubicBezTo>
                    <a:pt x="2571" y="1208"/>
                    <a:pt x="2571" y="1207"/>
                    <a:pt x="2572" y="1206"/>
                  </a:cubicBezTo>
                  <a:close/>
                  <a:moveTo>
                    <a:pt x="2538" y="1228"/>
                  </a:moveTo>
                  <a:cubicBezTo>
                    <a:pt x="2538" y="1225"/>
                    <a:pt x="2535" y="1229"/>
                    <a:pt x="2532" y="1229"/>
                  </a:cubicBezTo>
                  <a:cubicBezTo>
                    <a:pt x="2530" y="1229"/>
                    <a:pt x="2527" y="1229"/>
                    <a:pt x="2526" y="1232"/>
                  </a:cubicBezTo>
                  <a:cubicBezTo>
                    <a:pt x="2524" y="1235"/>
                    <a:pt x="2525" y="1235"/>
                    <a:pt x="2522" y="1236"/>
                  </a:cubicBezTo>
                  <a:cubicBezTo>
                    <a:pt x="2520" y="1238"/>
                    <a:pt x="2518" y="1239"/>
                    <a:pt x="2518" y="1241"/>
                  </a:cubicBezTo>
                  <a:cubicBezTo>
                    <a:pt x="2517" y="1242"/>
                    <a:pt x="2515" y="1243"/>
                    <a:pt x="2517" y="1242"/>
                  </a:cubicBezTo>
                  <a:cubicBezTo>
                    <a:pt x="2519" y="1242"/>
                    <a:pt x="2520" y="1240"/>
                    <a:pt x="2522" y="1239"/>
                  </a:cubicBezTo>
                  <a:cubicBezTo>
                    <a:pt x="2524" y="1238"/>
                    <a:pt x="2525" y="1237"/>
                    <a:pt x="2527" y="1236"/>
                  </a:cubicBezTo>
                  <a:cubicBezTo>
                    <a:pt x="2529" y="1235"/>
                    <a:pt x="2529" y="1233"/>
                    <a:pt x="2533" y="1232"/>
                  </a:cubicBezTo>
                  <a:cubicBezTo>
                    <a:pt x="2536" y="1231"/>
                    <a:pt x="2538" y="1230"/>
                    <a:pt x="2538" y="1228"/>
                  </a:cubicBezTo>
                  <a:close/>
                  <a:moveTo>
                    <a:pt x="2595" y="1180"/>
                  </a:moveTo>
                  <a:cubicBezTo>
                    <a:pt x="2596" y="1180"/>
                    <a:pt x="2596" y="1179"/>
                    <a:pt x="2595" y="1178"/>
                  </a:cubicBezTo>
                  <a:cubicBezTo>
                    <a:pt x="2595" y="1177"/>
                    <a:pt x="2592" y="1177"/>
                    <a:pt x="2592" y="1178"/>
                  </a:cubicBezTo>
                  <a:cubicBezTo>
                    <a:pt x="2592" y="1179"/>
                    <a:pt x="2592" y="1180"/>
                    <a:pt x="2593" y="1180"/>
                  </a:cubicBezTo>
                  <a:cubicBezTo>
                    <a:pt x="2594" y="1181"/>
                    <a:pt x="2594" y="1181"/>
                    <a:pt x="2595" y="1180"/>
                  </a:cubicBezTo>
                  <a:close/>
                  <a:moveTo>
                    <a:pt x="2589" y="1185"/>
                  </a:moveTo>
                  <a:cubicBezTo>
                    <a:pt x="2589" y="1187"/>
                    <a:pt x="2587" y="1187"/>
                    <a:pt x="2587" y="1188"/>
                  </a:cubicBezTo>
                  <a:cubicBezTo>
                    <a:pt x="2587" y="1188"/>
                    <a:pt x="2588" y="1189"/>
                    <a:pt x="2588" y="1188"/>
                  </a:cubicBezTo>
                  <a:cubicBezTo>
                    <a:pt x="2589" y="1188"/>
                    <a:pt x="2590" y="1187"/>
                    <a:pt x="2590" y="1186"/>
                  </a:cubicBezTo>
                  <a:cubicBezTo>
                    <a:pt x="2591" y="1185"/>
                    <a:pt x="2589" y="1184"/>
                    <a:pt x="2589" y="1185"/>
                  </a:cubicBezTo>
                  <a:close/>
                  <a:moveTo>
                    <a:pt x="2497" y="1251"/>
                  </a:moveTo>
                  <a:cubicBezTo>
                    <a:pt x="2498" y="1250"/>
                    <a:pt x="2499" y="1250"/>
                    <a:pt x="2501" y="1249"/>
                  </a:cubicBezTo>
                  <a:cubicBezTo>
                    <a:pt x="2503" y="1249"/>
                    <a:pt x="2503" y="1249"/>
                    <a:pt x="2503" y="1247"/>
                  </a:cubicBezTo>
                  <a:cubicBezTo>
                    <a:pt x="2503" y="1245"/>
                    <a:pt x="2500" y="1244"/>
                    <a:pt x="2498" y="1246"/>
                  </a:cubicBezTo>
                  <a:cubicBezTo>
                    <a:pt x="2497" y="1248"/>
                    <a:pt x="2496" y="1249"/>
                    <a:pt x="2495" y="1249"/>
                  </a:cubicBezTo>
                  <a:cubicBezTo>
                    <a:pt x="2494" y="1250"/>
                    <a:pt x="2492" y="1250"/>
                    <a:pt x="2494" y="1251"/>
                  </a:cubicBezTo>
                  <a:cubicBezTo>
                    <a:pt x="2495" y="1251"/>
                    <a:pt x="2495" y="1251"/>
                    <a:pt x="2497" y="1251"/>
                  </a:cubicBezTo>
                  <a:close/>
                  <a:moveTo>
                    <a:pt x="2488" y="1252"/>
                  </a:moveTo>
                  <a:cubicBezTo>
                    <a:pt x="2487" y="1252"/>
                    <a:pt x="2486" y="1252"/>
                    <a:pt x="2485" y="1251"/>
                  </a:cubicBezTo>
                  <a:cubicBezTo>
                    <a:pt x="2484" y="1250"/>
                    <a:pt x="2483" y="1248"/>
                    <a:pt x="2481" y="1250"/>
                  </a:cubicBezTo>
                  <a:cubicBezTo>
                    <a:pt x="2480" y="1252"/>
                    <a:pt x="2479" y="1252"/>
                    <a:pt x="2478" y="1254"/>
                  </a:cubicBezTo>
                  <a:cubicBezTo>
                    <a:pt x="2476" y="1256"/>
                    <a:pt x="2475" y="1256"/>
                    <a:pt x="2475" y="1257"/>
                  </a:cubicBezTo>
                  <a:cubicBezTo>
                    <a:pt x="2476" y="1258"/>
                    <a:pt x="2476" y="1259"/>
                    <a:pt x="2478" y="1259"/>
                  </a:cubicBezTo>
                  <a:cubicBezTo>
                    <a:pt x="2481" y="1258"/>
                    <a:pt x="2481" y="1258"/>
                    <a:pt x="2484" y="1256"/>
                  </a:cubicBezTo>
                  <a:cubicBezTo>
                    <a:pt x="2486" y="1255"/>
                    <a:pt x="2487" y="1255"/>
                    <a:pt x="2488" y="1254"/>
                  </a:cubicBezTo>
                  <a:cubicBezTo>
                    <a:pt x="2490" y="1253"/>
                    <a:pt x="2490" y="1253"/>
                    <a:pt x="2488" y="1252"/>
                  </a:cubicBezTo>
                  <a:close/>
                  <a:moveTo>
                    <a:pt x="2465" y="1271"/>
                  </a:moveTo>
                  <a:cubicBezTo>
                    <a:pt x="2467" y="1270"/>
                    <a:pt x="2467" y="1268"/>
                    <a:pt x="2469" y="1267"/>
                  </a:cubicBezTo>
                  <a:cubicBezTo>
                    <a:pt x="2472" y="1266"/>
                    <a:pt x="2473" y="1265"/>
                    <a:pt x="2474" y="1263"/>
                  </a:cubicBezTo>
                  <a:cubicBezTo>
                    <a:pt x="2474" y="1262"/>
                    <a:pt x="2475" y="1262"/>
                    <a:pt x="2475" y="1260"/>
                  </a:cubicBezTo>
                  <a:cubicBezTo>
                    <a:pt x="2475" y="1259"/>
                    <a:pt x="2474" y="1259"/>
                    <a:pt x="2473" y="1260"/>
                  </a:cubicBezTo>
                  <a:cubicBezTo>
                    <a:pt x="2472" y="1261"/>
                    <a:pt x="2471" y="1261"/>
                    <a:pt x="2470" y="1262"/>
                  </a:cubicBezTo>
                  <a:cubicBezTo>
                    <a:pt x="2469" y="1262"/>
                    <a:pt x="2468" y="1262"/>
                    <a:pt x="2466" y="1264"/>
                  </a:cubicBezTo>
                  <a:cubicBezTo>
                    <a:pt x="2465" y="1265"/>
                    <a:pt x="2464" y="1265"/>
                    <a:pt x="2463" y="1267"/>
                  </a:cubicBezTo>
                  <a:cubicBezTo>
                    <a:pt x="2463" y="1269"/>
                    <a:pt x="2462" y="1272"/>
                    <a:pt x="2462" y="1272"/>
                  </a:cubicBezTo>
                  <a:cubicBezTo>
                    <a:pt x="2463" y="1273"/>
                    <a:pt x="2462" y="1273"/>
                    <a:pt x="2465" y="1271"/>
                  </a:cubicBezTo>
                  <a:close/>
                  <a:moveTo>
                    <a:pt x="2451" y="1273"/>
                  </a:moveTo>
                  <a:cubicBezTo>
                    <a:pt x="2449" y="1273"/>
                    <a:pt x="2449" y="1272"/>
                    <a:pt x="2448" y="1272"/>
                  </a:cubicBezTo>
                  <a:cubicBezTo>
                    <a:pt x="2447" y="1271"/>
                    <a:pt x="2445" y="1271"/>
                    <a:pt x="2444" y="1272"/>
                  </a:cubicBezTo>
                  <a:cubicBezTo>
                    <a:pt x="2443" y="1273"/>
                    <a:pt x="2444" y="1274"/>
                    <a:pt x="2442" y="1276"/>
                  </a:cubicBezTo>
                  <a:cubicBezTo>
                    <a:pt x="2440" y="1278"/>
                    <a:pt x="2439" y="1279"/>
                    <a:pt x="2437" y="1280"/>
                  </a:cubicBezTo>
                  <a:cubicBezTo>
                    <a:pt x="2435" y="1282"/>
                    <a:pt x="2433" y="1285"/>
                    <a:pt x="2433" y="1286"/>
                  </a:cubicBezTo>
                  <a:cubicBezTo>
                    <a:pt x="2433" y="1287"/>
                    <a:pt x="2433" y="1289"/>
                    <a:pt x="2434" y="1288"/>
                  </a:cubicBezTo>
                  <a:cubicBezTo>
                    <a:pt x="2435" y="1287"/>
                    <a:pt x="2435" y="1286"/>
                    <a:pt x="2437" y="1285"/>
                  </a:cubicBezTo>
                  <a:cubicBezTo>
                    <a:pt x="2438" y="1284"/>
                    <a:pt x="2439" y="1283"/>
                    <a:pt x="2441" y="1281"/>
                  </a:cubicBezTo>
                  <a:cubicBezTo>
                    <a:pt x="2444" y="1280"/>
                    <a:pt x="2445" y="1279"/>
                    <a:pt x="2446" y="1278"/>
                  </a:cubicBezTo>
                  <a:cubicBezTo>
                    <a:pt x="2448" y="1277"/>
                    <a:pt x="2448" y="1275"/>
                    <a:pt x="2450" y="1275"/>
                  </a:cubicBezTo>
                  <a:cubicBezTo>
                    <a:pt x="2452" y="1275"/>
                    <a:pt x="2455" y="1274"/>
                    <a:pt x="2454" y="1273"/>
                  </a:cubicBezTo>
                  <a:cubicBezTo>
                    <a:pt x="2454" y="1272"/>
                    <a:pt x="2452" y="1273"/>
                    <a:pt x="2451" y="1273"/>
                  </a:cubicBezTo>
                  <a:close/>
                  <a:moveTo>
                    <a:pt x="110" y="824"/>
                  </a:moveTo>
                  <a:cubicBezTo>
                    <a:pt x="110" y="824"/>
                    <a:pt x="110" y="824"/>
                    <a:pt x="110" y="824"/>
                  </a:cubicBezTo>
                  <a:cubicBezTo>
                    <a:pt x="109" y="827"/>
                    <a:pt x="107" y="824"/>
                    <a:pt x="106" y="825"/>
                  </a:cubicBezTo>
                  <a:cubicBezTo>
                    <a:pt x="105" y="827"/>
                    <a:pt x="107" y="830"/>
                    <a:pt x="106" y="833"/>
                  </a:cubicBezTo>
                  <a:cubicBezTo>
                    <a:pt x="105" y="836"/>
                    <a:pt x="100" y="835"/>
                    <a:pt x="98" y="833"/>
                  </a:cubicBezTo>
                  <a:cubicBezTo>
                    <a:pt x="95" y="831"/>
                    <a:pt x="90" y="830"/>
                    <a:pt x="87" y="831"/>
                  </a:cubicBezTo>
                  <a:cubicBezTo>
                    <a:pt x="85" y="833"/>
                    <a:pt x="84" y="836"/>
                    <a:pt x="84" y="840"/>
                  </a:cubicBezTo>
                  <a:cubicBezTo>
                    <a:pt x="84" y="843"/>
                    <a:pt x="82" y="843"/>
                    <a:pt x="78" y="843"/>
                  </a:cubicBezTo>
                  <a:cubicBezTo>
                    <a:pt x="75" y="843"/>
                    <a:pt x="75" y="840"/>
                    <a:pt x="75" y="837"/>
                  </a:cubicBezTo>
                  <a:cubicBezTo>
                    <a:pt x="74" y="835"/>
                    <a:pt x="74" y="831"/>
                    <a:pt x="71" y="828"/>
                  </a:cubicBezTo>
                  <a:cubicBezTo>
                    <a:pt x="67" y="825"/>
                    <a:pt x="66" y="823"/>
                    <a:pt x="65" y="818"/>
                  </a:cubicBezTo>
                  <a:cubicBezTo>
                    <a:pt x="63" y="813"/>
                    <a:pt x="61" y="810"/>
                    <a:pt x="58" y="809"/>
                  </a:cubicBezTo>
                  <a:cubicBezTo>
                    <a:pt x="55" y="808"/>
                    <a:pt x="52" y="807"/>
                    <a:pt x="51" y="805"/>
                  </a:cubicBezTo>
                  <a:cubicBezTo>
                    <a:pt x="49" y="803"/>
                    <a:pt x="51" y="802"/>
                    <a:pt x="52" y="802"/>
                  </a:cubicBezTo>
                  <a:cubicBezTo>
                    <a:pt x="54" y="802"/>
                    <a:pt x="56" y="799"/>
                    <a:pt x="56" y="795"/>
                  </a:cubicBezTo>
                  <a:cubicBezTo>
                    <a:pt x="56" y="792"/>
                    <a:pt x="58" y="793"/>
                    <a:pt x="61" y="793"/>
                  </a:cubicBezTo>
                  <a:cubicBezTo>
                    <a:pt x="64" y="793"/>
                    <a:pt x="65" y="792"/>
                    <a:pt x="66" y="789"/>
                  </a:cubicBezTo>
                  <a:cubicBezTo>
                    <a:pt x="69" y="786"/>
                    <a:pt x="73" y="786"/>
                    <a:pt x="76" y="788"/>
                  </a:cubicBezTo>
                  <a:cubicBezTo>
                    <a:pt x="78" y="791"/>
                    <a:pt x="84" y="790"/>
                    <a:pt x="86" y="794"/>
                  </a:cubicBezTo>
                  <a:cubicBezTo>
                    <a:pt x="88" y="798"/>
                    <a:pt x="92" y="799"/>
                    <a:pt x="96" y="801"/>
                  </a:cubicBezTo>
                  <a:cubicBezTo>
                    <a:pt x="100" y="803"/>
                    <a:pt x="104" y="804"/>
                    <a:pt x="105" y="808"/>
                  </a:cubicBezTo>
                  <a:cubicBezTo>
                    <a:pt x="107" y="812"/>
                    <a:pt x="107" y="813"/>
                    <a:pt x="110" y="816"/>
                  </a:cubicBezTo>
                  <a:cubicBezTo>
                    <a:pt x="113" y="819"/>
                    <a:pt x="112" y="820"/>
                    <a:pt x="110" y="824"/>
                  </a:cubicBezTo>
                  <a:close/>
                  <a:moveTo>
                    <a:pt x="184" y="801"/>
                  </a:moveTo>
                  <a:cubicBezTo>
                    <a:pt x="184" y="801"/>
                    <a:pt x="184" y="801"/>
                    <a:pt x="184" y="801"/>
                  </a:cubicBezTo>
                  <a:cubicBezTo>
                    <a:pt x="185" y="804"/>
                    <a:pt x="185" y="807"/>
                    <a:pt x="181" y="808"/>
                  </a:cubicBezTo>
                  <a:cubicBezTo>
                    <a:pt x="178" y="809"/>
                    <a:pt x="180" y="811"/>
                    <a:pt x="174" y="811"/>
                  </a:cubicBezTo>
                  <a:cubicBezTo>
                    <a:pt x="169" y="811"/>
                    <a:pt x="165" y="812"/>
                    <a:pt x="165" y="810"/>
                  </a:cubicBezTo>
                  <a:cubicBezTo>
                    <a:pt x="165" y="807"/>
                    <a:pt x="167" y="808"/>
                    <a:pt x="168" y="805"/>
                  </a:cubicBezTo>
                  <a:cubicBezTo>
                    <a:pt x="168" y="803"/>
                    <a:pt x="169" y="801"/>
                    <a:pt x="163" y="799"/>
                  </a:cubicBezTo>
                  <a:cubicBezTo>
                    <a:pt x="157" y="797"/>
                    <a:pt x="156" y="797"/>
                    <a:pt x="154" y="794"/>
                  </a:cubicBezTo>
                  <a:cubicBezTo>
                    <a:pt x="152" y="790"/>
                    <a:pt x="147" y="787"/>
                    <a:pt x="143" y="785"/>
                  </a:cubicBezTo>
                  <a:cubicBezTo>
                    <a:pt x="139" y="783"/>
                    <a:pt x="145" y="783"/>
                    <a:pt x="145" y="780"/>
                  </a:cubicBezTo>
                  <a:cubicBezTo>
                    <a:pt x="144" y="778"/>
                    <a:pt x="143" y="777"/>
                    <a:pt x="142" y="775"/>
                  </a:cubicBezTo>
                  <a:cubicBezTo>
                    <a:pt x="140" y="773"/>
                    <a:pt x="139" y="772"/>
                    <a:pt x="139" y="770"/>
                  </a:cubicBezTo>
                  <a:cubicBezTo>
                    <a:pt x="139" y="768"/>
                    <a:pt x="136" y="767"/>
                    <a:pt x="136" y="765"/>
                  </a:cubicBezTo>
                  <a:cubicBezTo>
                    <a:pt x="136" y="764"/>
                    <a:pt x="138" y="764"/>
                    <a:pt x="139" y="766"/>
                  </a:cubicBezTo>
                  <a:cubicBezTo>
                    <a:pt x="141" y="768"/>
                    <a:pt x="142" y="767"/>
                    <a:pt x="143" y="770"/>
                  </a:cubicBezTo>
                  <a:cubicBezTo>
                    <a:pt x="144" y="773"/>
                    <a:pt x="144" y="774"/>
                    <a:pt x="146" y="774"/>
                  </a:cubicBezTo>
                  <a:cubicBezTo>
                    <a:pt x="149" y="775"/>
                    <a:pt x="149" y="773"/>
                    <a:pt x="148" y="770"/>
                  </a:cubicBezTo>
                  <a:cubicBezTo>
                    <a:pt x="147" y="768"/>
                    <a:pt x="145" y="768"/>
                    <a:pt x="146" y="766"/>
                  </a:cubicBezTo>
                  <a:cubicBezTo>
                    <a:pt x="147" y="764"/>
                    <a:pt x="146" y="763"/>
                    <a:pt x="146" y="762"/>
                  </a:cubicBezTo>
                  <a:cubicBezTo>
                    <a:pt x="146" y="760"/>
                    <a:pt x="147" y="760"/>
                    <a:pt x="148" y="763"/>
                  </a:cubicBezTo>
                  <a:cubicBezTo>
                    <a:pt x="150" y="765"/>
                    <a:pt x="150" y="766"/>
                    <a:pt x="152" y="769"/>
                  </a:cubicBezTo>
                  <a:cubicBezTo>
                    <a:pt x="154" y="772"/>
                    <a:pt x="155" y="775"/>
                    <a:pt x="156" y="774"/>
                  </a:cubicBezTo>
                  <a:cubicBezTo>
                    <a:pt x="158" y="774"/>
                    <a:pt x="156" y="772"/>
                    <a:pt x="158" y="771"/>
                  </a:cubicBezTo>
                  <a:cubicBezTo>
                    <a:pt x="159" y="771"/>
                    <a:pt x="160" y="773"/>
                    <a:pt x="161" y="771"/>
                  </a:cubicBezTo>
                  <a:cubicBezTo>
                    <a:pt x="163" y="770"/>
                    <a:pt x="163" y="770"/>
                    <a:pt x="164" y="767"/>
                  </a:cubicBezTo>
                  <a:cubicBezTo>
                    <a:pt x="164" y="764"/>
                    <a:pt x="162" y="760"/>
                    <a:pt x="160" y="761"/>
                  </a:cubicBezTo>
                  <a:cubicBezTo>
                    <a:pt x="158" y="763"/>
                    <a:pt x="156" y="764"/>
                    <a:pt x="154" y="763"/>
                  </a:cubicBezTo>
                  <a:cubicBezTo>
                    <a:pt x="153" y="761"/>
                    <a:pt x="153" y="760"/>
                    <a:pt x="152" y="758"/>
                  </a:cubicBezTo>
                  <a:cubicBezTo>
                    <a:pt x="150" y="756"/>
                    <a:pt x="146" y="754"/>
                    <a:pt x="146" y="752"/>
                  </a:cubicBezTo>
                  <a:cubicBezTo>
                    <a:pt x="145" y="750"/>
                    <a:pt x="145" y="749"/>
                    <a:pt x="145" y="748"/>
                  </a:cubicBezTo>
                  <a:cubicBezTo>
                    <a:pt x="146" y="747"/>
                    <a:pt x="144" y="748"/>
                    <a:pt x="150" y="751"/>
                  </a:cubicBezTo>
                  <a:cubicBezTo>
                    <a:pt x="155" y="755"/>
                    <a:pt x="153" y="754"/>
                    <a:pt x="158" y="756"/>
                  </a:cubicBezTo>
                  <a:cubicBezTo>
                    <a:pt x="162" y="757"/>
                    <a:pt x="167" y="757"/>
                    <a:pt x="169" y="759"/>
                  </a:cubicBezTo>
                  <a:cubicBezTo>
                    <a:pt x="170" y="761"/>
                    <a:pt x="172" y="760"/>
                    <a:pt x="172" y="764"/>
                  </a:cubicBezTo>
                  <a:cubicBezTo>
                    <a:pt x="171" y="769"/>
                    <a:pt x="171" y="771"/>
                    <a:pt x="170" y="773"/>
                  </a:cubicBezTo>
                  <a:cubicBezTo>
                    <a:pt x="169" y="774"/>
                    <a:pt x="166" y="773"/>
                    <a:pt x="169" y="776"/>
                  </a:cubicBezTo>
                  <a:cubicBezTo>
                    <a:pt x="171" y="779"/>
                    <a:pt x="174" y="780"/>
                    <a:pt x="174" y="783"/>
                  </a:cubicBezTo>
                  <a:cubicBezTo>
                    <a:pt x="175" y="787"/>
                    <a:pt x="174" y="786"/>
                    <a:pt x="178" y="789"/>
                  </a:cubicBezTo>
                  <a:cubicBezTo>
                    <a:pt x="182" y="793"/>
                    <a:pt x="185" y="791"/>
                    <a:pt x="185" y="795"/>
                  </a:cubicBezTo>
                  <a:cubicBezTo>
                    <a:pt x="185" y="799"/>
                    <a:pt x="183" y="799"/>
                    <a:pt x="184" y="801"/>
                  </a:cubicBezTo>
                  <a:close/>
                  <a:moveTo>
                    <a:pt x="1696" y="989"/>
                  </a:moveTo>
                  <a:cubicBezTo>
                    <a:pt x="1696" y="989"/>
                    <a:pt x="1696" y="989"/>
                    <a:pt x="1696" y="989"/>
                  </a:cubicBezTo>
                  <a:cubicBezTo>
                    <a:pt x="1694" y="997"/>
                    <a:pt x="1695" y="995"/>
                    <a:pt x="1691" y="1001"/>
                  </a:cubicBezTo>
                  <a:cubicBezTo>
                    <a:pt x="1687" y="1006"/>
                    <a:pt x="1690" y="1010"/>
                    <a:pt x="1690" y="1014"/>
                  </a:cubicBezTo>
                  <a:cubicBezTo>
                    <a:pt x="1690" y="1017"/>
                    <a:pt x="1689" y="1023"/>
                    <a:pt x="1687" y="1026"/>
                  </a:cubicBezTo>
                  <a:cubicBezTo>
                    <a:pt x="1685" y="1029"/>
                    <a:pt x="1682" y="1024"/>
                    <a:pt x="1679" y="1023"/>
                  </a:cubicBezTo>
                  <a:cubicBezTo>
                    <a:pt x="1675" y="1022"/>
                    <a:pt x="1675" y="1024"/>
                    <a:pt x="1674" y="1029"/>
                  </a:cubicBezTo>
                  <a:cubicBezTo>
                    <a:pt x="1673" y="1033"/>
                    <a:pt x="1676" y="1030"/>
                    <a:pt x="1679" y="1031"/>
                  </a:cubicBezTo>
                  <a:cubicBezTo>
                    <a:pt x="1682" y="1032"/>
                    <a:pt x="1679" y="1034"/>
                    <a:pt x="1676" y="1036"/>
                  </a:cubicBezTo>
                  <a:cubicBezTo>
                    <a:pt x="1672" y="1037"/>
                    <a:pt x="1670" y="1040"/>
                    <a:pt x="1667" y="1045"/>
                  </a:cubicBezTo>
                  <a:cubicBezTo>
                    <a:pt x="1664" y="1050"/>
                    <a:pt x="1662" y="1050"/>
                    <a:pt x="1657" y="1051"/>
                  </a:cubicBezTo>
                  <a:cubicBezTo>
                    <a:pt x="1652" y="1052"/>
                    <a:pt x="1650" y="1053"/>
                    <a:pt x="1647" y="1056"/>
                  </a:cubicBezTo>
                  <a:cubicBezTo>
                    <a:pt x="1644" y="1059"/>
                    <a:pt x="1640" y="1061"/>
                    <a:pt x="1637" y="1062"/>
                  </a:cubicBezTo>
                  <a:cubicBezTo>
                    <a:pt x="1634" y="1063"/>
                    <a:pt x="1628" y="1063"/>
                    <a:pt x="1627" y="1066"/>
                  </a:cubicBezTo>
                  <a:cubicBezTo>
                    <a:pt x="1626" y="1068"/>
                    <a:pt x="1623" y="1075"/>
                    <a:pt x="1620" y="1078"/>
                  </a:cubicBezTo>
                  <a:cubicBezTo>
                    <a:pt x="1617" y="1080"/>
                    <a:pt x="1605" y="1084"/>
                    <a:pt x="1595" y="1086"/>
                  </a:cubicBezTo>
                  <a:cubicBezTo>
                    <a:pt x="1586" y="1088"/>
                    <a:pt x="1579" y="1086"/>
                    <a:pt x="1575" y="1085"/>
                  </a:cubicBezTo>
                  <a:cubicBezTo>
                    <a:pt x="1570" y="1083"/>
                    <a:pt x="1574" y="1080"/>
                    <a:pt x="1578" y="1078"/>
                  </a:cubicBezTo>
                  <a:cubicBezTo>
                    <a:pt x="1582" y="1077"/>
                    <a:pt x="1591" y="1076"/>
                    <a:pt x="1598" y="1074"/>
                  </a:cubicBezTo>
                  <a:cubicBezTo>
                    <a:pt x="1605" y="1073"/>
                    <a:pt x="1608" y="1071"/>
                    <a:pt x="1612" y="1066"/>
                  </a:cubicBezTo>
                  <a:cubicBezTo>
                    <a:pt x="1616" y="1062"/>
                    <a:pt x="1615" y="1060"/>
                    <a:pt x="1620" y="1058"/>
                  </a:cubicBezTo>
                  <a:cubicBezTo>
                    <a:pt x="1624" y="1056"/>
                    <a:pt x="1627" y="1055"/>
                    <a:pt x="1630" y="1052"/>
                  </a:cubicBezTo>
                  <a:cubicBezTo>
                    <a:pt x="1632" y="1050"/>
                    <a:pt x="1633" y="1051"/>
                    <a:pt x="1633" y="1047"/>
                  </a:cubicBezTo>
                  <a:cubicBezTo>
                    <a:pt x="1633" y="1043"/>
                    <a:pt x="1634" y="1043"/>
                    <a:pt x="1638" y="1041"/>
                  </a:cubicBezTo>
                  <a:cubicBezTo>
                    <a:pt x="1641" y="1038"/>
                    <a:pt x="1649" y="1034"/>
                    <a:pt x="1655" y="1028"/>
                  </a:cubicBezTo>
                  <a:cubicBezTo>
                    <a:pt x="1663" y="1020"/>
                    <a:pt x="1673" y="1005"/>
                    <a:pt x="1678" y="1000"/>
                  </a:cubicBezTo>
                  <a:cubicBezTo>
                    <a:pt x="1682" y="994"/>
                    <a:pt x="1680" y="992"/>
                    <a:pt x="1684" y="981"/>
                  </a:cubicBezTo>
                  <a:cubicBezTo>
                    <a:pt x="1687" y="969"/>
                    <a:pt x="1690" y="971"/>
                    <a:pt x="1693" y="968"/>
                  </a:cubicBezTo>
                  <a:cubicBezTo>
                    <a:pt x="1696" y="965"/>
                    <a:pt x="1699" y="966"/>
                    <a:pt x="1699" y="970"/>
                  </a:cubicBezTo>
                  <a:cubicBezTo>
                    <a:pt x="1700" y="974"/>
                    <a:pt x="1699" y="981"/>
                    <a:pt x="1696" y="98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69" name="Freeform 307">
              <a:extLst>
                <a:ext uri="{FF2B5EF4-FFF2-40B4-BE49-F238E27FC236}">
                  <a16:creationId xmlns:a16="http://schemas.microsoft.com/office/drawing/2014/main" id="{A1E603E8-20EA-1BB8-4A56-0C5835EAD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1690" y="2903434"/>
              <a:ext cx="5642" cy="5642"/>
            </a:xfrm>
            <a:custGeom>
              <a:avLst/>
              <a:gdLst>
                <a:gd name="T0" fmla="*/ 4 w 5"/>
                <a:gd name="T1" fmla="*/ 1 h 5"/>
                <a:gd name="T2" fmla="*/ 2 w 5"/>
                <a:gd name="T3" fmla="*/ 3 h 5"/>
                <a:gd name="T4" fmla="*/ 2 w 5"/>
                <a:gd name="T5" fmla="*/ 5 h 5"/>
                <a:gd name="T6" fmla="*/ 5 w 5"/>
                <a:gd name="T7" fmla="*/ 4 h 5"/>
                <a:gd name="T8" fmla="*/ 4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3" y="2"/>
                    <a:pt x="3" y="2"/>
                    <a:pt x="2" y="3"/>
                  </a:cubicBezTo>
                  <a:cubicBezTo>
                    <a:pt x="1" y="4"/>
                    <a:pt x="0" y="5"/>
                    <a:pt x="2" y="5"/>
                  </a:cubicBezTo>
                  <a:cubicBezTo>
                    <a:pt x="4" y="5"/>
                    <a:pt x="4" y="5"/>
                    <a:pt x="5" y="4"/>
                  </a:cubicBezTo>
                  <a:cubicBezTo>
                    <a:pt x="5" y="2"/>
                    <a:pt x="5" y="0"/>
                    <a:pt x="4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0" name="Freeform 308">
              <a:extLst>
                <a:ext uri="{FF2B5EF4-FFF2-40B4-BE49-F238E27FC236}">
                  <a16:creationId xmlns:a16="http://schemas.microsoft.com/office/drawing/2014/main" id="{1490B4FB-1F9F-30E1-57AF-98796DBDB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1945" y="2869584"/>
              <a:ext cx="7052" cy="7052"/>
            </a:xfrm>
            <a:custGeom>
              <a:avLst/>
              <a:gdLst>
                <a:gd name="T0" fmla="*/ 7 w 7"/>
                <a:gd name="T1" fmla="*/ 4 h 6"/>
                <a:gd name="T2" fmla="*/ 2 w 7"/>
                <a:gd name="T3" fmla="*/ 2 h 6"/>
                <a:gd name="T4" fmla="*/ 2 w 7"/>
                <a:gd name="T5" fmla="*/ 5 h 6"/>
                <a:gd name="T6" fmla="*/ 7 w 7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6">
                  <a:moveTo>
                    <a:pt x="7" y="4"/>
                  </a:moveTo>
                  <a:cubicBezTo>
                    <a:pt x="7" y="3"/>
                    <a:pt x="5" y="0"/>
                    <a:pt x="2" y="2"/>
                  </a:cubicBezTo>
                  <a:cubicBezTo>
                    <a:pt x="0" y="3"/>
                    <a:pt x="0" y="3"/>
                    <a:pt x="2" y="5"/>
                  </a:cubicBezTo>
                  <a:cubicBezTo>
                    <a:pt x="4" y="6"/>
                    <a:pt x="7" y="6"/>
                    <a:pt x="7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1" name="Freeform 309">
              <a:extLst>
                <a:ext uri="{FF2B5EF4-FFF2-40B4-BE49-F238E27FC236}">
                  <a16:creationId xmlns:a16="http://schemas.microsoft.com/office/drawing/2014/main" id="{30C3E73E-8753-5966-8500-3B0108F04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9261" y="3013444"/>
              <a:ext cx="4231" cy="5642"/>
            </a:xfrm>
            <a:custGeom>
              <a:avLst/>
              <a:gdLst>
                <a:gd name="T0" fmla="*/ 2 w 4"/>
                <a:gd name="T1" fmla="*/ 4 h 5"/>
                <a:gd name="T2" fmla="*/ 4 w 4"/>
                <a:gd name="T3" fmla="*/ 3 h 5"/>
                <a:gd name="T4" fmla="*/ 1 w 4"/>
                <a:gd name="T5" fmla="*/ 1 h 5"/>
                <a:gd name="T6" fmla="*/ 1 w 4"/>
                <a:gd name="T7" fmla="*/ 3 h 5"/>
                <a:gd name="T8" fmla="*/ 2 w 4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2" y="4"/>
                  </a:moveTo>
                  <a:cubicBezTo>
                    <a:pt x="4" y="4"/>
                    <a:pt x="4" y="5"/>
                    <a:pt x="4" y="3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2" y="4"/>
                    <a:pt x="0" y="4"/>
                    <a:pt x="2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2" name="Freeform 310">
              <a:extLst>
                <a:ext uri="{FF2B5EF4-FFF2-40B4-BE49-F238E27FC236}">
                  <a16:creationId xmlns:a16="http://schemas.microsoft.com/office/drawing/2014/main" id="{DA996655-44E0-4CB2-F12B-D8ECB171E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4531" y="3274366"/>
              <a:ext cx="5642" cy="2821"/>
            </a:xfrm>
            <a:custGeom>
              <a:avLst/>
              <a:gdLst>
                <a:gd name="T0" fmla="*/ 2 w 5"/>
                <a:gd name="T1" fmla="*/ 1 h 3"/>
                <a:gd name="T2" fmla="*/ 1 w 5"/>
                <a:gd name="T3" fmla="*/ 2 h 3"/>
                <a:gd name="T4" fmla="*/ 3 w 5"/>
                <a:gd name="T5" fmla="*/ 3 h 3"/>
                <a:gd name="T6" fmla="*/ 5 w 5"/>
                <a:gd name="T7" fmla="*/ 2 h 3"/>
                <a:gd name="T8" fmla="*/ 2 w 5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cubicBezTo>
                    <a:pt x="1" y="1"/>
                    <a:pt x="0" y="2"/>
                    <a:pt x="1" y="2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4" y="3"/>
                    <a:pt x="5" y="3"/>
                    <a:pt x="5" y="2"/>
                  </a:cubicBezTo>
                  <a:cubicBezTo>
                    <a:pt x="5" y="1"/>
                    <a:pt x="3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3" name="Freeform 311">
              <a:extLst>
                <a:ext uri="{FF2B5EF4-FFF2-40B4-BE49-F238E27FC236}">
                  <a16:creationId xmlns:a16="http://schemas.microsoft.com/office/drawing/2014/main" id="{0B6091F4-A26C-BFE3-E224-EF3560BC1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2209" y="2966901"/>
              <a:ext cx="8462" cy="4231"/>
            </a:xfrm>
            <a:custGeom>
              <a:avLst/>
              <a:gdLst>
                <a:gd name="T0" fmla="*/ 5 w 7"/>
                <a:gd name="T1" fmla="*/ 1 h 4"/>
                <a:gd name="T2" fmla="*/ 1 w 7"/>
                <a:gd name="T3" fmla="*/ 2 h 4"/>
                <a:gd name="T4" fmla="*/ 2 w 7"/>
                <a:gd name="T5" fmla="*/ 3 h 4"/>
                <a:gd name="T6" fmla="*/ 6 w 7"/>
                <a:gd name="T7" fmla="*/ 3 h 4"/>
                <a:gd name="T8" fmla="*/ 5 w 7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4">
                  <a:moveTo>
                    <a:pt x="5" y="1"/>
                  </a:moveTo>
                  <a:cubicBezTo>
                    <a:pt x="3" y="1"/>
                    <a:pt x="1" y="1"/>
                    <a:pt x="1" y="2"/>
                  </a:cubicBezTo>
                  <a:cubicBezTo>
                    <a:pt x="0" y="2"/>
                    <a:pt x="1" y="4"/>
                    <a:pt x="2" y="3"/>
                  </a:cubicBezTo>
                  <a:cubicBezTo>
                    <a:pt x="3" y="3"/>
                    <a:pt x="5" y="4"/>
                    <a:pt x="6" y="3"/>
                  </a:cubicBezTo>
                  <a:cubicBezTo>
                    <a:pt x="7" y="2"/>
                    <a:pt x="6" y="0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4" name="Freeform 312">
              <a:extLst>
                <a:ext uri="{FF2B5EF4-FFF2-40B4-BE49-F238E27FC236}">
                  <a16:creationId xmlns:a16="http://schemas.microsoft.com/office/drawing/2014/main" id="{A0D1374B-346B-E0B2-1A23-88ADBD6F0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8233" y="2879457"/>
              <a:ext cx="5642" cy="4231"/>
            </a:xfrm>
            <a:custGeom>
              <a:avLst/>
              <a:gdLst>
                <a:gd name="T0" fmla="*/ 3 w 5"/>
                <a:gd name="T1" fmla="*/ 4 h 5"/>
                <a:gd name="T2" fmla="*/ 5 w 5"/>
                <a:gd name="T3" fmla="*/ 4 h 5"/>
                <a:gd name="T4" fmla="*/ 3 w 5"/>
                <a:gd name="T5" fmla="*/ 2 h 5"/>
                <a:gd name="T6" fmla="*/ 1 w 5"/>
                <a:gd name="T7" fmla="*/ 1 h 5"/>
                <a:gd name="T8" fmla="*/ 1 w 5"/>
                <a:gd name="T9" fmla="*/ 3 h 5"/>
                <a:gd name="T10" fmla="*/ 3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4"/>
                  </a:moveTo>
                  <a:cubicBezTo>
                    <a:pt x="4" y="4"/>
                    <a:pt x="5" y="5"/>
                    <a:pt x="5" y="4"/>
                  </a:cubicBezTo>
                  <a:cubicBezTo>
                    <a:pt x="5" y="2"/>
                    <a:pt x="3" y="2"/>
                    <a:pt x="3" y="2"/>
                  </a:cubicBezTo>
                  <a:cubicBezTo>
                    <a:pt x="3" y="1"/>
                    <a:pt x="2" y="0"/>
                    <a:pt x="1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2" y="3"/>
                    <a:pt x="2" y="3"/>
                    <a:pt x="3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5" name="Freeform 313">
              <a:extLst>
                <a:ext uri="{FF2B5EF4-FFF2-40B4-BE49-F238E27FC236}">
                  <a16:creationId xmlns:a16="http://schemas.microsoft.com/office/drawing/2014/main" id="{95C83D5A-55AB-6849-F701-E522D976F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5539" y="2875226"/>
              <a:ext cx="7052" cy="8462"/>
            </a:xfrm>
            <a:custGeom>
              <a:avLst/>
              <a:gdLst>
                <a:gd name="T0" fmla="*/ 6 w 7"/>
                <a:gd name="T1" fmla="*/ 5 h 7"/>
                <a:gd name="T2" fmla="*/ 6 w 7"/>
                <a:gd name="T3" fmla="*/ 3 h 7"/>
                <a:gd name="T4" fmla="*/ 1 w 7"/>
                <a:gd name="T5" fmla="*/ 2 h 7"/>
                <a:gd name="T6" fmla="*/ 2 w 7"/>
                <a:gd name="T7" fmla="*/ 5 h 7"/>
                <a:gd name="T8" fmla="*/ 6 w 7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6" y="4"/>
                    <a:pt x="7" y="3"/>
                    <a:pt x="6" y="3"/>
                  </a:cubicBezTo>
                  <a:cubicBezTo>
                    <a:pt x="5" y="3"/>
                    <a:pt x="3" y="0"/>
                    <a:pt x="1" y="2"/>
                  </a:cubicBezTo>
                  <a:cubicBezTo>
                    <a:pt x="1" y="4"/>
                    <a:pt x="0" y="4"/>
                    <a:pt x="2" y="5"/>
                  </a:cubicBezTo>
                  <a:cubicBezTo>
                    <a:pt x="3" y="5"/>
                    <a:pt x="5" y="7"/>
                    <a:pt x="6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6" name="Freeform 314">
              <a:extLst>
                <a:ext uri="{FF2B5EF4-FFF2-40B4-BE49-F238E27FC236}">
                  <a16:creationId xmlns:a16="http://schemas.microsoft.com/office/drawing/2014/main" id="{25359A81-5D2B-6D26-A751-9A5BA814C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8997" y="4316642"/>
              <a:ext cx="8462" cy="8462"/>
            </a:xfrm>
            <a:custGeom>
              <a:avLst/>
              <a:gdLst>
                <a:gd name="T0" fmla="*/ 3 w 7"/>
                <a:gd name="T1" fmla="*/ 2 h 7"/>
                <a:gd name="T2" fmla="*/ 1 w 7"/>
                <a:gd name="T3" fmla="*/ 4 h 7"/>
                <a:gd name="T4" fmla="*/ 5 w 7"/>
                <a:gd name="T5" fmla="*/ 4 h 7"/>
                <a:gd name="T6" fmla="*/ 3 w 7"/>
                <a:gd name="T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3" y="2"/>
                  </a:moveTo>
                  <a:cubicBezTo>
                    <a:pt x="1" y="3"/>
                    <a:pt x="0" y="3"/>
                    <a:pt x="1" y="4"/>
                  </a:cubicBezTo>
                  <a:cubicBezTo>
                    <a:pt x="3" y="4"/>
                    <a:pt x="4" y="7"/>
                    <a:pt x="5" y="4"/>
                  </a:cubicBezTo>
                  <a:cubicBezTo>
                    <a:pt x="7" y="2"/>
                    <a:pt x="7" y="0"/>
                    <a:pt x="3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7" name="Freeform 315">
              <a:extLst>
                <a:ext uri="{FF2B5EF4-FFF2-40B4-BE49-F238E27FC236}">
                  <a16:creationId xmlns:a16="http://schemas.microsoft.com/office/drawing/2014/main" id="{82F9078C-A728-6535-04AD-21A4D8CB8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0672" y="3006392"/>
              <a:ext cx="5642" cy="2821"/>
            </a:xfrm>
            <a:custGeom>
              <a:avLst/>
              <a:gdLst>
                <a:gd name="T0" fmla="*/ 5 w 6"/>
                <a:gd name="T1" fmla="*/ 1 h 2"/>
                <a:gd name="T2" fmla="*/ 3 w 6"/>
                <a:gd name="T3" fmla="*/ 0 h 2"/>
                <a:gd name="T4" fmla="*/ 2 w 6"/>
                <a:gd name="T5" fmla="*/ 2 h 2"/>
                <a:gd name="T6" fmla="*/ 5 w 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">
                  <a:moveTo>
                    <a:pt x="5" y="1"/>
                  </a:moveTo>
                  <a:cubicBezTo>
                    <a:pt x="6" y="1"/>
                    <a:pt x="5" y="0"/>
                    <a:pt x="3" y="0"/>
                  </a:cubicBezTo>
                  <a:cubicBezTo>
                    <a:pt x="1" y="0"/>
                    <a:pt x="0" y="1"/>
                    <a:pt x="2" y="2"/>
                  </a:cubicBezTo>
                  <a:cubicBezTo>
                    <a:pt x="4" y="2"/>
                    <a:pt x="5" y="2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8" name="Freeform 316">
              <a:extLst>
                <a:ext uri="{FF2B5EF4-FFF2-40B4-BE49-F238E27FC236}">
                  <a16:creationId xmlns:a16="http://schemas.microsoft.com/office/drawing/2014/main" id="{04DE0F41-0036-34CB-E221-54A1A7E60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2581" y="2601611"/>
              <a:ext cx="7052" cy="5642"/>
            </a:xfrm>
            <a:custGeom>
              <a:avLst/>
              <a:gdLst>
                <a:gd name="T0" fmla="*/ 3 w 6"/>
                <a:gd name="T1" fmla="*/ 1 h 5"/>
                <a:gd name="T2" fmla="*/ 2 w 6"/>
                <a:gd name="T3" fmla="*/ 4 h 5"/>
                <a:gd name="T4" fmla="*/ 5 w 6"/>
                <a:gd name="T5" fmla="*/ 3 h 5"/>
                <a:gd name="T6" fmla="*/ 3 w 6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5">
                  <a:moveTo>
                    <a:pt x="3" y="1"/>
                  </a:moveTo>
                  <a:cubicBezTo>
                    <a:pt x="1" y="2"/>
                    <a:pt x="0" y="4"/>
                    <a:pt x="2" y="4"/>
                  </a:cubicBezTo>
                  <a:cubicBezTo>
                    <a:pt x="3" y="4"/>
                    <a:pt x="4" y="5"/>
                    <a:pt x="5" y="3"/>
                  </a:cubicBezTo>
                  <a:cubicBezTo>
                    <a:pt x="6" y="2"/>
                    <a:pt x="5" y="0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79" name="Freeform 317">
              <a:extLst>
                <a:ext uri="{FF2B5EF4-FFF2-40B4-BE49-F238E27FC236}">
                  <a16:creationId xmlns:a16="http://schemas.microsoft.com/office/drawing/2014/main" id="{160CAA11-9E19-22F5-363A-C2C79838F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441" y="2992288"/>
              <a:ext cx="7052" cy="5642"/>
            </a:xfrm>
            <a:custGeom>
              <a:avLst/>
              <a:gdLst>
                <a:gd name="T0" fmla="*/ 2 w 6"/>
                <a:gd name="T1" fmla="*/ 3 h 5"/>
                <a:gd name="T2" fmla="*/ 3 w 6"/>
                <a:gd name="T3" fmla="*/ 5 h 5"/>
                <a:gd name="T4" fmla="*/ 6 w 6"/>
                <a:gd name="T5" fmla="*/ 4 h 5"/>
                <a:gd name="T6" fmla="*/ 5 w 6"/>
                <a:gd name="T7" fmla="*/ 2 h 5"/>
                <a:gd name="T8" fmla="*/ 2 w 6"/>
                <a:gd name="T9" fmla="*/ 1 h 5"/>
                <a:gd name="T10" fmla="*/ 2 w 6"/>
                <a:gd name="T11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5">
                  <a:moveTo>
                    <a:pt x="2" y="3"/>
                  </a:moveTo>
                  <a:cubicBezTo>
                    <a:pt x="2" y="3"/>
                    <a:pt x="2" y="4"/>
                    <a:pt x="3" y="5"/>
                  </a:cubicBezTo>
                  <a:cubicBezTo>
                    <a:pt x="5" y="5"/>
                    <a:pt x="6" y="5"/>
                    <a:pt x="6" y="4"/>
                  </a:cubicBezTo>
                  <a:cubicBezTo>
                    <a:pt x="6" y="3"/>
                    <a:pt x="5" y="3"/>
                    <a:pt x="5" y="2"/>
                  </a:cubicBezTo>
                  <a:cubicBezTo>
                    <a:pt x="4" y="1"/>
                    <a:pt x="3" y="0"/>
                    <a:pt x="2" y="1"/>
                  </a:cubicBezTo>
                  <a:cubicBezTo>
                    <a:pt x="0" y="1"/>
                    <a:pt x="2" y="3"/>
                    <a:pt x="2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0" name="Freeform 318">
              <a:extLst>
                <a:ext uri="{FF2B5EF4-FFF2-40B4-BE49-F238E27FC236}">
                  <a16:creationId xmlns:a16="http://schemas.microsoft.com/office/drawing/2014/main" id="{5026491E-D8B6-CB3E-8E1F-B56DED629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7607" y="4234839"/>
              <a:ext cx="7052" cy="7052"/>
            </a:xfrm>
            <a:custGeom>
              <a:avLst/>
              <a:gdLst>
                <a:gd name="T0" fmla="*/ 2 w 6"/>
                <a:gd name="T1" fmla="*/ 3 h 7"/>
                <a:gd name="T2" fmla="*/ 3 w 6"/>
                <a:gd name="T3" fmla="*/ 6 h 7"/>
                <a:gd name="T4" fmla="*/ 6 w 6"/>
                <a:gd name="T5" fmla="*/ 3 h 7"/>
                <a:gd name="T6" fmla="*/ 2 w 6"/>
                <a:gd name="T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2" y="3"/>
                  </a:moveTo>
                  <a:cubicBezTo>
                    <a:pt x="0" y="5"/>
                    <a:pt x="0" y="7"/>
                    <a:pt x="3" y="6"/>
                  </a:cubicBezTo>
                  <a:cubicBezTo>
                    <a:pt x="5" y="5"/>
                    <a:pt x="6" y="4"/>
                    <a:pt x="6" y="3"/>
                  </a:cubicBezTo>
                  <a:cubicBezTo>
                    <a:pt x="5" y="2"/>
                    <a:pt x="4" y="0"/>
                    <a:pt x="2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1" name="Freeform 319">
              <a:extLst>
                <a:ext uri="{FF2B5EF4-FFF2-40B4-BE49-F238E27FC236}">
                  <a16:creationId xmlns:a16="http://schemas.microsoft.com/office/drawing/2014/main" id="{2CEED8C8-743A-F3FB-D07E-0FC28B364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7734" y="3212309"/>
              <a:ext cx="4231" cy="4231"/>
            </a:xfrm>
            <a:custGeom>
              <a:avLst/>
              <a:gdLst>
                <a:gd name="T0" fmla="*/ 4 w 4"/>
                <a:gd name="T1" fmla="*/ 2 h 3"/>
                <a:gd name="T2" fmla="*/ 1 w 4"/>
                <a:gd name="T3" fmla="*/ 1 h 3"/>
                <a:gd name="T4" fmla="*/ 1 w 4"/>
                <a:gd name="T5" fmla="*/ 3 h 3"/>
                <a:gd name="T6" fmla="*/ 4 w 4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4" y="2"/>
                  </a:moveTo>
                  <a:cubicBezTo>
                    <a:pt x="4" y="1"/>
                    <a:pt x="3" y="0"/>
                    <a:pt x="1" y="1"/>
                  </a:cubicBezTo>
                  <a:cubicBezTo>
                    <a:pt x="1" y="2"/>
                    <a:pt x="0" y="3"/>
                    <a:pt x="1" y="3"/>
                  </a:cubicBezTo>
                  <a:cubicBezTo>
                    <a:pt x="3" y="3"/>
                    <a:pt x="4" y="3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2" name="Freeform 320">
              <a:extLst>
                <a:ext uri="{FF2B5EF4-FFF2-40B4-BE49-F238E27FC236}">
                  <a16:creationId xmlns:a16="http://schemas.microsoft.com/office/drawing/2014/main" id="{2C5AAFD4-2004-D1B8-CFE7-BD4432C18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3757" y="3193974"/>
              <a:ext cx="2821" cy="5642"/>
            </a:xfrm>
            <a:custGeom>
              <a:avLst/>
              <a:gdLst>
                <a:gd name="T0" fmla="*/ 0 w 3"/>
                <a:gd name="T1" fmla="*/ 2 h 5"/>
                <a:gd name="T2" fmla="*/ 2 w 3"/>
                <a:gd name="T3" fmla="*/ 5 h 5"/>
                <a:gd name="T4" fmla="*/ 3 w 3"/>
                <a:gd name="T5" fmla="*/ 3 h 5"/>
                <a:gd name="T6" fmla="*/ 0 w 3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cubicBezTo>
                    <a:pt x="0" y="3"/>
                    <a:pt x="1" y="5"/>
                    <a:pt x="2" y="5"/>
                  </a:cubicBezTo>
                  <a:cubicBezTo>
                    <a:pt x="2" y="4"/>
                    <a:pt x="3" y="5"/>
                    <a:pt x="3" y="3"/>
                  </a:cubicBezTo>
                  <a:cubicBezTo>
                    <a:pt x="2" y="2"/>
                    <a:pt x="0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3" name="Freeform 321">
              <a:extLst>
                <a:ext uri="{FF2B5EF4-FFF2-40B4-BE49-F238E27FC236}">
                  <a16:creationId xmlns:a16="http://schemas.microsoft.com/office/drawing/2014/main" id="{1169DA57-D3E5-3076-8595-2E0CF7144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0300" y="3222181"/>
              <a:ext cx="4231" cy="4231"/>
            </a:xfrm>
            <a:custGeom>
              <a:avLst/>
              <a:gdLst>
                <a:gd name="T0" fmla="*/ 1 w 4"/>
                <a:gd name="T1" fmla="*/ 2 h 4"/>
                <a:gd name="T2" fmla="*/ 1 w 4"/>
                <a:gd name="T3" fmla="*/ 4 h 4"/>
                <a:gd name="T4" fmla="*/ 4 w 4"/>
                <a:gd name="T5" fmla="*/ 2 h 4"/>
                <a:gd name="T6" fmla="*/ 1 w 4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4">
                  <a:moveTo>
                    <a:pt x="1" y="2"/>
                  </a:moveTo>
                  <a:cubicBezTo>
                    <a:pt x="1" y="3"/>
                    <a:pt x="0" y="4"/>
                    <a:pt x="1" y="4"/>
                  </a:cubicBezTo>
                  <a:cubicBezTo>
                    <a:pt x="2" y="4"/>
                    <a:pt x="4" y="3"/>
                    <a:pt x="4" y="2"/>
                  </a:cubicBezTo>
                  <a:cubicBezTo>
                    <a:pt x="4" y="2"/>
                    <a:pt x="2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4" name="Freeform 322">
              <a:extLst>
                <a:ext uri="{FF2B5EF4-FFF2-40B4-BE49-F238E27FC236}">
                  <a16:creationId xmlns:a16="http://schemas.microsoft.com/office/drawing/2014/main" id="{B5DEDFBB-1EC5-8BE5-8A70-618B41C26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6196" y="3199615"/>
              <a:ext cx="4231" cy="4231"/>
            </a:xfrm>
            <a:custGeom>
              <a:avLst/>
              <a:gdLst>
                <a:gd name="T0" fmla="*/ 4 w 4"/>
                <a:gd name="T1" fmla="*/ 3 h 3"/>
                <a:gd name="T2" fmla="*/ 3 w 4"/>
                <a:gd name="T3" fmla="*/ 1 h 3"/>
                <a:gd name="T4" fmla="*/ 1 w 4"/>
                <a:gd name="T5" fmla="*/ 1 h 3"/>
                <a:gd name="T6" fmla="*/ 1 w 4"/>
                <a:gd name="T7" fmla="*/ 3 h 3"/>
                <a:gd name="T8" fmla="*/ 4 w 4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4" y="2"/>
                    <a:pt x="4" y="1"/>
                    <a:pt x="3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2" y="3"/>
                    <a:pt x="4" y="3"/>
                    <a:pt x="4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5" name="Freeform 323">
              <a:extLst>
                <a:ext uri="{FF2B5EF4-FFF2-40B4-BE49-F238E27FC236}">
                  <a16:creationId xmlns:a16="http://schemas.microsoft.com/office/drawing/2014/main" id="{9CC611D1-5B82-CA24-0036-43E94A53E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1700" y="3047293"/>
              <a:ext cx="4231" cy="8462"/>
            </a:xfrm>
            <a:custGeom>
              <a:avLst/>
              <a:gdLst>
                <a:gd name="T0" fmla="*/ 3 w 3"/>
                <a:gd name="T1" fmla="*/ 7 h 8"/>
                <a:gd name="T2" fmla="*/ 3 w 3"/>
                <a:gd name="T3" fmla="*/ 4 h 8"/>
                <a:gd name="T4" fmla="*/ 0 w 3"/>
                <a:gd name="T5" fmla="*/ 3 h 8"/>
                <a:gd name="T6" fmla="*/ 1 w 3"/>
                <a:gd name="T7" fmla="*/ 5 h 8"/>
                <a:gd name="T8" fmla="*/ 3 w 3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8">
                  <a:moveTo>
                    <a:pt x="3" y="7"/>
                  </a:moveTo>
                  <a:cubicBezTo>
                    <a:pt x="3" y="5"/>
                    <a:pt x="3" y="6"/>
                    <a:pt x="3" y="4"/>
                  </a:cubicBezTo>
                  <a:cubicBezTo>
                    <a:pt x="3" y="2"/>
                    <a:pt x="1" y="0"/>
                    <a:pt x="0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2" y="7"/>
                    <a:pt x="2" y="8"/>
                    <a:pt x="3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6" name="Freeform 324">
              <a:extLst>
                <a:ext uri="{FF2B5EF4-FFF2-40B4-BE49-F238E27FC236}">
                  <a16:creationId xmlns:a16="http://schemas.microsoft.com/office/drawing/2014/main" id="{E71A8B00-3494-4923-86E6-922ED1D41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7342" y="3059987"/>
              <a:ext cx="5642" cy="7052"/>
            </a:xfrm>
            <a:custGeom>
              <a:avLst/>
              <a:gdLst>
                <a:gd name="T0" fmla="*/ 3 w 5"/>
                <a:gd name="T1" fmla="*/ 6 h 7"/>
                <a:gd name="T2" fmla="*/ 4 w 5"/>
                <a:gd name="T3" fmla="*/ 4 h 7"/>
                <a:gd name="T4" fmla="*/ 1 w 5"/>
                <a:gd name="T5" fmla="*/ 1 h 7"/>
                <a:gd name="T6" fmla="*/ 1 w 5"/>
                <a:gd name="T7" fmla="*/ 3 h 7"/>
                <a:gd name="T8" fmla="*/ 3 w 5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7">
                  <a:moveTo>
                    <a:pt x="3" y="6"/>
                  </a:moveTo>
                  <a:cubicBezTo>
                    <a:pt x="4" y="5"/>
                    <a:pt x="5" y="5"/>
                    <a:pt x="4" y="4"/>
                  </a:cubicBezTo>
                  <a:cubicBezTo>
                    <a:pt x="4" y="2"/>
                    <a:pt x="2" y="0"/>
                    <a:pt x="1" y="1"/>
                  </a:cubicBezTo>
                  <a:cubicBezTo>
                    <a:pt x="1" y="2"/>
                    <a:pt x="0" y="2"/>
                    <a:pt x="1" y="3"/>
                  </a:cubicBezTo>
                  <a:cubicBezTo>
                    <a:pt x="2" y="5"/>
                    <a:pt x="2" y="7"/>
                    <a:pt x="3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7" name="Freeform 325">
              <a:extLst>
                <a:ext uri="{FF2B5EF4-FFF2-40B4-BE49-F238E27FC236}">
                  <a16:creationId xmlns:a16="http://schemas.microsoft.com/office/drawing/2014/main" id="{01D437D6-05AE-47CE-2C2A-1286FCE71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5677" y="3076911"/>
              <a:ext cx="4231" cy="5642"/>
            </a:xfrm>
            <a:custGeom>
              <a:avLst/>
              <a:gdLst>
                <a:gd name="T0" fmla="*/ 2 w 5"/>
                <a:gd name="T1" fmla="*/ 4 h 5"/>
                <a:gd name="T2" fmla="*/ 5 w 5"/>
                <a:gd name="T3" fmla="*/ 3 h 5"/>
                <a:gd name="T4" fmla="*/ 2 w 5"/>
                <a:gd name="T5" fmla="*/ 1 h 5"/>
                <a:gd name="T6" fmla="*/ 2 w 5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3" y="4"/>
                    <a:pt x="5" y="5"/>
                    <a:pt x="5" y="3"/>
                  </a:cubicBezTo>
                  <a:cubicBezTo>
                    <a:pt x="5" y="1"/>
                    <a:pt x="3" y="0"/>
                    <a:pt x="2" y="1"/>
                  </a:cubicBezTo>
                  <a:cubicBezTo>
                    <a:pt x="1" y="1"/>
                    <a:pt x="0" y="3"/>
                    <a:pt x="2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8" name="Freeform 326">
              <a:extLst>
                <a:ext uri="{FF2B5EF4-FFF2-40B4-BE49-F238E27FC236}">
                  <a16:creationId xmlns:a16="http://schemas.microsoft.com/office/drawing/2014/main" id="{44D859B4-28E8-BC78-57AC-2E325A19F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5550" y="3062808"/>
              <a:ext cx="4231" cy="5642"/>
            </a:xfrm>
            <a:custGeom>
              <a:avLst/>
              <a:gdLst>
                <a:gd name="T0" fmla="*/ 4 w 4"/>
                <a:gd name="T1" fmla="*/ 4 h 5"/>
                <a:gd name="T2" fmla="*/ 1 w 4"/>
                <a:gd name="T3" fmla="*/ 2 h 5"/>
                <a:gd name="T4" fmla="*/ 2 w 4"/>
                <a:gd name="T5" fmla="*/ 5 h 5"/>
                <a:gd name="T6" fmla="*/ 4 w 4"/>
                <a:gd name="T7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4" y="3"/>
                    <a:pt x="2" y="0"/>
                    <a:pt x="1" y="2"/>
                  </a:cubicBezTo>
                  <a:cubicBezTo>
                    <a:pt x="1" y="3"/>
                    <a:pt x="0" y="4"/>
                    <a:pt x="2" y="5"/>
                  </a:cubicBezTo>
                  <a:cubicBezTo>
                    <a:pt x="3" y="5"/>
                    <a:pt x="4" y="5"/>
                    <a:pt x="4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89" name="Freeform 327">
              <a:extLst>
                <a:ext uri="{FF2B5EF4-FFF2-40B4-BE49-F238E27FC236}">
                  <a16:creationId xmlns:a16="http://schemas.microsoft.com/office/drawing/2014/main" id="{606EA437-7036-D44D-786D-03E4CE24B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5168" y="3171407"/>
              <a:ext cx="4231" cy="2821"/>
            </a:xfrm>
            <a:custGeom>
              <a:avLst/>
              <a:gdLst>
                <a:gd name="T0" fmla="*/ 0 w 3"/>
                <a:gd name="T1" fmla="*/ 2 h 3"/>
                <a:gd name="T2" fmla="*/ 3 w 3"/>
                <a:gd name="T3" fmla="*/ 2 h 3"/>
                <a:gd name="T4" fmla="*/ 1 w 3"/>
                <a:gd name="T5" fmla="*/ 1 h 3"/>
                <a:gd name="T6" fmla="*/ 0 w 3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0" y="2"/>
                  </a:moveTo>
                  <a:cubicBezTo>
                    <a:pt x="1" y="3"/>
                    <a:pt x="3" y="3"/>
                    <a:pt x="3" y="2"/>
                  </a:cubicBezTo>
                  <a:cubicBezTo>
                    <a:pt x="3" y="1"/>
                    <a:pt x="3" y="0"/>
                    <a:pt x="1" y="1"/>
                  </a:cubicBezTo>
                  <a:cubicBezTo>
                    <a:pt x="1" y="1"/>
                    <a:pt x="0" y="2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0" name="Freeform 328">
              <a:extLst>
                <a:ext uri="{FF2B5EF4-FFF2-40B4-BE49-F238E27FC236}">
                  <a16:creationId xmlns:a16="http://schemas.microsoft.com/office/drawing/2014/main" id="{AE3BB3EC-A5F7-C715-908B-EE71CA1EE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94012" y="3175638"/>
              <a:ext cx="2821" cy="1410"/>
            </a:xfrm>
            <a:custGeom>
              <a:avLst/>
              <a:gdLst>
                <a:gd name="T0" fmla="*/ 3 w 3"/>
                <a:gd name="T1" fmla="*/ 1 h 2"/>
                <a:gd name="T2" fmla="*/ 1 w 3"/>
                <a:gd name="T3" fmla="*/ 1 h 2"/>
                <a:gd name="T4" fmla="*/ 1 w 3"/>
                <a:gd name="T5" fmla="*/ 2 h 2"/>
                <a:gd name="T6" fmla="*/ 3 w 3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3" y="1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2" y="2"/>
                    <a:pt x="3" y="2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1" name="Freeform 329">
              <a:extLst>
                <a:ext uri="{FF2B5EF4-FFF2-40B4-BE49-F238E27FC236}">
                  <a16:creationId xmlns:a16="http://schemas.microsoft.com/office/drawing/2014/main" id="{BF3AAD02-1741-6824-8E25-BCD86846B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859" y="1584722"/>
              <a:ext cx="23977" cy="33849"/>
            </a:xfrm>
            <a:custGeom>
              <a:avLst/>
              <a:gdLst>
                <a:gd name="T0" fmla="*/ 19 w 22"/>
                <a:gd name="T1" fmla="*/ 7 h 32"/>
                <a:gd name="T2" fmla="*/ 21 w 22"/>
                <a:gd name="T3" fmla="*/ 4 h 32"/>
                <a:gd name="T4" fmla="*/ 17 w 22"/>
                <a:gd name="T5" fmla="*/ 1 h 32"/>
                <a:gd name="T6" fmla="*/ 8 w 22"/>
                <a:gd name="T7" fmla="*/ 5 h 32"/>
                <a:gd name="T8" fmla="*/ 3 w 22"/>
                <a:gd name="T9" fmla="*/ 10 h 32"/>
                <a:gd name="T10" fmla="*/ 1 w 22"/>
                <a:gd name="T11" fmla="*/ 15 h 32"/>
                <a:gd name="T12" fmla="*/ 1 w 22"/>
                <a:gd name="T13" fmla="*/ 21 h 32"/>
                <a:gd name="T14" fmla="*/ 2 w 22"/>
                <a:gd name="T15" fmla="*/ 27 h 32"/>
                <a:gd name="T16" fmla="*/ 3 w 22"/>
                <a:gd name="T17" fmla="*/ 30 h 32"/>
                <a:gd name="T18" fmla="*/ 6 w 22"/>
                <a:gd name="T19" fmla="*/ 25 h 32"/>
                <a:gd name="T20" fmla="*/ 11 w 22"/>
                <a:gd name="T21" fmla="*/ 22 h 32"/>
                <a:gd name="T22" fmla="*/ 15 w 22"/>
                <a:gd name="T23" fmla="*/ 18 h 32"/>
                <a:gd name="T24" fmla="*/ 15 w 22"/>
                <a:gd name="T25" fmla="*/ 15 h 32"/>
                <a:gd name="T26" fmla="*/ 15 w 22"/>
                <a:gd name="T27" fmla="*/ 9 h 32"/>
                <a:gd name="T28" fmla="*/ 19 w 22"/>
                <a:gd name="T29" fmla="*/ 7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32">
                  <a:moveTo>
                    <a:pt x="19" y="7"/>
                  </a:moveTo>
                  <a:cubicBezTo>
                    <a:pt x="21" y="6"/>
                    <a:pt x="22" y="6"/>
                    <a:pt x="21" y="4"/>
                  </a:cubicBezTo>
                  <a:cubicBezTo>
                    <a:pt x="20" y="1"/>
                    <a:pt x="20" y="0"/>
                    <a:pt x="17" y="1"/>
                  </a:cubicBezTo>
                  <a:cubicBezTo>
                    <a:pt x="14" y="2"/>
                    <a:pt x="11" y="2"/>
                    <a:pt x="8" y="5"/>
                  </a:cubicBezTo>
                  <a:cubicBezTo>
                    <a:pt x="5" y="9"/>
                    <a:pt x="5" y="8"/>
                    <a:pt x="3" y="10"/>
                  </a:cubicBezTo>
                  <a:cubicBezTo>
                    <a:pt x="1" y="13"/>
                    <a:pt x="1" y="11"/>
                    <a:pt x="1" y="15"/>
                  </a:cubicBezTo>
                  <a:cubicBezTo>
                    <a:pt x="1" y="20"/>
                    <a:pt x="0" y="18"/>
                    <a:pt x="1" y="21"/>
                  </a:cubicBezTo>
                  <a:cubicBezTo>
                    <a:pt x="2" y="25"/>
                    <a:pt x="2" y="25"/>
                    <a:pt x="2" y="27"/>
                  </a:cubicBezTo>
                  <a:cubicBezTo>
                    <a:pt x="2" y="30"/>
                    <a:pt x="1" y="32"/>
                    <a:pt x="3" y="30"/>
                  </a:cubicBezTo>
                  <a:cubicBezTo>
                    <a:pt x="5" y="28"/>
                    <a:pt x="5" y="27"/>
                    <a:pt x="6" y="25"/>
                  </a:cubicBezTo>
                  <a:cubicBezTo>
                    <a:pt x="8" y="23"/>
                    <a:pt x="9" y="23"/>
                    <a:pt x="11" y="22"/>
                  </a:cubicBezTo>
                  <a:cubicBezTo>
                    <a:pt x="13" y="21"/>
                    <a:pt x="13" y="20"/>
                    <a:pt x="15" y="18"/>
                  </a:cubicBezTo>
                  <a:cubicBezTo>
                    <a:pt x="16" y="17"/>
                    <a:pt x="17" y="16"/>
                    <a:pt x="15" y="15"/>
                  </a:cubicBezTo>
                  <a:cubicBezTo>
                    <a:pt x="13" y="13"/>
                    <a:pt x="13" y="11"/>
                    <a:pt x="15" y="9"/>
                  </a:cubicBezTo>
                  <a:cubicBezTo>
                    <a:pt x="16" y="8"/>
                    <a:pt x="17" y="8"/>
                    <a:pt x="19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2" name="Freeform 330">
              <a:extLst>
                <a:ext uri="{FF2B5EF4-FFF2-40B4-BE49-F238E27FC236}">
                  <a16:creationId xmlns:a16="http://schemas.microsoft.com/office/drawing/2014/main" id="{78F7BA6D-B850-AEC0-D534-9CCAE5ACA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369" y="1604467"/>
              <a:ext cx="18335" cy="32439"/>
            </a:xfrm>
            <a:custGeom>
              <a:avLst/>
              <a:gdLst>
                <a:gd name="T0" fmla="*/ 2 w 16"/>
                <a:gd name="T1" fmla="*/ 28 h 30"/>
                <a:gd name="T2" fmla="*/ 6 w 16"/>
                <a:gd name="T3" fmla="*/ 22 h 30"/>
                <a:gd name="T4" fmla="*/ 9 w 16"/>
                <a:gd name="T5" fmla="*/ 16 h 30"/>
                <a:gd name="T6" fmla="*/ 12 w 16"/>
                <a:gd name="T7" fmla="*/ 10 h 30"/>
                <a:gd name="T8" fmla="*/ 15 w 16"/>
                <a:gd name="T9" fmla="*/ 4 h 30"/>
                <a:gd name="T10" fmla="*/ 13 w 16"/>
                <a:gd name="T11" fmla="*/ 2 h 30"/>
                <a:gd name="T12" fmla="*/ 10 w 16"/>
                <a:gd name="T13" fmla="*/ 8 h 30"/>
                <a:gd name="T14" fmla="*/ 7 w 16"/>
                <a:gd name="T15" fmla="*/ 14 h 30"/>
                <a:gd name="T16" fmla="*/ 3 w 16"/>
                <a:gd name="T17" fmla="*/ 19 h 30"/>
                <a:gd name="T18" fmla="*/ 1 w 16"/>
                <a:gd name="T19" fmla="*/ 24 h 30"/>
                <a:gd name="T20" fmla="*/ 2 w 16"/>
                <a:gd name="T21" fmla="*/ 28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" h="30">
                  <a:moveTo>
                    <a:pt x="2" y="28"/>
                  </a:moveTo>
                  <a:cubicBezTo>
                    <a:pt x="5" y="27"/>
                    <a:pt x="5" y="26"/>
                    <a:pt x="6" y="22"/>
                  </a:cubicBezTo>
                  <a:cubicBezTo>
                    <a:pt x="6" y="19"/>
                    <a:pt x="6" y="18"/>
                    <a:pt x="9" y="16"/>
                  </a:cubicBezTo>
                  <a:cubicBezTo>
                    <a:pt x="11" y="14"/>
                    <a:pt x="11" y="13"/>
                    <a:pt x="12" y="10"/>
                  </a:cubicBezTo>
                  <a:cubicBezTo>
                    <a:pt x="12" y="8"/>
                    <a:pt x="13" y="6"/>
                    <a:pt x="15" y="4"/>
                  </a:cubicBezTo>
                  <a:cubicBezTo>
                    <a:pt x="16" y="1"/>
                    <a:pt x="15" y="0"/>
                    <a:pt x="13" y="2"/>
                  </a:cubicBezTo>
                  <a:cubicBezTo>
                    <a:pt x="11" y="4"/>
                    <a:pt x="11" y="4"/>
                    <a:pt x="10" y="8"/>
                  </a:cubicBezTo>
                  <a:cubicBezTo>
                    <a:pt x="8" y="11"/>
                    <a:pt x="9" y="11"/>
                    <a:pt x="7" y="14"/>
                  </a:cubicBezTo>
                  <a:cubicBezTo>
                    <a:pt x="5" y="16"/>
                    <a:pt x="3" y="17"/>
                    <a:pt x="3" y="19"/>
                  </a:cubicBezTo>
                  <a:cubicBezTo>
                    <a:pt x="2" y="20"/>
                    <a:pt x="1" y="21"/>
                    <a:pt x="1" y="24"/>
                  </a:cubicBezTo>
                  <a:cubicBezTo>
                    <a:pt x="1" y="28"/>
                    <a:pt x="0" y="30"/>
                    <a:pt x="2" y="2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3" name="Freeform 331">
              <a:extLst>
                <a:ext uri="{FF2B5EF4-FFF2-40B4-BE49-F238E27FC236}">
                  <a16:creationId xmlns:a16="http://schemas.microsoft.com/office/drawing/2014/main" id="{A609F45F-368E-5908-0601-CC4303A96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3940" y="1670756"/>
              <a:ext cx="67699" cy="25387"/>
            </a:xfrm>
            <a:custGeom>
              <a:avLst/>
              <a:gdLst>
                <a:gd name="T0" fmla="*/ 19 w 62"/>
                <a:gd name="T1" fmla="*/ 6 h 24"/>
                <a:gd name="T2" fmla="*/ 21 w 62"/>
                <a:gd name="T3" fmla="*/ 3 h 24"/>
                <a:gd name="T4" fmla="*/ 23 w 62"/>
                <a:gd name="T5" fmla="*/ 1 h 24"/>
                <a:gd name="T6" fmla="*/ 20 w 62"/>
                <a:gd name="T7" fmla="*/ 1 h 24"/>
                <a:gd name="T8" fmla="*/ 14 w 62"/>
                <a:gd name="T9" fmla="*/ 5 h 24"/>
                <a:gd name="T10" fmla="*/ 8 w 62"/>
                <a:gd name="T11" fmla="*/ 8 h 24"/>
                <a:gd name="T12" fmla="*/ 2 w 62"/>
                <a:gd name="T13" fmla="*/ 11 h 24"/>
                <a:gd name="T14" fmla="*/ 6 w 62"/>
                <a:gd name="T15" fmla="*/ 16 h 24"/>
                <a:gd name="T16" fmla="*/ 11 w 62"/>
                <a:gd name="T17" fmla="*/ 16 h 24"/>
                <a:gd name="T18" fmla="*/ 11 w 62"/>
                <a:gd name="T19" fmla="*/ 18 h 24"/>
                <a:gd name="T20" fmla="*/ 5 w 62"/>
                <a:gd name="T21" fmla="*/ 21 h 24"/>
                <a:gd name="T22" fmla="*/ 1 w 62"/>
                <a:gd name="T23" fmla="*/ 19 h 24"/>
                <a:gd name="T24" fmla="*/ 0 w 62"/>
                <a:gd name="T25" fmla="*/ 20 h 24"/>
                <a:gd name="T26" fmla="*/ 2 w 62"/>
                <a:gd name="T27" fmla="*/ 21 h 24"/>
                <a:gd name="T28" fmla="*/ 6 w 62"/>
                <a:gd name="T29" fmla="*/ 22 h 24"/>
                <a:gd name="T30" fmla="*/ 21 w 62"/>
                <a:gd name="T31" fmla="*/ 23 h 24"/>
                <a:gd name="T32" fmla="*/ 37 w 62"/>
                <a:gd name="T33" fmla="*/ 24 h 24"/>
                <a:gd name="T34" fmla="*/ 46 w 62"/>
                <a:gd name="T35" fmla="*/ 24 h 24"/>
                <a:gd name="T36" fmla="*/ 60 w 62"/>
                <a:gd name="T37" fmla="*/ 24 h 24"/>
                <a:gd name="T38" fmla="*/ 60 w 62"/>
                <a:gd name="T39" fmla="*/ 18 h 24"/>
                <a:gd name="T40" fmla="*/ 61 w 62"/>
                <a:gd name="T41" fmla="*/ 16 h 24"/>
                <a:gd name="T42" fmla="*/ 61 w 62"/>
                <a:gd name="T43" fmla="*/ 12 h 24"/>
                <a:gd name="T44" fmla="*/ 61 w 62"/>
                <a:gd name="T45" fmla="*/ 12 h 24"/>
                <a:gd name="T46" fmla="*/ 61 w 62"/>
                <a:gd name="T47" fmla="*/ 11 h 24"/>
                <a:gd name="T48" fmla="*/ 59 w 62"/>
                <a:gd name="T49" fmla="*/ 7 h 24"/>
                <a:gd name="T50" fmla="*/ 53 w 62"/>
                <a:gd name="T51" fmla="*/ 6 h 24"/>
                <a:gd name="T52" fmla="*/ 50 w 62"/>
                <a:gd name="T53" fmla="*/ 7 h 24"/>
                <a:gd name="T54" fmla="*/ 41 w 62"/>
                <a:gd name="T55" fmla="*/ 5 h 24"/>
                <a:gd name="T56" fmla="*/ 38 w 62"/>
                <a:gd name="T57" fmla="*/ 3 h 24"/>
                <a:gd name="T58" fmla="*/ 31 w 62"/>
                <a:gd name="T59" fmla="*/ 0 h 24"/>
                <a:gd name="T60" fmla="*/ 31 w 62"/>
                <a:gd name="T61" fmla="*/ 1 h 24"/>
                <a:gd name="T62" fmla="*/ 29 w 62"/>
                <a:gd name="T63" fmla="*/ 5 h 24"/>
                <a:gd name="T64" fmla="*/ 24 w 62"/>
                <a:gd name="T65" fmla="*/ 8 h 24"/>
                <a:gd name="T66" fmla="*/ 19 w 62"/>
                <a:gd name="T67" fmla="*/ 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2" h="24">
                  <a:moveTo>
                    <a:pt x="19" y="6"/>
                  </a:moveTo>
                  <a:cubicBezTo>
                    <a:pt x="19" y="4"/>
                    <a:pt x="19" y="4"/>
                    <a:pt x="21" y="3"/>
                  </a:cubicBezTo>
                  <a:cubicBezTo>
                    <a:pt x="22" y="2"/>
                    <a:pt x="23" y="1"/>
                    <a:pt x="23" y="1"/>
                  </a:cubicBezTo>
                  <a:cubicBezTo>
                    <a:pt x="23" y="0"/>
                    <a:pt x="22" y="0"/>
                    <a:pt x="20" y="1"/>
                  </a:cubicBezTo>
                  <a:cubicBezTo>
                    <a:pt x="17" y="3"/>
                    <a:pt x="17" y="2"/>
                    <a:pt x="14" y="5"/>
                  </a:cubicBezTo>
                  <a:cubicBezTo>
                    <a:pt x="12" y="7"/>
                    <a:pt x="11" y="8"/>
                    <a:pt x="8" y="8"/>
                  </a:cubicBezTo>
                  <a:cubicBezTo>
                    <a:pt x="4" y="9"/>
                    <a:pt x="2" y="8"/>
                    <a:pt x="2" y="11"/>
                  </a:cubicBezTo>
                  <a:cubicBezTo>
                    <a:pt x="2" y="13"/>
                    <a:pt x="4" y="16"/>
                    <a:pt x="6" y="16"/>
                  </a:cubicBezTo>
                  <a:cubicBezTo>
                    <a:pt x="9" y="16"/>
                    <a:pt x="10" y="15"/>
                    <a:pt x="11" y="16"/>
                  </a:cubicBezTo>
                  <a:cubicBezTo>
                    <a:pt x="12" y="16"/>
                    <a:pt x="12" y="17"/>
                    <a:pt x="11" y="18"/>
                  </a:cubicBezTo>
                  <a:cubicBezTo>
                    <a:pt x="10" y="19"/>
                    <a:pt x="7" y="20"/>
                    <a:pt x="5" y="21"/>
                  </a:cubicBezTo>
                  <a:cubicBezTo>
                    <a:pt x="4" y="21"/>
                    <a:pt x="2" y="19"/>
                    <a:pt x="1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1" y="21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cubicBezTo>
                    <a:pt x="10" y="23"/>
                    <a:pt x="16" y="23"/>
                    <a:pt x="21" y="23"/>
                  </a:cubicBezTo>
                  <a:cubicBezTo>
                    <a:pt x="27" y="24"/>
                    <a:pt x="32" y="24"/>
                    <a:pt x="37" y="24"/>
                  </a:cubicBezTo>
                  <a:cubicBezTo>
                    <a:pt x="39" y="24"/>
                    <a:pt x="43" y="24"/>
                    <a:pt x="46" y="24"/>
                  </a:cubicBezTo>
                  <a:cubicBezTo>
                    <a:pt x="52" y="24"/>
                    <a:pt x="56" y="24"/>
                    <a:pt x="60" y="24"/>
                  </a:cubicBezTo>
                  <a:cubicBezTo>
                    <a:pt x="60" y="22"/>
                    <a:pt x="60" y="20"/>
                    <a:pt x="60" y="18"/>
                  </a:cubicBezTo>
                  <a:cubicBezTo>
                    <a:pt x="60" y="18"/>
                    <a:pt x="61" y="17"/>
                    <a:pt x="61" y="16"/>
                  </a:cubicBezTo>
                  <a:cubicBezTo>
                    <a:pt x="62" y="15"/>
                    <a:pt x="62" y="14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1" y="11"/>
                    <a:pt x="61" y="11"/>
                  </a:cubicBezTo>
                  <a:cubicBezTo>
                    <a:pt x="61" y="8"/>
                    <a:pt x="61" y="8"/>
                    <a:pt x="59" y="7"/>
                  </a:cubicBezTo>
                  <a:cubicBezTo>
                    <a:pt x="58" y="6"/>
                    <a:pt x="56" y="6"/>
                    <a:pt x="53" y="6"/>
                  </a:cubicBezTo>
                  <a:cubicBezTo>
                    <a:pt x="52" y="6"/>
                    <a:pt x="51" y="7"/>
                    <a:pt x="50" y="7"/>
                  </a:cubicBezTo>
                  <a:cubicBezTo>
                    <a:pt x="46" y="7"/>
                    <a:pt x="45" y="7"/>
                    <a:pt x="41" y="5"/>
                  </a:cubicBezTo>
                  <a:cubicBezTo>
                    <a:pt x="41" y="4"/>
                    <a:pt x="40" y="4"/>
                    <a:pt x="38" y="3"/>
                  </a:cubicBezTo>
                  <a:cubicBezTo>
                    <a:pt x="35" y="1"/>
                    <a:pt x="33" y="0"/>
                    <a:pt x="31" y="0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3"/>
                    <a:pt x="31" y="3"/>
                    <a:pt x="29" y="5"/>
                  </a:cubicBezTo>
                  <a:cubicBezTo>
                    <a:pt x="28" y="7"/>
                    <a:pt x="27" y="9"/>
                    <a:pt x="24" y="8"/>
                  </a:cubicBezTo>
                  <a:cubicBezTo>
                    <a:pt x="21" y="8"/>
                    <a:pt x="19" y="7"/>
                    <a:pt x="19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4" name="Freeform 332">
              <a:extLst>
                <a:ext uri="{FF2B5EF4-FFF2-40B4-BE49-F238E27FC236}">
                  <a16:creationId xmlns:a16="http://schemas.microsoft.com/office/drawing/2014/main" id="{761A7971-EEF4-E5BD-21A6-97B89DC384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709" y="1504330"/>
              <a:ext cx="15514" cy="9873"/>
            </a:xfrm>
            <a:custGeom>
              <a:avLst/>
              <a:gdLst>
                <a:gd name="T0" fmla="*/ 4 w 13"/>
                <a:gd name="T1" fmla="*/ 8 h 10"/>
                <a:gd name="T2" fmla="*/ 8 w 13"/>
                <a:gd name="T3" fmla="*/ 10 h 10"/>
                <a:gd name="T4" fmla="*/ 10 w 13"/>
                <a:gd name="T5" fmla="*/ 8 h 10"/>
                <a:gd name="T6" fmla="*/ 12 w 13"/>
                <a:gd name="T7" fmla="*/ 5 h 10"/>
                <a:gd name="T8" fmla="*/ 12 w 13"/>
                <a:gd name="T9" fmla="*/ 2 h 10"/>
                <a:gd name="T10" fmla="*/ 9 w 13"/>
                <a:gd name="T11" fmla="*/ 0 h 10"/>
                <a:gd name="T12" fmla="*/ 4 w 13"/>
                <a:gd name="T13" fmla="*/ 2 h 10"/>
                <a:gd name="T14" fmla="*/ 1 w 13"/>
                <a:gd name="T15" fmla="*/ 5 h 10"/>
                <a:gd name="T16" fmla="*/ 4 w 13"/>
                <a:gd name="T17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0">
                  <a:moveTo>
                    <a:pt x="4" y="8"/>
                  </a:moveTo>
                  <a:cubicBezTo>
                    <a:pt x="6" y="8"/>
                    <a:pt x="6" y="9"/>
                    <a:pt x="8" y="10"/>
                  </a:cubicBezTo>
                  <a:cubicBezTo>
                    <a:pt x="9" y="10"/>
                    <a:pt x="10" y="10"/>
                    <a:pt x="10" y="8"/>
                  </a:cubicBezTo>
                  <a:cubicBezTo>
                    <a:pt x="10" y="6"/>
                    <a:pt x="12" y="7"/>
                    <a:pt x="12" y="5"/>
                  </a:cubicBezTo>
                  <a:cubicBezTo>
                    <a:pt x="13" y="3"/>
                    <a:pt x="13" y="3"/>
                    <a:pt x="12" y="2"/>
                  </a:cubicBezTo>
                  <a:cubicBezTo>
                    <a:pt x="10" y="2"/>
                    <a:pt x="10" y="0"/>
                    <a:pt x="9" y="0"/>
                  </a:cubicBezTo>
                  <a:cubicBezTo>
                    <a:pt x="7" y="0"/>
                    <a:pt x="5" y="1"/>
                    <a:pt x="4" y="2"/>
                  </a:cubicBezTo>
                  <a:cubicBezTo>
                    <a:pt x="2" y="4"/>
                    <a:pt x="0" y="2"/>
                    <a:pt x="1" y="5"/>
                  </a:cubicBezTo>
                  <a:cubicBezTo>
                    <a:pt x="1" y="7"/>
                    <a:pt x="2" y="9"/>
                    <a:pt x="4" y="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5" name="Freeform 333">
              <a:extLst>
                <a:ext uri="{FF2B5EF4-FFF2-40B4-BE49-F238E27FC236}">
                  <a16:creationId xmlns:a16="http://schemas.microsoft.com/office/drawing/2014/main" id="{BF6A03DA-CB26-5071-3F44-CFBAAA8BA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8996" y="2351972"/>
              <a:ext cx="42312" cy="36670"/>
            </a:xfrm>
            <a:custGeom>
              <a:avLst/>
              <a:gdLst>
                <a:gd name="T0" fmla="*/ 22 w 38"/>
                <a:gd name="T1" fmla="*/ 0 h 34"/>
                <a:gd name="T2" fmla="*/ 17 w 38"/>
                <a:gd name="T3" fmla="*/ 0 h 34"/>
                <a:gd name="T4" fmla="*/ 13 w 38"/>
                <a:gd name="T5" fmla="*/ 2 h 34"/>
                <a:gd name="T6" fmla="*/ 10 w 38"/>
                <a:gd name="T7" fmla="*/ 7 h 34"/>
                <a:gd name="T8" fmla="*/ 4 w 38"/>
                <a:gd name="T9" fmla="*/ 16 h 34"/>
                <a:gd name="T10" fmla="*/ 0 w 38"/>
                <a:gd name="T11" fmla="*/ 22 h 34"/>
                <a:gd name="T12" fmla="*/ 17 w 38"/>
                <a:gd name="T13" fmla="*/ 25 h 34"/>
                <a:gd name="T14" fmla="*/ 18 w 38"/>
                <a:gd name="T15" fmla="*/ 25 h 34"/>
                <a:gd name="T16" fmla="*/ 23 w 38"/>
                <a:gd name="T17" fmla="*/ 30 h 34"/>
                <a:gd name="T18" fmla="*/ 25 w 38"/>
                <a:gd name="T19" fmla="*/ 33 h 34"/>
                <a:gd name="T20" fmla="*/ 37 w 38"/>
                <a:gd name="T21" fmla="*/ 33 h 34"/>
                <a:gd name="T22" fmla="*/ 38 w 38"/>
                <a:gd name="T23" fmla="*/ 33 h 34"/>
                <a:gd name="T24" fmla="*/ 38 w 38"/>
                <a:gd name="T25" fmla="*/ 32 h 34"/>
                <a:gd name="T26" fmla="*/ 35 w 38"/>
                <a:gd name="T27" fmla="*/ 25 h 34"/>
                <a:gd name="T28" fmla="*/ 34 w 38"/>
                <a:gd name="T29" fmla="*/ 20 h 34"/>
                <a:gd name="T30" fmla="*/ 30 w 38"/>
                <a:gd name="T31" fmla="*/ 16 h 34"/>
                <a:gd name="T32" fmla="*/ 28 w 38"/>
                <a:gd name="T33" fmla="*/ 12 h 34"/>
                <a:gd name="T34" fmla="*/ 34 w 38"/>
                <a:gd name="T35" fmla="*/ 9 h 34"/>
                <a:gd name="T36" fmla="*/ 35 w 38"/>
                <a:gd name="T37" fmla="*/ 7 h 34"/>
                <a:gd name="T38" fmla="*/ 28 w 38"/>
                <a:gd name="T39" fmla="*/ 3 h 34"/>
                <a:gd name="T40" fmla="*/ 22 w 38"/>
                <a:gd name="T4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34">
                  <a:moveTo>
                    <a:pt x="22" y="0"/>
                  </a:moveTo>
                  <a:cubicBezTo>
                    <a:pt x="20" y="0"/>
                    <a:pt x="18" y="0"/>
                    <a:pt x="17" y="0"/>
                  </a:cubicBezTo>
                  <a:cubicBezTo>
                    <a:pt x="15" y="0"/>
                    <a:pt x="14" y="1"/>
                    <a:pt x="13" y="2"/>
                  </a:cubicBezTo>
                  <a:cubicBezTo>
                    <a:pt x="12" y="3"/>
                    <a:pt x="11" y="5"/>
                    <a:pt x="10" y="7"/>
                  </a:cubicBezTo>
                  <a:cubicBezTo>
                    <a:pt x="7" y="11"/>
                    <a:pt x="5" y="15"/>
                    <a:pt x="4" y="16"/>
                  </a:cubicBezTo>
                  <a:cubicBezTo>
                    <a:pt x="3" y="17"/>
                    <a:pt x="2" y="20"/>
                    <a:pt x="0" y="22"/>
                  </a:cubicBezTo>
                  <a:cubicBezTo>
                    <a:pt x="8" y="22"/>
                    <a:pt x="13" y="24"/>
                    <a:pt x="17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22" y="26"/>
                    <a:pt x="23" y="28"/>
                    <a:pt x="23" y="30"/>
                  </a:cubicBezTo>
                  <a:cubicBezTo>
                    <a:pt x="24" y="31"/>
                    <a:pt x="24" y="32"/>
                    <a:pt x="25" y="33"/>
                  </a:cubicBezTo>
                  <a:cubicBezTo>
                    <a:pt x="26" y="34"/>
                    <a:pt x="32" y="33"/>
                    <a:pt x="37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3"/>
                    <a:pt x="38" y="33"/>
                    <a:pt x="38" y="32"/>
                  </a:cubicBezTo>
                  <a:cubicBezTo>
                    <a:pt x="37" y="30"/>
                    <a:pt x="37" y="28"/>
                    <a:pt x="35" y="25"/>
                  </a:cubicBezTo>
                  <a:cubicBezTo>
                    <a:pt x="34" y="22"/>
                    <a:pt x="34" y="21"/>
                    <a:pt x="34" y="20"/>
                  </a:cubicBezTo>
                  <a:cubicBezTo>
                    <a:pt x="34" y="20"/>
                    <a:pt x="31" y="17"/>
                    <a:pt x="30" y="16"/>
                  </a:cubicBezTo>
                  <a:cubicBezTo>
                    <a:pt x="28" y="15"/>
                    <a:pt x="28" y="12"/>
                    <a:pt x="28" y="12"/>
                  </a:cubicBezTo>
                  <a:cubicBezTo>
                    <a:pt x="28" y="11"/>
                    <a:pt x="32" y="9"/>
                    <a:pt x="34" y="9"/>
                  </a:cubicBezTo>
                  <a:cubicBezTo>
                    <a:pt x="35" y="8"/>
                    <a:pt x="35" y="8"/>
                    <a:pt x="35" y="7"/>
                  </a:cubicBezTo>
                  <a:cubicBezTo>
                    <a:pt x="33" y="5"/>
                    <a:pt x="31" y="4"/>
                    <a:pt x="28" y="3"/>
                  </a:cubicBezTo>
                  <a:cubicBezTo>
                    <a:pt x="26" y="2"/>
                    <a:pt x="24" y="1"/>
                    <a:pt x="22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6" name="Freeform 334">
              <a:extLst>
                <a:ext uri="{FF2B5EF4-FFF2-40B4-BE49-F238E27FC236}">
                  <a16:creationId xmlns:a16="http://schemas.microsoft.com/office/drawing/2014/main" id="{6BBD50E2-A70D-BAA6-85C8-4D8543B85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560" y="2275812"/>
              <a:ext cx="26797" cy="88854"/>
            </a:xfrm>
            <a:custGeom>
              <a:avLst/>
              <a:gdLst>
                <a:gd name="T0" fmla="*/ 5 w 24"/>
                <a:gd name="T1" fmla="*/ 32 h 82"/>
                <a:gd name="T2" fmla="*/ 0 w 24"/>
                <a:gd name="T3" fmla="*/ 38 h 82"/>
                <a:gd name="T4" fmla="*/ 12 w 24"/>
                <a:gd name="T5" fmla="*/ 82 h 82"/>
                <a:gd name="T6" fmla="*/ 17 w 24"/>
                <a:gd name="T7" fmla="*/ 61 h 82"/>
                <a:gd name="T8" fmla="*/ 19 w 24"/>
                <a:gd name="T9" fmla="*/ 51 h 82"/>
                <a:gd name="T10" fmla="*/ 22 w 24"/>
                <a:gd name="T11" fmla="*/ 41 h 82"/>
                <a:gd name="T12" fmla="*/ 18 w 24"/>
                <a:gd name="T13" fmla="*/ 41 h 82"/>
                <a:gd name="T14" fmla="*/ 13 w 24"/>
                <a:gd name="T15" fmla="*/ 39 h 82"/>
                <a:gd name="T16" fmla="*/ 12 w 24"/>
                <a:gd name="T17" fmla="*/ 35 h 82"/>
                <a:gd name="T18" fmla="*/ 14 w 24"/>
                <a:gd name="T19" fmla="*/ 31 h 82"/>
                <a:gd name="T20" fmla="*/ 14 w 24"/>
                <a:gd name="T21" fmla="*/ 28 h 82"/>
                <a:gd name="T22" fmla="*/ 12 w 24"/>
                <a:gd name="T23" fmla="*/ 22 h 82"/>
                <a:gd name="T24" fmla="*/ 17 w 24"/>
                <a:gd name="T25" fmla="*/ 14 h 82"/>
                <a:gd name="T26" fmla="*/ 18 w 24"/>
                <a:gd name="T27" fmla="*/ 13 h 82"/>
                <a:gd name="T28" fmla="*/ 22 w 24"/>
                <a:gd name="T29" fmla="*/ 13 h 82"/>
                <a:gd name="T30" fmla="*/ 24 w 24"/>
                <a:gd name="T31" fmla="*/ 14 h 82"/>
                <a:gd name="T32" fmla="*/ 24 w 24"/>
                <a:gd name="T33" fmla="*/ 0 h 82"/>
                <a:gd name="T34" fmla="*/ 17 w 24"/>
                <a:gd name="T35" fmla="*/ 1 h 82"/>
                <a:gd name="T36" fmla="*/ 12 w 24"/>
                <a:gd name="T37" fmla="*/ 15 h 82"/>
                <a:gd name="T38" fmla="*/ 5 w 24"/>
                <a:gd name="T39" fmla="*/ 3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" h="82">
                  <a:moveTo>
                    <a:pt x="5" y="32"/>
                  </a:moveTo>
                  <a:cubicBezTo>
                    <a:pt x="3" y="36"/>
                    <a:pt x="2" y="36"/>
                    <a:pt x="0" y="38"/>
                  </a:cubicBezTo>
                  <a:cubicBezTo>
                    <a:pt x="2" y="46"/>
                    <a:pt x="9" y="71"/>
                    <a:pt x="12" y="82"/>
                  </a:cubicBezTo>
                  <a:cubicBezTo>
                    <a:pt x="13" y="76"/>
                    <a:pt x="16" y="64"/>
                    <a:pt x="17" y="61"/>
                  </a:cubicBezTo>
                  <a:cubicBezTo>
                    <a:pt x="18" y="60"/>
                    <a:pt x="19" y="55"/>
                    <a:pt x="19" y="51"/>
                  </a:cubicBezTo>
                  <a:cubicBezTo>
                    <a:pt x="20" y="48"/>
                    <a:pt x="21" y="44"/>
                    <a:pt x="22" y="41"/>
                  </a:cubicBezTo>
                  <a:cubicBezTo>
                    <a:pt x="20" y="41"/>
                    <a:pt x="19" y="41"/>
                    <a:pt x="18" y="41"/>
                  </a:cubicBezTo>
                  <a:cubicBezTo>
                    <a:pt x="15" y="41"/>
                    <a:pt x="14" y="39"/>
                    <a:pt x="13" y="39"/>
                  </a:cubicBezTo>
                  <a:cubicBezTo>
                    <a:pt x="12" y="38"/>
                    <a:pt x="12" y="36"/>
                    <a:pt x="12" y="35"/>
                  </a:cubicBezTo>
                  <a:cubicBezTo>
                    <a:pt x="13" y="34"/>
                    <a:pt x="13" y="33"/>
                    <a:pt x="14" y="31"/>
                  </a:cubicBezTo>
                  <a:cubicBezTo>
                    <a:pt x="15" y="31"/>
                    <a:pt x="15" y="30"/>
                    <a:pt x="14" y="28"/>
                  </a:cubicBezTo>
                  <a:cubicBezTo>
                    <a:pt x="13" y="26"/>
                    <a:pt x="13" y="24"/>
                    <a:pt x="12" y="22"/>
                  </a:cubicBezTo>
                  <a:cubicBezTo>
                    <a:pt x="12" y="17"/>
                    <a:pt x="15" y="15"/>
                    <a:pt x="17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9" y="13"/>
                    <a:pt x="21" y="13"/>
                    <a:pt x="22" y="13"/>
                  </a:cubicBezTo>
                  <a:cubicBezTo>
                    <a:pt x="23" y="13"/>
                    <a:pt x="24" y="13"/>
                    <a:pt x="24" y="14"/>
                  </a:cubicBezTo>
                  <a:cubicBezTo>
                    <a:pt x="24" y="9"/>
                    <a:pt x="24" y="3"/>
                    <a:pt x="24" y="0"/>
                  </a:cubicBezTo>
                  <a:cubicBezTo>
                    <a:pt x="22" y="0"/>
                    <a:pt x="19" y="1"/>
                    <a:pt x="17" y="1"/>
                  </a:cubicBezTo>
                  <a:cubicBezTo>
                    <a:pt x="16" y="5"/>
                    <a:pt x="14" y="10"/>
                    <a:pt x="12" y="15"/>
                  </a:cubicBezTo>
                  <a:cubicBezTo>
                    <a:pt x="11" y="20"/>
                    <a:pt x="7" y="27"/>
                    <a:pt x="5" y="3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7" name="Freeform 335">
              <a:extLst>
                <a:ext uri="{FF2B5EF4-FFF2-40B4-BE49-F238E27FC236}">
                  <a16:creationId xmlns:a16="http://schemas.microsoft.com/office/drawing/2014/main" id="{C0F1593A-2FE3-E56D-93DB-E4A1CD4F27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6837" y="1794870"/>
              <a:ext cx="290540" cy="243997"/>
            </a:xfrm>
            <a:custGeom>
              <a:avLst/>
              <a:gdLst>
                <a:gd name="T0" fmla="*/ 133 w 265"/>
                <a:gd name="T1" fmla="*/ 24 h 227"/>
                <a:gd name="T2" fmla="*/ 104 w 265"/>
                <a:gd name="T3" fmla="*/ 38 h 227"/>
                <a:gd name="T4" fmla="*/ 104 w 265"/>
                <a:gd name="T5" fmla="*/ 46 h 227"/>
                <a:gd name="T6" fmla="*/ 75 w 265"/>
                <a:gd name="T7" fmla="*/ 45 h 227"/>
                <a:gd name="T8" fmla="*/ 60 w 265"/>
                <a:gd name="T9" fmla="*/ 36 h 227"/>
                <a:gd name="T10" fmla="*/ 68 w 265"/>
                <a:gd name="T11" fmla="*/ 59 h 227"/>
                <a:gd name="T12" fmla="*/ 62 w 265"/>
                <a:gd name="T13" fmla="*/ 64 h 227"/>
                <a:gd name="T14" fmla="*/ 51 w 265"/>
                <a:gd name="T15" fmla="*/ 67 h 227"/>
                <a:gd name="T16" fmla="*/ 33 w 265"/>
                <a:gd name="T17" fmla="*/ 60 h 227"/>
                <a:gd name="T18" fmla="*/ 1 w 265"/>
                <a:gd name="T19" fmla="*/ 73 h 227"/>
                <a:gd name="T20" fmla="*/ 9 w 265"/>
                <a:gd name="T21" fmla="*/ 75 h 227"/>
                <a:gd name="T22" fmla="*/ 10 w 265"/>
                <a:gd name="T23" fmla="*/ 88 h 227"/>
                <a:gd name="T24" fmla="*/ 28 w 265"/>
                <a:gd name="T25" fmla="*/ 90 h 227"/>
                <a:gd name="T26" fmla="*/ 47 w 265"/>
                <a:gd name="T27" fmla="*/ 96 h 227"/>
                <a:gd name="T28" fmla="*/ 62 w 265"/>
                <a:gd name="T29" fmla="*/ 101 h 227"/>
                <a:gd name="T30" fmla="*/ 57 w 265"/>
                <a:gd name="T31" fmla="*/ 106 h 227"/>
                <a:gd name="T32" fmla="*/ 62 w 265"/>
                <a:gd name="T33" fmla="*/ 120 h 227"/>
                <a:gd name="T34" fmla="*/ 76 w 265"/>
                <a:gd name="T35" fmla="*/ 135 h 227"/>
                <a:gd name="T36" fmla="*/ 83 w 265"/>
                <a:gd name="T37" fmla="*/ 149 h 227"/>
                <a:gd name="T38" fmla="*/ 81 w 265"/>
                <a:gd name="T39" fmla="*/ 150 h 227"/>
                <a:gd name="T40" fmla="*/ 77 w 265"/>
                <a:gd name="T41" fmla="*/ 168 h 227"/>
                <a:gd name="T42" fmla="*/ 69 w 265"/>
                <a:gd name="T43" fmla="*/ 194 h 227"/>
                <a:gd name="T44" fmla="*/ 74 w 265"/>
                <a:gd name="T45" fmla="*/ 209 h 227"/>
                <a:gd name="T46" fmla="*/ 93 w 265"/>
                <a:gd name="T47" fmla="*/ 214 h 227"/>
                <a:gd name="T48" fmla="*/ 111 w 265"/>
                <a:gd name="T49" fmla="*/ 217 h 227"/>
                <a:gd name="T50" fmla="*/ 118 w 265"/>
                <a:gd name="T51" fmla="*/ 215 h 227"/>
                <a:gd name="T52" fmla="*/ 138 w 265"/>
                <a:gd name="T53" fmla="*/ 221 h 227"/>
                <a:gd name="T54" fmla="*/ 165 w 265"/>
                <a:gd name="T55" fmla="*/ 221 h 227"/>
                <a:gd name="T56" fmla="*/ 173 w 265"/>
                <a:gd name="T57" fmla="*/ 202 h 227"/>
                <a:gd name="T58" fmla="*/ 194 w 265"/>
                <a:gd name="T59" fmla="*/ 199 h 227"/>
                <a:gd name="T60" fmla="*/ 209 w 265"/>
                <a:gd name="T61" fmla="*/ 204 h 227"/>
                <a:gd name="T62" fmla="*/ 230 w 265"/>
                <a:gd name="T63" fmla="*/ 208 h 227"/>
                <a:gd name="T64" fmla="*/ 252 w 265"/>
                <a:gd name="T65" fmla="*/ 193 h 227"/>
                <a:gd name="T66" fmla="*/ 244 w 265"/>
                <a:gd name="T67" fmla="*/ 179 h 227"/>
                <a:gd name="T68" fmla="*/ 241 w 265"/>
                <a:gd name="T69" fmla="*/ 164 h 227"/>
                <a:gd name="T70" fmla="*/ 243 w 265"/>
                <a:gd name="T71" fmla="*/ 154 h 227"/>
                <a:gd name="T72" fmla="*/ 245 w 265"/>
                <a:gd name="T73" fmla="*/ 150 h 227"/>
                <a:gd name="T74" fmla="*/ 242 w 265"/>
                <a:gd name="T75" fmla="*/ 138 h 227"/>
                <a:gd name="T76" fmla="*/ 240 w 265"/>
                <a:gd name="T77" fmla="*/ 128 h 227"/>
                <a:gd name="T78" fmla="*/ 231 w 265"/>
                <a:gd name="T79" fmla="*/ 127 h 227"/>
                <a:gd name="T80" fmla="*/ 228 w 265"/>
                <a:gd name="T81" fmla="*/ 115 h 227"/>
                <a:gd name="T82" fmla="*/ 242 w 265"/>
                <a:gd name="T83" fmla="*/ 100 h 227"/>
                <a:gd name="T84" fmla="*/ 254 w 265"/>
                <a:gd name="T85" fmla="*/ 95 h 227"/>
                <a:gd name="T86" fmla="*/ 254 w 265"/>
                <a:gd name="T87" fmla="*/ 82 h 227"/>
                <a:gd name="T88" fmla="*/ 265 w 265"/>
                <a:gd name="T89" fmla="*/ 59 h 227"/>
                <a:gd name="T90" fmla="*/ 252 w 265"/>
                <a:gd name="T91" fmla="*/ 54 h 227"/>
                <a:gd name="T92" fmla="*/ 230 w 265"/>
                <a:gd name="T93" fmla="*/ 46 h 227"/>
                <a:gd name="T94" fmla="*/ 221 w 265"/>
                <a:gd name="T95" fmla="*/ 45 h 227"/>
                <a:gd name="T96" fmla="*/ 200 w 265"/>
                <a:gd name="T97" fmla="*/ 35 h 227"/>
                <a:gd name="T98" fmla="*/ 191 w 265"/>
                <a:gd name="T99" fmla="*/ 32 h 227"/>
                <a:gd name="T100" fmla="*/ 183 w 265"/>
                <a:gd name="T101" fmla="*/ 22 h 227"/>
                <a:gd name="T102" fmla="*/ 173 w 265"/>
                <a:gd name="T103" fmla="*/ 17 h 227"/>
                <a:gd name="T104" fmla="*/ 164 w 265"/>
                <a:gd name="T105" fmla="*/ 10 h 227"/>
                <a:gd name="T106" fmla="*/ 152 w 265"/>
                <a:gd name="T107" fmla="*/ 0 h 227"/>
                <a:gd name="T108" fmla="*/ 58 w 265"/>
                <a:gd name="T109" fmla="*/ 52 h 227"/>
                <a:gd name="T110" fmla="*/ 50 w 265"/>
                <a:gd name="T111" fmla="*/ 43 h 227"/>
                <a:gd name="T112" fmla="*/ 69 w 265"/>
                <a:gd name="T113" fmla="*/ 130 h 227"/>
                <a:gd name="T114" fmla="*/ 69 w 265"/>
                <a:gd name="T115" fmla="*/ 130 h 227"/>
                <a:gd name="T116" fmla="*/ 53 w 265"/>
                <a:gd name="T117" fmla="*/ 118 h 227"/>
                <a:gd name="T118" fmla="*/ 34 w 265"/>
                <a:gd name="T119" fmla="*/ 10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5" h="227">
                  <a:moveTo>
                    <a:pt x="132" y="6"/>
                  </a:moveTo>
                  <a:cubicBezTo>
                    <a:pt x="132" y="8"/>
                    <a:pt x="132" y="11"/>
                    <a:pt x="132" y="14"/>
                  </a:cubicBezTo>
                  <a:cubicBezTo>
                    <a:pt x="132" y="18"/>
                    <a:pt x="131" y="19"/>
                    <a:pt x="132" y="21"/>
                  </a:cubicBezTo>
                  <a:cubicBezTo>
                    <a:pt x="133" y="22"/>
                    <a:pt x="133" y="22"/>
                    <a:pt x="133" y="24"/>
                  </a:cubicBezTo>
                  <a:cubicBezTo>
                    <a:pt x="133" y="26"/>
                    <a:pt x="132" y="28"/>
                    <a:pt x="128" y="28"/>
                  </a:cubicBezTo>
                  <a:cubicBezTo>
                    <a:pt x="124" y="29"/>
                    <a:pt x="119" y="30"/>
                    <a:pt x="118" y="31"/>
                  </a:cubicBezTo>
                  <a:cubicBezTo>
                    <a:pt x="117" y="32"/>
                    <a:pt x="115" y="33"/>
                    <a:pt x="112" y="34"/>
                  </a:cubicBezTo>
                  <a:cubicBezTo>
                    <a:pt x="109" y="35"/>
                    <a:pt x="105" y="36"/>
                    <a:pt x="104" y="38"/>
                  </a:cubicBezTo>
                  <a:cubicBezTo>
                    <a:pt x="103" y="39"/>
                    <a:pt x="102" y="40"/>
                    <a:pt x="102" y="41"/>
                  </a:cubicBezTo>
                  <a:cubicBezTo>
                    <a:pt x="102" y="42"/>
                    <a:pt x="104" y="43"/>
                    <a:pt x="106" y="43"/>
                  </a:cubicBezTo>
                  <a:cubicBezTo>
                    <a:pt x="108" y="43"/>
                    <a:pt x="108" y="43"/>
                    <a:pt x="108" y="44"/>
                  </a:cubicBezTo>
                  <a:cubicBezTo>
                    <a:pt x="108" y="45"/>
                    <a:pt x="106" y="46"/>
                    <a:pt x="104" y="46"/>
                  </a:cubicBezTo>
                  <a:cubicBezTo>
                    <a:pt x="102" y="47"/>
                    <a:pt x="100" y="47"/>
                    <a:pt x="98" y="48"/>
                  </a:cubicBezTo>
                  <a:cubicBezTo>
                    <a:pt x="96" y="49"/>
                    <a:pt x="93" y="48"/>
                    <a:pt x="89" y="48"/>
                  </a:cubicBezTo>
                  <a:cubicBezTo>
                    <a:pt x="85" y="48"/>
                    <a:pt x="81" y="48"/>
                    <a:pt x="79" y="48"/>
                  </a:cubicBezTo>
                  <a:cubicBezTo>
                    <a:pt x="77" y="48"/>
                    <a:pt x="76" y="47"/>
                    <a:pt x="75" y="45"/>
                  </a:cubicBezTo>
                  <a:cubicBezTo>
                    <a:pt x="73" y="44"/>
                    <a:pt x="72" y="44"/>
                    <a:pt x="72" y="41"/>
                  </a:cubicBezTo>
                  <a:cubicBezTo>
                    <a:pt x="73" y="39"/>
                    <a:pt x="73" y="38"/>
                    <a:pt x="71" y="38"/>
                  </a:cubicBezTo>
                  <a:cubicBezTo>
                    <a:pt x="69" y="38"/>
                    <a:pt x="69" y="39"/>
                    <a:pt x="67" y="38"/>
                  </a:cubicBezTo>
                  <a:cubicBezTo>
                    <a:pt x="65" y="38"/>
                    <a:pt x="61" y="35"/>
                    <a:pt x="60" y="36"/>
                  </a:cubicBezTo>
                  <a:cubicBezTo>
                    <a:pt x="59" y="38"/>
                    <a:pt x="60" y="36"/>
                    <a:pt x="61" y="40"/>
                  </a:cubicBezTo>
                  <a:cubicBezTo>
                    <a:pt x="62" y="44"/>
                    <a:pt x="63" y="45"/>
                    <a:pt x="65" y="48"/>
                  </a:cubicBezTo>
                  <a:cubicBezTo>
                    <a:pt x="66" y="51"/>
                    <a:pt x="68" y="51"/>
                    <a:pt x="68" y="53"/>
                  </a:cubicBezTo>
                  <a:cubicBezTo>
                    <a:pt x="68" y="55"/>
                    <a:pt x="67" y="57"/>
                    <a:pt x="68" y="59"/>
                  </a:cubicBezTo>
                  <a:cubicBezTo>
                    <a:pt x="68" y="60"/>
                    <a:pt x="68" y="61"/>
                    <a:pt x="69" y="62"/>
                  </a:cubicBezTo>
                  <a:cubicBezTo>
                    <a:pt x="70" y="64"/>
                    <a:pt x="71" y="64"/>
                    <a:pt x="71" y="65"/>
                  </a:cubicBezTo>
                  <a:cubicBezTo>
                    <a:pt x="71" y="66"/>
                    <a:pt x="69" y="67"/>
                    <a:pt x="68" y="66"/>
                  </a:cubicBezTo>
                  <a:cubicBezTo>
                    <a:pt x="67" y="65"/>
                    <a:pt x="63" y="64"/>
                    <a:pt x="62" y="64"/>
                  </a:cubicBezTo>
                  <a:cubicBezTo>
                    <a:pt x="60" y="64"/>
                    <a:pt x="59" y="67"/>
                    <a:pt x="59" y="68"/>
                  </a:cubicBezTo>
                  <a:cubicBezTo>
                    <a:pt x="60" y="69"/>
                    <a:pt x="59" y="70"/>
                    <a:pt x="58" y="70"/>
                  </a:cubicBezTo>
                  <a:cubicBezTo>
                    <a:pt x="58" y="69"/>
                    <a:pt x="58" y="67"/>
                    <a:pt x="56" y="67"/>
                  </a:cubicBezTo>
                  <a:cubicBezTo>
                    <a:pt x="54" y="67"/>
                    <a:pt x="53" y="67"/>
                    <a:pt x="51" y="67"/>
                  </a:cubicBezTo>
                  <a:cubicBezTo>
                    <a:pt x="49" y="68"/>
                    <a:pt x="48" y="70"/>
                    <a:pt x="46" y="70"/>
                  </a:cubicBezTo>
                  <a:cubicBezTo>
                    <a:pt x="44" y="69"/>
                    <a:pt x="43" y="69"/>
                    <a:pt x="43" y="67"/>
                  </a:cubicBezTo>
                  <a:cubicBezTo>
                    <a:pt x="43" y="65"/>
                    <a:pt x="38" y="63"/>
                    <a:pt x="37" y="62"/>
                  </a:cubicBezTo>
                  <a:cubicBezTo>
                    <a:pt x="36" y="61"/>
                    <a:pt x="34" y="60"/>
                    <a:pt x="33" y="60"/>
                  </a:cubicBezTo>
                  <a:cubicBezTo>
                    <a:pt x="32" y="61"/>
                    <a:pt x="28" y="63"/>
                    <a:pt x="25" y="64"/>
                  </a:cubicBezTo>
                  <a:cubicBezTo>
                    <a:pt x="23" y="65"/>
                    <a:pt x="17" y="65"/>
                    <a:pt x="13" y="66"/>
                  </a:cubicBezTo>
                  <a:cubicBezTo>
                    <a:pt x="9" y="67"/>
                    <a:pt x="3" y="69"/>
                    <a:pt x="2" y="69"/>
                  </a:cubicBezTo>
                  <a:cubicBezTo>
                    <a:pt x="0" y="70"/>
                    <a:pt x="0" y="72"/>
                    <a:pt x="1" y="73"/>
                  </a:cubicBezTo>
                  <a:cubicBezTo>
                    <a:pt x="2" y="73"/>
                    <a:pt x="3" y="74"/>
                    <a:pt x="4" y="73"/>
                  </a:cubicBezTo>
                  <a:cubicBezTo>
                    <a:pt x="6" y="72"/>
                    <a:pt x="6" y="71"/>
                    <a:pt x="8" y="71"/>
                  </a:cubicBezTo>
                  <a:cubicBezTo>
                    <a:pt x="9" y="71"/>
                    <a:pt x="10" y="71"/>
                    <a:pt x="10" y="72"/>
                  </a:cubicBezTo>
                  <a:cubicBezTo>
                    <a:pt x="11" y="73"/>
                    <a:pt x="9" y="73"/>
                    <a:pt x="9" y="75"/>
                  </a:cubicBezTo>
                  <a:cubicBezTo>
                    <a:pt x="9" y="78"/>
                    <a:pt x="10" y="79"/>
                    <a:pt x="9" y="80"/>
                  </a:cubicBezTo>
                  <a:cubicBezTo>
                    <a:pt x="8" y="81"/>
                    <a:pt x="5" y="80"/>
                    <a:pt x="4" y="81"/>
                  </a:cubicBezTo>
                  <a:cubicBezTo>
                    <a:pt x="4" y="82"/>
                    <a:pt x="4" y="83"/>
                    <a:pt x="6" y="84"/>
                  </a:cubicBezTo>
                  <a:cubicBezTo>
                    <a:pt x="7" y="86"/>
                    <a:pt x="8" y="89"/>
                    <a:pt x="10" y="88"/>
                  </a:cubicBezTo>
                  <a:cubicBezTo>
                    <a:pt x="12" y="87"/>
                    <a:pt x="12" y="84"/>
                    <a:pt x="14" y="84"/>
                  </a:cubicBezTo>
                  <a:cubicBezTo>
                    <a:pt x="15" y="85"/>
                    <a:pt x="18" y="86"/>
                    <a:pt x="20" y="87"/>
                  </a:cubicBezTo>
                  <a:cubicBezTo>
                    <a:pt x="21" y="87"/>
                    <a:pt x="23" y="87"/>
                    <a:pt x="24" y="87"/>
                  </a:cubicBezTo>
                  <a:cubicBezTo>
                    <a:pt x="26" y="88"/>
                    <a:pt x="27" y="90"/>
                    <a:pt x="28" y="90"/>
                  </a:cubicBezTo>
                  <a:cubicBezTo>
                    <a:pt x="29" y="91"/>
                    <a:pt x="30" y="94"/>
                    <a:pt x="32" y="94"/>
                  </a:cubicBezTo>
                  <a:cubicBezTo>
                    <a:pt x="33" y="95"/>
                    <a:pt x="35" y="92"/>
                    <a:pt x="36" y="92"/>
                  </a:cubicBezTo>
                  <a:cubicBezTo>
                    <a:pt x="37" y="92"/>
                    <a:pt x="40" y="91"/>
                    <a:pt x="42" y="93"/>
                  </a:cubicBezTo>
                  <a:cubicBezTo>
                    <a:pt x="43" y="94"/>
                    <a:pt x="46" y="95"/>
                    <a:pt x="47" y="96"/>
                  </a:cubicBezTo>
                  <a:cubicBezTo>
                    <a:pt x="48" y="97"/>
                    <a:pt x="48" y="99"/>
                    <a:pt x="49" y="99"/>
                  </a:cubicBezTo>
                  <a:cubicBezTo>
                    <a:pt x="51" y="100"/>
                    <a:pt x="51" y="100"/>
                    <a:pt x="53" y="100"/>
                  </a:cubicBezTo>
                  <a:cubicBezTo>
                    <a:pt x="55" y="99"/>
                    <a:pt x="56" y="99"/>
                    <a:pt x="58" y="99"/>
                  </a:cubicBezTo>
                  <a:cubicBezTo>
                    <a:pt x="60" y="100"/>
                    <a:pt x="61" y="100"/>
                    <a:pt x="62" y="101"/>
                  </a:cubicBezTo>
                  <a:cubicBezTo>
                    <a:pt x="62" y="102"/>
                    <a:pt x="64" y="103"/>
                    <a:pt x="63" y="104"/>
                  </a:cubicBezTo>
                  <a:cubicBezTo>
                    <a:pt x="63" y="104"/>
                    <a:pt x="61" y="104"/>
                    <a:pt x="59" y="104"/>
                  </a:cubicBezTo>
                  <a:cubicBezTo>
                    <a:pt x="58" y="104"/>
                    <a:pt x="55" y="103"/>
                    <a:pt x="55" y="104"/>
                  </a:cubicBezTo>
                  <a:cubicBezTo>
                    <a:pt x="55" y="105"/>
                    <a:pt x="55" y="106"/>
                    <a:pt x="57" y="106"/>
                  </a:cubicBezTo>
                  <a:cubicBezTo>
                    <a:pt x="58" y="107"/>
                    <a:pt x="59" y="107"/>
                    <a:pt x="59" y="108"/>
                  </a:cubicBezTo>
                  <a:cubicBezTo>
                    <a:pt x="59" y="109"/>
                    <a:pt x="58" y="111"/>
                    <a:pt x="57" y="112"/>
                  </a:cubicBezTo>
                  <a:cubicBezTo>
                    <a:pt x="57" y="112"/>
                    <a:pt x="56" y="114"/>
                    <a:pt x="58" y="115"/>
                  </a:cubicBezTo>
                  <a:cubicBezTo>
                    <a:pt x="60" y="116"/>
                    <a:pt x="60" y="118"/>
                    <a:pt x="62" y="120"/>
                  </a:cubicBezTo>
                  <a:cubicBezTo>
                    <a:pt x="64" y="122"/>
                    <a:pt x="66" y="123"/>
                    <a:pt x="69" y="123"/>
                  </a:cubicBezTo>
                  <a:cubicBezTo>
                    <a:pt x="71" y="124"/>
                    <a:pt x="74" y="123"/>
                    <a:pt x="75" y="125"/>
                  </a:cubicBezTo>
                  <a:cubicBezTo>
                    <a:pt x="76" y="127"/>
                    <a:pt x="76" y="128"/>
                    <a:pt x="75" y="130"/>
                  </a:cubicBezTo>
                  <a:cubicBezTo>
                    <a:pt x="75" y="132"/>
                    <a:pt x="75" y="133"/>
                    <a:pt x="76" y="135"/>
                  </a:cubicBezTo>
                  <a:cubicBezTo>
                    <a:pt x="77" y="136"/>
                    <a:pt x="77" y="137"/>
                    <a:pt x="77" y="138"/>
                  </a:cubicBezTo>
                  <a:cubicBezTo>
                    <a:pt x="77" y="139"/>
                    <a:pt x="75" y="140"/>
                    <a:pt x="76" y="141"/>
                  </a:cubicBezTo>
                  <a:cubicBezTo>
                    <a:pt x="76" y="142"/>
                    <a:pt x="77" y="143"/>
                    <a:pt x="79" y="144"/>
                  </a:cubicBezTo>
                  <a:cubicBezTo>
                    <a:pt x="80" y="145"/>
                    <a:pt x="82" y="148"/>
                    <a:pt x="83" y="149"/>
                  </a:cubicBezTo>
                  <a:cubicBezTo>
                    <a:pt x="84" y="150"/>
                    <a:pt x="87" y="154"/>
                    <a:pt x="87" y="155"/>
                  </a:cubicBezTo>
                  <a:cubicBezTo>
                    <a:pt x="87" y="156"/>
                    <a:pt x="86" y="159"/>
                    <a:pt x="86" y="158"/>
                  </a:cubicBezTo>
                  <a:cubicBezTo>
                    <a:pt x="85" y="158"/>
                    <a:pt x="85" y="155"/>
                    <a:pt x="85" y="154"/>
                  </a:cubicBezTo>
                  <a:cubicBezTo>
                    <a:pt x="84" y="154"/>
                    <a:pt x="82" y="150"/>
                    <a:pt x="81" y="150"/>
                  </a:cubicBezTo>
                  <a:cubicBezTo>
                    <a:pt x="80" y="149"/>
                    <a:pt x="77" y="147"/>
                    <a:pt x="77" y="148"/>
                  </a:cubicBezTo>
                  <a:cubicBezTo>
                    <a:pt x="76" y="149"/>
                    <a:pt x="76" y="151"/>
                    <a:pt x="77" y="152"/>
                  </a:cubicBezTo>
                  <a:cubicBezTo>
                    <a:pt x="78" y="154"/>
                    <a:pt x="78" y="158"/>
                    <a:pt x="78" y="160"/>
                  </a:cubicBezTo>
                  <a:cubicBezTo>
                    <a:pt x="77" y="162"/>
                    <a:pt x="77" y="166"/>
                    <a:pt x="77" y="168"/>
                  </a:cubicBezTo>
                  <a:cubicBezTo>
                    <a:pt x="77" y="169"/>
                    <a:pt x="74" y="172"/>
                    <a:pt x="73" y="173"/>
                  </a:cubicBezTo>
                  <a:cubicBezTo>
                    <a:pt x="72" y="175"/>
                    <a:pt x="72" y="180"/>
                    <a:pt x="72" y="182"/>
                  </a:cubicBezTo>
                  <a:cubicBezTo>
                    <a:pt x="72" y="185"/>
                    <a:pt x="71" y="185"/>
                    <a:pt x="70" y="188"/>
                  </a:cubicBezTo>
                  <a:cubicBezTo>
                    <a:pt x="69" y="191"/>
                    <a:pt x="69" y="193"/>
                    <a:pt x="69" y="194"/>
                  </a:cubicBezTo>
                  <a:cubicBezTo>
                    <a:pt x="68" y="195"/>
                    <a:pt x="67" y="197"/>
                    <a:pt x="65" y="199"/>
                  </a:cubicBezTo>
                  <a:cubicBezTo>
                    <a:pt x="66" y="199"/>
                    <a:pt x="68" y="200"/>
                    <a:pt x="69" y="202"/>
                  </a:cubicBezTo>
                  <a:cubicBezTo>
                    <a:pt x="71" y="204"/>
                    <a:pt x="71" y="206"/>
                    <a:pt x="71" y="207"/>
                  </a:cubicBezTo>
                  <a:cubicBezTo>
                    <a:pt x="71" y="208"/>
                    <a:pt x="71" y="208"/>
                    <a:pt x="74" y="209"/>
                  </a:cubicBezTo>
                  <a:cubicBezTo>
                    <a:pt x="76" y="210"/>
                    <a:pt x="78" y="210"/>
                    <a:pt x="79" y="210"/>
                  </a:cubicBezTo>
                  <a:cubicBezTo>
                    <a:pt x="81" y="210"/>
                    <a:pt x="82" y="210"/>
                    <a:pt x="84" y="212"/>
                  </a:cubicBezTo>
                  <a:cubicBezTo>
                    <a:pt x="86" y="213"/>
                    <a:pt x="89" y="213"/>
                    <a:pt x="91" y="214"/>
                  </a:cubicBezTo>
                  <a:cubicBezTo>
                    <a:pt x="92" y="214"/>
                    <a:pt x="93" y="214"/>
                    <a:pt x="93" y="214"/>
                  </a:cubicBezTo>
                  <a:cubicBezTo>
                    <a:pt x="95" y="214"/>
                    <a:pt x="96" y="215"/>
                    <a:pt x="98" y="216"/>
                  </a:cubicBezTo>
                  <a:cubicBezTo>
                    <a:pt x="100" y="217"/>
                    <a:pt x="102" y="218"/>
                    <a:pt x="103" y="218"/>
                  </a:cubicBezTo>
                  <a:cubicBezTo>
                    <a:pt x="105" y="218"/>
                    <a:pt x="106" y="218"/>
                    <a:pt x="108" y="218"/>
                  </a:cubicBezTo>
                  <a:cubicBezTo>
                    <a:pt x="109" y="218"/>
                    <a:pt x="110" y="218"/>
                    <a:pt x="111" y="217"/>
                  </a:cubicBezTo>
                  <a:cubicBezTo>
                    <a:pt x="111" y="217"/>
                    <a:pt x="111" y="217"/>
                    <a:pt x="111" y="217"/>
                  </a:cubicBezTo>
                  <a:cubicBezTo>
                    <a:pt x="111" y="217"/>
                    <a:pt x="111" y="216"/>
                    <a:pt x="111" y="216"/>
                  </a:cubicBezTo>
                  <a:cubicBezTo>
                    <a:pt x="111" y="216"/>
                    <a:pt x="111" y="215"/>
                    <a:pt x="111" y="215"/>
                  </a:cubicBezTo>
                  <a:cubicBezTo>
                    <a:pt x="112" y="214"/>
                    <a:pt x="113" y="213"/>
                    <a:pt x="118" y="215"/>
                  </a:cubicBezTo>
                  <a:cubicBezTo>
                    <a:pt x="123" y="217"/>
                    <a:pt x="124" y="217"/>
                    <a:pt x="126" y="218"/>
                  </a:cubicBezTo>
                  <a:cubicBezTo>
                    <a:pt x="127" y="219"/>
                    <a:pt x="127" y="219"/>
                    <a:pt x="129" y="220"/>
                  </a:cubicBezTo>
                  <a:cubicBezTo>
                    <a:pt x="130" y="221"/>
                    <a:pt x="132" y="221"/>
                    <a:pt x="133" y="221"/>
                  </a:cubicBezTo>
                  <a:cubicBezTo>
                    <a:pt x="135" y="221"/>
                    <a:pt x="136" y="221"/>
                    <a:pt x="138" y="221"/>
                  </a:cubicBezTo>
                  <a:cubicBezTo>
                    <a:pt x="140" y="222"/>
                    <a:pt x="141" y="223"/>
                    <a:pt x="142" y="224"/>
                  </a:cubicBezTo>
                  <a:cubicBezTo>
                    <a:pt x="144" y="225"/>
                    <a:pt x="147" y="227"/>
                    <a:pt x="150" y="226"/>
                  </a:cubicBezTo>
                  <a:cubicBezTo>
                    <a:pt x="154" y="226"/>
                    <a:pt x="161" y="224"/>
                    <a:pt x="166" y="223"/>
                  </a:cubicBezTo>
                  <a:cubicBezTo>
                    <a:pt x="165" y="222"/>
                    <a:pt x="165" y="222"/>
                    <a:pt x="165" y="221"/>
                  </a:cubicBezTo>
                  <a:cubicBezTo>
                    <a:pt x="165" y="219"/>
                    <a:pt x="164" y="218"/>
                    <a:pt x="163" y="217"/>
                  </a:cubicBezTo>
                  <a:cubicBezTo>
                    <a:pt x="163" y="215"/>
                    <a:pt x="162" y="214"/>
                    <a:pt x="163" y="213"/>
                  </a:cubicBezTo>
                  <a:cubicBezTo>
                    <a:pt x="163" y="211"/>
                    <a:pt x="164" y="209"/>
                    <a:pt x="166" y="207"/>
                  </a:cubicBezTo>
                  <a:cubicBezTo>
                    <a:pt x="167" y="206"/>
                    <a:pt x="170" y="204"/>
                    <a:pt x="173" y="202"/>
                  </a:cubicBezTo>
                  <a:cubicBezTo>
                    <a:pt x="176" y="201"/>
                    <a:pt x="175" y="201"/>
                    <a:pt x="179" y="199"/>
                  </a:cubicBezTo>
                  <a:cubicBezTo>
                    <a:pt x="182" y="198"/>
                    <a:pt x="182" y="196"/>
                    <a:pt x="183" y="197"/>
                  </a:cubicBezTo>
                  <a:cubicBezTo>
                    <a:pt x="185" y="198"/>
                    <a:pt x="185" y="198"/>
                    <a:pt x="188" y="199"/>
                  </a:cubicBezTo>
                  <a:cubicBezTo>
                    <a:pt x="191" y="199"/>
                    <a:pt x="192" y="199"/>
                    <a:pt x="194" y="199"/>
                  </a:cubicBezTo>
                  <a:cubicBezTo>
                    <a:pt x="196" y="198"/>
                    <a:pt x="197" y="198"/>
                    <a:pt x="198" y="199"/>
                  </a:cubicBezTo>
                  <a:cubicBezTo>
                    <a:pt x="200" y="200"/>
                    <a:pt x="200" y="199"/>
                    <a:pt x="202" y="199"/>
                  </a:cubicBezTo>
                  <a:cubicBezTo>
                    <a:pt x="204" y="200"/>
                    <a:pt x="205" y="201"/>
                    <a:pt x="206" y="201"/>
                  </a:cubicBezTo>
                  <a:cubicBezTo>
                    <a:pt x="207" y="201"/>
                    <a:pt x="208" y="203"/>
                    <a:pt x="209" y="204"/>
                  </a:cubicBezTo>
                  <a:cubicBezTo>
                    <a:pt x="211" y="205"/>
                    <a:pt x="213" y="205"/>
                    <a:pt x="215" y="205"/>
                  </a:cubicBezTo>
                  <a:cubicBezTo>
                    <a:pt x="216" y="205"/>
                    <a:pt x="216" y="207"/>
                    <a:pt x="219" y="208"/>
                  </a:cubicBezTo>
                  <a:cubicBezTo>
                    <a:pt x="221" y="208"/>
                    <a:pt x="222" y="209"/>
                    <a:pt x="224" y="209"/>
                  </a:cubicBezTo>
                  <a:cubicBezTo>
                    <a:pt x="226" y="209"/>
                    <a:pt x="229" y="209"/>
                    <a:pt x="230" y="208"/>
                  </a:cubicBezTo>
                  <a:cubicBezTo>
                    <a:pt x="232" y="206"/>
                    <a:pt x="234" y="204"/>
                    <a:pt x="235" y="203"/>
                  </a:cubicBezTo>
                  <a:cubicBezTo>
                    <a:pt x="237" y="201"/>
                    <a:pt x="240" y="199"/>
                    <a:pt x="242" y="198"/>
                  </a:cubicBezTo>
                  <a:cubicBezTo>
                    <a:pt x="244" y="197"/>
                    <a:pt x="247" y="195"/>
                    <a:pt x="249" y="195"/>
                  </a:cubicBezTo>
                  <a:cubicBezTo>
                    <a:pt x="249" y="195"/>
                    <a:pt x="251" y="194"/>
                    <a:pt x="252" y="193"/>
                  </a:cubicBezTo>
                  <a:cubicBezTo>
                    <a:pt x="253" y="192"/>
                    <a:pt x="253" y="191"/>
                    <a:pt x="254" y="189"/>
                  </a:cubicBezTo>
                  <a:cubicBezTo>
                    <a:pt x="255" y="187"/>
                    <a:pt x="256" y="184"/>
                    <a:pt x="256" y="184"/>
                  </a:cubicBezTo>
                  <a:cubicBezTo>
                    <a:pt x="255" y="183"/>
                    <a:pt x="251" y="181"/>
                    <a:pt x="248" y="180"/>
                  </a:cubicBezTo>
                  <a:cubicBezTo>
                    <a:pt x="246" y="180"/>
                    <a:pt x="245" y="179"/>
                    <a:pt x="244" y="179"/>
                  </a:cubicBezTo>
                  <a:cubicBezTo>
                    <a:pt x="239" y="177"/>
                    <a:pt x="240" y="174"/>
                    <a:pt x="241" y="171"/>
                  </a:cubicBezTo>
                  <a:cubicBezTo>
                    <a:pt x="241" y="171"/>
                    <a:pt x="241" y="170"/>
                    <a:pt x="241" y="170"/>
                  </a:cubicBezTo>
                  <a:cubicBezTo>
                    <a:pt x="241" y="169"/>
                    <a:pt x="241" y="169"/>
                    <a:pt x="241" y="168"/>
                  </a:cubicBezTo>
                  <a:cubicBezTo>
                    <a:pt x="242" y="167"/>
                    <a:pt x="242" y="166"/>
                    <a:pt x="241" y="164"/>
                  </a:cubicBezTo>
                  <a:cubicBezTo>
                    <a:pt x="241" y="164"/>
                    <a:pt x="241" y="164"/>
                    <a:pt x="241" y="164"/>
                  </a:cubicBezTo>
                  <a:cubicBezTo>
                    <a:pt x="241" y="163"/>
                    <a:pt x="240" y="163"/>
                    <a:pt x="240" y="163"/>
                  </a:cubicBezTo>
                  <a:cubicBezTo>
                    <a:pt x="239" y="161"/>
                    <a:pt x="239" y="160"/>
                    <a:pt x="240" y="158"/>
                  </a:cubicBezTo>
                  <a:cubicBezTo>
                    <a:pt x="240" y="156"/>
                    <a:pt x="241" y="155"/>
                    <a:pt x="243" y="154"/>
                  </a:cubicBezTo>
                  <a:cubicBezTo>
                    <a:pt x="243" y="154"/>
                    <a:pt x="243" y="154"/>
                    <a:pt x="243" y="154"/>
                  </a:cubicBezTo>
                  <a:cubicBezTo>
                    <a:pt x="243" y="154"/>
                    <a:pt x="243" y="154"/>
                    <a:pt x="243" y="153"/>
                  </a:cubicBezTo>
                  <a:cubicBezTo>
                    <a:pt x="244" y="153"/>
                    <a:pt x="244" y="153"/>
                    <a:pt x="244" y="153"/>
                  </a:cubicBezTo>
                  <a:cubicBezTo>
                    <a:pt x="244" y="153"/>
                    <a:pt x="245" y="151"/>
                    <a:pt x="245" y="150"/>
                  </a:cubicBezTo>
                  <a:cubicBezTo>
                    <a:pt x="244" y="149"/>
                    <a:pt x="244" y="147"/>
                    <a:pt x="243" y="146"/>
                  </a:cubicBezTo>
                  <a:cubicBezTo>
                    <a:pt x="243" y="146"/>
                    <a:pt x="243" y="145"/>
                    <a:pt x="242" y="145"/>
                  </a:cubicBezTo>
                  <a:cubicBezTo>
                    <a:pt x="240" y="142"/>
                    <a:pt x="241" y="141"/>
                    <a:pt x="241" y="139"/>
                  </a:cubicBezTo>
                  <a:cubicBezTo>
                    <a:pt x="241" y="138"/>
                    <a:pt x="241" y="138"/>
                    <a:pt x="242" y="138"/>
                  </a:cubicBezTo>
                  <a:cubicBezTo>
                    <a:pt x="242" y="137"/>
                    <a:pt x="242" y="136"/>
                    <a:pt x="242" y="135"/>
                  </a:cubicBezTo>
                  <a:cubicBezTo>
                    <a:pt x="242" y="134"/>
                    <a:pt x="241" y="133"/>
                    <a:pt x="241" y="132"/>
                  </a:cubicBezTo>
                  <a:cubicBezTo>
                    <a:pt x="240" y="131"/>
                    <a:pt x="240" y="129"/>
                    <a:pt x="240" y="128"/>
                  </a:cubicBezTo>
                  <a:cubicBezTo>
                    <a:pt x="240" y="128"/>
                    <a:pt x="240" y="128"/>
                    <a:pt x="240" y="128"/>
                  </a:cubicBezTo>
                  <a:cubicBezTo>
                    <a:pt x="240" y="127"/>
                    <a:pt x="239" y="126"/>
                    <a:pt x="239" y="126"/>
                  </a:cubicBezTo>
                  <a:cubicBezTo>
                    <a:pt x="239" y="125"/>
                    <a:pt x="238" y="125"/>
                    <a:pt x="237" y="125"/>
                  </a:cubicBezTo>
                  <a:cubicBezTo>
                    <a:pt x="236" y="125"/>
                    <a:pt x="234" y="125"/>
                    <a:pt x="233" y="126"/>
                  </a:cubicBezTo>
                  <a:cubicBezTo>
                    <a:pt x="232" y="126"/>
                    <a:pt x="232" y="127"/>
                    <a:pt x="231" y="127"/>
                  </a:cubicBezTo>
                  <a:cubicBezTo>
                    <a:pt x="229" y="129"/>
                    <a:pt x="227" y="130"/>
                    <a:pt x="224" y="129"/>
                  </a:cubicBezTo>
                  <a:cubicBezTo>
                    <a:pt x="222" y="128"/>
                    <a:pt x="223" y="125"/>
                    <a:pt x="224" y="122"/>
                  </a:cubicBezTo>
                  <a:cubicBezTo>
                    <a:pt x="224" y="121"/>
                    <a:pt x="225" y="120"/>
                    <a:pt x="225" y="120"/>
                  </a:cubicBezTo>
                  <a:cubicBezTo>
                    <a:pt x="225" y="118"/>
                    <a:pt x="227" y="116"/>
                    <a:pt x="228" y="115"/>
                  </a:cubicBezTo>
                  <a:cubicBezTo>
                    <a:pt x="229" y="113"/>
                    <a:pt x="231" y="112"/>
                    <a:pt x="231" y="111"/>
                  </a:cubicBezTo>
                  <a:cubicBezTo>
                    <a:pt x="232" y="109"/>
                    <a:pt x="233" y="108"/>
                    <a:pt x="235" y="107"/>
                  </a:cubicBezTo>
                  <a:cubicBezTo>
                    <a:pt x="236" y="107"/>
                    <a:pt x="237" y="106"/>
                    <a:pt x="239" y="105"/>
                  </a:cubicBezTo>
                  <a:cubicBezTo>
                    <a:pt x="240" y="103"/>
                    <a:pt x="241" y="102"/>
                    <a:pt x="242" y="100"/>
                  </a:cubicBezTo>
                  <a:cubicBezTo>
                    <a:pt x="242" y="99"/>
                    <a:pt x="243" y="98"/>
                    <a:pt x="244" y="97"/>
                  </a:cubicBezTo>
                  <a:cubicBezTo>
                    <a:pt x="246" y="95"/>
                    <a:pt x="247" y="96"/>
                    <a:pt x="249" y="96"/>
                  </a:cubicBezTo>
                  <a:cubicBezTo>
                    <a:pt x="249" y="96"/>
                    <a:pt x="250" y="96"/>
                    <a:pt x="251" y="96"/>
                  </a:cubicBezTo>
                  <a:cubicBezTo>
                    <a:pt x="252" y="96"/>
                    <a:pt x="253" y="95"/>
                    <a:pt x="254" y="95"/>
                  </a:cubicBezTo>
                  <a:cubicBezTo>
                    <a:pt x="255" y="94"/>
                    <a:pt x="255" y="94"/>
                    <a:pt x="255" y="94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5" y="93"/>
                    <a:pt x="255" y="93"/>
                    <a:pt x="255" y="93"/>
                  </a:cubicBezTo>
                  <a:cubicBezTo>
                    <a:pt x="254" y="90"/>
                    <a:pt x="253" y="87"/>
                    <a:pt x="254" y="82"/>
                  </a:cubicBezTo>
                  <a:cubicBezTo>
                    <a:pt x="255" y="80"/>
                    <a:pt x="255" y="78"/>
                    <a:pt x="255" y="77"/>
                  </a:cubicBezTo>
                  <a:cubicBezTo>
                    <a:pt x="255" y="75"/>
                    <a:pt x="255" y="73"/>
                    <a:pt x="259" y="69"/>
                  </a:cubicBezTo>
                  <a:cubicBezTo>
                    <a:pt x="261" y="66"/>
                    <a:pt x="263" y="64"/>
                    <a:pt x="264" y="62"/>
                  </a:cubicBezTo>
                  <a:cubicBezTo>
                    <a:pt x="265" y="61"/>
                    <a:pt x="265" y="60"/>
                    <a:pt x="265" y="59"/>
                  </a:cubicBezTo>
                  <a:cubicBezTo>
                    <a:pt x="265" y="58"/>
                    <a:pt x="265" y="58"/>
                    <a:pt x="264" y="58"/>
                  </a:cubicBezTo>
                  <a:cubicBezTo>
                    <a:pt x="262" y="58"/>
                    <a:pt x="261" y="58"/>
                    <a:pt x="259" y="57"/>
                  </a:cubicBezTo>
                  <a:cubicBezTo>
                    <a:pt x="257" y="57"/>
                    <a:pt x="256" y="56"/>
                    <a:pt x="255" y="55"/>
                  </a:cubicBezTo>
                  <a:cubicBezTo>
                    <a:pt x="255" y="55"/>
                    <a:pt x="254" y="54"/>
                    <a:pt x="252" y="54"/>
                  </a:cubicBezTo>
                  <a:cubicBezTo>
                    <a:pt x="250" y="54"/>
                    <a:pt x="248" y="54"/>
                    <a:pt x="247" y="55"/>
                  </a:cubicBezTo>
                  <a:cubicBezTo>
                    <a:pt x="244" y="55"/>
                    <a:pt x="242" y="55"/>
                    <a:pt x="240" y="53"/>
                  </a:cubicBezTo>
                  <a:cubicBezTo>
                    <a:pt x="239" y="53"/>
                    <a:pt x="239" y="52"/>
                    <a:pt x="238" y="52"/>
                  </a:cubicBezTo>
                  <a:cubicBezTo>
                    <a:pt x="235" y="49"/>
                    <a:pt x="232" y="46"/>
                    <a:pt x="230" y="46"/>
                  </a:cubicBezTo>
                  <a:cubicBezTo>
                    <a:pt x="230" y="46"/>
                    <a:pt x="230" y="46"/>
                    <a:pt x="229" y="46"/>
                  </a:cubicBezTo>
                  <a:cubicBezTo>
                    <a:pt x="229" y="46"/>
                    <a:pt x="229" y="46"/>
                    <a:pt x="228" y="46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6" y="46"/>
                    <a:pt x="224" y="46"/>
                    <a:pt x="221" y="45"/>
                  </a:cubicBezTo>
                  <a:cubicBezTo>
                    <a:pt x="219" y="44"/>
                    <a:pt x="217" y="44"/>
                    <a:pt x="216" y="44"/>
                  </a:cubicBezTo>
                  <a:cubicBezTo>
                    <a:pt x="214" y="44"/>
                    <a:pt x="213" y="44"/>
                    <a:pt x="211" y="43"/>
                  </a:cubicBezTo>
                  <a:cubicBezTo>
                    <a:pt x="210" y="42"/>
                    <a:pt x="209" y="41"/>
                    <a:pt x="208" y="41"/>
                  </a:cubicBezTo>
                  <a:cubicBezTo>
                    <a:pt x="205" y="39"/>
                    <a:pt x="202" y="37"/>
                    <a:pt x="200" y="35"/>
                  </a:cubicBezTo>
                  <a:cubicBezTo>
                    <a:pt x="200" y="33"/>
                    <a:pt x="200" y="32"/>
                    <a:pt x="199" y="30"/>
                  </a:cubicBezTo>
                  <a:cubicBezTo>
                    <a:pt x="199" y="29"/>
                    <a:pt x="199" y="27"/>
                    <a:pt x="198" y="27"/>
                  </a:cubicBezTo>
                  <a:cubicBezTo>
                    <a:pt x="198" y="27"/>
                    <a:pt x="197" y="28"/>
                    <a:pt x="196" y="29"/>
                  </a:cubicBezTo>
                  <a:cubicBezTo>
                    <a:pt x="195" y="30"/>
                    <a:pt x="194" y="31"/>
                    <a:pt x="191" y="32"/>
                  </a:cubicBezTo>
                  <a:cubicBezTo>
                    <a:pt x="188" y="32"/>
                    <a:pt x="187" y="32"/>
                    <a:pt x="186" y="31"/>
                  </a:cubicBezTo>
                  <a:cubicBezTo>
                    <a:pt x="184" y="31"/>
                    <a:pt x="184" y="30"/>
                    <a:pt x="184" y="28"/>
                  </a:cubicBezTo>
                  <a:cubicBezTo>
                    <a:pt x="184" y="27"/>
                    <a:pt x="184" y="27"/>
                    <a:pt x="184" y="26"/>
                  </a:cubicBezTo>
                  <a:cubicBezTo>
                    <a:pt x="184" y="25"/>
                    <a:pt x="184" y="23"/>
                    <a:pt x="183" y="22"/>
                  </a:cubicBezTo>
                  <a:cubicBezTo>
                    <a:pt x="182" y="22"/>
                    <a:pt x="181" y="22"/>
                    <a:pt x="180" y="23"/>
                  </a:cubicBezTo>
                  <a:cubicBezTo>
                    <a:pt x="178" y="23"/>
                    <a:pt x="177" y="24"/>
                    <a:pt x="175" y="21"/>
                  </a:cubicBezTo>
                  <a:cubicBezTo>
                    <a:pt x="173" y="19"/>
                    <a:pt x="173" y="18"/>
                    <a:pt x="173" y="17"/>
                  </a:cubicBezTo>
                  <a:cubicBezTo>
                    <a:pt x="173" y="17"/>
                    <a:pt x="173" y="17"/>
                    <a:pt x="173" y="17"/>
                  </a:cubicBezTo>
                  <a:cubicBezTo>
                    <a:pt x="172" y="17"/>
                    <a:pt x="171" y="17"/>
                    <a:pt x="171" y="17"/>
                  </a:cubicBezTo>
                  <a:cubicBezTo>
                    <a:pt x="169" y="18"/>
                    <a:pt x="167" y="18"/>
                    <a:pt x="167" y="15"/>
                  </a:cubicBezTo>
                  <a:cubicBezTo>
                    <a:pt x="166" y="14"/>
                    <a:pt x="166" y="14"/>
                    <a:pt x="166" y="13"/>
                  </a:cubicBezTo>
                  <a:cubicBezTo>
                    <a:pt x="166" y="12"/>
                    <a:pt x="166" y="10"/>
                    <a:pt x="164" y="10"/>
                  </a:cubicBezTo>
                  <a:cubicBezTo>
                    <a:pt x="163" y="10"/>
                    <a:pt x="162" y="10"/>
                    <a:pt x="162" y="11"/>
                  </a:cubicBezTo>
                  <a:cubicBezTo>
                    <a:pt x="160" y="11"/>
                    <a:pt x="159" y="12"/>
                    <a:pt x="157" y="9"/>
                  </a:cubicBezTo>
                  <a:cubicBezTo>
                    <a:pt x="155" y="8"/>
                    <a:pt x="154" y="6"/>
                    <a:pt x="153" y="4"/>
                  </a:cubicBezTo>
                  <a:cubicBezTo>
                    <a:pt x="153" y="3"/>
                    <a:pt x="152" y="1"/>
                    <a:pt x="152" y="0"/>
                  </a:cubicBezTo>
                  <a:cubicBezTo>
                    <a:pt x="150" y="0"/>
                    <a:pt x="149" y="1"/>
                    <a:pt x="147" y="1"/>
                  </a:cubicBezTo>
                  <a:cubicBezTo>
                    <a:pt x="143" y="2"/>
                    <a:pt x="141" y="3"/>
                    <a:pt x="138" y="4"/>
                  </a:cubicBezTo>
                  <a:cubicBezTo>
                    <a:pt x="135" y="5"/>
                    <a:pt x="132" y="5"/>
                    <a:pt x="132" y="6"/>
                  </a:cubicBezTo>
                  <a:close/>
                  <a:moveTo>
                    <a:pt x="58" y="52"/>
                  </a:moveTo>
                  <a:cubicBezTo>
                    <a:pt x="59" y="51"/>
                    <a:pt x="57" y="49"/>
                    <a:pt x="55" y="49"/>
                  </a:cubicBezTo>
                  <a:cubicBezTo>
                    <a:pt x="54" y="49"/>
                    <a:pt x="51" y="51"/>
                    <a:pt x="53" y="51"/>
                  </a:cubicBezTo>
                  <a:cubicBezTo>
                    <a:pt x="55" y="52"/>
                    <a:pt x="58" y="54"/>
                    <a:pt x="58" y="52"/>
                  </a:cubicBezTo>
                  <a:close/>
                  <a:moveTo>
                    <a:pt x="50" y="43"/>
                  </a:moveTo>
                  <a:cubicBezTo>
                    <a:pt x="51" y="42"/>
                    <a:pt x="48" y="40"/>
                    <a:pt x="47" y="42"/>
                  </a:cubicBezTo>
                  <a:cubicBezTo>
                    <a:pt x="45" y="44"/>
                    <a:pt x="43" y="45"/>
                    <a:pt x="45" y="46"/>
                  </a:cubicBezTo>
                  <a:cubicBezTo>
                    <a:pt x="46" y="46"/>
                    <a:pt x="49" y="45"/>
                    <a:pt x="50" y="43"/>
                  </a:cubicBezTo>
                  <a:close/>
                  <a:moveTo>
                    <a:pt x="69" y="130"/>
                  </a:moveTo>
                  <a:cubicBezTo>
                    <a:pt x="70" y="130"/>
                    <a:pt x="71" y="132"/>
                    <a:pt x="71" y="130"/>
                  </a:cubicBezTo>
                  <a:cubicBezTo>
                    <a:pt x="71" y="129"/>
                    <a:pt x="70" y="129"/>
                    <a:pt x="69" y="128"/>
                  </a:cubicBezTo>
                  <a:cubicBezTo>
                    <a:pt x="69" y="127"/>
                    <a:pt x="66" y="126"/>
                    <a:pt x="67" y="128"/>
                  </a:cubicBezTo>
                  <a:cubicBezTo>
                    <a:pt x="67" y="129"/>
                    <a:pt x="67" y="129"/>
                    <a:pt x="69" y="130"/>
                  </a:cubicBezTo>
                  <a:close/>
                  <a:moveTo>
                    <a:pt x="53" y="118"/>
                  </a:moveTo>
                  <a:cubicBezTo>
                    <a:pt x="53" y="116"/>
                    <a:pt x="53" y="114"/>
                    <a:pt x="51" y="114"/>
                  </a:cubicBezTo>
                  <a:cubicBezTo>
                    <a:pt x="48" y="115"/>
                    <a:pt x="48" y="118"/>
                    <a:pt x="49" y="118"/>
                  </a:cubicBezTo>
                  <a:cubicBezTo>
                    <a:pt x="51" y="118"/>
                    <a:pt x="53" y="120"/>
                    <a:pt x="53" y="118"/>
                  </a:cubicBezTo>
                  <a:close/>
                  <a:moveTo>
                    <a:pt x="34" y="103"/>
                  </a:moveTo>
                  <a:cubicBezTo>
                    <a:pt x="35" y="106"/>
                    <a:pt x="38" y="103"/>
                    <a:pt x="37" y="101"/>
                  </a:cubicBezTo>
                  <a:cubicBezTo>
                    <a:pt x="37" y="99"/>
                    <a:pt x="32" y="97"/>
                    <a:pt x="31" y="99"/>
                  </a:cubicBezTo>
                  <a:cubicBezTo>
                    <a:pt x="32" y="101"/>
                    <a:pt x="33" y="99"/>
                    <a:pt x="34" y="103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8" name="Freeform 336">
              <a:extLst>
                <a:ext uri="{FF2B5EF4-FFF2-40B4-BE49-F238E27FC236}">
                  <a16:creationId xmlns:a16="http://schemas.microsoft.com/office/drawing/2014/main" id="{FAA2416C-2B5A-88EC-C226-A5A64E1470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1491" y="1924625"/>
              <a:ext cx="128345" cy="108600"/>
            </a:xfrm>
            <a:custGeom>
              <a:avLst/>
              <a:gdLst>
                <a:gd name="T0" fmla="*/ 93 w 116"/>
                <a:gd name="T1" fmla="*/ 98 h 101"/>
                <a:gd name="T2" fmla="*/ 102 w 116"/>
                <a:gd name="T3" fmla="*/ 97 h 101"/>
                <a:gd name="T4" fmla="*/ 93 w 116"/>
                <a:gd name="T5" fmla="*/ 91 h 101"/>
                <a:gd name="T6" fmla="*/ 81 w 116"/>
                <a:gd name="T7" fmla="*/ 78 h 101"/>
                <a:gd name="T8" fmla="*/ 66 w 116"/>
                <a:gd name="T9" fmla="*/ 68 h 101"/>
                <a:gd name="T10" fmla="*/ 54 w 116"/>
                <a:gd name="T11" fmla="*/ 53 h 101"/>
                <a:gd name="T12" fmla="*/ 45 w 116"/>
                <a:gd name="T13" fmla="*/ 42 h 101"/>
                <a:gd name="T14" fmla="*/ 57 w 116"/>
                <a:gd name="T15" fmla="*/ 38 h 101"/>
                <a:gd name="T16" fmla="*/ 61 w 116"/>
                <a:gd name="T17" fmla="*/ 34 h 101"/>
                <a:gd name="T18" fmla="*/ 73 w 116"/>
                <a:gd name="T19" fmla="*/ 34 h 101"/>
                <a:gd name="T20" fmla="*/ 82 w 116"/>
                <a:gd name="T21" fmla="*/ 35 h 101"/>
                <a:gd name="T22" fmla="*/ 99 w 116"/>
                <a:gd name="T23" fmla="*/ 35 h 101"/>
                <a:gd name="T24" fmla="*/ 110 w 116"/>
                <a:gd name="T25" fmla="*/ 42 h 101"/>
                <a:gd name="T26" fmla="*/ 116 w 116"/>
                <a:gd name="T27" fmla="*/ 35 h 101"/>
                <a:gd name="T28" fmla="*/ 112 w 116"/>
                <a:gd name="T29" fmla="*/ 26 h 101"/>
                <a:gd name="T30" fmla="*/ 102 w 116"/>
                <a:gd name="T31" fmla="*/ 20 h 101"/>
                <a:gd name="T32" fmla="*/ 71 w 116"/>
                <a:gd name="T33" fmla="*/ 9 h 101"/>
                <a:gd name="T34" fmla="*/ 52 w 116"/>
                <a:gd name="T35" fmla="*/ 6 h 101"/>
                <a:gd name="T36" fmla="*/ 45 w 116"/>
                <a:gd name="T37" fmla="*/ 12 h 101"/>
                <a:gd name="T38" fmla="*/ 39 w 116"/>
                <a:gd name="T39" fmla="*/ 22 h 101"/>
                <a:gd name="T40" fmla="*/ 25 w 116"/>
                <a:gd name="T41" fmla="*/ 26 h 101"/>
                <a:gd name="T42" fmla="*/ 16 w 116"/>
                <a:gd name="T43" fmla="*/ 27 h 101"/>
                <a:gd name="T44" fmla="*/ 1 w 116"/>
                <a:gd name="T45" fmla="*/ 28 h 101"/>
                <a:gd name="T46" fmla="*/ 1 w 116"/>
                <a:gd name="T47" fmla="*/ 31 h 101"/>
                <a:gd name="T48" fmla="*/ 9 w 116"/>
                <a:gd name="T49" fmla="*/ 43 h 101"/>
                <a:gd name="T50" fmla="*/ 16 w 116"/>
                <a:gd name="T51" fmla="*/ 32 h 101"/>
                <a:gd name="T52" fmla="*/ 30 w 116"/>
                <a:gd name="T53" fmla="*/ 40 h 101"/>
                <a:gd name="T54" fmla="*/ 34 w 116"/>
                <a:gd name="T55" fmla="*/ 51 h 101"/>
                <a:gd name="T56" fmla="*/ 42 w 116"/>
                <a:gd name="T57" fmla="*/ 60 h 101"/>
                <a:gd name="T58" fmla="*/ 35 w 116"/>
                <a:gd name="T59" fmla="*/ 62 h 101"/>
                <a:gd name="T60" fmla="*/ 49 w 116"/>
                <a:gd name="T61" fmla="*/ 72 h 101"/>
                <a:gd name="T62" fmla="*/ 64 w 116"/>
                <a:gd name="T63" fmla="*/ 77 h 101"/>
                <a:gd name="T64" fmla="*/ 82 w 116"/>
                <a:gd name="T65" fmla="*/ 89 h 101"/>
                <a:gd name="T66" fmla="*/ 18 w 116"/>
                <a:gd name="T67" fmla="*/ 42 h 101"/>
                <a:gd name="T68" fmla="*/ 19 w 116"/>
                <a:gd name="T69" fmla="*/ 43 h 101"/>
                <a:gd name="T70" fmla="*/ 60 w 116"/>
                <a:gd name="T71" fmla="*/ 85 h 101"/>
                <a:gd name="T72" fmla="*/ 67 w 116"/>
                <a:gd name="T73" fmla="*/ 86 h 101"/>
                <a:gd name="T74" fmla="*/ 67 w 116"/>
                <a:gd name="T75" fmla="*/ 91 h 101"/>
                <a:gd name="T76" fmla="*/ 76 w 116"/>
                <a:gd name="T77" fmla="*/ 93 h 101"/>
                <a:gd name="T78" fmla="*/ 72 w 116"/>
                <a:gd name="T79" fmla="*/ 90 h 101"/>
                <a:gd name="T80" fmla="*/ 24 w 116"/>
                <a:gd name="T81" fmla="*/ 38 h 101"/>
                <a:gd name="T82" fmla="*/ 31 w 116"/>
                <a:gd name="T83" fmla="*/ 55 h 101"/>
                <a:gd name="T84" fmla="*/ 25 w 116"/>
                <a:gd name="T85" fmla="*/ 48 h 101"/>
                <a:gd name="T86" fmla="*/ 53 w 116"/>
                <a:gd name="T87" fmla="*/ 88 h 101"/>
                <a:gd name="T88" fmla="*/ 55 w 116"/>
                <a:gd name="T89" fmla="*/ 88 h 101"/>
                <a:gd name="T90" fmla="*/ 31 w 116"/>
                <a:gd name="T91" fmla="*/ 64 h 101"/>
                <a:gd name="T92" fmla="*/ 32 w 116"/>
                <a:gd name="T93" fmla="*/ 64 h 101"/>
                <a:gd name="T94" fmla="*/ 28 w 116"/>
                <a:gd name="T95" fmla="*/ 6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6" h="101">
                  <a:moveTo>
                    <a:pt x="82" y="89"/>
                  </a:moveTo>
                  <a:cubicBezTo>
                    <a:pt x="83" y="91"/>
                    <a:pt x="83" y="93"/>
                    <a:pt x="86" y="94"/>
                  </a:cubicBezTo>
                  <a:cubicBezTo>
                    <a:pt x="89" y="96"/>
                    <a:pt x="92" y="96"/>
                    <a:pt x="93" y="98"/>
                  </a:cubicBezTo>
                  <a:cubicBezTo>
                    <a:pt x="95" y="100"/>
                    <a:pt x="96" y="101"/>
                    <a:pt x="98" y="101"/>
                  </a:cubicBezTo>
                  <a:cubicBezTo>
                    <a:pt x="99" y="101"/>
                    <a:pt x="100" y="101"/>
                    <a:pt x="100" y="101"/>
                  </a:cubicBezTo>
                  <a:cubicBezTo>
                    <a:pt x="101" y="100"/>
                    <a:pt x="101" y="98"/>
                    <a:pt x="102" y="97"/>
                  </a:cubicBezTo>
                  <a:cubicBezTo>
                    <a:pt x="101" y="97"/>
                    <a:pt x="101" y="97"/>
                    <a:pt x="101" y="97"/>
                  </a:cubicBezTo>
                  <a:cubicBezTo>
                    <a:pt x="99" y="96"/>
                    <a:pt x="97" y="94"/>
                    <a:pt x="96" y="93"/>
                  </a:cubicBezTo>
                  <a:cubicBezTo>
                    <a:pt x="95" y="92"/>
                    <a:pt x="94" y="92"/>
                    <a:pt x="93" y="91"/>
                  </a:cubicBezTo>
                  <a:cubicBezTo>
                    <a:pt x="90" y="90"/>
                    <a:pt x="88" y="89"/>
                    <a:pt x="87" y="86"/>
                  </a:cubicBezTo>
                  <a:cubicBezTo>
                    <a:pt x="86" y="84"/>
                    <a:pt x="85" y="83"/>
                    <a:pt x="84" y="81"/>
                  </a:cubicBezTo>
                  <a:cubicBezTo>
                    <a:pt x="83" y="80"/>
                    <a:pt x="82" y="79"/>
                    <a:pt x="81" y="78"/>
                  </a:cubicBezTo>
                  <a:cubicBezTo>
                    <a:pt x="79" y="77"/>
                    <a:pt x="78" y="76"/>
                    <a:pt x="77" y="76"/>
                  </a:cubicBezTo>
                  <a:cubicBezTo>
                    <a:pt x="76" y="75"/>
                    <a:pt x="74" y="74"/>
                    <a:pt x="71" y="72"/>
                  </a:cubicBezTo>
                  <a:cubicBezTo>
                    <a:pt x="69" y="70"/>
                    <a:pt x="68" y="69"/>
                    <a:pt x="66" y="68"/>
                  </a:cubicBezTo>
                  <a:cubicBezTo>
                    <a:pt x="63" y="66"/>
                    <a:pt x="59" y="63"/>
                    <a:pt x="58" y="61"/>
                  </a:cubicBezTo>
                  <a:cubicBezTo>
                    <a:pt x="58" y="59"/>
                    <a:pt x="57" y="58"/>
                    <a:pt x="57" y="58"/>
                  </a:cubicBezTo>
                  <a:cubicBezTo>
                    <a:pt x="57" y="56"/>
                    <a:pt x="56" y="55"/>
                    <a:pt x="54" y="53"/>
                  </a:cubicBezTo>
                  <a:cubicBezTo>
                    <a:pt x="53" y="52"/>
                    <a:pt x="52" y="51"/>
                    <a:pt x="51" y="50"/>
                  </a:cubicBezTo>
                  <a:cubicBezTo>
                    <a:pt x="48" y="49"/>
                    <a:pt x="46" y="47"/>
                    <a:pt x="46" y="44"/>
                  </a:cubicBezTo>
                  <a:cubicBezTo>
                    <a:pt x="46" y="43"/>
                    <a:pt x="46" y="42"/>
                    <a:pt x="45" y="42"/>
                  </a:cubicBezTo>
                  <a:cubicBezTo>
                    <a:pt x="45" y="38"/>
                    <a:pt x="44" y="34"/>
                    <a:pt x="49" y="33"/>
                  </a:cubicBezTo>
                  <a:cubicBezTo>
                    <a:pt x="52" y="33"/>
                    <a:pt x="53" y="34"/>
                    <a:pt x="55" y="36"/>
                  </a:cubicBezTo>
                  <a:cubicBezTo>
                    <a:pt x="55" y="37"/>
                    <a:pt x="56" y="38"/>
                    <a:pt x="57" y="38"/>
                  </a:cubicBezTo>
                  <a:cubicBezTo>
                    <a:pt x="58" y="38"/>
                    <a:pt x="58" y="38"/>
                    <a:pt x="59" y="37"/>
                  </a:cubicBezTo>
                  <a:cubicBezTo>
                    <a:pt x="59" y="37"/>
                    <a:pt x="59" y="37"/>
                    <a:pt x="59" y="37"/>
                  </a:cubicBezTo>
                  <a:cubicBezTo>
                    <a:pt x="59" y="36"/>
                    <a:pt x="60" y="35"/>
                    <a:pt x="61" y="34"/>
                  </a:cubicBezTo>
                  <a:cubicBezTo>
                    <a:pt x="62" y="34"/>
                    <a:pt x="62" y="34"/>
                    <a:pt x="63" y="33"/>
                  </a:cubicBezTo>
                  <a:cubicBezTo>
                    <a:pt x="65" y="32"/>
                    <a:pt x="67" y="30"/>
                    <a:pt x="72" y="33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74" y="35"/>
                    <a:pt x="75" y="36"/>
                    <a:pt x="76" y="36"/>
                  </a:cubicBezTo>
                  <a:cubicBezTo>
                    <a:pt x="77" y="36"/>
                    <a:pt x="78" y="36"/>
                    <a:pt x="80" y="36"/>
                  </a:cubicBezTo>
                  <a:cubicBezTo>
                    <a:pt x="80" y="36"/>
                    <a:pt x="81" y="36"/>
                    <a:pt x="82" y="35"/>
                  </a:cubicBezTo>
                  <a:cubicBezTo>
                    <a:pt x="83" y="35"/>
                    <a:pt x="84" y="35"/>
                    <a:pt x="85" y="35"/>
                  </a:cubicBezTo>
                  <a:cubicBezTo>
                    <a:pt x="89" y="35"/>
                    <a:pt x="91" y="35"/>
                    <a:pt x="95" y="35"/>
                  </a:cubicBezTo>
                  <a:cubicBezTo>
                    <a:pt x="97" y="35"/>
                    <a:pt x="98" y="35"/>
                    <a:pt x="99" y="35"/>
                  </a:cubicBezTo>
                  <a:cubicBezTo>
                    <a:pt x="103" y="35"/>
                    <a:pt x="104" y="35"/>
                    <a:pt x="106" y="37"/>
                  </a:cubicBezTo>
                  <a:cubicBezTo>
                    <a:pt x="108" y="38"/>
                    <a:pt x="108" y="40"/>
                    <a:pt x="109" y="41"/>
                  </a:cubicBezTo>
                  <a:cubicBezTo>
                    <a:pt x="109" y="41"/>
                    <a:pt x="109" y="42"/>
                    <a:pt x="110" y="42"/>
                  </a:cubicBezTo>
                  <a:cubicBezTo>
                    <a:pt x="111" y="42"/>
                    <a:pt x="113" y="42"/>
                    <a:pt x="114" y="41"/>
                  </a:cubicBezTo>
                  <a:cubicBezTo>
                    <a:pt x="114" y="40"/>
                    <a:pt x="115" y="39"/>
                    <a:pt x="115" y="38"/>
                  </a:cubicBezTo>
                  <a:cubicBezTo>
                    <a:pt x="115" y="37"/>
                    <a:pt x="116" y="36"/>
                    <a:pt x="116" y="35"/>
                  </a:cubicBezTo>
                  <a:cubicBezTo>
                    <a:pt x="116" y="33"/>
                    <a:pt x="116" y="32"/>
                    <a:pt x="115" y="31"/>
                  </a:cubicBezTo>
                  <a:cubicBezTo>
                    <a:pt x="115" y="30"/>
                    <a:pt x="114" y="29"/>
                    <a:pt x="114" y="29"/>
                  </a:cubicBezTo>
                  <a:cubicBezTo>
                    <a:pt x="113" y="28"/>
                    <a:pt x="112" y="27"/>
                    <a:pt x="112" y="26"/>
                  </a:cubicBezTo>
                  <a:cubicBezTo>
                    <a:pt x="111" y="25"/>
                    <a:pt x="111" y="24"/>
                    <a:pt x="111" y="23"/>
                  </a:cubicBezTo>
                  <a:cubicBezTo>
                    <a:pt x="111" y="22"/>
                    <a:pt x="111" y="19"/>
                    <a:pt x="111" y="18"/>
                  </a:cubicBezTo>
                  <a:cubicBezTo>
                    <a:pt x="108" y="18"/>
                    <a:pt x="105" y="19"/>
                    <a:pt x="102" y="20"/>
                  </a:cubicBezTo>
                  <a:cubicBezTo>
                    <a:pt x="98" y="21"/>
                    <a:pt x="94" y="21"/>
                    <a:pt x="91" y="20"/>
                  </a:cubicBezTo>
                  <a:cubicBezTo>
                    <a:pt x="88" y="20"/>
                    <a:pt x="85" y="18"/>
                    <a:pt x="82" y="17"/>
                  </a:cubicBezTo>
                  <a:cubicBezTo>
                    <a:pt x="79" y="14"/>
                    <a:pt x="75" y="12"/>
                    <a:pt x="71" y="9"/>
                  </a:cubicBezTo>
                  <a:cubicBezTo>
                    <a:pt x="69" y="7"/>
                    <a:pt x="66" y="5"/>
                    <a:pt x="65" y="4"/>
                  </a:cubicBezTo>
                  <a:cubicBezTo>
                    <a:pt x="64" y="3"/>
                    <a:pt x="63" y="2"/>
                    <a:pt x="62" y="0"/>
                  </a:cubicBezTo>
                  <a:cubicBezTo>
                    <a:pt x="60" y="2"/>
                    <a:pt x="55" y="5"/>
                    <a:pt x="52" y="6"/>
                  </a:cubicBezTo>
                  <a:cubicBezTo>
                    <a:pt x="50" y="6"/>
                    <a:pt x="49" y="7"/>
                    <a:pt x="48" y="7"/>
                  </a:cubicBezTo>
                  <a:cubicBezTo>
                    <a:pt x="47" y="8"/>
                    <a:pt x="46" y="8"/>
                    <a:pt x="45" y="10"/>
                  </a:cubicBezTo>
                  <a:cubicBezTo>
                    <a:pt x="45" y="10"/>
                    <a:pt x="45" y="11"/>
                    <a:pt x="45" y="12"/>
                  </a:cubicBezTo>
                  <a:cubicBezTo>
                    <a:pt x="45" y="13"/>
                    <a:pt x="45" y="14"/>
                    <a:pt x="43" y="16"/>
                  </a:cubicBezTo>
                  <a:cubicBezTo>
                    <a:pt x="43" y="17"/>
                    <a:pt x="42" y="18"/>
                    <a:pt x="41" y="18"/>
                  </a:cubicBezTo>
                  <a:cubicBezTo>
                    <a:pt x="40" y="19"/>
                    <a:pt x="40" y="20"/>
                    <a:pt x="39" y="22"/>
                  </a:cubicBezTo>
                  <a:cubicBezTo>
                    <a:pt x="38" y="23"/>
                    <a:pt x="38" y="23"/>
                    <a:pt x="38" y="24"/>
                  </a:cubicBezTo>
                  <a:cubicBezTo>
                    <a:pt x="37" y="27"/>
                    <a:pt x="36" y="27"/>
                    <a:pt x="32" y="28"/>
                  </a:cubicBezTo>
                  <a:cubicBezTo>
                    <a:pt x="29" y="28"/>
                    <a:pt x="27" y="27"/>
                    <a:pt x="25" y="26"/>
                  </a:cubicBezTo>
                  <a:cubicBezTo>
                    <a:pt x="24" y="25"/>
                    <a:pt x="23" y="24"/>
                    <a:pt x="22" y="24"/>
                  </a:cubicBezTo>
                  <a:cubicBezTo>
                    <a:pt x="20" y="23"/>
                    <a:pt x="20" y="23"/>
                    <a:pt x="19" y="24"/>
                  </a:cubicBezTo>
                  <a:cubicBezTo>
                    <a:pt x="18" y="25"/>
                    <a:pt x="17" y="26"/>
                    <a:pt x="16" y="27"/>
                  </a:cubicBezTo>
                  <a:cubicBezTo>
                    <a:pt x="12" y="29"/>
                    <a:pt x="10" y="28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4" y="26"/>
                    <a:pt x="3" y="27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0" y="29"/>
                  </a:cubicBezTo>
                  <a:cubicBezTo>
                    <a:pt x="0" y="30"/>
                    <a:pt x="0" y="31"/>
                    <a:pt x="1" y="31"/>
                  </a:cubicBezTo>
                  <a:cubicBezTo>
                    <a:pt x="2" y="34"/>
                    <a:pt x="2" y="35"/>
                    <a:pt x="3" y="37"/>
                  </a:cubicBezTo>
                  <a:cubicBezTo>
                    <a:pt x="4" y="39"/>
                    <a:pt x="4" y="39"/>
                    <a:pt x="6" y="42"/>
                  </a:cubicBezTo>
                  <a:cubicBezTo>
                    <a:pt x="7" y="44"/>
                    <a:pt x="8" y="45"/>
                    <a:pt x="9" y="43"/>
                  </a:cubicBezTo>
                  <a:cubicBezTo>
                    <a:pt x="10" y="42"/>
                    <a:pt x="9" y="39"/>
                    <a:pt x="11" y="38"/>
                  </a:cubicBezTo>
                  <a:cubicBezTo>
                    <a:pt x="13" y="37"/>
                    <a:pt x="14" y="38"/>
                    <a:pt x="14" y="35"/>
                  </a:cubicBezTo>
                  <a:cubicBezTo>
                    <a:pt x="15" y="33"/>
                    <a:pt x="14" y="32"/>
                    <a:pt x="16" y="32"/>
                  </a:cubicBezTo>
                  <a:cubicBezTo>
                    <a:pt x="18" y="32"/>
                    <a:pt x="19" y="31"/>
                    <a:pt x="20" y="33"/>
                  </a:cubicBezTo>
                  <a:cubicBezTo>
                    <a:pt x="22" y="35"/>
                    <a:pt x="22" y="34"/>
                    <a:pt x="25" y="36"/>
                  </a:cubicBezTo>
                  <a:cubicBezTo>
                    <a:pt x="27" y="37"/>
                    <a:pt x="29" y="37"/>
                    <a:pt x="30" y="40"/>
                  </a:cubicBezTo>
                  <a:cubicBezTo>
                    <a:pt x="30" y="42"/>
                    <a:pt x="30" y="43"/>
                    <a:pt x="30" y="45"/>
                  </a:cubicBezTo>
                  <a:cubicBezTo>
                    <a:pt x="30" y="47"/>
                    <a:pt x="29" y="48"/>
                    <a:pt x="31" y="50"/>
                  </a:cubicBezTo>
                  <a:cubicBezTo>
                    <a:pt x="32" y="51"/>
                    <a:pt x="32" y="49"/>
                    <a:pt x="34" y="51"/>
                  </a:cubicBezTo>
                  <a:cubicBezTo>
                    <a:pt x="35" y="54"/>
                    <a:pt x="36" y="54"/>
                    <a:pt x="38" y="55"/>
                  </a:cubicBezTo>
                  <a:cubicBezTo>
                    <a:pt x="40" y="56"/>
                    <a:pt x="42" y="56"/>
                    <a:pt x="42" y="58"/>
                  </a:cubicBezTo>
                  <a:cubicBezTo>
                    <a:pt x="43" y="59"/>
                    <a:pt x="43" y="60"/>
                    <a:pt x="42" y="60"/>
                  </a:cubicBezTo>
                  <a:cubicBezTo>
                    <a:pt x="42" y="60"/>
                    <a:pt x="40" y="59"/>
                    <a:pt x="39" y="58"/>
                  </a:cubicBezTo>
                  <a:cubicBezTo>
                    <a:pt x="37" y="57"/>
                    <a:pt x="35" y="56"/>
                    <a:pt x="35" y="58"/>
                  </a:cubicBezTo>
                  <a:cubicBezTo>
                    <a:pt x="34" y="59"/>
                    <a:pt x="33" y="61"/>
                    <a:pt x="35" y="62"/>
                  </a:cubicBezTo>
                  <a:cubicBezTo>
                    <a:pt x="37" y="63"/>
                    <a:pt x="39" y="63"/>
                    <a:pt x="40" y="65"/>
                  </a:cubicBezTo>
                  <a:cubicBezTo>
                    <a:pt x="41" y="66"/>
                    <a:pt x="41" y="67"/>
                    <a:pt x="43" y="69"/>
                  </a:cubicBezTo>
                  <a:cubicBezTo>
                    <a:pt x="44" y="70"/>
                    <a:pt x="49" y="71"/>
                    <a:pt x="49" y="72"/>
                  </a:cubicBezTo>
                  <a:cubicBezTo>
                    <a:pt x="50" y="73"/>
                    <a:pt x="51" y="75"/>
                    <a:pt x="52" y="76"/>
                  </a:cubicBezTo>
                  <a:cubicBezTo>
                    <a:pt x="53" y="76"/>
                    <a:pt x="54" y="76"/>
                    <a:pt x="57" y="76"/>
                  </a:cubicBezTo>
                  <a:cubicBezTo>
                    <a:pt x="59" y="76"/>
                    <a:pt x="61" y="75"/>
                    <a:pt x="64" y="77"/>
                  </a:cubicBezTo>
                  <a:cubicBezTo>
                    <a:pt x="66" y="80"/>
                    <a:pt x="66" y="81"/>
                    <a:pt x="69" y="82"/>
                  </a:cubicBezTo>
                  <a:cubicBezTo>
                    <a:pt x="72" y="83"/>
                    <a:pt x="72" y="82"/>
                    <a:pt x="74" y="84"/>
                  </a:cubicBezTo>
                  <a:cubicBezTo>
                    <a:pt x="76" y="85"/>
                    <a:pt x="80" y="86"/>
                    <a:pt x="82" y="89"/>
                  </a:cubicBezTo>
                  <a:close/>
                  <a:moveTo>
                    <a:pt x="20" y="40"/>
                  </a:moveTo>
                  <a:cubicBezTo>
                    <a:pt x="19" y="38"/>
                    <a:pt x="18" y="37"/>
                    <a:pt x="18" y="38"/>
                  </a:cubicBezTo>
                  <a:cubicBezTo>
                    <a:pt x="17" y="40"/>
                    <a:pt x="18" y="41"/>
                    <a:pt x="18" y="42"/>
                  </a:cubicBezTo>
                  <a:cubicBezTo>
                    <a:pt x="18" y="44"/>
                    <a:pt x="17" y="47"/>
                    <a:pt x="18" y="47"/>
                  </a:cubicBezTo>
                  <a:cubicBezTo>
                    <a:pt x="19" y="48"/>
                    <a:pt x="20" y="49"/>
                    <a:pt x="20" y="47"/>
                  </a:cubicBezTo>
                  <a:cubicBezTo>
                    <a:pt x="19" y="45"/>
                    <a:pt x="20" y="45"/>
                    <a:pt x="19" y="43"/>
                  </a:cubicBezTo>
                  <a:cubicBezTo>
                    <a:pt x="19" y="40"/>
                    <a:pt x="20" y="41"/>
                    <a:pt x="20" y="40"/>
                  </a:cubicBezTo>
                  <a:close/>
                  <a:moveTo>
                    <a:pt x="65" y="85"/>
                  </a:moveTo>
                  <a:cubicBezTo>
                    <a:pt x="64" y="84"/>
                    <a:pt x="61" y="84"/>
                    <a:pt x="60" y="85"/>
                  </a:cubicBezTo>
                  <a:cubicBezTo>
                    <a:pt x="59" y="85"/>
                    <a:pt x="60" y="86"/>
                    <a:pt x="61" y="86"/>
                  </a:cubicBezTo>
                  <a:cubicBezTo>
                    <a:pt x="63" y="86"/>
                    <a:pt x="64" y="86"/>
                    <a:pt x="65" y="86"/>
                  </a:cubicBezTo>
                  <a:cubicBezTo>
                    <a:pt x="66" y="87"/>
                    <a:pt x="67" y="86"/>
                    <a:pt x="67" y="86"/>
                  </a:cubicBezTo>
                  <a:cubicBezTo>
                    <a:pt x="66" y="85"/>
                    <a:pt x="66" y="85"/>
                    <a:pt x="65" y="85"/>
                  </a:cubicBezTo>
                  <a:close/>
                  <a:moveTo>
                    <a:pt x="72" y="90"/>
                  </a:moveTo>
                  <a:cubicBezTo>
                    <a:pt x="71" y="91"/>
                    <a:pt x="67" y="90"/>
                    <a:pt x="67" y="91"/>
                  </a:cubicBezTo>
                  <a:cubicBezTo>
                    <a:pt x="67" y="92"/>
                    <a:pt x="68" y="92"/>
                    <a:pt x="68" y="92"/>
                  </a:cubicBezTo>
                  <a:cubicBezTo>
                    <a:pt x="69" y="93"/>
                    <a:pt x="71" y="93"/>
                    <a:pt x="72" y="92"/>
                  </a:cubicBezTo>
                  <a:cubicBezTo>
                    <a:pt x="73" y="92"/>
                    <a:pt x="75" y="93"/>
                    <a:pt x="76" y="93"/>
                  </a:cubicBezTo>
                  <a:cubicBezTo>
                    <a:pt x="77" y="92"/>
                    <a:pt x="77" y="92"/>
                    <a:pt x="77" y="92"/>
                  </a:cubicBezTo>
                  <a:cubicBezTo>
                    <a:pt x="77" y="91"/>
                    <a:pt x="77" y="91"/>
                    <a:pt x="76" y="91"/>
                  </a:cubicBezTo>
                  <a:cubicBezTo>
                    <a:pt x="75" y="90"/>
                    <a:pt x="73" y="90"/>
                    <a:pt x="72" y="90"/>
                  </a:cubicBezTo>
                  <a:close/>
                  <a:moveTo>
                    <a:pt x="21" y="36"/>
                  </a:moveTo>
                  <a:cubicBezTo>
                    <a:pt x="21" y="37"/>
                    <a:pt x="20" y="37"/>
                    <a:pt x="21" y="38"/>
                  </a:cubicBezTo>
                  <a:cubicBezTo>
                    <a:pt x="22" y="39"/>
                    <a:pt x="23" y="39"/>
                    <a:pt x="24" y="38"/>
                  </a:cubicBezTo>
                  <a:cubicBezTo>
                    <a:pt x="24" y="38"/>
                    <a:pt x="22" y="35"/>
                    <a:pt x="21" y="36"/>
                  </a:cubicBezTo>
                  <a:close/>
                  <a:moveTo>
                    <a:pt x="29" y="53"/>
                  </a:moveTo>
                  <a:cubicBezTo>
                    <a:pt x="29" y="54"/>
                    <a:pt x="31" y="56"/>
                    <a:pt x="31" y="55"/>
                  </a:cubicBezTo>
                  <a:cubicBezTo>
                    <a:pt x="32" y="54"/>
                    <a:pt x="32" y="54"/>
                    <a:pt x="31" y="53"/>
                  </a:cubicBezTo>
                  <a:cubicBezTo>
                    <a:pt x="30" y="52"/>
                    <a:pt x="29" y="51"/>
                    <a:pt x="28" y="50"/>
                  </a:cubicBezTo>
                  <a:cubicBezTo>
                    <a:pt x="28" y="49"/>
                    <a:pt x="26" y="46"/>
                    <a:pt x="25" y="48"/>
                  </a:cubicBezTo>
                  <a:cubicBezTo>
                    <a:pt x="25" y="49"/>
                    <a:pt x="25" y="50"/>
                    <a:pt x="26" y="50"/>
                  </a:cubicBezTo>
                  <a:cubicBezTo>
                    <a:pt x="27" y="51"/>
                    <a:pt x="28" y="52"/>
                    <a:pt x="29" y="53"/>
                  </a:cubicBezTo>
                  <a:close/>
                  <a:moveTo>
                    <a:pt x="53" y="88"/>
                  </a:moveTo>
                  <a:cubicBezTo>
                    <a:pt x="53" y="88"/>
                    <a:pt x="52" y="88"/>
                    <a:pt x="52" y="89"/>
                  </a:cubicBezTo>
                  <a:cubicBezTo>
                    <a:pt x="52" y="90"/>
                    <a:pt x="53" y="90"/>
                    <a:pt x="53" y="90"/>
                  </a:cubicBezTo>
                  <a:cubicBezTo>
                    <a:pt x="54" y="90"/>
                    <a:pt x="55" y="89"/>
                    <a:pt x="55" y="88"/>
                  </a:cubicBezTo>
                  <a:cubicBezTo>
                    <a:pt x="56" y="88"/>
                    <a:pt x="54" y="87"/>
                    <a:pt x="53" y="88"/>
                  </a:cubicBezTo>
                  <a:close/>
                  <a:moveTo>
                    <a:pt x="28" y="62"/>
                  </a:moveTo>
                  <a:cubicBezTo>
                    <a:pt x="30" y="64"/>
                    <a:pt x="30" y="63"/>
                    <a:pt x="31" y="64"/>
                  </a:cubicBezTo>
                  <a:cubicBezTo>
                    <a:pt x="32" y="66"/>
                    <a:pt x="33" y="68"/>
                    <a:pt x="34" y="68"/>
                  </a:cubicBezTo>
                  <a:cubicBezTo>
                    <a:pt x="35" y="68"/>
                    <a:pt x="35" y="67"/>
                    <a:pt x="34" y="66"/>
                  </a:cubicBezTo>
                  <a:cubicBezTo>
                    <a:pt x="33" y="65"/>
                    <a:pt x="32" y="65"/>
                    <a:pt x="32" y="64"/>
                  </a:cubicBezTo>
                  <a:cubicBezTo>
                    <a:pt x="32" y="63"/>
                    <a:pt x="31" y="62"/>
                    <a:pt x="31" y="62"/>
                  </a:cubicBezTo>
                  <a:cubicBezTo>
                    <a:pt x="30" y="61"/>
                    <a:pt x="28" y="60"/>
                    <a:pt x="27" y="61"/>
                  </a:cubicBezTo>
                  <a:cubicBezTo>
                    <a:pt x="27" y="62"/>
                    <a:pt x="26" y="61"/>
                    <a:pt x="28" y="6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299" name="Freeform 337">
              <a:extLst>
                <a:ext uri="{FF2B5EF4-FFF2-40B4-BE49-F238E27FC236}">
                  <a16:creationId xmlns:a16="http://schemas.microsoft.com/office/drawing/2014/main" id="{79D69971-C396-4BCC-170E-CD9FF179F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5457" y="1856927"/>
              <a:ext cx="167836" cy="70519"/>
            </a:xfrm>
            <a:custGeom>
              <a:avLst/>
              <a:gdLst>
                <a:gd name="T0" fmla="*/ 57 w 153"/>
                <a:gd name="T1" fmla="*/ 57 h 65"/>
                <a:gd name="T2" fmla="*/ 63 w 153"/>
                <a:gd name="T3" fmla="*/ 60 h 65"/>
                <a:gd name="T4" fmla="*/ 79 w 153"/>
                <a:gd name="T5" fmla="*/ 61 h 65"/>
                <a:gd name="T6" fmla="*/ 90 w 153"/>
                <a:gd name="T7" fmla="*/ 62 h 65"/>
                <a:gd name="T8" fmla="*/ 96 w 153"/>
                <a:gd name="T9" fmla="*/ 63 h 65"/>
                <a:gd name="T10" fmla="*/ 102 w 153"/>
                <a:gd name="T11" fmla="*/ 64 h 65"/>
                <a:gd name="T12" fmla="*/ 107 w 153"/>
                <a:gd name="T13" fmla="*/ 60 h 65"/>
                <a:gd name="T14" fmla="*/ 121 w 153"/>
                <a:gd name="T15" fmla="*/ 58 h 65"/>
                <a:gd name="T16" fmla="*/ 128 w 153"/>
                <a:gd name="T17" fmla="*/ 56 h 65"/>
                <a:gd name="T18" fmla="*/ 132 w 153"/>
                <a:gd name="T19" fmla="*/ 53 h 65"/>
                <a:gd name="T20" fmla="*/ 137 w 153"/>
                <a:gd name="T21" fmla="*/ 50 h 65"/>
                <a:gd name="T22" fmla="*/ 137 w 153"/>
                <a:gd name="T23" fmla="*/ 45 h 65"/>
                <a:gd name="T24" fmla="*/ 141 w 153"/>
                <a:gd name="T25" fmla="*/ 39 h 65"/>
                <a:gd name="T26" fmla="*/ 141 w 153"/>
                <a:gd name="T27" fmla="*/ 36 h 65"/>
                <a:gd name="T28" fmla="*/ 145 w 153"/>
                <a:gd name="T29" fmla="*/ 30 h 65"/>
                <a:gd name="T30" fmla="*/ 146 w 153"/>
                <a:gd name="T31" fmla="*/ 30 h 65"/>
                <a:gd name="T32" fmla="*/ 151 w 153"/>
                <a:gd name="T33" fmla="*/ 31 h 65"/>
                <a:gd name="T34" fmla="*/ 152 w 153"/>
                <a:gd name="T35" fmla="*/ 29 h 65"/>
                <a:gd name="T36" fmla="*/ 153 w 153"/>
                <a:gd name="T37" fmla="*/ 24 h 65"/>
                <a:gd name="T38" fmla="*/ 150 w 153"/>
                <a:gd name="T39" fmla="*/ 20 h 65"/>
                <a:gd name="T40" fmla="*/ 148 w 153"/>
                <a:gd name="T41" fmla="*/ 9 h 65"/>
                <a:gd name="T42" fmla="*/ 142 w 153"/>
                <a:gd name="T43" fmla="*/ 5 h 65"/>
                <a:gd name="T44" fmla="*/ 137 w 153"/>
                <a:gd name="T45" fmla="*/ 7 h 65"/>
                <a:gd name="T46" fmla="*/ 126 w 153"/>
                <a:gd name="T47" fmla="*/ 4 h 65"/>
                <a:gd name="T48" fmla="*/ 119 w 153"/>
                <a:gd name="T49" fmla="*/ 1 h 65"/>
                <a:gd name="T50" fmla="*/ 111 w 153"/>
                <a:gd name="T51" fmla="*/ 1 h 65"/>
                <a:gd name="T52" fmla="*/ 106 w 153"/>
                <a:gd name="T53" fmla="*/ 10 h 65"/>
                <a:gd name="T54" fmla="*/ 94 w 153"/>
                <a:gd name="T55" fmla="*/ 10 h 65"/>
                <a:gd name="T56" fmla="*/ 86 w 153"/>
                <a:gd name="T57" fmla="*/ 9 h 65"/>
                <a:gd name="T58" fmla="*/ 81 w 153"/>
                <a:gd name="T59" fmla="*/ 12 h 65"/>
                <a:gd name="T60" fmla="*/ 77 w 153"/>
                <a:gd name="T61" fmla="*/ 15 h 65"/>
                <a:gd name="T62" fmla="*/ 69 w 153"/>
                <a:gd name="T63" fmla="*/ 21 h 65"/>
                <a:gd name="T64" fmla="*/ 67 w 153"/>
                <a:gd name="T65" fmla="*/ 29 h 65"/>
                <a:gd name="T66" fmla="*/ 69 w 153"/>
                <a:gd name="T67" fmla="*/ 33 h 65"/>
                <a:gd name="T68" fmla="*/ 65 w 153"/>
                <a:gd name="T69" fmla="*/ 37 h 65"/>
                <a:gd name="T70" fmla="*/ 58 w 153"/>
                <a:gd name="T71" fmla="*/ 35 h 65"/>
                <a:gd name="T72" fmla="*/ 42 w 153"/>
                <a:gd name="T73" fmla="*/ 37 h 65"/>
                <a:gd name="T74" fmla="*/ 38 w 153"/>
                <a:gd name="T75" fmla="*/ 38 h 65"/>
                <a:gd name="T76" fmla="*/ 30 w 153"/>
                <a:gd name="T77" fmla="*/ 41 h 65"/>
                <a:gd name="T78" fmla="*/ 25 w 153"/>
                <a:gd name="T79" fmla="*/ 38 h 65"/>
                <a:gd name="T80" fmla="*/ 20 w 153"/>
                <a:gd name="T81" fmla="*/ 37 h 65"/>
                <a:gd name="T82" fmla="*/ 13 w 153"/>
                <a:gd name="T83" fmla="*/ 43 h 65"/>
                <a:gd name="T84" fmla="*/ 7 w 153"/>
                <a:gd name="T85" fmla="*/ 39 h 65"/>
                <a:gd name="T86" fmla="*/ 1 w 153"/>
                <a:gd name="T87" fmla="*/ 38 h 65"/>
                <a:gd name="T88" fmla="*/ 1 w 153"/>
                <a:gd name="T89" fmla="*/ 47 h 65"/>
                <a:gd name="T90" fmla="*/ 5 w 153"/>
                <a:gd name="T91" fmla="*/ 50 h 65"/>
                <a:gd name="T92" fmla="*/ 12 w 153"/>
                <a:gd name="T93" fmla="*/ 52 h 65"/>
                <a:gd name="T94" fmla="*/ 19 w 153"/>
                <a:gd name="T95" fmla="*/ 52 h 65"/>
                <a:gd name="T96" fmla="*/ 24 w 153"/>
                <a:gd name="T97" fmla="*/ 54 h 65"/>
                <a:gd name="T98" fmla="*/ 31 w 153"/>
                <a:gd name="T99" fmla="*/ 52 h 65"/>
                <a:gd name="T100" fmla="*/ 41 w 153"/>
                <a:gd name="T101" fmla="*/ 49 h 65"/>
                <a:gd name="T102" fmla="*/ 49 w 153"/>
                <a:gd name="T103" fmla="*/ 47 h 65"/>
                <a:gd name="T104" fmla="*/ 49 w 153"/>
                <a:gd name="T105" fmla="*/ 47 h 65"/>
                <a:gd name="T106" fmla="*/ 55 w 153"/>
                <a:gd name="T107" fmla="*/ 54 h 65"/>
                <a:gd name="T108" fmla="*/ 55 w 153"/>
                <a:gd name="T109" fmla="*/ 54 h 65"/>
                <a:gd name="T110" fmla="*/ 57 w 153"/>
                <a:gd name="T111" fmla="*/ 5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53" h="65">
                  <a:moveTo>
                    <a:pt x="57" y="57"/>
                  </a:moveTo>
                  <a:cubicBezTo>
                    <a:pt x="57" y="57"/>
                    <a:pt x="57" y="57"/>
                    <a:pt x="57" y="57"/>
                  </a:cubicBezTo>
                  <a:cubicBezTo>
                    <a:pt x="57" y="57"/>
                    <a:pt x="58" y="57"/>
                    <a:pt x="58" y="58"/>
                  </a:cubicBezTo>
                  <a:cubicBezTo>
                    <a:pt x="60" y="59"/>
                    <a:pt x="61" y="59"/>
                    <a:pt x="63" y="60"/>
                  </a:cubicBezTo>
                  <a:cubicBezTo>
                    <a:pt x="65" y="60"/>
                    <a:pt x="68" y="60"/>
                    <a:pt x="71" y="60"/>
                  </a:cubicBezTo>
                  <a:cubicBezTo>
                    <a:pt x="75" y="60"/>
                    <a:pt x="77" y="60"/>
                    <a:pt x="79" y="61"/>
                  </a:cubicBezTo>
                  <a:cubicBezTo>
                    <a:pt x="80" y="61"/>
                    <a:pt x="81" y="61"/>
                    <a:pt x="82" y="61"/>
                  </a:cubicBezTo>
                  <a:cubicBezTo>
                    <a:pt x="84" y="61"/>
                    <a:pt x="87" y="61"/>
                    <a:pt x="90" y="62"/>
                  </a:cubicBezTo>
                  <a:cubicBezTo>
                    <a:pt x="92" y="62"/>
                    <a:pt x="94" y="63"/>
                    <a:pt x="96" y="63"/>
                  </a:cubicBezTo>
                  <a:cubicBezTo>
                    <a:pt x="96" y="63"/>
                    <a:pt x="96" y="63"/>
                    <a:pt x="96" y="63"/>
                  </a:cubicBezTo>
                  <a:cubicBezTo>
                    <a:pt x="96" y="64"/>
                    <a:pt x="96" y="64"/>
                    <a:pt x="96" y="64"/>
                  </a:cubicBezTo>
                  <a:cubicBezTo>
                    <a:pt x="99" y="64"/>
                    <a:pt x="101" y="65"/>
                    <a:pt x="102" y="64"/>
                  </a:cubicBezTo>
                  <a:cubicBezTo>
                    <a:pt x="103" y="64"/>
                    <a:pt x="105" y="62"/>
                    <a:pt x="107" y="60"/>
                  </a:cubicBezTo>
                  <a:cubicBezTo>
                    <a:pt x="107" y="60"/>
                    <a:pt x="107" y="60"/>
                    <a:pt x="107" y="60"/>
                  </a:cubicBezTo>
                  <a:cubicBezTo>
                    <a:pt x="109" y="58"/>
                    <a:pt x="114" y="58"/>
                    <a:pt x="118" y="58"/>
                  </a:cubicBezTo>
                  <a:cubicBezTo>
                    <a:pt x="120" y="58"/>
                    <a:pt x="121" y="58"/>
                    <a:pt x="121" y="58"/>
                  </a:cubicBezTo>
                  <a:cubicBezTo>
                    <a:pt x="122" y="57"/>
                    <a:pt x="123" y="57"/>
                    <a:pt x="123" y="57"/>
                  </a:cubicBezTo>
                  <a:cubicBezTo>
                    <a:pt x="125" y="57"/>
                    <a:pt x="127" y="57"/>
                    <a:pt x="128" y="56"/>
                  </a:cubicBezTo>
                  <a:cubicBezTo>
                    <a:pt x="129" y="56"/>
                    <a:pt x="129" y="55"/>
                    <a:pt x="130" y="55"/>
                  </a:cubicBezTo>
                  <a:cubicBezTo>
                    <a:pt x="130" y="54"/>
                    <a:pt x="131" y="53"/>
                    <a:pt x="132" y="53"/>
                  </a:cubicBezTo>
                  <a:cubicBezTo>
                    <a:pt x="133" y="52"/>
                    <a:pt x="133" y="52"/>
                    <a:pt x="134" y="52"/>
                  </a:cubicBezTo>
                  <a:cubicBezTo>
                    <a:pt x="135" y="51"/>
                    <a:pt x="136" y="51"/>
                    <a:pt x="137" y="50"/>
                  </a:cubicBezTo>
                  <a:cubicBezTo>
                    <a:pt x="138" y="49"/>
                    <a:pt x="138" y="49"/>
                    <a:pt x="137" y="48"/>
                  </a:cubicBezTo>
                  <a:cubicBezTo>
                    <a:pt x="137" y="47"/>
                    <a:pt x="137" y="46"/>
                    <a:pt x="137" y="45"/>
                  </a:cubicBezTo>
                  <a:cubicBezTo>
                    <a:pt x="137" y="43"/>
                    <a:pt x="138" y="42"/>
                    <a:pt x="139" y="41"/>
                  </a:cubicBezTo>
                  <a:cubicBezTo>
                    <a:pt x="140" y="40"/>
                    <a:pt x="140" y="40"/>
                    <a:pt x="141" y="39"/>
                  </a:cubicBezTo>
                  <a:cubicBezTo>
                    <a:pt x="141" y="37"/>
                    <a:pt x="141" y="36"/>
                    <a:pt x="141" y="36"/>
                  </a:cubicBezTo>
                  <a:cubicBezTo>
                    <a:pt x="141" y="36"/>
                    <a:pt x="141" y="36"/>
                    <a:pt x="141" y="36"/>
                  </a:cubicBezTo>
                  <a:cubicBezTo>
                    <a:pt x="141" y="34"/>
                    <a:pt x="140" y="33"/>
                    <a:pt x="141" y="32"/>
                  </a:cubicBezTo>
                  <a:cubicBezTo>
                    <a:pt x="141" y="29"/>
                    <a:pt x="143" y="29"/>
                    <a:pt x="145" y="30"/>
                  </a:cubicBezTo>
                  <a:cubicBezTo>
                    <a:pt x="145" y="30"/>
                    <a:pt x="145" y="30"/>
                    <a:pt x="145" y="30"/>
                  </a:cubicBezTo>
                  <a:cubicBezTo>
                    <a:pt x="145" y="30"/>
                    <a:pt x="146" y="30"/>
                    <a:pt x="146" y="30"/>
                  </a:cubicBezTo>
                  <a:cubicBezTo>
                    <a:pt x="147" y="31"/>
                    <a:pt x="148" y="31"/>
                    <a:pt x="149" y="31"/>
                  </a:cubicBezTo>
                  <a:cubicBezTo>
                    <a:pt x="150" y="31"/>
                    <a:pt x="151" y="31"/>
                    <a:pt x="151" y="31"/>
                  </a:cubicBezTo>
                  <a:cubicBezTo>
                    <a:pt x="151" y="31"/>
                    <a:pt x="151" y="31"/>
                    <a:pt x="151" y="31"/>
                  </a:cubicBezTo>
                  <a:cubicBezTo>
                    <a:pt x="152" y="31"/>
                    <a:pt x="152" y="30"/>
                    <a:pt x="152" y="29"/>
                  </a:cubicBezTo>
                  <a:cubicBezTo>
                    <a:pt x="152" y="28"/>
                    <a:pt x="153" y="27"/>
                    <a:pt x="153" y="26"/>
                  </a:cubicBezTo>
                  <a:cubicBezTo>
                    <a:pt x="153" y="25"/>
                    <a:pt x="153" y="25"/>
                    <a:pt x="153" y="24"/>
                  </a:cubicBezTo>
                  <a:cubicBezTo>
                    <a:pt x="152" y="23"/>
                    <a:pt x="152" y="22"/>
                    <a:pt x="151" y="21"/>
                  </a:cubicBezTo>
                  <a:cubicBezTo>
                    <a:pt x="151" y="21"/>
                    <a:pt x="150" y="21"/>
                    <a:pt x="150" y="20"/>
                  </a:cubicBezTo>
                  <a:cubicBezTo>
                    <a:pt x="148" y="18"/>
                    <a:pt x="147" y="16"/>
                    <a:pt x="147" y="13"/>
                  </a:cubicBezTo>
                  <a:cubicBezTo>
                    <a:pt x="147" y="11"/>
                    <a:pt x="148" y="10"/>
                    <a:pt x="148" y="9"/>
                  </a:cubicBezTo>
                  <a:cubicBezTo>
                    <a:pt x="148" y="9"/>
                    <a:pt x="148" y="9"/>
                    <a:pt x="148" y="8"/>
                  </a:cubicBezTo>
                  <a:cubicBezTo>
                    <a:pt x="147" y="7"/>
                    <a:pt x="144" y="5"/>
                    <a:pt x="142" y="5"/>
                  </a:cubicBezTo>
                  <a:cubicBezTo>
                    <a:pt x="141" y="4"/>
                    <a:pt x="140" y="5"/>
                    <a:pt x="139" y="6"/>
                  </a:cubicBezTo>
                  <a:cubicBezTo>
                    <a:pt x="138" y="6"/>
                    <a:pt x="138" y="6"/>
                    <a:pt x="137" y="7"/>
                  </a:cubicBezTo>
                  <a:cubicBezTo>
                    <a:pt x="135" y="8"/>
                    <a:pt x="133" y="7"/>
                    <a:pt x="129" y="5"/>
                  </a:cubicBezTo>
                  <a:cubicBezTo>
                    <a:pt x="128" y="5"/>
                    <a:pt x="127" y="4"/>
                    <a:pt x="126" y="4"/>
                  </a:cubicBezTo>
                  <a:cubicBezTo>
                    <a:pt x="123" y="2"/>
                    <a:pt x="123" y="2"/>
                    <a:pt x="122" y="2"/>
                  </a:cubicBezTo>
                  <a:cubicBezTo>
                    <a:pt x="122" y="2"/>
                    <a:pt x="121" y="2"/>
                    <a:pt x="119" y="1"/>
                  </a:cubicBezTo>
                  <a:cubicBezTo>
                    <a:pt x="117" y="1"/>
                    <a:pt x="116" y="0"/>
                    <a:pt x="115" y="0"/>
                  </a:cubicBezTo>
                  <a:cubicBezTo>
                    <a:pt x="113" y="0"/>
                    <a:pt x="112" y="0"/>
                    <a:pt x="111" y="1"/>
                  </a:cubicBezTo>
                  <a:cubicBezTo>
                    <a:pt x="110" y="2"/>
                    <a:pt x="110" y="3"/>
                    <a:pt x="109" y="4"/>
                  </a:cubicBezTo>
                  <a:cubicBezTo>
                    <a:pt x="108" y="6"/>
                    <a:pt x="108" y="8"/>
                    <a:pt x="106" y="10"/>
                  </a:cubicBezTo>
                  <a:cubicBezTo>
                    <a:pt x="103" y="12"/>
                    <a:pt x="101" y="11"/>
                    <a:pt x="97" y="11"/>
                  </a:cubicBezTo>
                  <a:cubicBezTo>
                    <a:pt x="96" y="11"/>
                    <a:pt x="95" y="11"/>
                    <a:pt x="94" y="10"/>
                  </a:cubicBezTo>
                  <a:cubicBezTo>
                    <a:pt x="91" y="10"/>
                    <a:pt x="88" y="9"/>
                    <a:pt x="86" y="7"/>
                  </a:cubicBezTo>
                  <a:cubicBezTo>
                    <a:pt x="86" y="8"/>
                    <a:pt x="86" y="8"/>
                    <a:pt x="86" y="9"/>
                  </a:cubicBezTo>
                  <a:cubicBezTo>
                    <a:pt x="85" y="10"/>
                    <a:pt x="85" y="11"/>
                    <a:pt x="84" y="12"/>
                  </a:cubicBezTo>
                  <a:cubicBezTo>
                    <a:pt x="83" y="12"/>
                    <a:pt x="82" y="12"/>
                    <a:pt x="81" y="12"/>
                  </a:cubicBezTo>
                  <a:cubicBezTo>
                    <a:pt x="79" y="12"/>
                    <a:pt x="78" y="12"/>
                    <a:pt x="78" y="13"/>
                  </a:cubicBezTo>
                  <a:cubicBezTo>
                    <a:pt x="77" y="13"/>
                    <a:pt x="77" y="14"/>
                    <a:pt x="77" y="15"/>
                  </a:cubicBezTo>
                  <a:cubicBezTo>
                    <a:pt x="76" y="17"/>
                    <a:pt x="76" y="18"/>
                    <a:pt x="73" y="20"/>
                  </a:cubicBezTo>
                  <a:cubicBezTo>
                    <a:pt x="72" y="20"/>
                    <a:pt x="70" y="20"/>
                    <a:pt x="69" y="21"/>
                  </a:cubicBezTo>
                  <a:cubicBezTo>
                    <a:pt x="67" y="21"/>
                    <a:pt x="66" y="22"/>
                    <a:pt x="65" y="22"/>
                  </a:cubicBezTo>
                  <a:cubicBezTo>
                    <a:pt x="65" y="24"/>
                    <a:pt x="66" y="26"/>
                    <a:pt x="67" y="29"/>
                  </a:cubicBezTo>
                  <a:cubicBezTo>
                    <a:pt x="68" y="30"/>
                    <a:pt x="68" y="31"/>
                    <a:pt x="68" y="31"/>
                  </a:cubicBezTo>
                  <a:cubicBezTo>
                    <a:pt x="69" y="32"/>
                    <a:pt x="69" y="33"/>
                    <a:pt x="69" y="33"/>
                  </a:cubicBezTo>
                  <a:cubicBezTo>
                    <a:pt x="69" y="34"/>
                    <a:pt x="68" y="35"/>
                    <a:pt x="68" y="36"/>
                  </a:cubicBezTo>
                  <a:cubicBezTo>
                    <a:pt x="67" y="36"/>
                    <a:pt x="66" y="37"/>
                    <a:pt x="65" y="37"/>
                  </a:cubicBezTo>
                  <a:cubicBezTo>
                    <a:pt x="64" y="37"/>
                    <a:pt x="63" y="37"/>
                    <a:pt x="61" y="36"/>
                  </a:cubicBezTo>
                  <a:cubicBezTo>
                    <a:pt x="59" y="36"/>
                    <a:pt x="58" y="35"/>
                    <a:pt x="58" y="35"/>
                  </a:cubicBezTo>
                  <a:cubicBezTo>
                    <a:pt x="57" y="34"/>
                    <a:pt x="56" y="34"/>
                    <a:pt x="54" y="35"/>
                  </a:cubicBezTo>
                  <a:cubicBezTo>
                    <a:pt x="49" y="37"/>
                    <a:pt x="45" y="37"/>
                    <a:pt x="42" y="37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0" y="37"/>
                    <a:pt x="39" y="37"/>
                    <a:pt x="38" y="38"/>
                  </a:cubicBezTo>
                  <a:cubicBezTo>
                    <a:pt x="37" y="38"/>
                    <a:pt x="36" y="39"/>
                    <a:pt x="34" y="40"/>
                  </a:cubicBezTo>
                  <a:cubicBezTo>
                    <a:pt x="33" y="41"/>
                    <a:pt x="31" y="41"/>
                    <a:pt x="30" y="41"/>
                  </a:cubicBezTo>
                  <a:cubicBezTo>
                    <a:pt x="28" y="41"/>
                    <a:pt x="27" y="40"/>
                    <a:pt x="26" y="39"/>
                  </a:cubicBezTo>
                  <a:cubicBezTo>
                    <a:pt x="25" y="39"/>
                    <a:pt x="25" y="39"/>
                    <a:pt x="25" y="38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7"/>
                    <a:pt x="22" y="35"/>
                    <a:pt x="20" y="37"/>
                  </a:cubicBezTo>
                  <a:cubicBezTo>
                    <a:pt x="19" y="37"/>
                    <a:pt x="18" y="39"/>
                    <a:pt x="17" y="40"/>
                  </a:cubicBezTo>
                  <a:cubicBezTo>
                    <a:pt x="16" y="42"/>
                    <a:pt x="15" y="43"/>
                    <a:pt x="13" y="43"/>
                  </a:cubicBezTo>
                  <a:cubicBezTo>
                    <a:pt x="11" y="44"/>
                    <a:pt x="10" y="43"/>
                    <a:pt x="9" y="41"/>
                  </a:cubicBezTo>
                  <a:cubicBezTo>
                    <a:pt x="8" y="40"/>
                    <a:pt x="8" y="39"/>
                    <a:pt x="7" y="39"/>
                  </a:cubicBezTo>
                  <a:cubicBezTo>
                    <a:pt x="6" y="39"/>
                    <a:pt x="4" y="39"/>
                    <a:pt x="3" y="38"/>
                  </a:cubicBezTo>
                  <a:cubicBezTo>
                    <a:pt x="2" y="38"/>
                    <a:pt x="1" y="38"/>
                    <a:pt x="1" y="38"/>
                  </a:cubicBezTo>
                  <a:cubicBezTo>
                    <a:pt x="1" y="40"/>
                    <a:pt x="0" y="43"/>
                    <a:pt x="0" y="45"/>
                  </a:cubicBezTo>
                  <a:cubicBezTo>
                    <a:pt x="0" y="46"/>
                    <a:pt x="0" y="46"/>
                    <a:pt x="1" y="47"/>
                  </a:cubicBezTo>
                  <a:cubicBezTo>
                    <a:pt x="1" y="48"/>
                    <a:pt x="2" y="48"/>
                    <a:pt x="2" y="49"/>
                  </a:cubicBezTo>
                  <a:cubicBezTo>
                    <a:pt x="3" y="49"/>
                    <a:pt x="4" y="50"/>
                    <a:pt x="5" y="50"/>
                  </a:cubicBezTo>
                  <a:cubicBezTo>
                    <a:pt x="6" y="51"/>
                    <a:pt x="7" y="52"/>
                    <a:pt x="9" y="52"/>
                  </a:cubicBezTo>
                  <a:cubicBezTo>
                    <a:pt x="11" y="53"/>
                    <a:pt x="11" y="52"/>
                    <a:pt x="12" y="52"/>
                  </a:cubicBezTo>
                  <a:cubicBezTo>
                    <a:pt x="12" y="51"/>
                    <a:pt x="13" y="51"/>
                    <a:pt x="14" y="50"/>
                  </a:cubicBezTo>
                  <a:cubicBezTo>
                    <a:pt x="16" y="49"/>
                    <a:pt x="17" y="50"/>
                    <a:pt x="19" y="52"/>
                  </a:cubicBezTo>
                  <a:cubicBezTo>
                    <a:pt x="20" y="52"/>
                    <a:pt x="20" y="53"/>
                    <a:pt x="21" y="53"/>
                  </a:cubicBezTo>
                  <a:cubicBezTo>
                    <a:pt x="22" y="53"/>
                    <a:pt x="23" y="54"/>
                    <a:pt x="24" y="54"/>
                  </a:cubicBezTo>
                  <a:cubicBezTo>
                    <a:pt x="26" y="54"/>
                    <a:pt x="27" y="54"/>
                    <a:pt x="28" y="54"/>
                  </a:cubicBezTo>
                  <a:cubicBezTo>
                    <a:pt x="30" y="53"/>
                    <a:pt x="30" y="53"/>
                    <a:pt x="31" y="52"/>
                  </a:cubicBezTo>
                  <a:cubicBezTo>
                    <a:pt x="32" y="52"/>
                    <a:pt x="33" y="51"/>
                    <a:pt x="35" y="50"/>
                  </a:cubicBezTo>
                  <a:cubicBezTo>
                    <a:pt x="36" y="50"/>
                    <a:pt x="38" y="49"/>
                    <a:pt x="41" y="49"/>
                  </a:cubicBezTo>
                  <a:cubicBezTo>
                    <a:pt x="44" y="48"/>
                    <a:pt x="47" y="48"/>
                    <a:pt x="49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1" y="47"/>
                    <a:pt x="52" y="48"/>
                    <a:pt x="53" y="49"/>
                  </a:cubicBezTo>
                  <a:cubicBezTo>
                    <a:pt x="54" y="51"/>
                    <a:pt x="55" y="52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6"/>
                    <a:pt x="56" y="56"/>
                    <a:pt x="57" y="5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0" name="Freeform 338">
              <a:extLst>
                <a:ext uri="{FF2B5EF4-FFF2-40B4-BE49-F238E27FC236}">
                  <a16:creationId xmlns:a16="http://schemas.microsoft.com/office/drawing/2014/main" id="{EC57CDD0-13B0-218D-096A-7791BC5ED1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7504" y="2170033"/>
              <a:ext cx="88854" cy="173478"/>
            </a:xfrm>
            <a:custGeom>
              <a:avLst/>
              <a:gdLst>
                <a:gd name="T0" fmla="*/ 25 w 80"/>
                <a:gd name="T1" fmla="*/ 118 h 162"/>
                <a:gd name="T2" fmla="*/ 42 w 80"/>
                <a:gd name="T3" fmla="*/ 162 h 162"/>
                <a:gd name="T4" fmla="*/ 46 w 80"/>
                <a:gd name="T5" fmla="*/ 161 h 162"/>
                <a:gd name="T6" fmla="*/ 51 w 80"/>
                <a:gd name="T7" fmla="*/ 155 h 162"/>
                <a:gd name="T8" fmla="*/ 54 w 80"/>
                <a:gd name="T9" fmla="*/ 144 h 162"/>
                <a:gd name="T10" fmla="*/ 80 w 80"/>
                <a:gd name="T11" fmla="*/ 113 h 162"/>
                <a:gd name="T12" fmla="*/ 77 w 80"/>
                <a:gd name="T13" fmla="*/ 97 h 162"/>
                <a:gd name="T14" fmla="*/ 69 w 80"/>
                <a:gd name="T15" fmla="*/ 88 h 162"/>
                <a:gd name="T16" fmla="*/ 57 w 80"/>
                <a:gd name="T17" fmla="*/ 85 h 162"/>
                <a:gd name="T18" fmla="*/ 52 w 80"/>
                <a:gd name="T19" fmla="*/ 72 h 162"/>
                <a:gd name="T20" fmla="*/ 64 w 80"/>
                <a:gd name="T21" fmla="*/ 61 h 162"/>
                <a:gd name="T22" fmla="*/ 73 w 80"/>
                <a:gd name="T23" fmla="*/ 49 h 162"/>
                <a:gd name="T24" fmla="*/ 63 w 80"/>
                <a:gd name="T25" fmla="*/ 35 h 162"/>
                <a:gd name="T26" fmla="*/ 60 w 80"/>
                <a:gd name="T27" fmla="*/ 24 h 162"/>
                <a:gd name="T28" fmla="*/ 68 w 80"/>
                <a:gd name="T29" fmla="*/ 17 h 162"/>
                <a:gd name="T30" fmla="*/ 71 w 80"/>
                <a:gd name="T31" fmla="*/ 6 h 162"/>
                <a:gd name="T32" fmla="*/ 61 w 80"/>
                <a:gd name="T33" fmla="*/ 13 h 162"/>
                <a:gd name="T34" fmla="*/ 56 w 80"/>
                <a:gd name="T35" fmla="*/ 9 h 162"/>
                <a:gd name="T36" fmla="*/ 50 w 80"/>
                <a:gd name="T37" fmla="*/ 1 h 162"/>
                <a:gd name="T38" fmla="*/ 46 w 80"/>
                <a:gd name="T39" fmla="*/ 4 h 162"/>
                <a:gd name="T40" fmla="*/ 39 w 80"/>
                <a:gd name="T41" fmla="*/ 2 h 162"/>
                <a:gd name="T42" fmla="*/ 29 w 80"/>
                <a:gd name="T43" fmla="*/ 6 h 162"/>
                <a:gd name="T44" fmla="*/ 17 w 80"/>
                <a:gd name="T45" fmla="*/ 14 h 162"/>
                <a:gd name="T46" fmla="*/ 15 w 80"/>
                <a:gd name="T47" fmla="*/ 19 h 162"/>
                <a:gd name="T48" fmla="*/ 16 w 80"/>
                <a:gd name="T49" fmla="*/ 26 h 162"/>
                <a:gd name="T50" fmla="*/ 16 w 80"/>
                <a:gd name="T51" fmla="*/ 38 h 162"/>
                <a:gd name="T52" fmla="*/ 18 w 80"/>
                <a:gd name="T53" fmla="*/ 49 h 162"/>
                <a:gd name="T54" fmla="*/ 12 w 80"/>
                <a:gd name="T55" fmla="*/ 63 h 162"/>
                <a:gd name="T56" fmla="*/ 1 w 80"/>
                <a:gd name="T57" fmla="*/ 77 h 162"/>
                <a:gd name="T58" fmla="*/ 6 w 80"/>
                <a:gd name="T59" fmla="*/ 91 h 162"/>
                <a:gd name="T60" fmla="*/ 9 w 80"/>
                <a:gd name="T61" fmla="*/ 95 h 162"/>
                <a:gd name="T62" fmla="*/ 16 w 80"/>
                <a:gd name="T63" fmla="*/ 108 h 162"/>
                <a:gd name="T64" fmla="*/ 66 w 80"/>
                <a:gd name="T65" fmla="*/ 81 h 162"/>
                <a:gd name="T66" fmla="*/ 70 w 80"/>
                <a:gd name="T67" fmla="*/ 84 h 162"/>
                <a:gd name="T68" fmla="*/ 66 w 80"/>
                <a:gd name="T69" fmla="*/ 81 h 162"/>
                <a:gd name="T70" fmla="*/ 73 w 80"/>
                <a:gd name="T71" fmla="*/ 61 h 162"/>
                <a:gd name="T72" fmla="*/ 78 w 80"/>
                <a:gd name="T73" fmla="*/ 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0" h="162">
                  <a:moveTo>
                    <a:pt x="16" y="110"/>
                  </a:moveTo>
                  <a:cubicBezTo>
                    <a:pt x="17" y="112"/>
                    <a:pt x="21" y="115"/>
                    <a:pt x="25" y="118"/>
                  </a:cubicBezTo>
                  <a:cubicBezTo>
                    <a:pt x="27" y="120"/>
                    <a:pt x="29" y="121"/>
                    <a:pt x="30" y="122"/>
                  </a:cubicBezTo>
                  <a:cubicBezTo>
                    <a:pt x="32" y="124"/>
                    <a:pt x="40" y="156"/>
                    <a:pt x="42" y="162"/>
                  </a:cubicBezTo>
                  <a:cubicBezTo>
                    <a:pt x="42" y="162"/>
                    <a:pt x="43" y="162"/>
                    <a:pt x="43" y="162"/>
                  </a:cubicBezTo>
                  <a:cubicBezTo>
                    <a:pt x="45" y="161"/>
                    <a:pt x="46" y="161"/>
                    <a:pt x="46" y="161"/>
                  </a:cubicBezTo>
                  <a:cubicBezTo>
                    <a:pt x="47" y="160"/>
                    <a:pt x="49" y="158"/>
                    <a:pt x="51" y="155"/>
                  </a:cubicBezTo>
                  <a:cubicBezTo>
                    <a:pt x="51" y="155"/>
                    <a:pt x="51" y="155"/>
                    <a:pt x="51" y="155"/>
                  </a:cubicBezTo>
                  <a:cubicBezTo>
                    <a:pt x="53" y="153"/>
                    <a:pt x="54" y="151"/>
                    <a:pt x="54" y="149"/>
                  </a:cubicBezTo>
                  <a:cubicBezTo>
                    <a:pt x="54" y="148"/>
                    <a:pt x="54" y="146"/>
                    <a:pt x="54" y="144"/>
                  </a:cubicBezTo>
                  <a:cubicBezTo>
                    <a:pt x="54" y="138"/>
                    <a:pt x="54" y="130"/>
                    <a:pt x="56" y="128"/>
                  </a:cubicBezTo>
                  <a:cubicBezTo>
                    <a:pt x="57" y="127"/>
                    <a:pt x="76" y="115"/>
                    <a:pt x="80" y="113"/>
                  </a:cubicBezTo>
                  <a:cubicBezTo>
                    <a:pt x="80" y="110"/>
                    <a:pt x="80" y="102"/>
                    <a:pt x="80" y="97"/>
                  </a:cubicBezTo>
                  <a:cubicBezTo>
                    <a:pt x="79" y="97"/>
                    <a:pt x="78" y="97"/>
                    <a:pt x="77" y="97"/>
                  </a:cubicBezTo>
                  <a:cubicBezTo>
                    <a:pt x="74" y="97"/>
                    <a:pt x="72" y="93"/>
                    <a:pt x="72" y="91"/>
                  </a:cubicBezTo>
                  <a:cubicBezTo>
                    <a:pt x="71" y="89"/>
                    <a:pt x="71" y="88"/>
                    <a:pt x="69" y="88"/>
                  </a:cubicBezTo>
                  <a:cubicBezTo>
                    <a:pt x="67" y="88"/>
                    <a:pt x="65" y="89"/>
                    <a:pt x="64" y="88"/>
                  </a:cubicBezTo>
                  <a:cubicBezTo>
                    <a:pt x="63" y="86"/>
                    <a:pt x="59" y="87"/>
                    <a:pt x="57" y="85"/>
                  </a:cubicBezTo>
                  <a:cubicBezTo>
                    <a:pt x="54" y="84"/>
                    <a:pt x="53" y="80"/>
                    <a:pt x="52" y="78"/>
                  </a:cubicBezTo>
                  <a:cubicBezTo>
                    <a:pt x="50" y="75"/>
                    <a:pt x="49" y="73"/>
                    <a:pt x="52" y="72"/>
                  </a:cubicBezTo>
                  <a:cubicBezTo>
                    <a:pt x="55" y="70"/>
                    <a:pt x="56" y="71"/>
                    <a:pt x="59" y="68"/>
                  </a:cubicBezTo>
                  <a:cubicBezTo>
                    <a:pt x="61" y="65"/>
                    <a:pt x="62" y="63"/>
                    <a:pt x="64" y="61"/>
                  </a:cubicBezTo>
                  <a:cubicBezTo>
                    <a:pt x="65" y="59"/>
                    <a:pt x="69" y="57"/>
                    <a:pt x="70" y="55"/>
                  </a:cubicBezTo>
                  <a:cubicBezTo>
                    <a:pt x="70" y="53"/>
                    <a:pt x="73" y="50"/>
                    <a:pt x="73" y="49"/>
                  </a:cubicBezTo>
                  <a:cubicBezTo>
                    <a:pt x="73" y="49"/>
                    <a:pt x="74" y="44"/>
                    <a:pt x="70" y="41"/>
                  </a:cubicBezTo>
                  <a:cubicBezTo>
                    <a:pt x="67" y="38"/>
                    <a:pt x="65" y="37"/>
                    <a:pt x="63" y="35"/>
                  </a:cubicBezTo>
                  <a:cubicBezTo>
                    <a:pt x="60" y="33"/>
                    <a:pt x="60" y="31"/>
                    <a:pt x="60" y="29"/>
                  </a:cubicBezTo>
                  <a:cubicBezTo>
                    <a:pt x="59" y="27"/>
                    <a:pt x="59" y="26"/>
                    <a:pt x="60" y="24"/>
                  </a:cubicBezTo>
                  <a:cubicBezTo>
                    <a:pt x="62" y="23"/>
                    <a:pt x="63" y="22"/>
                    <a:pt x="65" y="21"/>
                  </a:cubicBezTo>
                  <a:cubicBezTo>
                    <a:pt x="67" y="20"/>
                    <a:pt x="67" y="18"/>
                    <a:pt x="68" y="17"/>
                  </a:cubicBezTo>
                  <a:cubicBezTo>
                    <a:pt x="69" y="16"/>
                    <a:pt x="71" y="14"/>
                    <a:pt x="72" y="12"/>
                  </a:cubicBezTo>
                  <a:cubicBezTo>
                    <a:pt x="73" y="10"/>
                    <a:pt x="73" y="6"/>
                    <a:pt x="71" y="6"/>
                  </a:cubicBezTo>
                  <a:cubicBezTo>
                    <a:pt x="70" y="6"/>
                    <a:pt x="68" y="8"/>
                    <a:pt x="65" y="9"/>
                  </a:cubicBezTo>
                  <a:cubicBezTo>
                    <a:pt x="63" y="11"/>
                    <a:pt x="63" y="12"/>
                    <a:pt x="61" y="13"/>
                  </a:cubicBezTo>
                  <a:cubicBezTo>
                    <a:pt x="58" y="14"/>
                    <a:pt x="56" y="15"/>
                    <a:pt x="55" y="14"/>
                  </a:cubicBezTo>
                  <a:cubicBezTo>
                    <a:pt x="54" y="13"/>
                    <a:pt x="56" y="11"/>
                    <a:pt x="56" y="9"/>
                  </a:cubicBezTo>
                  <a:cubicBezTo>
                    <a:pt x="56" y="8"/>
                    <a:pt x="55" y="5"/>
                    <a:pt x="53" y="4"/>
                  </a:cubicBezTo>
                  <a:cubicBezTo>
                    <a:pt x="51" y="3"/>
                    <a:pt x="51" y="1"/>
                    <a:pt x="50" y="1"/>
                  </a:cubicBezTo>
                  <a:cubicBezTo>
                    <a:pt x="49" y="1"/>
                    <a:pt x="48" y="1"/>
                    <a:pt x="47" y="2"/>
                  </a:cubicBezTo>
                  <a:cubicBezTo>
                    <a:pt x="47" y="2"/>
                    <a:pt x="47" y="4"/>
                    <a:pt x="46" y="4"/>
                  </a:cubicBezTo>
                  <a:cubicBezTo>
                    <a:pt x="45" y="4"/>
                    <a:pt x="45" y="2"/>
                    <a:pt x="44" y="1"/>
                  </a:cubicBezTo>
                  <a:cubicBezTo>
                    <a:pt x="42" y="0"/>
                    <a:pt x="41" y="0"/>
                    <a:pt x="39" y="2"/>
                  </a:cubicBezTo>
                  <a:cubicBezTo>
                    <a:pt x="37" y="3"/>
                    <a:pt x="35" y="2"/>
                    <a:pt x="34" y="3"/>
                  </a:cubicBezTo>
                  <a:cubicBezTo>
                    <a:pt x="32" y="4"/>
                    <a:pt x="31" y="4"/>
                    <a:pt x="29" y="6"/>
                  </a:cubicBezTo>
                  <a:cubicBezTo>
                    <a:pt x="26" y="8"/>
                    <a:pt x="24" y="9"/>
                    <a:pt x="21" y="10"/>
                  </a:cubicBezTo>
                  <a:cubicBezTo>
                    <a:pt x="20" y="11"/>
                    <a:pt x="19" y="13"/>
                    <a:pt x="17" y="14"/>
                  </a:cubicBezTo>
                  <a:cubicBezTo>
                    <a:pt x="16" y="16"/>
                    <a:pt x="15" y="17"/>
                    <a:pt x="14" y="18"/>
                  </a:cubicBezTo>
                  <a:cubicBezTo>
                    <a:pt x="14" y="18"/>
                    <a:pt x="14" y="19"/>
                    <a:pt x="15" y="19"/>
                  </a:cubicBezTo>
                  <a:cubicBezTo>
                    <a:pt x="15" y="20"/>
                    <a:pt x="16" y="21"/>
                    <a:pt x="16" y="22"/>
                  </a:cubicBezTo>
                  <a:cubicBezTo>
                    <a:pt x="17" y="24"/>
                    <a:pt x="16" y="25"/>
                    <a:pt x="16" y="26"/>
                  </a:cubicBezTo>
                  <a:cubicBezTo>
                    <a:pt x="15" y="26"/>
                    <a:pt x="15" y="27"/>
                    <a:pt x="15" y="30"/>
                  </a:cubicBezTo>
                  <a:cubicBezTo>
                    <a:pt x="15" y="34"/>
                    <a:pt x="15" y="36"/>
                    <a:pt x="16" y="38"/>
                  </a:cubicBezTo>
                  <a:cubicBezTo>
                    <a:pt x="17" y="39"/>
                    <a:pt x="17" y="40"/>
                    <a:pt x="17" y="41"/>
                  </a:cubicBezTo>
                  <a:cubicBezTo>
                    <a:pt x="18" y="44"/>
                    <a:pt x="18" y="46"/>
                    <a:pt x="18" y="49"/>
                  </a:cubicBezTo>
                  <a:cubicBezTo>
                    <a:pt x="18" y="51"/>
                    <a:pt x="18" y="54"/>
                    <a:pt x="17" y="56"/>
                  </a:cubicBezTo>
                  <a:cubicBezTo>
                    <a:pt x="16" y="58"/>
                    <a:pt x="14" y="61"/>
                    <a:pt x="12" y="63"/>
                  </a:cubicBezTo>
                  <a:cubicBezTo>
                    <a:pt x="9" y="66"/>
                    <a:pt x="6" y="70"/>
                    <a:pt x="4" y="72"/>
                  </a:cubicBezTo>
                  <a:cubicBezTo>
                    <a:pt x="2" y="73"/>
                    <a:pt x="1" y="75"/>
                    <a:pt x="1" y="77"/>
                  </a:cubicBezTo>
                  <a:cubicBezTo>
                    <a:pt x="0" y="78"/>
                    <a:pt x="0" y="80"/>
                    <a:pt x="0" y="82"/>
                  </a:cubicBezTo>
                  <a:cubicBezTo>
                    <a:pt x="1" y="86"/>
                    <a:pt x="2" y="87"/>
                    <a:pt x="6" y="91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7" y="93"/>
                    <a:pt x="8" y="94"/>
                    <a:pt x="9" y="95"/>
                  </a:cubicBezTo>
                  <a:cubicBezTo>
                    <a:pt x="11" y="98"/>
                    <a:pt x="13" y="100"/>
                    <a:pt x="15" y="102"/>
                  </a:cubicBezTo>
                  <a:cubicBezTo>
                    <a:pt x="16" y="104"/>
                    <a:pt x="16" y="106"/>
                    <a:pt x="16" y="108"/>
                  </a:cubicBezTo>
                  <a:cubicBezTo>
                    <a:pt x="16" y="108"/>
                    <a:pt x="16" y="109"/>
                    <a:pt x="16" y="110"/>
                  </a:cubicBezTo>
                  <a:close/>
                  <a:moveTo>
                    <a:pt x="66" y="81"/>
                  </a:moveTo>
                  <a:cubicBezTo>
                    <a:pt x="66" y="82"/>
                    <a:pt x="65" y="83"/>
                    <a:pt x="66" y="84"/>
                  </a:cubicBezTo>
                  <a:cubicBezTo>
                    <a:pt x="67" y="85"/>
                    <a:pt x="69" y="85"/>
                    <a:pt x="70" y="84"/>
                  </a:cubicBezTo>
                  <a:cubicBezTo>
                    <a:pt x="72" y="83"/>
                    <a:pt x="72" y="82"/>
                    <a:pt x="72" y="82"/>
                  </a:cubicBezTo>
                  <a:cubicBezTo>
                    <a:pt x="71" y="82"/>
                    <a:pt x="68" y="79"/>
                    <a:pt x="66" y="81"/>
                  </a:cubicBezTo>
                  <a:close/>
                  <a:moveTo>
                    <a:pt x="78" y="61"/>
                  </a:moveTo>
                  <a:cubicBezTo>
                    <a:pt x="78" y="60"/>
                    <a:pt x="75" y="59"/>
                    <a:pt x="73" y="61"/>
                  </a:cubicBezTo>
                  <a:cubicBezTo>
                    <a:pt x="72" y="62"/>
                    <a:pt x="71" y="62"/>
                    <a:pt x="71" y="64"/>
                  </a:cubicBezTo>
                  <a:cubicBezTo>
                    <a:pt x="72" y="65"/>
                    <a:pt x="78" y="62"/>
                    <a:pt x="78" y="6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1" name="Freeform 339">
              <a:extLst>
                <a:ext uri="{FF2B5EF4-FFF2-40B4-BE49-F238E27FC236}">
                  <a16:creationId xmlns:a16="http://schemas.microsoft.com/office/drawing/2014/main" id="{EF07AEF4-E81F-AB99-86A7-8C4FB3DA5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070" y="2021942"/>
              <a:ext cx="22566" cy="43722"/>
            </a:xfrm>
            <a:custGeom>
              <a:avLst/>
              <a:gdLst>
                <a:gd name="T0" fmla="*/ 14 w 20"/>
                <a:gd name="T1" fmla="*/ 8 h 41"/>
                <a:gd name="T2" fmla="*/ 8 w 20"/>
                <a:gd name="T3" fmla="*/ 8 h 41"/>
                <a:gd name="T4" fmla="*/ 5 w 20"/>
                <a:gd name="T5" fmla="*/ 11 h 41"/>
                <a:gd name="T6" fmla="*/ 1 w 20"/>
                <a:gd name="T7" fmla="*/ 14 h 41"/>
                <a:gd name="T8" fmla="*/ 0 w 20"/>
                <a:gd name="T9" fmla="*/ 20 h 41"/>
                <a:gd name="T10" fmla="*/ 1 w 20"/>
                <a:gd name="T11" fmla="*/ 25 h 41"/>
                <a:gd name="T12" fmla="*/ 4 w 20"/>
                <a:gd name="T13" fmla="*/ 27 h 41"/>
                <a:gd name="T14" fmla="*/ 3 w 20"/>
                <a:gd name="T15" fmla="*/ 30 h 41"/>
                <a:gd name="T16" fmla="*/ 2 w 20"/>
                <a:gd name="T17" fmla="*/ 31 h 41"/>
                <a:gd name="T18" fmla="*/ 5 w 20"/>
                <a:gd name="T19" fmla="*/ 35 h 41"/>
                <a:gd name="T20" fmla="*/ 6 w 20"/>
                <a:gd name="T21" fmla="*/ 37 h 41"/>
                <a:gd name="T22" fmla="*/ 10 w 20"/>
                <a:gd name="T23" fmla="*/ 39 h 41"/>
                <a:gd name="T24" fmla="*/ 13 w 20"/>
                <a:gd name="T25" fmla="*/ 40 h 41"/>
                <a:gd name="T26" fmla="*/ 13 w 20"/>
                <a:gd name="T27" fmla="*/ 35 h 41"/>
                <a:gd name="T28" fmla="*/ 15 w 20"/>
                <a:gd name="T29" fmla="*/ 29 h 41"/>
                <a:gd name="T30" fmla="*/ 19 w 20"/>
                <a:gd name="T31" fmla="*/ 23 h 41"/>
                <a:gd name="T32" fmla="*/ 20 w 20"/>
                <a:gd name="T33" fmla="*/ 16 h 41"/>
                <a:gd name="T34" fmla="*/ 19 w 20"/>
                <a:gd name="T35" fmla="*/ 8 h 41"/>
                <a:gd name="T36" fmla="*/ 18 w 20"/>
                <a:gd name="T37" fmla="*/ 0 h 41"/>
                <a:gd name="T38" fmla="*/ 16 w 20"/>
                <a:gd name="T39" fmla="*/ 2 h 41"/>
                <a:gd name="T40" fmla="*/ 16 w 20"/>
                <a:gd name="T41" fmla="*/ 6 h 41"/>
                <a:gd name="T42" fmla="*/ 14 w 20"/>
                <a:gd name="T43" fmla="*/ 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41">
                  <a:moveTo>
                    <a:pt x="14" y="8"/>
                  </a:moveTo>
                  <a:cubicBezTo>
                    <a:pt x="12" y="7"/>
                    <a:pt x="10" y="6"/>
                    <a:pt x="8" y="8"/>
                  </a:cubicBezTo>
                  <a:cubicBezTo>
                    <a:pt x="7" y="10"/>
                    <a:pt x="7" y="10"/>
                    <a:pt x="5" y="11"/>
                  </a:cubicBezTo>
                  <a:cubicBezTo>
                    <a:pt x="4" y="12"/>
                    <a:pt x="3" y="13"/>
                    <a:pt x="1" y="14"/>
                  </a:cubicBezTo>
                  <a:cubicBezTo>
                    <a:pt x="0" y="16"/>
                    <a:pt x="0" y="17"/>
                    <a:pt x="0" y="20"/>
                  </a:cubicBezTo>
                  <a:cubicBezTo>
                    <a:pt x="0" y="23"/>
                    <a:pt x="0" y="24"/>
                    <a:pt x="1" y="25"/>
                  </a:cubicBezTo>
                  <a:cubicBezTo>
                    <a:pt x="3" y="26"/>
                    <a:pt x="3" y="25"/>
                    <a:pt x="4" y="27"/>
                  </a:cubicBezTo>
                  <a:cubicBezTo>
                    <a:pt x="4" y="28"/>
                    <a:pt x="3" y="29"/>
                    <a:pt x="3" y="30"/>
                  </a:cubicBezTo>
                  <a:cubicBezTo>
                    <a:pt x="2" y="30"/>
                    <a:pt x="2" y="31"/>
                    <a:pt x="2" y="31"/>
                  </a:cubicBezTo>
                  <a:cubicBezTo>
                    <a:pt x="3" y="32"/>
                    <a:pt x="5" y="34"/>
                    <a:pt x="5" y="35"/>
                  </a:cubicBezTo>
                  <a:cubicBezTo>
                    <a:pt x="5" y="36"/>
                    <a:pt x="4" y="37"/>
                    <a:pt x="6" y="37"/>
                  </a:cubicBezTo>
                  <a:cubicBezTo>
                    <a:pt x="8" y="38"/>
                    <a:pt x="9" y="38"/>
                    <a:pt x="10" y="39"/>
                  </a:cubicBezTo>
                  <a:cubicBezTo>
                    <a:pt x="11" y="40"/>
                    <a:pt x="12" y="41"/>
                    <a:pt x="13" y="40"/>
                  </a:cubicBezTo>
                  <a:cubicBezTo>
                    <a:pt x="13" y="39"/>
                    <a:pt x="13" y="37"/>
                    <a:pt x="13" y="35"/>
                  </a:cubicBezTo>
                  <a:cubicBezTo>
                    <a:pt x="13" y="33"/>
                    <a:pt x="14" y="31"/>
                    <a:pt x="15" y="29"/>
                  </a:cubicBezTo>
                  <a:cubicBezTo>
                    <a:pt x="16" y="27"/>
                    <a:pt x="18" y="25"/>
                    <a:pt x="19" y="23"/>
                  </a:cubicBezTo>
                  <a:cubicBezTo>
                    <a:pt x="20" y="20"/>
                    <a:pt x="20" y="18"/>
                    <a:pt x="20" y="16"/>
                  </a:cubicBezTo>
                  <a:cubicBezTo>
                    <a:pt x="19" y="13"/>
                    <a:pt x="19" y="10"/>
                    <a:pt x="19" y="8"/>
                  </a:cubicBezTo>
                  <a:cubicBezTo>
                    <a:pt x="20" y="6"/>
                    <a:pt x="19" y="0"/>
                    <a:pt x="18" y="0"/>
                  </a:cubicBezTo>
                  <a:cubicBezTo>
                    <a:pt x="17" y="0"/>
                    <a:pt x="16" y="1"/>
                    <a:pt x="16" y="2"/>
                  </a:cubicBezTo>
                  <a:cubicBezTo>
                    <a:pt x="16" y="4"/>
                    <a:pt x="16" y="5"/>
                    <a:pt x="16" y="6"/>
                  </a:cubicBezTo>
                  <a:cubicBezTo>
                    <a:pt x="16" y="7"/>
                    <a:pt x="16" y="8"/>
                    <a:pt x="14" y="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2" name="Freeform 340">
              <a:extLst>
                <a:ext uri="{FF2B5EF4-FFF2-40B4-BE49-F238E27FC236}">
                  <a16:creationId xmlns:a16="http://schemas.microsoft.com/office/drawing/2014/main" id="{69FDA153-9C7A-0552-9CE5-8C05D35C8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1893" y="2516988"/>
              <a:ext cx="376573" cy="311696"/>
            </a:xfrm>
            <a:custGeom>
              <a:avLst/>
              <a:gdLst>
                <a:gd name="T0" fmla="*/ 287 w 343"/>
                <a:gd name="T1" fmla="*/ 4 h 290"/>
                <a:gd name="T2" fmla="*/ 271 w 343"/>
                <a:gd name="T3" fmla="*/ 9 h 290"/>
                <a:gd name="T4" fmla="*/ 254 w 343"/>
                <a:gd name="T5" fmla="*/ 23 h 290"/>
                <a:gd name="T6" fmla="*/ 235 w 343"/>
                <a:gd name="T7" fmla="*/ 26 h 290"/>
                <a:gd name="T8" fmla="*/ 196 w 343"/>
                <a:gd name="T9" fmla="*/ 21 h 290"/>
                <a:gd name="T10" fmla="*/ 65 w 343"/>
                <a:gd name="T11" fmla="*/ 23 h 290"/>
                <a:gd name="T12" fmla="*/ 60 w 343"/>
                <a:gd name="T13" fmla="*/ 69 h 290"/>
                <a:gd name="T14" fmla="*/ 48 w 343"/>
                <a:gd name="T15" fmla="*/ 69 h 290"/>
                <a:gd name="T16" fmla="*/ 44 w 343"/>
                <a:gd name="T17" fmla="*/ 153 h 290"/>
                <a:gd name="T18" fmla="*/ 31 w 343"/>
                <a:gd name="T19" fmla="*/ 159 h 290"/>
                <a:gd name="T20" fmla="*/ 20 w 343"/>
                <a:gd name="T21" fmla="*/ 170 h 290"/>
                <a:gd name="T22" fmla="*/ 12 w 343"/>
                <a:gd name="T23" fmla="*/ 184 h 290"/>
                <a:gd name="T24" fmla="*/ 8 w 343"/>
                <a:gd name="T25" fmla="*/ 195 h 290"/>
                <a:gd name="T26" fmla="*/ 9 w 343"/>
                <a:gd name="T27" fmla="*/ 207 h 290"/>
                <a:gd name="T28" fmla="*/ 0 w 343"/>
                <a:gd name="T29" fmla="*/ 218 h 290"/>
                <a:gd name="T30" fmla="*/ 2 w 343"/>
                <a:gd name="T31" fmla="*/ 220 h 290"/>
                <a:gd name="T32" fmla="*/ 11 w 343"/>
                <a:gd name="T33" fmla="*/ 227 h 290"/>
                <a:gd name="T34" fmla="*/ 16 w 343"/>
                <a:gd name="T35" fmla="*/ 241 h 290"/>
                <a:gd name="T36" fmla="*/ 22 w 343"/>
                <a:gd name="T37" fmla="*/ 254 h 290"/>
                <a:gd name="T38" fmla="*/ 24 w 343"/>
                <a:gd name="T39" fmla="*/ 261 h 290"/>
                <a:gd name="T40" fmla="*/ 38 w 343"/>
                <a:gd name="T41" fmla="*/ 283 h 290"/>
                <a:gd name="T42" fmla="*/ 54 w 343"/>
                <a:gd name="T43" fmla="*/ 279 h 290"/>
                <a:gd name="T44" fmla="*/ 66 w 343"/>
                <a:gd name="T45" fmla="*/ 271 h 290"/>
                <a:gd name="T46" fmla="*/ 85 w 343"/>
                <a:gd name="T47" fmla="*/ 272 h 290"/>
                <a:gd name="T48" fmla="*/ 91 w 343"/>
                <a:gd name="T49" fmla="*/ 283 h 290"/>
                <a:gd name="T50" fmla="*/ 99 w 343"/>
                <a:gd name="T51" fmla="*/ 286 h 290"/>
                <a:gd name="T52" fmla="*/ 119 w 343"/>
                <a:gd name="T53" fmla="*/ 283 h 290"/>
                <a:gd name="T54" fmla="*/ 131 w 343"/>
                <a:gd name="T55" fmla="*/ 289 h 290"/>
                <a:gd name="T56" fmla="*/ 150 w 343"/>
                <a:gd name="T57" fmla="*/ 282 h 290"/>
                <a:gd name="T58" fmla="*/ 161 w 343"/>
                <a:gd name="T59" fmla="*/ 273 h 290"/>
                <a:gd name="T60" fmla="*/ 188 w 343"/>
                <a:gd name="T61" fmla="*/ 282 h 290"/>
                <a:gd name="T62" fmla="*/ 206 w 343"/>
                <a:gd name="T63" fmla="*/ 265 h 290"/>
                <a:gd name="T64" fmla="*/ 215 w 343"/>
                <a:gd name="T65" fmla="*/ 246 h 290"/>
                <a:gd name="T66" fmla="*/ 214 w 343"/>
                <a:gd name="T67" fmla="*/ 237 h 290"/>
                <a:gd name="T68" fmla="*/ 223 w 343"/>
                <a:gd name="T69" fmla="*/ 233 h 290"/>
                <a:gd name="T70" fmla="*/ 224 w 343"/>
                <a:gd name="T71" fmla="*/ 230 h 290"/>
                <a:gd name="T72" fmla="*/ 235 w 343"/>
                <a:gd name="T73" fmla="*/ 230 h 290"/>
                <a:gd name="T74" fmla="*/ 234 w 343"/>
                <a:gd name="T75" fmla="*/ 250 h 290"/>
                <a:gd name="T76" fmla="*/ 239 w 343"/>
                <a:gd name="T77" fmla="*/ 263 h 290"/>
                <a:gd name="T78" fmla="*/ 250 w 343"/>
                <a:gd name="T79" fmla="*/ 280 h 290"/>
                <a:gd name="T80" fmla="*/ 253 w 343"/>
                <a:gd name="T81" fmla="*/ 279 h 290"/>
                <a:gd name="T82" fmla="*/ 256 w 343"/>
                <a:gd name="T83" fmla="*/ 263 h 290"/>
                <a:gd name="T84" fmla="*/ 269 w 343"/>
                <a:gd name="T85" fmla="*/ 259 h 290"/>
                <a:gd name="T86" fmla="*/ 273 w 343"/>
                <a:gd name="T87" fmla="*/ 238 h 290"/>
                <a:gd name="T88" fmla="*/ 284 w 343"/>
                <a:gd name="T89" fmla="*/ 221 h 290"/>
                <a:gd name="T90" fmla="*/ 301 w 343"/>
                <a:gd name="T91" fmla="*/ 192 h 290"/>
                <a:gd name="T92" fmla="*/ 301 w 343"/>
                <a:gd name="T93" fmla="*/ 167 h 290"/>
                <a:gd name="T94" fmla="*/ 308 w 343"/>
                <a:gd name="T95" fmla="*/ 139 h 290"/>
                <a:gd name="T96" fmla="*/ 321 w 343"/>
                <a:gd name="T97" fmla="*/ 127 h 290"/>
                <a:gd name="T98" fmla="*/ 338 w 343"/>
                <a:gd name="T99" fmla="*/ 116 h 290"/>
                <a:gd name="T100" fmla="*/ 322 w 343"/>
                <a:gd name="T101" fmla="*/ 92 h 290"/>
                <a:gd name="T102" fmla="*/ 315 w 343"/>
                <a:gd name="T103" fmla="*/ 53 h 290"/>
                <a:gd name="T104" fmla="*/ 316 w 343"/>
                <a:gd name="T105" fmla="*/ 4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43" h="290">
                  <a:moveTo>
                    <a:pt x="309" y="24"/>
                  </a:moveTo>
                  <a:cubicBezTo>
                    <a:pt x="309" y="23"/>
                    <a:pt x="303" y="18"/>
                    <a:pt x="300" y="16"/>
                  </a:cubicBezTo>
                  <a:cubicBezTo>
                    <a:pt x="296" y="14"/>
                    <a:pt x="293" y="11"/>
                    <a:pt x="291" y="9"/>
                  </a:cubicBezTo>
                  <a:cubicBezTo>
                    <a:pt x="290" y="7"/>
                    <a:pt x="287" y="7"/>
                    <a:pt x="287" y="4"/>
                  </a:cubicBezTo>
                  <a:cubicBezTo>
                    <a:pt x="286" y="2"/>
                    <a:pt x="285" y="1"/>
                    <a:pt x="285" y="0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80" y="2"/>
                    <a:pt x="274" y="4"/>
                    <a:pt x="272" y="6"/>
                  </a:cubicBezTo>
                  <a:cubicBezTo>
                    <a:pt x="271" y="6"/>
                    <a:pt x="271" y="8"/>
                    <a:pt x="271" y="9"/>
                  </a:cubicBezTo>
                  <a:cubicBezTo>
                    <a:pt x="270" y="12"/>
                    <a:pt x="269" y="15"/>
                    <a:pt x="266" y="17"/>
                  </a:cubicBezTo>
                  <a:cubicBezTo>
                    <a:pt x="264" y="19"/>
                    <a:pt x="261" y="19"/>
                    <a:pt x="258" y="19"/>
                  </a:cubicBezTo>
                  <a:cubicBezTo>
                    <a:pt x="256" y="20"/>
                    <a:pt x="255" y="20"/>
                    <a:pt x="254" y="20"/>
                  </a:cubicBezTo>
                  <a:cubicBezTo>
                    <a:pt x="254" y="20"/>
                    <a:pt x="254" y="21"/>
                    <a:pt x="254" y="23"/>
                  </a:cubicBezTo>
                  <a:cubicBezTo>
                    <a:pt x="253" y="25"/>
                    <a:pt x="253" y="27"/>
                    <a:pt x="251" y="28"/>
                  </a:cubicBezTo>
                  <a:cubicBezTo>
                    <a:pt x="251" y="28"/>
                    <a:pt x="250" y="29"/>
                    <a:pt x="250" y="29"/>
                  </a:cubicBezTo>
                  <a:cubicBezTo>
                    <a:pt x="247" y="31"/>
                    <a:pt x="245" y="32"/>
                    <a:pt x="240" y="30"/>
                  </a:cubicBezTo>
                  <a:cubicBezTo>
                    <a:pt x="237" y="29"/>
                    <a:pt x="236" y="27"/>
                    <a:pt x="235" y="26"/>
                  </a:cubicBezTo>
                  <a:cubicBezTo>
                    <a:pt x="234" y="25"/>
                    <a:pt x="234" y="24"/>
                    <a:pt x="232" y="24"/>
                  </a:cubicBezTo>
                  <a:cubicBezTo>
                    <a:pt x="230" y="24"/>
                    <a:pt x="225" y="24"/>
                    <a:pt x="218" y="24"/>
                  </a:cubicBezTo>
                  <a:cubicBezTo>
                    <a:pt x="210" y="24"/>
                    <a:pt x="201" y="24"/>
                    <a:pt x="200" y="24"/>
                  </a:cubicBezTo>
                  <a:cubicBezTo>
                    <a:pt x="198" y="24"/>
                    <a:pt x="197" y="23"/>
                    <a:pt x="196" y="21"/>
                  </a:cubicBezTo>
                  <a:cubicBezTo>
                    <a:pt x="196" y="21"/>
                    <a:pt x="196" y="20"/>
                    <a:pt x="195" y="20"/>
                  </a:cubicBezTo>
                  <a:cubicBezTo>
                    <a:pt x="194" y="20"/>
                    <a:pt x="193" y="20"/>
                    <a:pt x="192" y="21"/>
                  </a:cubicBezTo>
                  <a:cubicBezTo>
                    <a:pt x="191" y="21"/>
                    <a:pt x="190" y="22"/>
                    <a:pt x="188" y="22"/>
                  </a:cubicBezTo>
                  <a:cubicBezTo>
                    <a:pt x="185" y="22"/>
                    <a:pt x="77" y="23"/>
                    <a:pt x="65" y="23"/>
                  </a:cubicBezTo>
                  <a:cubicBezTo>
                    <a:pt x="65" y="60"/>
                    <a:pt x="65" y="60"/>
                    <a:pt x="65" y="60"/>
                  </a:cubicBezTo>
                  <a:cubicBezTo>
                    <a:pt x="65" y="60"/>
                    <a:pt x="65" y="61"/>
                    <a:pt x="65" y="62"/>
                  </a:cubicBezTo>
                  <a:cubicBezTo>
                    <a:pt x="65" y="62"/>
                    <a:pt x="65" y="63"/>
                    <a:pt x="65" y="63"/>
                  </a:cubicBezTo>
                  <a:cubicBezTo>
                    <a:pt x="65" y="66"/>
                    <a:pt x="65" y="68"/>
                    <a:pt x="60" y="69"/>
                  </a:cubicBezTo>
                  <a:cubicBezTo>
                    <a:pt x="58" y="69"/>
                    <a:pt x="55" y="69"/>
                    <a:pt x="54" y="69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51" y="68"/>
                    <a:pt x="49" y="68"/>
                    <a:pt x="48" y="69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5" y="69"/>
                    <a:pt x="44" y="69"/>
                    <a:pt x="44" y="75"/>
                  </a:cubicBezTo>
                  <a:cubicBezTo>
                    <a:pt x="44" y="77"/>
                    <a:pt x="44" y="88"/>
                    <a:pt x="44" y="100"/>
                  </a:cubicBezTo>
                  <a:cubicBezTo>
                    <a:pt x="44" y="123"/>
                    <a:pt x="44" y="152"/>
                    <a:pt x="44" y="153"/>
                  </a:cubicBezTo>
                  <a:cubicBezTo>
                    <a:pt x="44" y="153"/>
                    <a:pt x="44" y="154"/>
                    <a:pt x="44" y="154"/>
                  </a:cubicBezTo>
                  <a:cubicBezTo>
                    <a:pt x="44" y="155"/>
                    <a:pt x="44" y="155"/>
                    <a:pt x="44" y="155"/>
                  </a:cubicBezTo>
                  <a:cubicBezTo>
                    <a:pt x="44" y="158"/>
                    <a:pt x="44" y="159"/>
                    <a:pt x="39" y="159"/>
                  </a:cubicBezTo>
                  <a:cubicBezTo>
                    <a:pt x="36" y="159"/>
                    <a:pt x="33" y="159"/>
                    <a:pt x="31" y="159"/>
                  </a:cubicBezTo>
                  <a:cubicBezTo>
                    <a:pt x="29" y="159"/>
                    <a:pt x="27" y="159"/>
                    <a:pt x="27" y="159"/>
                  </a:cubicBezTo>
                  <a:cubicBezTo>
                    <a:pt x="26" y="159"/>
                    <a:pt x="25" y="160"/>
                    <a:pt x="23" y="161"/>
                  </a:cubicBezTo>
                  <a:cubicBezTo>
                    <a:pt x="22" y="162"/>
                    <a:pt x="22" y="163"/>
                    <a:pt x="21" y="165"/>
                  </a:cubicBezTo>
                  <a:cubicBezTo>
                    <a:pt x="21" y="166"/>
                    <a:pt x="21" y="168"/>
                    <a:pt x="20" y="170"/>
                  </a:cubicBezTo>
                  <a:cubicBezTo>
                    <a:pt x="20" y="174"/>
                    <a:pt x="20" y="177"/>
                    <a:pt x="18" y="179"/>
                  </a:cubicBezTo>
                  <a:cubicBezTo>
                    <a:pt x="17" y="180"/>
                    <a:pt x="15" y="181"/>
                    <a:pt x="13" y="181"/>
                  </a:cubicBezTo>
                  <a:cubicBezTo>
                    <a:pt x="12" y="181"/>
                    <a:pt x="11" y="182"/>
                    <a:pt x="11" y="182"/>
                  </a:cubicBezTo>
                  <a:cubicBezTo>
                    <a:pt x="11" y="182"/>
                    <a:pt x="11" y="183"/>
                    <a:pt x="12" y="184"/>
                  </a:cubicBezTo>
                  <a:cubicBezTo>
                    <a:pt x="13" y="186"/>
                    <a:pt x="14" y="188"/>
                    <a:pt x="13" y="190"/>
                  </a:cubicBezTo>
                  <a:cubicBezTo>
                    <a:pt x="13" y="193"/>
                    <a:pt x="12" y="194"/>
                    <a:pt x="10" y="194"/>
                  </a:cubicBezTo>
                  <a:cubicBezTo>
                    <a:pt x="9" y="194"/>
                    <a:pt x="8" y="195"/>
                    <a:pt x="8" y="195"/>
                  </a:cubicBezTo>
                  <a:cubicBezTo>
                    <a:pt x="8" y="195"/>
                    <a:pt x="8" y="195"/>
                    <a:pt x="8" y="195"/>
                  </a:cubicBezTo>
                  <a:cubicBezTo>
                    <a:pt x="8" y="195"/>
                    <a:pt x="8" y="195"/>
                    <a:pt x="8" y="195"/>
                  </a:cubicBezTo>
                  <a:cubicBezTo>
                    <a:pt x="6" y="197"/>
                    <a:pt x="5" y="198"/>
                    <a:pt x="6" y="199"/>
                  </a:cubicBezTo>
                  <a:cubicBezTo>
                    <a:pt x="6" y="199"/>
                    <a:pt x="6" y="200"/>
                    <a:pt x="7" y="201"/>
                  </a:cubicBezTo>
                  <a:cubicBezTo>
                    <a:pt x="8" y="203"/>
                    <a:pt x="9" y="205"/>
                    <a:pt x="9" y="207"/>
                  </a:cubicBezTo>
                  <a:cubicBezTo>
                    <a:pt x="9" y="209"/>
                    <a:pt x="7" y="210"/>
                    <a:pt x="6" y="212"/>
                  </a:cubicBezTo>
                  <a:cubicBezTo>
                    <a:pt x="5" y="212"/>
                    <a:pt x="4" y="213"/>
                    <a:pt x="4" y="213"/>
                  </a:cubicBezTo>
                  <a:cubicBezTo>
                    <a:pt x="4" y="213"/>
                    <a:pt x="3" y="214"/>
                    <a:pt x="3" y="215"/>
                  </a:cubicBezTo>
                  <a:cubicBezTo>
                    <a:pt x="2" y="216"/>
                    <a:pt x="0" y="217"/>
                    <a:pt x="0" y="218"/>
                  </a:cubicBezTo>
                  <a:cubicBezTo>
                    <a:pt x="0" y="219"/>
                    <a:pt x="0" y="219"/>
                    <a:pt x="0" y="220"/>
                  </a:cubicBezTo>
                  <a:cubicBezTo>
                    <a:pt x="0" y="220"/>
                    <a:pt x="1" y="221"/>
                    <a:pt x="1" y="221"/>
                  </a:cubicBezTo>
                  <a:cubicBezTo>
                    <a:pt x="1" y="221"/>
                    <a:pt x="1" y="221"/>
                    <a:pt x="2" y="220"/>
                  </a:cubicBezTo>
                  <a:cubicBezTo>
                    <a:pt x="2" y="220"/>
                    <a:pt x="2" y="220"/>
                    <a:pt x="2" y="220"/>
                  </a:cubicBezTo>
                  <a:cubicBezTo>
                    <a:pt x="3" y="220"/>
                    <a:pt x="4" y="220"/>
                    <a:pt x="6" y="220"/>
                  </a:cubicBezTo>
                  <a:cubicBezTo>
                    <a:pt x="8" y="221"/>
                    <a:pt x="9" y="221"/>
                    <a:pt x="10" y="222"/>
                  </a:cubicBezTo>
                  <a:cubicBezTo>
                    <a:pt x="11" y="223"/>
                    <a:pt x="11" y="224"/>
                    <a:pt x="11" y="226"/>
                  </a:cubicBezTo>
                  <a:cubicBezTo>
                    <a:pt x="11" y="226"/>
                    <a:pt x="11" y="226"/>
                    <a:pt x="11" y="227"/>
                  </a:cubicBezTo>
                  <a:cubicBezTo>
                    <a:pt x="11" y="228"/>
                    <a:pt x="11" y="230"/>
                    <a:pt x="12" y="231"/>
                  </a:cubicBezTo>
                  <a:cubicBezTo>
                    <a:pt x="12" y="232"/>
                    <a:pt x="13" y="232"/>
                    <a:pt x="13" y="232"/>
                  </a:cubicBezTo>
                  <a:cubicBezTo>
                    <a:pt x="14" y="233"/>
                    <a:pt x="15" y="233"/>
                    <a:pt x="16" y="234"/>
                  </a:cubicBezTo>
                  <a:cubicBezTo>
                    <a:pt x="16" y="236"/>
                    <a:pt x="16" y="239"/>
                    <a:pt x="16" y="241"/>
                  </a:cubicBezTo>
                  <a:cubicBezTo>
                    <a:pt x="16" y="243"/>
                    <a:pt x="15" y="244"/>
                    <a:pt x="15" y="244"/>
                  </a:cubicBezTo>
                  <a:cubicBezTo>
                    <a:pt x="15" y="244"/>
                    <a:pt x="16" y="245"/>
                    <a:pt x="17" y="245"/>
                  </a:cubicBezTo>
                  <a:cubicBezTo>
                    <a:pt x="18" y="246"/>
                    <a:pt x="20" y="247"/>
                    <a:pt x="21" y="248"/>
                  </a:cubicBezTo>
                  <a:cubicBezTo>
                    <a:pt x="23" y="250"/>
                    <a:pt x="23" y="252"/>
                    <a:pt x="22" y="254"/>
                  </a:cubicBezTo>
                  <a:cubicBezTo>
                    <a:pt x="22" y="255"/>
                    <a:pt x="22" y="255"/>
                    <a:pt x="22" y="256"/>
                  </a:cubicBezTo>
                  <a:cubicBezTo>
                    <a:pt x="22" y="258"/>
                    <a:pt x="23" y="259"/>
                    <a:pt x="24" y="260"/>
                  </a:cubicBezTo>
                  <a:cubicBezTo>
                    <a:pt x="24" y="261"/>
                    <a:pt x="24" y="261"/>
                    <a:pt x="24" y="261"/>
                  </a:cubicBezTo>
                  <a:cubicBezTo>
                    <a:pt x="24" y="261"/>
                    <a:pt x="24" y="261"/>
                    <a:pt x="24" y="261"/>
                  </a:cubicBezTo>
                  <a:cubicBezTo>
                    <a:pt x="24" y="261"/>
                    <a:pt x="24" y="261"/>
                    <a:pt x="24" y="261"/>
                  </a:cubicBezTo>
                  <a:cubicBezTo>
                    <a:pt x="26" y="263"/>
                    <a:pt x="32" y="272"/>
                    <a:pt x="34" y="275"/>
                  </a:cubicBezTo>
                  <a:cubicBezTo>
                    <a:pt x="35" y="276"/>
                    <a:pt x="36" y="277"/>
                    <a:pt x="37" y="279"/>
                  </a:cubicBezTo>
                  <a:cubicBezTo>
                    <a:pt x="37" y="280"/>
                    <a:pt x="38" y="281"/>
                    <a:pt x="38" y="283"/>
                  </a:cubicBezTo>
                  <a:cubicBezTo>
                    <a:pt x="38" y="283"/>
                    <a:pt x="39" y="283"/>
                    <a:pt x="39" y="283"/>
                  </a:cubicBezTo>
                  <a:cubicBezTo>
                    <a:pt x="40" y="283"/>
                    <a:pt x="41" y="284"/>
                    <a:pt x="43" y="283"/>
                  </a:cubicBezTo>
                  <a:cubicBezTo>
                    <a:pt x="45" y="281"/>
                    <a:pt x="47" y="281"/>
                    <a:pt x="48" y="280"/>
                  </a:cubicBezTo>
                  <a:cubicBezTo>
                    <a:pt x="50" y="280"/>
                    <a:pt x="51" y="279"/>
                    <a:pt x="54" y="279"/>
                  </a:cubicBezTo>
                  <a:cubicBezTo>
                    <a:pt x="55" y="279"/>
                    <a:pt x="56" y="279"/>
                    <a:pt x="57" y="280"/>
                  </a:cubicBezTo>
                  <a:cubicBezTo>
                    <a:pt x="59" y="280"/>
                    <a:pt x="60" y="280"/>
                    <a:pt x="62" y="278"/>
                  </a:cubicBezTo>
                  <a:cubicBezTo>
                    <a:pt x="62" y="278"/>
                    <a:pt x="62" y="277"/>
                    <a:pt x="62" y="276"/>
                  </a:cubicBezTo>
                  <a:cubicBezTo>
                    <a:pt x="63" y="274"/>
                    <a:pt x="63" y="273"/>
                    <a:pt x="66" y="271"/>
                  </a:cubicBezTo>
                  <a:cubicBezTo>
                    <a:pt x="71" y="268"/>
                    <a:pt x="74" y="268"/>
                    <a:pt x="78" y="267"/>
                  </a:cubicBezTo>
                  <a:cubicBezTo>
                    <a:pt x="79" y="267"/>
                    <a:pt x="79" y="267"/>
                    <a:pt x="79" y="267"/>
                  </a:cubicBezTo>
                  <a:cubicBezTo>
                    <a:pt x="83" y="267"/>
                    <a:pt x="84" y="270"/>
                    <a:pt x="85" y="272"/>
                  </a:cubicBezTo>
                  <a:cubicBezTo>
                    <a:pt x="85" y="272"/>
                    <a:pt x="85" y="272"/>
                    <a:pt x="85" y="272"/>
                  </a:cubicBezTo>
                  <a:cubicBezTo>
                    <a:pt x="85" y="273"/>
                    <a:pt x="85" y="273"/>
                    <a:pt x="85" y="273"/>
                  </a:cubicBezTo>
                  <a:cubicBezTo>
                    <a:pt x="85" y="274"/>
                    <a:pt x="85" y="274"/>
                    <a:pt x="86" y="274"/>
                  </a:cubicBezTo>
                  <a:cubicBezTo>
                    <a:pt x="86" y="274"/>
                    <a:pt x="88" y="275"/>
                    <a:pt x="89" y="278"/>
                  </a:cubicBezTo>
                  <a:cubicBezTo>
                    <a:pt x="90" y="281"/>
                    <a:pt x="90" y="282"/>
                    <a:pt x="91" y="283"/>
                  </a:cubicBezTo>
                  <a:cubicBezTo>
                    <a:pt x="91" y="284"/>
                    <a:pt x="91" y="285"/>
                    <a:pt x="91" y="285"/>
                  </a:cubicBezTo>
                  <a:cubicBezTo>
                    <a:pt x="92" y="285"/>
                    <a:pt x="92" y="285"/>
                    <a:pt x="92" y="285"/>
                  </a:cubicBezTo>
                  <a:cubicBezTo>
                    <a:pt x="92" y="285"/>
                    <a:pt x="92" y="285"/>
                    <a:pt x="92" y="285"/>
                  </a:cubicBezTo>
                  <a:cubicBezTo>
                    <a:pt x="94" y="286"/>
                    <a:pt x="96" y="287"/>
                    <a:pt x="99" y="286"/>
                  </a:cubicBezTo>
                  <a:cubicBezTo>
                    <a:pt x="99" y="286"/>
                    <a:pt x="99" y="286"/>
                    <a:pt x="99" y="286"/>
                  </a:cubicBezTo>
                  <a:cubicBezTo>
                    <a:pt x="100" y="286"/>
                    <a:pt x="100" y="286"/>
                    <a:pt x="100" y="286"/>
                  </a:cubicBezTo>
                  <a:cubicBezTo>
                    <a:pt x="104" y="285"/>
                    <a:pt x="108" y="283"/>
                    <a:pt x="112" y="283"/>
                  </a:cubicBezTo>
                  <a:cubicBezTo>
                    <a:pt x="113" y="283"/>
                    <a:pt x="116" y="283"/>
                    <a:pt x="119" y="283"/>
                  </a:cubicBezTo>
                  <a:cubicBezTo>
                    <a:pt x="122" y="283"/>
                    <a:pt x="124" y="284"/>
                    <a:pt x="126" y="285"/>
                  </a:cubicBezTo>
                  <a:cubicBezTo>
                    <a:pt x="126" y="286"/>
                    <a:pt x="127" y="286"/>
                    <a:pt x="127" y="287"/>
                  </a:cubicBezTo>
                  <a:cubicBezTo>
                    <a:pt x="128" y="288"/>
                    <a:pt x="128" y="289"/>
                    <a:pt x="130" y="289"/>
                  </a:cubicBezTo>
                  <a:cubicBezTo>
                    <a:pt x="131" y="289"/>
                    <a:pt x="131" y="289"/>
                    <a:pt x="131" y="289"/>
                  </a:cubicBezTo>
                  <a:cubicBezTo>
                    <a:pt x="133" y="290"/>
                    <a:pt x="136" y="290"/>
                    <a:pt x="138" y="289"/>
                  </a:cubicBezTo>
                  <a:cubicBezTo>
                    <a:pt x="139" y="289"/>
                    <a:pt x="140" y="287"/>
                    <a:pt x="141" y="286"/>
                  </a:cubicBezTo>
                  <a:cubicBezTo>
                    <a:pt x="142" y="284"/>
                    <a:pt x="143" y="282"/>
                    <a:pt x="146" y="282"/>
                  </a:cubicBezTo>
                  <a:cubicBezTo>
                    <a:pt x="147" y="281"/>
                    <a:pt x="149" y="282"/>
                    <a:pt x="150" y="282"/>
                  </a:cubicBezTo>
                  <a:cubicBezTo>
                    <a:pt x="151" y="282"/>
                    <a:pt x="153" y="282"/>
                    <a:pt x="154" y="281"/>
                  </a:cubicBezTo>
                  <a:cubicBezTo>
                    <a:pt x="155" y="281"/>
                    <a:pt x="155" y="280"/>
                    <a:pt x="155" y="280"/>
                  </a:cubicBezTo>
                  <a:cubicBezTo>
                    <a:pt x="155" y="278"/>
                    <a:pt x="155" y="277"/>
                    <a:pt x="158" y="275"/>
                  </a:cubicBezTo>
                  <a:cubicBezTo>
                    <a:pt x="160" y="274"/>
                    <a:pt x="160" y="274"/>
                    <a:pt x="161" y="273"/>
                  </a:cubicBezTo>
                  <a:cubicBezTo>
                    <a:pt x="163" y="272"/>
                    <a:pt x="164" y="271"/>
                    <a:pt x="167" y="272"/>
                  </a:cubicBezTo>
                  <a:cubicBezTo>
                    <a:pt x="170" y="272"/>
                    <a:pt x="173" y="274"/>
                    <a:pt x="175" y="276"/>
                  </a:cubicBezTo>
                  <a:cubicBezTo>
                    <a:pt x="177" y="278"/>
                    <a:pt x="179" y="280"/>
                    <a:pt x="181" y="281"/>
                  </a:cubicBezTo>
                  <a:cubicBezTo>
                    <a:pt x="184" y="281"/>
                    <a:pt x="186" y="282"/>
                    <a:pt x="188" y="282"/>
                  </a:cubicBezTo>
                  <a:cubicBezTo>
                    <a:pt x="189" y="282"/>
                    <a:pt x="190" y="282"/>
                    <a:pt x="191" y="281"/>
                  </a:cubicBezTo>
                  <a:cubicBezTo>
                    <a:pt x="193" y="280"/>
                    <a:pt x="195" y="277"/>
                    <a:pt x="198" y="274"/>
                  </a:cubicBezTo>
                  <a:cubicBezTo>
                    <a:pt x="201" y="272"/>
                    <a:pt x="203" y="269"/>
                    <a:pt x="204" y="268"/>
                  </a:cubicBezTo>
                  <a:cubicBezTo>
                    <a:pt x="205" y="267"/>
                    <a:pt x="206" y="266"/>
                    <a:pt x="206" y="265"/>
                  </a:cubicBezTo>
                  <a:cubicBezTo>
                    <a:pt x="208" y="263"/>
                    <a:pt x="210" y="261"/>
                    <a:pt x="212" y="258"/>
                  </a:cubicBezTo>
                  <a:cubicBezTo>
                    <a:pt x="213" y="258"/>
                    <a:pt x="213" y="257"/>
                    <a:pt x="214" y="257"/>
                  </a:cubicBezTo>
                  <a:cubicBezTo>
                    <a:pt x="215" y="255"/>
                    <a:pt x="216" y="255"/>
                    <a:pt x="215" y="253"/>
                  </a:cubicBezTo>
                  <a:cubicBezTo>
                    <a:pt x="215" y="251"/>
                    <a:pt x="215" y="248"/>
                    <a:pt x="215" y="246"/>
                  </a:cubicBezTo>
                  <a:cubicBezTo>
                    <a:pt x="215" y="246"/>
                    <a:pt x="215" y="245"/>
                    <a:pt x="215" y="245"/>
                  </a:cubicBezTo>
                  <a:cubicBezTo>
                    <a:pt x="215" y="244"/>
                    <a:pt x="214" y="244"/>
                    <a:pt x="214" y="243"/>
                  </a:cubicBezTo>
                  <a:cubicBezTo>
                    <a:pt x="213" y="242"/>
                    <a:pt x="213" y="241"/>
                    <a:pt x="213" y="240"/>
                  </a:cubicBezTo>
                  <a:cubicBezTo>
                    <a:pt x="213" y="238"/>
                    <a:pt x="213" y="237"/>
                    <a:pt x="214" y="237"/>
                  </a:cubicBezTo>
                  <a:cubicBezTo>
                    <a:pt x="215" y="236"/>
                    <a:pt x="217" y="236"/>
                    <a:pt x="218" y="236"/>
                  </a:cubicBezTo>
                  <a:cubicBezTo>
                    <a:pt x="220" y="236"/>
                    <a:pt x="221" y="236"/>
                    <a:pt x="222" y="235"/>
                  </a:cubicBezTo>
                  <a:cubicBezTo>
                    <a:pt x="222" y="235"/>
                    <a:pt x="223" y="235"/>
                    <a:pt x="223" y="235"/>
                  </a:cubicBezTo>
                  <a:cubicBezTo>
                    <a:pt x="223" y="234"/>
                    <a:pt x="223" y="234"/>
                    <a:pt x="223" y="233"/>
                  </a:cubicBezTo>
                  <a:cubicBezTo>
                    <a:pt x="223" y="232"/>
                    <a:pt x="223" y="231"/>
                    <a:pt x="224" y="230"/>
                  </a:cubicBezTo>
                  <a:cubicBezTo>
                    <a:pt x="224" y="230"/>
                    <a:pt x="224" y="230"/>
                    <a:pt x="224" y="230"/>
                  </a:cubicBezTo>
                  <a:cubicBezTo>
                    <a:pt x="224" y="230"/>
                    <a:pt x="224" y="230"/>
                    <a:pt x="224" y="230"/>
                  </a:cubicBezTo>
                  <a:cubicBezTo>
                    <a:pt x="224" y="230"/>
                    <a:pt x="224" y="230"/>
                    <a:pt x="224" y="230"/>
                  </a:cubicBezTo>
                  <a:cubicBezTo>
                    <a:pt x="225" y="229"/>
                    <a:pt x="227" y="229"/>
                    <a:pt x="229" y="229"/>
                  </a:cubicBezTo>
                  <a:cubicBezTo>
                    <a:pt x="231" y="229"/>
                    <a:pt x="234" y="229"/>
                    <a:pt x="235" y="230"/>
                  </a:cubicBezTo>
                  <a:cubicBezTo>
                    <a:pt x="235" y="230"/>
                    <a:pt x="235" y="230"/>
                    <a:pt x="235" y="230"/>
                  </a:cubicBezTo>
                  <a:cubicBezTo>
                    <a:pt x="235" y="230"/>
                    <a:pt x="235" y="230"/>
                    <a:pt x="235" y="230"/>
                  </a:cubicBezTo>
                  <a:cubicBezTo>
                    <a:pt x="237" y="232"/>
                    <a:pt x="236" y="234"/>
                    <a:pt x="235" y="237"/>
                  </a:cubicBezTo>
                  <a:cubicBezTo>
                    <a:pt x="234" y="238"/>
                    <a:pt x="234" y="239"/>
                    <a:pt x="233" y="240"/>
                  </a:cubicBezTo>
                  <a:cubicBezTo>
                    <a:pt x="233" y="242"/>
                    <a:pt x="233" y="243"/>
                    <a:pt x="233" y="245"/>
                  </a:cubicBezTo>
                  <a:cubicBezTo>
                    <a:pt x="233" y="246"/>
                    <a:pt x="233" y="248"/>
                    <a:pt x="234" y="250"/>
                  </a:cubicBezTo>
                  <a:cubicBezTo>
                    <a:pt x="234" y="251"/>
                    <a:pt x="234" y="252"/>
                    <a:pt x="234" y="254"/>
                  </a:cubicBezTo>
                  <a:cubicBezTo>
                    <a:pt x="235" y="256"/>
                    <a:pt x="235" y="259"/>
                    <a:pt x="236" y="260"/>
                  </a:cubicBezTo>
                  <a:cubicBezTo>
                    <a:pt x="236" y="261"/>
                    <a:pt x="236" y="261"/>
                    <a:pt x="238" y="262"/>
                  </a:cubicBezTo>
                  <a:cubicBezTo>
                    <a:pt x="238" y="263"/>
                    <a:pt x="239" y="263"/>
                    <a:pt x="239" y="263"/>
                  </a:cubicBezTo>
                  <a:cubicBezTo>
                    <a:pt x="240" y="264"/>
                    <a:pt x="241" y="265"/>
                    <a:pt x="242" y="265"/>
                  </a:cubicBezTo>
                  <a:cubicBezTo>
                    <a:pt x="245" y="267"/>
                    <a:pt x="247" y="268"/>
                    <a:pt x="248" y="270"/>
                  </a:cubicBezTo>
                  <a:cubicBezTo>
                    <a:pt x="249" y="271"/>
                    <a:pt x="249" y="273"/>
                    <a:pt x="250" y="275"/>
                  </a:cubicBezTo>
                  <a:cubicBezTo>
                    <a:pt x="250" y="276"/>
                    <a:pt x="250" y="278"/>
                    <a:pt x="250" y="280"/>
                  </a:cubicBezTo>
                  <a:cubicBezTo>
                    <a:pt x="250" y="281"/>
                    <a:pt x="250" y="282"/>
                    <a:pt x="250" y="283"/>
                  </a:cubicBezTo>
                  <a:cubicBezTo>
                    <a:pt x="250" y="283"/>
                    <a:pt x="251" y="284"/>
                    <a:pt x="251" y="284"/>
                  </a:cubicBezTo>
                  <a:cubicBezTo>
                    <a:pt x="251" y="283"/>
                    <a:pt x="251" y="282"/>
                    <a:pt x="252" y="281"/>
                  </a:cubicBezTo>
                  <a:cubicBezTo>
                    <a:pt x="252" y="281"/>
                    <a:pt x="252" y="280"/>
                    <a:pt x="253" y="279"/>
                  </a:cubicBezTo>
                  <a:cubicBezTo>
                    <a:pt x="253" y="278"/>
                    <a:pt x="254" y="277"/>
                    <a:pt x="254" y="276"/>
                  </a:cubicBezTo>
                  <a:cubicBezTo>
                    <a:pt x="254" y="275"/>
                    <a:pt x="254" y="273"/>
                    <a:pt x="254" y="271"/>
                  </a:cubicBezTo>
                  <a:cubicBezTo>
                    <a:pt x="254" y="267"/>
                    <a:pt x="255" y="265"/>
                    <a:pt x="256" y="263"/>
                  </a:cubicBezTo>
                  <a:cubicBezTo>
                    <a:pt x="256" y="263"/>
                    <a:pt x="256" y="263"/>
                    <a:pt x="256" y="263"/>
                  </a:cubicBezTo>
                  <a:cubicBezTo>
                    <a:pt x="257" y="261"/>
                    <a:pt x="258" y="261"/>
                    <a:pt x="260" y="260"/>
                  </a:cubicBezTo>
                  <a:cubicBezTo>
                    <a:pt x="261" y="260"/>
                    <a:pt x="263" y="260"/>
                    <a:pt x="264" y="260"/>
                  </a:cubicBezTo>
                  <a:cubicBezTo>
                    <a:pt x="265" y="261"/>
                    <a:pt x="266" y="261"/>
                    <a:pt x="267" y="260"/>
                  </a:cubicBezTo>
                  <a:cubicBezTo>
                    <a:pt x="268" y="260"/>
                    <a:pt x="268" y="260"/>
                    <a:pt x="269" y="259"/>
                  </a:cubicBezTo>
                  <a:cubicBezTo>
                    <a:pt x="269" y="258"/>
                    <a:pt x="269" y="256"/>
                    <a:pt x="270" y="253"/>
                  </a:cubicBezTo>
                  <a:cubicBezTo>
                    <a:pt x="270" y="252"/>
                    <a:pt x="270" y="250"/>
                    <a:pt x="270" y="248"/>
                  </a:cubicBezTo>
                  <a:cubicBezTo>
                    <a:pt x="270" y="243"/>
                    <a:pt x="271" y="241"/>
                    <a:pt x="272" y="240"/>
                  </a:cubicBezTo>
                  <a:cubicBezTo>
                    <a:pt x="272" y="239"/>
                    <a:pt x="273" y="239"/>
                    <a:pt x="273" y="238"/>
                  </a:cubicBezTo>
                  <a:cubicBezTo>
                    <a:pt x="274" y="236"/>
                    <a:pt x="275" y="235"/>
                    <a:pt x="276" y="234"/>
                  </a:cubicBezTo>
                  <a:cubicBezTo>
                    <a:pt x="277" y="233"/>
                    <a:pt x="278" y="232"/>
                    <a:pt x="278" y="230"/>
                  </a:cubicBezTo>
                  <a:cubicBezTo>
                    <a:pt x="279" y="228"/>
                    <a:pt x="280" y="226"/>
                    <a:pt x="280" y="225"/>
                  </a:cubicBezTo>
                  <a:cubicBezTo>
                    <a:pt x="281" y="223"/>
                    <a:pt x="282" y="222"/>
                    <a:pt x="284" y="221"/>
                  </a:cubicBezTo>
                  <a:cubicBezTo>
                    <a:pt x="285" y="221"/>
                    <a:pt x="286" y="221"/>
                    <a:pt x="287" y="221"/>
                  </a:cubicBezTo>
                  <a:cubicBezTo>
                    <a:pt x="289" y="221"/>
                    <a:pt x="292" y="220"/>
                    <a:pt x="293" y="219"/>
                  </a:cubicBezTo>
                  <a:cubicBezTo>
                    <a:pt x="293" y="217"/>
                    <a:pt x="295" y="212"/>
                    <a:pt x="297" y="206"/>
                  </a:cubicBezTo>
                  <a:cubicBezTo>
                    <a:pt x="299" y="200"/>
                    <a:pt x="300" y="193"/>
                    <a:pt x="301" y="192"/>
                  </a:cubicBezTo>
                  <a:cubicBezTo>
                    <a:pt x="301" y="188"/>
                    <a:pt x="301" y="186"/>
                    <a:pt x="300" y="180"/>
                  </a:cubicBezTo>
                  <a:cubicBezTo>
                    <a:pt x="300" y="179"/>
                    <a:pt x="300" y="179"/>
                    <a:pt x="300" y="179"/>
                  </a:cubicBezTo>
                  <a:cubicBezTo>
                    <a:pt x="299" y="174"/>
                    <a:pt x="299" y="172"/>
                    <a:pt x="300" y="169"/>
                  </a:cubicBezTo>
                  <a:cubicBezTo>
                    <a:pt x="300" y="168"/>
                    <a:pt x="300" y="168"/>
                    <a:pt x="301" y="167"/>
                  </a:cubicBezTo>
                  <a:cubicBezTo>
                    <a:pt x="301" y="164"/>
                    <a:pt x="302" y="161"/>
                    <a:pt x="303" y="158"/>
                  </a:cubicBezTo>
                  <a:cubicBezTo>
                    <a:pt x="304" y="155"/>
                    <a:pt x="305" y="152"/>
                    <a:pt x="306" y="149"/>
                  </a:cubicBezTo>
                  <a:cubicBezTo>
                    <a:pt x="307" y="147"/>
                    <a:pt x="307" y="146"/>
                    <a:pt x="308" y="144"/>
                  </a:cubicBezTo>
                  <a:cubicBezTo>
                    <a:pt x="308" y="143"/>
                    <a:pt x="308" y="142"/>
                    <a:pt x="308" y="139"/>
                  </a:cubicBezTo>
                  <a:cubicBezTo>
                    <a:pt x="308" y="137"/>
                    <a:pt x="308" y="135"/>
                    <a:pt x="309" y="133"/>
                  </a:cubicBezTo>
                  <a:cubicBezTo>
                    <a:pt x="309" y="131"/>
                    <a:pt x="310" y="130"/>
                    <a:pt x="311" y="129"/>
                  </a:cubicBezTo>
                  <a:cubicBezTo>
                    <a:pt x="313" y="128"/>
                    <a:pt x="314" y="128"/>
                    <a:pt x="316" y="128"/>
                  </a:cubicBezTo>
                  <a:cubicBezTo>
                    <a:pt x="318" y="128"/>
                    <a:pt x="320" y="128"/>
                    <a:pt x="321" y="127"/>
                  </a:cubicBezTo>
                  <a:cubicBezTo>
                    <a:pt x="322" y="127"/>
                    <a:pt x="323" y="126"/>
                    <a:pt x="324" y="124"/>
                  </a:cubicBezTo>
                  <a:cubicBezTo>
                    <a:pt x="326" y="123"/>
                    <a:pt x="328" y="121"/>
                    <a:pt x="329" y="120"/>
                  </a:cubicBezTo>
                  <a:cubicBezTo>
                    <a:pt x="330" y="118"/>
                    <a:pt x="332" y="118"/>
                    <a:pt x="334" y="117"/>
                  </a:cubicBezTo>
                  <a:cubicBezTo>
                    <a:pt x="336" y="117"/>
                    <a:pt x="337" y="116"/>
                    <a:pt x="338" y="116"/>
                  </a:cubicBezTo>
                  <a:cubicBezTo>
                    <a:pt x="338" y="115"/>
                    <a:pt x="340" y="113"/>
                    <a:pt x="341" y="111"/>
                  </a:cubicBezTo>
                  <a:cubicBezTo>
                    <a:pt x="342" y="110"/>
                    <a:pt x="342" y="109"/>
                    <a:pt x="343" y="108"/>
                  </a:cubicBezTo>
                  <a:cubicBezTo>
                    <a:pt x="341" y="107"/>
                    <a:pt x="340" y="106"/>
                    <a:pt x="338" y="104"/>
                  </a:cubicBezTo>
                  <a:cubicBezTo>
                    <a:pt x="336" y="102"/>
                    <a:pt x="324" y="95"/>
                    <a:pt x="322" y="92"/>
                  </a:cubicBezTo>
                  <a:cubicBezTo>
                    <a:pt x="320" y="89"/>
                    <a:pt x="320" y="89"/>
                    <a:pt x="319" y="84"/>
                  </a:cubicBezTo>
                  <a:cubicBezTo>
                    <a:pt x="318" y="79"/>
                    <a:pt x="318" y="80"/>
                    <a:pt x="317" y="75"/>
                  </a:cubicBezTo>
                  <a:cubicBezTo>
                    <a:pt x="317" y="71"/>
                    <a:pt x="316" y="69"/>
                    <a:pt x="317" y="65"/>
                  </a:cubicBezTo>
                  <a:cubicBezTo>
                    <a:pt x="317" y="61"/>
                    <a:pt x="316" y="56"/>
                    <a:pt x="315" y="53"/>
                  </a:cubicBezTo>
                  <a:cubicBezTo>
                    <a:pt x="315" y="49"/>
                    <a:pt x="314" y="46"/>
                    <a:pt x="315" y="45"/>
                  </a:cubicBezTo>
                  <a:cubicBezTo>
                    <a:pt x="315" y="44"/>
                    <a:pt x="315" y="43"/>
                    <a:pt x="316" y="43"/>
                  </a:cubicBezTo>
                  <a:cubicBezTo>
                    <a:pt x="317" y="43"/>
                    <a:pt x="318" y="44"/>
                    <a:pt x="318" y="43"/>
                  </a:cubicBezTo>
                  <a:cubicBezTo>
                    <a:pt x="318" y="42"/>
                    <a:pt x="317" y="41"/>
                    <a:pt x="316" y="40"/>
                  </a:cubicBezTo>
                  <a:cubicBezTo>
                    <a:pt x="314" y="38"/>
                    <a:pt x="312" y="38"/>
                    <a:pt x="311" y="36"/>
                  </a:cubicBezTo>
                  <a:cubicBezTo>
                    <a:pt x="311" y="34"/>
                    <a:pt x="310" y="33"/>
                    <a:pt x="310" y="30"/>
                  </a:cubicBezTo>
                  <a:cubicBezTo>
                    <a:pt x="310" y="27"/>
                    <a:pt x="310" y="25"/>
                    <a:pt x="309" y="2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3" name="Freeform 341">
              <a:extLst>
                <a:ext uri="{FF2B5EF4-FFF2-40B4-BE49-F238E27FC236}">
                  <a16:creationId xmlns:a16="http://schemas.microsoft.com/office/drawing/2014/main" id="{D1BD8640-F0B2-1172-41EC-F4E6878D3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4821" y="2181316"/>
              <a:ext cx="5642" cy="5642"/>
            </a:xfrm>
            <a:custGeom>
              <a:avLst/>
              <a:gdLst>
                <a:gd name="T0" fmla="*/ 2 w 5"/>
                <a:gd name="T1" fmla="*/ 3 h 6"/>
                <a:gd name="T2" fmla="*/ 3 w 5"/>
                <a:gd name="T3" fmla="*/ 5 h 6"/>
                <a:gd name="T4" fmla="*/ 5 w 5"/>
                <a:gd name="T5" fmla="*/ 2 h 6"/>
                <a:gd name="T6" fmla="*/ 1 w 5"/>
                <a:gd name="T7" fmla="*/ 1 h 6"/>
                <a:gd name="T8" fmla="*/ 2 w 5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6">
                  <a:moveTo>
                    <a:pt x="2" y="3"/>
                  </a:moveTo>
                  <a:cubicBezTo>
                    <a:pt x="2" y="5"/>
                    <a:pt x="2" y="6"/>
                    <a:pt x="3" y="5"/>
                  </a:cubicBezTo>
                  <a:cubicBezTo>
                    <a:pt x="4" y="4"/>
                    <a:pt x="5" y="2"/>
                    <a:pt x="5" y="2"/>
                  </a:cubicBezTo>
                  <a:cubicBezTo>
                    <a:pt x="4" y="1"/>
                    <a:pt x="1" y="0"/>
                    <a:pt x="1" y="1"/>
                  </a:cubicBezTo>
                  <a:cubicBezTo>
                    <a:pt x="0" y="2"/>
                    <a:pt x="2" y="2"/>
                    <a:pt x="2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4" name="Freeform 342">
              <a:extLst>
                <a:ext uri="{FF2B5EF4-FFF2-40B4-BE49-F238E27FC236}">
                  <a16:creationId xmlns:a16="http://schemas.microsoft.com/office/drawing/2014/main" id="{002A4BA6-C2B6-EEDB-DF38-0D9F44C87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992" y="2016300"/>
              <a:ext cx="35260" cy="31029"/>
            </a:xfrm>
            <a:custGeom>
              <a:avLst/>
              <a:gdLst>
                <a:gd name="T0" fmla="*/ 23 w 32"/>
                <a:gd name="T1" fmla="*/ 4 h 29"/>
                <a:gd name="T2" fmla="*/ 21 w 32"/>
                <a:gd name="T3" fmla="*/ 2 h 29"/>
                <a:gd name="T4" fmla="*/ 18 w 32"/>
                <a:gd name="T5" fmla="*/ 1 h 29"/>
                <a:gd name="T6" fmla="*/ 13 w 32"/>
                <a:gd name="T7" fmla="*/ 0 h 29"/>
                <a:gd name="T8" fmla="*/ 12 w 32"/>
                <a:gd name="T9" fmla="*/ 1 h 29"/>
                <a:gd name="T10" fmla="*/ 12 w 32"/>
                <a:gd name="T11" fmla="*/ 1 h 29"/>
                <a:gd name="T12" fmla="*/ 11 w 32"/>
                <a:gd name="T13" fmla="*/ 3 h 29"/>
                <a:gd name="T14" fmla="*/ 11 w 32"/>
                <a:gd name="T15" fmla="*/ 3 h 29"/>
                <a:gd name="T16" fmla="*/ 7 w 32"/>
                <a:gd name="T17" fmla="*/ 8 h 29"/>
                <a:gd name="T18" fmla="*/ 4 w 32"/>
                <a:gd name="T19" fmla="*/ 10 h 29"/>
                <a:gd name="T20" fmla="*/ 1 w 32"/>
                <a:gd name="T21" fmla="*/ 12 h 29"/>
                <a:gd name="T22" fmla="*/ 1 w 32"/>
                <a:gd name="T23" fmla="*/ 15 h 29"/>
                <a:gd name="T24" fmla="*/ 2 w 32"/>
                <a:gd name="T25" fmla="*/ 17 h 29"/>
                <a:gd name="T26" fmla="*/ 5 w 32"/>
                <a:gd name="T27" fmla="*/ 20 h 29"/>
                <a:gd name="T28" fmla="*/ 9 w 32"/>
                <a:gd name="T29" fmla="*/ 23 h 29"/>
                <a:gd name="T30" fmla="*/ 11 w 32"/>
                <a:gd name="T31" fmla="*/ 27 h 29"/>
                <a:gd name="T32" fmla="*/ 11 w 32"/>
                <a:gd name="T33" fmla="*/ 29 h 29"/>
                <a:gd name="T34" fmla="*/ 16 w 32"/>
                <a:gd name="T35" fmla="*/ 26 h 29"/>
                <a:gd name="T36" fmla="*/ 20 w 32"/>
                <a:gd name="T37" fmla="*/ 26 h 29"/>
                <a:gd name="T38" fmla="*/ 21 w 32"/>
                <a:gd name="T39" fmla="*/ 26 h 29"/>
                <a:gd name="T40" fmla="*/ 24 w 32"/>
                <a:gd name="T41" fmla="*/ 24 h 29"/>
                <a:gd name="T42" fmla="*/ 24 w 32"/>
                <a:gd name="T43" fmla="*/ 24 h 29"/>
                <a:gd name="T44" fmla="*/ 27 w 32"/>
                <a:gd name="T45" fmla="*/ 24 h 29"/>
                <a:gd name="T46" fmla="*/ 27 w 32"/>
                <a:gd name="T47" fmla="*/ 21 h 29"/>
                <a:gd name="T48" fmla="*/ 29 w 32"/>
                <a:gd name="T49" fmla="*/ 18 h 29"/>
                <a:gd name="T50" fmla="*/ 32 w 32"/>
                <a:gd name="T51" fmla="*/ 14 h 29"/>
                <a:gd name="T52" fmla="*/ 30 w 32"/>
                <a:gd name="T53" fmla="*/ 13 h 29"/>
                <a:gd name="T54" fmla="*/ 26 w 32"/>
                <a:gd name="T55" fmla="*/ 11 h 29"/>
                <a:gd name="T56" fmla="*/ 23 w 32"/>
                <a:gd name="T57" fmla="*/ 7 h 29"/>
                <a:gd name="T58" fmla="*/ 23 w 32"/>
                <a:gd name="T59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29">
                  <a:moveTo>
                    <a:pt x="23" y="4"/>
                  </a:moveTo>
                  <a:cubicBezTo>
                    <a:pt x="23" y="3"/>
                    <a:pt x="22" y="2"/>
                    <a:pt x="21" y="2"/>
                  </a:cubicBezTo>
                  <a:cubicBezTo>
                    <a:pt x="20" y="2"/>
                    <a:pt x="19" y="2"/>
                    <a:pt x="18" y="1"/>
                  </a:cubicBezTo>
                  <a:cubicBezTo>
                    <a:pt x="16" y="1"/>
                    <a:pt x="14" y="0"/>
                    <a:pt x="13" y="0"/>
                  </a:cubicBezTo>
                  <a:cubicBezTo>
                    <a:pt x="13" y="0"/>
                    <a:pt x="12" y="1"/>
                    <a:pt x="12" y="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2" y="2"/>
                    <a:pt x="12" y="2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4"/>
                    <a:pt x="10" y="6"/>
                    <a:pt x="7" y="8"/>
                  </a:cubicBezTo>
                  <a:cubicBezTo>
                    <a:pt x="6" y="9"/>
                    <a:pt x="5" y="9"/>
                    <a:pt x="4" y="10"/>
                  </a:cubicBezTo>
                  <a:cubicBezTo>
                    <a:pt x="3" y="10"/>
                    <a:pt x="2" y="11"/>
                    <a:pt x="1" y="12"/>
                  </a:cubicBezTo>
                  <a:cubicBezTo>
                    <a:pt x="0" y="12"/>
                    <a:pt x="1" y="13"/>
                    <a:pt x="1" y="15"/>
                  </a:cubicBezTo>
                  <a:cubicBezTo>
                    <a:pt x="1" y="15"/>
                    <a:pt x="1" y="16"/>
                    <a:pt x="2" y="17"/>
                  </a:cubicBezTo>
                  <a:cubicBezTo>
                    <a:pt x="2" y="18"/>
                    <a:pt x="4" y="19"/>
                    <a:pt x="5" y="20"/>
                  </a:cubicBezTo>
                  <a:cubicBezTo>
                    <a:pt x="7" y="21"/>
                    <a:pt x="8" y="22"/>
                    <a:pt x="9" y="23"/>
                  </a:cubicBezTo>
                  <a:cubicBezTo>
                    <a:pt x="10" y="25"/>
                    <a:pt x="11" y="26"/>
                    <a:pt x="11" y="27"/>
                  </a:cubicBezTo>
                  <a:cubicBezTo>
                    <a:pt x="11" y="28"/>
                    <a:pt x="11" y="28"/>
                    <a:pt x="11" y="29"/>
                  </a:cubicBezTo>
                  <a:cubicBezTo>
                    <a:pt x="13" y="28"/>
                    <a:pt x="15" y="27"/>
                    <a:pt x="16" y="26"/>
                  </a:cubicBezTo>
                  <a:cubicBezTo>
                    <a:pt x="18" y="25"/>
                    <a:pt x="19" y="25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4"/>
                    <a:pt x="26" y="24"/>
                    <a:pt x="27" y="24"/>
                  </a:cubicBezTo>
                  <a:cubicBezTo>
                    <a:pt x="27" y="23"/>
                    <a:pt x="27" y="22"/>
                    <a:pt x="27" y="21"/>
                  </a:cubicBezTo>
                  <a:cubicBezTo>
                    <a:pt x="27" y="20"/>
                    <a:pt x="28" y="19"/>
                    <a:pt x="29" y="18"/>
                  </a:cubicBezTo>
                  <a:cubicBezTo>
                    <a:pt x="31" y="16"/>
                    <a:pt x="32" y="15"/>
                    <a:pt x="32" y="14"/>
                  </a:cubicBezTo>
                  <a:cubicBezTo>
                    <a:pt x="31" y="13"/>
                    <a:pt x="31" y="13"/>
                    <a:pt x="30" y="13"/>
                  </a:cubicBezTo>
                  <a:cubicBezTo>
                    <a:pt x="29" y="13"/>
                    <a:pt x="28" y="12"/>
                    <a:pt x="26" y="11"/>
                  </a:cubicBezTo>
                  <a:cubicBezTo>
                    <a:pt x="23" y="9"/>
                    <a:pt x="23" y="8"/>
                    <a:pt x="23" y="7"/>
                  </a:cubicBezTo>
                  <a:cubicBezTo>
                    <a:pt x="23" y="6"/>
                    <a:pt x="23" y="5"/>
                    <a:pt x="23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5" name="Freeform 343">
              <a:extLst>
                <a:ext uri="{FF2B5EF4-FFF2-40B4-BE49-F238E27FC236}">
                  <a16:creationId xmlns:a16="http://schemas.microsoft.com/office/drawing/2014/main" id="{266AB596-FC52-1F45-B3D5-0C8AACE21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677" y="3089605"/>
              <a:ext cx="39491" cy="43722"/>
            </a:xfrm>
            <a:custGeom>
              <a:avLst/>
              <a:gdLst>
                <a:gd name="T0" fmla="*/ 31 w 36"/>
                <a:gd name="T1" fmla="*/ 2 h 41"/>
                <a:gd name="T2" fmla="*/ 27 w 36"/>
                <a:gd name="T3" fmla="*/ 1 h 41"/>
                <a:gd name="T4" fmla="*/ 23 w 36"/>
                <a:gd name="T5" fmla="*/ 1 h 41"/>
                <a:gd name="T6" fmla="*/ 19 w 36"/>
                <a:gd name="T7" fmla="*/ 3 h 41"/>
                <a:gd name="T8" fmla="*/ 17 w 36"/>
                <a:gd name="T9" fmla="*/ 6 h 41"/>
                <a:gd name="T10" fmla="*/ 13 w 36"/>
                <a:gd name="T11" fmla="*/ 9 h 41"/>
                <a:gd name="T12" fmla="*/ 6 w 36"/>
                <a:gd name="T13" fmla="*/ 8 h 41"/>
                <a:gd name="T14" fmla="*/ 4 w 36"/>
                <a:gd name="T15" fmla="*/ 6 h 41"/>
                <a:gd name="T16" fmla="*/ 0 w 36"/>
                <a:gd name="T17" fmla="*/ 4 h 41"/>
                <a:gd name="T18" fmla="*/ 1 w 36"/>
                <a:gd name="T19" fmla="*/ 6 h 41"/>
                <a:gd name="T20" fmla="*/ 4 w 36"/>
                <a:gd name="T21" fmla="*/ 12 h 41"/>
                <a:gd name="T22" fmla="*/ 5 w 36"/>
                <a:gd name="T23" fmla="*/ 16 h 41"/>
                <a:gd name="T24" fmla="*/ 6 w 36"/>
                <a:gd name="T25" fmla="*/ 26 h 41"/>
                <a:gd name="T26" fmla="*/ 7 w 36"/>
                <a:gd name="T27" fmla="*/ 30 h 41"/>
                <a:gd name="T28" fmla="*/ 13 w 36"/>
                <a:gd name="T29" fmla="*/ 39 h 41"/>
                <a:gd name="T30" fmla="*/ 13 w 36"/>
                <a:gd name="T31" fmla="*/ 41 h 41"/>
                <a:gd name="T32" fmla="*/ 15 w 36"/>
                <a:gd name="T33" fmla="*/ 40 h 41"/>
                <a:gd name="T34" fmla="*/ 16 w 36"/>
                <a:gd name="T35" fmla="*/ 39 h 41"/>
                <a:gd name="T36" fmla="*/ 24 w 36"/>
                <a:gd name="T37" fmla="*/ 32 h 41"/>
                <a:gd name="T38" fmla="*/ 26 w 36"/>
                <a:gd name="T39" fmla="*/ 29 h 41"/>
                <a:gd name="T40" fmla="*/ 30 w 36"/>
                <a:gd name="T41" fmla="*/ 22 h 41"/>
                <a:gd name="T42" fmla="*/ 34 w 36"/>
                <a:gd name="T43" fmla="*/ 19 h 41"/>
                <a:gd name="T44" fmla="*/ 36 w 36"/>
                <a:gd name="T45" fmla="*/ 16 h 41"/>
                <a:gd name="T46" fmla="*/ 33 w 36"/>
                <a:gd name="T47" fmla="*/ 14 h 41"/>
                <a:gd name="T48" fmla="*/ 31 w 36"/>
                <a:gd name="T49" fmla="*/ 13 h 41"/>
                <a:gd name="T50" fmla="*/ 29 w 36"/>
                <a:gd name="T51" fmla="*/ 9 h 41"/>
                <a:gd name="T52" fmla="*/ 30 w 36"/>
                <a:gd name="T53" fmla="*/ 5 h 41"/>
                <a:gd name="T54" fmla="*/ 31 w 36"/>
                <a:gd name="T55" fmla="*/ 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" h="41">
                  <a:moveTo>
                    <a:pt x="31" y="2"/>
                  </a:moveTo>
                  <a:cubicBezTo>
                    <a:pt x="30" y="1"/>
                    <a:pt x="28" y="1"/>
                    <a:pt x="27" y="1"/>
                  </a:cubicBezTo>
                  <a:cubicBezTo>
                    <a:pt x="26" y="0"/>
                    <a:pt x="24" y="0"/>
                    <a:pt x="23" y="1"/>
                  </a:cubicBezTo>
                  <a:cubicBezTo>
                    <a:pt x="22" y="1"/>
                    <a:pt x="21" y="2"/>
                    <a:pt x="19" y="3"/>
                  </a:cubicBezTo>
                  <a:cubicBezTo>
                    <a:pt x="18" y="4"/>
                    <a:pt x="17" y="5"/>
                    <a:pt x="17" y="6"/>
                  </a:cubicBezTo>
                  <a:cubicBezTo>
                    <a:pt x="16" y="7"/>
                    <a:pt x="15" y="8"/>
                    <a:pt x="13" y="9"/>
                  </a:cubicBezTo>
                  <a:cubicBezTo>
                    <a:pt x="10" y="11"/>
                    <a:pt x="9" y="10"/>
                    <a:pt x="6" y="8"/>
                  </a:cubicBezTo>
                  <a:cubicBezTo>
                    <a:pt x="6" y="8"/>
                    <a:pt x="5" y="7"/>
                    <a:pt x="4" y="6"/>
                  </a:cubicBezTo>
                  <a:cubicBezTo>
                    <a:pt x="2" y="5"/>
                    <a:pt x="1" y="4"/>
                    <a:pt x="0" y="4"/>
                  </a:cubicBezTo>
                  <a:cubicBezTo>
                    <a:pt x="0" y="5"/>
                    <a:pt x="1" y="5"/>
                    <a:pt x="1" y="6"/>
                  </a:cubicBezTo>
                  <a:cubicBezTo>
                    <a:pt x="2" y="9"/>
                    <a:pt x="3" y="11"/>
                    <a:pt x="4" y="12"/>
                  </a:cubicBezTo>
                  <a:cubicBezTo>
                    <a:pt x="5" y="13"/>
                    <a:pt x="5" y="14"/>
                    <a:pt x="5" y="16"/>
                  </a:cubicBezTo>
                  <a:cubicBezTo>
                    <a:pt x="5" y="18"/>
                    <a:pt x="5" y="21"/>
                    <a:pt x="6" y="26"/>
                  </a:cubicBezTo>
                  <a:cubicBezTo>
                    <a:pt x="6" y="28"/>
                    <a:pt x="6" y="29"/>
                    <a:pt x="7" y="30"/>
                  </a:cubicBezTo>
                  <a:cubicBezTo>
                    <a:pt x="10" y="31"/>
                    <a:pt x="12" y="35"/>
                    <a:pt x="13" y="39"/>
                  </a:cubicBezTo>
                  <a:cubicBezTo>
                    <a:pt x="13" y="40"/>
                    <a:pt x="13" y="40"/>
                    <a:pt x="13" y="41"/>
                  </a:cubicBezTo>
                  <a:cubicBezTo>
                    <a:pt x="14" y="40"/>
                    <a:pt x="14" y="40"/>
                    <a:pt x="15" y="40"/>
                  </a:cubicBezTo>
                  <a:cubicBezTo>
                    <a:pt x="15" y="39"/>
                    <a:pt x="16" y="39"/>
                    <a:pt x="16" y="39"/>
                  </a:cubicBezTo>
                  <a:cubicBezTo>
                    <a:pt x="19" y="37"/>
                    <a:pt x="23" y="34"/>
                    <a:pt x="24" y="32"/>
                  </a:cubicBezTo>
                  <a:cubicBezTo>
                    <a:pt x="25" y="31"/>
                    <a:pt x="25" y="30"/>
                    <a:pt x="26" y="29"/>
                  </a:cubicBezTo>
                  <a:cubicBezTo>
                    <a:pt x="26" y="27"/>
                    <a:pt x="27" y="25"/>
                    <a:pt x="30" y="22"/>
                  </a:cubicBezTo>
                  <a:cubicBezTo>
                    <a:pt x="31" y="21"/>
                    <a:pt x="33" y="20"/>
                    <a:pt x="34" y="19"/>
                  </a:cubicBezTo>
                  <a:cubicBezTo>
                    <a:pt x="35" y="18"/>
                    <a:pt x="36" y="17"/>
                    <a:pt x="36" y="16"/>
                  </a:cubicBezTo>
                  <a:cubicBezTo>
                    <a:pt x="36" y="15"/>
                    <a:pt x="35" y="14"/>
                    <a:pt x="33" y="14"/>
                  </a:cubicBezTo>
                  <a:cubicBezTo>
                    <a:pt x="32" y="13"/>
                    <a:pt x="32" y="13"/>
                    <a:pt x="31" y="13"/>
                  </a:cubicBezTo>
                  <a:cubicBezTo>
                    <a:pt x="30" y="12"/>
                    <a:pt x="29" y="11"/>
                    <a:pt x="29" y="9"/>
                  </a:cubicBezTo>
                  <a:cubicBezTo>
                    <a:pt x="29" y="8"/>
                    <a:pt x="29" y="7"/>
                    <a:pt x="30" y="5"/>
                  </a:cubicBezTo>
                  <a:cubicBezTo>
                    <a:pt x="30" y="4"/>
                    <a:pt x="31" y="3"/>
                    <a:pt x="3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6" name="Freeform 344">
              <a:extLst>
                <a:ext uri="{FF2B5EF4-FFF2-40B4-BE49-F238E27FC236}">
                  <a16:creationId xmlns:a16="http://schemas.microsoft.com/office/drawing/2014/main" id="{D26D00E5-8717-08C8-1217-096D5C67E0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9189" y="3536698"/>
              <a:ext cx="369521" cy="304644"/>
            </a:xfrm>
            <a:custGeom>
              <a:avLst/>
              <a:gdLst>
                <a:gd name="T0" fmla="*/ 321 w 337"/>
                <a:gd name="T1" fmla="*/ 106 h 284"/>
                <a:gd name="T2" fmla="*/ 310 w 337"/>
                <a:gd name="T3" fmla="*/ 112 h 284"/>
                <a:gd name="T4" fmla="*/ 303 w 337"/>
                <a:gd name="T5" fmla="*/ 111 h 284"/>
                <a:gd name="T6" fmla="*/ 295 w 337"/>
                <a:gd name="T7" fmla="*/ 98 h 284"/>
                <a:gd name="T8" fmla="*/ 302 w 337"/>
                <a:gd name="T9" fmla="*/ 82 h 284"/>
                <a:gd name="T10" fmla="*/ 315 w 337"/>
                <a:gd name="T11" fmla="*/ 80 h 284"/>
                <a:gd name="T12" fmla="*/ 319 w 337"/>
                <a:gd name="T13" fmla="*/ 74 h 284"/>
                <a:gd name="T14" fmla="*/ 317 w 337"/>
                <a:gd name="T15" fmla="*/ 45 h 284"/>
                <a:gd name="T16" fmla="*/ 310 w 337"/>
                <a:gd name="T17" fmla="*/ 28 h 284"/>
                <a:gd name="T18" fmla="*/ 306 w 337"/>
                <a:gd name="T19" fmla="*/ 12 h 284"/>
                <a:gd name="T20" fmla="*/ 290 w 337"/>
                <a:gd name="T21" fmla="*/ 3 h 284"/>
                <a:gd name="T22" fmla="*/ 263 w 337"/>
                <a:gd name="T23" fmla="*/ 0 h 284"/>
                <a:gd name="T24" fmla="*/ 244 w 337"/>
                <a:gd name="T25" fmla="*/ 11 h 284"/>
                <a:gd name="T26" fmla="*/ 234 w 337"/>
                <a:gd name="T27" fmla="*/ 21 h 284"/>
                <a:gd name="T28" fmla="*/ 216 w 337"/>
                <a:gd name="T29" fmla="*/ 40 h 284"/>
                <a:gd name="T30" fmla="*/ 203 w 337"/>
                <a:gd name="T31" fmla="*/ 55 h 284"/>
                <a:gd name="T32" fmla="*/ 193 w 337"/>
                <a:gd name="T33" fmla="*/ 61 h 284"/>
                <a:gd name="T34" fmla="*/ 189 w 337"/>
                <a:gd name="T35" fmla="*/ 74 h 284"/>
                <a:gd name="T36" fmla="*/ 168 w 337"/>
                <a:gd name="T37" fmla="*/ 81 h 284"/>
                <a:gd name="T38" fmla="*/ 135 w 337"/>
                <a:gd name="T39" fmla="*/ 70 h 284"/>
                <a:gd name="T40" fmla="*/ 130 w 337"/>
                <a:gd name="T41" fmla="*/ 78 h 284"/>
                <a:gd name="T42" fmla="*/ 120 w 337"/>
                <a:gd name="T43" fmla="*/ 92 h 284"/>
                <a:gd name="T44" fmla="*/ 95 w 337"/>
                <a:gd name="T45" fmla="*/ 103 h 284"/>
                <a:gd name="T46" fmla="*/ 85 w 337"/>
                <a:gd name="T47" fmla="*/ 98 h 284"/>
                <a:gd name="T48" fmla="*/ 88 w 337"/>
                <a:gd name="T49" fmla="*/ 84 h 284"/>
                <a:gd name="T50" fmla="*/ 78 w 337"/>
                <a:gd name="T51" fmla="*/ 62 h 284"/>
                <a:gd name="T52" fmla="*/ 74 w 337"/>
                <a:gd name="T53" fmla="*/ 92 h 284"/>
                <a:gd name="T54" fmla="*/ 68 w 337"/>
                <a:gd name="T55" fmla="*/ 140 h 284"/>
                <a:gd name="T56" fmla="*/ 60 w 337"/>
                <a:gd name="T57" fmla="*/ 144 h 284"/>
                <a:gd name="T58" fmla="*/ 33 w 337"/>
                <a:gd name="T59" fmla="*/ 149 h 284"/>
                <a:gd name="T60" fmla="*/ 17 w 337"/>
                <a:gd name="T61" fmla="*/ 141 h 284"/>
                <a:gd name="T62" fmla="*/ 18 w 337"/>
                <a:gd name="T63" fmla="*/ 135 h 284"/>
                <a:gd name="T64" fmla="*/ 14 w 337"/>
                <a:gd name="T65" fmla="*/ 131 h 284"/>
                <a:gd name="T66" fmla="*/ 0 w 337"/>
                <a:gd name="T67" fmla="*/ 142 h 284"/>
                <a:gd name="T68" fmla="*/ 18 w 337"/>
                <a:gd name="T69" fmla="*/ 182 h 284"/>
                <a:gd name="T70" fmla="*/ 37 w 337"/>
                <a:gd name="T71" fmla="*/ 220 h 284"/>
                <a:gd name="T72" fmla="*/ 34 w 337"/>
                <a:gd name="T73" fmla="*/ 235 h 284"/>
                <a:gd name="T74" fmla="*/ 32 w 337"/>
                <a:gd name="T75" fmla="*/ 241 h 284"/>
                <a:gd name="T76" fmla="*/ 40 w 337"/>
                <a:gd name="T77" fmla="*/ 258 h 284"/>
                <a:gd name="T78" fmla="*/ 42 w 337"/>
                <a:gd name="T79" fmla="*/ 268 h 284"/>
                <a:gd name="T80" fmla="*/ 48 w 337"/>
                <a:gd name="T81" fmla="*/ 271 h 284"/>
                <a:gd name="T82" fmla="*/ 62 w 337"/>
                <a:gd name="T83" fmla="*/ 279 h 284"/>
                <a:gd name="T84" fmla="*/ 82 w 337"/>
                <a:gd name="T85" fmla="*/ 276 h 284"/>
                <a:gd name="T86" fmla="*/ 112 w 337"/>
                <a:gd name="T87" fmla="*/ 271 h 284"/>
                <a:gd name="T88" fmla="*/ 130 w 337"/>
                <a:gd name="T89" fmla="*/ 263 h 284"/>
                <a:gd name="T90" fmla="*/ 163 w 337"/>
                <a:gd name="T91" fmla="*/ 266 h 284"/>
                <a:gd name="T92" fmla="*/ 186 w 337"/>
                <a:gd name="T93" fmla="*/ 264 h 284"/>
                <a:gd name="T94" fmla="*/ 203 w 337"/>
                <a:gd name="T95" fmla="*/ 258 h 284"/>
                <a:gd name="T96" fmla="*/ 244 w 337"/>
                <a:gd name="T97" fmla="*/ 234 h 284"/>
                <a:gd name="T98" fmla="*/ 289 w 337"/>
                <a:gd name="T99" fmla="*/ 187 h 284"/>
                <a:gd name="T100" fmla="*/ 316 w 337"/>
                <a:gd name="T101" fmla="*/ 148 h 284"/>
                <a:gd name="T102" fmla="*/ 336 w 337"/>
                <a:gd name="T103" fmla="*/ 108 h 284"/>
                <a:gd name="T104" fmla="*/ 327 w 337"/>
                <a:gd name="T105" fmla="*/ 105 h 284"/>
                <a:gd name="T106" fmla="*/ 263 w 337"/>
                <a:gd name="T107" fmla="*/ 167 h 284"/>
                <a:gd name="T108" fmla="*/ 256 w 337"/>
                <a:gd name="T109" fmla="*/ 176 h 284"/>
                <a:gd name="T110" fmla="*/ 240 w 337"/>
                <a:gd name="T111" fmla="*/ 189 h 284"/>
                <a:gd name="T112" fmla="*/ 222 w 337"/>
                <a:gd name="T113" fmla="*/ 178 h 284"/>
                <a:gd name="T114" fmla="*/ 222 w 337"/>
                <a:gd name="T115" fmla="*/ 161 h 284"/>
                <a:gd name="T116" fmla="*/ 233 w 337"/>
                <a:gd name="T117" fmla="*/ 147 h 284"/>
                <a:gd name="T118" fmla="*/ 244 w 337"/>
                <a:gd name="T119" fmla="*/ 141 h 284"/>
                <a:gd name="T120" fmla="*/ 260 w 337"/>
                <a:gd name="T121" fmla="*/ 148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7" h="284">
                  <a:moveTo>
                    <a:pt x="327" y="105"/>
                  </a:moveTo>
                  <a:cubicBezTo>
                    <a:pt x="325" y="105"/>
                    <a:pt x="324" y="105"/>
                    <a:pt x="323" y="104"/>
                  </a:cubicBezTo>
                  <a:cubicBezTo>
                    <a:pt x="323" y="104"/>
                    <a:pt x="322" y="105"/>
                    <a:pt x="321" y="106"/>
                  </a:cubicBezTo>
                  <a:cubicBezTo>
                    <a:pt x="321" y="106"/>
                    <a:pt x="321" y="107"/>
                    <a:pt x="321" y="107"/>
                  </a:cubicBezTo>
                  <a:cubicBezTo>
                    <a:pt x="320" y="109"/>
                    <a:pt x="319" y="112"/>
                    <a:pt x="317" y="112"/>
                  </a:cubicBezTo>
                  <a:cubicBezTo>
                    <a:pt x="315" y="112"/>
                    <a:pt x="313" y="112"/>
                    <a:pt x="310" y="112"/>
                  </a:cubicBezTo>
                  <a:cubicBezTo>
                    <a:pt x="309" y="112"/>
                    <a:pt x="308" y="112"/>
                    <a:pt x="307" y="112"/>
                  </a:cubicBezTo>
                  <a:cubicBezTo>
                    <a:pt x="306" y="112"/>
                    <a:pt x="304" y="112"/>
                    <a:pt x="303" y="111"/>
                  </a:cubicBezTo>
                  <a:cubicBezTo>
                    <a:pt x="303" y="111"/>
                    <a:pt x="303" y="111"/>
                    <a:pt x="303" y="111"/>
                  </a:cubicBezTo>
                  <a:cubicBezTo>
                    <a:pt x="302" y="110"/>
                    <a:pt x="301" y="109"/>
                    <a:pt x="300" y="106"/>
                  </a:cubicBezTo>
                  <a:cubicBezTo>
                    <a:pt x="299" y="104"/>
                    <a:pt x="298" y="104"/>
                    <a:pt x="297" y="103"/>
                  </a:cubicBezTo>
                  <a:cubicBezTo>
                    <a:pt x="296" y="102"/>
                    <a:pt x="296" y="101"/>
                    <a:pt x="295" y="98"/>
                  </a:cubicBezTo>
                  <a:cubicBezTo>
                    <a:pt x="294" y="94"/>
                    <a:pt x="295" y="92"/>
                    <a:pt x="296" y="89"/>
                  </a:cubicBezTo>
                  <a:cubicBezTo>
                    <a:pt x="297" y="89"/>
                    <a:pt x="297" y="88"/>
                    <a:pt x="297" y="88"/>
                  </a:cubicBezTo>
                  <a:cubicBezTo>
                    <a:pt x="298" y="86"/>
                    <a:pt x="300" y="84"/>
                    <a:pt x="302" y="82"/>
                  </a:cubicBezTo>
                  <a:cubicBezTo>
                    <a:pt x="305" y="80"/>
                    <a:pt x="307" y="78"/>
                    <a:pt x="309" y="78"/>
                  </a:cubicBezTo>
                  <a:cubicBezTo>
                    <a:pt x="312" y="77"/>
                    <a:pt x="313" y="78"/>
                    <a:pt x="314" y="79"/>
                  </a:cubicBezTo>
                  <a:cubicBezTo>
                    <a:pt x="314" y="80"/>
                    <a:pt x="315" y="80"/>
                    <a:pt x="315" y="80"/>
                  </a:cubicBezTo>
                  <a:cubicBezTo>
                    <a:pt x="315" y="81"/>
                    <a:pt x="316" y="81"/>
                    <a:pt x="317" y="81"/>
                  </a:cubicBezTo>
                  <a:cubicBezTo>
                    <a:pt x="318" y="81"/>
                    <a:pt x="319" y="81"/>
                    <a:pt x="319" y="81"/>
                  </a:cubicBezTo>
                  <a:cubicBezTo>
                    <a:pt x="319" y="78"/>
                    <a:pt x="319" y="76"/>
                    <a:pt x="319" y="74"/>
                  </a:cubicBezTo>
                  <a:cubicBezTo>
                    <a:pt x="319" y="73"/>
                    <a:pt x="319" y="73"/>
                    <a:pt x="319" y="72"/>
                  </a:cubicBezTo>
                  <a:cubicBezTo>
                    <a:pt x="319" y="70"/>
                    <a:pt x="319" y="65"/>
                    <a:pt x="318" y="59"/>
                  </a:cubicBezTo>
                  <a:cubicBezTo>
                    <a:pt x="318" y="54"/>
                    <a:pt x="318" y="49"/>
                    <a:pt x="317" y="45"/>
                  </a:cubicBezTo>
                  <a:cubicBezTo>
                    <a:pt x="317" y="42"/>
                    <a:pt x="316" y="39"/>
                    <a:pt x="316" y="37"/>
                  </a:cubicBezTo>
                  <a:cubicBezTo>
                    <a:pt x="315" y="35"/>
                    <a:pt x="314" y="34"/>
                    <a:pt x="313" y="32"/>
                  </a:cubicBezTo>
                  <a:cubicBezTo>
                    <a:pt x="312" y="31"/>
                    <a:pt x="311" y="30"/>
                    <a:pt x="310" y="28"/>
                  </a:cubicBezTo>
                  <a:cubicBezTo>
                    <a:pt x="310" y="27"/>
                    <a:pt x="309" y="25"/>
                    <a:pt x="309" y="24"/>
                  </a:cubicBezTo>
                  <a:cubicBezTo>
                    <a:pt x="309" y="22"/>
                    <a:pt x="308" y="20"/>
                    <a:pt x="308" y="17"/>
                  </a:cubicBezTo>
                  <a:cubicBezTo>
                    <a:pt x="307" y="15"/>
                    <a:pt x="307" y="13"/>
                    <a:pt x="306" y="12"/>
                  </a:cubicBezTo>
                  <a:cubicBezTo>
                    <a:pt x="306" y="10"/>
                    <a:pt x="305" y="8"/>
                    <a:pt x="304" y="7"/>
                  </a:cubicBezTo>
                  <a:cubicBezTo>
                    <a:pt x="303" y="6"/>
                    <a:pt x="301" y="5"/>
                    <a:pt x="299" y="4"/>
                  </a:cubicBezTo>
                  <a:cubicBezTo>
                    <a:pt x="296" y="4"/>
                    <a:pt x="293" y="3"/>
                    <a:pt x="290" y="3"/>
                  </a:cubicBezTo>
                  <a:cubicBezTo>
                    <a:pt x="287" y="3"/>
                    <a:pt x="283" y="3"/>
                    <a:pt x="279" y="3"/>
                  </a:cubicBezTo>
                  <a:cubicBezTo>
                    <a:pt x="275" y="3"/>
                    <a:pt x="271" y="2"/>
                    <a:pt x="268" y="1"/>
                  </a:cubicBezTo>
                  <a:cubicBezTo>
                    <a:pt x="266" y="1"/>
                    <a:pt x="264" y="0"/>
                    <a:pt x="263" y="0"/>
                  </a:cubicBezTo>
                  <a:cubicBezTo>
                    <a:pt x="262" y="2"/>
                    <a:pt x="258" y="6"/>
                    <a:pt x="256" y="8"/>
                  </a:cubicBezTo>
                  <a:cubicBezTo>
                    <a:pt x="254" y="9"/>
                    <a:pt x="252" y="9"/>
                    <a:pt x="250" y="10"/>
                  </a:cubicBezTo>
                  <a:cubicBezTo>
                    <a:pt x="248" y="10"/>
                    <a:pt x="246" y="10"/>
                    <a:pt x="244" y="11"/>
                  </a:cubicBezTo>
                  <a:cubicBezTo>
                    <a:pt x="243" y="12"/>
                    <a:pt x="241" y="14"/>
                    <a:pt x="239" y="16"/>
                  </a:cubicBezTo>
                  <a:cubicBezTo>
                    <a:pt x="239" y="16"/>
                    <a:pt x="239" y="16"/>
                    <a:pt x="239" y="16"/>
                  </a:cubicBezTo>
                  <a:cubicBezTo>
                    <a:pt x="238" y="18"/>
                    <a:pt x="236" y="20"/>
                    <a:pt x="234" y="21"/>
                  </a:cubicBezTo>
                  <a:cubicBezTo>
                    <a:pt x="233" y="22"/>
                    <a:pt x="231" y="24"/>
                    <a:pt x="230" y="25"/>
                  </a:cubicBezTo>
                  <a:cubicBezTo>
                    <a:pt x="225" y="29"/>
                    <a:pt x="220" y="33"/>
                    <a:pt x="218" y="35"/>
                  </a:cubicBezTo>
                  <a:cubicBezTo>
                    <a:pt x="217" y="36"/>
                    <a:pt x="217" y="38"/>
                    <a:pt x="216" y="40"/>
                  </a:cubicBezTo>
                  <a:cubicBezTo>
                    <a:pt x="216" y="42"/>
                    <a:pt x="216" y="44"/>
                    <a:pt x="215" y="45"/>
                  </a:cubicBezTo>
                  <a:cubicBezTo>
                    <a:pt x="214" y="47"/>
                    <a:pt x="212" y="48"/>
                    <a:pt x="210" y="50"/>
                  </a:cubicBezTo>
                  <a:cubicBezTo>
                    <a:pt x="207" y="52"/>
                    <a:pt x="204" y="54"/>
                    <a:pt x="203" y="55"/>
                  </a:cubicBezTo>
                  <a:cubicBezTo>
                    <a:pt x="202" y="55"/>
                    <a:pt x="200" y="56"/>
                    <a:pt x="199" y="56"/>
                  </a:cubicBezTo>
                  <a:cubicBezTo>
                    <a:pt x="197" y="56"/>
                    <a:pt x="195" y="57"/>
                    <a:pt x="194" y="58"/>
                  </a:cubicBezTo>
                  <a:cubicBezTo>
                    <a:pt x="194" y="58"/>
                    <a:pt x="193" y="60"/>
                    <a:pt x="193" y="61"/>
                  </a:cubicBezTo>
                  <a:cubicBezTo>
                    <a:pt x="193" y="61"/>
                    <a:pt x="193" y="61"/>
                    <a:pt x="193" y="61"/>
                  </a:cubicBezTo>
                  <a:cubicBezTo>
                    <a:pt x="192" y="64"/>
                    <a:pt x="191" y="67"/>
                    <a:pt x="191" y="69"/>
                  </a:cubicBezTo>
                  <a:cubicBezTo>
                    <a:pt x="191" y="71"/>
                    <a:pt x="190" y="73"/>
                    <a:pt x="189" y="74"/>
                  </a:cubicBezTo>
                  <a:cubicBezTo>
                    <a:pt x="187" y="76"/>
                    <a:pt x="186" y="77"/>
                    <a:pt x="184" y="77"/>
                  </a:cubicBezTo>
                  <a:cubicBezTo>
                    <a:pt x="183" y="78"/>
                    <a:pt x="180" y="79"/>
                    <a:pt x="177" y="80"/>
                  </a:cubicBezTo>
                  <a:cubicBezTo>
                    <a:pt x="174" y="80"/>
                    <a:pt x="171" y="81"/>
                    <a:pt x="168" y="81"/>
                  </a:cubicBezTo>
                  <a:cubicBezTo>
                    <a:pt x="164" y="80"/>
                    <a:pt x="156" y="76"/>
                    <a:pt x="149" y="73"/>
                  </a:cubicBezTo>
                  <a:cubicBezTo>
                    <a:pt x="144" y="71"/>
                    <a:pt x="141" y="69"/>
                    <a:pt x="139" y="69"/>
                  </a:cubicBezTo>
                  <a:cubicBezTo>
                    <a:pt x="138" y="69"/>
                    <a:pt x="137" y="69"/>
                    <a:pt x="135" y="70"/>
                  </a:cubicBezTo>
                  <a:cubicBezTo>
                    <a:pt x="134" y="71"/>
                    <a:pt x="133" y="72"/>
                    <a:pt x="132" y="72"/>
                  </a:cubicBezTo>
                  <a:cubicBezTo>
                    <a:pt x="131" y="73"/>
                    <a:pt x="131" y="76"/>
                    <a:pt x="130" y="78"/>
                  </a:cubicBezTo>
                  <a:cubicBezTo>
                    <a:pt x="130" y="78"/>
                    <a:pt x="130" y="78"/>
                    <a:pt x="130" y="78"/>
                  </a:cubicBezTo>
                  <a:cubicBezTo>
                    <a:pt x="130" y="81"/>
                    <a:pt x="129" y="83"/>
                    <a:pt x="128" y="85"/>
                  </a:cubicBezTo>
                  <a:cubicBezTo>
                    <a:pt x="127" y="88"/>
                    <a:pt x="125" y="89"/>
                    <a:pt x="123" y="90"/>
                  </a:cubicBezTo>
                  <a:cubicBezTo>
                    <a:pt x="122" y="91"/>
                    <a:pt x="121" y="91"/>
                    <a:pt x="120" y="92"/>
                  </a:cubicBezTo>
                  <a:cubicBezTo>
                    <a:pt x="118" y="94"/>
                    <a:pt x="117" y="96"/>
                    <a:pt x="115" y="97"/>
                  </a:cubicBezTo>
                  <a:cubicBezTo>
                    <a:pt x="112" y="100"/>
                    <a:pt x="110" y="102"/>
                    <a:pt x="108" y="103"/>
                  </a:cubicBezTo>
                  <a:cubicBezTo>
                    <a:pt x="105" y="104"/>
                    <a:pt x="99" y="103"/>
                    <a:pt x="95" y="103"/>
                  </a:cubicBezTo>
                  <a:cubicBezTo>
                    <a:pt x="94" y="103"/>
                    <a:pt x="93" y="103"/>
                    <a:pt x="92" y="103"/>
                  </a:cubicBezTo>
                  <a:cubicBezTo>
                    <a:pt x="91" y="103"/>
                    <a:pt x="89" y="103"/>
                    <a:pt x="88" y="102"/>
                  </a:cubicBezTo>
                  <a:cubicBezTo>
                    <a:pt x="87" y="101"/>
                    <a:pt x="86" y="99"/>
                    <a:pt x="85" y="98"/>
                  </a:cubicBezTo>
                  <a:cubicBezTo>
                    <a:pt x="84" y="94"/>
                    <a:pt x="85" y="92"/>
                    <a:pt x="86" y="90"/>
                  </a:cubicBezTo>
                  <a:cubicBezTo>
                    <a:pt x="87" y="89"/>
                    <a:pt x="87" y="89"/>
                    <a:pt x="87" y="88"/>
                  </a:cubicBezTo>
                  <a:cubicBezTo>
                    <a:pt x="87" y="87"/>
                    <a:pt x="88" y="86"/>
                    <a:pt x="88" y="84"/>
                  </a:cubicBezTo>
                  <a:cubicBezTo>
                    <a:pt x="88" y="82"/>
                    <a:pt x="88" y="80"/>
                    <a:pt x="86" y="78"/>
                  </a:cubicBezTo>
                  <a:cubicBezTo>
                    <a:pt x="85" y="76"/>
                    <a:pt x="84" y="74"/>
                    <a:pt x="83" y="72"/>
                  </a:cubicBezTo>
                  <a:cubicBezTo>
                    <a:pt x="81" y="68"/>
                    <a:pt x="80" y="65"/>
                    <a:pt x="78" y="62"/>
                  </a:cubicBezTo>
                  <a:cubicBezTo>
                    <a:pt x="75" y="59"/>
                    <a:pt x="75" y="59"/>
                    <a:pt x="74" y="59"/>
                  </a:cubicBezTo>
                  <a:cubicBezTo>
                    <a:pt x="74" y="68"/>
                    <a:pt x="74" y="74"/>
                    <a:pt x="74" y="77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74" y="109"/>
                    <a:pt x="74" y="133"/>
                    <a:pt x="74" y="135"/>
                  </a:cubicBezTo>
                  <a:cubicBezTo>
                    <a:pt x="74" y="136"/>
                    <a:pt x="73" y="137"/>
                    <a:pt x="72" y="138"/>
                  </a:cubicBezTo>
                  <a:cubicBezTo>
                    <a:pt x="71" y="139"/>
                    <a:pt x="70" y="140"/>
                    <a:pt x="68" y="140"/>
                  </a:cubicBezTo>
                  <a:cubicBezTo>
                    <a:pt x="66" y="140"/>
                    <a:pt x="64" y="141"/>
                    <a:pt x="63" y="141"/>
                  </a:cubicBezTo>
                  <a:cubicBezTo>
                    <a:pt x="61" y="142"/>
                    <a:pt x="61" y="142"/>
                    <a:pt x="60" y="143"/>
                  </a:cubicBezTo>
                  <a:cubicBezTo>
                    <a:pt x="60" y="143"/>
                    <a:pt x="60" y="144"/>
                    <a:pt x="60" y="144"/>
                  </a:cubicBezTo>
                  <a:cubicBezTo>
                    <a:pt x="58" y="146"/>
                    <a:pt x="57" y="149"/>
                    <a:pt x="53" y="149"/>
                  </a:cubicBezTo>
                  <a:cubicBezTo>
                    <a:pt x="51" y="149"/>
                    <a:pt x="46" y="149"/>
                    <a:pt x="42" y="149"/>
                  </a:cubicBezTo>
                  <a:cubicBezTo>
                    <a:pt x="38" y="149"/>
                    <a:pt x="34" y="149"/>
                    <a:pt x="33" y="149"/>
                  </a:cubicBezTo>
                  <a:cubicBezTo>
                    <a:pt x="30" y="148"/>
                    <a:pt x="26" y="147"/>
                    <a:pt x="23" y="145"/>
                  </a:cubicBezTo>
                  <a:cubicBezTo>
                    <a:pt x="23" y="145"/>
                    <a:pt x="23" y="145"/>
                    <a:pt x="23" y="145"/>
                  </a:cubicBezTo>
                  <a:cubicBezTo>
                    <a:pt x="20" y="144"/>
                    <a:pt x="18" y="143"/>
                    <a:pt x="17" y="141"/>
                  </a:cubicBezTo>
                  <a:cubicBezTo>
                    <a:pt x="17" y="140"/>
                    <a:pt x="17" y="138"/>
                    <a:pt x="17" y="137"/>
                  </a:cubicBezTo>
                  <a:cubicBezTo>
                    <a:pt x="18" y="136"/>
                    <a:pt x="18" y="135"/>
                    <a:pt x="18" y="135"/>
                  </a:cubicBezTo>
                  <a:cubicBezTo>
                    <a:pt x="18" y="135"/>
                    <a:pt x="18" y="135"/>
                    <a:pt x="18" y="135"/>
                  </a:cubicBezTo>
                  <a:cubicBezTo>
                    <a:pt x="17" y="135"/>
                    <a:pt x="17" y="135"/>
                    <a:pt x="17" y="135"/>
                  </a:cubicBezTo>
                  <a:cubicBezTo>
                    <a:pt x="17" y="134"/>
                    <a:pt x="17" y="134"/>
                    <a:pt x="17" y="134"/>
                  </a:cubicBezTo>
                  <a:cubicBezTo>
                    <a:pt x="16" y="133"/>
                    <a:pt x="15" y="131"/>
                    <a:pt x="14" y="131"/>
                  </a:cubicBezTo>
                  <a:cubicBezTo>
                    <a:pt x="13" y="131"/>
                    <a:pt x="12" y="131"/>
                    <a:pt x="10" y="131"/>
                  </a:cubicBezTo>
                  <a:cubicBezTo>
                    <a:pt x="9" y="131"/>
                    <a:pt x="9" y="132"/>
                    <a:pt x="8" y="132"/>
                  </a:cubicBezTo>
                  <a:cubicBezTo>
                    <a:pt x="7" y="134"/>
                    <a:pt x="3" y="139"/>
                    <a:pt x="0" y="142"/>
                  </a:cubicBezTo>
                  <a:cubicBezTo>
                    <a:pt x="1" y="144"/>
                    <a:pt x="1" y="146"/>
                    <a:pt x="3" y="149"/>
                  </a:cubicBezTo>
                  <a:cubicBezTo>
                    <a:pt x="6" y="154"/>
                    <a:pt x="9" y="161"/>
                    <a:pt x="11" y="165"/>
                  </a:cubicBezTo>
                  <a:cubicBezTo>
                    <a:pt x="13" y="169"/>
                    <a:pt x="17" y="178"/>
                    <a:pt x="18" y="182"/>
                  </a:cubicBezTo>
                  <a:cubicBezTo>
                    <a:pt x="20" y="185"/>
                    <a:pt x="24" y="192"/>
                    <a:pt x="26" y="197"/>
                  </a:cubicBezTo>
                  <a:cubicBezTo>
                    <a:pt x="29" y="202"/>
                    <a:pt x="31" y="206"/>
                    <a:pt x="33" y="210"/>
                  </a:cubicBezTo>
                  <a:cubicBezTo>
                    <a:pt x="35" y="214"/>
                    <a:pt x="36" y="218"/>
                    <a:pt x="37" y="220"/>
                  </a:cubicBezTo>
                  <a:cubicBezTo>
                    <a:pt x="38" y="222"/>
                    <a:pt x="39" y="226"/>
                    <a:pt x="38" y="227"/>
                  </a:cubicBezTo>
                  <a:cubicBezTo>
                    <a:pt x="38" y="228"/>
                    <a:pt x="35" y="231"/>
                    <a:pt x="35" y="232"/>
                  </a:cubicBezTo>
                  <a:cubicBezTo>
                    <a:pt x="35" y="233"/>
                    <a:pt x="35" y="234"/>
                    <a:pt x="34" y="235"/>
                  </a:cubicBezTo>
                  <a:cubicBezTo>
                    <a:pt x="33" y="235"/>
                    <a:pt x="30" y="234"/>
                    <a:pt x="29" y="235"/>
                  </a:cubicBezTo>
                  <a:cubicBezTo>
                    <a:pt x="29" y="236"/>
                    <a:pt x="27" y="237"/>
                    <a:pt x="28" y="239"/>
                  </a:cubicBezTo>
                  <a:cubicBezTo>
                    <a:pt x="30" y="240"/>
                    <a:pt x="30" y="240"/>
                    <a:pt x="32" y="241"/>
                  </a:cubicBezTo>
                  <a:cubicBezTo>
                    <a:pt x="33" y="242"/>
                    <a:pt x="34" y="247"/>
                    <a:pt x="35" y="249"/>
                  </a:cubicBezTo>
                  <a:cubicBezTo>
                    <a:pt x="35" y="251"/>
                    <a:pt x="36" y="252"/>
                    <a:pt x="37" y="254"/>
                  </a:cubicBezTo>
                  <a:cubicBezTo>
                    <a:pt x="39" y="256"/>
                    <a:pt x="40" y="257"/>
                    <a:pt x="40" y="258"/>
                  </a:cubicBezTo>
                  <a:cubicBezTo>
                    <a:pt x="40" y="260"/>
                    <a:pt x="38" y="262"/>
                    <a:pt x="38" y="265"/>
                  </a:cubicBezTo>
                  <a:cubicBezTo>
                    <a:pt x="39" y="268"/>
                    <a:pt x="39" y="270"/>
                    <a:pt x="40" y="271"/>
                  </a:cubicBezTo>
                  <a:cubicBezTo>
                    <a:pt x="41" y="272"/>
                    <a:pt x="42" y="269"/>
                    <a:pt x="42" y="268"/>
                  </a:cubicBezTo>
                  <a:cubicBezTo>
                    <a:pt x="43" y="266"/>
                    <a:pt x="42" y="266"/>
                    <a:pt x="44" y="266"/>
                  </a:cubicBezTo>
                  <a:cubicBezTo>
                    <a:pt x="47" y="266"/>
                    <a:pt x="47" y="265"/>
                    <a:pt x="48" y="267"/>
                  </a:cubicBezTo>
                  <a:cubicBezTo>
                    <a:pt x="49" y="268"/>
                    <a:pt x="48" y="269"/>
                    <a:pt x="48" y="271"/>
                  </a:cubicBezTo>
                  <a:cubicBezTo>
                    <a:pt x="49" y="272"/>
                    <a:pt x="51" y="272"/>
                    <a:pt x="53" y="273"/>
                  </a:cubicBezTo>
                  <a:cubicBezTo>
                    <a:pt x="55" y="273"/>
                    <a:pt x="56" y="273"/>
                    <a:pt x="57" y="275"/>
                  </a:cubicBezTo>
                  <a:cubicBezTo>
                    <a:pt x="59" y="276"/>
                    <a:pt x="60" y="278"/>
                    <a:pt x="62" y="279"/>
                  </a:cubicBezTo>
                  <a:cubicBezTo>
                    <a:pt x="64" y="279"/>
                    <a:pt x="67" y="280"/>
                    <a:pt x="68" y="281"/>
                  </a:cubicBezTo>
                  <a:cubicBezTo>
                    <a:pt x="70" y="281"/>
                    <a:pt x="70" y="284"/>
                    <a:pt x="74" y="283"/>
                  </a:cubicBezTo>
                  <a:cubicBezTo>
                    <a:pt x="77" y="282"/>
                    <a:pt x="80" y="277"/>
                    <a:pt x="82" y="276"/>
                  </a:cubicBezTo>
                  <a:cubicBezTo>
                    <a:pt x="85" y="274"/>
                    <a:pt x="90" y="273"/>
                    <a:pt x="92" y="273"/>
                  </a:cubicBezTo>
                  <a:cubicBezTo>
                    <a:pt x="95" y="273"/>
                    <a:pt x="96" y="272"/>
                    <a:pt x="101" y="273"/>
                  </a:cubicBezTo>
                  <a:cubicBezTo>
                    <a:pt x="107" y="273"/>
                    <a:pt x="110" y="272"/>
                    <a:pt x="112" y="271"/>
                  </a:cubicBezTo>
                  <a:cubicBezTo>
                    <a:pt x="115" y="271"/>
                    <a:pt x="116" y="268"/>
                    <a:pt x="119" y="266"/>
                  </a:cubicBezTo>
                  <a:cubicBezTo>
                    <a:pt x="122" y="265"/>
                    <a:pt x="122" y="264"/>
                    <a:pt x="125" y="264"/>
                  </a:cubicBezTo>
                  <a:cubicBezTo>
                    <a:pt x="128" y="264"/>
                    <a:pt x="127" y="263"/>
                    <a:pt x="130" y="263"/>
                  </a:cubicBezTo>
                  <a:cubicBezTo>
                    <a:pt x="133" y="263"/>
                    <a:pt x="135" y="263"/>
                    <a:pt x="139" y="265"/>
                  </a:cubicBezTo>
                  <a:cubicBezTo>
                    <a:pt x="142" y="267"/>
                    <a:pt x="146" y="263"/>
                    <a:pt x="150" y="263"/>
                  </a:cubicBezTo>
                  <a:cubicBezTo>
                    <a:pt x="153" y="263"/>
                    <a:pt x="157" y="264"/>
                    <a:pt x="163" y="266"/>
                  </a:cubicBezTo>
                  <a:cubicBezTo>
                    <a:pt x="169" y="269"/>
                    <a:pt x="170" y="269"/>
                    <a:pt x="173" y="268"/>
                  </a:cubicBezTo>
                  <a:cubicBezTo>
                    <a:pt x="176" y="267"/>
                    <a:pt x="173" y="264"/>
                    <a:pt x="177" y="264"/>
                  </a:cubicBezTo>
                  <a:cubicBezTo>
                    <a:pt x="180" y="264"/>
                    <a:pt x="183" y="264"/>
                    <a:pt x="186" y="264"/>
                  </a:cubicBezTo>
                  <a:cubicBezTo>
                    <a:pt x="188" y="264"/>
                    <a:pt x="188" y="264"/>
                    <a:pt x="190" y="262"/>
                  </a:cubicBezTo>
                  <a:cubicBezTo>
                    <a:pt x="191" y="260"/>
                    <a:pt x="190" y="259"/>
                    <a:pt x="193" y="259"/>
                  </a:cubicBezTo>
                  <a:cubicBezTo>
                    <a:pt x="196" y="258"/>
                    <a:pt x="198" y="258"/>
                    <a:pt x="203" y="258"/>
                  </a:cubicBezTo>
                  <a:cubicBezTo>
                    <a:pt x="209" y="258"/>
                    <a:pt x="212" y="255"/>
                    <a:pt x="217" y="253"/>
                  </a:cubicBezTo>
                  <a:cubicBezTo>
                    <a:pt x="222" y="251"/>
                    <a:pt x="230" y="245"/>
                    <a:pt x="232" y="243"/>
                  </a:cubicBezTo>
                  <a:cubicBezTo>
                    <a:pt x="233" y="242"/>
                    <a:pt x="241" y="238"/>
                    <a:pt x="244" y="234"/>
                  </a:cubicBezTo>
                  <a:cubicBezTo>
                    <a:pt x="247" y="230"/>
                    <a:pt x="255" y="224"/>
                    <a:pt x="258" y="221"/>
                  </a:cubicBezTo>
                  <a:cubicBezTo>
                    <a:pt x="261" y="219"/>
                    <a:pt x="275" y="203"/>
                    <a:pt x="277" y="202"/>
                  </a:cubicBezTo>
                  <a:cubicBezTo>
                    <a:pt x="278" y="201"/>
                    <a:pt x="283" y="193"/>
                    <a:pt x="289" y="187"/>
                  </a:cubicBezTo>
                  <a:cubicBezTo>
                    <a:pt x="296" y="182"/>
                    <a:pt x="296" y="174"/>
                    <a:pt x="300" y="168"/>
                  </a:cubicBezTo>
                  <a:cubicBezTo>
                    <a:pt x="303" y="163"/>
                    <a:pt x="305" y="160"/>
                    <a:pt x="308" y="157"/>
                  </a:cubicBezTo>
                  <a:cubicBezTo>
                    <a:pt x="311" y="154"/>
                    <a:pt x="314" y="151"/>
                    <a:pt x="316" y="148"/>
                  </a:cubicBezTo>
                  <a:cubicBezTo>
                    <a:pt x="318" y="146"/>
                    <a:pt x="321" y="144"/>
                    <a:pt x="324" y="141"/>
                  </a:cubicBezTo>
                  <a:cubicBezTo>
                    <a:pt x="327" y="138"/>
                    <a:pt x="333" y="125"/>
                    <a:pt x="334" y="120"/>
                  </a:cubicBezTo>
                  <a:cubicBezTo>
                    <a:pt x="335" y="114"/>
                    <a:pt x="335" y="114"/>
                    <a:pt x="336" y="108"/>
                  </a:cubicBezTo>
                  <a:cubicBezTo>
                    <a:pt x="337" y="107"/>
                    <a:pt x="337" y="106"/>
                    <a:pt x="337" y="106"/>
                  </a:cubicBezTo>
                  <a:cubicBezTo>
                    <a:pt x="334" y="106"/>
                    <a:pt x="330" y="105"/>
                    <a:pt x="328" y="105"/>
                  </a:cubicBezTo>
                  <a:cubicBezTo>
                    <a:pt x="328" y="105"/>
                    <a:pt x="327" y="105"/>
                    <a:pt x="327" y="105"/>
                  </a:cubicBezTo>
                  <a:close/>
                  <a:moveTo>
                    <a:pt x="265" y="162"/>
                  </a:moveTo>
                  <a:cubicBezTo>
                    <a:pt x="265" y="162"/>
                    <a:pt x="265" y="162"/>
                    <a:pt x="265" y="162"/>
                  </a:cubicBezTo>
                  <a:cubicBezTo>
                    <a:pt x="264" y="164"/>
                    <a:pt x="263" y="165"/>
                    <a:pt x="263" y="167"/>
                  </a:cubicBezTo>
                  <a:cubicBezTo>
                    <a:pt x="263" y="167"/>
                    <a:pt x="263" y="167"/>
                    <a:pt x="263" y="167"/>
                  </a:cubicBezTo>
                  <a:cubicBezTo>
                    <a:pt x="262" y="172"/>
                    <a:pt x="262" y="174"/>
                    <a:pt x="259" y="175"/>
                  </a:cubicBezTo>
                  <a:cubicBezTo>
                    <a:pt x="258" y="175"/>
                    <a:pt x="257" y="176"/>
                    <a:pt x="256" y="176"/>
                  </a:cubicBezTo>
                  <a:cubicBezTo>
                    <a:pt x="253" y="176"/>
                    <a:pt x="250" y="176"/>
                    <a:pt x="247" y="178"/>
                  </a:cubicBezTo>
                  <a:cubicBezTo>
                    <a:pt x="245" y="180"/>
                    <a:pt x="243" y="184"/>
                    <a:pt x="242" y="186"/>
                  </a:cubicBezTo>
                  <a:cubicBezTo>
                    <a:pt x="241" y="187"/>
                    <a:pt x="241" y="188"/>
                    <a:pt x="240" y="189"/>
                  </a:cubicBezTo>
                  <a:cubicBezTo>
                    <a:pt x="239" y="189"/>
                    <a:pt x="237" y="189"/>
                    <a:pt x="235" y="188"/>
                  </a:cubicBezTo>
                  <a:cubicBezTo>
                    <a:pt x="232" y="187"/>
                    <a:pt x="230" y="185"/>
                    <a:pt x="228" y="184"/>
                  </a:cubicBezTo>
                  <a:cubicBezTo>
                    <a:pt x="225" y="182"/>
                    <a:pt x="223" y="180"/>
                    <a:pt x="222" y="178"/>
                  </a:cubicBezTo>
                  <a:cubicBezTo>
                    <a:pt x="220" y="175"/>
                    <a:pt x="218" y="172"/>
                    <a:pt x="218" y="170"/>
                  </a:cubicBezTo>
                  <a:cubicBezTo>
                    <a:pt x="217" y="166"/>
                    <a:pt x="219" y="164"/>
                    <a:pt x="221" y="162"/>
                  </a:cubicBezTo>
                  <a:cubicBezTo>
                    <a:pt x="222" y="162"/>
                    <a:pt x="222" y="162"/>
                    <a:pt x="222" y="161"/>
                  </a:cubicBezTo>
                  <a:cubicBezTo>
                    <a:pt x="223" y="161"/>
                    <a:pt x="224" y="159"/>
                    <a:pt x="225" y="157"/>
                  </a:cubicBezTo>
                  <a:cubicBezTo>
                    <a:pt x="227" y="154"/>
                    <a:pt x="229" y="150"/>
                    <a:pt x="233" y="147"/>
                  </a:cubicBezTo>
                  <a:cubicBezTo>
                    <a:pt x="233" y="147"/>
                    <a:pt x="233" y="147"/>
                    <a:pt x="233" y="147"/>
                  </a:cubicBezTo>
                  <a:cubicBezTo>
                    <a:pt x="233" y="147"/>
                    <a:pt x="233" y="147"/>
                    <a:pt x="233" y="147"/>
                  </a:cubicBezTo>
                  <a:cubicBezTo>
                    <a:pt x="235" y="146"/>
                    <a:pt x="236" y="145"/>
                    <a:pt x="238" y="144"/>
                  </a:cubicBezTo>
                  <a:cubicBezTo>
                    <a:pt x="239" y="143"/>
                    <a:pt x="241" y="142"/>
                    <a:pt x="244" y="141"/>
                  </a:cubicBezTo>
                  <a:cubicBezTo>
                    <a:pt x="244" y="141"/>
                    <a:pt x="244" y="141"/>
                    <a:pt x="245" y="141"/>
                  </a:cubicBezTo>
                  <a:cubicBezTo>
                    <a:pt x="249" y="139"/>
                    <a:pt x="251" y="138"/>
                    <a:pt x="256" y="143"/>
                  </a:cubicBezTo>
                  <a:cubicBezTo>
                    <a:pt x="257" y="145"/>
                    <a:pt x="259" y="146"/>
                    <a:pt x="260" y="148"/>
                  </a:cubicBezTo>
                  <a:cubicBezTo>
                    <a:pt x="263" y="151"/>
                    <a:pt x="266" y="153"/>
                    <a:pt x="267" y="156"/>
                  </a:cubicBezTo>
                  <a:cubicBezTo>
                    <a:pt x="268" y="158"/>
                    <a:pt x="266" y="160"/>
                    <a:pt x="265" y="16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7" name="Freeform 345">
              <a:extLst>
                <a:ext uri="{FF2B5EF4-FFF2-40B4-BE49-F238E27FC236}">
                  <a16:creationId xmlns:a16="http://schemas.microsoft.com/office/drawing/2014/main" id="{36060D81-8617-87AE-8F70-6289C7F0D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6812" y="3303984"/>
              <a:ext cx="7052" cy="8462"/>
            </a:xfrm>
            <a:custGeom>
              <a:avLst/>
              <a:gdLst>
                <a:gd name="T0" fmla="*/ 5 w 6"/>
                <a:gd name="T1" fmla="*/ 8 h 8"/>
                <a:gd name="T2" fmla="*/ 2 w 6"/>
                <a:gd name="T3" fmla="*/ 2 h 8"/>
                <a:gd name="T4" fmla="*/ 1 w 6"/>
                <a:gd name="T5" fmla="*/ 5 h 8"/>
                <a:gd name="T6" fmla="*/ 5 w 6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8">
                  <a:moveTo>
                    <a:pt x="5" y="8"/>
                  </a:moveTo>
                  <a:cubicBezTo>
                    <a:pt x="6" y="8"/>
                    <a:pt x="6" y="0"/>
                    <a:pt x="2" y="2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3" y="5"/>
                    <a:pt x="3" y="7"/>
                    <a:pt x="5" y="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8" name="Freeform 348">
              <a:extLst>
                <a:ext uri="{FF2B5EF4-FFF2-40B4-BE49-F238E27FC236}">
                  <a16:creationId xmlns:a16="http://schemas.microsoft.com/office/drawing/2014/main" id="{AC05696D-F9EE-B09E-DEDF-A62CEDC8B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297" y="3306804"/>
              <a:ext cx="7052" cy="7052"/>
            </a:xfrm>
            <a:custGeom>
              <a:avLst/>
              <a:gdLst>
                <a:gd name="T0" fmla="*/ 5 w 7"/>
                <a:gd name="T1" fmla="*/ 7 h 7"/>
                <a:gd name="T2" fmla="*/ 5 w 7"/>
                <a:gd name="T3" fmla="*/ 3 h 7"/>
                <a:gd name="T4" fmla="*/ 1 w 7"/>
                <a:gd name="T5" fmla="*/ 2 h 7"/>
                <a:gd name="T6" fmla="*/ 2 w 7"/>
                <a:gd name="T7" fmla="*/ 4 h 7"/>
                <a:gd name="T8" fmla="*/ 5 w 7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5" y="7"/>
                  </a:moveTo>
                  <a:cubicBezTo>
                    <a:pt x="7" y="6"/>
                    <a:pt x="6" y="5"/>
                    <a:pt x="5" y="3"/>
                  </a:cubicBezTo>
                  <a:cubicBezTo>
                    <a:pt x="5" y="2"/>
                    <a:pt x="1" y="0"/>
                    <a:pt x="1" y="2"/>
                  </a:cubicBezTo>
                  <a:cubicBezTo>
                    <a:pt x="0" y="4"/>
                    <a:pt x="1" y="4"/>
                    <a:pt x="2" y="4"/>
                  </a:cubicBezTo>
                  <a:cubicBezTo>
                    <a:pt x="4" y="5"/>
                    <a:pt x="3" y="7"/>
                    <a:pt x="5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09" name="Freeform 349">
              <a:extLst>
                <a:ext uri="{FF2B5EF4-FFF2-40B4-BE49-F238E27FC236}">
                  <a16:creationId xmlns:a16="http://schemas.microsoft.com/office/drawing/2014/main" id="{B2F3A039-7F1B-5A18-03AA-02C5795DE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306" y="2957028"/>
              <a:ext cx="166426" cy="187581"/>
            </a:xfrm>
            <a:custGeom>
              <a:avLst/>
              <a:gdLst>
                <a:gd name="T0" fmla="*/ 32 w 152"/>
                <a:gd name="T1" fmla="*/ 164 h 174"/>
                <a:gd name="T2" fmla="*/ 44 w 152"/>
                <a:gd name="T3" fmla="*/ 171 h 174"/>
                <a:gd name="T4" fmla="*/ 49 w 152"/>
                <a:gd name="T5" fmla="*/ 170 h 174"/>
                <a:gd name="T6" fmla="*/ 53 w 152"/>
                <a:gd name="T7" fmla="*/ 165 h 174"/>
                <a:gd name="T8" fmla="*/ 58 w 152"/>
                <a:gd name="T9" fmla="*/ 165 h 174"/>
                <a:gd name="T10" fmla="*/ 65 w 152"/>
                <a:gd name="T11" fmla="*/ 162 h 174"/>
                <a:gd name="T12" fmla="*/ 68 w 152"/>
                <a:gd name="T13" fmla="*/ 171 h 174"/>
                <a:gd name="T14" fmla="*/ 70 w 152"/>
                <a:gd name="T15" fmla="*/ 174 h 174"/>
                <a:gd name="T16" fmla="*/ 79 w 152"/>
                <a:gd name="T17" fmla="*/ 165 h 174"/>
                <a:gd name="T18" fmla="*/ 88 w 152"/>
                <a:gd name="T19" fmla="*/ 159 h 174"/>
                <a:gd name="T20" fmla="*/ 97 w 152"/>
                <a:gd name="T21" fmla="*/ 152 h 174"/>
                <a:gd name="T22" fmla="*/ 101 w 152"/>
                <a:gd name="T23" fmla="*/ 147 h 174"/>
                <a:gd name="T24" fmla="*/ 101 w 152"/>
                <a:gd name="T25" fmla="*/ 133 h 174"/>
                <a:gd name="T26" fmla="*/ 101 w 152"/>
                <a:gd name="T27" fmla="*/ 121 h 174"/>
                <a:gd name="T28" fmla="*/ 114 w 152"/>
                <a:gd name="T29" fmla="*/ 83 h 174"/>
                <a:gd name="T30" fmla="*/ 133 w 152"/>
                <a:gd name="T31" fmla="*/ 58 h 174"/>
                <a:gd name="T32" fmla="*/ 139 w 152"/>
                <a:gd name="T33" fmla="*/ 38 h 174"/>
                <a:gd name="T34" fmla="*/ 146 w 152"/>
                <a:gd name="T35" fmla="*/ 20 h 174"/>
                <a:gd name="T36" fmla="*/ 152 w 152"/>
                <a:gd name="T37" fmla="*/ 1 h 174"/>
                <a:gd name="T38" fmla="*/ 131 w 152"/>
                <a:gd name="T39" fmla="*/ 0 h 174"/>
                <a:gd name="T40" fmla="*/ 117 w 152"/>
                <a:gd name="T41" fmla="*/ 2 h 174"/>
                <a:gd name="T42" fmla="*/ 111 w 152"/>
                <a:gd name="T43" fmla="*/ 11 h 174"/>
                <a:gd name="T44" fmla="*/ 109 w 152"/>
                <a:gd name="T45" fmla="*/ 21 h 174"/>
                <a:gd name="T46" fmla="*/ 102 w 152"/>
                <a:gd name="T47" fmla="*/ 31 h 174"/>
                <a:gd name="T48" fmla="*/ 101 w 152"/>
                <a:gd name="T49" fmla="*/ 38 h 174"/>
                <a:gd name="T50" fmla="*/ 93 w 152"/>
                <a:gd name="T51" fmla="*/ 37 h 174"/>
                <a:gd name="T52" fmla="*/ 80 w 152"/>
                <a:gd name="T53" fmla="*/ 34 h 174"/>
                <a:gd name="T54" fmla="*/ 72 w 152"/>
                <a:gd name="T55" fmla="*/ 32 h 174"/>
                <a:gd name="T56" fmla="*/ 63 w 152"/>
                <a:gd name="T57" fmla="*/ 31 h 174"/>
                <a:gd name="T58" fmla="*/ 47 w 152"/>
                <a:gd name="T59" fmla="*/ 31 h 174"/>
                <a:gd name="T60" fmla="*/ 43 w 152"/>
                <a:gd name="T61" fmla="*/ 44 h 174"/>
                <a:gd name="T62" fmla="*/ 49 w 152"/>
                <a:gd name="T63" fmla="*/ 46 h 174"/>
                <a:gd name="T64" fmla="*/ 60 w 152"/>
                <a:gd name="T65" fmla="*/ 45 h 174"/>
                <a:gd name="T66" fmla="*/ 67 w 152"/>
                <a:gd name="T67" fmla="*/ 56 h 174"/>
                <a:gd name="T68" fmla="*/ 61 w 152"/>
                <a:gd name="T69" fmla="*/ 67 h 174"/>
                <a:gd name="T70" fmla="*/ 58 w 152"/>
                <a:gd name="T71" fmla="*/ 77 h 174"/>
                <a:gd name="T72" fmla="*/ 66 w 152"/>
                <a:gd name="T73" fmla="*/ 85 h 174"/>
                <a:gd name="T74" fmla="*/ 68 w 152"/>
                <a:gd name="T75" fmla="*/ 88 h 174"/>
                <a:gd name="T76" fmla="*/ 68 w 152"/>
                <a:gd name="T77" fmla="*/ 98 h 174"/>
                <a:gd name="T78" fmla="*/ 66 w 152"/>
                <a:gd name="T79" fmla="*/ 114 h 174"/>
                <a:gd name="T80" fmla="*/ 61 w 152"/>
                <a:gd name="T81" fmla="*/ 124 h 174"/>
                <a:gd name="T82" fmla="*/ 54 w 152"/>
                <a:gd name="T83" fmla="*/ 125 h 174"/>
                <a:gd name="T84" fmla="*/ 52 w 152"/>
                <a:gd name="T85" fmla="*/ 122 h 174"/>
                <a:gd name="T86" fmla="*/ 50 w 152"/>
                <a:gd name="T87" fmla="*/ 122 h 174"/>
                <a:gd name="T88" fmla="*/ 50 w 152"/>
                <a:gd name="T89" fmla="*/ 122 h 174"/>
                <a:gd name="T90" fmla="*/ 41 w 152"/>
                <a:gd name="T91" fmla="*/ 124 h 174"/>
                <a:gd name="T92" fmla="*/ 33 w 152"/>
                <a:gd name="T93" fmla="*/ 120 h 174"/>
                <a:gd name="T94" fmla="*/ 29 w 152"/>
                <a:gd name="T95" fmla="*/ 115 h 174"/>
                <a:gd name="T96" fmla="*/ 26 w 152"/>
                <a:gd name="T97" fmla="*/ 120 h 174"/>
                <a:gd name="T98" fmla="*/ 17 w 152"/>
                <a:gd name="T99" fmla="*/ 124 h 174"/>
                <a:gd name="T100" fmla="*/ 11 w 152"/>
                <a:gd name="T101" fmla="*/ 126 h 174"/>
                <a:gd name="T102" fmla="*/ 11 w 152"/>
                <a:gd name="T103" fmla="*/ 132 h 174"/>
                <a:gd name="T104" fmla="*/ 14 w 152"/>
                <a:gd name="T105" fmla="*/ 140 h 174"/>
                <a:gd name="T106" fmla="*/ 17 w 152"/>
                <a:gd name="T107" fmla="*/ 145 h 174"/>
                <a:gd name="T108" fmla="*/ 14 w 152"/>
                <a:gd name="T109" fmla="*/ 149 h 174"/>
                <a:gd name="T110" fmla="*/ 10 w 152"/>
                <a:gd name="T111" fmla="*/ 150 h 174"/>
                <a:gd name="T112" fmla="*/ 5 w 152"/>
                <a:gd name="T113" fmla="*/ 149 h 174"/>
                <a:gd name="T114" fmla="*/ 0 w 152"/>
                <a:gd name="T115" fmla="*/ 155 h 174"/>
                <a:gd name="T116" fmla="*/ 8 w 152"/>
                <a:gd name="T117" fmla="*/ 164 h 174"/>
                <a:gd name="T118" fmla="*/ 18 w 152"/>
                <a:gd name="T119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2" h="174">
                  <a:moveTo>
                    <a:pt x="18" y="174"/>
                  </a:moveTo>
                  <a:cubicBezTo>
                    <a:pt x="23" y="170"/>
                    <a:pt x="30" y="165"/>
                    <a:pt x="32" y="164"/>
                  </a:cubicBezTo>
                  <a:cubicBezTo>
                    <a:pt x="34" y="163"/>
                    <a:pt x="37" y="166"/>
                    <a:pt x="40" y="168"/>
                  </a:cubicBezTo>
                  <a:cubicBezTo>
                    <a:pt x="41" y="170"/>
                    <a:pt x="43" y="171"/>
                    <a:pt x="44" y="171"/>
                  </a:cubicBezTo>
                  <a:cubicBezTo>
                    <a:pt x="45" y="172"/>
                    <a:pt x="46" y="173"/>
                    <a:pt x="47" y="172"/>
                  </a:cubicBezTo>
                  <a:cubicBezTo>
                    <a:pt x="48" y="172"/>
                    <a:pt x="48" y="171"/>
                    <a:pt x="49" y="170"/>
                  </a:cubicBezTo>
                  <a:cubicBezTo>
                    <a:pt x="49" y="170"/>
                    <a:pt x="49" y="169"/>
                    <a:pt x="49" y="168"/>
                  </a:cubicBezTo>
                  <a:cubicBezTo>
                    <a:pt x="50" y="167"/>
                    <a:pt x="50" y="165"/>
                    <a:pt x="53" y="165"/>
                  </a:cubicBezTo>
                  <a:cubicBezTo>
                    <a:pt x="54" y="165"/>
                    <a:pt x="55" y="165"/>
                    <a:pt x="55" y="165"/>
                  </a:cubicBezTo>
                  <a:cubicBezTo>
                    <a:pt x="56" y="165"/>
                    <a:pt x="56" y="165"/>
                    <a:pt x="58" y="165"/>
                  </a:cubicBezTo>
                  <a:cubicBezTo>
                    <a:pt x="59" y="164"/>
                    <a:pt x="60" y="164"/>
                    <a:pt x="61" y="163"/>
                  </a:cubicBezTo>
                  <a:cubicBezTo>
                    <a:pt x="62" y="163"/>
                    <a:pt x="63" y="162"/>
                    <a:pt x="65" y="162"/>
                  </a:cubicBezTo>
                  <a:cubicBezTo>
                    <a:pt x="68" y="162"/>
                    <a:pt x="68" y="166"/>
                    <a:pt x="68" y="169"/>
                  </a:cubicBezTo>
                  <a:cubicBezTo>
                    <a:pt x="68" y="170"/>
                    <a:pt x="68" y="171"/>
                    <a:pt x="68" y="171"/>
                  </a:cubicBezTo>
                  <a:cubicBezTo>
                    <a:pt x="68" y="171"/>
                    <a:pt x="68" y="171"/>
                    <a:pt x="68" y="171"/>
                  </a:cubicBezTo>
                  <a:cubicBezTo>
                    <a:pt x="69" y="173"/>
                    <a:pt x="69" y="174"/>
                    <a:pt x="70" y="174"/>
                  </a:cubicBezTo>
                  <a:cubicBezTo>
                    <a:pt x="71" y="174"/>
                    <a:pt x="73" y="172"/>
                    <a:pt x="75" y="169"/>
                  </a:cubicBezTo>
                  <a:cubicBezTo>
                    <a:pt x="77" y="168"/>
                    <a:pt x="78" y="166"/>
                    <a:pt x="79" y="165"/>
                  </a:cubicBezTo>
                  <a:cubicBezTo>
                    <a:pt x="80" y="165"/>
                    <a:pt x="80" y="165"/>
                    <a:pt x="81" y="164"/>
                  </a:cubicBezTo>
                  <a:cubicBezTo>
                    <a:pt x="83" y="162"/>
                    <a:pt x="84" y="162"/>
                    <a:pt x="88" y="159"/>
                  </a:cubicBezTo>
                  <a:cubicBezTo>
                    <a:pt x="89" y="158"/>
                    <a:pt x="91" y="157"/>
                    <a:pt x="92" y="157"/>
                  </a:cubicBezTo>
                  <a:cubicBezTo>
                    <a:pt x="94" y="155"/>
                    <a:pt x="95" y="154"/>
                    <a:pt x="97" y="152"/>
                  </a:cubicBezTo>
                  <a:cubicBezTo>
                    <a:pt x="99" y="150"/>
                    <a:pt x="100" y="148"/>
                    <a:pt x="101" y="147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1" y="145"/>
                    <a:pt x="102" y="144"/>
                    <a:pt x="102" y="142"/>
                  </a:cubicBezTo>
                  <a:cubicBezTo>
                    <a:pt x="102" y="140"/>
                    <a:pt x="102" y="137"/>
                    <a:pt x="101" y="133"/>
                  </a:cubicBezTo>
                  <a:cubicBezTo>
                    <a:pt x="101" y="129"/>
                    <a:pt x="101" y="125"/>
                    <a:pt x="101" y="122"/>
                  </a:cubicBezTo>
                  <a:cubicBezTo>
                    <a:pt x="101" y="121"/>
                    <a:pt x="101" y="121"/>
                    <a:pt x="101" y="121"/>
                  </a:cubicBezTo>
                  <a:cubicBezTo>
                    <a:pt x="101" y="115"/>
                    <a:pt x="101" y="107"/>
                    <a:pt x="104" y="99"/>
                  </a:cubicBezTo>
                  <a:cubicBezTo>
                    <a:pt x="106" y="95"/>
                    <a:pt x="110" y="89"/>
                    <a:pt x="114" y="83"/>
                  </a:cubicBezTo>
                  <a:cubicBezTo>
                    <a:pt x="118" y="77"/>
                    <a:pt x="122" y="71"/>
                    <a:pt x="125" y="68"/>
                  </a:cubicBezTo>
                  <a:cubicBezTo>
                    <a:pt x="129" y="65"/>
                    <a:pt x="131" y="61"/>
                    <a:pt x="133" y="58"/>
                  </a:cubicBezTo>
                  <a:cubicBezTo>
                    <a:pt x="135" y="54"/>
                    <a:pt x="136" y="50"/>
                    <a:pt x="137" y="47"/>
                  </a:cubicBezTo>
                  <a:cubicBezTo>
                    <a:pt x="138" y="43"/>
                    <a:pt x="139" y="41"/>
                    <a:pt x="139" y="38"/>
                  </a:cubicBezTo>
                  <a:cubicBezTo>
                    <a:pt x="139" y="35"/>
                    <a:pt x="140" y="32"/>
                    <a:pt x="141" y="29"/>
                  </a:cubicBezTo>
                  <a:cubicBezTo>
                    <a:pt x="142" y="27"/>
                    <a:pt x="144" y="23"/>
                    <a:pt x="146" y="20"/>
                  </a:cubicBezTo>
                  <a:cubicBezTo>
                    <a:pt x="148" y="17"/>
                    <a:pt x="149" y="14"/>
                    <a:pt x="150" y="12"/>
                  </a:cubicBezTo>
                  <a:cubicBezTo>
                    <a:pt x="152" y="9"/>
                    <a:pt x="152" y="4"/>
                    <a:pt x="152" y="1"/>
                  </a:cubicBezTo>
                  <a:cubicBezTo>
                    <a:pt x="149" y="0"/>
                    <a:pt x="143" y="0"/>
                    <a:pt x="138" y="0"/>
                  </a:cubicBezTo>
                  <a:cubicBezTo>
                    <a:pt x="135" y="0"/>
                    <a:pt x="133" y="0"/>
                    <a:pt x="131" y="0"/>
                  </a:cubicBezTo>
                  <a:cubicBezTo>
                    <a:pt x="129" y="0"/>
                    <a:pt x="128" y="0"/>
                    <a:pt x="125" y="0"/>
                  </a:cubicBezTo>
                  <a:cubicBezTo>
                    <a:pt x="123" y="0"/>
                    <a:pt x="120" y="1"/>
                    <a:pt x="117" y="2"/>
                  </a:cubicBezTo>
                  <a:cubicBezTo>
                    <a:pt x="114" y="3"/>
                    <a:pt x="112" y="4"/>
                    <a:pt x="112" y="5"/>
                  </a:cubicBezTo>
                  <a:cubicBezTo>
                    <a:pt x="111" y="7"/>
                    <a:pt x="111" y="9"/>
                    <a:pt x="111" y="11"/>
                  </a:cubicBezTo>
                  <a:cubicBezTo>
                    <a:pt x="111" y="12"/>
                    <a:pt x="111" y="13"/>
                    <a:pt x="111" y="15"/>
                  </a:cubicBezTo>
                  <a:cubicBezTo>
                    <a:pt x="110" y="17"/>
                    <a:pt x="110" y="19"/>
                    <a:pt x="109" y="21"/>
                  </a:cubicBezTo>
                  <a:cubicBezTo>
                    <a:pt x="108" y="23"/>
                    <a:pt x="107" y="25"/>
                    <a:pt x="105" y="27"/>
                  </a:cubicBezTo>
                  <a:cubicBezTo>
                    <a:pt x="102" y="30"/>
                    <a:pt x="102" y="30"/>
                    <a:pt x="102" y="31"/>
                  </a:cubicBezTo>
                  <a:cubicBezTo>
                    <a:pt x="102" y="32"/>
                    <a:pt x="103" y="33"/>
                    <a:pt x="103" y="34"/>
                  </a:cubicBezTo>
                  <a:cubicBezTo>
                    <a:pt x="103" y="36"/>
                    <a:pt x="102" y="37"/>
                    <a:pt x="101" y="38"/>
                  </a:cubicBezTo>
                  <a:cubicBezTo>
                    <a:pt x="100" y="39"/>
                    <a:pt x="99" y="39"/>
                    <a:pt x="96" y="39"/>
                  </a:cubicBezTo>
                  <a:cubicBezTo>
                    <a:pt x="95" y="38"/>
                    <a:pt x="94" y="37"/>
                    <a:pt x="93" y="37"/>
                  </a:cubicBezTo>
                  <a:cubicBezTo>
                    <a:pt x="91" y="36"/>
                    <a:pt x="90" y="35"/>
                    <a:pt x="86" y="34"/>
                  </a:cubicBezTo>
                  <a:cubicBezTo>
                    <a:pt x="83" y="34"/>
                    <a:pt x="81" y="34"/>
                    <a:pt x="80" y="34"/>
                  </a:cubicBezTo>
                  <a:cubicBezTo>
                    <a:pt x="78" y="34"/>
                    <a:pt x="77" y="34"/>
                    <a:pt x="75" y="34"/>
                  </a:cubicBezTo>
                  <a:cubicBezTo>
                    <a:pt x="74" y="34"/>
                    <a:pt x="73" y="33"/>
                    <a:pt x="72" y="32"/>
                  </a:cubicBezTo>
                  <a:cubicBezTo>
                    <a:pt x="71" y="32"/>
                    <a:pt x="70" y="31"/>
                    <a:pt x="70" y="31"/>
                  </a:cubicBezTo>
                  <a:cubicBezTo>
                    <a:pt x="68" y="31"/>
                    <a:pt x="65" y="31"/>
                    <a:pt x="63" y="31"/>
                  </a:cubicBezTo>
                  <a:cubicBezTo>
                    <a:pt x="60" y="31"/>
                    <a:pt x="57" y="31"/>
                    <a:pt x="56" y="31"/>
                  </a:cubicBezTo>
                  <a:cubicBezTo>
                    <a:pt x="55" y="31"/>
                    <a:pt x="51" y="31"/>
                    <a:pt x="47" y="31"/>
                  </a:cubicBezTo>
                  <a:cubicBezTo>
                    <a:pt x="46" y="31"/>
                    <a:pt x="45" y="31"/>
                    <a:pt x="44" y="31"/>
                  </a:cubicBezTo>
                  <a:cubicBezTo>
                    <a:pt x="44" y="34"/>
                    <a:pt x="42" y="42"/>
                    <a:pt x="43" y="44"/>
                  </a:cubicBezTo>
                  <a:cubicBezTo>
                    <a:pt x="43" y="45"/>
                    <a:pt x="43" y="46"/>
                    <a:pt x="44" y="46"/>
                  </a:cubicBezTo>
                  <a:cubicBezTo>
                    <a:pt x="45" y="46"/>
                    <a:pt x="47" y="46"/>
                    <a:pt x="49" y="46"/>
                  </a:cubicBezTo>
                  <a:cubicBezTo>
                    <a:pt x="50" y="46"/>
                    <a:pt x="51" y="45"/>
                    <a:pt x="52" y="45"/>
                  </a:cubicBezTo>
                  <a:cubicBezTo>
                    <a:pt x="55" y="44"/>
                    <a:pt x="58" y="43"/>
                    <a:pt x="60" y="45"/>
                  </a:cubicBezTo>
                  <a:cubicBezTo>
                    <a:pt x="62" y="46"/>
                    <a:pt x="64" y="48"/>
                    <a:pt x="65" y="50"/>
                  </a:cubicBezTo>
                  <a:cubicBezTo>
                    <a:pt x="66" y="52"/>
                    <a:pt x="67" y="55"/>
                    <a:pt x="67" y="56"/>
                  </a:cubicBezTo>
                  <a:cubicBezTo>
                    <a:pt x="67" y="58"/>
                    <a:pt x="66" y="60"/>
                    <a:pt x="64" y="63"/>
                  </a:cubicBezTo>
                  <a:cubicBezTo>
                    <a:pt x="63" y="64"/>
                    <a:pt x="62" y="65"/>
                    <a:pt x="61" y="67"/>
                  </a:cubicBezTo>
                  <a:cubicBezTo>
                    <a:pt x="60" y="69"/>
                    <a:pt x="59" y="71"/>
                    <a:pt x="58" y="73"/>
                  </a:cubicBezTo>
                  <a:cubicBezTo>
                    <a:pt x="58" y="74"/>
                    <a:pt x="57" y="76"/>
                    <a:pt x="58" y="77"/>
                  </a:cubicBezTo>
                  <a:cubicBezTo>
                    <a:pt x="59" y="79"/>
                    <a:pt x="62" y="81"/>
                    <a:pt x="64" y="83"/>
                  </a:cubicBezTo>
                  <a:cubicBezTo>
                    <a:pt x="65" y="83"/>
                    <a:pt x="65" y="84"/>
                    <a:pt x="66" y="85"/>
                  </a:cubicBezTo>
                  <a:cubicBezTo>
                    <a:pt x="67" y="85"/>
                    <a:pt x="67" y="86"/>
                    <a:pt x="68" y="88"/>
                  </a:cubicBezTo>
                  <a:cubicBezTo>
                    <a:pt x="68" y="88"/>
                    <a:pt x="68" y="88"/>
                    <a:pt x="68" y="88"/>
                  </a:cubicBezTo>
                  <a:cubicBezTo>
                    <a:pt x="69" y="89"/>
                    <a:pt x="69" y="91"/>
                    <a:pt x="68" y="94"/>
                  </a:cubicBezTo>
                  <a:cubicBezTo>
                    <a:pt x="68" y="96"/>
                    <a:pt x="68" y="97"/>
                    <a:pt x="68" y="98"/>
                  </a:cubicBezTo>
                  <a:cubicBezTo>
                    <a:pt x="68" y="100"/>
                    <a:pt x="69" y="101"/>
                    <a:pt x="68" y="104"/>
                  </a:cubicBezTo>
                  <a:cubicBezTo>
                    <a:pt x="68" y="106"/>
                    <a:pt x="67" y="110"/>
                    <a:pt x="66" y="114"/>
                  </a:cubicBezTo>
                  <a:cubicBezTo>
                    <a:pt x="65" y="118"/>
                    <a:pt x="64" y="121"/>
                    <a:pt x="63" y="122"/>
                  </a:cubicBezTo>
                  <a:cubicBezTo>
                    <a:pt x="62" y="123"/>
                    <a:pt x="61" y="124"/>
                    <a:pt x="61" y="124"/>
                  </a:cubicBezTo>
                  <a:cubicBezTo>
                    <a:pt x="60" y="125"/>
                    <a:pt x="59" y="125"/>
                    <a:pt x="58" y="126"/>
                  </a:cubicBezTo>
                  <a:cubicBezTo>
                    <a:pt x="57" y="126"/>
                    <a:pt x="56" y="125"/>
                    <a:pt x="54" y="125"/>
                  </a:cubicBezTo>
                  <a:cubicBezTo>
                    <a:pt x="54" y="124"/>
                    <a:pt x="54" y="124"/>
                    <a:pt x="54" y="124"/>
                  </a:cubicBezTo>
                  <a:cubicBezTo>
                    <a:pt x="53" y="123"/>
                    <a:pt x="52" y="123"/>
                    <a:pt x="52" y="122"/>
                  </a:cubicBezTo>
                  <a:cubicBezTo>
                    <a:pt x="51" y="122"/>
                    <a:pt x="51" y="122"/>
                    <a:pt x="51" y="122"/>
                  </a:cubicBezTo>
                  <a:cubicBezTo>
                    <a:pt x="51" y="122"/>
                    <a:pt x="50" y="122"/>
                    <a:pt x="50" y="122"/>
                  </a:cubicBezTo>
                  <a:cubicBezTo>
                    <a:pt x="50" y="122"/>
                    <a:pt x="50" y="122"/>
                    <a:pt x="50" y="122"/>
                  </a:cubicBezTo>
                  <a:cubicBezTo>
                    <a:pt x="50" y="122"/>
                    <a:pt x="50" y="122"/>
                    <a:pt x="50" y="122"/>
                  </a:cubicBezTo>
                  <a:cubicBezTo>
                    <a:pt x="49" y="124"/>
                    <a:pt x="46" y="124"/>
                    <a:pt x="43" y="124"/>
                  </a:cubicBezTo>
                  <a:cubicBezTo>
                    <a:pt x="42" y="124"/>
                    <a:pt x="42" y="124"/>
                    <a:pt x="41" y="124"/>
                  </a:cubicBezTo>
                  <a:cubicBezTo>
                    <a:pt x="39" y="124"/>
                    <a:pt x="38" y="124"/>
                    <a:pt x="37" y="123"/>
                  </a:cubicBezTo>
                  <a:cubicBezTo>
                    <a:pt x="35" y="123"/>
                    <a:pt x="34" y="121"/>
                    <a:pt x="33" y="120"/>
                  </a:cubicBezTo>
                  <a:cubicBezTo>
                    <a:pt x="32" y="118"/>
                    <a:pt x="32" y="117"/>
                    <a:pt x="31" y="116"/>
                  </a:cubicBezTo>
                  <a:cubicBezTo>
                    <a:pt x="30" y="115"/>
                    <a:pt x="30" y="115"/>
                    <a:pt x="29" y="115"/>
                  </a:cubicBezTo>
                  <a:cubicBezTo>
                    <a:pt x="28" y="115"/>
                    <a:pt x="28" y="115"/>
                    <a:pt x="28" y="115"/>
                  </a:cubicBezTo>
                  <a:cubicBezTo>
                    <a:pt x="27" y="116"/>
                    <a:pt x="27" y="117"/>
                    <a:pt x="26" y="120"/>
                  </a:cubicBezTo>
                  <a:cubicBezTo>
                    <a:pt x="25" y="125"/>
                    <a:pt x="23" y="125"/>
                    <a:pt x="20" y="124"/>
                  </a:cubicBezTo>
                  <a:cubicBezTo>
                    <a:pt x="19" y="124"/>
                    <a:pt x="18" y="124"/>
                    <a:pt x="17" y="124"/>
                  </a:cubicBezTo>
                  <a:cubicBezTo>
                    <a:pt x="14" y="124"/>
                    <a:pt x="13" y="124"/>
                    <a:pt x="12" y="125"/>
                  </a:cubicBezTo>
                  <a:cubicBezTo>
                    <a:pt x="12" y="125"/>
                    <a:pt x="12" y="125"/>
                    <a:pt x="11" y="126"/>
                  </a:cubicBezTo>
                  <a:cubicBezTo>
                    <a:pt x="11" y="127"/>
                    <a:pt x="11" y="129"/>
                    <a:pt x="10" y="130"/>
                  </a:cubicBezTo>
                  <a:cubicBezTo>
                    <a:pt x="10" y="131"/>
                    <a:pt x="10" y="132"/>
                    <a:pt x="11" y="132"/>
                  </a:cubicBezTo>
                  <a:cubicBezTo>
                    <a:pt x="11" y="133"/>
                    <a:pt x="11" y="133"/>
                    <a:pt x="12" y="134"/>
                  </a:cubicBezTo>
                  <a:cubicBezTo>
                    <a:pt x="13" y="135"/>
                    <a:pt x="14" y="137"/>
                    <a:pt x="14" y="140"/>
                  </a:cubicBezTo>
                  <a:cubicBezTo>
                    <a:pt x="14" y="141"/>
                    <a:pt x="14" y="141"/>
                    <a:pt x="15" y="142"/>
                  </a:cubicBezTo>
                  <a:cubicBezTo>
                    <a:pt x="16" y="143"/>
                    <a:pt x="17" y="144"/>
                    <a:pt x="17" y="145"/>
                  </a:cubicBezTo>
                  <a:cubicBezTo>
                    <a:pt x="17" y="146"/>
                    <a:pt x="17" y="146"/>
                    <a:pt x="17" y="146"/>
                  </a:cubicBezTo>
                  <a:cubicBezTo>
                    <a:pt x="16" y="147"/>
                    <a:pt x="16" y="148"/>
                    <a:pt x="14" y="149"/>
                  </a:cubicBezTo>
                  <a:cubicBezTo>
                    <a:pt x="13" y="150"/>
                    <a:pt x="12" y="150"/>
                    <a:pt x="11" y="150"/>
                  </a:cubicBezTo>
                  <a:cubicBezTo>
                    <a:pt x="11" y="150"/>
                    <a:pt x="10" y="150"/>
                    <a:pt x="10" y="150"/>
                  </a:cubicBezTo>
                  <a:cubicBezTo>
                    <a:pt x="9" y="150"/>
                    <a:pt x="8" y="150"/>
                    <a:pt x="7" y="149"/>
                  </a:cubicBezTo>
                  <a:cubicBezTo>
                    <a:pt x="6" y="149"/>
                    <a:pt x="5" y="149"/>
                    <a:pt x="5" y="149"/>
                  </a:cubicBezTo>
                  <a:cubicBezTo>
                    <a:pt x="4" y="149"/>
                    <a:pt x="3" y="150"/>
                    <a:pt x="2" y="151"/>
                  </a:cubicBezTo>
                  <a:cubicBezTo>
                    <a:pt x="2" y="153"/>
                    <a:pt x="1" y="154"/>
                    <a:pt x="0" y="155"/>
                  </a:cubicBezTo>
                  <a:cubicBezTo>
                    <a:pt x="1" y="156"/>
                    <a:pt x="1" y="156"/>
                    <a:pt x="1" y="156"/>
                  </a:cubicBezTo>
                  <a:cubicBezTo>
                    <a:pt x="4" y="160"/>
                    <a:pt x="6" y="160"/>
                    <a:pt x="8" y="164"/>
                  </a:cubicBezTo>
                  <a:cubicBezTo>
                    <a:pt x="11" y="167"/>
                    <a:pt x="13" y="169"/>
                    <a:pt x="15" y="171"/>
                  </a:cubicBezTo>
                  <a:cubicBezTo>
                    <a:pt x="16" y="172"/>
                    <a:pt x="17" y="173"/>
                    <a:pt x="18" y="17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0" name="Freeform 350">
              <a:extLst>
                <a:ext uri="{FF2B5EF4-FFF2-40B4-BE49-F238E27FC236}">
                  <a16:creationId xmlns:a16="http://schemas.microsoft.com/office/drawing/2014/main" id="{3272D8A9-6298-3ED6-672D-97E0FBE9C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425" y="3287059"/>
              <a:ext cx="9873" cy="15514"/>
            </a:xfrm>
            <a:custGeom>
              <a:avLst/>
              <a:gdLst>
                <a:gd name="T0" fmla="*/ 5 w 9"/>
                <a:gd name="T1" fmla="*/ 12 h 14"/>
                <a:gd name="T2" fmla="*/ 8 w 9"/>
                <a:gd name="T3" fmla="*/ 13 h 14"/>
                <a:gd name="T4" fmla="*/ 6 w 9"/>
                <a:gd name="T5" fmla="*/ 7 h 14"/>
                <a:gd name="T6" fmla="*/ 5 w 9"/>
                <a:gd name="T7" fmla="*/ 3 h 14"/>
                <a:gd name="T8" fmla="*/ 2 w 9"/>
                <a:gd name="T9" fmla="*/ 5 h 14"/>
                <a:gd name="T10" fmla="*/ 1 w 9"/>
                <a:gd name="T11" fmla="*/ 9 h 14"/>
                <a:gd name="T12" fmla="*/ 5 w 9"/>
                <a:gd name="T13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4">
                  <a:moveTo>
                    <a:pt x="5" y="12"/>
                  </a:moveTo>
                  <a:cubicBezTo>
                    <a:pt x="6" y="14"/>
                    <a:pt x="7" y="14"/>
                    <a:pt x="8" y="13"/>
                  </a:cubicBezTo>
                  <a:cubicBezTo>
                    <a:pt x="9" y="12"/>
                    <a:pt x="7" y="9"/>
                    <a:pt x="6" y="7"/>
                  </a:cubicBezTo>
                  <a:cubicBezTo>
                    <a:pt x="5" y="6"/>
                    <a:pt x="5" y="5"/>
                    <a:pt x="5" y="3"/>
                  </a:cubicBezTo>
                  <a:cubicBezTo>
                    <a:pt x="5" y="0"/>
                    <a:pt x="2" y="3"/>
                    <a:pt x="2" y="5"/>
                  </a:cubicBezTo>
                  <a:cubicBezTo>
                    <a:pt x="2" y="6"/>
                    <a:pt x="0" y="7"/>
                    <a:pt x="1" y="9"/>
                  </a:cubicBezTo>
                  <a:cubicBezTo>
                    <a:pt x="2" y="10"/>
                    <a:pt x="3" y="10"/>
                    <a:pt x="5" y="1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1" name="Freeform 351">
              <a:extLst>
                <a:ext uri="{FF2B5EF4-FFF2-40B4-BE49-F238E27FC236}">
                  <a16:creationId xmlns:a16="http://schemas.microsoft.com/office/drawing/2014/main" id="{EF0EF017-1B9F-4280-9485-20A4C6084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917" y="2792013"/>
              <a:ext cx="97317" cy="139628"/>
            </a:xfrm>
            <a:custGeom>
              <a:avLst/>
              <a:gdLst>
                <a:gd name="T0" fmla="*/ 80 w 89"/>
                <a:gd name="T1" fmla="*/ 95 h 130"/>
                <a:gd name="T2" fmla="*/ 76 w 89"/>
                <a:gd name="T3" fmla="*/ 79 h 130"/>
                <a:gd name="T4" fmla="*/ 76 w 89"/>
                <a:gd name="T5" fmla="*/ 75 h 130"/>
                <a:gd name="T6" fmla="*/ 77 w 89"/>
                <a:gd name="T7" fmla="*/ 65 h 130"/>
                <a:gd name="T8" fmla="*/ 74 w 89"/>
                <a:gd name="T9" fmla="*/ 54 h 130"/>
                <a:gd name="T10" fmla="*/ 72 w 89"/>
                <a:gd name="T11" fmla="*/ 41 h 130"/>
                <a:gd name="T12" fmla="*/ 71 w 89"/>
                <a:gd name="T13" fmla="*/ 36 h 130"/>
                <a:gd name="T14" fmla="*/ 71 w 89"/>
                <a:gd name="T15" fmla="*/ 24 h 130"/>
                <a:gd name="T16" fmla="*/ 66 w 89"/>
                <a:gd name="T17" fmla="*/ 12 h 130"/>
                <a:gd name="T18" fmla="*/ 62 w 89"/>
                <a:gd name="T19" fmla="*/ 4 h 130"/>
                <a:gd name="T20" fmla="*/ 61 w 89"/>
                <a:gd name="T21" fmla="*/ 0 h 130"/>
                <a:gd name="T22" fmla="*/ 55 w 89"/>
                <a:gd name="T23" fmla="*/ 2 h 130"/>
                <a:gd name="T24" fmla="*/ 40 w 89"/>
                <a:gd name="T25" fmla="*/ 3 h 130"/>
                <a:gd name="T26" fmla="*/ 20 w 89"/>
                <a:gd name="T27" fmla="*/ 3 h 130"/>
                <a:gd name="T28" fmla="*/ 9 w 89"/>
                <a:gd name="T29" fmla="*/ 3 h 130"/>
                <a:gd name="T30" fmla="*/ 7 w 89"/>
                <a:gd name="T31" fmla="*/ 9 h 130"/>
                <a:gd name="T32" fmla="*/ 9 w 89"/>
                <a:gd name="T33" fmla="*/ 20 h 130"/>
                <a:gd name="T34" fmla="*/ 8 w 89"/>
                <a:gd name="T35" fmla="*/ 31 h 130"/>
                <a:gd name="T36" fmla="*/ 10 w 89"/>
                <a:gd name="T37" fmla="*/ 43 h 130"/>
                <a:gd name="T38" fmla="*/ 13 w 89"/>
                <a:gd name="T39" fmla="*/ 52 h 130"/>
                <a:gd name="T40" fmla="*/ 14 w 89"/>
                <a:gd name="T41" fmla="*/ 57 h 130"/>
                <a:gd name="T42" fmla="*/ 8 w 89"/>
                <a:gd name="T43" fmla="*/ 68 h 130"/>
                <a:gd name="T44" fmla="*/ 0 w 89"/>
                <a:gd name="T45" fmla="*/ 89 h 130"/>
                <a:gd name="T46" fmla="*/ 2 w 89"/>
                <a:gd name="T47" fmla="*/ 103 h 130"/>
                <a:gd name="T48" fmla="*/ 6 w 89"/>
                <a:gd name="T49" fmla="*/ 111 h 130"/>
                <a:gd name="T50" fmla="*/ 9 w 89"/>
                <a:gd name="T51" fmla="*/ 124 h 130"/>
                <a:gd name="T52" fmla="*/ 17 w 89"/>
                <a:gd name="T53" fmla="*/ 128 h 130"/>
                <a:gd name="T54" fmla="*/ 30 w 89"/>
                <a:gd name="T55" fmla="*/ 126 h 130"/>
                <a:gd name="T56" fmla="*/ 45 w 89"/>
                <a:gd name="T57" fmla="*/ 121 h 130"/>
                <a:gd name="T58" fmla="*/ 61 w 89"/>
                <a:gd name="T59" fmla="*/ 113 h 130"/>
                <a:gd name="T60" fmla="*/ 73 w 89"/>
                <a:gd name="T61" fmla="*/ 109 h 130"/>
                <a:gd name="T62" fmla="*/ 72 w 89"/>
                <a:gd name="T63" fmla="*/ 104 h 130"/>
                <a:gd name="T64" fmla="*/ 76 w 89"/>
                <a:gd name="T65" fmla="*/ 102 h 130"/>
                <a:gd name="T66" fmla="*/ 80 w 89"/>
                <a:gd name="T67" fmla="*/ 108 h 130"/>
                <a:gd name="T68" fmla="*/ 87 w 89"/>
                <a:gd name="T69" fmla="*/ 105 h 130"/>
                <a:gd name="T70" fmla="*/ 82 w 89"/>
                <a:gd name="T71" fmla="*/ 97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9" h="130">
                  <a:moveTo>
                    <a:pt x="82" y="97"/>
                  </a:moveTo>
                  <a:cubicBezTo>
                    <a:pt x="81" y="96"/>
                    <a:pt x="81" y="96"/>
                    <a:pt x="80" y="95"/>
                  </a:cubicBezTo>
                  <a:cubicBezTo>
                    <a:pt x="78" y="93"/>
                    <a:pt x="76" y="91"/>
                    <a:pt x="75" y="85"/>
                  </a:cubicBezTo>
                  <a:cubicBezTo>
                    <a:pt x="75" y="82"/>
                    <a:pt x="76" y="80"/>
                    <a:pt x="76" y="79"/>
                  </a:cubicBezTo>
                  <a:cubicBezTo>
                    <a:pt x="76" y="78"/>
                    <a:pt x="76" y="77"/>
                    <a:pt x="76" y="76"/>
                  </a:cubicBezTo>
                  <a:cubicBezTo>
                    <a:pt x="76" y="76"/>
                    <a:pt x="76" y="75"/>
                    <a:pt x="76" y="75"/>
                  </a:cubicBezTo>
                  <a:cubicBezTo>
                    <a:pt x="75" y="73"/>
                    <a:pt x="74" y="72"/>
                    <a:pt x="75" y="68"/>
                  </a:cubicBezTo>
                  <a:cubicBezTo>
                    <a:pt x="76" y="67"/>
                    <a:pt x="76" y="66"/>
                    <a:pt x="77" y="65"/>
                  </a:cubicBezTo>
                  <a:cubicBezTo>
                    <a:pt x="77" y="63"/>
                    <a:pt x="78" y="63"/>
                    <a:pt x="77" y="60"/>
                  </a:cubicBezTo>
                  <a:cubicBezTo>
                    <a:pt x="76" y="57"/>
                    <a:pt x="75" y="56"/>
                    <a:pt x="74" y="54"/>
                  </a:cubicBezTo>
                  <a:cubicBezTo>
                    <a:pt x="73" y="51"/>
                    <a:pt x="72" y="48"/>
                    <a:pt x="71" y="45"/>
                  </a:cubicBezTo>
                  <a:cubicBezTo>
                    <a:pt x="71" y="43"/>
                    <a:pt x="72" y="42"/>
                    <a:pt x="72" y="41"/>
                  </a:cubicBezTo>
                  <a:cubicBezTo>
                    <a:pt x="72" y="40"/>
                    <a:pt x="72" y="39"/>
                    <a:pt x="72" y="37"/>
                  </a:cubicBezTo>
                  <a:cubicBezTo>
                    <a:pt x="71" y="37"/>
                    <a:pt x="71" y="36"/>
                    <a:pt x="71" y="36"/>
                  </a:cubicBezTo>
                  <a:cubicBezTo>
                    <a:pt x="69" y="32"/>
                    <a:pt x="69" y="31"/>
                    <a:pt x="70" y="27"/>
                  </a:cubicBezTo>
                  <a:cubicBezTo>
                    <a:pt x="70" y="25"/>
                    <a:pt x="71" y="24"/>
                    <a:pt x="71" y="24"/>
                  </a:cubicBezTo>
                  <a:cubicBezTo>
                    <a:pt x="72" y="23"/>
                    <a:pt x="72" y="22"/>
                    <a:pt x="71" y="20"/>
                  </a:cubicBezTo>
                  <a:cubicBezTo>
                    <a:pt x="70" y="17"/>
                    <a:pt x="68" y="14"/>
                    <a:pt x="66" y="12"/>
                  </a:cubicBezTo>
                  <a:cubicBezTo>
                    <a:pt x="65" y="11"/>
                    <a:pt x="64" y="10"/>
                    <a:pt x="63" y="9"/>
                  </a:cubicBezTo>
                  <a:cubicBezTo>
                    <a:pt x="63" y="8"/>
                    <a:pt x="62" y="6"/>
                    <a:pt x="62" y="4"/>
                  </a:cubicBezTo>
                  <a:cubicBezTo>
                    <a:pt x="62" y="3"/>
                    <a:pt x="62" y="1"/>
                    <a:pt x="62" y="0"/>
                  </a:cubicBezTo>
                  <a:cubicBezTo>
                    <a:pt x="62" y="0"/>
                    <a:pt x="61" y="0"/>
                    <a:pt x="61" y="0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57" y="1"/>
                    <a:pt x="56" y="1"/>
                    <a:pt x="55" y="2"/>
                  </a:cubicBezTo>
                  <a:cubicBezTo>
                    <a:pt x="52" y="3"/>
                    <a:pt x="50" y="3"/>
                    <a:pt x="46" y="3"/>
                  </a:cubicBezTo>
                  <a:cubicBezTo>
                    <a:pt x="44" y="3"/>
                    <a:pt x="42" y="3"/>
                    <a:pt x="40" y="3"/>
                  </a:cubicBezTo>
                  <a:cubicBezTo>
                    <a:pt x="34" y="3"/>
                    <a:pt x="30" y="3"/>
                    <a:pt x="26" y="3"/>
                  </a:cubicBezTo>
                  <a:cubicBezTo>
                    <a:pt x="24" y="3"/>
                    <a:pt x="23" y="3"/>
                    <a:pt x="20" y="3"/>
                  </a:cubicBezTo>
                  <a:cubicBezTo>
                    <a:pt x="17" y="3"/>
                    <a:pt x="15" y="3"/>
                    <a:pt x="13" y="3"/>
                  </a:cubicBezTo>
                  <a:cubicBezTo>
                    <a:pt x="11" y="3"/>
                    <a:pt x="10" y="3"/>
                    <a:pt x="9" y="3"/>
                  </a:cubicBezTo>
                  <a:cubicBezTo>
                    <a:pt x="8" y="3"/>
                    <a:pt x="8" y="4"/>
                    <a:pt x="7" y="5"/>
                  </a:cubicBezTo>
                  <a:cubicBezTo>
                    <a:pt x="7" y="6"/>
                    <a:pt x="7" y="7"/>
                    <a:pt x="7" y="9"/>
                  </a:cubicBezTo>
                  <a:cubicBezTo>
                    <a:pt x="7" y="11"/>
                    <a:pt x="8" y="13"/>
                    <a:pt x="8" y="15"/>
                  </a:cubicBezTo>
                  <a:cubicBezTo>
                    <a:pt x="9" y="17"/>
                    <a:pt x="9" y="18"/>
                    <a:pt x="9" y="20"/>
                  </a:cubicBezTo>
                  <a:cubicBezTo>
                    <a:pt x="9" y="22"/>
                    <a:pt x="9" y="24"/>
                    <a:pt x="9" y="26"/>
                  </a:cubicBezTo>
                  <a:cubicBezTo>
                    <a:pt x="9" y="28"/>
                    <a:pt x="9" y="30"/>
                    <a:pt x="8" y="31"/>
                  </a:cubicBezTo>
                  <a:cubicBezTo>
                    <a:pt x="10" y="33"/>
                    <a:pt x="10" y="35"/>
                    <a:pt x="10" y="38"/>
                  </a:cubicBezTo>
                  <a:cubicBezTo>
                    <a:pt x="9" y="40"/>
                    <a:pt x="10" y="42"/>
                    <a:pt x="10" y="43"/>
                  </a:cubicBezTo>
                  <a:cubicBezTo>
                    <a:pt x="10" y="44"/>
                    <a:pt x="11" y="46"/>
                    <a:pt x="12" y="47"/>
                  </a:cubicBezTo>
                  <a:cubicBezTo>
                    <a:pt x="12" y="49"/>
                    <a:pt x="13" y="51"/>
                    <a:pt x="13" y="52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4" y="54"/>
                    <a:pt x="14" y="56"/>
                    <a:pt x="14" y="57"/>
                  </a:cubicBezTo>
                  <a:cubicBezTo>
                    <a:pt x="13" y="59"/>
                    <a:pt x="13" y="61"/>
                    <a:pt x="12" y="63"/>
                  </a:cubicBezTo>
                  <a:cubicBezTo>
                    <a:pt x="11" y="65"/>
                    <a:pt x="10" y="67"/>
                    <a:pt x="8" y="68"/>
                  </a:cubicBezTo>
                  <a:cubicBezTo>
                    <a:pt x="7" y="70"/>
                    <a:pt x="4" y="75"/>
                    <a:pt x="2" y="81"/>
                  </a:cubicBezTo>
                  <a:cubicBezTo>
                    <a:pt x="1" y="84"/>
                    <a:pt x="0" y="88"/>
                    <a:pt x="0" y="89"/>
                  </a:cubicBezTo>
                  <a:cubicBezTo>
                    <a:pt x="0" y="92"/>
                    <a:pt x="0" y="94"/>
                    <a:pt x="0" y="97"/>
                  </a:cubicBezTo>
                  <a:cubicBezTo>
                    <a:pt x="0" y="99"/>
                    <a:pt x="1" y="101"/>
                    <a:pt x="2" y="103"/>
                  </a:cubicBezTo>
                  <a:cubicBezTo>
                    <a:pt x="2" y="104"/>
                    <a:pt x="2" y="105"/>
                    <a:pt x="3" y="106"/>
                  </a:cubicBezTo>
                  <a:cubicBezTo>
                    <a:pt x="3" y="108"/>
                    <a:pt x="4" y="108"/>
                    <a:pt x="6" y="111"/>
                  </a:cubicBezTo>
                  <a:cubicBezTo>
                    <a:pt x="7" y="113"/>
                    <a:pt x="8" y="116"/>
                    <a:pt x="9" y="119"/>
                  </a:cubicBezTo>
                  <a:cubicBezTo>
                    <a:pt x="9" y="121"/>
                    <a:pt x="9" y="123"/>
                    <a:pt x="9" y="124"/>
                  </a:cubicBezTo>
                  <a:cubicBezTo>
                    <a:pt x="10" y="124"/>
                    <a:pt x="10" y="124"/>
                    <a:pt x="11" y="125"/>
                  </a:cubicBezTo>
                  <a:cubicBezTo>
                    <a:pt x="15" y="127"/>
                    <a:pt x="17" y="128"/>
                    <a:pt x="17" y="128"/>
                  </a:cubicBezTo>
                  <a:cubicBezTo>
                    <a:pt x="17" y="128"/>
                    <a:pt x="18" y="130"/>
                    <a:pt x="21" y="130"/>
                  </a:cubicBezTo>
                  <a:cubicBezTo>
                    <a:pt x="25" y="129"/>
                    <a:pt x="27" y="128"/>
                    <a:pt x="30" y="126"/>
                  </a:cubicBezTo>
                  <a:cubicBezTo>
                    <a:pt x="34" y="124"/>
                    <a:pt x="34" y="123"/>
                    <a:pt x="38" y="122"/>
                  </a:cubicBezTo>
                  <a:cubicBezTo>
                    <a:pt x="43" y="122"/>
                    <a:pt x="43" y="122"/>
                    <a:pt x="45" y="121"/>
                  </a:cubicBezTo>
                  <a:cubicBezTo>
                    <a:pt x="48" y="121"/>
                    <a:pt x="52" y="116"/>
                    <a:pt x="55" y="115"/>
                  </a:cubicBezTo>
                  <a:cubicBezTo>
                    <a:pt x="58" y="114"/>
                    <a:pt x="58" y="114"/>
                    <a:pt x="61" y="113"/>
                  </a:cubicBezTo>
                  <a:cubicBezTo>
                    <a:pt x="64" y="111"/>
                    <a:pt x="65" y="111"/>
                    <a:pt x="68" y="110"/>
                  </a:cubicBezTo>
                  <a:cubicBezTo>
                    <a:pt x="70" y="110"/>
                    <a:pt x="71" y="109"/>
                    <a:pt x="73" y="109"/>
                  </a:cubicBezTo>
                  <a:cubicBezTo>
                    <a:pt x="74" y="108"/>
                    <a:pt x="75" y="108"/>
                    <a:pt x="74" y="106"/>
                  </a:cubicBezTo>
                  <a:cubicBezTo>
                    <a:pt x="74" y="105"/>
                    <a:pt x="72" y="105"/>
                    <a:pt x="72" y="104"/>
                  </a:cubicBezTo>
                  <a:cubicBezTo>
                    <a:pt x="71" y="103"/>
                    <a:pt x="70" y="102"/>
                    <a:pt x="72" y="102"/>
                  </a:cubicBezTo>
                  <a:cubicBezTo>
                    <a:pt x="74" y="102"/>
                    <a:pt x="75" y="101"/>
                    <a:pt x="76" y="102"/>
                  </a:cubicBezTo>
                  <a:cubicBezTo>
                    <a:pt x="77" y="103"/>
                    <a:pt x="77" y="104"/>
                    <a:pt x="77" y="105"/>
                  </a:cubicBezTo>
                  <a:cubicBezTo>
                    <a:pt x="77" y="107"/>
                    <a:pt x="79" y="108"/>
                    <a:pt x="80" y="108"/>
                  </a:cubicBezTo>
                  <a:cubicBezTo>
                    <a:pt x="82" y="108"/>
                    <a:pt x="81" y="109"/>
                    <a:pt x="83" y="108"/>
                  </a:cubicBezTo>
                  <a:cubicBezTo>
                    <a:pt x="85" y="107"/>
                    <a:pt x="86" y="106"/>
                    <a:pt x="87" y="105"/>
                  </a:cubicBezTo>
                  <a:cubicBezTo>
                    <a:pt x="88" y="105"/>
                    <a:pt x="88" y="104"/>
                    <a:pt x="89" y="104"/>
                  </a:cubicBezTo>
                  <a:cubicBezTo>
                    <a:pt x="86" y="101"/>
                    <a:pt x="83" y="99"/>
                    <a:pt x="82" y="9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2" name="Freeform 352">
              <a:extLst>
                <a:ext uri="{FF2B5EF4-FFF2-40B4-BE49-F238E27FC236}">
                  <a16:creationId xmlns:a16="http://schemas.microsoft.com/office/drawing/2014/main" id="{B9619B33-34E2-4DE7-D5B7-D8F7E4521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681" y="3390017"/>
              <a:ext cx="5642" cy="7052"/>
            </a:xfrm>
            <a:custGeom>
              <a:avLst/>
              <a:gdLst>
                <a:gd name="T0" fmla="*/ 2 w 5"/>
                <a:gd name="T1" fmla="*/ 2 h 6"/>
                <a:gd name="T2" fmla="*/ 0 w 5"/>
                <a:gd name="T3" fmla="*/ 4 h 6"/>
                <a:gd name="T4" fmla="*/ 1 w 5"/>
                <a:gd name="T5" fmla="*/ 5 h 6"/>
                <a:gd name="T6" fmla="*/ 3 w 5"/>
                <a:gd name="T7" fmla="*/ 3 h 6"/>
                <a:gd name="T8" fmla="*/ 5 w 5"/>
                <a:gd name="T9" fmla="*/ 2 h 6"/>
                <a:gd name="T10" fmla="*/ 2 w 5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2"/>
                  </a:moveTo>
                  <a:cubicBezTo>
                    <a:pt x="1" y="3"/>
                    <a:pt x="0" y="2"/>
                    <a:pt x="0" y="4"/>
                  </a:cubicBezTo>
                  <a:cubicBezTo>
                    <a:pt x="0" y="5"/>
                    <a:pt x="0" y="6"/>
                    <a:pt x="1" y="5"/>
                  </a:cubicBezTo>
                  <a:cubicBezTo>
                    <a:pt x="3" y="5"/>
                    <a:pt x="2" y="4"/>
                    <a:pt x="3" y="3"/>
                  </a:cubicBezTo>
                  <a:cubicBezTo>
                    <a:pt x="4" y="3"/>
                    <a:pt x="5" y="2"/>
                    <a:pt x="5" y="2"/>
                  </a:cubicBezTo>
                  <a:cubicBezTo>
                    <a:pt x="5" y="1"/>
                    <a:pt x="3" y="0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3" name="Freeform 353">
              <a:extLst>
                <a:ext uri="{FF2B5EF4-FFF2-40B4-BE49-F238E27FC236}">
                  <a16:creationId xmlns:a16="http://schemas.microsoft.com/office/drawing/2014/main" id="{DDD6E2F1-CEFD-2264-1E6E-9127DE5E2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954" y="3975328"/>
              <a:ext cx="7052" cy="12693"/>
            </a:xfrm>
            <a:custGeom>
              <a:avLst/>
              <a:gdLst>
                <a:gd name="T0" fmla="*/ 0 w 7"/>
                <a:gd name="T1" fmla="*/ 4 h 11"/>
                <a:gd name="T2" fmla="*/ 2 w 7"/>
                <a:gd name="T3" fmla="*/ 7 h 11"/>
                <a:gd name="T4" fmla="*/ 5 w 7"/>
                <a:gd name="T5" fmla="*/ 9 h 11"/>
                <a:gd name="T6" fmla="*/ 5 w 7"/>
                <a:gd name="T7" fmla="*/ 6 h 11"/>
                <a:gd name="T8" fmla="*/ 0 w 7"/>
                <a:gd name="T9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11">
                  <a:moveTo>
                    <a:pt x="0" y="4"/>
                  </a:moveTo>
                  <a:cubicBezTo>
                    <a:pt x="0" y="6"/>
                    <a:pt x="1" y="5"/>
                    <a:pt x="2" y="7"/>
                  </a:cubicBezTo>
                  <a:cubicBezTo>
                    <a:pt x="4" y="9"/>
                    <a:pt x="4" y="11"/>
                    <a:pt x="5" y="9"/>
                  </a:cubicBezTo>
                  <a:cubicBezTo>
                    <a:pt x="6" y="8"/>
                    <a:pt x="7" y="7"/>
                    <a:pt x="5" y="6"/>
                  </a:cubicBezTo>
                  <a:cubicBezTo>
                    <a:pt x="4" y="4"/>
                    <a:pt x="0" y="0"/>
                    <a:pt x="0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4" name="Freeform 354">
              <a:extLst>
                <a:ext uri="{FF2B5EF4-FFF2-40B4-BE49-F238E27FC236}">
                  <a16:creationId xmlns:a16="http://schemas.microsoft.com/office/drawing/2014/main" id="{E3E5C7E5-2FC5-2567-2D11-2594C97BC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7861" y="3162945"/>
              <a:ext cx="2821" cy="8462"/>
            </a:xfrm>
            <a:custGeom>
              <a:avLst/>
              <a:gdLst>
                <a:gd name="T0" fmla="*/ 0 w 3"/>
                <a:gd name="T1" fmla="*/ 3 h 7"/>
                <a:gd name="T2" fmla="*/ 2 w 3"/>
                <a:gd name="T3" fmla="*/ 6 h 7"/>
                <a:gd name="T4" fmla="*/ 2 w 3"/>
                <a:gd name="T5" fmla="*/ 1 h 7"/>
                <a:gd name="T6" fmla="*/ 0 w 3"/>
                <a:gd name="T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7">
                  <a:moveTo>
                    <a:pt x="0" y="3"/>
                  </a:moveTo>
                  <a:cubicBezTo>
                    <a:pt x="0" y="5"/>
                    <a:pt x="1" y="7"/>
                    <a:pt x="2" y="6"/>
                  </a:cubicBezTo>
                  <a:cubicBezTo>
                    <a:pt x="3" y="6"/>
                    <a:pt x="3" y="0"/>
                    <a:pt x="2" y="1"/>
                  </a:cubicBezTo>
                  <a:cubicBezTo>
                    <a:pt x="1" y="1"/>
                    <a:pt x="1" y="1"/>
                    <a:pt x="0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5" name="Freeform 355">
              <a:extLst>
                <a:ext uri="{FF2B5EF4-FFF2-40B4-BE49-F238E27FC236}">
                  <a16:creationId xmlns:a16="http://schemas.microsoft.com/office/drawing/2014/main" id="{6DB27398-7C8A-C332-B8A9-D929BA4FD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6323" y="3127685"/>
              <a:ext cx="4231" cy="8462"/>
            </a:xfrm>
            <a:custGeom>
              <a:avLst/>
              <a:gdLst>
                <a:gd name="T0" fmla="*/ 0 w 4"/>
                <a:gd name="T1" fmla="*/ 3 h 7"/>
                <a:gd name="T2" fmla="*/ 1 w 4"/>
                <a:gd name="T3" fmla="*/ 5 h 7"/>
                <a:gd name="T4" fmla="*/ 3 w 4"/>
                <a:gd name="T5" fmla="*/ 5 h 7"/>
                <a:gd name="T6" fmla="*/ 0 w 4"/>
                <a:gd name="T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0" y="3"/>
                  </a:moveTo>
                  <a:cubicBezTo>
                    <a:pt x="0" y="4"/>
                    <a:pt x="0" y="4"/>
                    <a:pt x="1" y="5"/>
                  </a:cubicBezTo>
                  <a:cubicBezTo>
                    <a:pt x="2" y="6"/>
                    <a:pt x="4" y="7"/>
                    <a:pt x="3" y="5"/>
                  </a:cubicBezTo>
                  <a:cubicBezTo>
                    <a:pt x="3" y="3"/>
                    <a:pt x="0" y="0"/>
                    <a:pt x="0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6" name="Freeform 356">
              <a:extLst>
                <a:ext uri="{FF2B5EF4-FFF2-40B4-BE49-F238E27FC236}">
                  <a16:creationId xmlns:a16="http://schemas.microsoft.com/office/drawing/2014/main" id="{1F9462F8-B7A5-7E83-9B31-F657081CE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9271" y="3131916"/>
              <a:ext cx="7052" cy="12693"/>
            </a:xfrm>
            <a:custGeom>
              <a:avLst/>
              <a:gdLst>
                <a:gd name="T0" fmla="*/ 3 w 7"/>
                <a:gd name="T1" fmla="*/ 10 h 11"/>
                <a:gd name="T2" fmla="*/ 5 w 7"/>
                <a:gd name="T3" fmla="*/ 8 h 11"/>
                <a:gd name="T4" fmla="*/ 3 w 7"/>
                <a:gd name="T5" fmla="*/ 4 h 11"/>
                <a:gd name="T6" fmla="*/ 0 w 7"/>
                <a:gd name="T7" fmla="*/ 4 h 11"/>
                <a:gd name="T8" fmla="*/ 2 w 7"/>
                <a:gd name="T9" fmla="*/ 7 h 11"/>
                <a:gd name="T10" fmla="*/ 3 w 7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1">
                  <a:moveTo>
                    <a:pt x="3" y="10"/>
                  </a:moveTo>
                  <a:cubicBezTo>
                    <a:pt x="5" y="10"/>
                    <a:pt x="7" y="10"/>
                    <a:pt x="5" y="8"/>
                  </a:cubicBezTo>
                  <a:cubicBezTo>
                    <a:pt x="3" y="7"/>
                    <a:pt x="3" y="6"/>
                    <a:pt x="3" y="4"/>
                  </a:cubicBezTo>
                  <a:cubicBezTo>
                    <a:pt x="3" y="3"/>
                    <a:pt x="1" y="0"/>
                    <a:pt x="0" y="4"/>
                  </a:cubicBezTo>
                  <a:cubicBezTo>
                    <a:pt x="0" y="6"/>
                    <a:pt x="2" y="5"/>
                    <a:pt x="2" y="7"/>
                  </a:cubicBezTo>
                  <a:cubicBezTo>
                    <a:pt x="3" y="9"/>
                    <a:pt x="2" y="11"/>
                    <a:pt x="3" y="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7" name="Freeform 357">
              <a:extLst>
                <a:ext uri="{FF2B5EF4-FFF2-40B4-BE49-F238E27FC236}">
                  <a16:creationId xmlns:a16="http://schemas.microsoft.com/office/drawing/2014/main" id="{1D69EAB4-7518-1ED6-8E6A-E2058BE3F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6450" y="3505669"/>
              <a:ext cx="14104" cy="11283"/>
            </a:xfrm>
            <a:custGeom>
              <a:avLst/>
              <a:gdLst>
                <a:gd name="T0" fmla="*/ 8 w 12"/>
                <a:gd name="T1" fmla="*/ 2 h 11"/>
                <a:gd name="T2" fmla="*/ 1 w 12"/>
                <a:gd name="T3" fmla="*/ 3 h 11"/>
                <a:gd name="T4" fmla="*/ 2 w 12"/>
                <a:gd name="T5" fmla="*/ 9 h 11"/>
                <a:gd name="T6" fmla="*/ 7 w 12"/>
                <a:gd name="T7" fmla="*/ 11 h 11"/>
                <a:gd name="T8" fmla="*/ 11 w 12"/>
                <a:gd name="T9" fmla="*/ 9 h 11"/>
                <a:gd name="T10" fmla="*/ 11 w 12"/>
                <a:gd name="T11" fmla="*/ 6 h 11"/>
                <a:gd name="T12" fmla="*/ 8 w 12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1">
                  <a:moveTo>
                    <a:pt x="8" y="2"/>
                  </a:moveTo>
                  <a:cubicBezTo>
                    <a:pt x="6" y="1"/>
                    <a:pt x="2" y="0"/>
                    <a:pt x="1" y="3"/>
                  </a:cubicBezTo>
                  <a:cubicBezTo>
                    <a:pt x="0" y="5"/>
                    <a:pt x="0" y="8"/>
                    <a:pt x="2" y="9"/>
                  </a:cubicBezTo>
                  <a:cubicBezTo>
                    <a:pt x="3" y="10"/>
                    <a:pt x="4" y="11"/>
                    <a:pt x="7" y="11"/>
                  </a:cubicBezTo>
                  <a:cubicBezTo>
                    <a:pt x="10" y="11"/>
                    <a:pt x="10" y="10"/>
                    <a:pt x="11" y="9"/>
                  </a:cubicBezTo>
                  <a:cubicBezTo>
                    <a:pt x="12" y="9"/>
                    <a:pt x="12" y="8"/>
                    <a:pt x="11" y="6"/>
                  </a:cubicBezTo>
                  <a:cubicBezTo>
                    <a:pt x="10" y="5"/>
                    <a:pt x="10" y="4"/>
                    <a:pt x="8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8" name="Freeform 358">
              <a:extLst>
                <a:ext uri="{FF2B5EF4-FFF2-40B4-BE49-F238E27FC236}">
                  <a16:creationId xmlns:a16="http://schemas.microsoft.com/office/drawing/2014/main" id="{020938BB-1420-64F7-505D-6F090C9FA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96" y="3191153"/>
              <a:ext cx="5642" cy="7052"/>
            </a:xfrm>
            <a:custGeom>
              <a:avLst/>
              <a:gdLst>
                <a:gd name="T0" fmla="*/ 0 w 5"/>
                <a:gd name="T1" fmla="*/ 2 h 6"/>
                <a:gd name="T2" fmla="*/ 1 w 5"/>
                <a:gd name="T3" fmla="*/ 5 h 6"/>
                <a:gd name="T4" fmla="*/ 5 w 5"/>
                <a:gd name="T5" fmla="*/ 4 h 6"/>
                <a:gd name="T6" fmla="*/ 0 w 5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0" y="2"/>
                  </a:moveTo>
                  <a:cubicBezTo>
                    <a:pt x="0" y="4"/>
                    <a:pt x="0" y="4"/>
                    <a:pt x="1" y="5"/>
                  </a:cubicBezTo>
                  <a:cubicBezTo>
                    <a:pt x="2" y="5"/>
                    <a:pt x="5" y="6"/>
                    <a:pt x="5" y="4"/>
                  </a:cubicBezTo>
                  <a:cubicBezTo>
                    <a:pt x="5" y="3"/>
                    <a:pt x="3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19" name="Freeform 359">
              <a:extLst>
                <a:ext uri="{FF2B5EF4-FFF2-40B4-BE49-F238E27FC236}">
                  <a16:creationId xmlns:a16="http://schemas.microsoft.com/office/drawing/2014/main" id="{1F553A20-1DD9-6CE0-DEA7-F54575761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2611" y="2573403"/>
              <a:ext cx="8462" cy="11283"/>
            </a:xfrm>
            <a:custGeom>
              <a:avLst/>
              <a:gdLst>
                <a:gd name="T0" fmla="*/ 7 w 8"/>
                <a:gd name="T1" fmla="*/ 0 h 11"/>
                <a:gd name="T2" fmla="*/ 4 w 8"/>
                <a:gd name="T3" fmla="*/ 4 h 11"/>
                <a:gd name="T4" fmla="*/ 3 w 8"/>
                <a:gd name="T5" fmla="*/ 5 h 11"/>
                <a:gd name="T6" fmla="*/ 0 w 8"/>
                <a:gd name="T7" fmla="*/ 9 h 11"/>
                <a:gd name="T8" fmla="*/ 5 w 8"/>
                <a:gd name="T9" fmla="*/ 6 h 11"/>
                <a:gd name="T10" fmla="*/ 8 w 8"/>
                <a:gd name="T11" fmla="*/ 3 h 11"/>
                <a:gd name="T12" fmla="*/ 7 w 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1">
                  <a:moveTo>
                    <a:pt x="7" y="0"/>
                  </a:moveTo>
                  <a:cubicBezTo>
                    <a:pt x="6" y="0"/>
                    <a:pt x="6" y="1"/>
                    <a:pt x="4" y="4"/>
                  </a:cubicBezTo>
                  <a:cubicBezTo>
                    <a:pt x="4" y="5"/>
                    <a:pt x="4" y="3"/>
                    <a:pt x="3" y="5"/>
                  </a:cubicBezTo>
                  <a:cubicBezTo>
                    <a:pt x="2" y="7"/>
                    <a:pt x="0" y="8"/>
                    <a:pt x="0" y="9"/>
                  </a:cubicBezTo>
                  <a:cubicBezTo>
                    <a:pt x="0" y="11"/>
                    <a:pt x="4" y="7"/>
                    <a:pt x="5" y="6"/>
                  </a:cubicBezTo>
                  <a:cubicBezTo>
                    <a:pt x="7" y="5"/>
                    <a:pt x="8" y="4"/>
                    <a:pt x="8" y="3"/>
                  </a:cubicBezTo>
                  <a:cubicBezTo>
                    <a:pt x="8" y="2"/>
                    <a:pt x="8" y="0"/>
                    <a:pt x="7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0" name="Freeform 360">
              <a:extLst>
                <a:ext uri="{FF2B5EF4-FFF2-40B4-BE49-F238E27FC236}">
                  <a16:creationId xmlns:a16="http://schemas.microsoft.com/office/drawing/2014/main" id="{4FA22FEE-269E-E119-6D5E-EBC0976AF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879" y="2450700"/>
              <a:ext cx="180530" cy="212968"/>
            </a:xfrm>
            <a:custGeom>
              <a:avLst/>
              <a:gdLst>
                <a:gd name="T0" fmla="*/ 159 w 165"/>
                <a:gd name="T1" fmla="*/ 72 h 199"/>
                <a:gd name="T2" fmla="*/ 145 w 165"/>
                <a:gd name="T3" fmla="*/ 55 h 199"/>
                <a:gd name="T4" fmla="*/ 127 w 165"/>
                <a:gd name="T5" fmla="*/ 49 h 199"/>
                <a:gd name="T6" fmla="*/ 108 w 165"/>
                <a:gd name="T7" fmla="*/ 40 h 199"/>
                <a:gd name="T8" fmla="*/ 100 w 165"/>
                <a:gd name="T9" fmla="*/ 30 h 199"/>
                <a:gd name="T10" fmla="*/ 89 w 165"/>
                <a:gd name="T11" fmla="*/ 27 h 199"/>
                <a:gd name="T12" fmla="*/ 85 w 165"/>
                <a:gd name="T13" fmla="*/ 19 h 199"/>
                <a:gd name="T14" fmla="*/ 90 w 165"/>
                <a:gd name="T15" fmla="*/ 13 h 199"/>
                <a:gd name="T16" fmla="*/ 92 w 165"/>
                <a:gd name="T17" fmla="*/ 9 h 199"/>
                <a:gd name="T18" fmla="*/ 89 w 165"/>
                <a:gd name="T19" fmla="*/ 7 h 199"/>
                <a:gd name="T20" fmla="*/ 81 w 165"/>
                <a:gd name="T21" fmla="*/ 5 h 199"/>
                <a:gd name="T22" fmla="*/ 60 w 165"/>
                <a:gd name="T23" fmla="*/ 24 h 199"/>
                <a:gd name="T24" fmla="*/ 52 w 165"/>
                <a:gd name="T25" fmla="*/ 35 h 199"/>
                <a:gd name="T26" fmla="*/ 42 w 165"/>
                <a:gd name="T27" fmla="*/ 38 h 199"/>
                <a:gd name="T28" fmla="*/ 35 w 165"/>
                <a:gd name="T29" fmla="*/ 40 h 199"/>
                <a:gd name="T30" fmla="*/ 18 w 165"/>
                <a:gd name="T31" fmla="*/ 39 h 199"/>
                <a:gd name="T32" fmla="*/ 0 w 165"/>
                <a:gd name="T33" fmla="*/ 43 h 199"/>
                <a:gd name="T34" fmla="*/ 10 w 165"/>
                <a:gd name="T35" fmla="*/ 57 h 199"/>
                <a:gd name="T36" fmla="*/ 35 w 165"/>
                <a:gd name="T37" fmla="*/ 66 h 199"/>
                <a:gd name="T38" fmla="*/ 75 w 165"/>
                <a:gd name="T39" fmla="*/ 80 h 199"/>
                <a:gd name="T40" fmla="*/ 74 w 165"/>
                <a:gd name="T41" fmla="*/ 105 h 199"/>
                <a:gd name="T42" fmla="*/ 20 w 165"/>
                <a:gd name="T43" fmla="*/ 146 h 199"/>
                <a:gd name="T44" fmla="*/ 28 w 165"/>
                <a:gd name="T45" fmla="*/ 199 h 199"/>
                <a:gd name="T46" fmla="*/ 38 w 165"/>
                <a:gd name="T47" fmla="*/ 196 h 199"/>
                <a:gd name="T48" fmla="*/ 56 w 165"/>
                <a:gd name="T49" fmla="*/ 191 h 199"/>
                <a:gd name="T50" fmla="*/ 68 w 165"/>
                <a:gd name="T51" fmla="*/ 189 h 199"/>
                <a:gd name="T52" fmla="*/ 73 w 165"/>
                <a:gd name="T53" fmla="*/ 177 h 199"/>
                <a:gd name="T54" fmla="*/ 87 w 165"/>
                <a:gd name="T55" fmla="*/ 173 h 199"/>
                <a:gd name="T56" fmla="*/ 98 w 165"/>
                <a:gd name="T57" fmla="*/ 166 h 199"/>
                <a:gd name="T58" fmla="*/ 109 w 165"/>
                <a:gd name="T59" fmla="*/ 153 h 199"/>
                <a:gd name="T60" fmla="*/ 123 w 165"/>
                <a:gd name="T61" fmla="*/ 150 h 199"/>
                <a:gd name="T62" fmla="*/ 121 w 165"/>
                <a:gd name="T63" fmla="*/ 136 h 199"/>
                <a:gd name="T64" fmla="*/ 126 w 165"/>
                <a:gd name="T65" fmla="*/ 124 h 199"/>
                <a:gd name="T66" fmla="*/ 131 w 165"/>
                <a:gd name="T67" fmla="*/ 116 h 199"/>
                <a:gd name="T68" fmla="*/ 140 w 165"/>
                <a:gd name="T69" fmla="*/ 114 h 199"/>
                <a:gd name="T70" fmla="*/ 148 w 165"/>
                <a:gd name="T71" fmla="*/ 102 h 199"/>
                <a:gd name="T72" fmla="*/ 161 w 165"/>
                <a:gd name="T73" fmla="*/ 87 h 199"/>
                <a:gd name="T74" fmla="*/ 163 w 165"/>
                <a:gd name="T75" fmla="*/ 73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5" h="199">
                  <a:moveTo>
                    <a:pt x="163" y="73"/>
                  </a:moveTo>
                  <a:cubicBezTo>
                    <a:pt x="163" y="72"/>
                    <a:pt x="161" y="72"/>
                    <a:pt x="159" y="72"/>
                  </a:cubicBezTo>
                  <a:cubicBezTo>
                    <a:pt x="156" y="72"/>
                    <a:pt x="156" y="69"/>
                    <a:pt x="154" y="67"/>
                  </a:cubicBezTo>
                  <a:cubicBezTo>
                    <a:pt x="152" y="65"/>
                    <a:pt x="147" y="58"/>
                    <a:pt x="145" y="55"/>
                  </a:cubicBezTo>
                  <a:cubicBezTo>
                    <a:pt x="143" y="52"/>
                    <a:pt x="140" y="50"/>
                    <a:pt x="136" y="49"/>
                  </a:cubicBezTo>
                  <a:cubicBezTo>
                    <a:pt x="132" y="49"/>
                    <a:pt x="131" y="49"/>
                    <a:pt x="127" y="49"/>
                  </a:cubicBezTo>
                  <a:cubicBezTo>
                    <a:pt x="124" y="48"/>
                    <a:pt x="122" y="47"/>
                    <a:pt x="117" y="46"/>
                  </a:cubicBezTo>
                  <a:cubicBezTo>
                    <a:pt x="112" y="45"/>
                    <a:pt x="111" y="43"/>
                    <a:pt x="108" y="40"/>
                  </a:cubicBezTo>
                  <a:cubicBezTo>
                    <a:pt x="104" y="38"/>
                    <a:pt x="104" y="35"/>
                    <a:pt x="102" y="32"/>
                  </a:cubicBezTo>
                  <a:cubicBezTo>
                    <a:pt x="101" y="31"/>
                    <a:pt x="100" y="30"/>
                    <a:pt x="100" y="30"/>
                  </a:cubicBezTo>
                  <a:cubicBezTo>
                    <a:pt x="97" y="30"/>
                    <a:pt x="93" y="31"/>
                    <a:pt x="92" y="31"/>
                  </a:cubicBezTo>
                  <a:cubicBezTo>
                    <a:pt x="91" y="30"/>
                    <a:pt x="90" y="29"/>
                    <a:pt x="89" y="27"/>
                  </a:cubicBezTo>
                  <a:cubicBezTo>
                    <a:pt x="87" y="26"/>
                    <a:pt x="87" y="24"/>
                    <a:pt x="86" y="23"/>
                  </a:cubicBezTo>
                  <a:cubicBezTo>
                    <a:pt x="86" y="21"/>
                    <a:pt x="85" y="20"/>
                    <a:pt x="85" y="19"/>
                  </a:cubicBezTo>
                  <a:cubicBezTo>
                    <a:pt x="85" y="17"/>
                    <a:pt x="86" y="16"/>
                    <a:pt x="86" y="15"/>
                  </a:cubicBezTo>
                  <a:cubicBezTo>
                    <a:pt x="87" y="14"/>
                    <a:pt x="88" y="13"/>
                    <a:pt x="90" y="13"/>
                  </a:cubicBezTo>
                  <a:cubicBezTo>
                    <a:pt x="91" y="13"/>
                    <a:pt x="91" y="12"/>
                    <a:pt x="92" y="12"/>
                  </a:cubicBezTo>
                  <a:cubicBezTo>
                    <a:pt x="92" y="11"/>
                    <a:pt x="92" y="10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1" y="8"/>
                    <a:pt x="90" y="8"/>
                    <a:pt x="89" y="7"/>
                  </a:cubicBezTo>
                  <a:cubicBezTo>
                    <a:pt x="86" y="5"/>
                    <a:pt x="86" y="3"/>
                    <a:pt x="85" y="0"/>
                  </a:cubicBezTo>
                  <a:cubicBezTo>
                    <a:pt x="84" y="1"/>
                    <a:pt x="84" y="3"/>
                    <a:pt x="81" y="5"/>
                  </a:cubicBezTo>
                  <a:cubicBezTo>
                    <a:pt x="78" y="9"/>
                    <a:pt x="73" y="11"/>
                    <a:pt x="72" y="14"/>
                  </a:cubicBezTo>
                  <a:cubicBezTo>
                    <a:pt x="71" y="16"/>
                    <a:pt x="63" y="22"/>
                    <a:pt x="60" y="24"/>
                  </a:cubicBezTo>
                  <a:cubicBezTo>
                    <a:pt x="57" y="26"/>
                    <a:pt x="57" y="28"/>
                    <a:pt x="56" y="30"/>
                  </a:cubicBezTo>
                  <a:cubicBezTo>
                    <a:pt x="55" y="32"/>
                    <a:pt x="54" y="35"/>
                    <a:pt x="52" y="35"/>
                  </a:cubicBezTo>
                  <a:cubicBezTo>
                    <a:pt x="51" y="36"/>
                    <a:pt x="49" y="36"/>
                    <a:pt x="48" y="37"/>
                  </a:cubicBezTo>
                  <a:cubicBezTo>
                    <a:pt x="47" y="39"/>
                    <a:pt x="44" y="38"/>
                    <a:pt x="42" y="38"/>
                  </a:cubicBezTo>
                  <a:cubicBezTo>
                    <a:pt x="40" y="37"/>
                    <a:pt x="39" y="38"/>
                    <a:pt x="38" y="40"/>
                  </a:cubicBezTo>
                  <a:cubicBezTo>
                    <a:pt x="37" y="41"/>
                    <a:pt x="35" y="40"/>
                    <a:pt x="35" y="40"/>
                  </a:cubicBezTo>
                  <a:cubicBezTo>
                    <a:pt x="35" y="40"/>
                    <a:pt x="31" y="40"/>
                    <a:pt x="27" y="39"/>
                  </a:cubicBezTo>
                  <a:cubicBezTo>
                    <a:pt x="24" y="39"/>
                    <a:pt x="21" y="39"/>
                    <a:pt x="18" y="39"/>
                  </a:cubicBezTo>
                  <a:cubicBezTo>
                    <a:pt x="14" y="38"/>
                    <a:pt x="9" y="40"/>
                    <a:pt x="7" y="42"/>
                  </a:cubicBezTo>
                  <a:cubicBezTo>
                    <a:pt x="5" y="43"/>
                    <a:pt x="2" y="44"/>
                    <a:pt x="0" y="43"/>
                  </a:cubicBezTo>
                  <a:cubicBezTo>
                    <a:pt x="0" y="44"/>
                    <a:pt x="1" y="45"/>
                    <a:pt x="1" y="46"/>
                  </a:cubicBezTo>
                  <a:cubicBezTo>
                    <a:pt x="1" y="47"/>
                    <a:pt x="6" y="52"/>
                    <a:pt x="10" y="57"/>
                  </a:cubicBezTo>
                  <a:cubicBezTo>
                    <a:pt x="14" y="61"/>
                    <a:pt x="17" y="64"/>
                    <a:pt x="18" y="64"/>
                  </a:cubicBezTo>
                  <a:cubicBezTo>
                    <a:pt x="19" y="65"/>
                    <a:pt x="26" y="65"/>
                    <a:pt x="35" y="66"/>
                  </a:cubicBezTo>
                  <a:cubicBezTo>
                    <a:pt x="50" y="67"/>
                    <a:pt x="69" y="68"/>
                    <a:pt x="71" y="70"/>
                  </a:cubicBezTo>
                  <a:cubicBezTo>
                    <a:pt x="72" y="72"/>
                    <a:pt x="74" y="76"/>
                    <a:pt x="75" y="80"/>
                  </a:cubicBezTo>
                  <a:cubicBezTo>
                    <a:pt x="77" y="83"/>
                    <a:pt x="78" y="86"/>
                    <a:pt x="78" y="88"/>
                  </a:cubicBezTo>
                  <a:cubicBezTo>
                    <a:pt x="78" y="90"/>
                    <a:pt x="76" y="97"/>
                    <a:pt x="74" y="105"/>
                  </a:cubicBezTo>
                  <a:cubicBezTo>
                    <a:pt x="70" y="116"/>
                    <a:pt x="66" y="128"/>
                    <a:pt x="65" y="130"/>
                  </a:cubicBezTo>
                  <a:cubicBezTo>
                    <a:pt x="64" y="131"/>
                    <a:pt x="38" y="140"/>
                    <a:pt x="20" y="146"/>
                  </a:cubicBezTo>
                  <a:cubicBezTo>
                    <a:pt x="13" y="148"/>
                    <a:pt x="8" y="150"/>
                    <a:pt x="6" y="151"/>
                  </a:cubicBezTo>
                  <a:cubicBezTo>
                    <a:pt x="28" y="199"/>
                    <a:pt x="28" y="199"/>
                    <a:pt x="28" y="199"/>
                  </a:cubicBezTo>
                  <a:cubicBezTo>
                    <a:pt x="28" y="199"/>
                    <a:pt x="28" y="199"/>
                    <a:pt x="28" y="198"/>
                  </a:cubicBezTo>
                  <a:cubicBezTo>
                    <a:pt x="31" y="197"/>
                    <a:pt x="34" y="197"/>
                    <a:pt x="38" y="196"/>
                  </a:cubicBezTo>
                  <a:cubicBezTo>
                    <a:pt x="42" y="194"/>
                    <a:pt x="42" y="193"/>
                    <a:pt x="46" y="192"/>
                  </a:cubicBezTo>
                  <a:cubicBezTo>
                    <a:pt x="50" y="190"/>
                    <a:pt x="54" y="191"/>
                    <a:pt x="56" y="191"/>
                  </a:cubicBezTo>
                  <a:cubicBezTo>
                    <a:pt x="59" y="191"/>
                    <a:pt x="61" y="192"/>
                    <a:pt x="63" y="192"/>
                  </a:cubicBezTo>
                  <a:cubicBezTo>
                    <a:pt x="65" y="192"/>
                    <a:pt x="66" y="191"/>
                    <a:pt x="68" y="189"/>
                  </a:cubicBezTo>
                  <a:cubicBezTo>
                    <a:pt x="70" y="187"/>
                    <a:pt x="71" y="187"/>
                    <a:pt x="71" y="184"/>
                  </a:cubicBezTo>
                  <a:cubicBezTo>
                    <a:pt x="71" y="182"/>
                    <a:pt x="71" y="180"/>
                    <a:pt x="73" y="177"/>
                  </a:cubicBezTo>
                  <a:cubicBezTo>
                    <a:pt x="74" y="175"/>
                    <a:pt x="76" y="174"/>
                    <a:pt x="78" y="173"/>
                  </a:cubicBezTo>
                  <a:cubicBezTo>
                    <a:pt x="81" y="172"/>
                    <a:pt x="84" y="173"/>
                    <a:pt x="87" y="173"/>
                  </a:cubicBezTo>
                  <a:cubicBezTo>
                    <a:pt x="89" y="173"/>
                    <a:pt x="91" y="172"/>
                    <a:pt x="93" y="171"/>
                  </a:cubicBezTo>
                  <a:cubicBezTo>
                    <a:pt x="96" y="169"/>
                    <a:pt x="97" y="168"/>
                    <a:pt x="98" y="166"/>
                  </a:cubicBezTo>
                  <a:cubicBezTo>
                    <a:pt x="99" y="163"/>
                    <a:pt x="101" y="158"/>
                    <a:pt x="102" y="156"/>
                  </a:cubicBezTo>
                  <a:cubicBezTo>
                    <a:pt x="104" y="153"/>
                    <a:pt x="106" y="154"/>
                    <a:pt x="109" y="153"/>
                  </a:cubicBezTo>
                  <a:cubicBezTo>
                    <a:pt x="112" y="152"/>
                    <a:pt x="115" y="152"/>
                    <a:pt x="118" y="151"/>
                  </a:cubicBezTo>
                  <a:cubicBezTo>
                    <a:pt x="122" y="150"/>
                    <a:pt x="122" y="150"/>
                    <a:pt x="123" y="150"/>
                  </a:cubicBezTo>
                  <a:cubicBezTo>
                    <a:pt x="123" y="149"/>
                    <a:pt x="123" y="147"/>
                    <a:pt x="122" y="144"/>
                  </a:cubicBezTo>
                  <a:cubicBezTo>
                    <a:pt x="122" y="142"/>
                    <a:pt x="122" y="140"/>
                    <a:pt x="121" y="136"/>
                  </a:cubicBezTo>
                  <a:cubicBezTo>
                    <a:pt x="120" y="133"/>
                    <a:pt x="122" y="134"/>
                    <a:pt x="123" y="130"/>
                  </a:cubicBezTo>
                  <a:cubicBezTo>
                    <a:pt x="125" y="127"/>
                    <a:pt x="125" y="127"/>
                    <a:pt x="126" y="124"/>
                  </a:cubicBezTo>
                  <a:cubicBezTo>
                    <a:pt x="127" y="121"/>
                    <a:pt x="126" y="120"/>
                    <a:pt x="129" y="118"/>
                  </a:cubicBezTo>
                  <a:cubicBezTo>
                    <a:pt x="131" y="115"/>
                    <a:pt x="130" y="116"/>
                    <a:pt x="131" y="116"/>
                  </a:cubicBezTo>
                  <a:cubicBezTo>
                    <a:pt x="133" y="116"/>
                    <a:pt x="134" y="119"/>
                    <a:pt x="135" y="119"/>
                  </a:cubicBezTo>
                  <a:cubicBezTo>
                    <a:pt x="136" y="119"/>
                    <a:pt x="139" y="117"/>
                    <a:pt x="140" y="114"/>
                  </a:cubicBezTo>
                  <a:cubicBezTo>
                    <a:pt x="141" y="111"/>
                    <a:pt x="143" y="112"/>
                    <a:pt x="144" y="109"/>
                  </a:cubicBezTo>
                  <a:cubicBezTo>
                    <a:pt x="146" y="106"/>
                    <a:pt x="146" y="105"/>
                    <a:pt x="148" y="102"/>
                  </a:cubicBezTo>
                  <a:cubicBezTo>
                    <a:pt x="150" y="100"/>
                    <a:pt x="153" y="99"/>
                    <a:pt x="155" y="97"/>
                  </a:cubicBezTo>
                  <a:cubicBezTo>
                    <a:pt x="156" y="95"/>
                    <a:pt x="160" y="89"/>
                    <a:pt x="161" y="87"/>
                  </a:cubicBezTo>
                  <a:cubicBezTo>
                    <a:pt x="162" y="84"/>
                    <a:pt x="165" y="81"/>
                    <a:pt x="165" y="79"/>
                  </a:cubicBezTo>
                  <a:cubicBezTo>
                    <a:pt x="165" y="77"/>
                    <a:pt x="164" y="74"/>
                    <a:pt x="163" y="7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1" name="Freeform 361">
              <a:extLst>
                <a:ext uri="{FF2B5EF4-FFF2-40B4-BE49-F238E27FC236}">
                  <a16:creationId xmlns:a16="http://schemas.microsoft.com/office/drawing/2014/main" id="{935C1681-10E7-C89E-7919-B0329E9AF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403" y="3484513"/>
              <a:ext cx="9873" cy="12693"/>
            </a:xfrm>
            <a:custGeom>
              <a:avLst/>
              <a:gdLst>
                <a:gd name="T0" fmla="*/ 8 w 9"/>
                <a:gd name="T1" fmla="*/ 2 h 12"/>
                <a:gd name="T2" fmla="*/ 2 w 9"/>
                <a:gd name="T3" fmla="*/ 5 h 12"/>
                <a:gd name="T4" fmla="*/ 0 w 9"/>
                <a:gd name="T5" fmla="*/ 10 h 12"/>
                <a:gd name="T6" fmla="*/ 3 w 9"/>
                <a:gd name="T7" fmla="*/ 11 h 12"/>
                <a:gd name="T8" fmla="*/ 7 w 9"/>
                <a:gd name="T9" fmla="*/ 10 h 12"/>
                <a:gd name="T10" fmla="*/ 9 w 9"/>
                <a:gd name="T11" fmla="*/ 6 h 12"/>
                <a:gd name="T12" fmla="*/ 8 w 9"/>
                <a:gd name="T13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12">
                  <a:moveTo>
                    <a:pt x="8" y="2"/>
                  </a:moveTo>
                  <a:cubicBezTo>
                    <a:pt x="7" y="1"/>
                    <a:pt x="3" y="0"/>
                    <a:pt x="2" y="5"/>
                  </a:cubicBezTo>
                  <a:cubicBezTo>
                    <a:pt x="1" y="7"/>
                    <a:pt x="0" y="9"/>
                    <a:pt x="0" y="10"/>
                  </a:cubicBezTo>
                  <a:cubicBezTo>
                    <a:pt x="1" y="11"/>
                    <a:pt x="1" y="12"/>
                    <a:pt x="3" y="11"/>
                  </a:cubicBezTo>
                  <a:cubicBezTo>
                    <a:pt x="5" y="11"/>
                    <a:pt x="6" y="12"/>
                    <a:pt x="7" y="10"/>
                  </a:cubicBezTo>
                  <a:cubicBezTo>
                    <a:pt x="8" y="8"/>
                    <a:pt x="9" y="8"/>
                    <a:pt x="9" y="6"/>
                  </a:cubicBezTo>
                  <a:cubicBezTo>
                    <a:pt x="8" y="4"/>
                    <a:pt x="9" y="3"/>
                    <a:pt x="8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2" name="Freeform 362">
              <a:extLst>
                <a:ext uri="{FF2B5EF4-FFF2-40B4-BE49-F238E27FC236}">
                  <a16:creationId xmlns:a16="http://schemas.microsoft.com/office/drawing/2014/main" id="{9D1D64C6-9AB8-0440-ADEF-984834A3F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318" y="3140379"/>
              <a:ext cx="9873" cy="7052"/>
            </a:xfrm>
            <a:custGeom>
              <a:avLst/>
              <a:gdLst>
                <a:gd name="T0" fmla="*/ 1 w 8"/>
                <a:gd name="T1" fmla="*/ 3 h 6"/>
                <a:gd name="T2" fmla="*/ 2 w 8"/>
                <a:gd name="T3" fmla="*/ 5 h 6"/>
                <a:gd name="T4" fmla="*/ 6 w 8"/>
                <a:gd name="T5" fmla="*/ 2 h 6"/>
                <a:gd name="T6" fmla="*/ 1 w 8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6">
                  <a:moveTo>
                    <a:pt x="1" y="3"/>
                  </a:moveTo>
                  <a:cubicBezTo>
                    <a:pt x="0" y="4"/>
                    <a:pt x="0" y="6"/>
                    <a:pt x="2" y="5"/>
                  </a:cubicBezTo>
                  <a:cubicBezTo>
                    <a:pt x="4" y="5"/>
                    <a:pt x="8" y="3"/>
                    <a:pt x="6" y="2"/>
                  </a:cubicBezTo>
                  <a:cubicBezTo>
                    <a:pt x="5" y="1"/>
                    <a:pt x="2" y="0"/>
                    <a:pt x="1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3" name="Freeform 363">
              <a:extLst>
                <a:ext uri="{FF2B5EF4-FFF2-40B4-BE49-F238E27FC236}">
                  <a16:creationId xmlns:a16="http://schemas.microsoft.com/office/drawing/2014/main" id="{D6198DAC-3107-011B-94CE-DDD2D0D70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3736" y="3318088"/>
              <a:ext cx="5642" cy="8462"/>
            </a:xfrm>
            <a:custGeom>
              <a:avLst/>
              <a:gdLst>
                <a:gd name="T0" fmla="*/ 3 w 5"/>
                <a:gd name="T1" fmla="*/ 6 h 8"/>
                <a:gd name="T2" fmla="*/ 5 w 5"/>
                <a:gd name="T3" fmla="*/ 6 h 8"/>
                <a:gd name="T4" fmla="*/ 5 w 5"/>
                <a:gd name="T5" fmla="*/ 3 h 8"/>
                <a:gd name="T6" fmla="*/ 2 w 5"/>
                <a:gd name="T7" fmla="*/ 0 h 8"/>
                <a:gd name="T8" fmla="*/ 1 w 5"/>
                <a:gd name="T9" fmla="*/ 3 h 8"/>
                <a:gd name="T10" fmla="*/ 3 w 5"/>
                <a:gd name="T11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8">
                  <a:moveTo>
                    <a:pt x="3" y="6"/>
                  </a:moveTo>
                  <a:cubicBezTo>
                    <a:pt x="3" y="8"/>
                    <a:pt x="4" y="7"/>
                    <a:pt x="5" y="6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4" y="0"/>
                    <a:pt x="2" y="0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2" y="4"/>
                    <a:pt x="2" y="4"/>
                    <a:pt x="3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4" name="Freeform 364">
              <a:extLst>
                <a:ext uri="{FF2B5EF4-FFF2-40B4-BE49-F238E27FC236}">
                  <a16:creationId xmlns:a16="http://schemas.microsoft.com/office/drawing/2014/main" id="{76B3BCA5-0305-D1DA-6D50-6362B49A6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7723" y="3239106"/>
              <a:ext cx="5642" cy="5642"/>
            </a:xfrm>
            <a:custGeom>
              <a:avLst/>
              <a:gdLst>
                <a:gd name="T0" fmla="*/ 5 w 6"/>
                <a:gd name="T1" fmla="*/ 0 h 6"/>
                <a:gd name="T2" fmla="*/ 2 w 6"/>
                <a:gd name="T3" fmla="*/ 2 h 6"/>
                <a:gd name="T4" fmla="*/ 2 w 6"/>
                <a:gd name="T5" fmla="*/ 6 h 6"/>
                <a:gd name="T6" fmla="*/ 5 w 6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6">
                  <a:moveTo>
                    <a:pt x="5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1" y="4"/>
                    <a:pt x="0" y="5"/>
                    <a:pt x="2" y="6"/>
                  </a:cubicBezTo>
                  <a:cubicBezTo>
                    <a:pt x="5" y="6"/>
                    <a:pt x="6" y="1"/>
                    <a:pt x="5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5" name="Freeform 365">
              <a:extLst>
                <a:ext uri="{FF2B5EF4-FFF2-40B4-BE49-F238E27FC236}">
                  <a16:creationId xmlns:a16="http://schemas.microsoft.com/office/drawing/2014/main" id="{5403304A-205C-4DDE-529D-15156C8CD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8741" y="3246158"/>
              <a:ext cx="5642" cy="7052"/>
            </a:xfrm>
            <a:custGeom>
              <a:avLst/>
              <a:gdLst>
                <a:gd name="T0" fmla="*/ 5 w 6"/>
                <a:gd name="T1" fmla="*/ 5 h 7"/>
                <a:gd name="T2" fmla="*/ 1 w 6"/>
                <a:gd name="T3" fmla="*/ 3 h 7"/>
                <a:gd name="T4" fmla="*/ 2 w 6"/>
                <a:gd name="T5" fmla="*/ 6 h 7"/>
                <a:gd name="T6" fmla="*/ 5 w 6"/>
                <a:gd name="T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5" y="5"/>
                  </a:moveTo>
                  <a:cubicBezTo>
                    <a:pt x="6" y="4"/>
                    <a:pt x="1" y="0"/>
                    <a:pt x="1" y="3"/>
                  </a:cubicBezTo>
                  <a:cubicBezTo>
                    <a:pt x="1" y="5"/>
                    <a:pt x="0" y="6"/>
                    <a:pt x="2" y="6"/>
                  </a:cubicBezTo>
                  <a:cubicBezTo>
                    <a:pt x="3" y="7"/>
                    <a:pt x="4" y="6"/>
                    <a:pt x="5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6" name="Freeform 366">
              <a:extLst>
                <a:ext uri="{FF2B5EF4-FFF2-40B4-BE49-F238E27FC236}">
                  <a16:creationId xmlns:a16="http://schemas.microsoft.com/office/drawing/2014/main" id="{76D0C1AD-A233-25C5-7E64-54E923152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0534" y="3241927"/>
              <a:ext cx="12693" cy="7052"/>
            </a:xfrm>
            <a:custGeom>
              <a:avLst/>
              <a:gdLst>
                <a:gd name="T0" fmla="*/ 6 w 11"/>
                <a:gd name="T1" fmla="*/ 5 h 7"/>
                <a:gd name="T2" fmla="*/ 9 w 11"/>
                <a:gd name="T3" fmla="*/ 1 h 7"/>
                <a:gd name="T4" fmla="*/ 2 w 11"/>
                <a:gd name="T5" fmla="*/ 4 h 7"/>
                <a:gd name="T6" fmla="*/ 1 w 11"/>
                <a:gd name="T7" fmla="*/ 7 h 7"/>
                <a:gd name="T8" fmla="*/ 6 w 11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">
                  <a:moveTo>
                    <a:pt x="6" y="5"/>
                  </a:moveTo>
                  <a:cubicBezTo>
                    <a:pt x="9" y="4"/>
                    <a:pt x="11" y="2"/>
                    <a:pt x="9" y="1"/>
                  </a:cubicBezTo>
                  <a:cubicBezTo>
                    <a:pt x="8" y="1"/>
                    <a:pt x="3" y="0"/>
                    <a:pt x="2" y="4"/>
                  </a:cubicBezTo>
                  <a:cubicBezTo>
                    <a:pt x="1" y="5"/>
                    <a:pt x="0" y="7"/>
                    <a:pt x="1" y="7"/>
                  </a:cubicBezTo>
                  <a:cubicBezTo>
                    <a:pt x="3" y="7"/>
                    <a:pt x="4" y="5"/>
                    <a:pt x="6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7" name="Freeform 367">
              <a:extLst>
                <a:ext uri="{FF2B5EF4-FFF2-40B4-BE49-F238E27FC236}">
                  <a16:creationId xmlns:a16="http://schemas.microsoft.com/office/drawing/2014/main" id="{5E2FFF3F-D731-7CF6-395D-59BA2E61E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0544" y="3257441"/>
              <a:ext cx="5642" cy="8462"/>
            </a:xfrm>
            <a:custGeom>
              <a:avLst/>
              <a:gdLst>
                <a:gd name="T0" fmla="*/ 2 w 5"/>
                <a:gd name="T1" fmla="*/ 2 h 7"/>
                <a:gd name="T2" fmla="*/ 1 w 5"/>
                <a:gd name="T3" fmla="*/ 5 h 7"/>
                <a:gd name="T4" fmla="*/ 5 w 5"/>
                <a:gd name="T5" fmla="*/ 5 h 7"/>
                <a:gd name="T6" fmla="*/ 2 w 5"/>
                <a:gd name="T7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7">
                  <a:moveTo>
                    <a:pt x="2" y="2"/>
                  </a:moveTo>
                  <a:cubicBezTo>
                    <a:pt x="1" y="3"/>
                    <a:pt x="0" y="4"/>
                    <a:pt x="1" y="5"/>
                  </a:cubicBezTo>
                  <a:cubicBezTo>
                    <a:pt x="3" y="6"/>
                    <a:pt x="5" y="7"/>
                    <a:pt x="5" y="5"/>
                  </a:cubicBezTo>
                  <a:cubicBezTo>
                    <a:pt x="5" y="4"/>
                    <a:pt x="3" y="0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8" name="Freeform 369">
              <a:extLst>
                <a:ext uri="{FF2B5EF4-FFF2-40B4-BE49-F238E27FC236}">
                  <a16:creationId xmlns:a16="http://schemas.microsoft.com/office/drawing/2014/main" id="{3A4BBAEE-5A51-F1BF-5140-6142C21E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4882" y="2768037"/>
              <a:ext cx="231304" cy="301823"/>
            </a:xfrm>
            <a:custGeom>
              <a:avLst/>
              <a:gdLst>
                <a:gd name="T0" fmla="*/ 203 w 210"/>
                <a:gd name="T1" fmla="*/ 2 h 281"/>
                <a:gd name="T2" fmla="*/ 197 w 210"/>
                <a:gd name="T3" fmla="*/ 5 h 281"/>
                <a:gd name="T4" fmla="*/ 184 w 210"/>
                <a:gd name="T5" fmla="*/ 9 h 281"/>
                <a:gd name="T6" fmla="*/ 167 w 210"/>
                <a:gd name="T7" fmla="*/ 15 h 281"/>
                <a:gd name="T8" fmla="*/ 148 w 210"/>
                <a:gd name="T9" fmla="*/ 19 h 281"/>
                <a:gd name="T10" fmla="*/ 128 w 210"/>
                <a:gd name="T11" fmla="*/ 19 h 281"/>
                <a:gd name="T12" fmla="*/ 111 w 210"/>
                <a:gd name="T13" fmla="*/ 28 h 281"/>
                <a:gd name="T14" fmla="*/ 97 w 210"/>
                <a:gd name="T15" fmla="*/ 26 h 281"/>
                <a:gd name="T16" fmla="*/ 82 w 210"/>
                <a:gd name="T17" fmla="*/ 33 h 281"/>
                <a:gd name="T18" fmla="*/ 64 w 210"/>
                <a:gd name="T19" fmla="*/ 33 h 281"/>
                <a:gd name="T20" fmla="*/ 55 w 210"/>
                <a:gd name="T21" fmla="*/ 23 h 281"/>
                <a:gd name="T22" fmla="*/ 47 w 210"/>
                <a:gd name="T23" fmla="*/ 13 h 281"/>
                <a:gd name="T24" fmla="*/ 35 w 210"/>
                <a:gd name="T25" fmla="*/ 31 h 281"/>
                <a:gd name="T26" fmla="*/ 37 w 210"/>
                <a:gd name="T27" fmla="*/ 36 h 281"/>
                <a:gd name="T28" fmla="*/ 49 w 210"/>
                <a:gd name="T29" fmla="*/ 53 h 281"/>
                <a:gd name="T30" fmla="*/ 65 w 210"/>
                <a:gd name="T31" fmla="*/ 65 h 281"/>
                <a:gd name="T32" fmla="*/ 81 w 210"/>
                <a:gd name="T33" fmla="*/ 70 h 281"/>
                <a:gd name="T34" fmla="*/ 103 w 210"/>
                <a:gd name="T35" fmla="*/ 77 h 281"/>
                <a:gd name="T36" fmla="*/ 128 w 210"/>
                <a:gd name="T37" fmla="*/ 84 h 281"/>
                <a:gd name="T38" fmla="*/ 139 w 210"/>
                <a:gd name="T39" fmla="*/ 85 h 281"/>
                <a:gd name="T40" fmla="*/ 141 w 210"/>
                <a:gd name="T41" fmla="*/ 86 h 281"/>
                <a:gd name="T42" fmla="*/ 139 w 210"/>
                <a:gd name="T43" fmla="*/ 90 h 281"/>
                <a:gd name="T44" fmla="*/ 115 w 210"/>
                <a:gd name="T45" fmla="*/ 114 h 281"/>
                <a:gd name="T46" fmla="*/ 84 w 210"/>
                <a:gd name="T47" fmla="*/ 146 h 281"/>
                <a:gd name="T48" fmla="*/ 65 w 210"/>
                <a:gd name="T49" fmla="*/ 150 h 281"/>
                <a:gd name="T50" fmla="*/ 50 w 210"/>
                <a:gd name="T51" fmla="*/ 154 h 281"/>
                <a:gd name="T52" fmla="*/ 37 w 210"/>
                <a:gd name="T53" fmla="*/ 163 h 281"/>
                <a:gd name="T54" fmla="*/ 25 w 210"/>
                <a:gd name="T55" fmla="*/ 164 h 281"/>
                <a:gd name="T56" fmla="*/ 17 w 210"/>
                <a:gd name="T57" fmla="*/ 170 h 281"/>
                <a:gd name="T58" fmla="*/ 3 w 210"/>
                <a:gd name="T59" fmla="*/ 189 h 281"/>
                <a:gd name="T60" fmla="*/ 0 w 210"/>
                <a:gd name="T61" fmla="*/ 195 h 281"/>
                <a:gd name="T62" fmla="*/ 1 w 210"/>
                <a:gd name="T63" fmla="*/ 268 h 281"/>
                <a:gd name="T64" fmla="*/ 10 w 210"/>
                <a:gd name="T65" fmla="*/ 281 h 281"/>
                <a:gd name="T66" fmla="*/ 15 w 210"/>
                <a:gd name="T67" fmla="*/ 274 h 281"/>
                <a:gd name="T68" fmla="*/ 28 w 210"/>
                <a:gd name="T69" fmla="*/ 259 h 281"/>
                <a:gd name="T70" fmla="*/ 49 w 210"/>
                <a:gd name="T71" fmla="*/ 238 h 281"/>
                <a:gd name="T72" fmla="*/ 77 w 210"/>
                <a:gd name="T73" fmla="*/ 215 h 281"/>
                <a:gd name="T74" fmla="*/ 97 w 210"/>
                <a:gd name="T75" fmla="*/ 200 h 281"/>
                <a:gd name="T76" fmla="*/ 126 w 210"/>
                <a:gd name="T77" fmla="*/ 175 h 281"/>
                <a:gd name="T78" fmla="*/ 159 w 210"/>
                <a:gd name="T79" fmla="*/ 133 h 281"/>
                <a:gd name="T80" fmla="*/ 181 w 210"/>
                <a:gd name="T81" fmla="*/ 87 h 281"/>
                <a:gd name="T82" fmla="*/ 200 w 210"/>
                <a:gd name="T83" fmla="*/ 54 h 281"/>
                <a:gd name="T84" fmla="*/ 203 w 210"/>
                <a:gd name="T85" fmla="*/ 35 h 281"/>
                <a:gd name="T86" fmla="*/ 208 w 210"/>
                <a:gd name="T87" fmla="*/ 23 h 281"/>
                <a:gd name="T88" fmla="*/ 208 w 210"/>
                <a:gd name="T89" fmla="*/ 12 h 281"/>
                <a:gd name="T90" fmla="*/ 208 w 210"/>
                <a:gd name="T91" fmla="*/ 4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0" h="281">
                  <a:moveTo>
                    <a:pt x="208" y="4"/>
                  </a:moveTo>
                  <a:cubicBezTo>
                    <a:pt x="205" y="4"/>
                    <a:pt x="204" y="3"/>
                    <a:pt x="203" y="2"/>
                  </a:cubicBezTo>
                  <a:cubicBezTo>
                    <a:pt x="201" y="1"/>
                    <a:pt x="201" y="0"/>
                    <a:pt x="200" y="1"/>
                  </a:cubicBezTo>
                  <a:cubicBezTo>
                    <a:pt x="199" y="1"/>
                    <a:pt x="198" y="3"/>
                    <a:pt x="197" y="5"/>
                  </a:cubicBezTo>
                  <a:cubicBezTo>
                    <a:pt x="196" y="7"/>
                    <a:pt x="194" y="7"/>
                    <a:pt x="191" y="7"/>
                  </a:cubicBezTo>
                  <a:cubicBezTo>
                    <a:pt x="189" y="8"/>
                    <a:pt x="188" y="7"/>
                    <a:pt x="184" y="9"/>
                  </a:cubicBezTo>
                  <a:cubicBezTo>
                    <a:pt x="179" y="12"/>
                    <a:pt x="179" y="12"/>
                    <a:pt x="176" y="13"/>
                  </a:cubicBezTo>
                  <a:cubicBezTo>
                    <a:pt x="173" y="14"/>
                    <a:pt x="172" y="13"/>
                    <a:pt x="167" y="15"/>
                  </a:cubicBezTo>
                  <a:cubicBezTo>
                    <a:pt x="163" y="17"/>
                    <a:pt x="163" y="17"/>
                    <a:pt x="159" y="17"/>
                  </a:cubicBezTo>
                  <a:cubicBezTo>
                    <a:pt x="156" y="18"/>
                    <a:pt x="151" y="19"/>
                    <a:pt x="148" y="19"/>
                  </a:cubicBezTo>
                  <a:cubicBezTo>
                    <a:pt x="145" y="18"/>
                    <a:pt x="138" y="18"/>
                    <a:pt x="135" y="18"/>
                  </a:cubicBezTo>
                  <a:cubicBezTo>
                    <a:pt x="133" y="18"/>
                    <a:pt x="130" y="18"/>
                    <a:pt x="128" y="19"/>
                  </a:cubicBezTo>
                  <a:cubicBezTo>
                    <a:pt x="127" y="20"/>
                    <a:pt x="124" y="22"/>
                    <a:pt x="121" y="23"/>
                  </a:cubicBezTo>
                  <a:cubicBezTo>
                    <a:pt x="118" y="24"/>
                    <a:pt x="112" y="27"/>
                    <a:pt x="111" y="28"/>
                  </a:cubicBezTo>
                  <a:cubicBezTo>
                    <a:pt x="110" y="29"/>
                    <a:pt x="107" y="29"/>
                    <a:pt x="104" y="27"/>
                  </a:cubicBezTo>
                  <a:cubicBezTo>
                    <a:pt x="101" y="26"/>
                    <a:pt x="100" y="25"/>
                    <a:pt x="97" y="26"/>
                  </a:cubicBezTo>
                  <a:cubicBezTo>
                    <a:pt x="94" y="27"/>
                    <a:pt x="90" y="28"/>
                    <a:pt x="88" y="30"/>
                  </a:cubicBezTo>
                  <a:cubicBezTo>
                    <a:pt x="86" y="31"/>
                    <a:pt x="85" y="33"/>
                    <a:pt x="82" y="33"/>
                  </a:cubicBezTo>
                  <a:cubicBezTo>
                    <a:pt x="78" y="33"/>
                    <a:pt x="76" y="34"/>
                    <a:pt x="73" y="34"/>
                  </a:cubicBezTo>
                  <a:cubicBezTo>
                    <a:pt x="69" y="33"/>
                    <a:pt x="65" y="33"/>
                    <a:pt x="64" y="33"/>
                  </a:cubicBezTo>
                  <a:cubicBezTo>
                    <a:pt x="63" y="33"/>
                    <a:pt x="60" y="29"/>
                    <a:pt x="59" y="28"/>
                  </a:cubicBezTo>
                  <a:cubicBezTo>
                    <a:pt x="58" y="26"/>
                    <a:pt x="57" y="25"/>
                    <a:pt x="55" y="23"/>
                  </a:cubicBezTo>
                  <a:cubicBezTo>
                    <a:pt x="53" y="21"/>
                    <a:pt x="51" y="21"/>
                    <a:pt x="50" y="19"/>
                  </a:cubicBezTo>
                  <a:cubicBezTo>
                    <a:pt x="49" y="17"/>
                    <a:pt x="48" y="14"/>
                    <a:pt x="47" y="13"/>
                  </a:cubicBezTo>
                  <a:cubicBezTo>
                    <a:pt x="45" y="15"/>
                    <a:pt x="42" y="20"/>
                    <a:pt x="39" y="24"/>
                  </a:cubicBezTo>
                  <a:cubicBezTo>
                    <a:pt x="37" y="27"/>
                    <a:pt x="35" y="30"/>
                    <a:pt x="35" y="31"/>
                  </a:cubicBezTo>
                  <a:cubicBezTo>
                    <a:pt x="35" y="32"/>
                    <a:pt x="35" y="33"/>
                    <a:pt x="36" y="33"/>
                  </a:cubicBezTo>
                  <a:cubicBezTo>
                    <a:pt x="36" y="34"/>
                    <a:pt x="37" y="34"/>
                    <a:pt x="37" y="36"/>
                  </a:cubicBezTo>
                  <a:cubicBezTo>
                    <a:pt x="38" y="37"/>
                    <a:pt x="41" y="42"/>
                    <a:pt x="44" y="46"/>
                  </a:cubicBezTo>
                  <a:cubicBezTo>
                    <a:pt x="46" y="49"/>
                    <a:pt x="48" y="51"/>
                    <a:pt x="49" y="53"/>
                  </a:cubicBezTo>
                  <a:cubicBezTo>
                    <a:pt x="50" y="54"/>
                    <a:pt x="52" y="55"/>
                    <a:pt x="53" y="56"/>
                  </a:cubicBezTo>
                  <a:cubicBezTo>
                    <a:pt x="57" y="59"/>
                    <a:pt x="61" y="63"/>
                    <a:pt x="65" y="65"/>
                  </a:cubicBezTo>
                  <a:cubicBezTo>
                    <a:pt x="65" y="65"/>
                    <a:pt x="65" y="65"/>
                    <a:pt x="65" y="65"/>
                  </a:cubicBezTo>
                  <a:cubicBezTo>
                    <a:pt x="67" y="66"/>
                    <a:pt x="74" y="68"/>
                    <a:pt x="81" y="70"/>
                  </a:cubicBezTo>
                  <a:cubicBezTo>
                    <a:pt x="86" y="71"/>
                    <a:pt x="90" y="72"/>
                    <a:pt x="93" y="73"/>
                  </a:cubicBezTo>
                  <a:cubicBezTo>
                    <a:pt x="95" y="74"/>
                    <a:pt x="99" y="76"/>
                    <a:pt x="103" y="77"/>
                  </a:cubicBezTo>
                  <a:cubicBezTo>
                    <a:pt x="111" y="80"/>
                    <a:pt x="120" y="83"/>
                    <a:pt x="122" y="84"/>
                  </a:cubicBezTo>
                  <a:cubicBezTo>
                    <a:pt x="124" y="84"/>
                    <a:pt x="126" y="84"/>
                    <a:pt x="128" y="84"/>
                  </a:cubicBezTo>
                  <a:cubicBezTo>
                    <a:pt x="131" y="84"/>
                    <a:pt x="134" y="84"/>
                    <a:pt x="136" y="84"/>
                  </a:cubicBezTo>
                  <a:cubicBezTo>
                    <a:pt x="138" y="84"/>
                    <a:pt x="139" y="84"/>
                    <a:pt x="139" y="85"/>
                  </a:cubicBezTo>
                  <a:cubicBezTo>
                    <a:pt x="140" y="85"/>
                    <a:pt x="140" y="86"/>
                    <a:pt x="141" y="86"/>
                  </a:cubicBezTo>
                  <a:cubicBezTo>
                    <a:pt x="141" y="86"/>
                    <a:pt x="141" y="86"/>
                    <a:pt x="141" y="86"/>
                  </a:cubicBezTo>
                  <a:cubicBezTo>
                    <a:pt x="141" y="87"/>
                    <a:pt x="141" y="87"/>
                    <a:pt x="141" y="88"/>
                  </a:cubicBezTo>
                  <a:cubicBezTo>
                    <a:pt x="141" y="89"/>
                    <a:pt x="140" y="90"/>
                    <a:pt x="139" y="90"/>
                  </a:cubicBezTo>
                  <a:cubicBezTo>
                    <a:pt x="137" y="92"/>
                    <a:pt x="121" y="109"/>
                    <a:pt x="115" y="114"/>
                  </a:cubicBezTo>
                  <a:cubicBezTo>
                    <a:pt x="115" y="114"/>
                    <a:pt x="115" y="114"/>
                    <a:pt x="115" y="114"/>
                  </a:cubicBezTo>
                  <a:cubicBezTo>
                    <a:pt x="114" y="116"/>
                    <a:pt x="110" y="119"/>
                    <a:pt x="107" y="123"/>
                  </a:cubicBezTo>
                  <a:cubicBezTo>
                    <a:pt x="98" y="132"/>
                    <a:pt x="88" y="144"/>
                    <a:pt x="84" y="146"/>
                  </a:cubicBezTo>
                  <a:cubicBezTo>
                    <a:pt x="79" y="150"/>
                    <a:pt x="72" y="150"/>
                    <a:pt x="67" y="150"/>
                  </a:cubicBezTo>
                  <a:cubicBezTo>
                    <a:pt x="66" y="150"/>
                    <a:pt x="65" y="150"/>
                    <a:pt x="65" y="150"/>
                  </a:cubicBezTo>
                  <a:cubicBezTo>
                    <a:pt x="62" y="150"/>
                    <a:pt x="60" y="150"/>
                    <a:pt x="58" y="151"/>
                  </a:cubicBezTo>
                  <a:cubicBezTo>
                    <a:pt x="55" y="151"/>
                    <a:pt x="53" y="152"/>
                    <a:pt x="50" y="154"/>
                  </a:cubicBezTo>
                  <a:cubicBezTo>
                    <a:pt x="47" y="155"/>
                    <a:pt x="44" y="158"/>
                    <a:pt x="42" y="160"/>
                  </a:cubicBezTo>
                  <a:cubicBezTo>
                    <a:pt x="40" y="161"/>
                    <a:pt x="39" y="162"/>
                    <a:pt x="37" y="163"/>
                  </a:cubicBezTo>
                  <a:cubicBezTo>
                    <a:pt x="35" y="164"/>
                    <a:pt x="32" y="164"/>
                    <a:pt x="28" y="164"/>
                  </a:cubicBezTo>
                  <a:cubicBezTo>
                    <a:pt x="27" y="164"/>
                    <a:pt x="26" y="164"/>
                    <a:pt x="25" y="164"/>
                  </a:cubicBezTo>
                  <a:cubicBezTo>
                    <a:pt x="23" y="164"/>
                    <a:pt x="21" y="166"/>
                    <a:pt x="19" y="168"/>
                  </a:cubicBezTo>
                  <a:cubicBezTo>
                    <a:pt x="18" y="169"/>
                    <a:pt x="18" y="169"/>
                    <a:pt x="17" y="170"/>
                  </a:cubicBezTo>
                  <a:cubicBezTo>
                    <a:pt x="16" y="171"/>
                    <a:pt x="13" y="175"/>
                    <a:pt x="11" y="179"/>
                  </a:cubicBezTo>
                  <a:cubicBezTo>
                    <a:pt x="7" y="183"/>
                    <a:pt x="4" y="188"/>
                    <a:pt x="3" y="189"/>
                  </a:cubicBezTo>
                  <a:cubicBezTo>
                    <a:pt x="1" y="190"/>
                    <a:pt x="1" y="191"/>
                    <a:pt x="0" y="192"/>
                  </a:cubicBezTo>
                  <a:cubicBezTo>
                    <a:pt x="0" y="193"/>
                    <a:pt x="0" y="194"/>
                    <a:pt x="0" y="195"/>
                  </a:cubicBezTo>
                  <a:cubicBezTo>
                    <a:pt x="0" y="197"/>
                    <a:pt x="0" y="223"/>
                    <a:pt x="0" y="244"/>
                  </a:cubicBezTo>
                  <a:cubicBezTo>
                    <a:pt x="0" y="257"/>
                    <a:pt x="0" y="268"/>
                    <a:pt x="1" y="268"/>
                  </a:cubicBezTo>
                  <a:cubicBezTo>
                    <a:pt x="1" y="269"/>
                    <a:pt x="4" y="274"/>
                    <a:pt x="7" y="278"/>
                  </a:cubicBezTo>
                  <a:cubicBezTo>
                    <a:pt x="8" y="279"/>
                    <a:pt x="9" y="280"/>
                    <a:pt x="10" y="281"/>
                  </a:cubicBezTo>
                  <a:cubicBezTo>
                    <a:pt x="10" y="281"/>
                    <a:pt x="10" y="280"/>
                    <a:pt x="11" y="280"/>
                  </a:cubicBezTo>
                  <a:cubicBezTo>
                    <a:pt x="13" y="278"/>
                    <a:pt x="14" y="276"/>
                    <a:pt x="15" y="274"/>
                  </a:cubicBezTo>
                  <a:cubicBezTo>
                    <a:pt x="16" y="271"/>
                    <a:pt x="15" y="269"/>
                    <a:pt x="18" y="267"/>
                  </a:cubicBezTo>
                  <a:cubicBezTo>
                    <a:pt x="22" y="264"/>
                    <a:pt x="25" y="262"/>
                    <a:pt x="28" y="259"/>
                  </a:cubicBezTo>
                  <a:cubicBezTo>
                    <a:pt x="30" y="256"/>
                    <a:pt x="30" y="254"/>
                    <a:pt x="34" y="250"/>
                  </a:cubicBezTo>
                  <a:cubicBezTo>
                    <a:pt x="38" y="247"/>
                    <a:pt x="47" y="239"/>
                    <a:pt x="49" y="238"/>
                  </a:cubicBezTo>
                  <a:cubicBezTo>
                    <a:pt x="51" y="236"/>
                    <a:pt x="54" y="232"/>
                    <a:pt x="56" y="231"/>
                  </a:cubicBezTo>
                  <a:cubicBezTo>
                    <a:pt x="59" y="230"/>
                    <a:pt x="72" y="219"/>
                    <a:pt x="77" y="215"/>
                  </a:cubicBezTo>
                  <a:cubicBezTo>
                    <a:pt x="81" y="212"/>
                    <a:pt x="84" y="210"/>
                    <a:pt x="88" y="207"/>
                  </a:cubicBezTo>
                  <a:cubicBezTo>
                    <a:pt x="92" y="205"/>
                    <a:pt x="94" y="202"/>
                    <a:pt x="97" y="200"/>
                  </a:cubicBezTo>
                  <a:cubicBezTo>
                    <a:pt x="100" y="197"/>
                    <a:pt x="104" y="194"/>
                    <a:pt x="108" y="191"/>
                  </a:cubicBezTo>
                  <a:cubicBezTo>
                    <a:pt x="112" y="188"/>
                    <a:pt x="122" y="180"/>
                    <a:pt x="126" y="175"/>
                  </a:cubicBezTo>
                  <a:cubicBezTo>
                    <a:pt x="131" y="171"/>
                    <a:pt x="138" y="162"/>
                    <a:pt x="142" y="158"/>
                  </a:cubicBezTo>
                  <a:cubicBezTo>
                    <a:pt x="146" y="154"/>
                    <a:pt x="154" y="139"/>
                    <a:pt x="159" y="133"/>
                  </a:cubicBezTo>
                  <a:cubicBezTo>
                    <a:pt x="163" y="126"/>
                    <a:pt x="168" y="117"/>
                    <a:pt x="171" y="108"/>
                  </a:cubicBezTo>
                  <a:cubicBezTo>
                    <a:pt x="175" y="100"/>
                    <a:pt x="178" y="90"/>
                    <a:pt x="181" y="87"/>
                  </a:cubicBezTo>
                  <a:cubicBezTo>
                    <a:pt x="183" y="83"/>
                    <a:pt x="190" y="75"/>
                    <a:pt x="192" y="71"/>
                  </a:cubicBezTo>
                  <a:cubicBezTo>
                    <a:pt x="194" y="68"/>
                    <a:pt x="199" y="58"/>
                    <a:pt x="200" y="54"/>
                  </a:cubicBezTo>
                  <a:cubicBezTo>
                    <a:pt x="201" y="51"/>
                    <a:pt x="202" y="48"/>
                    <a:pt x="202" y="44"/>
                  </a:cubicBezTo>
                  <a:cubicBezTo>
                    <a:pt x="202" y="39"/>
                    <a:pt x="202" y="37"/>
                    <a:pt x="203" y="35"/>
                  </a:cubicBezTo>
                  <a:cubicBezTo>
                    <a:pt x="205" y="34"/>
                    <a:pt x="207" y="32"/>
                    <a:pt x="208" y="31"/>
                  </a:cubicBezTo>
                  <a:cubicBezTo>
                    <a:pt x="209" y="29"/>
                    <a:pt x="208" y="26"/>
                    <a:pt x="208" y="23"/>
                  </a:cubicBezTo>
                  <a:cubicBezTo>
                    <a:pt x="208" y="21"/>
                    <a:pt x="207" y="19"/>
                    <a:pt x="207" y="17"/>
                  </a:cubicBezTo>
                  <a:cubicBezTo>
                    <a:pt x="207" y="14"/>
                    <a:pt x="206" y="14"/>
                    <a:pt x="208" y="12"/>
                  </a:cubicBezTo>
                  <a:cubicBezTo>
                    <a:pt x="210" y="9"/>
                    <a:pt x="210" y="7"/>
                    <a:pt x="210" y="6"/>
                  </a:cubicBezTo>
                  <a:cubicBezTo>
                    <a:pt x="210" y="5"/>
                    <a:pt x="210" y="4"/>
                    <a:pt x="208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29" name="Freeform 370">
              <a:extLst>
                <a:ext uri="{FF2B5EF4-FFF2-40B4-BE49-F238E27FC236}">
                  <a16:creationId xmlns:a16="http://schemas.microsoft.com/office/drawing/2014/main" id="{D699B01F-6B86-F0FE-096D-31DB383E5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214" y="3188332"/>
              <a:ext cx="4231" cy="5642"/>
            </a:xfrm>
            <a:custGeom>
              <a:avLst/>
              <a:gdLst>
                <a:gd name="T0" fmla="*/ 0 w 5"/>
                <a:gd name="T1" fmla="*/ 2 h 5"/>
                <a:gd name="T2" fmla="*/ 2 w 5"/>
                <a:gd name="T3" fmla="*/ 5 h 5"/>
                <a:gd name="T4" fmla="*/ 4 w 5"/>
                <a:gd name="T5" fmla="*/ 3 h 5"/>
                <a:gd name="T6" fmla="*/ 0 w 5"/>
                <a:gd name="T7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4"/>
                    <a:pt x="1" y="5"/>
                    <a:pt x="2" y="5"/>
                  </a:cubicBezTo>
                  <a:cubicBezTo>
                    <a:pt x="3" y="5"/>
                    <a:pt x="5" y="4"/>
                    <a:pt x="4" y="3"/>
                  </a:cubicBezTo>
                  <a:cubicBezTo>
                    <a:pt x="4" y="1"/>
                    <a:pt x="0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0" name="Freeform 371">
              <a:extLst>
                <a:ext uri="{FF2B5EF4-FFF2-40B4-BE49-F238E27FC236}">
                  <a16:creationId xmlns:a16="http://schemas.microsoft.com/office/drawing/2014/main" id="{4883BFE9-2BB7-50D0-C4CD-9C6EE2220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8497" y="3157303"/>
              <a:ext cx="8462" cy="8462"/>
            </a:xfrm>
            <a:custGeom>
              <a:avLst/>
              <a:gdLst>
                <a:gd name="T0" fmla="*/ 2 w 7"/>
                <a:gd name="T1" fmla="*/ 3 h 8"/>
                <a:gd name="T2" fmla="*/ 2 w 7"/>
                <a:gd name="T3" fmla="*/ 7 h 8"/>
                <a:gd name="T4" fmla="*/ 6 w 7"/>
                <a:gd name="T5" fmla="*/ 3 h 8"/>
                <a:gd name="T6" fmla="*/ 2 w 7"/>
                <a:gd name="T7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8">
                  <a:moveTo>
                    <a:pt x="2" y="3"/>
                  </a:moveTo>
                  <a:cubicBezTo>
                    <a:pt x="2" y="4"/>
                    <a:pt x="0" y="7"/>
                    <a:pt x="2" y="7"/>
                  </a:cubicBezTo>
                  <a:cubicBezTo>
                    <a:pt x="3" y="8"/>
                    <a:pt x="5" y="5"/>
                    <a:pt x="6" y="3"/>
                  </a:cubicBezTo>
                  <a:cubicBezTo>
                    <a:pt x="7" y="0"/>
                    <a:pt x="3" y="1"/>
                    <a:pt x="2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1" name="Freeform 372">
              <a:extLst>
                <a:ext uri="{FF2B5EF4-FFF2-40B4-BE49-F238E27FC236}">
                  <a16:creationId xmlns:a16="http://schemas.microsoft.com/office/drawing/2014/main" id="{180901CF-22D0-38F9-1CAF-7711A784F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9255" y="2208113"/>
              <a:ext cx="270794" cy="197454"/>
            </a:xfrm>
            <a:custGeom>
              <a:avLst/>
              <a:gdLst>
                <a:gd name="T0" fmla="*/ 92 w 246"/>
                <a:gd name="T1" fmla="*/ 162 h 185"/>
                <a:gd name="T2" fmla="*/ 101 w 246"/>
                <a:gd name="T3" fmla="*/ 155 h 185"/>
                <a:gd name="T4" fmla="*/ 118 w 246"/>
                <a:gd name="T5" fmla="*/ 145 h 185"/>
                <a:gd name="T6" fmla="*/ 129 w 246"/>
                <a:gd name="T7" fmla="*/ 143 h 185"/>
                <a:gd name="T8" fmla="*/ 135 w 246"/>
                <a:gd name="T9" fmla="*/ 140 h 185"/>
                <a:gd name="T10" fmla="*/ 138 w 246"/>
                <a:gd name="T11" fmla="*/ 137 h 185"/>
                <a:gd name="T12" fmla="*/ 147 w 246"/>
                <a:gd name="T13" fmla="*/ 137 h 185"/>
                <a:gd name="T14" fmla="*/ 156 w 246"/>
                <a:gd name="T15" fmla="*/ 136 h 185"/>
                <a:gd name="T16" fmla="*/ 167 w 246"/>
                <a:gd name="T17" fmla="*/ 124 h 185"/>
                <a:gd name="T18" fmla="*/ 189 w 246"/>
                <a:gd name="T19" fmla="*/ 114 h 185"/>
                <a:gd name="T20" fmla="*/ 193 w 246"/>
                <a:gd name="T21" fmla="*/ 111 h 185"/>
                <a:gd name="T22" fmla="*/ 192 w 246"/>
                <a:gd name="T23" fmla="*/ 110 h 185"/>
                <a:gd name="T24" fmla="*/ 192 w 246"/>
                <a:gd name="T25" fmla="*/ 105 h 185"/>
                <a:gd name="T26" fmla="*/ 192 w 246"/>
                <a:gd name="T27" fmla="*/ 104 h 185"/>
                <a:gd name="T28" fmla="*/ 191 w 246"/>
                <a:gd name="T29" fmla="*/ 102 h 185"/>
                <a:gd name="T30" fmla="*/ 191 w 246"/>
                <a:gd name="T31" fmla="*/ 96 h 185"/>
                <a:gd name="T32" fmla="*/ 199 w 246"/>
                <a:gd name="T33" fmla="*/ 95 h 185"/>
                <a:gd name="T34" fmla="*/ 206 w 246"/>
                <a:gd name="T35" fmla="*/ 92 h 185"/>
                <a:gd name="T36" fmla="*/ 211 w 246"/>
                <a:gd name="T37" fmla="*/ 87 h 185"/>
                <a:gd name="T38" fmla="*/ 217 w 246"/>
                <a:gd name="T39" fmla="*/ 85 h 185"/>
                <a:gd name="T40" fmla="*/ 224 w 246"/>
                <a:gd name="T41" fmla="*/ 85 h 185"/>
                <a:gd name="T42" fmla="*/ 240 w 246"/>
                <a:gd name="T43" fmla="*/ 86 h 185"/>
                <a:gd name="T44" fmla="*/ 240 w 246"/>
                <a:gd name="T45" fmla="*/ 86 h 185"/>
                <a:gd name="T46" fmla="*/ 243 w 246"/>
                <a:gd name="T47" fmla="*/ 85 h 185"/>
                <a:gd name="T48" fmla="*/ 244 w 246"/>
                <a:gd name="T49" fmla="*/ 81 h 185"/>
                <a:gd name="T50" fmla="*/ 244 w 246"/>
                <a:gd name="T51" fmla="*/ 75 h 185"/>
                <a:gd name="T52" fmla="*/ 241 w 246"/>
                <a:gd name="T53" fmla="*/ 70 h 185"/>
                <a:gd name="T54" fmla="*/ 240 w 246"/>
                <a:gd name="T55" fmla="*/ 67 h 185"/>
                <a:gd name="T56" fmla="*/ 237 w 246"/>
                <a:gd name="T57" fmla="*/ 60 h 185"/>
                <a:gd name="T58" fmla="*/ 234 w 246"/>
                <a:gd name="T59" fmla="*/ 44 h 185"/>
                <a:gd name="T60" fmla="*/ 235 w 246"/>
                <a:gd name="T61" fmla="*/ 36 h 185"/>
                <a:gd name="T62" fmla="*/ 233 w 246"/>
                <a:gd name="T63" fmla="*/ 32 h 185"/>
                <a:gd name="T64" fmla="*/ 232 w 246"/>
                <a:gd name="T65" fmla="*/ 27 h 185"/>
                <a:gd name="T66" fmla="*/ 225 w 246"/>
                <a:gd name="T67" fmla="*/ 18 h 185"/>
                <a:gd name="T68" fmla="*/ 212 w 246"/>
                <a:gd name="T69" fmla="*/ 16 h 185"/>
                <a:gd name="T70" fmla="*/ 201 w 246"/>
                <a:gd name="T71" fmla="*/ 13 h 185"/>
                <a:gd name="T72" fmla="*/ 178 w 246"/>
                <a:gd name="T73" fmla="*/ 16 h 185"/>
                <a:gd name="T74" fmla="*/ 161 w 246"/>
                <a:gd name="T75" fmla="*/ 3 h 185"/>
                <a:gd name="T76" fmla="*/ 154 w 246"/>
                <a:gd name="T77" fmla="*/ 1 h 185"/>
                <a:gd name="T78" fmla="*/ 148 w 246"/>
                <a:gd name="T79" fmla="*/ 7 h 185"/>
                <a:gd name="T80" fmla="*/ 139 w 246"/>
                <a:gd name="T81" fmla="*/ 26 h 185"/>
                <a:gd name="T82" fmla="*/ 124 w 246"/>
                <a:gd name="T83" fmla="*/ 46 h 185"/>
                <a:gd name="T84" fmla="*/ 106 w 246"/>
                <a:gd name="T85" fmla="*/ 55 h 185"/>
                <a:gd name="T86" fmla="*/ 88 w 246"/>
                <a:gd name="T87" fmla="*/ 69 h 185"/>
                <a:gd name="T88" fmla="*/ 77 w 246"/>
                <a:gd name="T89" fmla="*/ 82 h 185"/>
                <a:gd name="T90" fmla="*/ 70 w 246"/>
                <a:gd name="T91" fmla="*/ 99 h 185"/>
                <a:gd name="T92" fmla="*/ 68 w 246"/>
                <a:gd name="T93" fmla="*/ 113 h 185"/>
                <a:gd name="T94" fmla="*/ 69 w 246"/>
                <a:gd name="T95" fmla="*/ 124 h 185"/>
                <a:gd name="T96" fmla="*/ 69 w 246"/>
                <a:gd name="T97" fmla="*/ 135 h 185"/>
                <a:gd name="T98" fmla="*/ 56 w 246"/>
                <a:gd name="T99" fmla="*/ 153 h 185"/>
                <a:gd name="T100" fmla="*/ 29 w 246"/>
                <a:gd name="T101" fmla="*/ 173 h 185"/>
                <a:gd name="T102" fmla="*/ 3 w 246"/>
                <a:gd name="T103" fmla="*/ 181 h 185"/>
                <a:gd name="T104" fmla="*/ 90 w 246"/>
                <a:gd name="T105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46" h="185">
                  <a:moveTo>
                    <a:pt x="90" y="168"/>
                  </a:moveTo>
                  <a:cubicBezTo>
                    <a:pt x="90" y="164"/>
                    <a:pt x="90" y="163"/>
                    <a:pt x="92" y="162"/>
                  </a:cubicBezTo>
                  <a:cubicBezTo>
                    <a:pt x="92" y="162"/>
                    <a:pt x="92" y="162"/>
                    <a:pt x="92" y="162"/>
                  </a:cubicBezTo>
                  <a:cubicBezTo>
                    <a:pt x="93" y="161"/>
                    <a:pt x="97" y="158"/>
                    <a:pt x="101" y="155"/>
                  </a:cubicBezTo>
                  <a:cubicBezTo>
                    <a:pt x="105" y="152"/>
                    <a:pt x="110" y="148"/>
                    <a:pt x="112" y="147"/>
                  </a:cubicBezTo>
                  <a:cubicBezTo>
                    <a:pt x="113" y="146"/>
                    <a:pt x="116" y="145"/>
                    <a:pt x="118" y="145"/>
                  </a:cubicBezTo>
                  <a:cubicBezTo>
                    <a:pt x="121" y="144"/>
                    <a:pt x="124" y="144"/>
                    <a:pt x="126" y="143"/>
                  </a:cubicBezTo>
                  <a:cubicBezTo>
                    <a:pt x="127" y="143"/>
                    <a:pt x="128" y="143"/>
                    <a:pt x="129" y="143"/>
                  </a:cubicBezTo>
                  <a:cubicBezTo>
                    <a:pt x="131" y="143"/>
                    <a:pt x="132" y="143"/>
                    <a:pt x="134" y="142"/>
                  </a:cubicBezTo>
                  <a:cubicBezTo>
                    <a:pt x="134" y="142"/>
                    <a:pt x="135" y="141"/>
                    <a:pt x="135" y="140"/>
                  </a:cubicBezTo>
                  <a:cubicBezTo>
                    <a:pt x="135" y="140"/>
                    <a:pt x="135" y="140"/>
                    <a:pt x="135" y="140"/>
                  </a:cubicBezTo>
                  <a:cubicBezTo>
                    <a:pt x="136" y="139"/>
                    <a:pt x="137" y="138"/>
                    <a:pt x="138" y="137"/>
                  </a:cubicBezTo>
                  <a:cubicBezTo>
                    <a:pt x="140" y="137"/>
                    <a:pt x="142" y="137"/>
                    <a:pt x="144" y="137"/>
                  </a:cubicBezTo>
                  <a:cubicBezTo>
                    <a:pt x="145" y="137"/>
                    <a:pt x="146" y="137"/>
                    <a:pt x="147" y="137"/>
                  </a:cubicBezTo>
                  <a:cubicBezTo>
                    <a:pt x="147" y="137"/>
                    <a:pt x="147" y="137"/>
                    <a:pt x="147" y="137"/>
                  </a:cubicBezTo>
                  <a:cubicBezTo>
                    <a:pt x="150" y="137"/>
                    <a:pt x="154" y="137"/>
                    <a:pt x="156" y="136"/>
                  </a:cubicBezTo>
                  <a:cubicBezTo>
                    <a:pt x="157" y="135"/>
                    <a:pt x="160" y="132"/>
                    <a:pt x="162" y="129"/>
                  </a:cubicBezTo>
                  <a:cubicBezTo>
                    <a:pt x="164" y="127"/>
                    <a:pt x="166" y="125"/>
                    <a:pt x="167" y="124"/>
                  </a:cubicBezTo>
                  <a:cubicBezTo>
                    <a:pt x="169" y="123"/>
                    <a:pt x="176" y="120"/>
                    <a:pt x="182" y="117"/>
                  </a:cubicBezTo>
                  <a:cubicBezTo>
                    <a:pt x="185" y="116"/>
                    <a:pt x="188" y="115"/>
                    <a:pt x="189" y="114"/>
                  </a:cubicBezTo>
                  <a:cubicBezTo>
                    <a:pt x="190" y="114"/>
                    <a:pt x="190" y="114"/>
                    <a:pt x="190" y="114"/>
                  </a:cubicBezTo>
                  <a:cubicBezTo>
                    <a:pt x="192" y="113"/>
                    <a:pt x="193" y="112"/>
                    <a:pt x="193" y="111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0"/>
                    <a:pt x="192" y="110"/>
                    <a:pt x="192" y="110"/>
                  </a:cubicBezTo>
                  <a:cubicBezTo>
                    <a:pt x="191" y="108"/>
                    <a:pt x="191" y="107"/>
                    <a:pt x="192" y="105"/>
                  </a:cubicBezTo>
                  <a:cubicBezTo>
                    <a:pt x="192" y="105"/>
                    <a:pt x="192" y="105"/>
                    <a:pt x="192" y="105"/>
                  </a:cubicBezTo>
                  <a:cubicBezTo>
                    <a:pt x="192" y="105"/>
                    <a:pt x="192" y="105"/>
                    <a:pt x="192" y="105"/>
                  </a:cubicBezTo>
                  <a:cubicBezTo>
                    <a:pt x="192" y="104"/>
                    <a:pt x="192" y="104"/>
                    <a:pt x="192" y="104"/>
                  </a:cubicBezTo>
                  <a:cubicBezTo>
                    <a:pt x="192" y="104"/>
                    <a:pt x="192" y="104"/>
                    <a:pt x="192" y="104"/>
                  </a:cubicBezTo>
                  <a:cubicBezTo>
                    <a:pt x="192" y="103"/>
                    <a:pt x="191" y="103"/>
                    <a:pt x="191" y="102"/>
                  </a:cubicBezTo>
                  <a:cubicBezTo>
                    <a:pt x="190" y="101"/>
                    <a:pt x="189" y="100"/>
                    <a:pt x="189" y="99"/>
                  </a:cubicBezTo>
                  <a:cubicBezTo>
                    <a:pt x="189" y="98"/>
                    <a:pt x="190" y="97"/>
                    <a:pt x="191" y="96"/>
                  </a:cubicBezTo>
                  <a:cubicBezTo>
                    <a:pt x="192" y="95"/>
                    <a:pt x="194" y="95"/>
                    <a:pt x="196" y="95"/>
                  </a:cubicBezTo>
                  <a:cubicBezTo>
                    <a:pt x="197" y="95"/>
                    <a:pt x="198" y="95"/>
                    <a:pt x="199" y="95"/>
                  </a:cubicBezTo>
                  <a:cubicBezTo>
                    <a:pt x="201" y="95"/>
                    <a:pt x="202" y="95"/>
                    <a:pt x="203" y="94"/>
                  </a:cubicBezTo>
                  <a:cubicBezTo>
                    <a:pt x="204" y="94"/>
                    <a:pt x="205" y="93"/>
                    <a:pt x="206" y="92"/>
                  </a:cubicBezTo>
                  <a:cubicBezTo>
                    <a:pt x="207" y="91"/>
                    <a:pt x="208" y="90"/>
                    <a:pt x="209" y="89"/>
                  </a:cubicBezTo>
                  <a:cubicBezTo>
                    <a:pt x="210" y="88"/>
                    <a:pt x="210" y="87"/>
                    <a:pt x="211" y="87"/>
                  </a:cubicBezTo>
                  <a:cubicBezTo>
                    <a:pt x="212" y="86"/>
                    <a:pt x="213" y="86"/>
                    <a:pt x="215" y="86"/>
                  </a:cubicBezTo>
                  <a:cubicBezTo>
                    <a:pt x="216" y="86"/>
                    <a:pt x="216" y="86"/>
                    <a:pt x="217" y="85"/>
                  </a:cubicBezTo>
                  <a:cubicBezTo>
                    <a:pt x="218" y="85"/>
                    <a:pt x="218" y="85"/>
                    <a:pt x="219" y="85"/>
                  </a:cubicBezTo>
                  <a:cubicBezTo>
                    <a:pt x="220" y="85"/>
                    <a:pt x="221" y="85"/>
                    <a:pt x="224" y="85"/>
                  </a:cubicBezTo>
                  <a:cubicBezTo>
                    <a:pt x="226" y="85"/>
                    <a:pt x="230" y="85"/>
                    <a:pt x="233" y="86"/>
                  </a:cubicBezTo>
                  <a:cubicBezTo>
                    <a:pt x="236" y="86"/>
                    <a:pt x="238" y="86"/>
                    <a:pt x="240" y="86"/>
                  </a:cubicBezTo>
                  <a:cubicBezTo>
                    <a:pt x="240" y="86"/>
                    <a:pt x="240" y="86"/>
                    <a:pt x="240" y="86"/>
                  </a:cubicBezTo>
                  <a:cubicBezTo>
                    <a:pt x="240" y="86"/>
                    <a:pt x="240" y="86"/>
                    <a:pt x="240" y="86"/>
                  </a:cubicBezTo>
                  <a:cubicBezTo>
                    <a:pt x="242" y="86"/>
                    <a:pt x="243" y="86"/>
                    <a:pt x="243" y="86"/>
                  </a:cubicBezTo>
                  <a:cubicBezTo>
                    <a:pt x="243" y="85"/>
                    <a:pt x="243" y="85"/>
                    <a:pt x="243" y="85"/>
                  </a:cubicBezTo>
                  <a:cubicBezTo>
                    <a:pt x="243" y="84"/>
                    <a:pt x="243" y="84"/>
                    <a:pt x="243" y="84"/>
                  </a:cubicBezTo>
                  <a:cubicBezTo>
                    <a:pt x="243" y="83"/>
                    <a:pt x="244" y="82"/>
                    <a:pt x="244" y="81"/>
                  </a:cubicBezTo>
                  <a:cubicBezTo>
                    <a:pt x="245" y="80"/>
                    <a:pt x="246" y="77"/>
                    <a:pt x="245" y="77"/>
                  </a:cubicBezTo>
                  <a:cubicBezTo>
                    <a:pt x="245" y="76"/>
                    <a:pt x="244" y="76"/>
                    <a:pt x="244" y="75"/>
                  </a:cubicBezTo>
                  <a:cubicBezTo>
                    <a:pt x="243" y="74"/>
                    <a:pt x="242" y="73"/>
                    <a:pt x="241" y="70"/>
                  </a:cubicBezTo>
                  <a:cubicBezTo>
                    <a:pt x="241" y="70"/>
                    <a:pt x="241" y="70"/>
                    <a:pt x="241" y="70"/>
                  </a:cubicBezTo>
                  <a:cubicBezTo>
                    <a:pt x="240" y="69"/>
                    <a:pt x="240" y="68"/>
                    <a:pt x="240" y="67"/>
                  </a:cubicBezTo>
                  <a:cubicBezTo>
                    <a:pt x="240" y="67"/>
                    <a:pt x="240" y="67"/>
                    <a:pt x="240" y="67"/>
                  </a:cubicBezTo>
                  <a:cubicBezTo>
                    <a:pt x="239" y="66"/>
                    <a:pt x="239" y="64"/>
                    <a:pt x="238" y="62"/>
                  </a:cubicBezTo>
                  <a:cubicBezTo>
                    <a:pt x="238" y="62"/>
                    <a:pt x="237" y="61"/>
                    <a:pt x="237" y="60"/>
                  </a:cubicBezTo>
                  <a:cubicBezTo>
                    <a:pt x="235" y="56"/>
                    <a:pt x="233" y="52"/>
                    <a:pt x="233" y="49"/>
                  </a:cubicBezTo>
                  <a:cubicBezTo>
                    <a:pt x="233" y="47"/>
                    <a:pt x="233" y="46"/>
                    <a:pt x="234" y="44"/>
                  </a:cubicBezTo>
                  <a:cubicBezTo>
                    <a:pt x="234" y="42"/>
                    <a:pt x="235" y="40"/>
                    <a:pt x="235" y="38"/>
                  </a:cubicBezTo>
                  <a:cubicBezTo>
                    <a:pt x="235" y="37"/>
                    <a:pt x="235" y="37"/>
                    <a:pt x="235" y="36"/>
                  </a:cubicBezTo>
                  <a:cubicBezTo>
                    <a:pt x="235" y="34"/>
                    <a:pt x="235" y="34"/>
                    <a:pt x="234" y="33"/>
                  </a:cubicBezTo>
                  <a:cubicBezTo>
                    <a:pt x="234" y="32"/>
                    <a:pt x="233" y="32"/>
                    <a:pt x="233" y="32"/>
                  </a:cubicBezTo>
                  <a:cubicBezTo>
                    <a:pt x="232" y="30"/>
                    <a:pt x="231" y="29"/>
                    <a:pt x="231" y="28"/>
                  </a:cubicBezTo>
                  <a:cubicBezTo>
                    <a:pt x="231" y="27"/>
                    <a:pt x="232" y="27"/>
                    <a:pt x="232" y="27"/>
                  </a:cubicBezTo>
                  <a:cubicBezTo>
                    <a:pt x="232" y="26"/>
                    <a:pt x="232" y="25"/>
                    <a:pt x="231" y="24"/>
                  </a:cubicBezTo>
                  <a:cubicBezTo>
                    <a:pt x="230" y="23"/>
                    <a:pt x="227" y="20"/>
                    <a:pt x="225" y="18"/>
                  </a:cubicBezTo>
                  <a:cubicBezTo>
                    <a:pt x="222" y="18"/>
                    <a:pt x="219" y="16"/>
                    <a:pt x="217" y="16"/>
                  </a:cubicBezTo>
                  <a:cubicBezTo>
                    <a:pt x="216" y="15"/>
                    <a:pt x="214" y="17"/>
                    <a:pt x="212" y="16"/>
                  </a:cubicBezTo>
                  <a:cubicBezTo>
                    <a:pt x="210" y="15"/>
                    <a:pt x="210" y="12"/>
                    <a:pt x="209" y="11"/>
                  </a:cubicBezTo>
                  <a:cubicBezTo>
                    <a:pt x="207" y="10"/>
                    <a:pt x="204" y="12"/>
                    <a:pt x="201" y="13"/>
                  </a:cubicBezTo>
                  <a:cubicBezTo>
                    <a:pt x="199" y="14"/>
                    <a:pt x="194" y="16"/>
                    <a:pt x="189" y="16"/>
                  </a:cubicBezTo>
                  <a:cubicBezTo>
                    <a:pt x="184" y="17"/>
                    <a:pt x="182" y="16"/>
                    <a:pt x="178" y="16"/>
                  </a:cubicBezTo>
                  <a:cubicBezTo>
                    <a:pt x="175" y="16"/>
                    <a:pt x="170" y="13"/>
                    <a:pt x="168" y="11"/>
                  </a:cubicBezTo>
                  <a:cubicBezTo>
                    <a:pt x="165" y="9"/>
                    <a:pt x="162" y="5"/>
                    <a:pt x="161" y="3"/>
                  </a:cubicBezTo>
                  <a:cubicBezTo>
                    <a:pt x="160" y="1"/>
                    <a:pt x="160" y="0"/>
                    <a:pt x="158" y="0"/>
                  </a:cubicBezTo>
                  <a:cubicBezTo>
                    <a:pt x="156" y="0"/>
                    <a:pt x="157" y="1"/>
                    <a:pt x="154" y="1"/>
                  </a:cubicBezTo>
                  <a:cubicBezTo>
                    <a:pt x="152" y="1"/>
                    <a:pt x="150" y="2"/>
                    <a:pt x="149" y="2"/>
                  </a:cubicBezTo>
                  <a:cubicBezTo>
                    <a:pt x="149" y="3"/>
                    <a:pt x="149" y="3"/>
                    <a:pt x="148" y="7"/>
                  </a:cubicBezTo>
                  <a:cubicBezTo>
                    <a:pt x="146" y="11"/>
                    <a:pt x="145" y="12"/>
                    <a:pt x="145" y="14"/>
                  </a:cubicBezTo>
                  <a:cubicBezTo>
                    <a:pt x="145" y="17"/>
                    <a:pt x="140" y="22"/>
                    <a:pt x="139" y="26"/>
                  </a:cubicBezTo>
                  <a:cubicBezTo>
                    <a:pt x="137" y="29"/>
                    <a:pt x="137" y="32"/>
                    <a:pt x="133" y="36"/>
                  </a:cubicBezTo>
                  <a:cubicBezTo>
                    <a:pt x="130" y="40"/>
                    <a:pt x="127" y="44"/>
                    <a:pt x="124" y="46"/>
                  </a:cubicBezTo>
                  <a:cubicBezTo>
                    <a:pt x="121" y="48"/>
                    <a:pt x="122" y="48"/>
                    <a:pt x="119" y="49"/>
                  </a:cubicBezTo>
                  <a:cubicBezTo>
                    <a:pt x="115" y="50"/>
                    <a:pt x="110" y="53"/>
                    <a:pt x="106" y="55"/>
                  </a:cubicBezTo>
                  <a:cubicBezTo>
                    <a:pt x="102" y="57"/>
                    <a:pt x="99" y="59"/>
                    <a:pt x="96" y="61"/>
                  </a:cubicBezTo>
                  <a:cubicBezTo>
                    <a:pt x="92" y="62"/>
                    <a:pt x="90" y="66"/>
                    <a:pt x="88" y="69"/>
                  </a:cubicBezTo>
                  <a:cubicBezTo>
                    <a:pt x="85" y="71"/>
                    <a:pt x="82" y="73"/>
                    <a:pt x="80" y="75"/>
                  </a:cubicBezTo>
                  <a:cubicBezTo>
                    <a:pt x="78" y="78"/>
                    <a:pt x="77" y="79"/>
                    <a:pt x="77" y="82"/>
                  </a:cubicBezTo>
                  <a:cubicBezTo>
                    <a:pt x="77" y="85"/>
                    <a:pt x="78" y="87"/>
                    <a:pt x="76" y="90"/>
                  </a:cubicBezTo>
                  <a:cubicBezTo>
                    <a:pt x="74" y="94"/>
                    <a:pt x="71" y="96"/>
                    <a:pt x="70" y="99"/>
                  </a:cubicBezTo>
                  <a:cubicBezTo>
                    <a:pt x="68" y="102"/>
                    <a:pt x="67" y="104"/>
                    <a:pt x="67" y="106"/>
                  </a:cubicBezTo>
                  <a:cubicBezTo>
                    <a:pt x="67" y="109"/>
                    <a:pt x="68" y="112"/>
                    <a:pt x="68" y="113"/>
                  </a:cubicBezTo>
                  <a:cubicBezTo>
                    <a:pt x="68" y="115"/>
                    <a:pt x="67" y="117"/>
                    <a:pt x="68" y="119"/>
                  </a:cubicBezTo>
                  <a:cubicBezTo>
                    <a:pt x="68" y="122"/>
                    <a:pt x="67" y="122"/>
                    <a:pt x="69" y="124"/>
                  </a:cubicBezTo>
                  <a:cubicBezTo>
                    <a:pt x="72" y="125"/>
                    <a:pt x="72" y="125"/>
                    <a:pt x="72" y="128"/>
                  </a:cubicBezTo>
                  <a:cubicBezTo>
                    <a:pt x="72" y="130"/>
                    <a:pt x="71" y="132"/>
                    <a:pt x="69" y="135"/>
                  </a:cubicBezTo>
                  <a:cubicBezTo>
                    <a:pt x="68" y="138"/>
                    <a:pt x="66" y="142"/>
                    <a:pt x="64" y="144"/>
                  </a:cubicBezTo>
                  <a:cubicBezTo>
                    <a:pt x="62" y="146"/>
                    <a:pt x="60" y="150"/>
                    <a:pt x="56" y="153"/>
                  </a:cubicBezTo>
                  <a:cubicBezTo>
                    <a:pt x="53" y="156"/>
                    <a:pt x="49" y="159"/>
                    <a:pt x="45" y="162"/>
                  </a:cubicBezTo>
                  <a:cubicBezTo>
                    <a:pt x="40" y="165"/>
                    <a:pt x="32" y="171"/>
                    <a:pt x="29" y="173"/>
                  </a:cubicBezTo>
                  <a:cubicBezTo>
                    <a:pt x="25" y="175"/>
                    <a:pt x="24" y="176"/>
                    <a:pt x="19" y="177"/>
                  </a:cubicBezTo>
                  <a:cubicBezTo>
                    <a:pt x="14" y="178"/>
                    <a:pt x="5" y="179"/>
                    <a:pt x="3" y="181"/>
                  </a:cubicBezTo>
                  <a:cubicBezTo>
                    <a:pt x="2" y="182"/>
                    <a:pt x="1" y="184"/>
                    <a:pt x="0" y="185"/>
                  </a:cubicBezTo>
                  <a:cubicBezTo>
                    <a:pt x="90" y="185"/>
                    <a:pt x="90" y="185"/>
                    <a:pt x="90" y="185"/>
                  </a:cubicBezTo>
                  <a:cubicBezTo>
                    <a:pt x="90" y="177"/>
                    <a:pt x="90" y="170"/>
                    <a:pt x="90" y="16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2" name="Freeform 373">
              <a:extLst>
                <a:ext uri="{FF2B5EF4-FFF2-40B4-BE49-F238E27FC236}">
                  <a16:creationId xmlns:a16="http://schemas.microsoft.com/office/drawing/2014/main" id="{4807CDC1-8BAE-14E2-2873-F0E606A79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180" y="3892115"/>
              <a:ext cx="4231" cy="11283"/>
            </a:xfrm>
            <a:custGeom>
              <a:avLst/>
              <a:gdLst>
                <a:gd name="T0" fmla="*/ 0 w 4"/>
                <a:gd name="T1" fmla="*/ 5 h 11"/>
                <a:gd name="T2" fmla="*/ 2 w 4"/>
                <a:gd name="T3" fmla="*/ 9 h 11"/>
                <a:gd name="T4" fmla="*/ 4 w 4"/>
                <a:gd name="T5" fmla="*/ 8 h 11"/>
                <a:gd name="T6" fmla="*/ 0 w 4"/>
                <a:gd name="T7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1">
                  <a:moveTo>
                    <a:pt x="0" y="5"/>
                  </a:moveTo>
                  <a:cubicBezTo>
                    <a:pt x="1" y="7"/>
                    <a:pt x="0" y="8"/>
                    <a:pt x="2" y="9"/>
                  </a:cubicBezTo>
                  <a:cubicBezTo>
                    <a:pt x="4" y="11"/>
                    <a:pt x="4" y="10"/>
                    <a:pt x="4" y="8"/>
                  </a:cubicBezTo>
                  <a:cubicBezTo>
                    <a:pt x="4" y="6"/>
                    <a:pt x="1" y="0"/>
                    <a:pt x="0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3" name="Freeform 374">
              <a:extLst>
                <a:ext uri="{FF2B5EF4-FFF2-40B4-BE49-F238E27FC236}">
                  <a16:creationId xmlns:a16="http://schemas.microsoft.com/office/drawing/2014/main" id="{E8D5E2D2-3216-1F11-6119-8FC9AC68B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155" y="1289951"/>
              <a:ext cx="246818" cy="112831"/>
            </a:xfrm>
            <a:custGeom>
              <a:avLst/>
              <a:gdLst>
                <a:gd name="T0" fmla="*/ 185 w 225"/>
                <a:gd name="T1" fmla="*/ 73 h 105"/>
                <a:gd name="T2" fmla="*/ 202 w 225"/>
                <a:gd name="T3" fmla="*/ 71 h 105"/>
                <a:gd name="T4" fmla="*/ 205 w 225"/>
                <a:gd name="T5" fmla="*/ 60 h 105"/>
                <a:gd name="T6" fmla="*/ 214 w 225"/>
                <a:gd name="T7" fmla="*/ 60 h 105"/>
                <a:gd name="T8" fmla="*/ 218 w 225"/>
                <a:gd name="T9" fmla="*/ 52 h 105"/>
                <a:gd name="T10" fmla="*/ 221 w 225"/>
                <a:gd name="T11" fmla="*/ 49 h 105"/>
                <a:gd name="T12" fmla="*/ 217 w 225"/>
                <a:gd name="T13" fmla="*/ 42 h 105"/>
                <a:gd name="T14" fmla="*/ 213 w 225"/>
                <a:gd name="T15" fmla="*/ 31 h 105"/>
                <a:gd name="T16" fmla="*/ 210 w 225"/>
                <a:gd name="T17" fmla="*/ 28 h 105"/>
                <a:gd name="T18" fmla="*/ 203 w 225"/>
                <a:gd name="T19" fmla="*/ 19 h 105"/>
                <a:gd name="T20" fmla="*/ 196 w 225"/>
                <a:gd name="T21" fmla="*/ 11 h 105"/>
                <a:gd name="T22" fmla="*/ 182 w 225"/>
                <a:gd name="T23" fmla="*/ 9 h 105"/>
                <a:gd name="T24" fmla="*/ 167 w 225"/>
                <a:gd name="T25" fmla="*/ 9 h 105"/>
                <a:gd name="T26" fmla="*/ 145 w 225"/>
                <a:gd name="T27" fmla="*/ 16 h 105"/>
                <a:gd name="T28" fmla="*/ 131 w 225"/>
                <a:gd name="T29" fmla="*/ 13 h 105"/>
                <a:gd name="T30" fmla="*/ 132 w 225"/>
                <a:gd name="T31" fmla="*/ 28 h 105"/>
                <a:gd name="T32" fmla="*/ 122 w 225"/>
                <a:gd name="T33" fmla="*/ 14 h 105"/>
                <a:gd name="T34" fmla="*/ 105 w 225"/>
                <a:gd name="T35" fmla="*/ 20 h 105"/>
                <a:gd name="T36" fmla="*/ 95 w 225"/>
                <a:gd name="T37" fmla="*/ 19 h 105"/>
                <a:gd name="T38" fmla="*/ 87 w 225"/>
                <a:gd name="T39" fmla="*/ 24 h 105"/>
                <a:gd name="T40" fmla="*/ 79 w 225"/>
                <a:gd name="T41" fmla="*/ 31 h 105"/>
                <a:gd name="T42" fmla="*/ 71 w 225"/>
                <a:gd name="T43" fmla="*/ 42 h 105"/>
                <a:gd name="T44" fmla="*/ 63 w 225"/>
                <a:gd name="T45" fmla="*/ 37 h 105"/>
                <a:gd name="T46" fmla="*/ 57 w 225"/>
                <a:gd name="T47" fmla="*/ 25 h 105"/>
                <a:gd name="T48" fmla="*/ 62 w 225"/>
                <a:gd name="T49" fmla="*/ 21 h 105"/>
                <a:gd name="T50" fmla="*/ 43 w 225"/>
                <a:gd name="T51" fmla="*/ 3 h 105"/>
                <a:gd name="T52" fmla="*/ 32 w 225"/>
                <a:gd name="T53" fmla="*/ 8 h 105"/>
                <a:gd name="T54" fmla="*/ 45 w 225"/>
                <a:gd name="T55" fmla="*/ 9 h 105"/>
                <a:gd name="T56" fmla="*/ 45 w 225"/>
                <a:gd name="T57" fmla="*/ 17 h 105"/>
                <a:gd name="T58" fmla="*/ 40 w 225"/>
                <a:gd name="T59" fmla="*/ 24 h 105"/>
                <a:gd name="T60" fmla="*/ 34 w 225"/>
                <a:gd name="T61" fmla="*/ 21 h 105"/>
                <a:gd name="T62" fmla="*/ 23 w 225"/>
                <a:gd name="T63" fmla="*/ 17 h 105"/>
                <a:gd name="T64" fmla="*/ 22 w 225"/>
                <a:gd name="T65" fmla="*/ 23 h 105"/>
                <a:gd name="T66" fmla="*/ 19 w 225"/>
                <a:gd name="T67" fmla="*/ 31 h 105"/>
                <a:gd name="T68" fmla="*/ 15 w 225"/>
                <a:gd name="T69" fmla="*/ 31 h 105"/>
                <a:gd name="T70" fmla="*/ 4 w 225"/>
                <a:gd name="T71" fmla="*/ 32 h 105"/>
                <a:gd name="T72" fmla="*/ 20 w 225"/>
                <a:gd name="T73" fmla="*/ 35 h 105"/>
                <a:gd name="T74" fmla="*/ 47 w 225"/>
                <a:gd name="T75" fmla="*/ 34 h 105"/>
                <a:gd name="T76" fmla="*/ 43 w 225"/>
                <a:gd name="T77" fmla="*/ 45 h 105"/>
                <a:gd name="T78" fmla="*/ 56 w 225"/>
                <a:gd name="T79" fmla="*/ 49 h 105"/>
                <a:gd name="T80" fmla="*/ 37 w 225"/>
                <a:gd name="T81" fmla="*/ 52 h 105"/>
                <a:gd name="T82" fmla="*/ 25 w 225"/>
                <a:gd name="T83" fmla="*/ 54 h 105"/>
                <a:gd name="T84" fmla="*/ 18 w 225"/>
                <a:gd name="T85" fmla="*/ 60 h 105"/>
                <a:gd name="T86" fmla="*/ 47 w 225"/>
                <a:gd name="T87" fmla="*/ 62 h 105"/>
                <a:gd name="T88" fmla="*/ 61 w 225"/>
                <a:gd name="T89" fmla="*/ 63 h 105"/>
                <a:gd name="T90" fmla="*/ 56 w 225"/>
                <a:gd name="T91" fmla="*/ 73 h 105"/>
                <a:gd name="T92" fmla="*/ 56 w 225"/>
                <a:gd name="T93" fmla="*/ 77 h 105"/>
                <a:gd name="T94" fmla="*/ 40 w 225"/>
                <a:gd name="T95" fmla="*/ 84 h 105"/>
                <a:gd name="T96" fmla="*/ 70 w 225"/>
                <a:gd name="T97" fmla="*/ 89 h 105"/>
                <a:gd name="T98" fmla="*/ 82 w 225"/>
                <a:gd name="T99" fmla="*/ 90 h 105"/>
                <a:gd name="T100" fmla="*/ 101 w 225"/>
                <a:gd name="T101" fmla="*/ 101 h 105"/>
                <a:gd name="T102" fmla="*/ 131 w 225"/>
                <a:gd name="T103" fmla="*/ 100 h 105"/>
                <a:gd name="T104" fmla="*/ 160 w 225"/>
                <a:gd name="T105" fmla="*/ 9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25" h="105">
                  <a:moveTo>
                    <a:pt x="160" y="90"/>
                  </a:moveTo>
                  <a:cubicBezTo>
                    <a:pt x="164" y="90"/>
                    <a:pt x="166" y="87"/>
                    <a:pt x="168" y="85"/>
                  </a:cubicBezTo>
                  <a:cubicBezTo>
                    <a:pt x="170" y="83"/>
                    <a:pt x="172" y="82"/>
                    <a:pt x="176" y="80"/>
                  </a:cubicBezTo>
                  <a:cubicBezTo>
                    <a:pt x="179" y="78"/>
                    <a:pt x="182" y="76"/>
                    <a:pt x="184" y="76"/>
                  </a:cubicBezTo>
                  <a:cubicBezTo>
                    <a:pt x="185" y="75"/>
                    <a:pt x="186" y="74"/>
                    <a:pt x="185" y="73"/>
                  </a:cubicBezTo>
                  <a:cubicBezTo>
                    <a:pt x="185" y="72"/>
                    <a:pt x="185" y="71"/>
                    <a:pt x="186" y="71"/>
                  </a:cubicBezTo>
                  <a:cubicBezTo>
                    <a:pt x="188" y="71"/>
                    <a:pt x="189" y="73"/>
                    <a:pt x="190" y="74"/>
                  </a:cubicBezTo>
                  <a:cubicBezTo>
                    <a:pt x="190" y="75"/>
                    <a:pt x="191" y="76"/>
                    <a:pt x="194" y="76"/>
                  </a:cubicBezTo>
                  <a:cubicBezTo>
                    <a:pt x="196" y="76"/>
                    <a:pt x="197" y="75"/>
                    <a:pt x="199" y="74"/>
                  </a:cubicBezTo>
                  <a:cubicBezTo>
                    <a:pt x="200" y="72"/>
                    <a:pt x="201" y="72"/>
                    <a:pt x="202" y="71"/>
                  </a:cubicBezTo>
                  <a:cubicBezTo>
                    <a:pt x="203" y="71"/>
                    <a:pt x="205" y="70"/>
                    <a:pt x="205" y="69"/>
                  </a:cubicBezTo>
                  <a:cubicBezTo>
                    <a:pt x="205" y="68"/>
                    <a:pt x="204" y="67"/>
                    <a:pt x="204" y="66"/>
                  </a:cubicBezTo>
                  <a:cubicBezTo>
                    <a:pt x="204" y="65"/>
                    <a:pt x="205" y="64"/>
                    <a:pt x="206" y="64"/>
                  </a:cubicBezTo>
                  <a:cubicBezTo>
                    <a:pt x="208" y="63"/>
                    <a:pt x="207" y="62"/>
                    <a:pt x="207" y="61"/>
                  </a:cubicBezTo>
                  <a:cubicBezTo>
                    <a:pt x="207" y="61"/>
                    <a:pt x="206" y="60"/>
                    <a:pt x="205" y="60"/>
                  </a:cubicBezTo>
                  <a:cubicBezTo>
                    <a:pt x="204" y="60"/>
                    <a:pt x="205" y="59"/>
                    <a:pt x="205" y="58"/>
                  </a:cubicBezTo>
                  <a:cubicBezTo>
                    <a:pt x="206" y="57"/>
                    <a:pt x="207" y="57"/>
                    <a:pt x="208" y="58"/>
                  </a:cubicBezTo>
                  <a:cubicBezTo>
                    <a:pt x="209" y="58"/>
                    <a:pt x="210" y="59"/>
                    <a:pt x="210" y="60"/>
                  </a:cubicBezTo>
                  <a:cubicBezTo>
                    <a:pt x="210" y="60"/>
                    <a:pt x="211" y="61"/>
                    <a:pt x="212" y="61"/>
                  </a:cubicBezTo>
                  <a:cubicBezTo>
                    <a:pt x="212" y="62"/>
                    <a:pt x="213" y="61"/>
                    <a:pt x="214" y="60"/>
                  </a:cubicBezTo>
                  <a:cubicBezTo>
                    <a:pt x="215" y="60"/>
                    <a:pt x="215" y="60"/>
                    <a:pt x="216" y="59"/>
                  </a:cubicBezTo>
                  <a:cubicBezTo>
                    <a:pt x="217" y="58"/>
                    <a:pt x="217" y="57"/>
                    <a:pt x="216" y="56"/>
                  </a:cubicBezTo>
                  <a:cubicBezTo>
                    <a:pt x="216" y="55"/>
                    <a:pt x="215" y="55"/>
                    <a:pt x="216" y="54"/>
                  </a:cubicBezTo>
                  <a:cubicBezTo>
                    <a:pt x="216" y="53"/>
                    <a:pt x="218" y="54"/>
                    <a:pt x="218" y="53"/>
                  </a:cubicBezTo>
                  <a:cubicBezTo>
                    <a:pt x="219" y="53"/>
                    <a:pt x="218" y="52"/>
                    <a:pt x="218" y="52"/>
                  </a:cubicBezTo>
                  <a:cubicBezTo>
                    <a:pt x="217" y="51"/>
                    <a:pt x="216" y="52"/>
                    <a:pt x="214" y="52"/>
                  </a:cubicBezTo>
                  <a:cubicBezTo>
                    <a:pt x="212" y="52"/>
                    <a:pt x="211" y="51"/>
                    <a:pt x="211" y="50"/>
                  </a:cubicBezTo>
                  <a:cubicBezTo>
                    <a:pt x="211" y="50"/>
                    <a:pt x="212" y="49"/>
                    <a:pt x="213" y="49"/>
                  </a:cubicBezTo>
                  <a:cubicBezTo>
                    <a:pt x="215" y="49"/>
                    <a:pt x="216" y="49"/>
                    <a:pt x="218" y="49"/>
                  </a:cubicBezTo>
                  <a:cubicBezTo>
                    <a:pt x="219" y="49"/>
                    <a:pt x="219" y="49"/>
                    <a:pt x="221" y="49"/>
                  </a:cubicBezTo>
                  <a:cubicBezTo>
                    <a:pt x="222" y="49"/>
                    <a:pt x="224" y="49"/>
                    <a:pt x="225" y="49"/>
                  </a:cubicBezTo>
                  <a:cubicBezTo>
                    <a:pt x="225" y="49"/>
                    <a:pt x="224" y="47"/>
                    <a:pt x="223" y="47"/>
                  </a:cubicBezTo>
                  <a:cubicBezTo>
                    <a:pt x="222" y="46"/>
                    <a:pt x="221" y="46"/>
                    <a:pt x="219" y="46"/>
                  </a:cubicBezTo>
                  <a:cubicBezTo>
                    <a:pt x="218" y="46"/>
                    <a:pt x="218" y="45"/>
                    <a:pt x="217" y="44"/>
                  </a:cubicBezTo>
                  <a:cubicBezTo>
                    <a:pt x="216" y="43"/>
                    <a:pt x="216" y="42"/>
                    <a:pt x="217" y="42"/>
                  </a:cubicBezTo>
                  <a:cubicBezTo>
                    <a:pt x="218" y="41"/>
                    <a:pt x="219" y="41"/>
                    <a:pt x="221" y="40"/>
                  </a:cubicBezTo>
                  <a:cubicBezTo>
                    <a:pt x="223" y="39"/>
                    <a:pt x="223" y="39"/>
                    <a:pt x="223" y="38"/>
                  </a:cubicBezTo>
                  <a:cubicBezTo>
                    <a:pt x="223" y="37"/>
                    <a:pt x="222" y="36"/>
                    <a:pt x="221" y="35"/>
                  </a:cubicBezTo>
                  <a:cubicBezTo>
                    <a:pt x="219" y="34"/>
                    <a:pt x="218" y="34"/>
                    <a:pt x="217" y="32"/>
                  </a:cubicBezTo>
                  <a:cubicBezTo>
                    <a:pt x="216" y="31"/>
                    <a:pt x="215" y="31"/>
                    <a:pt x="213" y="31"/>
                  </a:cubicBezTo>
                  <a:cubicBezTo>
                    <a:pt x="212" y="31"/>
                    <a:pt x="211" y="32"/>
                    <a:pt x="209" y="33"/>
                  </a:cubicBezTo>
                  <a:cubicBezTo>
                    <a:pt x="207" y="34"/>
                    <a:pt x="206" y="35"/>
                    <a:pt x="205" y="35"/>
                  </a:cubicBezTo>
                  <a:cubicBezTo>
                    <a:pt x="204" y="35"/>
                    <a:pt x="204" y="35"/>
                    <a:pt x="204" y="34"/>
                  </a:cubicBezTo>
                  <a:cubicBezTo>
                    <a:pt x="204" y="33"/>
                    <a:pt x="206" y="31"/>
                    <a:pt x="207" y="31"/>
                  </a:cubicBezTo>
                  <a:cubicBezTo>
                    <a:pt x="208" y="30"/>
                    <a:pt x="209" y="30"/>
                    <a:pt x="210" y="28"/>
                  </a:cubicBezTo>
                  <a:cubicBezTo>
                    <a:pt x="210" y="27"/>
                    <a:pt x="209" y="27"/>
                    <a:pt x="209" y="27"/>
                  </a:cubicBezTo>
                  <a:cubicBezTo>
                    <a:pt x="208" y="26"/>
                    <a:pt x="207" y="27"/>
                    <a:pt x="206" y="27"/>
                  </a:cubicBezTo>
                  <a:cubicBezTo>
                    <a:pt x="204" y="27"/>
                    <a:pt x="200" y="28"/>
                    <a:pt x="199" y="26"/>
                  </a:cubicBezTo>
                  <a:cubicBezTo>
                    <a:pt x="197" y="25"/>
                    <a:pt x="200" y="24"/>
                    <a:pt x="201" y="23"/>
                  </a:cubicBezTo>
                  <a:cubicBezTo>
                    <a:pt x="203" y="22"/>
                    <a:pt x="204" y="20"/>
                    <a:pt x="203" y="19"/>
                  </a:cubicBezTo>
                  <a:cubicBezTo>
                    <a:pt x="202" y="18"/>
                    <a:pt x="201" y="18"/>
                    <a:pt x="200" y="17"/>
                  </a:cubicBezTo>
                  <a:cubicBezTo>
                    <a:pt x="200" y="16"/>
                    <a:pt x="198" y="17"/>
                    <a:pt x="196" y="17"/>
                  </a:cubicBezTo>
                  <a:cubicBezTo>
                    <a:pt x="194" y="16"/>
                    <a:pt x="194" y="16"/>
                    <a:pt x="193" y="15"/>
                  </a:cubicBezTo>
                  <a:cubicBezTo>
                    <a:pt x="192" y="14"/>
                    <a:pt x="193" y="14"/>
                    <a:pt x="194" y="13"/>
                  </a:cubicBezTo>
                  <a:cubicBezTo>
                    <a:pt x="196" y="13"/>
                    <a:pt x="195" y="12"/>
                    <a:pt x="196" y="11"/>
                  </a:cubicBezTo>
                  <a:cubicBezTo>
                    <a:pt x="197" y="9"/>
                    <a:pt x="199" y="9"/>
                    <a:pt x="199" y="8"/>
                  </a:cubicBezTo>
                  <a:cubicBezTo>
                    <a:pt x="200" y="6"/>
                    <a:pt x="198" y="7"/>
                    <a:pt x="197" y="7"/>
                  </a:cubicBezTo>
                  <a:cubicBezTo>
                    <a:pt x="195" y="7"/>
                    <a:pt x="193" y="8"/>
                    <a:pt x="191" y="9"/>
                  </a:cubicBezTo>
                  <a:cubicBezTo>
                    <a:pt x="190" y="11"/>
                    <a:pt x="188" y="13"/>
                    <a:pt x="187" y="12"/>
                  </a:cubicBezTo>
                  <a:cubicBezTo>
                    <a:pt x="186" y="11"/>
                    <a:pt x="183" y="10"/>
                    <a:pt x="182" y="9"/>
                  </a:cubicBezTo>
                  <a:cubicBezTo>
                    <a:pt x="180" y="7"/>
                    <a:pt x="182" y="7"/>
                    <a:pt x="181" y="6"/>
                  </a:cubicBezTo>
                  <a:cubicBezTo>
                    <a:pt x="181" y="5"/>
                    <a:pt x="179" y="5"/>
                    <a:pt x="178" y="3"/>
                  </a:cubicBezTo>
                  <a:cubicBezTo>
                    <a:pt x="176" y="2"/>
                    <a:pt x="177" y="1"/>
                    <a:pt x="174" y="1"/>
                  </a:cubicBezTo>
                  <a:cubicBezTo>
                    <a:pt x="172" y="0"/>
                    <a:pt x="166" y="0"/>
                    <a:pt x="165" y="1"/>
                  </a:cubicBezTo>
                  <a:cubicBezTo>
                    <a:pt x="164" y="3"/>
                    <a:pt x="166" y="6"/>
                    <a:pt x="167" y="9"/>
                  </a:cubicBezTo>
                  <a:cubicBezTo>
                    <a:pt x="167" y="11"/>
                    <a:pt x="167" y="12"/>
                    <a:pt x="166" y="13"/>
                  </a:cubicBezTo>
                  <a:cubicBezTo>
                    <a:pt x="165" y="15"/>
                    <a:pt x="163" y="13"/>
                    <a:pt x="161" y="13"/>
                  </a:cubicBezTo>
                  <a:cubicBezTo>
                    <a:pt x="159" y="13"/>
                    <a:pt x="157" y="12"/>
                    <a:pt x="155" y="12"/>
                  </a:cubicBezTo>
                  <a:cubicBezTo>
                    <a:pt x="152" y="12"/>
                    <a:pt x="152" y="13"/>
                    <a:pt x="150" y="14"/>
                  </a:cubicBezTo>
                  <a:cubicBezTo>
                    <a:pt x="149" y="15"/>
                    <a:pt x="147" y="15"/>
                    <a:pt x="145" y="16"/>
                  </a:cubicBezTo>
                  <a:cubicBezTo>
                    <a:pt x="144" y="17"/>
                    <a:pt x="143" y="18"/>
                    <a:pt x="142" y="19"/>
                  </a:cubicBezTo>
                  <a:cubicBezTo>
                    <a:pt x="142" y="19"/>
                    <a:pt x="141" y="19"/>
                    <a:pt x="140" y="18"/>
                  </a:cubicBezTo>
                  <a:cubicBezTo>
                    <a:pt x="139" y="17"/>
                    <a:pt x="139" y="16"/>
                    <a:pt x="137" y="14"/>
                  </a:cubicBezTo>
                  <a:cubicBezTo>
                    <a:pt x="135" y="13"/>
                    <a:pt x="136" y="14"/>
                    <a:pt x="134" y="14"/>
                  </a:cubicBezTo>
                  <a:cubicBezTo>
                    <a:pt x="133" y="13"/>
                    <a:pt x="131" y="12"/>
                    <a:pt x="131" y="13"/>
                  </a:cubicBezTo>
                  <a:cubicBezTo>
                    <a:pt x="130" y="13"/>
                    <a:pt x="130" y="15"/>
                    <a:pt x="130" y="16"/>
                  </a:cubicBezTo>
                  <a:cubicBezTo>
                    <a:pt x="130" y="18"/>
                    <a:pt x="131" y="18"/>
                    <a:pt x="132" y="19"/>
                  </a:cubicBezTo>
                  <a:cubicBezTo>
                    <a:pt x="133" y="21"/>
                    <a:pt x="132" y="21"/>
                    <a:pt x="132" y="23"/>
                  </a:cubicBezTo>
                  <a:cubicBezTo>
                    <a:pt x="133" y="25"/>
                    <a:pt x="133" y="25"/>
                    <a:pt x="134" y="26"/>
                  </a:cubicBezTo>
                  <a:cubicBezTo>
                    <a:pt x="134" y="27"/>
                    <a:pt x="133" y="28"/>
                    <a:pt x="132" y="28"/>
                  </a:cubicBezTo>
                  <a:cubicBezTo>
                    <a:pt x="132" y="29"/>
                    <a:pt x="131" y="27"/>
                    <a:pt x="130" y="26"/>
                  </a:cubicBezTo>
                  <a:cubicBezTo>
                    <a:pt x="129" y="25"/>
                    <a:pt x="129" y="25"/>
                    <a:pt x="129" y="23"/>
                  </a:cubicBezTo>
                  <a:cubicBezTo>
                    <a:pt x="128" y="22"/>
                    <a:pt x="127" y="22"/>
                    <a:pt x="125" y="20"/>
                  </a:cubicBezTo>
                  <a:cubicBezTo>
                    <a:pt x="123" y="19"/>
                    <a:pt x="123" y="18"/>
                    <a:pt x="123" y="17"/>
                  </a:cubicBezTo>
                  <a:cubicBezTo>
                    <a:pt x="123" y="16"/>
                    <a:pt x="122" y="15"/>
                    <a:pt x="122" y="14"/>
                  </a:cubicBezTo>
                  <a:cubicBezTo>
                    <a:pt x="121" y="13"/>
                    <a:pt x="118" y="12"/>
                    <a:pt x="117" y="12"/>
                  </a:cubicBezTo>
                  <a:cubicBezTo>
                    <a:pt x="116" y="13"/>
                    <a:pt x="113" y="13"/>
                    <a:pt x="112" y="13"/>
                  </a:cubicBezTo>
                  <a:cubicBezTo>
                    <a:pt x="111" y="14"/>
                    <a:pt x="110" y="15"/>
                    <a:pt x="109" y="16"/>
                  </a:cubicBezTo>
                  <a:cubicBezTo>
                    <a:pt x="109" y="17"/>
                    <a:pt x="108" y="17"/>
                    <a:pt x="107" y="17"/>
                  </a:cubicBezTo>
                  <a:cubicBezTo>
                    <a:pt x="106" y="18"/>
                    <a:pt x="105" y="19"/>
                    <a:pt x="105" y="20"/>
                  </a:cubicBezTo>
                  <a:cubicBezTo>
                    <a:pt x="105" y="22"/>
                    <a:pt x="106" y="22"/>
                    <a:pt x="106" y="23"/>
                  </a:cubicBezTo>
                  <a:cubicBezTo>
                    <a:pt x="107" y="24"/>
                    <a:pt x="105" y="26"/>
                    <a:pt x="105" y="27"/>
                  </a:cubicBezTo>
                  <a:cubicBezTo>
                    <a:pt x="104" y="27"/>
                    <a:pt x="103" y="27"/>
                    <a:pt x="102" y="25"/>
                  </a:cubicBezTo>
                  <a:cubicBezTo>
                    <a:pt x="101" y="23"/>
                    <a:pt x="99" y="23"/>
                    <a:pt x="98" y="22"/>
                  </a:cubicBezTo>
                  <a:cubicBezTo>
                    <a:pt x="96" y="21"/>
                    <a:pt x="96" y="20"/>
                    <a:pt x="95" y="19"/>
                  </a:cubicBezTo>
                  <a:cubicBezTo>
                    <a:pt x="95" y="18"/>
                    <a:pt x="92" y="15"/>
                    <a:pt x="90" y="14"/>
                  </a:cubicBezTo>
                  <a:cubicBezTo>
                    <a:pt x="88" y="13"/>
                    <a:pt x="88" y="14"/>
                    <a:pt x="87" y="15"/>
                  </a:cubicBezTo>
                  <a:cubicBezTo>
                    <a:pt x="86" y="15"/>
                    <a:pt x="86" y="16"/>
                    <a:pt x="86" y="17"/>
                  </a:cubicBezTo>
                  <a:cubicBezTo>
                    <a:pt x="86" y="18"/>
                    <a:pt x="86" y="18"/>
                    <a:pt x="87" y="20"/>
                  </a:cubicBezTo>
                  <a:cubicBezTo>
                    <a:pt x="87" y="21"/>
                    <a:pt x="86" y="22"/>
                    <a:pt x="87" y="24"/>
                  </a:cubicBezTo>
                  <a:cubicBezTo>
                    <a:pt x="89" y="26"/>
                    <a:pt x="88" y="28"/>
                    <a:pt x="88" y="28"/>
                  </a:cubicBezTo>
                  <a:cubicBezTo>
                    <a:pt x="87" y="29"/>
                    <a:pt x="86" y="31"/>
                    <a:pt x="85" y="32"/>
                  </a:cubicBezTo>
                  <a:cubicBezTo>
                    <a:pt x="85" y="33"/>
                    <a:pt x="84" y="34"/>
                    <a:pt x="83" y="35"/>
                  </a:cubicBezTo>
                  <a:cubicBezTo>
                    <a:pt x="83" y="35"/>
                    <a:pt x="82" y="34"/>
                    <a:pt x="81" y="33"/>
                  </a:cubicBezTo>
                  <a:cubicBezTo>
                    <a:pt x="80" y="32"/>
                    <a:pt x="79" y="32"/>
                    <a:pt x="79" y="31"/>
                  </a:cubicBezTo>
                  <a:cubicBezTo>
                    <a:pt x="78" y="30"/>
                    <a:pt x="77" y="30"/>
                    <a:pt x="77" y="30"/>
                  </a:cubicBezTo>
                  <a:cubicBezTo>
                    <a:pt x="76" y="31"/>
                    <a:pt x="75" y="32"/>
                    <a:pt x="75" y="33"/>
                  </a:cubicBezTo>
                  <a:cubicBezTo>
                    <a:pt x="75" y="35"/>
                    <a:pt x="75" y="36"/>
                    <a:pt x="74" y="37"/>
                  </a:cubicBezTo>
                  <a:cubicBezTo>
                    <a:pt x="74" y="38"/>
                    <a:pt x="73" y="38"/>
                    <a:pt x="72" y="39"/>
                  </a:cubicBezTo>
                  <a:cubicBezTo>
                    <a:pt x="71" y="40"/>
                    <a:pt x="71" y="41"/>
                    <a:pt x="71" y="42"/>
                  </a:cubicBezTo>
                  <a:cubicBezTo>
                    <a:pt x="71" y="43"/>
                    <a:pt x="71" y="45"/>
                    <a:pt x="71" y="46"/>
                  </a:cubicBezTo>
                  <a:cubicBezTo>
                    <a:pt x="71" y="47"/>
                    <a:pt x="70" y="46"/>
                    <a:pt x="69" y="46"/>
                  </a:cubicBezTo>
                  <a:cubicBezTo>
                    <a:pt x="68" y="46"/>
                    <a:pt x="68" y="44"/>
                    <a:pt x="67" y="42"/>
                  </a:cubicBezTo>
                  <a:cubicBezTo>
                    <a:pt x="66" y="41"/>
                    <a:pt x="65" y="41"/>
                    <a:pt x="63" y="40"/>
                  </a:cubicBezTo>
                  <a:cubicBezTo>
                    <a:pt x="62" y="38"/>
                    <a:pt x="63" y="38"/>
                    <a:pt x="63" y="37"/>
                  </a:cubicBezTo>
                  <a:cubicBezTo>
                    <a:pt x="63" y="35"/>
                    <a:pt x="63" y="35"/>
                    <a:pt x="64" y="34"/>
                  </a:cubicBezTo>
                  <a:cubicBezTo>
                    <a:pt x="64" y="33"/>
                    <a:pt x="63" y="32"/>
                    <a:pt x="63" y="31"/>
                  </a:cubicBezTo>
                  <a:cubicBezTo>
                    <a:pt x="62" y="30"/>
                    <a:pt x="61" y="31"/>
                    <a:pt x="60" y="30"/>
                  </a:cubicBezTo>
                  <a:cubicBezTo>
                    <a:pt x="58" y="29"/>
                    <a:pt x="58" y="28"/>
                    <a:pt x="57" y="27"/>
                  </a:cubicBezTo>
                  <a:cubicBezTo>
                    <a:pt x="56" y="26"/>
                    <a:pt x="56" y="26"/>
                    <a:pt x="57" y="25"/>
                  </a:cubicBezTo>
                  <a:cubicBezTo>
                    <a:pt x="57" y="25"/>
                    <a:pt x="59" y="26"/>
                    <a:pt x="59" y="27"/>
                  </a:cubicBezTo>
                  <a:cubicBezTo>
                    <a:pt x="60" y="28"/>
                    <a:pt x="62" y="28"/>
                    <a:pt x="63" y="28"/>
                  </a:cubicBezTo>
                  <a:cubicBezTo>
                    <a:pt x="64" y="28"/>
                    <a:pt x="65" y="27"/>
                    <a:pt x="65" y="26"/>
                  </a:cubicBezTo>
                  <a:cubicBezTo>
                    <a:pt x="66" y="25"/>
                    <a:pt x="66" y="22"/>
                    <a:pt x="65" y="21"/>
                  </a:cubicBezTo>
                  <a:cubicBezTo>
                    <a:pt x="64" y="20"/>
                    <a:pt x="63" y="21"/>
                    <a:pt x="62" y="21"/>
                  </a:cubicBezTo>
                  <a:cubicBezTo>
                    <a:pt x="60" y="20"/>
                    <a:pt x="61" y="20"/>
                    <a:pt x="60" y="18"/>
                  </a:cubicBezTo>
                  <a:cubicBezTo>
                    <a:pt x="59" y="16"/>
                    <a:pt x="59" y="16"/>
                    <a:pt x="58" y="15"/>
                  </a:cubicBezTo>
                  <a:cubicBezTo>
                    <a:pt x="57" y="14"/>
                    <a:pt x="53" y="12"/>
                    <a:pt x="51" y="9"/>
                  </a:cubicBezTo>
                  <a:cubicBezTo>
                    <a:pt x="50" y="7"/>
                    <a:pt x="49" y="7"/>
                    <a:pt x="48" y="5"/>
                  </a:cubicBezTo>
                  <a:cubicBezTo>
                    <a:pt x="46" y="3"/>
                    <a:pt x="44" y="3"/>
                    <a:pt x="43" y="3"/>
                  </a:cubicBezTo>
                  <a:cubicBezTo>
                    <a:pt x="41" y="2"/>
                    <a:pt x="40" y="3"/>
                    <a:pt x="38" y="3"/>
                  </a:cubicBezTo>
                  <a:cubicBezTo>
                    <a:pt x="36" y="3"/>
                    <a:pt x="36" y="3"/>
                    <a:pt x="35" y="3"/>
                  </a:cubicBezTo>
                  <a:cubicBezTo>
                    <a:pt x="33" y="2"/>
                    <a:pt x="31" y="3"/>
                    <a:pt x="30" y="3"/>
                  </a:cubicBezTo>
                  <a:cubicBezTo>
                    <a:pt x="29" y="4"/>
                    <a:pt x="29" y="5"/>
                    <a:pt x="29" y="6"/>
                  </a:cubicBezTo>
                  <a:cubicBezTo>
                    <a:pt x="29" y="7"/>
                    <a:pt x="31" y="8"/>
                    <a:pt x="32" y="8"/>
                  </a:cubicBezTo>
                  <a:cubicBezTo>
                    <a:pt x="34" y="7"/>
                    <a:pt x="34" y="6"/>
                    <a:pt x="34" y="6"/>
                  </a:cubicBezTo>
                  <a:cubicBezTo>
                    <a:pt x="35" y="5"/>
                    <a:pt x="37" y="5"/>
                    <a:pt x="38" y="5"/>
                  </a:cubicBezTo>
                  <a:cubicBezTo>
                    <a:pt x="39" y="5"/>
                    <a:pt x="39" y="6"/>
                    <a:pt x="39" y="7"/>
                  </a:cubicBezTo>
                  <a:cubicBezTo>
                    <a:pt x="39" y="8"/>
                    <a:pt x="40" y="8"/>
                    <a:pt x="41" y="8"/>
                  </a:cubicBezTo>
                  <a:cubicBezTo>
                    <a:pt x="42" y="8"/>
                    <a:pt x="45" y="8"/>
                    <a:pt x="45" y="9"/>
                  </a:cubicBezTo>
                  <a:cubicBezTo>
                    <a:pt x="45" y="10"/>
                    <a:pt x="44" y="10"/>
                    <a:pt x="43" y="11"/>
                  </a:cubicBezTo>
                  <a:cubicBezTo>
                    <a:pt x="42" y="12"/>
                    <a:pt x="40" y="12"/>
                    <a:pt x="39" y="13"/>
                  </a:cubicBezTo>
                  <a:cubicBezTo>
                    <a:pt x="39" y="13"/>
                    <a:pt x="39" y="14"/>
                    <a:pt x="41" y="14"/>
                  </a:cubicBezTo>
                  <a:cubicBezTo>
                    <a:pt x="42" y="14"/>
                    <a:pt x="44" y="14"/>
                    <a:pt x="44" y="14"/>
                  </a:cubicBezTo>
                  <a:cubicBezTo>
                    <a:pt x="45" y="15"/>
                    <a:pt x="45" y="16"/>
                    <a:pt x="45" y="17"/>
                  </a:cubicBezTo>
                  <a:cubicBezTo>
                    <a:pt x="44" y="18"/>
                    <a:pt x="44" y="18"/>
                    <a:pt x="44" y="19"/>
                  </a:cubicBezTo>
                  <a:cubicBezTo>
                    <a:pt x="44" y="20"/>
                    <a:pt x="44" y="21"/>
                    <a:pt x="45" y="22"/>
                  </a:cubicBezTo>
                  <a:cubicBezTo>
                    <a:pt x="45" y="24"/>
                    <a:pt x="43" y="24"/>
                    <a:pt x="43" y="24"/>
                  </a:cubicBezTo>
                  <a:cubicBezTo>
                    <a:pt x="42" y="23"/>
                    <a:pt x="42" y="22"/>
                    <a:pt x="41" y="22"/>
                  </a:cubicBezTo>
                  <a:cubicBezTo>
                    <a:pt x="40" y="22"/>
                    <a:pt x="40" y="23"/>
                    <a:pt x="40" y="24"/>
                  </a:cubicBezTo>
                  <a:cubicBezTo>
                    <a:pt x="39" y="25"/>
                    <a:pt x="39" y="24"/>
                    <a:pt x="38" y="24"/>
                  </a:cubicBezTo>
                  <a:cubicBezTo>
                    <a:pt x="38" y="23"/>
                    <a:pt x="38" y="22"/>
                    <a:pt x="39" y="21"/>
                  </a:cubicBezTo>
                  <a:cubicBezTo>
                    <a:pt x="39" y="20"/>
                    <a:pt x="39" y="19"/>
                    <a:pt x="39" y="18"/>
                  </a:cubicBezTo>
                  <a:cubicBezTo>
                    <a:pt x="38" y="18"/>
                    <a:pt x="38" y="19"/>
                    <a:pt x="37" y="19"/>
                  </a:cubicBezTo>
                  <a:cubicBezTo>
                    <a:pt x="36" y="20"/>
                    <a:pt x="35" y="21"/>
                    <a:pt x="34" y="21"/>
                  </a:cubicBezTo>
                  <a:cubicBezTo>
                    <a:pt x="33" y="21"/>
                    <a:pt x="32" y="20"/>
                    <a:pt x="32" y="19"/>
                  </a:cubicBezTo>
                  <a:cubicBezTo>
                    <a:pt x="31" y="17"/>
                    <a:pt x="31" y="17"/>
                    <a:pt x="30" y="16"/>
                  </a:cubicBezTo>
                  <a:cubicBezTo>
                    <a:pt x="29" y="14"/>
                    <a:pt x="27" y="14"/>
                    <a:pt x="26" y="14"/>
                  </a:cubicBezTo>
                  <a:cubicBezTo>
                    <a:pt x="24" y="14"/>
                    <a:pt x="23" y="15"/>
                    <a:pt x="23" y="16"/>
                  </a:cubicBezTo>
                  <a:cubicBezTo>
                    <a:pt x="22" y="17"/>
                    <a:pt x="23" y="17"/>
                    <a:pt x="23" y="17"/>
                  </a:cubicBezTo>
                  <a:cubicBezTo>
                    <a:pt x="24" y="18"/>
                    <a:pt x="24" y="18"/>
                    <a:pt x="23" y="19"/>
                  </a:cubicBezTo>
                  <a:cubicBezTo>
                    <a:pt x="23" y="19"/>
                    <a:pt x="22" y="19"/>
                    <a:pt x="21" y="18"/>
                  </a:cubicBezTo>
                  <a:cubicBezTo>
                    <a:pt x="20" y="18"/>
                    <a:pt x="19" y="17"/>
                    <a:pt x="18" y="17"/>
                  </a:cubicBezTo>
                  <a:cubicBezTo>
                    <a:pt x="17" y="17"/>
                    <a:pt x="18" y="18"/>
                    <a:pt x="18" y="19"/>
                  </a:cubicBezTo>
                  <a:cubicBezTo>
                    <a:pt x="19" y="21"/>
                    <a:pt x="21" y="22"/>
                    <a:pt x="22" y="23"/>
                  </a:cubicBezTo>
                  <a:cubicBezTo>
                    <a:pt x="24" y="23"/>
                    <a:pt x="24" y="23"/>
                    <a:pt x="26" y="24"/>
                  </a:cubicBezTo>
                  <a:cubicBezTo>
                    <a:pt x="28" y="25"/>
                    <a:pt x="27" y="26"/>
                    <a:pt x="27" y="26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21" y="27"/>
                    <a:pt x="22" y="28"/>
                    <a:pt x="21" y="29"/>
                  </a:cubicBezTo>
                  <a:cubicBezTo>
                    <a:pt x="21" y="30"/>
                    <a:pt x="20" y="31"/>
                    <a:pt x="19" y="31"/>
                  </a:cubicBezTo>
                  <a:cubicBezTo>
                    <a:pt x="17" y="30"/>
                    <a:pt x="17" y="30"/>
                    <a:pt x="16" y="29"/>
                  </a:cubicBezTo>
                  <a:cubicBezTo>
                    <a:pt x="15" y="29"/>
                    <a:pt x="14" y="28"/>
                    <a:pt x="13" y="27"/>
                  </a:cubicBezTo>
                  <a:cubicBezTo>
                    <a:pt x="12" y="26"/>
                    <a:pt x="11" y="27"/>
                    <a:pt x="10" y="27"/>
                  </a:cubicBezTo>
                  <a:cubicBezTo>
                    <a:pt x="10" y="28"/>
                    <a:pt x="11" y="29"/>
                    <a:pt x="12" y="29"/>
                  </a:cubicBezTo>
                  <a:cubicBezTo>
                    <a:pt x="14" y="30"/>
                    <a:pt x="15" y="30"/>
                    <a:pt x="15" y="31"/>
                  </a:cubicBezTo>
                  <a:cubicBezTo>
                    <a:pt x="15" y="32"/>
                    <a:pt x="14" y="32"/>
                    <a:pt x="14" y="32"/>
                  </a:cubicBezTo>
                  <a:cubicBezTo>
                    <a:pt x="13" y="33"/>
                    <a:pt x="14" y="33"/>
                    <a:pt x="14" y="34"/>
                  </a:cubicBezTo>
                  <a:cubicBezTo>
                    <a:pt x="14" y="35"/>
                    <a:pt x="12" y="34"/>
                    <a:pt x="11" y="34"/>
                  </a:cubicBezTo>
                  <a:cubicBezTo>
                    <a:pt x="10" y="34"/>
                    <a:pt x="10" y="33"/>
                    <a:pt x="8" y="32"/>
                  </a:cubicBezTo>
                  <a:cubicBezTo>
                    <a:pt x="6" y="31"/>
                    <a:pt x="5" y="31"/>
                    <a:pt x="4" y="32"/>
                  </a:cubicBezTo>
                  <a:cubicBezTo>
                    <a:pt x="2" y="33"/>
                    <a:pt x="1" y="33"/>
                    <a:pt x="1" y="33"/>
                  </a:cubicBezTo>
                  <a:cubicBezTo>
                    <a:pt x="0" y="34"/>
                    <a:pt x="1" y="35"/>
                    <a:pt x="2" y="35"/>
                  </a:cubicBezTo>
                  <a:cubicBezTo>
                    <a:pt x="3" y="35"/>
                    <a:pt x="4" y="35"/>
                    <a:pt x="7" y="36"/>
                  </a:cubicBezTo>
                  <a:cubicBezTo>
                    <a:pt x="9" y="37"/>
                    <a:pt x="10" y="38"/>
                    <a:pt x="13" y="37"/>
                  </a:cubicBezTo>
                  <a:cubicBezTo>
                    <a:pt x="16" y="37"/>
                    <a:pt x="16" y="36"/>
                    <a:pt x="20" y="35"/>
                  </a:cubicBezTo>
                  <a:cubicBezTo>
                    <a:pt x="24" y="34"/>
                    <a:pt x="23" y="34"/>
                    <a:pt x="25" y="34"/>
                  </a:cubicBezTo>
                  <a:cubicBezTo>
                    <a:pt x="27" y="34"/>
                    <a:pt x="28" y="33"/>
                    <a:pt x="31" y="32"/>
                  </a:cubicBezTo>
                  <a:cubicBezTo>
                    <a:pt x="33" y="31"/>
                    <a:pt x="34" y="31"/>
                    <a:pt x="36" y="32"/>
                  </a:cubicBezTo>
                  <a:cubicBezTo>
                    <a:pt x="38" y="32"/>
                    <a:pt x="39" y="32"/>
                    <a:pt x="42" y="33"/>
                  </a:cubicBezTo>
                  <a:cubicBezTo>
                    <a:pt x="44" y="34"/>
                    <a:pt x="45" y="33"/>
                    <a:pt x="47" y="34"/>
                  </a:cubicBezTo>
                  <a:cubicBezTo>
                    <a:pt x="49" y="35"/>
                    <a:pt x="50" y="35"/>
                    <a:pt x="52" y="35"/>
                  </a:cubicBezTo>
                  <a:cubicBezTo>
                    <a:pt x="55" y="35"/>
                    <a:pt x="56" y="36"/>
                    <a:pt x="57" y="37"/>
                  </a:cubicBezTo>
                  <a:cubicBezTo>
                    <a:pt x="57" y="38"/>
                    <a:pt x="54" y="39"/>
                    <a:pt x="53" y="40"/>
                  </a:cubicBezTo>
                  <a:cubicBezTo>
                    <a:pt x="52" y="41"/>
                    <a:pt x="50" y="42"/>
                    <a:pt x="48" y="42"/>
                  </a:cubicBezTo>
                  <a:cubicBezTo>
                    <a:pt x="46" y="43"/>
                    <a:pt x="45" y="43"/>
                    <a:pt x="43" y="45"/>
                  </a:cubicBezTo>
                  <a:cubicBezTo>
                    <a:pt x="41" y="46"/>
                    <a:pt x="44" y="46"/>
                    <a:pt x="46" y="46"/>
                  </a:cubicBezTo>
                  <a:cubicBezTo>
                    <a:pt x="48" y="46"/>
                    <a:pt x="49" y="46"/>
                    <a:pt x="49" y="46"/>
                  </a:cubicBezTo>
                  <a:cubicBezTo>
                    <a:pt x="50" y="47"/>
                    <a:pt x="52" y="47"/>
                    <a:pt x="54" y="47"/>
                  </a:cubicBezTo>
                  <a:cubicBezTo>
                    <a:pt x="56" y="46"/>
                    <a:pt x="56" y="45"/>
                    <a:pt x="57" y="45"/>
                  </a:cubicBezTo>
                  <a:cubicBezTo>
                    <a:pt x="58" y="46"/>
                    <a:pt x="57" y="48"/>
                    <a:pt x="56" y="49"/>
                  </a:cubicBezTo>
                  <a:cubicBezTo>
                    <a:pt x="55" y="51"/>
                    <a:pt x="54" y="50"/>
                    <a:pt x="53" y="51"/>
                  </a:cubicBezTo>
                  <a:cubicBezTo>
                    <a:pt x="53" y="51"/>
                    <a:pt x="52" y="53"/>
                    <a:pt x="50" y="53"/>
                  </a:cubicBezTo>
                  <a:cubicBezTo>
                    <a:pt x="48" y="52"/>
                    <a:pt x="47" y="52"/>
                    <a:pt x="45" y="51"/>
                  </a:cubicBezTo>
                  <a:cubicBezTo>
                    <a:pt x="43" y="51"/>
                    <a:pt x="42" y="52"/>
                    <a:pt x="40" y="52"/>
                  </a:cubicBezTo>
                  <a:cubicBezTo>
                    <a:pt x="38" y="53"/>
                    <a:pt x="38" y="53"/>
                    <a:pt x="37" y="52"/>
                  </a:cubicBezTo>
                  <a:cubicBezTo>
                    <a:pt x="37" y="51"/>
                    <a:pt x="37" y="51"/>
                    <a:pt x="35" y="51"/>
                  </a:cubicBezTo>
                  <a:cubicBezTo>
                    <a:pt x="34" y="51"/>
                    <a:pt x="33" y="52"/>
                    <a:pt x="32" y="52"/>
                  </a:cubicBezTo>
                  <a:cubicBezTo>
                    <a:pt x="32" y="53"/>
                    <a:pt x="30" y="54"/>
                    <a:pt x="29" y="54"/>
                  </a:cubicBezTo>
                  <a:cubicBezTo>
                    <a:pt x="28" y="54"/>
                    <a:pt x="28" y="54"/>
                    <a:pt x="27" y="53"/>
                  </a:cubicBezTo>
                  <a:cubicBezTo>
                    <a:pt x="26" y="53"/>
                    <a:pt x="26" y="54"/>
                    <a:pt x="25" y="54"/>
                  </a:cubicBezTo>
                  <a:cubicBezTo>
                    <a:pt x="24" y="55"/>
                    <a:pt x="23" y="55"/>
                    <a:pt x="21" y="55"/>
                  </a:cubicBezTo>
                  <a:cubicBezTo>
                    <a:pt x="20" y="56"/>
                    <a:pt x="18" y="56"/>
                    <a:pt x="16" y="55"/>
                  </a:cubicBezTo>
                  <a:cubicBezTo>
                    <a:pt x="14" y="55"/>
                    <a:pt x="11" y="55"/>
                    <a:pt x="11" y="56"/>
                  </a:cubicBezTo>
                  <a:cubicBezTo>
                    <a:pt x="12" y="58"/>
                    <a:pt x="12" y="58"/>
                    <a:pt x="13" y="59"/>
                  </a:cubicBezTo>
                  <a:cubicBezTo>
                    <a:pt x="15" y="61"/>
                    <a:pt x="16" y="61"/>
                    <a:pt x="18" y="60"/>
                  </a:cubicBezTo>
                  <a:cubicBezTo>
                    <a:pt x="21" y="60"/>
                    <a:pt x="26" y="61"/>
                    <a:pt x="27" y="61"/>
                  </a:cubicBezTo>
                  <a:cubicBezTo>
                    <a:pt x="29" y="61"/>
                    <a:pt x="32" y="61"/>
                    <a:pt x="33" y="60"/>
                  </a:cubicBezTo>
                  <a:cubicBezTo>
                    <a:pt x="35" y="58"/>
                    <a:pt x="37" y="59"/>
                    <a:pt x="40" y="59"/>
                  </a:cubicBezTo>
                  <a:cubicBezTo>
                    <a:pt x="42" y="58"/>
                    <a:pt x="46" y="59"/>
                    <a:pt x="47" y="59"/>
                  </a:cubicBezTo>
                  <a:cubicBezTo>
                    <a:pt x="49" y="60"/>
                    <a:pt x="48" y="61"/>
                    <a:pt x="47" y="62"/>
                  </a:cubicBezTo>
                  <a:cubicBezTo>
                    <a:pt x="46" y="62"/>
                    <a:pt x="46" y="63"/>
                    <a:pt x="46" y="64"/>
                  </a:cubicBezTo>
                  <a:cubicBezTo>
                    <a:pt x="46" y="66"/>
                    <a:pt x="47" y="68"/>
                    <a:pt x="48" y="69"/>
                  </a:cubicBezTo>
                  <a:cubicBezTo>
                    <a:pt x="50" y="70"/>
                    <a:pt x="50" y="69"/>
                    <a:pt x="51" y="67"/>
                  </a:cubicBezTo>
                  <a:cubicBezTo>
                    <a:pt x="52" y="66"/>
                    <a:pt x="54" y="66"/>
                    <a:pt x="56" y="65"/>
                  </a:cubicBezTo>
                  <a:cubicBezTo>
                    <a:pt x="57" y="64"/>
                    <a:pt x="59" y="63"/>
                    <a:pt x="61" y="63"/>
                  </a:cubicBezTo>
                  <a:cubicBezTo>
                    <a:pt x="62" y="63"/>
                    <a:pt x="61" y="64"/>
                    <a:pt x="61" y="65"/>
                  </a:cubicBezTo>
                  <a:cubicBezTo>
                    <a:pt x="60" y="65"/>
                    <a:pt x="58" y="67"/>
                    <a:pt x="56" y="67"/>
                  </a:cubicBezTo>
                  <a:cubicBezTo>
                    <a:pt x="54" y="68"/>
                    <a:pt x="54" y="68"/>
                    <a:pt x="53" y="69"/>
                  </a:cubicBezTo>
                  <a:cubicBezTo>
                    <a:pt x="53" y="70"/>
                    <a:pt x="52" y="71"/>
                    <a:pt x="51" y="72"/>
                  </a:cubicBezTo>
                  <a:cubicBezTo>
                    <a:pt x="50" y="74"/>
                    <a:pt x="53" y="73"/>
                    <a:pt x="56" y="73"/>
                  </a:cubicBezTo>
                  <a:cubicBezTo>
                    <a:pt x="58" y="73"/>
                    <a:pt x="60" y="73"/>
                    <a:pt x="62" y="71"/>
                  </a:cubicBezTo>
                  <a:cubicBezTo>
                    <a:pt x="64" y="70"/>
                    <a:pt x="65" y="72"/>
                    <a:pt x="66" y="73"/>
                  </a:cubicBezTo>
                  <a:cubicBezTo>
                    <a:pt x="66" y="74"/>
                    <a:pt x="64" y="74"/>
                    <a:pt x="63" y="75"/>
                  </a:cubicBezTo>
                  <a:cubicBezTo>
                    <a:pt x="61" y="76"/>
                    <a:pt x="59" y="75"/>
                    <a:pt x="57" y="75"/>
                  </a:cubicBezTo>
                  <a:cubicBezTo>
                    <a:pt x="55" y="76"/>
                    <a:pt x="56" y="76"/>
                    <a:pt x="56" y="77"/>
                  </a:cubicBezTo>
                  <a:cubicBezTo>
                    <a:pt x="56" y="78"/>
                    <a:pt x="57" y="78"/>
                    <a:pt x="58" y="80"/>
                  </a:cubicBezTo>
                  <a:cubicBezTo>
                    <a:pt x="58" y="82"/>
                    <a:pt x="56" y="81"/>
                    <a:pt x="54" y="82"/>
                  </a:cubicBezTo>
                  <a:cubicBezTo>
                    <a:pt x="53" y="82"/>
                    <a:pt x="52" y="82"/>
                    <a:pt x="50" y="82"/>
                  </a:cubicBezTo>
                  <a:cubicBezTo>
                    <a:pt x="47" y="83"/>
                    <a:pt x="48" y="83"/>
                    <a:pt x="46" y="84"/>
                  </a:cubicBezTo>
                  <a:cubicBezTo>
                    <a:pt x="43" y="85"/>
                    <a:pt x="42" y="85"/>
                    <a:pt x="40" y="84"/>
                  </a:cubicBezTo>
                  <a:cubicBezTo>
                    <a:pt x="39" y="84"/>
                    <a:pt x="38" y="84"/>
                    <a:pt x="38" y="86"/>
                  </a:cubicBezTo>
                  <a:cubicBezTo>
                    <a:pt x="38" y="87"/>
                    <a:pt x="36" y="89"/>
                    <a:pt x="42" y="90"/>
                  </a:cubicBezTo>
                  <a:cubicBezTo>
                    <a:pt x="48" y="90"/>
                    <a:pt x="50" y="90"/>
                    <a:pt x="53" y="89"/>
                  </a:cubicBezTo>
                  <a:cubicBezTo>
                    <a:pt x="56" y="89"/>
                    <a:pt x="57" y="88"/>
                    <a:pt x="62" y="88"/>
                  </a:cubicBezTo>
                  <a:cubicBezTo>
                    <a:pt x="68" y="87"/>
                    <a:pt x="66" y="89"/>
                    <a:pt x="70" y="89"/>
                  </a:cubicBezTo>
                  <a:cubicBezTo>
                    <a:pt x="73" y="89"/>
                    <a:pt x="75" y="88"/>
                    <a:pt x="77" y="88"/>
                  </a:cubicBezTo>
                  <a:cubicBezTo>
                    <a:pt x="79" y="88"/>
                    <a:pt x="79" y="88"/>
                    <a:pt x="79" y="89"/>
                  </a:cubicBezTo>
                  <a:cubicBezTo>
                    <a:pt x="79" y="90"/>
                    <a:pt x="78" y="90"/>
                    <a:pt x="78" y="91"/>
                  </a:cubicBezTo>
                  <a:cubicBezTo>
                    <a:pt x="77" y="91"/>
                    <a:pt x="78" y="92"/>
                    <a:pt x="78" y="92"/>
                  </a:cubicBezTo>
                  <a:cubicBezTo>
                    <a:pt x="79" y="92"/>
                    <a:pt x="80" y="92"/>
                    <a:pt x="82" y="90"/>
                  </a:cubicBezTo>
                  <a:cubicBezTo>
                    <a:pt x="84" y="89"/>
                    <a:pt x="84" y="90"/>
                    <a:pt x="84" y="91"/>
                  </a:cubicBezTo>
                  <a:cubicBezTo>
                    <a:pt x="85" y="92"/>
                    <a:pt x="84" y="92"/>
                    <a:pt x="83" y="93"/>
                  </a:cubicBezTo>
                  <a:cubicBezTo>
                    <a:pt x="83" y="93"/>
                    <a:pt x="82" y="94"/>
                    <a:pt x="84" y="96"/>
                  </a:cubicBezTo>
                  <a:cubicBezTo>
                    <a:pt x="86" y="97"/>
                    <a:pt x="88" y="99"/>
                    <a:pt x="92" y="100"/>
                  </a:cubicBezTo>
                  <a:cubicBezTo>
                    <a:pt x="97" y="102"/>
                    <a:pt x="98" y="100"/>
                    <a:pt x="101" y="101"/>
                  </a:cubicBezTo>
                  <a:cubicBezTo>
                    <a:pt x="103" y="101"/>
                    <a:pt x="105" y="101"/>
                    <a:pt x="113" y="103"/>
                  </a:cubicBezTo>
                  <a:cubicBezTo>
                    <a:pt x="120" y="105"/>
                    <a:pt x="122" y="103"/>
                    <a:pt x="124" y="103"/>
                  </a:cubicBezTo>
                  <a:cubicBezTo>
                    <a:pt x="125" y="103"/>
                    <a:pt x="127" y="103"/>
                    <a:pt x="127" y="102"/>
                  </a:cubicBezTo>
                  <a:cubicBezTo>
                    <a:pt x="127" y="101"/>
                    <a:pt x="126" y="99"/>
                    <a:pt x="128" y="99"/>
                  </a:cubicBezTo>
                  <a:cubicBezTo>
                    <a:pt x="130" y="99"/>
                    <a:pt x="130" y="100"/>
                    <a:pt x="131" y="100"/>
                  </a:cubicBezTo>
                  <a:cubicBezTo>
                    <a:pt x="132" y="100"/>
                    <a:pt x="133" y="99"/>
                    <a:pt x="134" y="97"/>
                  </a:cubicBezTo>
                  <a:cubicBezTo>
                    <a:pt x="135" y="95"/>
                    <a:pt x="135" y="94"/>
                    <a:pt x="137" y="93"/>
                  </a:cubicBezTo>
                  <a:cubicBezTo>
                    <a:pt x="138" y="92"/>
                    <a:pt x="140" y="93"/>
                    <a:pt x="142" y="93"/>
                  </a:cubicBezTo>
                  <a:cubicBezTo>
                    <a:pt x="144" y="93"/>
                    <a:pt x="145" y="92"/>
                    <a:pt x="148" y="91"/>
                  </a:cubicBezTo>
                  <a:cubicBezTo>
                    <a:pt x="151" y="91"/>
                    <a:pt x="156" y="90"/>
                    <a:pt x="160" y="9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4" name="Freeform 375">
              <a:extLst>
                <a:ext uri="{FF2B5EF4-FFF2-40B4-BE49-F238E27FC236}">
                  <a16:creationId xmlns:a16="http://schemas.microsoft.com/office/drawing/2014/main" id="{FA22BDE0-8DB4-1899-6561-439A1BD5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817" y="3208077"/>
              <a:ext cx="8462" cy="8462"/>
            </a:xfrm>
            <a:custGeom>
              <a:avLst/>
              <a:gdLst>
                <a:gd name="T0" fmla="*/ 4 w 8"/>
                <a:gd name="T1" fmla="*/ 3 h 8"/>
                <a:gd name="T2" fmla="*/ 2 w 8"/>
                <a:gd name="T3" fmla="*/ 7 h 8"/>
                <a:gd name="T4" fmla="*/ 6 w 8"/>
                <a:gd name="T5" fmla="*/ 6 h 8"/>
                <a:gd name="T6" fmla="*/ 4 w 8"/>
                <a:gd name="T7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cubicBezTo>
                    <a:pt x="2" y="5"/>
                    <a:pt x="0" y="5"/>
                    <a:pt x="2" y="7"/>
                  </a:cubicBezTo>
                  <a:cubicBezTo>
                    <a:pt x="3" y="8"/>
                    <a:pt x="4" y="7"/>
                    <a:pt x="6" y="6"/>
                  </a:cubicBezTo>
                  <a:cubicBezTo>
                    <a:pt x="7" y="5"/>
                    <a:pt x="8" y="0"/>
                    <a:pt x="4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5" name="Freeform 376">
              <a:extLst>
                <a:ext uri="{FF2B5EF4-FFF2-40B4-BE49-F238E27FC236}">
                  <a16:creationId xmlns:a16="http://schemas.microsoft.com/office/drawing/2014/main" id="{37C0E354-1876-74B3-215D-315743739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765" y="2755343"/>
              <a:ext cx="162195" cy="119883"/>
            </a:xfrm>
            <a:custGeom>
              <a:avLst/>
              <a:gdLst>
                <a:gd name="T0" fmla="*/ 45 w 147"/>
                <a:gd name="T1" fmla="*/ 62 h 112"/>
                <a:gd name="T2" fmla="*/ 55 w 147"/>
                <a:gd name="T3" fmla="*/ 57 h 112"/>
                <a:gd name="T4" fmla="*/ 74 w 147"/>
                <a:gd name="T5" fmla="*/ 56 h 112"/>
                <a:gd name="T6" fmla="*/ 75 w 147"/>
                <a:gd name="T7" fmla="*/ 56 h 112"/>
                <a:gd name="T8" fmla="*/ 80 w 147"/>
                <a:gd name="T9" fmla="*/ 63 h 112"/>
                <a:gd name="T10" fmla="*/ 87 w 147"/>
                <a:gd name="T11" fmla="*/ 74 h 112"/>
                <a:gd name="T12" fmla="*/ 96 w 147"/>
                <a:gd name="T13" fmla="*/ 87 h 112"/>
                <a:gd name="T14" fmla="*/ 109 w 147"/>
                <a:gd name="T15" fmla="*/ 87 h 112"/>
                <a:gd name="T16" fmla="*/ 112 w 147"/>
                <a:gd name="T17" fmla="*/ 94 h 112"/>
                <a:gd name="T18" fmla="*/ 113 w 147"/>
                <a:gd name="T19" fmla="*/ 109 h 112"/>
                <a:gd name="T20" fmla="*/ 118 w 147"/>
                <a:gd name="T21" fmla="*/ 112 h 112"/>
                <a:gd name="T22" fmla="*/ 122 w 147"/>
                <a:gd name="T23" fmla="*/ 111 h 112"/>
                <a:gd name="T24" fmla="*/ 133 w 147"/>
                <a:gd name="T25" fmla="*/ 105 h 112"/>
                <a:gd name="T26" fmla="*/ 136 w 147"/>
                <a:gd name="T27" fmla="*/ 104 h 112"/>
                <a:gd name="T28" fmla="*/ 137 w 147"/>
                <a:gd name="T29" fmla="*/ 104 h 112"/>
                <a:gd name="T30" fmla="*/ 135 w 147"/>
                <a:gd name="T31" fmla="*/ 91 h 112"/>
                <a:gd name="T32" fmla="*/ 137 w 147"/>
                <a:gd name="T33" fmla="*/ 87 h 112"/>
                <a:gd name="T34" fmla="*/ 144 w 147"/>
                <a:gd name="T35" fmla="*/ 87 h 112"/>
                <a:gd name="T36" fmla="*/ 145 w 147"/>
                <a:gd name="T37" fmla="*/ 84 h 112"/>
                <a:gd name="T38" fmla="*/ 143 w 147"/>
                <a:gd name="T39" fmla="*/ 79 h 112"/>
                <a:gd name="T40" fmla="*/ 144 w 147"/>
                <a:gd name="T41" fmla="*/ 70 h 112"/>
                <a:gd name="T42" fmla="*/ 138 w 147"/>
                <a:gd name="T43" fmla="*/ 63 h 112"/>
                <a:gd name="T44" fmla="*/ 140 w 147"/>
                <a:gd name="T45" fmla="*/ 51 h 112"/>
                <a:gd name="T46" fmla="*/ 135 w 147"/>
                <a:gd name="T47" fmla="*/ 38 h 112"/>
                <a:gd name="T48" fmla="*/ 128 w 147"/>
                <a:gd name="T49" fmla="*/ 34 h 112"/>
                <a:gd name="T50" fmla="*/ 129 w 147"/>
                <a:gd name="T51" fmla="*/ 25 h 112"/>
                <a:gd name="T52" fmla="*/ 122 w 147"/>
                <a:gd name="T53" fmla="*/ 11 h 112"/>
                <a:gd name="T54" fmla="*/ 116 w 147"/>
                <a:gd name="T55" fmla="*/ 6 h 112"/>
                <a:gd name="T56" fmla="*/ 110 w 147"/>
                <a:gd name="T57" fmla="*/ 12 h 112"/>
                <a:gd name="T58" fmla="*/ 98 w 147"/>
                <a:gd name="T59" fmla="*/ 12 h 112"/>
                <a:gd name="T60" fmla="*/ 82 w 147"/>
                <a:gd name="T61" fmla="*/ 13 h 112"/>
                <a:gd name="T62" fmla="*/ 76 w 147"/>
                <a:gd name="T63" fmla="*/ 15 h 112"/>
                <a:gd name="T64" fmla="*/ 69 w 147"/>
                <a:gd name="T65" fmla="*/ 7 h 112"/>
                <a:gd name="T66" fmla="*/ 37 w 147"/>
                <a:gd name="T67" fmla="*/ 2 h 112"/>
                <a:gd name="T68" fmla="*/ 22 w 147"/>
                <a:gd name="T69" fmla="*/ 10 h 112"/>
                <a:gd name="T70" fmla="*/ 24 w 147"/>
                <a:gd name="T71" fmla="*/ 17 h 112"/>
                <a:gd name="T72" fmla="*/ 13 w 147"/>
                <a:gd name="T73" fmla="*/ 22 h 112"/>
                <a:gd name="T74" fmla="*/ 5 w 147"/>
                <a:gd name="T75" fmla="*/ 27 h 112"/>
                <a:gd name="T76" fmla="*/ 2 w 147"/>
                <a:gd name="T77" fmla="*/ 31 h 112"/>
                <a:gd name="T78" fmla="*/ 4 w 147"/>
                <a:gd name="T79" fmla="*/ 37 h 112"/>
                <a:gd name="T80" fmla="*/ 8 w 147"/>
                <a:gd name="T81" fmla="*/ 46 h 112"/>
                <a:gd name="T82" fmla="*/ 17 w 147"/>
                <a:gd name="T83" fmla="*/ 52 h 112"/>
                <a:gd name="T84" fmla="*/ 26 w 147"/>
                <a:gd name="T85" fmla="*/ 57 h 112"/>
                <a:gd name="T86" fmla="*/ 30 w 147"/>
                <a:gd name="T87" fmla="*/ 66 h 112"/>
                <a:gd name="T88" fmla="*/ 36 w 147"/>
                <a:gd name="T89" fmla="*/ 74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7" h="112">
                  <a:moveTo>
                    <a:pt x="39" y="71"/>
                  </a:moveTo>
                  <a:cubicBezTo>
                    <a:pt x="40" y="69"/>
                    <a:pt x="41" y="67"/>
                    <a:pt x="42" y="65"/>
                  </a:cubicBezTo>
                  <a:cubicBezTo>
                    <a:pt x="43" y="64"/>
                    <a:pt x="44" y="63"/>
                    <a:pt x="45" y="62"/>
                  </a:cubicBezTo>
                  <a:cubicBezTo>
                    <a:pt x="45" y="61"/>
                    <a:pt x="46" y="61"/>
                    <a:pt x="46" y="60"/>
                  </a:cubicBezTo>
                  <a:cubicBezTo>
                    <a:pt x="48" y="58"/>
                    <a:pt x="49" y="57"/>
                    <a:pt x="52" y="57"/>
                  </a:cubicBezTo>
                  <a:cubicBezTo>
                    <a:pt x="54" y="57"/>
                    <a:pt x="54" y="57"/>
                    <a:pt x="55" y="57"/>
                  </a:cubicBezTo>
                  <a:cubicBezTo>
                    <a:pt x="57" y="57"/>
                    <a:pt x="59" y="57"/>
                    <a:pt x="64" y="56"/>
                  </a:cubicBezTo>
                  <a:cubicBezTo>
                    <a:pt x="66" y="56"/>
                    <a:pt x="67" y="55"/>
                    <a:pt x="68" y="55"/>
                  </a:cubicBezTo>
                  <a:cubicBezTo>
                    <a:pt x="71" y="54"/>
                    <a:pt x="71" y="54"/>
                    <a:pt x="74" y="56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6" y="57"/>
                    <a:pt x="77" y="57"/>
                    <a:pt x="78" y="58"/>
                  </a:cubicBezTo>
                  <a:cubicBezTo>
                    <a:pt x="78" y="58"/>
                    <a:pt x="78" y="59"/>
                    <a:pt x="79" y="60"/>
                  </a:cubicBezTo>
                  <a:cubicBezTo>
                    <a:pt x="79" y="61"/>
                    <a:pt x="79" y="62"/>
                    <a:pt x="80" y="63"/>
                  </a:cubicBezTo>
                  <a:cubicBezTo>
                    <a:pt x="82" y="68"/>
                    <a:pt x="83" y="69"/>
                    <a:pt x="84" y="70"/>
                  </a:cubicBezTo>
                  <a:cubicBezTo>
                    <a:pt x="85" y="71"/>
                    <a:pt x="85" y="71"/>
                    <a:pt x="86" y="73"/>
                  </a:cubicBezTo>
                  <a:cubicBezTo>
                    <a:pt x="87" y="73"/>
                    <a:pt x="87" y="74"/>
                    <a:pt x="87" y="74"/>
                  </a:cubicBezTo>
                  <a:cubicBezTo>
                    <a:pt x="90" y="77"/>
                    <a:pt x="90" y="78"/>
                    <a:pt x="90" y="83"/>
                  </a:cubicBezTo>
                  <a:cubicBezTo>
                    <a:pt x="90" y="85"/>
                    <a:pt x="90" y="86"/>
                    <a:pt x="90" y="87"/>
                  </a:cubicBezTo>
                  <a:cubicBezTo>
                    <a:pt x="92" y="87"/>
                    <a:pt x="94" y="87"/>
                    <a:pt x="96" y="87"/>
                  </a:cubicBezTo>
                  <a:cubicBezTo>
                    <a:pt x="98" y="87"/>
                    <a:pt x="99" y="87"/>
                    <a:pt x="101" y="86"/>
                  </a:cubicBezTo>
                  <a:cubicBezTo>
                    <a:pt x="101" y="86"/>
                    <a:pt x="102" y="85"/>
                    <a:pt x="103" y="85"/>
                  </a:cubicBezTo>
                  <a:cubicBezTo>
                    <a:pt x="107" y="83"/>
                    <a:pt x="107" y="84"/>
                    <a:pt x="109" y="87"/>
                  </a:cubicBezTo>
                  <a:cubicBezTo>
                    <a:pt x="109" y="87"/>
                    <a:pt x="109" y="87"/>
                    <a:pt x="109" y="87"/>
                  </a:cubicBezTo>
                  <a:cubicBezTo>
                    <a:pt x="109" y="87"/>
                    <a:pt x="109" y="88"/>
                    <a:pt x="109" y="88"/>
                  </a:cubicBezTo>
                  <a:cubicBezTo>
                    <a:pt x="110" y="90"/>
                    <a:pt x="111" y="92"/>
                    <a:pt x="112" y="94"/>
                  </a:cubicBezTo>
                  <a:cubicBezTo>
                    <a:pt x="112" y="96"/>
                    <a:pt x="113" y="98"/>
                    <a:pt x="113" y="100"/>
                  </a:cubicBezTo>
                  <a:cubicBezTo>
                    <a:pt x="113" y="101"/>
                    <a:pt x="113" y="102"/>
                    <a:pt x="112" y="104"/>
                  </a:cubicBezTo>
                  <a:cubicBezTo>
                    <a:pt x="112" y="106"/>
                    <a:pt x="112" y="108"/>
                    <a:pt x="113" y="109"/>
                  </a:cubicBezTo>
                  <a:cubicBezTo>
                    <a:pt x="114" y="109"/>
                    <a:pt x="115" y="110"/>
                    <a:pt x="115" y="110"/>
                  </a:cubicBezTo>
                  <a:cubicBezTo>
                    <a:pt x="117" y="110"/>
                    <a:pt x="117" y="110"/>
                    <a:pt x="118" y="112"/>
                  </a:cubicBezTo>
                  <a:cubicBezTo>
                    <a:pt x="118" y="112"/>
                    <a:pt x="118" y="112"/>
                    <a:pt x="118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20" y="112"/>
                  </a:cubicBezTo>
                  <a:cubicBezTo>
                    <a:pt x="120" y="112"/>
                    <a:pt x="121" y="112"/>
                    <a:pt x="122" y="111"/>
                  </a:cubicBezTo>
                  <a:cubicBezTo>
                    <a:pt x="122" y="111"/>
                    <a:pt x="123" y="110"/>
                    <a:pt x="124" y="109"/>
                  </a:cubicBezTo>
                  <a:cubicBezTo>
                    <a:pt x="126" y="107"/>
                    <a:pt x="127" y="105"/>
                    <a:pt x="128" y="104"/>
                  </a:cubicBezTo>
                  <a:cubicBezTo>
                    <a:pt x="130" y="103"/>
                    <a:pt x="131" y="103"/>
                    <a:pt x="133" y="105"/>
                  </a:cubicBezTo>
                  <a:cubicBezTo>
                    <a:pt x="133" y="105"/>
                    <a:pt x="133" y="106"/>
                    <a:pt x="134" y="106"/>
                  </a:cubicBezTo>
                  <a:cubicBezTo>
                    <a:pt x="134" y="106"/>
                    <a:pt x="134" y="106"/>
                    <a:pt x="134" y="106"/>
                  </a:cubicBezTo>
                  <a:cubicBezTo>
                    <a:pt x="135" y="106"/>
                    <a:pt x="135" y="106"/>
                    <a:pt x="136" y="104"/>
                  </a:cubicBezTo>
                  <a:cubicBezTo>
                    <a:pt x="136" y="104"/>
                    <a:pt x="136" y="104"/>
                    <a:pt x="136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7" y="104"/>
                    <a:pt x="137" y="104"/>
                    <a:pt x="137" y="104"/>
                  </a:cubicBezTo>
                  <a:cubicBezTo>
                    <a:pt x="138" y="102"/>
                    <a:pt x="139" y="100"/>
                    <a:pt x="139" y="98"/>
                  </a:cubicBezTo>
                  <a:cubicBezTo>
                    <a:pt x="139" y="96"/>
                    <a:pt x="138" y="96"/>
                    <a:pt x="138" y="95"/>
                  </a:cubicBezTo>
                  <a:cubicBezTo>
                    <a:pt x="137" y="94"/>
                    <a:pt x="136" y="93"/>
                    <a:pt x="135" y="91"/>
                  </a:cubicBezTo>
                  <a:cubicBezTo>
                    <a:pt x="135" y="90"/>
                    <a:pt x="135" y="89"/>
                    <a:pt x="136" y="89"/>
                  </a:cubicBezTo>
                  <a:cubicBezTo>
                    <a:pt x="136" y="88"/>
                    <a:pt x="136" y="87"/>
                    <a:pt x="137" y="87"/>
                  </a:cubicBezTo>
                  <a:cubicBezTo>
                    <a:pt x="137" y="87"/>
                    <a:pt x="137" y="87"/>
                    <a:pt x="137" y="87"/>
                  </a:cubicBezTo>
                  <a:cubicBezTo>
                    <a:pt x="137" y="86"/>
                    <a:pt x="138" y="86"/>
                    <a:pt x="139" y="86"/>
                  </a:cubicBezTo>
                  <a:cubicBezTo>
                    <a:pt x="139" y="86"/>
                    <a:pt x="140" y="86"/>
                    <a:pt x="141" y="86"/>
                  </a:cubicBezTo>
                  <a:cubicBezTo>
                    <a:pt x="142" y="86"/>
                    <a:pt x="143" y="86"/>
                    <a:pt x="144" y="87"/>
                  </a:cubicBezTo>
                  <a:cubicBezTo>
                    <a:pt x="145" y="87"/>
                    <a:pt x="146" y="88"/>
                    <a:pt x="147" y="88"/>
                  </a:cubicBezTo>
                  <a:cubicBezTo>
                    <a:pt x="147" y="88"/>
                    <a:pt x="146" y="88"/>
                    <a:pt x="146" y="87"/>
                  </a:cubicBezTo>
                  <a:cubicBezTo>
                    <a:pt x="146" y="86"/>
                    <a:pt x="146" y="85"/>
                    <a:pt x="145" y="84"/>
                  </a:cubicBezTo>
                  <a:cubicBezTo>
                    <a:pt x="145" y="84"/>
                    <a:pt x="145" y="84"/>
                    <a:pt x="145" y="84"/>
                  </a:cubicBezTo>
                  <a:cubicBezTo>
                    <a:pt x="145" y="84"/>
                    <a:pt x="145" y="84"/>
                    <a:pt x="144" y="83"/>
                  </a:cubicBezTo>
                  <a:cubicBezTo>
                    <a:pt x="144" y="82"/>
                    <a:pt x="143" y="81"/>
                    <a:pt x="143" y="79"/>
                  </a:cubicBezTo>
                  <a:cubicBezTo>
                    <a:pt x="143" y="78"/>
                    <a:pt x="143" y="78"/>
                    <a:pt x="143" y="77"/>
                  </a:cubicBezTo>
                  <a:cubicBezTo>
                    <a:pt x="143" y="76"/>
                    <a:pt x="144" y="75"/>
                    <a:pt x="144" y="74"/>
                  </a:cubicBezTo>
                  <a:cubicBezTo>
                    <a:pt x="144" y="73"/>
                    <a:pt x="144" y="72"/>
                    <a:pt x="144" y="70"/>
                  </a:cubicBezTo>
                  <a:cubicBezTo>
                    <a:pt x="144" y="70"/>
                    <a:pt x="143" y="69"/>
                    <a:pt x="143" y="69"/>
                  </a:cubicBezTo>
                  <a:cubicBezTo>
                    <a:pt x="141" y="69"/>
                    <a:pt x="140" y="68"/>
                    <a:pt x="139" y="67"/>
                  </a:cubicBezTo>
                  <a:cubicBezTo>
                    <a:pt x="139" y="66"/>
                    <a:pt x="138" y="65"/>
                    <a:pt x="138" y="63"/>
                  </a:cubicBezTo>
                  <a:cubicBezTo>
                    <a:pt x="138" y="61"/>
                    <a:pt x="137" y="59"/>
                    <a:pt x="137" y="58"/>
                  </a:cubicBezTo>
                  <a:cubicBezTo>
                    <a:pt x="137" y="57"/>
                    <a:pt x="137" y="55"/>
                    <a:pt x="137" y="54"/>
                  </a:cubicBezTo>
                  <a:cubicBezTo>
                    <a:pt x="138" y="54"/>
                    <a:pt x="139" y="52"/>
                    <a:pt x="140" y="51"/>
                  </a:cubicBezTo>
                  <a:cubicBezTo>
                    <a:pt x="140" y="51"/>
                    <a:pt x="140" y="51"/>
                    <a:pt x="140" y="51"/>
                  </a:cubicBezTo>
                  <a:cubicBezTo>
                    <a:pt x="139" y="49"/>
                    <a:pt x="136" y="45"/>
                    <a:pt x="135" y="42"/>
                  </a:cubicBezTo>
                  <a:cubicBezTo>
                    <a:pt x="135" y="40"/>
                    <a:pt x="135" y="38"/>
                    <a:pt x="135" y="38"/>
                  </a:cubicBezTo>
                  <a:cubicBezTo>
                    <a:pt x="135" y="37"/>
                    <a:pt x="135" y="37"/>
                    <a:pt x="134" y="36"/>
                  </a:cubicBezTo>
                  <a:cubicBezTo>
                    <a:pt x="134" y="36"/>
                    <a:pt x="133" y="36"/>
                    <a:pt x="132" y="36"/>
                  </a:cubicBezTo>
                  <a:cubicBezTo>
                    <a:pt x="130" y="36"/>
                    <a:pt x="128" y="36"/>
                    <a:pt x="128" y="34"/>
                  </a:cubicBezTo>
                  <a:cubicBezTo>
                    <a:pt x="127" y="33"/>
                    <a:pt x="128" y="31"/>
                    <a:pt x="129" y="29"/>
                  </a:cubicBezTo>
                  <a:cubicBezTo>
                    <a:pt x="130" y="28"/>
                    <a:pt x="131" y="27"/>
                    <a:pt x="131" y="27"/>
                  </a:cubicBezTo>
                  <a:cubicBezTo>
                    <a:pt x="131" y="26"/>
                    <a:pt x="130" y="26"/>
                    <a:pt x="129" y="25"/>
                  </a:cubicBezTo>
                  <a:cubicBezTo>
                    <a:pt x="128" y="25"/>
                    <a:pt x="127" y="24"/>
                    <a:pt x="125" y="22"/>
                  </a:cubicBezTo>
                  <a:cubicBezTo>
                    <a:pt x="123" y="19"/>
                    <a:pt x="123" y="17"/>
                    <a:pt x="123" y="15"/>
                  </a:cubicBezTo>
                  <a:cubicBezTo>
                    <a:pt x="123" y="14"/>
                    <a:pt x="123" y="12"/>
                    <a:pt x="122" y="11"/>
                  </a:cubicBezTo>
                  <a:cubicBezTo>
                    <a:pt x="121" y="8"/>
                    <a:pt x="120" y="7"/>
                    <a:pt x="119" y="6"/>
                  </a:cubicBezTo>
                  <a:cubicBezTo>
                    <a:pt x="118" y="5"/>
                    <a:pt x="117" y="4"/>
                    <a:pt x="116" y="4"/>
                  </a:cubicBezTo>
                  <a:cubicBezTo>
                    <a:pt x="116" y="4"/>
                    <a:pt x="116" y="5"/>
                    <a:pt x="116" y="6"/>
                  </a:cubicBezTo>
                  <a:cubicBezTo>
                    <a:pt x="116" y="6"/>
                    <a:pt x="116" y="6"/>
                    <a:pt x="116" y="7"/>
                  </a:cubicBezTo>
                  <a:cubicBezTo>
                    <a:pt x="116" y="7"/>
                    <a:pt x="116" y="7"/>
                    <a:pt x="116" y="8"/>
                  </a:cubicBezTo>
                  <a:cubicBezTo>
                    <a:pt x="116" y="10"/>
                    <a:pt x="113" y="11"/>
                    <a:pt x="110" y="12"/>
                  </a:cubicBezTo>
                  <a:cubicBezTo>
                    <a:pt x="109" y="13"/>
                    <a:pt x="108" y="14"/>
                    <a:pt x="107" y="14"/>
                  </a:cubicBezTo>
                  <a:cubicBezTo>
                    <a:pt x="105" y="16"/>
                    <a:pt x="103" y="15"/>
                    <a:pt x="101" y="13"/>
                  </a:cubicBezTo>
                  <a:cubicBezTo>
                    <a:pt x="100" y="13"/>
                    <a:pt x="99" y="12"/>
                    <a:pt x="98" y="12"/>
                  </a:cubicBezTo>
                  <a:cubicBezTo>
                    <a:pt x="97" y="12"/>
                    <a:pt x="95" y="13"/>
                    <a:pt x="93" y="14"/>
                  </a:cubicBezTo>
                  <a:cubicBezTo>
                    <a:pt x="91" y="15"/>
                    <a:pt x="89" y="16"/>
                    <a:pt x="87" y="16"/>
                  </a:cubicBezTo>
                  <a:cubicBezTo>
                    <a:pt x="84" y="16"/>
                    <a:pt x="83" y="15"/>
                    <a:pt x="82" y="13"/>
                  </a:cubicBezTo>
                  <a:cubicBezTo>
                    <a:pt x="81" y="13"/>
                    <a:pt x="81" y="12"/>
                    <a:pt x="81" y="12"/>
                  </a:cubicBezTo>
                  <a:cubicBezTo>
                    <a:pt x="80" y="12"/>
                    <a:pt x="80" y="12"/>
                    <a:pt x="79" y="13"/>
                  </a:cubicBezTo>
                  <a:cubicBezTo>
                    <a:pt x="78" y="14"/>
                    <a:pt x="78" y="15"/>
                    <a:pt x="76" y="15"/>
                  </a:cubicBezTo>
                  <a:cubicBezTo>
                    <a:pt x="74" y="15"/>
                    <a:pt x="73" y="14"/>
                    <a:pt x="72" y="14"/>
                  </a:cubicBezTo>
                  <a:cubicBezTo>
                    <a:pt x="70" y="12"/>
                    <a:pt x="69" y="11"/>
                    <a:pt x="69" y="9"/>
                  </a:cubicBezTo>
                  <a:cubicBezTo>
                    <a:pt x="68" y="8"/>
                    <a:pt x="69" y="8"/>
                    <a:pt x="69" y="7"/>
                  </a:cubicBezTo>
                  <a:cubicBezTo>
                    <a:pt x="65" y="7"/>
                    <a:pt x="56" y="7"/>
                    <a:pt x="49" y="7"/>
                  </a:cubicBezTo>
                  <a:cubicBezTo>
                    <a:pt x="44" y="7"/>
                    <a:pt x="43" y="6"/>
                    <a:pt x="42" y="5"/>
                  </a:cubicBezTo>
                  <a:cubicBezTo>
                    <a:pt x="41" y="4"/>
                    <a:pt x="40" y="4"/>
                    <a:pt x="37" y="2"/>
                  </a:cubicBezTo>
                  <a:cubicBezTo>
                    <a:pt x="32" y="0"/>
                    <a:pt x="29" y="0"/>
                    <a:pt x="24" y="1"/>
                  </a:cubicBezTo>
                  <a:cubicBezTo>
                    <a:pt x="25" y="2"/>
                    <a:pt x="25" y="4"/>
                    <a:pt x="24" y="7"/>
                  </a:cubicBezTo>
                  <a:cubicBezTo>
                    <a:pt x="24" y="9"/>
                    <a:pt x="23" y="10"/>
                    <a:pt x="22" y="10"/>
                  </a:cubicBezTo>
                  <a:cubicBezTo>
                    <a:pt x="22" y="10"/>
                    <a:pt x="22" y="10"/>
                    <a:pt x="21" y="11"/>
                  </a:cubicBezTo>
                  <a:cubicBezTo>
                    <a:pt x="21" y="12"/>
                    <a:pt x="22" y="13"/>
                    <a:pt x="22" y="14"/>
                  </a:cubicBezTo>
                  <a:cubicBezTo>
                    <a:pt x="23" y="15"/>
                    <a:pt x="24" y="16"/>
                    <a:pt x="24" y="17"/>
                  </a:cubicBezTo>
                  <a:cubicBezTo>
                    <a:pt x="24" y="19"/>
                    <a:pt x="23" y="20"/>
                    <a:pt x="20" y="21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19" y="22"/>
                    <a:pt x="16" y="22"/>
                    <a:pt x="13" y="22"/>
                  </a:cubicBezTo>
                  <a:cubicBezTo>
                    <a:pt x="9" y="22"/>
                    <a:pt x="7" y="24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3" y="28"/>
                    <a:pt x="2" y="29"/>
                    <a:pt x="1" y="30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2" y="32"/>
                    <a:pt x="1" y="32"/>
                    <a:pt x="0" y="33"/>
                  </a:cubicBezTo>
                  <a:cubicBezTo>
                    <a:pt x="0" y="35"/>
                    <a:pt x="0" y="38"/>
                    <a:pt x="1" y="38"/>
                  </a:cubicBezTo>
                  <a:cubicBezTo>
                    <a:pt x="2" y="38"/>
                    <a:pt x="3" y="37"/>
                    <a:pt x="4" y="37"/>
                  </a:cubicBezTo>
                  <a:cubicBezTo>
                    <a:pt x="5" y="37"/>
                    <a:pt x="5" y="37"/>
                    <a:pt x="5" y="39"/>
                  </a:cubicBezTo>
                  <a:cubicBezTo>
                    <a:pt x="6" y="41"/>
                    <a:pt x="4" y="40"/>
                    <a:pt x="5" y="42"/>
                  </a:cubicBezTo>
                  <a:cubicBezTo>
                    <a:pt x="7" y="45"/>
                    <a:pt x="7" y="45"/>
                    <a:pt x="8" y="46"/>
                  </a:cubicBezTo>
                  <a:cubicBezTo>
                    <a:pt x="9" y="48"/>
                    <a:pt x="8" y="49"/>
                    <a:pt x="9" y="51"/>
                  </a:cubicBezTo>
                  <a:cubicBezTo>
                    <a:pt x="9" y="53"/>
                    <a:pt x="12" y="52"/>
                    <a:pt x="14" y="53"/>
                  </a:cubicBezTo>
                  <a:cubicBezTo>
                    <a:pt x="15" y="54"/>
                    <a:pt x="15" y="51"/>
                    <a:pt x="17" y="52"/>
                  </a:cubicBezTo>
                  <a:cubicBezTo>
                    <a:pt x="18" y="52"/>
                    <a:pt x="19" y="53"/>
                    <a:pt x="19" y="54"/>
                  </a:cubicBezTo>
                  <a:cubicBezTo>
                    <a:pt x="19" y="55"/>
                    <a:pt x="21" y="57"/>
                    <a:pt x="22" y="57"/>
                  </a:cubicBezTo>
                  <a:cubicBezTo>
                    <a:pt x="23" y="57"/>
                    <a:pt x="25" y="56"/>
                    <a:pt x="26" y="57"/>
                  </a:cubicBezTo>
                  <a:cubicBezTo>
                    <a:pt x="26" y="59"/>
                    <a:pt x="26" y="59"/>
                    <a:pt x="26" y="60"/>
                  </a:cubicBezTo>
                  <a:cubicBezTo>
                    <a:pt x="26" y="62"/>
                    <a:pt x="25" y="64"/>
                    <a:pt x="26" y="64"/>
                  </a:cubicBezTo>
                  <a:cubicBezTo>
                    <a:pt x="26" y="65"/>
                    <a:pt x="29" y="64"/>
                    <a:pt x="30" y="66"/>
                  </a:cubicBezTo>
                  <a:cubicBezTo>
                    <a:pt x="31" y="67"/>
                    <a:pt x="30" y="71"/>
                    <a:pt x="31" y="72"/>
                  </a:cubicBezTo>
                  <a:cubicBezTo>
                    <a:pt x="32" y="73"/>
                    <a:pt x="35" y="72"/>
                    <a:pt x="35" y="74"/>
                  </a:cubicBezTo>
                  <a:cubicBezTo>
                    <a:pt x="35" y="74"/>
                    <a:pt x="36" y="74"/>
                    <a:pt x="36" y="74"/>
                  </a:cubicBezTo>
                  <a:cubicBezTo>
                    <a:pt x="37" y="74"/>
                    <a:pt x="38" y="73"/>
                    <a:pt x="39" y="7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6" name="Freeform 377">
              <a:extLst>
                <a:ext uri="{FF2B5EF4-FFF2-40B4-BE49-F238E27FC236}">
                  <a16:creationId xmlns:a16="http://schemas.microsoft.com/office/drawing/2014/main" id="{AC7945CC-4791-81AB-03DB-FB9BE2901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297" y="2076947"/>
              <a:ext cx="170657" cy="107189"/>
            </a:xfrm>
            <a:custGeom>
              <a:avLst/>
              <a:gdLst>
                <a:gd name="T0" fmla="*/ 151 w 155"/>
                <a:gd name="T1" fmla="*/ 69 h 99"/>
                <a:gd name="T2" fmla="*/ 141 w 155"/>
                <a:gd name="T3" fmla="*/ 56 h 99"/>
                <a:gd name="T4" fmla="*/ 133 w 155"/>
                <a:gd name="T5" fmla="*/ 56 h 99"/>
                <a:gd name="T6" fmla="*/ 126 w 155"/>
                <a:gd name="T7" fmla="*/ 49 h 99"/>
                <a:gd name="T8" fmla="*/ 126 w 155"/>
                <a:gd name="T9" fmla="*/ 42 h 99"/>
                <a:gd name="T10" fmla="*/ 124 w 155"/>
                <a:gd name="T11" fmla="*/ 38 h 99"/>
                <a:gd name="T12" fmla="*/ 118 w 155"/>
                <a:gd name="T13" fmla="*/ 38 h 99"/>
                <a:gd name="T14" fmla="*/ 100 w 155"/>
                <a:gd name="T15" fmla="*/ 42 h 99"/>
                <a:gd name="T16" fmla="*/ 86 w 155"/>
                <a:gd name="T17" fmla="*/ 38 h 99"/>
                <a:gd name="T18" fmla="*/ 79 w 155"/>
                <a:gd name="T19" fmla="*/ 36 h 99"/>
                <a:gd name="T20" fmla="*/ 67 w 155"/>
                <a:gd name="T21" fmla="*/ 36 h 99"/>
                <a:gd name="T22" fmla="*/ 47 w 155"/>
                <a:gd name="T23" fmla="*/ 35 h 99"/>
                <a:gd name="T24" fmla="*/ 36 w 155"/>
                <a:gd name="T25" fmla="*/ 28 h 99"/>
                <a:gd name="T26" fmla="*/ 44 w 155"/>
                <a:gd name="T27" fmla="*/ 18 h 99"/>
                <a:gd name="T28" fmla="*/ 61 w 155"/>
                <a:gd name="T29" fmla="*/ 19 h 99"/>
                <a:gd name="T30" fmla="*/ 66 w 155"/>
                <a:gd name="T31" fmla="*/ 18 h 99"/>
                <a:gd name="T32" fmla="*/ 61 w 155"/>
                <a:gd name="T33" fmla="*/ 12 h 99"/>
                <a:gd name="T34" fmla="*/ 62 w 155"/>
                <a:gd name="T35" fmla="*/ 2 h 99"/>
                <a:gd name="T36" fmla="*/ 58 w 155"/>
                <a:gd name="T37" fmla="*/ 1 h 99"/>
                <a:gd name="T38" fmla="*/ 42 w 155"/>
                <a:gd name="T39" fmla="*/ 7 h 99"/>
                <a:gd name="T40" fmla="*/ 39 w 155"/>
                <a:gd name="T41" fmla="*/ 6 h 99"/>
                <a:gd name="T42" fmla="*/ 37 w 155"/>
                <a:gd name="T43" fmla="*/ 13 h 99"/>
                <a:gd name="T44" fmla="*/ 30 w 155"/>
                <a:gd name="T45" fmla="*/ 20 h 99"/>
                <a:gd name="T46" fmla="*/ 26 w 155"/>
                <a:gd name="T47" fmla="*/ 25 h 99"/>
                <a:gd name="T48" fmla="*/ 22 w 155"/>
                <a:gd name="T49" fmla="*/ 31 h 99"/>
                <a:gd name="T50" fmla="*/ 12 w 155"/>
                <a:gd name="T51" fmla="*/ 34 h 99"/>
                <a:gd name="T52" fmla="*/ 1 w 155"/>
                <a:gd name="T53" fmla="*/ 36 h 99"/>
                <a:gd name="T54" fmla="*/ 3 w 155"/>
                <a:gd name="T55" fmla="*/ 43 h 99"/>
                <a:gd name="T56" fmla="*/ 14 w 155"/>
                <a:gd name="T57" fmla="*/ 50 h 99"/>
                <a:gd name="T58" fmla="*/ 16 w 155"/>
                <a:gd name="T59" fmla="*/ 63 h 99"/>
                <a:gd name="T60" fmla="*/ 12 w 155"/>
                <a:gd name="T61" fmla="*/ 78 h 99"/>
                <a:gd name="T62" fmla="*/ 7 w 155"/>
                <a:gd name="T63" fmla="*/ 88 h 99"/>
                <a:gd name="T64" fmla="*/ 7 w 155"/>
                <a:gd name="T65" fmla="*/ 92 h 99"/>
                <a:gd name="T66" fmla="*/ 22 w 155"/>
                <a:gd name="T67" fmla="*/ 87 h 99"/>
                <a:gd name="T68" fmla="*/ 32 w 155"/>
                <a:gd name="T69" fmla="*/ 88 h 99"/>
                <a:gd name="T70" fmla="*/ 39 w 155"/>
                <a:gd name="T71" fmla="*/ 83 h 99"/>
                <a:gd name="T72" fmla="*/ 50 w 155"/>
                <a:gd name="T73" fmla="*/ 79 h 99"/>
                <a:gd name="T74" fmla="*/ 54 w 155"/>
                <a:gd name="T75" fmla="*/ 74 h 99"/>
                <a:gd name="T76" fmla="*/ 63 w 155"/>
                <a:gd name="T77" fmla="*/ 62 h 99"/>
                <a:gd name="T78" fmla="*/ 76 w 155"/>
                <a:gd name="T79" fmla="*/ 61 h 99"/>
                <a:gd name="T80" fmla="*/ 80 w 155"/>
                <a:gd name="T81" fmla="*/ 69 h 99"/>
                <a:gd name="T82" fmla="*/ 84 w 155"/>
                <a:gd name="T83" fmla="*/ 76 h 99"/>
                <a:gd name="T84" fmla="*/ 84 w 155"/>
                <a:gd name="T85" fmla="*/ 96 h 99"/>
                <a:gd name="T86" fmla="*/ 94 w 155"/>
                <a:gd name="T87" fmla="*/ 97 h 99"/>
                <a:gd name="T88" fmla="*/ 108 w 155"/>
                <a:gd name="T89" fmla="*/ 88 h 99"/>
                <a:gd name="T90" fmla="*/ 124 w 155"/>
                <a:gd name="T91" fmla="*/ 83 h 99"/>
                <a:gd name="T92" fmla="*/ 137 w 155"/>
                <a:gd name="T93" fmla="*/ 83 h 99"/>
                <a:gd name="T94" fmla="*/ 148 w 155"/>
                <a:gd name="T95" fmla="*/ 86 h 99"/>
                <a:gd name="T96" fmla="*/ 154 w 155"/>
                <a:gd name="T97" fmla="*/ 85 h 99"/>
                <a:gd name="T98" fmla="*/ 154 w 155"/>
                <a:gd name="T99" fmla="*/ 8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5" h="99">
                  <a:moveTo>
                    <a:pt x="154" y="82"/>
                  </a:moveTo>
                  <a:cubicBezTo>
                    <a:pt x="153" y="80"/>
                    <a:pt x="151" y="79"/>
                    <a:pt x="151" y="77"/>
                  </a:cubicBezTo>
                  <a:cubicBezTo>
                    <a:pt x="151" y="75"/>
                    <a:pt x="151" y="72"/>
                    <a:pt x="151" y="69"/>
                  </a:cubicBezTo>
                  <a:cubicBezTo>
                    <a:pt x="150" y="67"/>
                    <a:pt x="150" y="64"/>
                    <a:pt x="150" y="63"/>
                  </a:cubicBezTo>
                  <a:cubicBezTo>
                    <a:pt x="149" y="62"/>
                    <a:pt x="148" y="61"/>
                    <a:pt x="147" y="59"/>
                  </a:cubicBezTo>
                  <a:cubicBezTo>
                    <a:pt x="145" y="58"/>
                    <a:pt x="143" y="57"/>
                    <a:pt x="141" y="56"/>
                  </a:cubicBezTo>
                  <a:cubicBezTo>
                    <a:pt x="139" y="55"/>
                    <a:pt x="138" y="56"/>
                    <a:pt x="137" y="56"/>
                  </a:cubicBezTo>
                  <a:cubicBezTo>
                    <a:pt x="137" y="56"/>
                    <a:pt x="137" y="56"/>
                    <a:pt x="137" y="56"/>
                  </a:cubicBezTo>
                  <a:cubicBezTo>
                    <a:pt x="136" y="56"/>
                    <a:pt x="135" y="56"/>
                    <a:pt x="133" y="56"/>
                  </a:cubicBezTo>
                  <a:cubicBezTo>
                    <a:pt x="131" y="56"/>
                    <a:pt x="130" y="56"/>
                    <a:pt x="128" y="56"/>
                  </a:cubicBezTo>
                  <a:cubicBezTo>
                    <a:pt x="127" y="55"/>
                    <a:pt x="126" y="54"/>
                    <a:pt x="126" y="53"/>
                  </a:cubicBezTo>
                  <a:cubicBezTo>
                    <a:pt x="126" y="51"/>
                    <a:pt x="126" y="50"/>
                    <a:pt x="126" y="49"/>
                  </a:cubicBezTo>
                  <a:cubicBezTo>
                    <a:pt x="127" y="48"/>
                    <a:pt x="127" y="47"/>
                    <a:pt x="128" y="47"/>
                  </a:cubicBezTo>
                  <a:cubicBezTo>
                    <a:pt x="129" y="46"/>
                    <a:pt x="128" y="45"/>
                    <a:pt x="127" y="44"/>
                  </a:cubicBezTo>
                  <a:cubicBezTo>
                    <a:pt x="127" y="43"/>
                    <a:pt x="126" y="43"/>
                    <a:pt x="126" y="42"/>
                  </a:cubicBezTo>
                  <a:cubicBezTo>
                    <a:pt x="125" y="41"/>
                    <a:pt x="125" y="41"/>
                    <a:pt x="125" y="40"/>
                  </a:cubicBezTo>
                  <a:cubicBezTo>
                    <a:pt x="125" y="39"/>
                    <a:pt x="124" y="39"/>
                    <a:pt x="124" y="38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2" y="38"/>
                    <a:pt x="121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14" y="38"/>
                    <a:pt x="110" y="38"/>
                    <a:pt x="107" y="39"/>
                  </a:cubicBezTo>
                  <a:cubicBezTo>
                    <a:pt x="106" y="39"/>
                    <a:pt x="105" y="40"/>
                    <a:pt x="105" y="40"/>
                  </a:cubicBezTo>
                  <a:cubicBezTo>
                    <a:pt x="104" y="41"/>
                    <a:pt x="103" y="42"/>
                    <a:pt x="100" y="42"/>
                  </a:cubicBezTo>
                  <a:cubicBezTo>
                    <a:pt x="98" y="43"/>
                    <a:pt x="95" y="43"/>
                    <a:pt x="93" y="43"/>
                  </a:cubicBezTo>
                  <a:cubicBezTo>
                    <a:pt x="90" y="43"/>
                    <a:pt x="89" y="42"/>
                    <a:pt x="87" y="41"/>
                  </a:cubicBezTo>
                  <a:cubicBezTo>
                    <a:pt x="87" y="40"/>
                    <a:pt x="86" y="39"/>
                    <a:pt x="86" y="38"/>
                  </a:cubicBezTo>
                  <a:cubicBezTo>
                    <a:pt x="85" y="37"/>
                    <a:pt x="84" y="36"/>
                    <a:pt x="83" y="36"/>
                  </a:cubicBezTo>
                  <a:cubicBezTo>
                    <a:pt x="82" y="36"/>
                    <a:pt x="81" y="36"/>
                    <a:pt x="79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79" y="37"/>
                    <a:pt x="78" y="37"/>
                    <a:pt x="78" y="37"/>
                  </a:cubicBezTo>
                  <a:cubicBezTo>
                    <a:pt x="75" y="38"/>
                    <a:pt x="72" y="37"/>
                    <a:pt x="69" y="36"/>
                  </a:cubicBezTo>
                  <a:cubicBezTo>
                    <a:pt x="68" y="36"/>
                    <a:pt x="68" y="36"/>
                    <a:pt x="67" y="36"/>
                  </a:cubicBezTo>
                  <a:cubicBezTo>
                    <a:pt x="64" y="35"/>
                    <a:pt x="61" y="35"/>
                    <a:pt x="58" y="35"/>
                  </a:cubicBezTo>
                  <a:cubicBezTo>
                    <a:pt x="57" y="35"/>
                    <a:pt x="55" y="35"/>
                    <a:pt x="54" y="35"/>
                  </a:cubicBezTo>
                  <a:cubicBezTo>
                    <a:pt x="52" y="35"/>
                    <a:pt x="49" y="35"/>
                    <a:pt x="47" y="35"/>
                  </a:cubicBezTo>
                  <a:cubicBezTo>
                    <a:pt x="44" y="35"/>
                    <a:pt x="42" y="35"/>
                    <a:pt x="40" y="35"/>
                  </a:cubicBezTo>
                  <a:cubicBezTo>
                    <a:pt x="38" y="35"/>
                    <a:pt x="37" y="34"/>
                    <a:pt x="37" y="33"/>
                  </a:cubicBezTo>
                  <a:cubicBezTo>
                    <a:pt x="36" y="31"/>
                    <a:pt x="36" y="30"/>
                    <a:pt x="36" y="28"/>
                  </a:cubicBezTo>
                  <a:cubicBezTo>
                    <a:pt x="37" y="27"/>
                    <a:pt x="37" y="25"/>
                    <a:pt x="37" y="23"/>
                  </a:cubicBezTo>
                  <a:cubicBezTo>
                    <a:pt x="38" y="22"/>
                    <a:pt x="39" y="20"/>
                    <a:pt x="40" y="20"/>
                  </a:cubicBezTo>
                  <a:cubicBezTo>
                    <a:pt x="41" y="19"/>
                    <a:pt x="42" y="18"/>
                    <a:pt x="44" y="18"/>
                  </a:cubicBezTo>
                  <a:cubicBezTo>
                    <a:pt x="45" y="17"/>
                    <a:pt x="47" y="17"/>
                    <a:pt x="48" y="17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52" y="17"/>
                    <a:pt x="58" y="17"/>
                    <a:pt x="61" y="1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3" y="20"/>
                    <a:pt x="64" y="20"/>
                    <a:pt x="64" y="20"/>
                  </a:cubicBezTo>
                  <a:cubicBezTo>
                    <a:pt x="65" y="19"/>
                    <a:pt x="65" y="19"/>
                    <a:pt x="66" y="18"/>
                  </a:cubicBezTo>
                  <a:cubicBezTo>
                    <a:pt x="66" y="18"/>
                    <a:pt x="66" y="18"/>
                    <a:pt x="66" y="17"/>
                  </a:cubicBezTo>
                  <a:cubicBezTo>
                    <a:pt x="65" y="17"/>
                    <a:pt x="64" y="17"/>
                    <a:pt x="63" y="16"/>
                  </a:cubicBezTo>
                  <a:cubicBezTo>
                    <a:pt x="62" y="15"/>
                    <a:pt x="61" y="13"/>
                    <a:pt x="61" y="12"/>
                  </a:cubicBezTo>
                  <a:cubicBezTo>
                    <a:pt x="61" y="10"/>
                    <a:pt x="62" y="9"/>
                    <a:pt x="63" y="7"/>
                  </a:cubicBezTo>
                  <a:cubicBezTo>
                    <a:pt x="64" y="6"/>
                    <a:pt x="64" y="5"/>
                    <a:pt x="64" y="4"/>
                  </a:cubicBezTo>
                  <a:cubicBezTo>
                    <a:pt x="64" y="4"/>
                    <a:pt x="63" y="3"/>
                    <a:pt x="62" y="2"/>
                  </a:cubicBezTo>
                  <a:cubicBezTo>
                    <a:pt x="62" y="2"/>
                    <a:pt x="62" y="2"/>
                    <a:pt x="62" y="2"/>
                  </a:cubicBezTo>
                  <a:cubicBezTo>
                    <a:pt x="62" y="1"/>
                    <a:pt x="61" y="1"/>
                    <a:pt x="60" y="0"/>
                  </a:cubicBezTo>
                  <a:cubicBezTo>
                    <a:pt x="59" y="0"/>
                    <a:pt x="59" y="0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6" y="2"/>
                    <a:pt x="51" y="5"/>
                    <a:pt x="48" y="6"/>
                  </a:cubicBezTo>
                  <a:cubicBezTo>
                    <a:pt x="45" y="9"/>
                    <a:pt x="44" y="8"/>
                    <a:pt x="42" y="7"/>
                  </a:cubicBezTo>
                  <a:cubicBezTo>
                    <a:pt x="42" y="7"/>
                    <a:pt x="42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0" y="6"/>
                    <a:pt x="39" y="5"/>
                    <a:pt x="39" y="6"/>
                  </a:cubicBezTo>
                  <a:cubicBezTo>
                    <a:pt x="38" y="6"/>
                    <a:pt x="38" y="6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9"/>
                    <a:pt x="37" y="11"/>
                    <a:pt x="37" y="13"/>
                  </a:cubicBezTo>
                  <a:cubicBezTo>
                    <a:pt x="37" y="15"/>
                    <a:pt x="37" y="16"/>
                    <a:pt x="37" y="17"/>
                  </a:cubicBezTo>
                  <a:cubicBezTo>
                    <a:pt x="36" y="18"/>
                    <a:pt x="35" y="18"/>
                    <a:pt x="33" y="19"/>
                  </a:cubicBezTo>
                  <a:cubicBezTo>
                    <a:pt x="32" y="19"/>
                    <a:pt x="30" y="19"/>
                    <a:pt x="30" y="20"/>
                  </a:cubicBezTo>
                  <a:cubicBezTo>
                    <a:pt x="29" y="20"/>
                    <a:pt x="29" y="21"/>
                    <a:pt x="29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3"/>
                    <a:pt x="28" y="24"/>
                    <a:pt x="26" y="25"/>
                  </a:cubicBezTo>
                  <a:cubicBezTo>
                    <a:pt x="25" y="26"/>
                    <a:pt x="24" y="28"/>
                    <a:pt x="23" y="30"/>
                  </a:cubicBezTo>
                  <a:cubicBezTo>
                    <a:pt x="23" y="30"/>
                    <a:pt x="23" y="31"/>
                    <a:pt x="22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3"/>
                    <a:pt x="20" y="34"/>
                    <a:pt x="19" y="35"/>
                  </a:cubicBezTo>
                  <a:cubicBezTo>
                    <a:pt x="18" y="35"/>
                    <a:pt x="16" y="35"/>
                    <a:pt x="14" y="34"/>
                  </a:cubicBezTo>
                  <a:cubicBezTo>
                    <a:pt x="13" y="34"/>
                    <a:pt x="12" y="34"/>
                    <a:pt x="12" y="34"/>
                  </a:cubicBezTo>
                  <a:cubicBezTo>
                    <a:pt x="10" y="33"/>
                    <a:pt x="8" y="33"/>
                    <a:pt x="5" y="33"/>
                  </a:cubicBezTo>
                  <a:cubicBezTo>
                    <a:pt x="5" y="33"/>
                    <a:pt x="5" y="33"/>
                    <a:pt x="4" y="33"/>
                  </a:cubicBezTo>
                  <a:cubicBezTo>
                    <a:pt x="3" y="33"/>
                    <a:pt x="2" y="34"/>
                    <a:pt x="1" y="36"/>
                  </a:cubicBezTo>
                  <a:cubicBezTo>
                    <a:pt x="0" y="37"/>
                    <a:pt x="0" y="38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0"/>
                    <a:pt x="1" y="42"/>
                    <a:pt x="3" y="43"/>
                  </a:cubicBezTo>
                  <a:cubicBezTo>
                    <a:pt x="4" y="44"/>
                    <a:pt x="6" y="45"/>
                    <a:pt x="8" y="45"/>
                  </a:cubicBezTo>
                  <a:cubicBezTo>
                    <a:pt x="13" y="45"/>
                    <a:pt x="13" y="46"/>
                    <a:pt x="14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5" y="52"/>
                    <a:pt x="15" y="54"/>
                    <a:pt x="15" y="56"/>
                  </a:cubicBezTo>
                  <a:cubicBezTo>
                    <a:pt x="15" y="57"/>
                    <a:pt x="15" y="59"/>
                    <a:pt x="15" y="60"/>
                  </a:cubicBezTo>
                  <a:cubicBezTo>
                    <a:pt x="15" y="62"/>
                    <a:pt x="15" y="62"/>
                    <a:pt x="16" y="63"/>
                  </a:cubicBezTo>
                  <a:cubicBezTo>
                    <a:pt x="17" y="64"/>
                    <a:pt x="18" y="65"/>
                    <a:pt x="19" y="67"/>
                  </a:cubicBezTo>
                  <a:cubicBezTo>
                    <a:pt x="19" y="71"/>
                    <a:pt x="17" y="73"/>
                    <a:pt x="15" y="75"/>
                  </a:cubicBezTo>
                  <a:cubicBezTo>
                    <a:pt x="14" y="76"/>
                    <a:pt x="13" y="77"/>
                    <a:pt x="12" y="78"/>
                  </a:cubicBezTo>
                  <a:cubicBezTo>
                    <a:pt x="11" y="79"/>
                    <a:pt x="11" y="80"/>
                    <a:pt x="10" y="81"/>
                  </a:cubicBezTo>
                  <a:cubicBezTo>
                    <a:pt x="9" y="83"/>
                    <a:pt x="8" y="84"/>
                    <a:pt x="8" y="85"/>
                  </a:cubicBezTo>
                  <a:cubicBezTo>
                    <a:pt x="7" y="86"/>
                    <a:pt x="7" y="87"/>
                    <a:pt x="7" y="88"/>
                  </a:cubicBezTo>
                  <a:cubicBezTo>
                    <a:pt x="7" y="89"/>
                    <a:pt x="7" y="90"/>
                    <a:pt x="6" y="91"/>
                  </a:cubicBezTo>
                  <a:cubicBezTo>
                    <a:pt x="7" y="91"/>
                    <a:pt x="7" y="91"/>
                    <a:pt x="7" y="92"/>
                  </a:cubicBezTo>
                  <a:cubicBezTo>
                    <a:pt x="7" y="92"/>
                    <a:pt x="7" y="92"/>
                    <a:pt x="7" y="92"/>
                  </a:cubicBezTo>
                  <a:cubicBezTo>
                    <a:pt x="8" y="92"/>
                    <a:pt x="8" y="93"/>
                    <a:pt x="10" y="93"/>
                  </a:cubicBezTo>
                  <a:cubicBezTo>
                    <a:pt x="12" y="93"/>
                    <a:pt x="14" y="92"/>
                    <a:pt x="16" y="90"/>
                  </a:cubicBezTo>
                  <a:cubicBezTo>
                    <a:pt x="18" y="89"/>
                    <a:pt x="19" y="88"/>
                    <a:pt x="22" y="87"/>
                  </a:cubicBezTo>
                  <a:cubicBezTo>
                    <a:pt x="23" y="87"/>
                    <a:pt x="24" y="86"/>
                    <a:pt x="25" y="86"/>
                  </a:cubicBezTo>
                  <a:cubicBezTo>
                    <a:pt x="26" y="85"/>
                    <a:pt x="27" y="85"/>
                    <a:pt x="29" y="86"/>
                  </a:cubicBezTo>
                  <a:cubicBezTo>
                    <a:pt x="30" y="86"/>
                    <a:pt x="31" y="87"/>
                    <a:pt x="32" y="88"/>
                  </a:cubicBezTo>
                  <a:cubicBezTo>
                    <a:pt x="33" y="88"/>
                    <a:pt x="34" y="89"/>
                    <a:pt x="35" y="89"/>
                  </a:cubicBezTo>
                  <a:cubicBezTo>
                    <a:pt x="36" y="89"/>
                    <a:pt x="36" y="89"/>
                    <a:pt x="37" y="88"/>
                  </a:cubicBezTo>
                  <a:cubicBezTo>
                    <a:pt x="38" y="87"/>
                    <a:pt x="38" y="85"/>
                    <a:pt x="39" y="83"/>
                  </a:cubicBezTo>
                  <a:cubicBezTo>
                    <a:pt x="39" y="81"/>
                    <a:pt x="41" y="80"/>
                    <a:pt x="42" y="79"/>
                  </a:cubicBezTo>
                  <a:cubicBezTo>
                    <a:pt x="44" y="78"/>
                    <a:pt x="45" y="78"/>
                    <a:pt x="47" y="78"/>
                  </a:cubicBezTo>
                  <a:cubicBezTo>
                    <a:pt x="48" y="79"/>
                    <a:pt x="49" y="79"/>
                    <a:pt x="50" y="79"/>
                  </a:cubicBezTo>
                  <a:cubicBezTo>
                    <a:pt x="52" y="79"/>
                    <a:pt x="53" y="79"/>
                    <a:pt x="54" y="79"/>
                  </a:cubicBezTo>
                  <a:cubicBezTo>
                    <a:pt x="54" y="79"/>
                    <a:pt x="55" y="78"/>
                    <a:pt x="55" y="77"/>
                  </a:cubicBezTo>
                  <a:cubicBezTo>
                    <a:pt x="55" y="76"/>
                    <a:pt x="55" y="75"/>
                    <a:pt x="54" y="74"/>
                  </a:cubicBezTo>
                  <a:cubicBezTo>
                    <a:pt x="53" y="71"/>
                    <a:pt x="54" y="70"/>
                    <a:pt x="56" y="68"/>
                  </a:cubicBezTo>
                  <a:cubicBezTo>
                    <a:pt x="57" y="68"/>
                    <a:pt x="58" y="67"/>
                    <a:pt x="59" y="66"/>
                  </a:cubicBezTo>
                  <a:cubicBezTo>
                    <a:pt x="60" y="64"/>
                    <a:pt x="61" y="63"/>
                    <a:pt x="63" y="62"/>
                  </a:cubicBezTo>
                  <a:cubicBezTo>
                    <a:pt x="64" y="61"/>
                    <a:pt x="65" y="59"/>
                    <a:pt x="67" y="59"/>
                  </a:cubicBezTo>
                  <a:cubicBezTo>
                    <a:pt x="68" y="58"/>
                    <a:pt x="70" y="58"/>
                    <a:pt x="71" y="58"/>
                  </a:cubicBezTo>
                  <a:cubicBezTo>
                    <a:pt x="73" y="58"/>
                    <a:pt x="74" y="59"/>
                    <a:pt x="76" y="61"/>
                  </a:cubicBezTo>
                  <a:cubicBezTo>
                    <a:pt x="78" y="63"/>
                    <a:pt x="78" y="65"/>
                    <a:pt x="79" y="67"/>
                  </a:cubicBezTo>
                  <a:cubicBezTo>
                    <a:pt x="79" y="67"/>
                    <a:pt x="79" y="67"/>
                    <a:pt x="79" y="68"/>
                  </a:cubicBezTo>
                  <a:cubicBezTo>
                    <a:pt x="79" y="68"/>
                    <a:pt x="79" y="68"/>
                    <a:pt x="80" y="69"/>
                  </a:cubicBezTo>
                  <a:cubicBezTo>
                    <a:pt x="81" y="69"/>
                    <a:pt x="82" y="70"/>
                    <a:pt x="83" y="71"/>
                  </a:cubicBezTo>
                  <a:cubicBezTo>
                    <a:pt x="83" y="72"/>
                    <a:pt x="84" y="74"/>
                    <a:pt x="84" y="76"/>
                  </a:cubicBezTo>
                  <a:cubicBezTo>
                    <a:pt x="84" y="76"/>
                    <a:pt x="84" y="76"/>
                    <a:pt x="84" y="76"/>
                  </a:cubicBezTo>
                  <a:cubicBezTo>
                    <a:pt x="84" y="78"/>
                    <a:pt x="84" y="80"/>
                    <a:pt x="84" y="83"/>
                  </a:cubicBezTo>
                  <a:cubicBezTo>
                    <a:pt x="83" y="84"/>
                    <a:pt x="83" y="85"/>
                    <a:pt x="83" y="86"/>
                  </a:cubicBezTo>
                  <a:cubicBezTo>
                    <a:pt x="82" y="89"/>
                    <a:pt x="82" y="93"/>
                    <a:pt x="84" y="96"/>
                  </a:cubicBezTo>
                  <a:cubicBezTo>
                    <a:pt x="85" y="97"/>
                    <a:pt x="85" y="98"/>
                    <a:pt x="86" y="99"/>
                  </a:cubicBezTo>
                  <a:cubicBezTo>
                    <a:pt x="87" y="99"/>
                    <a:pt x="88" y="99"/>
                    <a:pt x="90" y="98"/>
                  </a:cubicBezTo>
                  <a:cubicBezTo>
                    <a:pt x="91" y="98"/>
                    <a:pt x="92" y="97"/>
                    <a:pt x="94" y="97"/>
                  </a:cubicBezTo>
                  <a:cubicBezTo>
                    <a:pt x="96" y="96"/>
                    <a:pt x="98" y="96"/>
                    <a:pt x="99" y="94"/>
                  </a:cubicBezTo>
                  <a:cubicBezTo>
                    <a:pt x="101" y="93"/>
                    <a:pt x="102" y="93"/>
                    <a:pt x="103" y="92"/>
                  </a:cubicBezTo>
                  <a:cubicBezTo>
                    <a:pt x="105" y="91"/>
                    <a:pt x="106" y="90"/>
                    <a:pt x="108" y="88"/>
                  </a:cubicBezTo>
                  <a:cubicBezTo>
                    <a:pt x="110" y="87"/>
                    <a:pt x="112" y="85"/>
                    <a:pt x="113" y="84"/>
                  </a:cubicBezTo>
                  <a:cubicBezTo>
                    <a:pt x="115" y="83"/>
                    <a:pt x="117" y="82"/>
                    <a:pt x="119" y="82"/>
                  </a:cubicBezTo>
                  <a:cubicBezTo>
                    <a:pt x="122" y="81"/>
                    <a:pt x="123" y="82"/>
                    <a:pt x="124" y="83"/>
                  </a:cubicBezTo>
                  <a:cubicBezTo>
                    <a:pt x="125" y="84"/>
                    <a:pt x="126" y="84"/>
                    <a:pt x="127" y="84"/>
                  </a:cubicBezTo>
                  <a:cubicBezTo>
                    <a:pt x="130" y="85"/>
                    <a:pt x="131" y="84"/>
                    <a:pt x="133" y="84"/>
                  </a:cubicBezTo>
                  <a:cubicBezTo>
                    <a:pt x="134" y="84"/>
                    <a:pt x="135" y="83"/>
                    <a:pt x="137" y="83"/>
                  </a:cubicBezTo>
                  <a:cubicBezTo>
                    <a:pt x="139" y="82"/>
                    <a:pt x="141" y="82"/>
                    <a:pt x="142" y="83"/>
                  </a:cubicBezTo>
                  <a:cubicBezTo>
                    <a:pt x="144" y="83"/>
                    <a:pt x="145" y="84"/>
                    <a:pt x="146" y="85"/>
                  </a:cubicBezTo>
                  <a:cubicBezTo>
                    <a:pt x="147" y="85"/>
                    <a:pt x="147" y="86"/>
                    <a:pt x="148" y="86"/>
                  </a:cubicBezTo>
                  <a:cubicBezTo>
                    <a:pt x="149" y="86"/>
                    <a:pt x="149" y="86"/>
                    <a:pt x="150" y="86"/>
                  </a:cubicBezTo>
                  <a:cubicBezTo>
                    <a:pt x="151" y="86"/>
                    <a:pt x="152" y="86"/>
                    <a:pt x="153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5" y="85"/>
                    <a:pt x="155" y="84"/>
                    <a:pt x="155" y="84"/>
                  </a:cubicBezTo>
                  <a:cubicBezTo>
                    <a:pt x="155" y="83"/>
                    <a:pt x="154" y="83"/>
                    <a:pt x="154" y="8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7" name="Freeform 378">
              <a:extLst>
                <a:ext uri="{FF2B5EF4-FFF2-40B4-BE49-F238E27FC236}">
                  <a16:creationId xmlns:a16="http://schemas.microsoft.com/office/drawing/2014/main" id="{1B69F24C-9D1A-BF3C-D80D-13D9ACAA3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083" y="1784997"/>
              <a:ext cx="81802" cy="55005"/>
            </a:xfrm>
            <a:custGeom>
              <a:avLst/>
              <a:gdLst>
                <a:gd name="T0" fmla="*/ 5 w 75"/>
                <a:gd name="T1" fmla="*/ 17 h 52"/>
                <a:gd name="T2" fmla="*/ 7 w 75"/>
                <a:gd name="T3" fmla="*/ 18 h 52"/>
                <a:gd name="T4" fmla="*/ 10 w 75"/>
                <a:gd name="T5" fmla="*/ 18 h 52"/>
                <a:gd name="T6" fmla="*/ 15 w 75"/>
                <a:gd name="T7" fmla="*/ 23 h 52"/>
                <a:gd name="T8" fmla="*/ 15 w 75"/>
                <a:gd name="T9" fmla="*/ 24 h 52"/>
                <a:gd name="T10" fmla="*/ 16 w 75"/>
                <a:gd name="T11" fmla="*/ 25 h 52"/>
                <a:gd name="T12" fmla="*/ 19 w 75"/>
                <a:gd name="T13" fmla="*/ 25 h 52"/>
                <a:gd name="T14" fmla="*/ 22 w 75"/>
                <a:gd name="T15" fmla="*/ 27 h 52"/>
                <a:gd name="T16" fmla="*/ 23 w 75"/>
                <a:gd name="T17" fmla="*/ 30 h 52"/>
                <a:gd name="T18" fmla="*/ 25 w 75"/>
                <a:gd name="T19" fmla="*/ 30 h 52"/>
                <a:gd name="T20" fmla="*/ 30 w 75"/>
                <a:gd name="T21" fmla="*/ 30 h 52"/>
                <a:gd name="T22" fmla="*/ 33 w 75"/>
                <a:gd name="T23" fmla="*/ 37 h 52"/>
                <a:gd name="T24" fmla="*/ 33 w 75"/>
                <a:gd name="T25" fmla="*/ 38 h 52"/>
                <a:gd name="T26" fmla="*/ 33 w 75"/>
                <a:gd name="T27" fmla="*/ 39 h 52"/>
                <a:gd name="T28" fmla="*/ 36 w 75"/>
                <a:gd name="T29" fmla="*/ 39 h 52"/>
                <a:gd name="T30" fmla="*/ 40 w 75"/>
                <a:gd name="T31" fmla="*/ 37 h 52"/>
                <a:gd name="T32" fmla="*/ 45 w 75"/>
                <a:gd name="T33" fmla="*/ 35 h 52"/>
                <a:gd name="T34" fmla="*/ 48 w 75"/>
                <a:gd name="T35" fmla="*/ 40 h 52"/>
                <a:gd name="T36" fmla="*/ 49 w 75"/>
                <a:gd name="T37" fmla="*/ 43 h 52"/>
                <a:gd name="T38" fmla="*/ 56 w 75"/>
                <a:gd name="T39" fmla="*/ 48 h 52"/>
                <a:gd name="T40" fmla="*/ 59 w 75"/>
                <a:gd name="T41" fmla="*/ 50 h 52"/>
                <a:gd name="T42" fmla="*/ 62 w 75"/>
                <a:gd name="T43" fmla="*/ 52 h 52"/>
                <a:gd name="T44" fmla="*/ 65 w 75"/>
                <a:gd name="T45" fmla="*/ 52 h 52"/>
                <a:gd name="T46" fmla="*/ 65 w 75"/>
                <a:gd name="T47" fmla="*/ 47 h 52"/>
                <a:gd name="T48" fmla="*/ 65 w 75"/>
                <a:gd name="T49" fmla="*/ 47 h 52"/>
                <a:gd name="T50" fmla="*/ 65 w 75"/>
                <a:gd name="T51" fmla="*/ 47 h 52"/>
                <a:gd name="T52" fmla="*/ 65 w 75"/>
                <a:gd name="T53" fmla="*/ 47 h 52"/>
                <a:gd name="T54" fmla="*/ 65 w 75"/>
                <a:gd name="T55" fmla="*/ 38 h 52"/>
                <a:gd name="T56" fmla="*/ 70 w 75"/>
                <a:gd name="T57" fmla="*/ 34 h 52"/>
                <a:gd name="T58" fmla="*/ 73 w 75"/>
                <a:gd name="T59" fmla="*/ 33 h 52"/>
                <a:gd name="T60" fmla="*/ 74 w 75"/>
                <a:gd name="T61" fmla="*/ 28 h 52"/>
                <a:gd name="T62" fmla="*/ 74 w 75"/>
                <a:gd name="T63" fmla="*/ 26 h 52"/>
                <a:gd name="T64" fmla="*/ 71 w 75"/>
                <a:gd name="T65" fmla="*/ 21 h 52"/>
                <a:gd name="T66" fmla="*/ 68 w 75"/>
                <a:gd name="T67" fmla="*/ 18 h 52"/>
                <a:gd name="T68" fmla="*/ 67 w 75"/>
                <a:gd name="T69" fmla="*/ 10 h 52"/>
                <a:gd name="T70" fmla="*/ 68 w 75"/>
                <a:gd name="T71" fmla="*/ 9 h 52"/>
                <a:gd name="T72" fmla="*/ 61 w 75"/>
                <a:gd name="T73" fmla="*/ 8 h 52"/>
                <a:gd name="T74" fmla="*/ 60 w 75"/>
                <a:gd name="T75" fmla="*/ 8 h 52"/>
                <a:gd name="T76" fmla="*/ 52 w 75"/>
                <a:gd name="T77" fmla="*/ 6 h 52"/>
                <a:gd name="T78" fmla="*/ 49 w 75"/>
                <a:gd name="T79" fmla="*/ 3 h 52"/>
                <a:gd name="T80" fmla="*/ 45 w 75"/>
                <a:gd name="T81" fmla="*/ 1 h 52"/>
                <a:gd name="T82" fmla="*/ 42 w 75"/>
                <a:gd name="T83" fmla="*/ 1 h 52"/>
                <a:gd name="T84" fmla="*/ 39 w 75"/>
                <a:gd name="T85" fmla="*/ 1 h 52"/>
                <a:gd name="T86" fmla="*/ 36 w 75"/>
                <a:gd name="T87" fmla="*/ 2 h 52"/>
                <a:gd name="T88" fmla="*/ 33 w 75"/>
                <a:gd name="T89" fmla="*/ 5 h 52"/>
                <a:gd name="T90" fmla="*/ 30 w 75"/>
                <a:gd name="T91" fmla="*/ 7 h 52"/>
                <a:gd name="T92" fmla="*/ 25 w 75"/>
                <a:gd name="T93" fmla="*/ 8 h 52"/>
                <a:gd name="T94" fmla="*/ 22 w 75"/>
                <a:gd name="T95" fmla="*/ 6 h 52"/>
                <a:gd name="T96" fmla="*/ 17 w 75"/>
                <a:gd name="T97" fmla="*/ 6 h 52"/>
                <a:gd name="T98" fmla="*/ 14 w 75"/>
                <a:gd name="T99" fmla="*/ 3 h 52"/>
                <a:gd name="T100" fmla="*/ 8 w 75"/>
                <a:gd name="T101" fmla="*/ 4 h 52"/>
                <a:gd name="T102" fmla="*/ 2 w 75"/>
                <a:gd name="T103" fmla="*/ 8 h 52"/>
                <a:gd name="T104" fmla="*/ 0 w 75"/>
                <a:gd name="T105" fmla="*/ 9 h 52"/>
                <a:gd name="T106" fmla="*/ 2 w 75"/>
                <a:gd name="T107" fmla="*/ 13 h 52"/>
                <a:gd name="T108" fmla="*/ 5 w 75"/>
                <a:gd name="T109" fmla="*/ 1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5" h="52">
                  <a:moveTo>
                    <a:pt x="5" y="17"/>
                  </a:moveTo>
                  <a:cubicBezTo>
                    <a:pt x="6" y="19"/>
                    <a:pt x="6" y="18"/>
                    <a:pt x="7" y="18"/>
                  </a:cubicBezTo>
                  <a:cubicBezTo>
                    <a:pt x="8" y="18"/>
                    <a:pt x="9" y="17"/>
                    <a:pt x="10" y="18"/>
                  </a:cubicBezTo>
                  <a:cubicBezTo>
                    <a:pt x="14" y="18"/>
                    <a:pt x="15" y="20"/>
                    <a:pt x="15" y="23"/>
                  </a:cubicBezTo>
                  <a:cubicBezTo>
                    <a:pt x="15" y="23"/>
                    <a:pt x="15" y="24"/>
                    <a:pt x="15" y="24"/>
                  </a:cubicBezTo>
                  <a:cubicBezTo>
                    <a:pt x="15" y="25"/>
                    <a:pt x="16" y="25"/>
                    <a:pt x="16" y="25"/>
                  </a:cubicBezTo>
                  <a:cubicBezTo>
                    <a:pt x="17" y="25"/>
                    <a:pt x="18" y="24"/>
                    <a:pt x="19" y="25"/>
                  </a:cubicBezTo>
                  <a:cubicBezTo>
                    <a:pt x="22" y="25"/>
                    <a:pt x="22" y="26"/>
                    <a:pt x="22" y="27"/>
                  </a:cubicBezTo>
                  <a:cubicBezTo>
                    <a:pt x="22" y="28"/>
                    <a:pt x="22" y="29"/>
                    <a:pt x="23" y="30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26" y="30"/>
                    <a:pt x="28" y="29"/>
                    <a:pt x="30" y="30"/>
                  </a:cubicBezTo>
                  <a:cubicBezTo>
                    <a:pt x="33" y="31"/>
                    <a:pt x="33" y="34"/>
                    <a:pt x="33" y="37"/>
                  </a:cubicBezTo>
                  <a:cubicBezTo>
                    <a:pt x="33" y="37"/>
                    <a:pt x="33" y="38"/>
                    <a:pt x="33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4" y="39"/>
                    <a:pt x="36" y="39"/>
                  </a:cubicBezTo>
                  <a:cubicBezTo>
                    <a:pt x="38" y="39"/>
                    <a:pt x="39" y="38"/>
                    <a:pt x="40" y="37"/>
                  </a:cubicBezTo>
                  <a:cubicBezTo>
                    <a:pt x="42" y="36"/>
                    <a:pt x="43" y="35"/>
                    <a:pt x="45" y="35"/>
                  </a:cubicBezTo>
                  <a:cubicBezTo>
                    <a:pt x="47" y="35"/>
                    <a:pt x="48" y="37"/>
                    <a:pt x="48" y="40"/>
                  </a:cubicBezTo>
                  <a:cubicBezTo>
                    <a:pt x="48" y="41"/>
                    <a:pt x="48" y="42"/>
                    <a:pt x="49" y="43"/>
                  </a:cubicBezTo>
                  <a:cubicBezTo>
                    <a:pt x="50" y="45"/>
                    <a:pt x="53" y="47"/>
                    <a:pt x="56" y="48"/>
                  </a:cubicBezTo>
                  <a:cubicBezTo>
                    <a:pt x="57" y="49"/>
                    <a:pt x="58" y="50"/>
                    <a:pt x="59" y="50"/>
                  </a:cubicBezTo>
                  <a:cubicBezTo>
                    <a:pt x="60" y="51"/>
                    <a:pt x="61" y="51"/>
                    <a:pt x="62" y="52"/>
                  </a:cubicBezTo>
                  <a:cubicBezTo>
                    <a:pt x="63" y="52"/>
                    <a:pt x="64" y="52"/>
                    <a:pt x="65" y="52"/>
                  </a:cubicBezTo>
                  <a:cubicBezTo>
                    <a:pt x="65" y="51"/>
                    <a:pt x="65" y="49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5" y="47"/>
                    <a:pt x="65" y="47"/>
                    <a:pt x="65" y="47"/>
                  </a:cubicBezTo>
                  <a:cubicBezTo>
                    <a:pt x="64" y="44"/>
                    <a:pt x="63" y="43"/>
                    <a:pt x="65" y="38"/>
                  </a:cubicBezTo>
                  <a:cubicBezTo>
                    <a:pt x="66" y="34"/>
                    <a:pt x="68" y="34"/>
                    <a:pt x="70" y="34"/>
                  </a:cubicBezTo>
                  <a:cubicBezTo>
                    <a:pt x="71" y="34"/>
                    <a:pt x="72" y="34"/>
                    <a:pt x="73" y="33"/>
                  </a:cubicBezTo>
                  <a:cubicBezTo>
                    <a:pt x="75" y="32"/>
                    <a:pt x="75" y="30"/>
                    <a:pt x="74" y="28"/>
                  </a:cubicBezTo>
                  <a:cubicBezTo>
                    <a:pt x="74" y="27"/>
                    <a:pt x="74" y="27"/>
                    <a:pt x="74" y="26"/>
                  </a:cubicBezTo>
                  <a:cubicBezTo>
                    <a:pt x="73" y="24"/>
                    <a:pt x="72" y="23"/>
                    <a:pt x="71" y="21"/>
                  </a:cubicBezTo>
                  <a:cubicBezTo>
                    <a:pt x="70" y="20"/>
                    <a:pt x="69" y="19"/>
                    <a:pt x="68" y="18"/>
                  </a:cubicBezTo>
                  <a:cubicBezTo>
                    <a:pt x="65" y="14"/>
                    <a:pt x="66" y="13"/>
                    <a:pt x="67" y="10"/>
                  </a:cubicBezTo>
                  <a:cubicBezTo>
                    <a:pt x="67" y="10"/>
                    <a:pt x="68" y="9"/>
                    <a:pt x="68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7" y="8"/>
                    <a:pt x="55" y="8"/>
                    <a:pt x="52" y="6"/>
                  </a:cubicBezTo>
                  <a:cubicBezTo>
                    <a:pt x="50" y="5"/>
                    <a:pt x="50" y="4"/>
                    <a:pt x="49" y="3"/>
                  </a:cubicBezTo>
                  <a:cubicBezTo>
                    <a:pt x="48" y="3"/>
                    <a:pt x="48" y="2"/>
                    <a:pt x="45" y="1"/>
                  </a:cubicBezTo>
                  <a:cubicBezTo>
                    <a:pt x="43" y="0"/>
                    <a:pt x="43" y="0"/>
                    <a:pt x="42" y="1"/>
                  </a:cubicBezTo>
                  <a:cubicBezTo>
                    <a:pt x="41" y="1"/>
                    <a:pt x="40" y="1"/>
                    <a:pt x="39" y="1"/>
                  </a:cubicBezTo>
                  <a:cubicBezTo>
                    <a:pt x="38" y="1"/>
                    <a:pt x="37" y="1"/>
                    <a:pt x="36" y="2"/>
                  </a:cubicBezTo>
                  <a:cubicBezTo>
                    <a:pt x="36" y="3"/>
                    <a:pt x="34" y="4"/>
                    <a:pt x="33" y="5"/>
                  </a:cubicBezTo>
                  <a:cubicBezTo>
                    <a:pt x="33" y="5"/>
                    <a:pt x="32" y="6"/>
                    <a:pt x="30" y="7"/>
                  </a:cubicBezTo>
                  <a:cubicBezTo>
                    <a:pt x="29" y="8"/>
                    <a:pt x="26" y="9"/>
                    <a:pt x="25" y="8"/>
                  </a:cubicBezTo>
                  <a:cubicBezTo>
                    <a:pt x="24" y="8"/>
                    <a:pt x="25" y="7"/>
                    <a:pt x="22" y="6"/>
                  </a:cubicBezTo>
                  <a:cubicBezTo>
                    <a:pt x="20" y="6"/>
                    <a:pt x="19" y="7"/>
                    <a:pt x="17" y="6"/>
                  </a:cubicBezTo>
                  <a:cubicBezTo>
                    <a:pt x="16" y="5"/>
                    <a:pt x="15" y="3"/>
                    <a:pt x="14" y="3"/>
                  </a:cubicBezTo>
                  <a:cubicBezTo>
                    <a:pt x="12" y="3"/>
                    <a:pt x="10" y="2"/>
                    <a:pt x="8" y="4"/>
                  </a:cubicBezTo>
                  <a:cubicBezTo>
                    <a:pt x="6" y="6"/>
                    <a:pt x="4" y="8"/>
                    <a:pt x="2" y="8"/>
                  </a:cubicBezTo>
                  <a:cubicBezTo>
                    <a:pt x="2" y="8"/>
                    <a:pt x="1" y="9"/>
                    <a:pt x="0" y="9"/>
                  </a:cubicBezTo>
                  <a:cubicBezTo>
                    <a:pt x="1" y="10"/>
                    <a:pt x="1" y="11"/>
                    <a:pt x="2" y="13"/>
                  </a:cubicBezTo>
                  <a:cubicBezTo>
                    <a:pt x="2" y="15"/>
                    <a:pt x="3" y="16"/>
                    <a:pt x="5" y="1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8" name="Freeform 379">
              <a:extLst>
                <a:ext uri="{FF2B5EF4-FFF2-40B4-BE49-F238E27FC236}">
                  <a16:creationId xmlns:a16="http://schemas.microsoft.com/office/drawing/2014/main" id="{FBE860CE-A124-7611-6F53-610727F011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5701" y="2288505"/>
              <a:ext cx="716477" cy="423116"/>
            </a:xfrm>
            <a:custGeom>
              <a:avLst/>
              <a:gdLst>
                <a:gd name="T0" fmla="*/ 416 w 654"/>
                <a:gd name="T1" fmla="*/ 148 h 394"/>
                <a:gd name="T2" fmla="*/ 391 w 654"/>
                <a:gd name="T3" fmla="*/ 115 h 394"/>
                <a:gd name="T4" fmla="*/ 348 w 654"/>
                <a:gd name="T5" fmla="*/ 65 h 394"/>
                <a:gd name="T6" fmla="*/ 290 w 654"/>
                <a:gd name="T7" fmla="*/ 70 h 394"/>
                <a:gd name="T8" fmla="*/ 244 w 654"/>
                <a:gd name="T9" fmla="*/ 20 h 394"/>
                <a:gd name="T10" fmla="*/ 77 w 654"/>
                <a:gd name="T11" fmla="*/ 5 h 394"/>
                <a:gd name="T12" fmla="*/ 42 w 654"/>
                <a:gd name="T13" fmla="*/ 32 h 394"/>
                <a:gd name="T14" fmla="*/ 60 w 654"/>
                <a:gd name="T15" fmla="*/ 65 h 394"/>
                <a:gd name="T16" fmla="*/ 90 w 654"/>
                <a:gd name="T17" fmla="*/ 97 h 394"/>
                <a:gd name="T18" fmla="*/ 97 w 654"/>
                <a:gd name="T19" fmla="*/ 114 h 394"/>
                <a:gd name="T20" fmla="*/ 78 w 654"/>
                <a:gd name="T21" fmla="*/ 108 h 394"/>
                <a:gd name="T22" fmla="*/ 108 w 654"/>
                <a:gd name="T23" fmla="*/ 129 h 394"/>
                <a:gd name="T24" fmla="*/ 132 w 654"/>
                <a:gd name="T25" fmla="*/ 162 h 394"/>
                <a:gd name="T26" fmla="*/ 166 w 654"/>
                <a:gd name="T27" fmla="*/ 201 h 394"/>
                <a:gd name="T28" fmla="*/ 180 w 654"/>
                <a:gd name="T29" fmla="*/ 195 h 394"/>
                <a:gd name="T30" fmla="*/ 162 w 654"/>
                <a:gd name="T31" fmla="*/ 185 h 394"/>
                <a:gd name="T32" fmla="*/ 152 w 654"/>
                <a:gd name="T33" fmla="*/ 150 h 394"/>
                <a:gd name="T34" fmla="*/ 136 w 654"/>
                <a:gd name="T35" fmla="*/ 127 h 394"/>
                <a:gd name="T36" fmla="*/ 108 w 654"/>
                <a:gd name="T37" fmla="*/ 89 h 394"/>
                <a:gd name="T38" fmla="*/ 75 w 654"/>
                <a:gd name="T39" fmla="*/ 43 h 394"/>
                <a:gd name="T40" fmla="*/ 92 w 654"/>
                <a:gd name="T41" fmla="*/ 26 h 394"/>
                <a:gd name="T42" fmla="*/ 112 w 654"/>
                <a:gd name="T43" fmla="*/ 43 h 394"/>
                <a:gd name="T44" fmla="*/ 134 w 654"/>
                <a:gd name="T45" fmla="*/ 85 h 394"/>
                <a:gd name="T46" fmla="*/ 163 w 654"/>
                <a:gd name="T47" fmla="*/ 115 h 394"/>
                <a:gd name="T48" fmla="*/ 190 w 654"/>
                <a:gd name="T49" fmla="*/ 138 h 394"/>
                <a:gd name="T50" fmla="*/ 191 w 654"/>
                <a:gd name="T51" fmla="*/ 155 h 394"/>
                <a:gd name="T52" fmla="*/ 213 w 654"/>
                <a:gd name="T53" fmla="*/ 168 h 394"/>
                <a:gd name="T54" fmla="*/ 234 w 654"/>
                <a:gd name="T55" fmla="*/ 191 h 394"/>
                <a:gd name="T56" fmla="*/ 267 w 654"/>
                <a:gd name="T57" fmla="*/ 242 h 394"/>
                <a:gd name="T58" fmla="*/ 272 w 654"/>
                <a:gd name="T59" fmla="*/ 268 h 394"/>
                <a:gd name="T60" fmla="*/ 290 w 654"/>
                <a:gd name="T61" fmla="*/ 300 h 394"/>
                <a:gd name="T62" fmla="*/ 339 w 654"/>
                <a:gd name="T63" fmla="*/ 323 h 394"/>
                <a:gd name="T64" fmla="*/ 397 w 654"/>
                <a:gd name="T65" fmla="*/ 351 h 394"/>
                <a:gd name="T66" fmla="*/ 440 w 654"/>
                <a:gd name="T67" fmla="*/ 367 h 394"/>
                <a:gd name="T68" fmla="*/ 486 w 654"/>
                <a:gd name="T69" fmla="*/ 357 h 394"/>
                <a:gd name="T70" fmla="*/ 528 w 654"/>
                <a:gd name="T71" fmla="*/ 379 h 394"/>
                <a:gd name="T72" fmla="*/ 549 w 654"/>
                <a:gd name="T73" fmla="*/ 366 h 394"/>
                <a:gd name="T74" fmla="*/ 558 w 654"/>
                <a:gd name="T75" fmla="*/ 340 h 394"/>
                <a:gd name="T76" fmla="*/ 565 w 654"/>
                <a:gd name="T77" fmla="*/ 333 h 394"/>
                <a:gd name="T78" fmla="*/ 614 w 654"/>
                <a:gd name="T79" fmla="*/ 316 h 394"/>
                <a:gd name="T80" fmla="*/ 633 w 654"/>
                <a:gd name="T81" fmla="*/ 313 h 394"/>
                <a:gd name="T82" fmla="*/ 640 w 654"/>
                <a:gd name="T83" fmla="*/ 281 h 394"/>
                <a:gd name="T84" fmla="*/ 634 w 654"/>
                <a:gd name="T85" fmla="*/ 246 h 394"/>
                <a:gd name="T86" fmla="*/ 578 w 654"/>
                <a:gd name="T87" fmla="*/ 268 h 394"/>
                <a:gd name="T88" fmla="*/ 561 w 654"/>
                <a:gd name="T89" fmla="*/ 309 h 394"/>
                <a:gd name="T90" fmla="*/ 514 w 654"/>
                <a:gd name="T91" fmla="*/ 315 h 394"/>
                <a:gd name="T92" fmla="*/ 464 w 654"/>
                <a:gd name="T93" fmla="*/ 311 h 394"/>
                <a:gd name="T94" fmla="*/ 448 w 654"/>
                <a:gd name="T95" fmla="*/ 274 h 394"/>
                <a:gd name="T96" fmla="*/ 427 w 654"/>
                <a:gd name="T97" fmla="*/ 224 h 394"/>
                <a:gd name="T98" fmla="*/ 429 w 654"/>
                <a:gd name="T99" fmla="*/ 171 h 394"/>
                <a:gd name="T100" fmla="*/ 438 w 654"/>
                <a:gd name="T101" fmla="*/ 154 h 394"/>
                <a:gd name="T102" fmla="*/ 109 w 654"/>
                <a:gd name="T103" fmla="*/ 76 h 394"/>
                <a:gd name="T104" fmla="*/ 66 w 654"/>
                <a:gd name="T105" fmla="*/ 103 h 394"/>
                <a:gd name="T106" fmla="*/ 127 w 654"/>
                <a:gd name="T107" fmla="*/ 81 h 394"/>
                <a:gd name="T108" fmla="*/ 55 w 654"/>
                <a:gd name="T109" fmla="*/ 169 h 394"/>
                <a:gd name="T110" fmla="*/ 77 w 654"/>
                <a:gd name="T111" fmla="*/ 316 h 394"/>
                <a:gd name="T112" fmla="*/ 242 w 654"/>
                <a:gd name="T113" fmla="*/ 24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54" h="394">
                  <a:moveTo>
                    <a:pt x="438" y="154"/>
                  </a:moveTo>
                  <a:cubicBezTo>
                    <a:pt x="436" y="154"/>
                    <a:pt x="434" y="154"/>
                    <a:pt x="433" y="153"/>
                  </a:cubicBezTo>
                  <a:cubicBezTo>
                    <a:pt x="432" y="153"/>
                    <a:pt x="431" y="152"/>
                    <a:pt x="430" y="152"/>
                  </a:cubicBezTo>
                  <a:cubicBezTo>
                    <a:pt x="429" y="151"/>
                    <a:pt x="428" y="150"/>
                    <a:pt x="427" y="149"/>
                  </a:cubicBezTo>
                  <a:cubicBezTo>
                    <a:pt x="426" y="149"/>
                    <a:pt x="425" y="149"/>
                    <a:pt x="424" y="149"/>
                  </a:cubicBezTo>
                  <a:cubicBezTo>
                    <a:pt x="421" y="149"/>
                    <a:pt x="418" y="149"/>
                    <a:pt x="416" y="148"/>
                  </a:cubicBezTo>
                  <a:cubicBezTo>
                    <a:pt x="415" y="147"/>
                    <a:pt x="412" y="146"/>
                    <a:pt x="410" y="145"/>
                  </a:cubicBezTo>
                  <a:cubicBezTo>
                    <a:pt x="406" y="143"/>
                    <a:pt x="400" y="141"/>
                    <a:pt x="399" y="140"/>
                  </a:cubicBezTo>
                  <a:cubicBezTo>
                    <a:pt x="398" y="139"/>
                    <a:pt x="396" y="135"/>
                    <a:pt x="394" y="131"/>
                  </a:cubicBezTo>
                  <a:cubicBezTo>
                    <a:pt x="393" y="128"/>
                    <a:pt x="392" y="125"/>
                    <a:pt x="392" y="123"/>
                  </a:cubicBezTo>
                  <a:cubicBezTo>
                    <a:pt x="392" y="121"/>
                    <a:pt x="392" y="120"/>
                    <a:pt x="392" y="118"/>
                  </a:cubicBezTo>
                  <a:cubicBezTo>
                    <a:pt x="392" y="117"/>
                    <a:pt x="392" y="116"/>
                    <a:pt x="391" y="115"/>
                  </a:cubicBezTo>
                  <a:cubicBezTo>
                    <a:pt x="391" y="114"/>
                    <a:pt x="389" y="113"/>
                    <a:pt x="388" y="113"/>
                  </a:cubicBezTo>
                  <a:cubicBezTo>
                    <a:pt x="386" y="112"/>
                    <a:pt x="384" y="112"/>
                    <a:pt x="383" y="111"/>
                  </a:cubicBezTo>
                  <a:cubicBezTo>
                    <a:pt x="382" y="109"/>
                    <a:pt x="377" y="101"/>
                    <a:pt x="372" y="93"/>
                  </a:cubicBezTo>
                  <a:cubicBezTo>
                    <a:pt x="368" y="86"/>
                    <a:pt x="364" y="79"/>
                    <a:pt x="363" y="78"/>
                  </a:cubicBezTo>
                  <a:cubicBezTo>
                    <a:pt x="361" y="76"/>
                    <a:pt x="358" y="72"/>
                    <a:pt x="355" y="69"/>
                  </a:cubicBezTo>
                  <a:cubicBezTo>
                    <a:pt x="352" y="67"/>
                    <a:pt x="350" y="66"/>
                    <a:pt x="348" y="65"/>
                  </a:cubicBezTo>
                  <a:cubicBezTo>
                    <a:pt x="345" y="64"/>
                    <a:pt x="341" y="64"/>
                    <a:pt x="336" y="64"/>
                  </a:cubicBezTo>
                  <a:cubicBezTo>
                    <a:pt x="332" y="65"/>
                    <a:pt x="329" y="66"/>
                    <a:pt x="327" y="67"/>
                  </a:cubicBezTo>
                  <a:cubicBezTo>
                    <a:pt x="326" y="68"/>
                    <a:pt x="324" y="71"/>
                    <a:pt x="323" y="73"/>
                  </a:cubicBezTo>
                  <a:cubicBezTo>
                    <a:pt x="320" y="78"/>
                    <a:pt x="317" y="83"/>
                    <a:pt x="313" y="83"/>
                  </a:cubicBezTo>
                  <a:cubicBezTo>
                    <a:pt x="311" y="82"/>
                    <a:pt x="307" y="80"/>
                    <a:pt x="302" y="78"/>
                  </a:cubicBezTo>
                  <a:cubicBezTo>
                    <a:pt x="298" y="75"/>
                    <a:pt x="293" y="73"/>
                    <a:pt x="290" y="70"/>
                  </a:cubicBezTo>
                  <a:cubicBezTo>
                    <a:pt x="285" y="66"/>
                    <a:pt x="285" y="63"/>
                    <a:pt x="283" y="59"/>
                  </a:cubicBezTo>
                  <a:cubicBezTo>
                    <a:pt x="283" y="58"/>
                    <a:pt x="283" y="58"/>
                    <a:pt x="283" y="57"/>
                  </a:cubicBezTo>
                  <a:cubicBezTo>
                    <a:pt x="282" y="55"/>
                    <a:pt x="281" y="52"/>
                    <a:pt x="281" y="51"/>
                  </a:cubicBezTo>
                  <a:cubicBezTo>
                    <a:pt x="280" y="49"/>
                    <a:pt x="279" y="47"/>
                    <a:pt x="278" y="46"/>
                  </a:cubicBezTo>
                  <a:cubicBezTo>
                    <a:pt x="276" y="45"/>
                    <a:pt x="263" y="35"/>
                    <a:pt x="253" y="27"/>
                  </a:cubicBezTo>
                  <a:cubicBezTo>
                    <a:pt x="248" y="23"/>
                    <a:pt x="245" y="20"/>
                    <a:pt x="244" y="20"/>
                  </a:cubicBezTo>
                  <a:cubicBezTo>
                    <a:pt x="243" y="20"/>
                    <a:pt x="219" y="21"/>
                    <a:pt x="213" y="21"/>
                  </a:cubicBezTo>
                  <a:cubicBezTo>
                    <a:pt x="213" y="23"/>
                    <a:pt x="212" y="28"/>
                    <a:pt x="211" y="29"/>
                  </a:cubicBezTo>
                  <a:cubicBezTo>
                    <a:pt x="209" y="30"/>
                    <a:pt x="155" y="30"/>
                    <a:pt x="155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154" y="30"/>
                    <a:pt x="154" y="30"/>
                    <a:pt x="154" y="30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1" y="7"/>
                    <a:pt x="33" y="11"/>
                    <a:pt x="35" y="15"/>
                  </a:cubicBezTo>
                  <a:cubicBezTo>
                    <a:pt x="37" y="20"/>
                    <a:pt x="41" y="27"/>
                    <a:pt x="42" y="32"/>
                  </a:cubicBezTo>
                  <a:cubicBezTo>
                    <a:pt x="44" y="36"/>
                    <a:pt x="43" y="35"/>
                    <a:pt x="46" y="37"/>
                  </a:cubicBezTo>
                  <a:cubicBezTo>
                    <a:pt x="48" y="40"/>
                    <a:pt x="49" y="40"/>
                    <a:pt x="50" y="42"/>
                  </a:cubicBezTo>
                  <a:cubicBezTo>
                    <a:pt x="50" y="44"/>
                    <a:pt x="50" y="46"/>
                    <a:pt x="51" y="49"/>
                  </a:cubicBezTo>
                  <a:cubicBezTo>
                    <a:pt x="52" y="52"/>
                    <a:pt x="54" y="50"/>
                    <a:pt x="55" y="52"/>
                  </a:cubicBezTo>
                  <a:cubicBezTo>
                    <a:pt x="57" y="54"/>
                    <a:pt x="56" y="56"/>
                    <a:pt x="56" y="58"/>
                  </a:cubicBezTo>
                  <a:cubicBezTo>
                    <a:pt x="56" y="60"/>
                    <a:pt x="57" y="61"/>
                    <a:pt x="60" y="65"/>
                  </a:cubicBezTo>
                  <a:cubicBezTo>
                    <a:pt x="63" y="69"/>
                    <a:pt x="64" y="67"/>
                    <a:pt x="66" y="69"/>
                  </a:cubicBezTo>
                  <a:cubicBezTo>
                    <a:pt x="68" y="70"/>
                    <a:pt x="71" y="72"/>
                    <a:pt x="74" y="74"/>
                  </a:cubicBezTo>
                  <a:cubicBezTo>
                    <a:pt x="76" y="76"/>
                    <a:pt x="78" y="78"/>
                    <a:pt x="80" y="81"/>
                  </a:cubicBezTo>
                  <a:cubicBezTo>
                    <a:pt x="82" y="84"/>
                    <a:pt x="86" y="88"/>
                    <a:pt x="87" y="89"/>
                  </a:cubicBezTo>
                  <a:cubicBezTo>
                    <a:pt x="88" y="89"/>
                    <a:pt x="91" y="91"/>
                    <a:pt x="91" y="93"/>
                  </a:cubicBezTo>
                  <a:cubicBezTo>
                    <a:pt x="91" y="95"/>
                    <a:pt x="91" y="95"/>
                    <a:pt x="90" y="97"/>
                  </a:cubicBezTo>
                  <a:cubicBezTo>
                    <a:pt x="88" y="98"/>
                    <a:pt x="89" y="98"/>
                    <a:pt x="89" y="100"/>
                  </a:cubicBezTo>
                  <a:cubicBezTo>
                    <a:pt x="89" y="102"/>
                    <a:pt x="89" y="102"/>
                    <a:pt x="88" y="103"/>
                  </a:cubicBezTo>
                  <a:cubicBezTo>
                    <a:pt x="87" y="104"/>
                    <a:pt x="88" y="105"/>
                    <a:pt x="88" y="107"/>
                  </a:cubicBezTo>
                  <a:cubicBezTo>
                    <a:pt x="88" y="108"/>
                    <a:pt x="90" y="108"/>
                    <a:pt x="92" y="109"/>
                  </a:cubicBezTo>
                  <a:cubicBezTo>
                    <a:pt x="95" y="109"/>
                    <a:pt x="94" y="109"/>
                    <a:pt x="95" y="110"/>
                  </a:cubicBezTo>
                  <a:cubicBezTo>
                    <a:pt x="96" y="111"/>
                    <a:pt x="97" y="112"/>
                    <a:pt x="97" y="114"/>
                  </a:cubicBezTo>
                  <a:cubicBezTo>
                    <a:pt x="97" y="115"/>
                    <a:pt x="96" y="115"/>
                    <a:pt x="95" y="115"/>
                  </a:cubicBezTo>
                  <a:cubicBezTo>
                    <a:pt x="94" y="115"/>
                    <a:pt x="94" y="114"/>
                    <a:pt x="94" y="114"/>
                  </a:cubicBezTo>
                  <a:cubicBezTo>
                    <a:pt x="93" y="113"/>
                    <a:pt x="91" y="113"/>
                    <a:pt x="90" y="113"/>
                  </a:cubicBezTo>
                  <a:cubicBezTo>
                    <a:pt x="88" y="113"/>
                    <a:pt x="88" y="112"/>
                    <a:pt x="87" y="111"/>
                  </a:cubicBezTo>
                  <a:cubicBezTo>
                    <a:pt x="86" y="110"/>
                    <a:pt x="86" y="109"/>
                    <a:pt x="84" y="109"/>
                  </a:cubicBezTo>
                  <a:cubicBezTo>
                    <a:pt x="83" y="108"/>
                    <a:pt x="80" y="108"/>
                    <a:pt x="78" y="108"/>
                  </a:cubicBezTo>
                  <a:cubicBezTo>
                    <a:pt x="77" y="108"/>
                    <a:pt x="75" y="108"/>
                    <a:pt x="74" y="109"/>
                  </a:cubicBezTo>
                  <a:cubicBezTo>
                    <a:pt x="73" y="109"/>
                    <a:pt x="72" y="110"/>
                    <a:pt x="73" y="111"/>
                  </a:cubicBezTo>
                  <a:cubicBezTo>
                    <a:pt x="73" y="112"/>
                    <a:pt x="79" y="117"/>
                    <a:pt x="81" y="120"/>
                  </a:cubicBezTo>
                  <a:cubicBezTo>
                    <a:pt x="84" y="122"/>
                    <a:pt x="93" y="128"/>
                    <a:pt x="94" y="129"/>
                  </a:cubicBezTo>
                  <a:cubicBezTo>
                    <a:pt x="95" y="130"/>
                    <a:pt x="101" y="132"/>
                    <a:pt x="103" y="131"/>
                  </a:cubicBezTo>
                  <a:cubicBezTo>
                    <a:pt x="105" y="131"/>
                    <a:pt x="107" y="131"/>
                    <a:pt x="108" y="129"/>
                  </a:cubicBezTo>
                  <a:cubicBezTo>
                    <a:pt x="109" y="128"/>
                    <a:pt x="110" y="127"/>
                    <a:pt x="110" y="129"/>
                  </a:cubicBezTo>
                  <a:cubicBezTo>
                    <a:pt x="111" y="130"/>
                    <a:pt x="110" y="131"/>
                    <a:pt x="111" y="134"/>
                  </a:cubicBezTo>
                  <a:cubicBezTo>
                    <a:pt x="113" y="137"/>
                    <a:pt x="118" y="139"/>
                    <a:pt x="121" y="141"/>
                  </a:cubicBezTo>
                  <a:cubicBezTo>
                    <a:pt x="125" y="144"/>
                    <a:pt x="127" y="146"/>
                    <a:pt x="129" y="148"/>
                  </a:cubicBezTo>
                  <a:cubicBezTo>
                    <a:pt x="132" y="150"/>
                    <a:pt x="130" y="152"/>
                    <a:pt x="131" y="156"/>
                  </a:cubicBezTo>
                  <a:cubicBezTo>
                    <a:pt x="132" y="159"/>
                    <a:pt x="132" y="159"/>
                    <a:pt x="132" y="162"/>
                  </a:cubicBezTo>
                  <a:cubicBezTo>
                    <a:pt x="133" y="165"/>
                    <a:pt x="130" y="164"/>
                    <a:pt x="131" y="170"/>
                  </a:cubicBezTo>
                  <a:cubicBezTo>
                    <a:pt x="131" y="176"/>
                    <a:pt x="132" y="176"/>
                    <a:pt x="133" y="176"/>
                  </a:cubicBezTo>
                  <a:cubicBezTo>
                    <a:pt x="134" y="176"/>
                    <a:pt x="136" y="177"/>
                    <a:pt x="139" y="179"/>
                  </a:cubicBezTo>
                  <a:cubicBezTo>
                    <a:pt x="142" y="181"/>
                    <a:pt x="147" y="185"/>
                    <a:pt x="150" y="188"/>
                  </a:cubicBezTo>
                  <a:cubicBezTo>
                    <a:pt x="154" y="191"/>
                    <a:pt x="156" y="192"/>
                    <a:pt x="159" y="195"/>
                  </a:cubicBezTo>
                  <a:cubicBezTo>
                    <a:pt x="163" y="197"/>
                    <a:pt x="164" y="199"/>
                    <a:pt x="166" y="201"/>
                  </a:cubicBezTo>
                  <a:cubicBezTo>
                    <a:pt x="168" y="202"/>
                    <a:pt x="172" y="207"/>
                    <a:pt x="173" y="208"/>
                  </a:cubicBezTo>
                  <a:cubicBezTo>
                    <a:pt x="175" y="210"/>
                    <a:pt x="176" y="217"/>
                    <a:pt x="178" y="215"/>
                  </a:cubicBezTo>
                  <a:cubicBezTo>
                    <a:pt x="179" y="212"/>
                    <a:pt x="181" y="213"/>
                    <a:pt x="184" y="212"/>
                  </a:cubicBezTo>
                  <a:cubicBezTo>
                    <a:pt x="187" y="211"/>
                    <a:pt x="186" y="208"/>
                    <a:pt x="186" y="205"/>
                  </a:cubicBezTo>
                  <a:cubicBezTo>
                    <a:pt x="186" y="203"/>
                    <a:pt x="186" y="202"/>
                    <a:pt x="184" y="201"/>
                  </a:cubicBezTo>
                  <a:cubicBezTo>
                    <a:pt x="182" y="199"/>
                    <a:pt x="181" y="199"/>
                    <a:pt x="180" y="195"/>
                  </a:cubicBezTo>
                  <a:cubicBezTo>
                    <a:pt x="179" y="191"/>
                    <a:pt x="178" y="192"/>
                    <a:pt x="177" y="191"/>
                  </a:cubicBezTo>
                  <a:cubicBezTo>
                    <a:pt x="175" y="191"/>
                    <a:pt x="174" y="190"/>
                    <a:pt x="173" y="189"/>
                  </a:cubicBezTo>
                  <a:cubicBezTo>
                    <a:pt x="172" y="188"/>
                    <a:pt x="172" y="188"/>
                    <a:pt x="171" y="187"/>
                  </a:cubicBezTo>
                  <a:cubicBezTo>
                    <a:pt x="169" y="186"/>
                    <a:pt x="169" y="187"/>
                    <a:pt x="168" y="188"/>
                  </a:cubicBezTo>
                  <a:cubicBezTo>
                    <a:pt x="167" y="188"/>
                    <a:pt x="166" y="188"/>
                    <a:pt x="165" y="187"/>
                  </a:cubicBezTo>
                  <a:cubicBezTo>
                    <a:pt x="164" y="186"/>
                    <a:pt x="163" y="186"/>
                    <a:pt x="162" y="185"/>
                  </a:cubicBezTo>
                  <a:cubicBezTo>
                    <a:pt x="161" y="183"/>
                    <a:pt x="161" y="182"/>
                    <a:pt x="161" y="181"/>
                  </a:cubicBezTo>
                  <a:cubicBezTo>
                    <a:pt x="161" y="179"/>
                    <a:pt x="161" y="176"/>
                    <a:pt x="161" y="173"/>
                  </a:cubicBezTo>
                  <a:cubicBezTo>
                    <a:pt x="160" y="170"/>
                    <a:pt x="160" y="170"/>
                    <a:pt x="158" y="168"/>
                  </a:cubicBezTo>
                  <a:cubicBezTo>
                    <a:pt x="157" y="165"/>
                    <a:pt x="155" y="164"/>
                    <a:pt x="154" y="160"/>
                  </a:cubicBezTo>
                  <a:cubicBezTo>
                    <a:pt x="152" y="157"/>
                    <a:pt x="153" y="155"/>
                    <a:pt x="152" y="153"/>
                  </a:cubicBezTo>
                  <a:cubicBezTo>
                    <a:pt x="151" y="152"/>
                    <a:pt x="152" y="151"/>
                    <a:pt x="152" y="150"/>
                  </a:cubicBezTo>
                  <a:cubicBezTo>
                    <a:pt x="151" y="149"/>
                    <a:pt x="150" y="149"/>
                    <a:pt x="149" y="148"/>
                  </a:cubicBezTo>
                  <a:cubicBezTo>
                    <a:pt x="148" y="146"/>
                    <a:pt x="149" y="145"/>
                    <a:pt x="148" y="142"/>
                  </a:cubicBezTo>
                  <a:cubicBezTo>
                    <a:pt x="147" y="139"/>
                    <a:pt x="146" y="138"/>
                    <a:pt x="144" y="136"/>
                  </a:cubicBezTo>
                  <a:cubicBezTo>
                    <a:pt x="143" y="134"/>
                    <a:pt x="141" y="134"/>
                    <a:pt x="140" y="134"/>
                  </a:cubicBezTo>
                  <a:cubicBezTo>
                    <a:pt x="139" y="134"/>
                    <a:pt x="138" y="134"/>
                    <a:pt x="137" y="132"/>
                  </a:cubicBezTo>
                  <a:cubicBezTo>
                    <a:pt x="136" y="131"/>
                    <a:pt x="136" y="130"/>
                    <a:pt x="136" y="127"/>
                  </a:cubicBezTo>
                  <a:cubicBezTo>
                    <a:pt x="136" y="125"/>
                    <a:pt x="133" y="124"/>
                    <a:pt x="131" y="123"/>
                  </a:cubicBezTo>
                  <a:cubicBezTo>
                    <a:pt x="129" y="122"/>
                    <a:pt x="128" y="122"/>
                    <a:pt x="126" y="118"/>
                  </a:cubicBezTo>
                  <a:cubicBezTo>
                    <a:pt x="124" y="115"/>
                    <a:pt x="124" y="114"/>
                    <a:pt x="121" y="111"/>
                  </a:cubicBezTo>
                  <a:cubicBezTo>
                    <a:pt x="119" y="107"/>
                    <a:pt x="119" y="105"/>
                    <a:pt x="118" y="102"/>
                  </a:cubicBezTo>
                  <a:cubicBezTo>
                    <a:pt x="117" y="99"/>
                    <a:pt x="116" y="95"/>
                    <a:pt x="114" y="94"/>
                  </a:cubicBezTo>
                  <a:cubicBezTo>
                    <a:pt x="111" y="92"/>
                    <a:pt x="110" y="92"/>
                    <a:pt x="108" y="89"/>
                  </a:cubicBezTo>
                  <a:cubicBezTo>
                    <a:pt x="105" y="86"/>
                    <a:pt x="102" y="83"/>
                    <a:pt x="99" y="79"/>
                  </a:cubicBezTo>
                  <a:cubicBezTo>
                    <a:pt x="97" y="75"/>
                    <a:pt x="94" y="71"/>
                    <a:pt x="92" y="69"/>
                  </a:cubicBezTo>
                  <a:cubicBezTo>
                    <a:pt x="89" y="66"/>
                    <a:pt x="87" y="65"/>
                    <a:pt x="83" y="62"/>
                  </a:cubicBezTo>
                  <a:cubicBezTo>
                    <a:pt x="78" y="59"/>
                    <a:pt x="81" y="59"/>
                    <a:pt x="80" y="56"/>
                  </a:cubicBezTo>
                  <a:cubicBezTo>
                    <a:pt x="79" y="53"/>
                    <a:pt x="80" y="52"/>
                    <a:pt x="78" y="48"/>
                  </a:cubicBezTo>
                  <a:cubicBezTo>
                    <a:pt x="77" y="45"/>
                    <a:pt x="77" y="45"/>
                    <a:pt x="75" y="43"/>
                  </a:cubicBezTo>
                  <a:cubicBezTo>
                    <a:pt x="74" y="41"/>
                    <a:pt x="74" y="39"/>
                    <a:pt x="74" y="36"/>
                  </a:cubicBezTo>
                  <a:cubicBezTo>
                    <a:pt x="74" y="33"/>
                    <a:pt x="75" y="28"/>
                    <a:pt x="75" y="26"/>
                  </a:cubicBezTo>
                  <a:cubicBezTo>
                    <a:pt x="75" y="23"/>
                    <a:pt x="75" y="22"/>
                    <a:pt x="75" y="21"/>
                  </a:cubicBezTo>
                  <a:cubicBezTo>
                    <a:pt x="74" y="20"/>
                    <a:pt x="74" y="18"/>
                    <a:pt x="75" y="18"/>
                  </a:cubicBezTo>
                  <a:cubicBezTo>
                    <a:pt x="76" y="17"/>
                    <a:pt x="79" y="19"/>
                    <a:pt x="82" y="21"/>
                  </a:cubicBezTo>
                  <a:cubicBezTo>
                    <a:pt x="84" y="22"/>
                    <a:pt x="90" y="26"/>
                    <a:pt x="92" y="26"/>
                  </a:cubicBezTo>
                  <a:cubicBezTo>
                    <a:pt x="94" y="25"/>
                    <a:pt x="93" y="23"/>
                    <a:pt x="95" y="23"/>
                  </a:cubicBezTo>
                  <a:cubicBezTo>
                    <a:pt x="96" y="22"/>
                    <a:pt x="100" y="25"/>
                    <a:pt x="101" y="28"/>
                  </a:cubicBezTo>
                  <a:cubicBezTo>
                    <a:pt x="102" y="30"/>
                    <a:pt x="103" y="29"/>
                    <a:pt x="106" y="31"/>
                  </a:cubicBezTo>
                  <a:cubicBezTo>
                    <a:pt x="109" y="32"/>
                    <a:pt x="109" y="32"/>
                    <a:pt x="111" y="33"/>
                  </a:cubicBezTo>
                  <a:cubicBezTo>
                    <a:pt x="113" y="35"/>
                    <a:pt x="112" y="35"/>
                    <a:pt x="112" y="37"/>
                  </a:cubicBezTo>
                  <a:cubicBezTo>
                    <a:pt x="112" y="39"/>
                    <a:pt x="112" y="40"/>
                    <a:pt x="112" y="43"/>
                  </a:cubicBezTo>
                  <a:cubicBezTo>
                    <a:pt x="112" y="46"/>
                    <a:pt x="115" y="50"/>
                    <a:pt x="116" y="53"/>
                  </a:cubicBezTo>
                  <a:cubicBezTo>
                    <a:pt x="117" y="55"/>
                    <a:pt x="119" y="58"/>
                    <a:pt x="120" y="60"/>
                  </a:cubicBezTo>
                  <a:cubicBezTo>
                    <a:pt x="122" y="62"/>
                    <a:pt x="122" y="64"/>
                    <a:pt x="124" y="68"/>
                  </a:cubicBezTo>
                  <a:cubicBezTo>
                    <a:pt x="125" y="71"/>
                    <a:pt x="125" y="71"/>
                    <a:pt x="127" y="73"/>
                  </a:cubicBezTo>
                  <a:cubicBezTo>
                    <a:pt x="129" y="74"/>
                    <a:pt x="129" y="76"/>
                    <a:pt x="130" y="78"/>
                  </a:cubicBezTo>
                  <a:cubicBezTo>
                    <a:pt x="130" y="79"/>
                    <a:pt x="132" y="83"/>
                    <a:pt x="134" y="85"/>
                  </a:cubicBezTo>
                  <a:cubicBezTo>
                    <a:pt x="136" y="87"/>
                    <a:pt x="136" y="87"/>
                    <a:pt x="139" y="89"/>
                  </a:cubicBezTo>
                  <a:cubicBezTo>
                    <a:pt x="141" y="92"/>
                    <a:pt x="144" y="93"/>
                    <a:pt x="146" y="96"/>
                  </a:cubicBezTo>
                  <a:cubicBezTo>
                    <a:pt x="149" y="98"/>
                    <a:pt x="150" y="100"/>
                    <a:pt x="153" y="103"/>
                  </a:cubicBezTo>
                  <a:cubicBezTo>
                    <a:pt x="156" y="107"/>
                    <a:pt x="158" y="106"/>
                    <a:pt x="161" y="107"/>
                  </a:cubicBezTo>
                  <a:cubicBezTo>
                    <a:pt x="164" y="107"/>
                    <a:pt x="164" y="107"/>
                    <a:pt x="163" y="109"/>
                  </a:cubicBezTo>
                  <a:cubicBezTo>
                    <a:pt x="163" y="110"/>
                    <a:pt x="162" y="112"/>
                    <a:pt x="163" y="115"/>
                  </a:cubicBezTo>
                  <a:cubicBezTo>
                    <a:pt x="163" y="118"/>
                    <a:pt x="166" y="118"/>
                    <a:pt x="167" y="119"/>
                  </a:cubicBezTo>
                  <a:cubicBezTo>
                    <a:pt x="168" y="121"/>
                    <a:pt x="169" y="122"/>
                    <a:pt x="171" y="123"/>
                  </a:cubicBezTo>
                  <a:cubicBezTo>
                    <a:pt x="173" y="123"/>
                    <a:pt x="176" y="123"/>
                    <a:pt x="177" y="124"/>
                  </a:cubicBezTo>
                  <a:cubicBezTo>
                    <a:pt x="178" y="125"/>
                    <a:pt x="178" y="129"/>
                    <a:pt x="179" y="130"/>
                  </a:cubicBezTo>
                  <a:cubicBezTo>
                    <a:pt x="181" y="130"/>
                    <a:pt x="184" y="130"/>
                    <a:pt x="186" y="132"/>
                  </a:cubicBezTo>
                  <a:cubicBezTo>
                    <a:pt x="188" y="134"/>
                    <a:pt x="189" y="135"/>
                    <a:pt x="190" y="138"/>
                  </a:cubicBezTo>
                  <a:cubicBezTo>
                    <a:pt x="192" y="141"/>
                    <a:pt x="194" y="142"/>
                    <a:pt x="194" y="143"/>
                  </a:cubicBezTo>
                  <a:cubicBezTo>
                    <a:pt x="193" y="145"/>
                    <a:pt x="192" y="143"/>
                    <a:pt x="191" y="143"/>
                  </a:cubicBezTo>
                  <a:cubicBezTo>
                    <a:pt x="190" y="143"/>
                    <a:pt x="190" y="145"/>
                    <a:pt x="189" y="146"/>
                  </a:cubicBezTo>
                  <a:cubicBezTo>
                    <a:pt x="188" y="147"/>
                    <a:pt x="188" y="149"/>
                    <a:pt x="187" y="150"/>
                  </a:cubicBezTo>
                  <a:cubicBezTo>
                    <a:pt x="187" y="152"/>
                    <a:pt x="187" y="152"/>
                    <a:pt x="189" y="154"/>
                  </a:cubicBezTo>
                  <a:cubicBezTo>
                    <a:pt x="191" y="155"/>
                    <a:pt x="190" y="154"/>
                    <a:pt x="191" y="155"/>
                  </a:cubicBezTo>
                  <a:cubicBezTo>
                    <a:pt x="192" y="155"/>
                    <a:pt x="193" y="156"/>
                    <a:pt x="195" y="156"/>
                  </a:cubicBezTo>
                  <a:cubicBezTo>
                    <a:pt x="197" y="156"/>
                    <a:pt x="197" y="156"/>
                    <a:pt x="197" y="157"/>
                  </a:cubicBezTo>
                  <a:cubicBezTo>
                    <a:pt x="198" y="158"/>
                    <a:pt x="197" y="158"/>
                    <a:pt x="197" y="160"/>
                  </a:cubicBezTo>
                  <a:cubicBezTo>
                    <a:pt x="197" y="161"/>
                    <a:pt x="197" y="161"/>
                    <a:pt x="200" y="162"/>
                  </a:cubicBezTo>
                  <a:cubicBezTo>
                    <a:pt x="203" y="163"/>
                    <a:pt x="204" y="163"/>
                    <a:pt x="207" y="165"/>
                  </a:cubicBezTo>
                  <a:cubicBezTo>
                    <a:pt x="210" y="166"/>
                    <a:pt x="210" y="166"/>
                    <a:pt x="213" y="168"/>
                  </a:cubicBezTo>
                  <a:cubicBezTo>
                    <a:pt x="215" y="170"/>
                    <a:pt x="216" y="170"/>
                    <a:pt x="217" y="173"/>
                  </a:cubicBezTo>
                  <a:cubicBezTo>
                    <a:pt x="218" y="176"/>
                    <a:pt x="217" y="178"/>
                    <a:pt x="219" y="179"/>
                  </a:cubicBezTo>
                  <a:cubicBezTo>
                    <a:pt x="220" y="181"/>
                    <a:pt x="221" y="181"/>
                    <a:pt x="222" y="181"/>
                  </a:cubicBezTo>
                  <a:cubicBezTo>
                    <a:pt x="223" y="182"/>
                    <a:pt x="226" y="182"/>
                    <a:pt x="226" y="182"/>
                  </a:cubicBezTo>
                  <a:cubicBezTo>
                    <a:pt x="226" y="182"/>
                    <a:pt x="227" y="183"/>
                    <a:pt x="228" y="185"/>
                  </a:cubicBezTo>
                  <a:cubicBezTo>
                    <a:pt x="228" y="186"/>
                    <a:pt x="231" y="189"/>
                    <a:pt x="234" y="191"/>
                  </a:cubicBezTo>
                  <a:cubicBezTo>
                    <a:pt x="236" y="194"/>
                    <a:pt x="240" y="197"/>
                    <a:pt x="241" y="200"/>
                  </a:cubicBezTo>
                  <a:cubicBezTo>
                    <a:pt x="243" y="204"/>
                    <a:pt x="246" y="207"/>
                    <a:pt x="248" y="209"/>
                  </a:cubicBezTo>
                  <a:cubicBezTo>
                    <a:pt x="250" y="211"/>
                    <a:pt x="253" y="215"/>
                    <a:pt x="257" y="218"/>
                  </a:cubicBezTo>
                  <a:cubicBezTo>
                    <a:pt x="260" y="221"/>
                    <a:pt x="264" y="225"/>
                    <a:pt x="265" y="227"/>
                  </a:cubicBezTo>
                  <a:cubicBezTo>
                    <a:pt x="265" y="229"/>
                    <a:pt x="265" y="234"/>
                    <a:pt x="265" y="236"/>
                  </a:cubicBezTo>
                  <a:cubicBezTo>
                    <a:pt x="265" y="239"/>
                    <a:pt x="266" y="240"/>
                    <a:pt x="267" y="242"/>
                  </a:cubicBezTo>
                  <a:cubicBezTo>
                    <a:pt x="268" y="244"/>
                    <a:pt x="271" y="244"/>
                    <a:pt x="272" y="247"/>
                  </a:cubicBezTo>
                  <a:cubicBezTo>
                    <a:pt x="274" y="249"/>
                    <a:pt x="273" y="250"/>
                    <a:pt x="272" y="252"/>
                  </a:cubicBezTo>
                  <a:cubicBezTo>
                    <a:pt x="272" y="254"/>
                    <a:pt x="271" y="258"/>
                    <a:pt x="270" y="259"/>
                  </a:cubicBezTo>
                  <a:cubicBezTo>
                    <a:pt x="269" y="260"/>
                    <a:pt x="268" y="262"/>
                    <a:pt x="269" y="263"/>
                  </a:cubicBezTo>
                  <a:cubicBezTo>
                    <a:pt x="269" y="264"/>
                    <a:pt x="272" y="264"/>
                    <a:pt x="272" y="265"/>
                  </a:cubicBezTo>
                  <a:cubicBezTo>
                    <a:pt x="273" y="266"/>
                    <a:pt x="272" y="267"/>
                    <a:pt x="272" y="268"/>
                  </a:cubicBezTo>
                  <a:cubicBezTo>
                    <a:pt x="271" y="268"/>
                    <a:pt x="268" y="268"/>
                    <a:pt x="266" y="270"/>
                  </a:cubicBezTo>
                  <a:cubicBezTo>
                    <a:pt x="265" y="271"/>
                    <a:pt x="266" y="272"/>
                    <a:pt x="266" y="274"/>
                  </a:cubicBezTo>
                  <a:cubicBezTo>
                    <a:pt x="267" y="276"/>
                    <a:pt x="268" y="279"/>
                    <a:pt x="269" y="281"/>
                  </a:cubicBezTo>
                  <a:cubicBezTo>
                    <a:pt x="271" y="282"/>
                    <a:pt x="272" y="285"/>
                    <a:pt x="275" y="288"/>
                  </a:cubicBezTo>
                  <a:cubicBezTo>
                    <a:pt x="277" y="290"/>
                    <a:pt x="278" y="294"/>
                    <a:pt x="280" y="295"/>
                  </a:cubicBezTo>
                  <a:cubicBezTo>
                    <a:pt x="282" y="296"/>
                    <a:pt x="286" y="296"/>
                    <a:pt x="290" y="300"/>
                  </a:cubicBezTo>
                  <a:cubicBezTo>
                    <a:pt x="294" y="303"/>
                    <a:pt x="298" y="302"/>
                    <a:pt x="302" y="305"/>
                  </a:cubicBezTo>
                  <a:cubicBezTo>
                    <a:pt x="306" y="309"/>
                    <a:pt x="306" y="310"/>
                    <a:pt x="306" y="312"/>
                  </a:cubicBezTo>
                  <a:cubicBezTo>
                    <a:pt x="307" y="314"/>
                    <a:pt x="310" y="315"/>
                    <a:pt x="313" y="316"/>
                  </a:cubicBezTo>
                  <a:cubicBezTo>
                    <a:pt x="315" y="317"/>
                    <a:pt x="318" y="318"/>
                    <a:pt x="323" y="320"/>
                  </a:cubicBezTo>
                  <a:cubicBezTo>
                    <a:pt x="327" y="322"/>
                    <a:pt x="327" y="322"/>
                    <a:pt x="331" y="323"/>
                  </a:cubicBezTo>
                  <a:cubicBezTo>
                    <a:pt x="335" y="324"/>
                    <a:pt x="337" y="323"/>
                    <a:pt x="339" y="323"/>
                  </a:cubicBezTo>
                  <a:cubicBezTo>
                    <a:pt x="342" y="322"/>
                    <a:pt x="342" y="324"/>
                    <a:pt x="345" y="326"/>
                  </a:cubicBezTo>
                  <a:cubicBezTo>
                    <a:pt x="347" y="329"/>
                    <a:pt x="352" y="332"/>
                    <a:pt x="355" y="334"/>
                  </a:cubicBezTo>
                  <a:cubicBezTo>
                    <a:pt x="359" y="336"/>
                    <a:pt x="362" y="338"/>
                    <a:pt x="365" y="340"/>
                  </a:cubicBezTo>
                  <a:cubicBezTo>
                    <a:pt x="368" y="342"/>
                    <a:pt x="374" y="343"/>
                    <a:pt x="376" y="344"/>
                  </a:cubicBezTo>
                  <a:cubicBezTo>
                    <a:pt x="379" y="344"/>
                    <a:pt x="382" y="347"/>
                    <a:pt x="385" y="348"/>
                  </a:cubicBezTo>
                  <a:cubicBezTo>
                    <a:pt x="387" y="350"/>
                    <a:pt x="393" y="351"/>
                    <a:pt x="397" y="351"/>
                  </a:cubicBezTo>
                  <a:cubicBezTo>
                    <a:pt x="400" y="351"/>
                    <a:pt x="404" y="353"/>
                    <a:pt x="406" y="354"/>
                  </a:cubicBezTo>
                  <a:cubicBezTo>
                    <a:pt x="408" y="354"/>
                    <a:pt x="409" y="356"/>
                    <a:pt x="410" y="358"/>
                  </a:cubicBezTo>
                  <a:cubicBezTo>
                    <a:pt x="411" y="359"/>
                    <a:pt x="413" y="359"/>
                    <a:pt x="416" y="359"/>
                  </a:cubicBezTo>
                  <a:cubicBezTo>
                    <a:pt x="419" y="360"/>
                    <a:pt x="422" y="361"/>
                    <a:pt x="423" y="363"/>
                  </a:cubicBezTo>
                  <a:cubicBezTo>
                    <a:pt x="425" y="365"/>
                    <a:pt x="429" y="365"/>
                    <a:pt x="431" y="366"/>
                  </a:cubicBezTo>
                  <a:cubicBezTo>
                    <a:pt x="434" y="366"/>
                    <a:pt x="438" y="366"/>
                    <a:pt x="440" y="367"/>
                  </a:cubicBezTo>
                  <a:cubicBezTo>
                    <a:pt x="442" y="367"/>
                    <a:pt x="446" y="370"/>
                    <a:pt x="448" y="371"/>
                  </a:cubicBezTo>
                  <a:cubicBezTo>
                    <a:pt x="451" y="372"/>
                    <a:pt x="453" y="372"/>
                    <a:pt x="457" y="371"/>
                  </a:cubicBezTo>
                  <a:cubicBezTo>
                    <a:pt x="461" y="370"/>
                    <a:pt x="461" y="369"/>
                    <a:pt x="465" y="368"/>
                  </a:cubicBezTo>
                  <a:cubicBezTo>
                    <a:pt x="470" y="367"/>
                    <a:pt x="473" y="365"/>
                    <a:pt x="476" y="364"/>
                  </a:cubicBezTo>
                  <a:cubicBezTo>
                    <a:pt x="478" y="363"/>
                    <a:pt x="479" y="362"/>
                    <a:pt x="482" y="360"/>
                  </a:cubicBezTo>
                  <a:cubicBezTo>
                    <a:pt x="485" y="359"/>
                    <a:pt x="485" y="358"/>
                    <a:pt x="486" y="357"/>
                  </a:cubicBezTo>
                  <a:cubicBezTo>
                    <a:pt x="488" y="357"/>
                    <a:pt x="489" y="357"/>
                    <a:pt x="490" y="358"/>
                  </a:cubicBezTo>
                  <a:cubicBezTo>
                    <a:pt x="491" y="359"/>
                    <a:pt x="492" y="360"/>
                    <a:pt x="493" y="360"/>
                  </a:cubicBezTo>
                  <a:cubicBezTo>
                    <a:pt x="494" y="360"/>
                    <a:pt x="497" y="360"/>
                    <a:pt x="499" y="360"/>
                  </a:cubicBezTo>
                  <a:cubicBezTo>
                    <a:pt x="500" y="360"/>
                    <a:pt x="503" y="361"/>
                    <a:pt x="505" y="362"/>
                  </a:cubicBezTo>
                  <a:cubicBezTo>
                    <a:pt x="507" y="364"/>
                    <a:pt x="509" y="365"/>
                    <a:pt x="513" y="369"/>
                  </a:cubicBezTo>
                  <a:cubicBezTo>
                    <a:pt x="517" y="372"/>
                    <a:pt x="522" y="375"/>
                    <a:pt x="528" y="379"/>
                  </a:cubicBezTo>
                  <a:cubicBezTo>
                    <a:pt x="534" y="384"/>
                    <a:pt x="535" y="388"/>
                    <a:pt x="538" y="392"/>
                  </a:cubicBezTo>
                  <a:cubicBezTo>
                    <a:pt x="539" y="393"/>
                    <a:pt x="540" y="393"/>
                    <a:pt x="540" y="394"/>
                  </a:cubicBezTo>
                  <a:cubicBezTo>
                    <a:pt x="541" y="394"/>
                    <a:pt x="541" y="393"/>
                    <a:pt x="541" y="393"/>
                  </a:cubicBezTo>
                  <a:cubicBezTo>
                    <a:pt x="542" y="391"/>
                    <a:pt x="543" y="388"/>
                    <a:pt x="544" y="386"/>
                  </a:cubicBezTo>
                  <a:cubicBezTo>
                    <a:pt x="544" y="384"/>
                    <a:pt x="545" y="382"/>
                    <a:pt x="545" y="379"/>
                  </a:cubicBezTo>
                  <a:cubicBezTo>
                    <a:pt x="546" y="374"/>
                    <a:pt x="548" y="368"/>
                    <a:pt x="549" y="366"/>
                  </a:cubicBezTo>
                  <a:cubicBezTo>
                    <a:pt x="551" y="361"/>
                    <a:pt x="567" y="362"/>
                    <a:pt x="572" y="362"/>
                  </a:cubicBezTo>
                  <a:cubicBezTo>
                    <a:pt x="572" y="362"/>
                    <a:pt x="572" y="362"/>
                    <a:pt x="572" y="362"/>
                  </a:cubicBezTo>
                  <a:cubicBezTo>
                    <a:pt x="575" y="362"/>
                    <a:pt x="576" y="362"/>
                    <a:pt x="577" y="362"/>
                  </a:cubicBezTo>
                  <a:cubicBezTo>
                    <a:pt x="577" y="361"/>
                    <a:pt x="577" y="360"/>
                    <a:pt x="577" y="358"/>
                  </a:cubicBezTo>
                  <a:cubicBezTo>
                    <a:pt x="577" y="356"/>
                    <a:pt x="571" y="352"/>
                    <a:pt x="566" y="348"/>
                  </a:cubicBezTo>
                  <a:cubicBezTo>
                    <a:pt x="562" y="344"/>
                    <a:pt x="558" y="341"/>
                    <a:pt x="558" y="340"/>
                  </a:cubicBezTo>
                  <a:cubicBezTo>
                    <a:pt x="557" y="337"/>
                    <a:pt x="558" y="336"/>
                    <a:pt x="560" y="335"/>
                  </a:cubicBezTo>
                  <a:cubicBezTo>
                    <a:pt x="561" y="335"/>
                    <a:pt x="562" y="335"/>
                    <a:pt x="564" y="335"/>
                  </a:cubicBezTo>
                  <a:cubicBezTo>
                    <a:pt x="564" y="335"/>
                    <a:pt x="564" y="335"/>
                    <a:pt x="564" y="335"/>
                  </a:cubicBezTo>
                  <a:cubicBezTo>
                    <a:pt x="564" y="335"/>
                    <a:pt x="564" y="335"/>
                    <a:pt x="564" y="335"/>
                  </a:cubicBezTo>
                  <a:cubicBezTo>
                    <a:pt x="564" y="335"/>
                    <a:pt x="564" y="335"/>
                    <a:pt x="564" y="335"/>
                  </a:cubicBezTo>
                  <a:cubicBezTo>
                    <a:pt x="565" y="335"/>
                    <a:pt x="565" y="334"/>
                    <a:pt x="565" y="333"/>
                  </a:cubicBezTo>
                  <a:cubicBezTo>
                    <a:pt x="566" y="331"/>
                    <a:pt x="566" y="330"/>
                    <a:pt x="566" y="328"/>
                  </a:cubicBezTo>
                  <a:cubicBezTo>
                    <a:pt x="566" y="328"/>
                    <a:pt x="566" y="328"/>
                    <a:pt x="566" y="327"/>
                  </a:cubicBezTo>
                  <a:cubicBezTo>
                    <a:pt x="566" y="325"/>
                    <a:pt x="571" y="324"/>
                    <a:pt x="578" y="324"/>
                  </a:cubicBezTo>
                  <a:cubicBezTo>
                    <a:pt x="584" y="324"/>
                    <a:pt x="591" y="324"/>
                    <a:pt x="597" y="324"/>
                  </a:cubicBezTo>
                  <a:cubicBezTo>
                    <a:pt x="601" y="324"/>
                    <a:pt x="604" y="324"/>
                    <a:pt x="605" y="323"/>
                  </a:cubicBezTo>
                  <a:cubicBezTo>
                    <a:pt x="607" y="323"/>
                    <a:pt x="611" y="319"/>
                    <a:pt x="614" y="316"/>
                  </a:cubicBezTo>
                  <a:cubicBezTo>
                    <a:pt x="615" y="314"/>
                    <a:pt x="616" y="313"/>
                    <a:pt x="617" y="312"/>
                  </a:cubicBezTo>
                  <a:cubicBezTo>
                    <a:pt x="618" y="311"/>
                    <a:pt x="622" y="311"/>
                    <a:pt x="626" y="312"/>
                  </a:cubicBezTo>
                  <a:cubicBezTo>
                    <a:pt x="626" y="311"/>
                    <a:pt x="626" y="311"/>
                    <a:pt x="626" y="311"/>
                  </a:cubicBezTo>
                  <a:cubicBezTo>
                    <a:pt x="626" y="306"/>
                    <a:pt x="626" y="305"/>
                    <a:pt x="628" y="305"/>
                  </a:cubicBezTo>
                  <a:cubicBezTo>
                    <a:pt x="629" y="304"/>
                    <a:pt x="628" y="308"/>
                    <a:pt x="628" y="312"/>
                  </a:cubicBezTo>
                  <a:cubicBezTo>
                    <a:pt x="630" y="312"/>
                    <a:pt x="631" y="313"/>
                    <a:pt x="633" y="313"/>
                  </a:cubicBezTo>
                  <a:cubicBezTo>
                    <a:pt x="633" y="310"/>
                    <a:pt x="634" y="309"/>
                    <a:pt x="635" y="306"/>
                  </a:cubicBezTo>
                  <a:cubicBezTo>
                    <a:pt x="635" y="302"/>
                    <a:pt x="639" y="301"/>
                    <a:pt x="639" y="298"/>
                  </a:cubicBezTo>
                  <a:cubicBezTo>
                    <a:pt x="638" y="295"/>
                    <a:pt x="638" y="293"/>
                    <a:pt x="639" y="292"/>
                  </a:cubicBezTo>
                  <a:cubicBezTo>
                    <a:pt x="640" y="291"/>
                    <a:pt x="638" y="288"/>
                    <a:pt x="638" y="288"/>
                  </a:cubicBezTo>
                  <a:cubicBezTo>
                    <a:pt x="638" y="288"/>
                    <a:pt x="636" y="287"/>
                    <a:pt x="635" y="283"/>
                  </a:cubicBezTo>
                  <a:cubicBezTo>
                    <a:pt x="635" y="280"/>
                    <a:pt x="637" y="283"/>
                    <a:pt x="640" y="281"/>
                  </a:cubicBezTo>
                  <a:cubicBezTo>
                    <a:pt x="642" y="279"/>
                    <a:pt x="640" y="277"/>
                    <a:pt x="640" y="273"/>
                  </a:cubicBezTo>
                  <a:cubicBezTo>
                    <a:pt x="641" y="269"/>
                    <a:pt x="646" y="267"/>
                    <a:pt x="648" y="264"/>
                  </a:cubicBezTo>
                  <a:cubicBezTo>
                    <a:pt x="651" y="261"/>
                    <a:pt x="654" y="258"/>
                    <a:pt x="654" y="255"/>
                  </a:cubicBezTo>
                  <a:cubicBezTo>
                    <a:pt x="654" y="251"/>
                    <a:pt x="652" y="248"/>
                    <a:pt x="650" y="246"/>
                  </a:cubicBezTo>
                  <a:cubicBezTo>
                    <a:pt x="648" y="243"/>
                    <a:pt x="647" y="246"/>
                    <a:pt x="641" y="247"/>
                  </a:cubicBezTo>
                  <a:cubicBezTo>
                    <a:pt x="636" y="248"/>
                    <a:pt x="637" y="247"/>
                    <a:pt x="634" y="246"/>
                  </a:cubicBezTo>
                  <a:cubicBezTo>
                    <a:pt x="631" y="245"/>
                    <a:pt x="625" y="245"/>
                    <a:pt x="621" y="245"/>
                  </a:cubicBezTo>
                  <a:cubicBezTo>
                    <a:pt x="616" y="245"/>
                    <a:pt x="617" y="247"/>
                    <a:pt x="613" y="248"/>
                  </a:cubicBezTo>
                  <a:cubicBezTo>
                    <a:pt x="608" y="249"/>
                    <a:pt x="606" y="250"/>
                    <a:pt x="601" y="250"/>
                  </a:cubicBezTo>
                  <a:cubicBezTo>
                    <a:pt x="596" y="250"/>
                    <a:pt x="597" y="251"/>
                    <a:pt x="591" y="253"/>
                  </a:cubicBezTo>
                  <a:cubicBezTo>
                    <a:pt x="585" y="254"/>
                    <a:pt x="584" y="256"/>
                    <a:pt x="581" y="258"/>
                  </a:cubicBezTo>
                  <a:cubicBezTo>
                    <a:pt x="579" y="259"/>
                    <a:pt x="579" y="265"/>
                    <a:pt x="578" y="268"/>
                  </a:cubicBezTo>
                  <a:cubicBezTo>
                    <a:pt x="577" y="272"/>
                    <a:pt x="578" y="272"/>
                    <a:pt x="578" y="276"/>
                  </a:cubicBezTo>
                  <a:cubicBezTo>
                    <a:pt x="578" y="280"/>
                    <a:pt x="576" y="281"/>
                    <a:pt x="573" y="283"/>
                  </a:cubicBezTo>
                  <a:cubicBezTo>
                    <a:pt x="571" y="286"/>
                    <a:pt x="573" y="289"/>
                    <a:pt x="573" y="291"/>
                  </a:cubicBezTo>
                  <a:cubicBezTo>
                    <a:pt x="573" y="294"/>
                    <a:pt x="571" y="294"/>
                    <a:pt x="568" y="296"/>
                  </a:cubicBezTo>
                  <a:cubicBezTo>
                    <a:pt x="565" y="297"/>
                    <a:pt x="561" y="300"/>
                    <a:pt x="561" y="303"/>
                  </a:cubicBezTo>
                  <a:cubicBezTo>
                    <a:pt x="561" y="306"/>
                    <a:pt x="564" y="308"/>
                    <a:pt x="561" y="309"/>
                  </a:cubicBezTo>
                  <a:cubicBezTo>
                    <a:pt x="557" y="310"/>
                    <a:pt x="555" y="313"/>
                    <a:pt x="551" y="313"/>
                  </a:cubicBezTo>
                  <a:cubicBezTo>
                    <a:pt x="548" y="313"/>
                    <a:pt x="549" y="308"/>
                    <a:pt x="546" y="308"/>
                  </a:cubicBezTo>
                  <a:cubicBezTo>
                    <a:pt x="543" y="307"/>
                    <a:pt x="543" y="308"/>
                    <a:pt x="537" y="309"/>
                  </a:cubicBezTo>
                  <a:cubicBezTo>
                    <a:pt x="530" y="310"/>
                    <a:pt x="532" y="312"/>
                    <a:pt x="530" y="312"/>
                  </a:cubicBezTo>
                  <a:cubicBezTo>
                    <a:pt x="529" y="312"/>
                    <a:pt x="528" y="312"/>
                    <a:pt x="524" y="312"/>
                  </a:cubicBezTo>
                  <a:cubicBezTo>
                    <a:pt x="520" y="312"/>
                    <a:pt x="519" y="314"/>
                    <a:pt x="514" y="315"/>
                  </a:cubicBezTo>
                  <a:cubicBezTo>
                    <a:pt x="510" y="316"/>
                    <a:pt x="506" y="317"/>
                    <a:pt x="501" y="317"/>
                  </a:cubicBezTo>
                  <a:cubicBezTo>
                    <a:pt x="496" y="317"/>
                    <a:pt x="495" y="317"/>
                    <a:pt x="491" y="313"/>
                  </a:cubicBezTo>
                  <a:cubicBezTo>
                    <a:pt x="488" y="309"/>
                    <a:pt x="483" y="308"/>
                    <a:pt x="482" y="308"/>
                  </a:cubicBezTo>
                  <a:cubicBezTo>
                    <a:pt x="481" y="307"/>
                    <a:pt x="479" y="307"/>
                    <a:pt x="475" y="307"/>
                  </a:cubicBezTo>
                  <a:cubicBezTo>
                    <a:pt x="471" y="307"/>
                    <a:pt x="470" y="307"/>
                    <a:pt x="469" y="308"/>
                  </a:cubicBezTo>
                  <a:cubicBezTo>
                    <a:pt x="467" y="309"/>
                    <a:pt x="465" y="311"/>
                    <a:pt x="464" y="311"/>
                  </a:cubicBezTo>
                  <a:cubicBezTo>
                    <a:pt x="462" y="310"/>
                    <a:pt x="464" y="307"/>
                    <a:pt x="464" y="305"/>
                  </a:cubicBezTo>
                  <a:cubicBezTo>
                    <a:pt x="464" y="304"/>
                    <a:pt x="464" y="301"/>
                    <a:pt x="463" y="299"/>
                  </a:cubicBezTo>
                  <a:cubicBezTo>
                    <a:pt x="462" y="297"/>
                    <a:pt x="461" y="297"/>
                    <a:pt x="459" y="295"/>
                  </a:cubicBezTo>
                  <a:cubicBezTo>
                    <a:pt x="456" y="292"/>
                    <a:pt x="458" y="291"/>
                    <a:pt x="457" y="287"/>
                  </a:cubicBezTo>
                  <a:cubicBezTo>
                    <a:pt x="455" y="284"/>
                    <a:pt x="455" y="283"/>
                    <a:pt x="453" y="280"/>
                  </a:cubicBezTo>
                  <a:cubicBezTo>
                    <a:pt x="451" y="277"/>
                    <a:pt x="451" y="277"/>
                    <a:pt x="448" y="274"/>
                  </a:cubicBezTo>
                  <a:cubicBezTo>
                    <a:pt x="446" y="272"/>
                    <a:pt x="445" y="269"/>
                    <a:pt x="441" y="265"/>
                  </a:cubicBezTo>
                  <a:cubicBezTo>
                    <a:pt x="438" y="261"/>
                    <a:pt x="437" y="257"/>
                    <a:pt x="436" y="254"/>
                  </a:cubicBezTo>
                  <a:cubicBezTo>
                    <a:pt x="435" y="252"/>
                    <a:pt x="435" y="249"/>
                    <a:pt x="435" y="247"/>
                  </a:cubicBezTo>
                  <a:cubicBezTo>
                    <a:pt x="435" y="245"/>
                    <a:pt x="435" y="243"/>
                    <a:pt x="433" y="241"/>
                  </a:cubicBezTo>
                  <a:cubicBezTo>
                    <a:pt x="432" y="239"/>
                    <a:pt x="431" y="236"/>
                    <a:pt x="429" y="234"/>
                  </a:cubicBezTo>
                  <a:cubicBezTo>
                    <a:pt x="428" y="232"/>
                    <a:pt x="427" y="228"/>
                    <a:pt x="427" y="224"/>
                  </a:cubicBezTo>
                  <a:cubicBezTo>
                    <a:pt x="427" y="221"/>
                    <a:pt x="427" y="214"/>
                    <a:pt x="428" y="209"/>
                  </a:cubicBezTo>
                  <a:cubicBezTo>
                    <a:pt x="428" y="204"/>
                    <a:pt x="429" y="200"/>
                    <a:pt x="429" y="198"/>
                  </a:cubicBezTo>
                  <a:cubicBezTo>
                    <a:pt x="429" y="196"/>
                    <a:pt x="429" y="194"/>
                    <a:pt x="428" y="190"/>
                  </a:cubicBezTo>
                  <a:cubicBezTo>
                    <a:pt x="427" y="186"/>
                    <a:pt x="427" y="185"/>
                    <a:pt x="427" y="181"/>
                  </a:cubicBezTo>
                  <a:cubicBezTo>
                    <a:pt x="428" y="178"/>
                    <a:pt x="428" y="179"/>
                    <a:pt x="429" y="176"/>
                  </a:cubicBezTo>
                  <a:cubicBezTo>
                    <a:pt x="430" y="173"/>
                    <a:pt x="430" y="173"/>
                    <a:pt x="429" y="171"/>
                  </a:cubicBezTo>
                  <a:cubicBezTo>
                    <a:pt x="429" y="169"/>
                    <a:pt x="428" y="167"/>
                    <a:pt x="429" y="165"/>
                  </a:cubicBezTo>
                  <a:cubicBezTo>
                    <a:pt x="429" y="163"/>
                    <a:pt x="432" y="164"/>
                    <a:pt x="432" y="164"/>
                  </a:cubicBezTo>
                  <a:cubicBezTo>
                    <a:pt x="432" y="160"/>
                    <a:pt x="432" y="160"/>
                    <a:pt x="432" y="160"/>
                  </a:cubicBezTo>
                  <a:cubicBezTo>
                    <a:pt x="432" y="160"/>
                    <a:pt x="436" y="160"/>
                    <a:pt x="437" y="159"/>
                  </a:cubicBezTo>
                  <a:cubicBezTo>
                    <a:pt x="438" y="159"/>
                    <a:pt x="438" y="156"/>
                    <a:pt x="438" y="155"/>
                  </a:cubicBezTo>
                  <a:cubicBezTo>
                    <a:pt x="438" y="154"/>
                    <a:pt x="438" y="154"/>
                    <a:pt x="438" y="154"/>
                  </a:cubicBezTo>
                  <a:close/>
                  <a:moveTo>
                    <a:pt x="102" y="70"/>
                  </a:moveTo>
                  <a:cubicBezTo>
                    <a:pt x="102" y="73"/>
                    <a:pt x="100" y="73"/>
                    <a:pt x="102" y="75"/>
                  </a:cubicBezTo>
                  <a:cubicBezTo>
                    <a:pt x="103" y="76"/>
                    <a:pt x="104" y="76"/>
                    <a:pt x="105" y="77"/>
                  </a:cubicBezTo>
                  <a:cubicBezTo>
                    <a:pt x="107" y="78"/>
                    <a:pt x="106" y="78"/>
                    <a:pt x="108" y="79"/>
                  </a:cubicBezTo>
                  <a:cubicBezTo>
                    <a:pt x="109" y="80"/>
                    <a:pt x="111" y="83"/>
                    <a:pt x="111" y="81"/>
                  </a:cubicBezTo>
                  <a:cubicBezTo>
                    <a:pt x="111" y="79"/>
                    <a:pt x="109" y="78"/>
                    <a:pt x="109" y="76"/>
                  </a:cubicBezTo>
                  <a:cubicBezTo>
                    <a:pt x="108" y="75"/>
                    <a:pt x="108" y="77"/>
                    <a:pt x="107" y="75"/>
                  </a:cubicBezTo>
                  <a:cubicBezTo>
                    <a:pt x="105" y="73"/>
                    <a:pt x="106" y="73"/>
                    <a:pt x="104" y="71"/>
                  </a:cubicBezTo>
                  <a:cubicBezTo>
                    <a:pt x="103" y="69"/>
                    <a:pt x="102" y="68"/>
                    <a:pt x="102" y="70"/>
                  </a:cubicBezTo>
                  <a:close/>
                  <a:moveTo>
                    <a:pt x="66" y="97"/>
                  </a:moveTo>
                  <a:cubicBezTo>
                    <a:pt x="64" y="99"/>
                    <a:pt x="62" y="98"/>
                    <a:pt x="63" y="100"/>
                  </a:cubicBezTo>
                  <a:cubicBezTo>
                    <a:pt x="64" y="102"/>
                    <a:pt x="65" y="104"/>
                    <a:pt x="66" y="103"/>
                  </a:cubicBezTo>
                  <a:cubicBezTo>
                    <a:pt x="67" y="102"/>
                    <a:pt x="66" y="102"/>
                    <a:pt x="68" y="100"/>
                  </a:cubicBezTo>
                  <a:cubicBezTo>
                    <a:pt x="69" y="98"/>
                    <a:pt x="68" y="96"/>
                    <a:pt x="66" y="97"/>
                  </a:cubicBezTo>
                  <a:close/>
                  <a:moveTo>
                    <a:pt x="123" y="83"/>
                  </a:moveTo>
                  <a:cubicBezTo>
                    <a:pt x="123" y="85"/>
                    <a:pt x="123" y="86"/>
                    <a:pt x="125" y="86"/>
                  </a:cubicBezTo>
                  <a:cubicBezTo>
                    <a:pt x="126" y="87"/>
                    <a:pt x="127" y="87"/>
                    <a:pt x="127" y="85"/>
                  </a:cubicBezTo>
                  <a:cubicBezTo>
                    <a:pt x="127" y="83"/>
                    <a:pt x="128" y="83"/>
                    <a:pt x="127" y="81"/>
                  </a:cubicBezTo>
                  <a:cubicBezTo>
                    <a:pt x="126" y="77"/>
                    <a:pt x="122" y="82"/>
                    <a:pt x="123" y="83"/>
                  </a:cubicBezTo>
                  <a:close/>
                  <a:moveTo>
                    <a:pt x="3" y="76"/>
                  </a:moveTo>
                  <a:cubicBezTo>
                    <a:pt x="1" y="77"/>
                    <a:pt x="0" y="78"/>
                    <a:pt x="2" y="81"/>
                  </a:cubicBezTo>
                  <a:cubicBezTo>
                    <a:pt x="4" y="84"/>
                    <a:pt x="6" y="85"/>
                    <a:pt x="6" y="82"/>
                  </a:cubicBezTo>
                  <a:cubicBezTo>
                    <a:pt x="6" y="79"/>
                    <a:pt x="5" y="73"/>
                    <a:pt x="3" y="76"/>
                  </a:cubicBezTo>
                  <a:close/>
                  <a:moveTo>
                    <a:pt x="55" y="169"/>
                  </a:moveTo>
                  <a:cubicBezTo>
                    <a:pt x="53" y="172"/>
                    <a:pt x="53" y="173"/>
                    <a:pt x="55" y="173"/>
                  </a:cubicBezTo>
                  <a:cubicBezTo>
                    <a:pt x="56" y="173"/>
                    <a:pt x="59" y="173"/>
                    <a:pt x="59" y="171"/>
                  </a:cubicBezTo>
                  <a:cubicBezTo>
                    <a:pt x="58" y="169"/>
                    <a:pt x="56" y="165"/>
                    <a:pt x="55" y="169"/>
                  </a:cubicBezTo>
                  <a:close/>
                  <a:moveTo>
                    <a:pt x="76" y="312"/>
                  </a:moveTo>
                  <a:cubicBezTo>
                    <a:pt x="77" y="308"/>
                    <a:pt x="80" y="313"/>
                    <a:pt x="80" y="315"/>
                  </a:cubicBezTo>
                  <a:cubicBezTo>
                    <a:pt x="80" y="317"/>
                    <a:pt x="79" y="317"/>
                    <a:pt x="77" y="316"/>
                  </a:cubicBezTo>
                  <a:cubicBezTo>
                    <a:pt x="76" y="315"/>
                    <a:pt x="76" y="315"/>
                    <a:pt x="76" y="312"/>
                  </a:cubicBezTo>
                  <a:close/>
                  <a:moveTo>
                    <a:pt x="153" y="304"/>
                  </a:moveTo>
                  <a:cubicBezTo>
                    <a:pt x="153" y="300"/>
                    <a:pt x="156" y="302"/>
                    <a:pt x="157" y="305"/>
                  </a:cubicBezTo>
                  <a:cubicBezTo>
                    <a:pt x="158" y="308"/>
                    <a:pt x="156" y="308"/>
                    <a:pt x="155" y="308"/>
                  </a:cubicBezTo>
                  <a:cubicBezTo>
                    <a:pt x="153" y="308"/>
                    <a:pt x="153" y="306"/>
                    <a:pt x="153" y="304"/>
                  </a:cubicBezTo>
                  <a:close/>
                  <a:moveTo>
                    <a:pt x="242" y="240"/>
                  </a:moveTo>
                  <a:cubicBezTo>
                    <a:pt x="242" y="238"/>
                    <a:pt x="244" y="240"/>
                    <a:pt x="244" y="241"/>
                  </a:cubicBezTo>
                  <a:cubicBezTo>
                    <a:pt x="244" y="243"/>
                    <a:pt x="246" y="243"/>
                    <a:pt x="247" y="245"/>
                  </a:cubicBezTo>
                  <a:cubicBezTo>
                    <a:pt x="247" y="248"/>
                    <a:pt x="246" y="246"/>
                    <a:pt x="244" y="246"/>
                  </a:cubicBezTo>
                  <a:cubicBezTo>
                    <a:pt x="243" y="245"/>
                    <a:pt x="243" y="243"/>
                    <a:pt x="242" y="24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39" name="Freeform 380">
              <a:extLst>
                <a:ext uri="{FF2B5EF4-FFF2-40B4-BE49-F238E27FC236}">
                  <a16:creationId xmlns:a16="http://schemas.microsoft.com/office/drawing/2014/main" id="{1797EF5B-E9C9-EAA9-3F01-F4148A441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436" y="2852660"/>
              <a:ext cx="102958" cy="155143"/>
            </a:xfrm>
            <a:custGeom>
              <a:avLst/>
              <a:gdLst>
                <a:gd name="T0" fmla="*/ 29 w 94"/>
                <a:gd name="T1" fmla="*/ 3 h 145"/>
                <a:gd name="T2" fmla="*/ 22 w 94"/>
                <a:gd name="T3" fmla="*/ 9 h 145"/>
                <a:gd name="T4" fmla="*/ 14 w 94"/>
                <a:gd name="T5" fmla="*/ 15 h 145"/>
                <a:gd name="T6" fmla="*/ 13 w 94"/>
                <a:gd name="T7" fmla="*/ 19 h 145"/>
                <a:gd name="T8" fmla="*/ 17 w 94"/>
                <a:gd name="T9" fmla="*/ 22 h 145"/>
                <a:gd name="T10" fmla="*/ 19 w 94"/>
                <a:gd name="T11" fmla="*/ 24 h 145"/>
                <a:gd name="T12" fmla="*/ 20 w 94"/>
                <a:gd name="T13" fmla="*/ 28 h 145"/>
                <a:gd name="T14" fmla="*/ 17 w 94"/>
                <a:gd name="T15" fmla="*/ 30 h 145"/>
                <a:gd name="T16" fmla="*/ 9 w 94"/>
                <a:gd name="T17" fmla="*/ 33 h 145"/>
                <a:gd name="T18" fmla="*/ 4 w 94"/>
                <a:gd name="T19" fmla="*/ 35 h 145"/>
                <a:gd name="T20" fmla="*/ 2 w 94"/>
                <a:gd name="T21" fmla="*/ 47 h 145"/>
                <a:gd name="T22" fmla="*/ 0 w 94"/>
                <a:gd name="T23" fmla="*/ 51 h 145"/>
                <a:gd name="T24" fmla="*/ 11 w 94"/>
                <a:gd name="T25" fmla="*/ 62 h 145"/>
                <a:gd name="T26" fmla="*/ 14 w 94"/>
                <a:gd name="T27" fmla="*/ 63 h 145"/>
                <a:gd name="T28" fmla="*/ 23 w 94"/>
                <a:gd name="T29" fmla="*/ 63 h 145"/>
                <a:gd name="T30" fmla="*/ 26 w 94"/>
                <a:gd name="T31" fmla="*/ 66 h 145"/>
                <a:gd name="T32" fmla="*/ 26 w 94"/>
                <a:gd name="T33" fmla="*/ 75 h 145"/>
                <a:gd name="T34" fmla="*/ 29 w 94"/>
                <a:gd name="T35" fmla="*/ 79 h 145"/>
                <a:gd name="T36" fmla="*/ 33 w 94"/>
                <a:gd name="T37" fmla="*/ 82 h 145"/>
                <a:gd name="T38" fmla="*/ 35 w 94"/>
                <a:gd name="T39" fmla="*/ 87 h 145"/>
                <a:gd name="T40" fmla="*/ 34 w 94"/>
                <a:gd name="T41" fmla="*/ 97 h 145"/>
                <a:gd name="T42" fmla="*/ 31 w 94"/>
                <a:gd name="T43" fmla="*/ 102 h 145"/>
                <a:gd name="T44" fmla="*/ 30 w 94"/>
                <a:gd name="T45" fmla="*/ 108 h 145"/>
                <a:gd name="T46" fmla="*/ 28 w 94"/>
                <a:gd name="T47" fmla="*/ 115 h 145"/>
                <a:gd name="T48" fmla="*/ 30 w 94"/>
                <a:gd name="T49" fmla="*/ 122 h 145"/>
                <a:gd name="T50" fmla="*/ 35 w 94"/>
                <a:gd name="T51" fmla="*/ 132 h 145"/>
                <a:gd name="T52" fmla="*/ 35 w 94"/>
                <a:gd name="T53" fmla="*/ 134 h 145"/>
                <a:gd name="T54" fmla="*/ 47 w 94"/>
                <a:gd name="T55" fmla="*/ 145 h 145"/>
                <a:gd name="T56" fmla="*/ 54 w 94"/>
                <a:gd name="T57" fmla="*/ 145 h 145"/>
                <a:gd name="T58" fmla="*/ 56 w 94"/>
                <a:gd name="T59" fmla="*/ 140 h 145"/>
                <a:gd name="T60" fmla="*/ 65 w 94"/>
                <a:gd name="T61" fmla="*/ 139 h 145"/>
                <a:gd name="T62" fmla="*/ 66 w 94"/>
                <a:gd name="T63" fmla="*/ 139 h 145"/>
                <a:gd name="T64" fmla="*/ 75 w 94"/>
                <a:gd name="T65" fmla="*/ 137 h 145"/>
                <a:gd name="T66" fmla="*/ 81 w 94"/>
                <a:gd name="T67" fmla="*/ 131 h 145"/>
                <a:gd name="T68" fmla="*/ 91 w 94"/>
                <a:gd name="T69" fmla="*/ 131 h 145"/>
                <a:gd name="T70" fmla="*/ 94 w 94"/>
                <a:gd name="T71" fmla="*/ 131 h 145"/>
                <a:gd name="T72" fmla="*/ 88 w 94"/>
                <a:gd name="T73" fmla="*/ 122 h 145"/>
                <a:gd name="T74" fmla="*/ 82 w 94"/>
                <a:gd name="T75" fmla="*/ 113 h 145"/>
                <a:gd name="T76" fmla="*/ 81 w 94"/>
                <a:gd name="T77" fmla="*/ 105 h 145"/>
                <a:gd name="T78" fmla="*/ 76 w 94"/>
                <a:gd name="T79" fmla="*/ 104 h 145"/>
                <a:gd name="T80" fmla="*/ 70 w 94"/>
                <a:gd name="T81" fmla="*/ 98 h 145"/>
                <a:gd name="T82" fmla="*/ 70 w 94"/>
                <a:gd name="T83" fmla="*/ 97 h 145"/>
                <a:gd name="T84" fmla="*/ 67 w 94"/>
                <a:gd name="T85" fmla="*/ 83 h 145"/>
                <a:gd name="T86" fmla="*/ 69 w 94"/>
                <a:gd name="T87" fmla="*/ 77 h 145"/>
                <a:gd name="T88" fmla="*/ 75 w 94"/>
                <a:gd name="T89" fmla="*/ 69 h 145"/>
                <a:gd name="T90" fmla="*/ 80 w 94"/>
                <a:gd name="T91" fmla="*/ 68 h 145"/>
                <a:gd name="T92" fmla="*/ 82 w 94"/>
                <a:gd name="T93" fmla="*/ 62 h 145"/>
                <a:gd name="T94" fmla="*/ 84 w 94"/>
                <a:gd name="T95" fmla="*/ 52 h 145"/>
                <a:gd name="T96" fmla="*/ 79 w 94"/>
                <a:gd name="T97" fmla="*/ 43 h 145"/>
                <a:gd name="T98" fmla="*/ 67 w 94"/>
                <a:gd name="T99" fmla="*/ 31 h 145"/>
                <a:gd name="T100" fmla="*/ 55 w 94"/>
                <a:gd name="T101" fmla="*/ 39 h 145"/>
                <a:gd name="T102" fmla="*/ 55 w 94"/>
                <a:gd name="T103" fmla="*/ 28 h 145"/>
                <a:gd name="T104" fmla="*/ 50 w 94"/>
                <a:gd name="T105" fmla="*/ 11 h 145"/>
                <a:gd name="T106" fmla="*/ 36 w 94"/>
                <a:gd name="T107" fmla="*/ 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4" h="145">
                  <a:moveTo>
                    <a:pt x="31" y="0"/>
                  </a:moveTo>
                  <a:cubicBezTo>
                    <a:pt x="30" y="1"/>
                    <a:pt x="30" y="2"/>
                    <a:pt x="29" y="3"/>
                  </a:cubicBezTo>
                  <a:cubicBezTo>
                    <a:pt x="29" y="4"/>
                    <a:pt x="28" y="5"/>
                    <a:pt x="28" y="5"/>
                  </a:cubicBezTo>
                  <a:cubicBezTo>
                    <a:pt x="27" y="8"/>
                    <a:pt x="25" y="8"/>
                    <a:pt x="22" y="9"/>
                  </a:cubicBezTo>
                  <a:cubicBezTo>
                    <a:pt x="21" y="9"/>
                    <a:pt x="20" y="10"/>
                    <a:pt x="19" y="10"/>
                  </a:cubicBezTo>
                  <a:cubicBezTo>
                    <a:pt x="16" y="12"/>
                    <a:pt x="15" y="13"/>
                    <a:pt x="14" y="15"/>
                  </a:cubicBezTo>
                  <a:cubicBezTo>
                    <a:pt x="14" y="15"/>
                    <a:pt x="14" y="16"/>
                    <a:pt x="14" y="16"/>
                  </a:cubicBezTo>
                  <a:cubicBezTo>
                    <a:pt x="13" y="18"/>
                    <a:pt x="13" y="18"/>
                    <a:pt x="13" y="19"/>
                  </a:cubicBezTo>
                  <a:cubicBezTo>
                    <a:pt x="14" y="20"/>
                    <a:pt x="14" y="21"/>
                    <a:pt x="15" y="21"/>
                  </a:cubicBezTo>
                  <a:cubicBezTo>
                    <a:pt x="16" y="22"/>
                    <a:pt x="16" y="22"/>
                    <a:pt x="17" y="22"/>
                  </a:cubicBezTo>
                  <a:cubicBezTo>
                    <a:pt x="18" y="23"/>
                    <a:pt x="19" y="23"/>
                    <a:pt x="19" y="24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20" y="24"/>
                    <a:pt x="20" y="24"/>
                    <a:pt x="20" y="25"/>
                  </a:cubicBezTo>
                  <a:cubicBezTo>
                    <a:pt x="20" y="26"/>
                    <a:pt x="20" y="27"/>
                    <a:pt x="20" y="28"/>
                  </a:cubicBezTo>
                  <a:cubicBezTo>
                    <a:pt x="19" y="28"/>
                    <a:pt x="19" y="29"/>
                    <a:pt x="18" y="30"/>
                  </a:cubicBezTo>
                  <a:cubicBezTo>
                    <a:pt x="18" y="30"/>
                    <a:pt x="18" y="30"/>
                    <a:pt x="17" y="30"/>
                  </a:cubicBezTo>
                  <a:cubicBezTo>
                    <a:pt x="17" y="30"/>
                    <a:pt x="15" y="31"/>
                    <a:pt x="13" y="32"/>
                  </a:cubicBezTo>
                  <a:cubicBezTo>
                    <a:pt x="11" y="32"/>
                    <a:pt x="10" y="33"/>
                    <a:pt x="9" y="33"/>
                  </a:cubicBezTo>
                  <a:cubicBezTo>
                    <a:pt x="8" y="34"/>
                    <a:pt x="7" y="34"/>
                    <a:pt x="7" y="34"/>
                  </a:cubicBezTo>
                  <a:cubicBezTo>
                    <a:pt x="5" y="34"/>
                    <a:pt x="5" y="35"/>
                    <a:pt x="4" y="35"/>
                  </a:cubicBezTo>
                  <a:cubicBezTo>
                    <a:pt x="4" y="35"/>
                    <a:pt x="4" y="37"/>
                    <a:pt x="4" y="39"/>
                  </a:cubicBezTo>
                  <a:cubicBezTo>
                    <a:pt x="4" y="42"/>
                    <a:pt x="3" y="46"/>
                    <a:pt x="2" y="47"/>
                  </a:cubicBezTo>
                  <a:cubicBezTo>
                    <a:pt x="1" y="48"/>
                    <a:pt x="1" y="48"/>
                    <a:pt x="0" y="49"/>
                  </a:cubicBezTo>
                  <a:cubicBezTo>
                    <a:pt x="0" y="50"/>
                    <a:pt x="0" y="51"/>
                    <a:pt x="0" y="51"/>
                  </a:cubicBezTo>
                  <a:cubicBezTo>
                    <a:pt x="0" y="52"/>
                    <a:pt x="4" y="55"/>
                    <a:pt x="7" y="58"/>
                  </a:cubicBezTo>
                  <a:cubicBezTo>
                    <a:pt x="8" y="59"/>
                    <a:pt x="10" y="61"/>
                    <a:pt x="11" y="62"/>
                  </a:cubicBezTo>
                  <a:cubicBezTo>
                    <a:pt x="11" y="62"/>
                    <a:pt x="12" y="63"/>
                    <a:pt x="12" y="64"/>
                  </a:cubicBezTo>
                  <a:cubicBezTo>
                    <a:pt x="13" y="64"/>
                    <a:pt x="13" y="63"/>
                    <a:pt x="14" y="63"/>
                  </a:cubicBezTo>
                  <a:cubicBezTo>
                    <a:pt x="15" y="63"/>
                    <a:pt x="17" y="62"/>
                    <a:pt x="19" y="62"/>
                  </a:cubicBezTo>
                  <a:cubicBezTo>
                    <a:pt x="20" y="62"/>
                    <a:pt x="21" y="62"/>
                    <a:pt x="23" y="63"/>
                  </a:cubicBezTo>
                  <a:cubicBezTo>
                    <a:pt x="24" y="63"/>
                    <a:pt x="25" y="64"/>
                    <a:pt x="26" y="65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28" y="68"/>
                    <a:pt x="29" y="69"/>
                    <a:pt x="27" y="73"/>
                  </a:cubicBezTo>
                  <a:cubicBezTo>
                    <a:pt x="26" y="74"/>
                    <a:pt x="26" y="74"/>
                    <a:pt x="26" y="75"/>
                  </a:cubicBezTo>
                  <a:cubicBezTo>
                    <a:pt x="25" y="77"/>
                    <a:pt x="24" y="78"/>
                    <a:pt x="25" y="78"/>
                  </a:cubicBezTo>
                  <a:cubicBezTo>
                    <a:pt x="25" y="78"/>
                    <a:pt x="27" y="79"/>
                    <a:pt x="29" y="79"/>
                  </a:cubicBezTo>
                  <a:cubicBezTo>
                    <a:pt x="31" y="79"/>
                    <a:pt x="32" y="79"/>
                    <a:pt x="33" y="80"/>
                  </a:cubicBezTo>
                  <a:cubicBezTo>
                    <a:pt x="34" y="80"/>
                    <a:pt x="34" y="81"/>
                    <a:pt x="33" y="82"/>
                  </a:cubicBezTo>
                  <a:cubicBezTo>
                    <a:pt x="33" y="83"/>
                    <a:pt x="33" y="84"/>
                    <a:pt x="33" y="85"/>
                  </a:cubicBezTo>
                  <a:cubicBezTo>
                    <a:pt x="34" y="86"/>
                    <a:pt x="34" y="87"/>
                    <a:pt x="35" y="87"/>
                  </a:cubicBezTo>
                  <a:cubicBezTo>
                    <a:pt x="35" y="89"/>
                    <a:pt x="36" y="89"/>
                    <a:pt x="36" y="91"/>
                  </a:cubicBezTo>
                  <a:cubicBezTo>
                    <a:pt x="36" y="94"/>
                    <a:pt x="36" y="95"/>
                    <a:pt x="34" y="97"/>
                  </a:cubicBezTo>
                  <a:cubicBezTo>
                    <a:pt x="34" y="97"/>
                    <a:pt x="34" y="97"/>
                    <a:pt x="34" y="98"/>
                  </a:cubicBezTo>
                  <a:cubicBezTo>
                    <a:pt x="33" y="99"/>
                    <a:pt x="32" y="100"/>
                    <a:pt x="31" y="102"/>
                  </a:cubicBezTo>
                  <a:cubicBezTo>
                    <a:pt x="31" y="103"/>
                    <a:pt x="30" y="105"/>
                    <a:pt x="30" y="106"/>
                  </a:cubicBezTo>
                  <a:cubicBezTo>
                    <a:pt x="30" y="106"/>
                    <a:pt x="30" y="107"/>
                    <a:pt x="30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29" y="110"/>
                    <a:pt x="28" y="113"/>
                    <a:pt x="28" y="115"/>
                  </a:cubicBezTo>
                  <a:cubicBezTo>
                    <a:pt x="28" y="116"/>
                    <a:pt x="29" y="118"/>
                    <a:pt x="29" y="119"/>
                  </a:cubicBezTo>
                  <a:cubicBezTo>
                    <a:pt x="29" y="120"/>
                    <a:pt x="30" y="121"/>
                    <a:pt x="30" y="122"/>
                  </a:cubicBezTo>
                  <a:cubicBezTo>
                    <a:pt x="31" y="123"/>
                    <a:pt x="32" y="125"/>
                    <a:pt x="34" y="127"/>
                  </a:cubicBezTo>
                  <a:cubicBezTo>
                    <a:pt x="35" y="129"/>
                    <a:pt x="35" y="131"/>
                    <a:pt x="35" y="132"/>
                  </a:cubicBezTo>
                  <a:cubicBezTo>
                    <a:pt x="36" y="133"/>
                    <a:pt x="36" y="133"/>
                    <a:pt x="35" y="134"/>
                  </a:cubicBezTo>
                  <a:cubicBezTo>
                    <a:pt x="35" y="134"/>
                    <a:pt x="35" y="134"/>
                    <a:pt x="35" y="134"/>
                  </a:cubicBezTo>
                  <a:cubicBezTo>
                    <a:pt x="35" y="135"/>
                    <a:pt x="35" y="136"/>
                    <a:pt x="38" y="138"/>
                  </a:cubicBezTo>
                  <a:cubicBezTo>
                    <a:pt x="42" y="141"/>
                    <a:pt x="45" y="143"/>
                    <a:pt x="47" y="145"/>
                  </a:cubicBezTo>
                  <a:cubicBezTo>
                    <a:pt x="48" y="144"/>
                    <a:pt x="50" y="144"/>
                    <a:pt x="51" y="144"/>
                  </a:cubicBezTo>
                  <a:cubicBezTo>
                    <a:pt x="52" y="145"/>
                    <a:pt x="53" y="145"/>
                    <a:pt x="54" y="145"/>
                  </a:cubicBezTo>
                  <a:cubicBezTo>
                    <a:pt x="54" y="145"/>
                    <a:pt x="54" y="144"/>
                    <a:pt x="54" y="144"/>
                  </a:cubicBezTo>
                  <a:cubicBezTo>
                    <a:pt x="55" y="143"/>
                    <a:pt x="55" y="142"/>
                    <a:pt x="56" y="140"/>
                  </a:cubicBezTo>
                  <a:cubicBezTo>
                    <a:pt x="58" y="138"/>
                    <a:pt x="59" y="138"/>
                    <a:pt x="61" y="139"/>
                  </a:cubicBezTo>
                  <a:cubicBezTo>
                    <a:pt x="62" y="139"/>
                    <a:pt x="63" y="139"/>
                    <a:pt x="65" y="139"/>
                  </a:cubicBezTo>
                  <a:cubicBezTo>
                    <a:pt x="65" y="139"/>
                    <a:pt x="65" y="139"/>
                    <a:pt x="65" y="139"/>
                  </a:cubicBezTo>
                  <a:cubicBezTo>
                    <a:pt x="66" y="139"/>
                    <a:pt x="66" y="139"/>
                    <a:pt x="66" y="139"/>
                  </a:cubicBezTo>
                  <a:cubicBezTo>
                    <a:pt x="66" y="139"/>
                    <a:pt x="66" y="139"/>
                    <a:pt x="66" y="139"/>
                  </a:cubicBezTo>
                  <a:cubicBezTo>
                    <a:pt x="69" y="139"/>
                    <a:pt x="70" y="138"/>
                    <a:pt x="75" y="137"/>
                  </a:cubicBezTo>
                  <a:cubicBezTo>
                    <a:pt x="77" y="136"/>
                    <a:pt x="78" y="135"/>
                    <a:pt x="78" y="134"/>
                  </a:cubicBezTo>
                  <a:cubicBezTo>
                    <a:pt x="79" y="133"/>
                    <a:pt x="79" y="132"/>
                    <a:pt x="81" y="131"/>
                  </a:cubicBezTo>
                  <a:cubicBezTo>
                    <a:pt x="84" y="130"/>
                    <a:pt x="86" y="130"/>
                    <a:pt x="88" y="131"/>
                  </a:cubicBezTo>
                  <a:cubicBezTo>
                    <a:pt x="89" y="131"/>
                    <a:pt x="90" y="131"/>
                    <a:pt x="91" y="131"/>
                  </a:cubicBezTo>
                  <a:cubicBezTo>
                    <a:pt x="93" y="131"/>
                    <a:pt x="94" y="131"/>
                    <a:pt x="94" y="131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4" y="130"/>
                    <a:pt x="93" y="128"/>
                    <a:pt x="92" y="127"/>
                  </a:cubicBezTo>
                  <a:cubicBezTo>
                    <a:pt x="90" y="125"/>
                    <a:pt x="89" y="123"/>
                    <a:pt x="88" y="122"/>
                  </a:cubicBezTo>
                  <a:cubicBezTo>
                    <a:pt x="87" y="121"/>
                    <a:pt x="87" y="120"/>
                    <a:pt x="86" y="120"/>
                  </a:cubicBezTo>
                  <a:cubicBezTo>
                    <a:pt x="84" y="118"/>
                    <a:pt x="82" y="116"/>
                    <a:pt x="82" y="113"/>
                  </a:cubicBezTo>
                  <a:cubicBezTo>
                    <a:pt x="82" y="113"/>
                    <a:pt x="82" y="112"/>
                    <a:pt x="82" y="111"/>
                  </a:cubicBezTo>
                  <a:cubicBezTo>
                    <a:pt x="82" y="109"/>
                    <a:pt x="82" y="107"/>
                    <a:pt x="81" y="105"/>
                  </a:cubicBezTo>
                  <a:cubicBezTo>
                    <a:pt x="80" y="104"/>
                    <a:pt x="80" y="104"/>
                    <a:pt x="79" y="104"/>
                  </a:cubicBezTo>
                  <a:cubicBezTo>
                    <a:pt x="79" y="104"/>
                    <a:pt x="78" y="104"/>
                    <a:pt x="76" y="104"/>
                  </a:cubicBezTo>
                  <a:cubicBezTo>
                    <a:pt x="73" y="103"/>
                    <a:pt x="73" y="103"/>
                    <a:pt x="71" y="100"/>
                  </a:cubicBezTo>
                  <a:cubicBezTo>
                    <a:pt x="71" y="99"/>
                    <a:pt x="71" y="99"/>
                    <a:pt x="70" y="98"/>
                  </a:cubicBezTo>
                  <a:cubicBezTo>
                    <a:pt x="70" y="97"/>
                    <a:pt x="70" y="97"/>
                    <a:pt x="70" y="97"/>
                  </a:cubicBezTo>
                  <a:cubicBezTo>
                    <a:pt x="70" y="97"/>
                    <a:pt x="70" y="97"/>
                    <a:pt x="70" y="97"/>
                  </a:cubicBezTo>
                  <a:cubicBezTo>
                    <a:pt x="67" y="93"/>
                    <a:pt x="66" y="91"/>
                    <a:pt x="65" y="87"/>
                  </a:cubicBezTo>
                  <a:cubicBezTo>
                    <a:pt x="65" y="84"/>
                    <a:pt x="66" y="83"/>
                    <a:pt x="67" y="83"/>
                  </a:cubicBezTo>
                  <a:cubicBezTo>
                    <a:pt x="67" y="83"/>
                    <a:pt x="68" y="83"/>
                    <a:pt x="68" y="82"/>
                  </a:cubicBezTo>
                  <a:cubicBezTo>
                    <a:pt x="69" y="81"/>
                    <a:pt x="69" y="79"/>
                    <a:pt x="69" y="77"/>
                  </a:cubicBezTo>
                  <a:cubicBezTo>
                    <a:pt x="69" y="76"/>
                    <a:pt x="69" y="75"/>
                    <a:pt x="69" y="74"/>
                  </a:cubicBezTo>
                  <a:cubicBezTo>
                    <a:pt x="69" y="70"/>
                    <a:pt x="72" y="69"/>
                    <a:pt x="75" y="69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77" y="69"/>
                    <a:pt x="78" y="69"/>
                    <a:pt x="80" y="68"/>
                  </a:cubicBezTo>
                  <a:cubicBezTo>
                    <a:pt x="81" y="68"/>
                    <a:pt x="81" y="67"/>
                    <a:pt x="82" y="66"/>
                  </a:cubicBezTo>
                  <a:cubicBezTo>
                    <a:pt x="82" y="65"/>
                    <a:pt x="82" y="63"/>
                    <a:pt x="82" y="62"/>
                  </a:cubicBezTo>
                  <a:cubicBezTo>
                    <a:pt x="82" y="61"/>
                    <a:pt x="82" y="60"/>
                    <a:pt x="82" y="58"/>
                  </a:cubicBezTo>
                  <a:cubicBezTo>
                    <a:pt x="83" y="56"/>
                    <a:pt x="83" y="54"/>
                    <a:pt x="84" y="52"/>
                  </a:cubicBezTo>
                  <a:cubicBezTo>
                    <a:pt x="83" y="52"/>
                    <a:pt x="85" y="50"/>
                    <a:pt x="84" y="48"/>
                  </a:cubicBezTo>
                  <a:cubicBezTo>
                    <a:pt x="82" y="46"/>
                    <a:pt x="82" y="45"/>
                    <a:pt x="79" y="43"/>
                  </a:cubicBezTo>
                  <a:cubicBezTo>
                    <a:pt x="76" y="41"/>
                    <a:pt x="76" y="41"/>
                    <a:pt x="73" y="37"/>
                  </a:cubicBezTo>
                  <a:cubicBezTo>
                    <a:pt x="70" y="33"/>
                    <a:pt x="70" y="34"/>
                    <a:pt x="67" y="31"/>
                  </a:cubicBezTo>
                  <a:cubicBezTo>
                    <a:pt x="64" y="29"/>
                    <a:pt x="58" y="29"/>
                    <a:pt x="58" y="31"/>
                  </a:cubicBezTo>
                  <a:cubicBezTo>
                    <a:pt x="57" y="32"/>
                    <a:pt x="58" y="37"/>
                    <a:pt x="55" y="39"/>
                  </a:cubicBezTo>
                  <a:cubicBezTo>
                    <a:pt x="53" y="41"/>
                    <a:pt x="54" y="38"/>
                    <a:pt x="54" y="36"/>
                  </a:cubicBezTo>
                  <a:cubicBezTo>
                    <a:pt x="54" y="33"/>
                    <a:pt x="55" y="31"/>
                    <a:pt x="55" y="28"/>
                  </a:cubicBezTo>
                  <a:cubicBezTo>
                    <a:pt x="55" y="26"/>
                    <a:pt x="57" y="22"/>
                    <a:pt x="56" y="19"/>
                  </a:cubicBezTo>
                  <a:cubicBezTo>
                    <a:pt x="55" y="16"/>
                    <a:pt x="51" y="14"/>
                    <a:pt x="50" y="11"/>
                  </a:cubicBezTo>
                  <a:cubicBezTo>
                    <a:pt x="48" y="9"/>
                    <a:pt x="45" y="7"/>
                    <a:pt x="42" y="5"/>
                  </a:cubicBezTo>
                  <a:cubicBezTo>
                    <a:pt x="38" y="2"/>
                    <a:pt x="40" y="3"/>
                    <a:pt x="36" y="3"/>
                  </a:cubicBezTo>
                  <a:cubicBezTo>
                    <a:pt x="33" y="2"/>
                    <a:pt x="32" y="1"/>
                    <a:pt x="31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0" name="Freeform 381">
              <a:extLst>
                <a:ext uri="{FF2B5EF4-FFF2-40B4-BE49-F238E27FC236}">
                  <a16:creationId xmlns:a16="http://schemas.microsoft.com/office/drawing/2014/main" id="{1F89F4A7-DCFF-B8F7-764C-AD2FBE8BFE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4001" y="3528235"/>
              <a:ext cx="447093" cy="785586"/>
            </a:xfrm>
            <a:custGeom>
              <a:avLst/>
              <a:gdLst>
                <a:gd name="T0" fmla="*/ 322 w 407"/>
                <a:gd name="T1" fmla="*/ 291 h 731"/>
                <a:gd name="T2" fmla="*/ 342 w 407"/>
                <a:gd name="T3" fmla="*/ 325 h 731"/>
                <a:gd name="T4" fmla="*/ 311 w 407"/>
                <a:gd name="T5" fmla="*/ 376 h 731"/>
                <a:gd name="T6" fmla="*/ 233 w 407"/>
                <a:gd name="T7" fmla="*/ 399 h 731"/>
                <a:gd name="T8" fmla="*/ 220 w 407"/>
                <a:gd name="T9" fmla="*/ 438 h 731"/>
                <a:gd name="T10" fmla="*/ 173 w 407"/>
                <a:gd name="T11" fmla="*/ 441 h 731"/>
                <a:gd name="T12" fmla="*/ 179 w 407"/>
                <a:gd name="T13" fmla="*/ 484 h 731"/>
                <a:gd name="T14" fmla="*/ 169 w 407"/>
                <a:gd name="T15" fmla="*/ 521 h 731"/>
                <a:gd name="T16" fmla="*/ 130 w 407"/>
                <a:gd name="T17" fmla="*/ 549 h 731"/>
                <a:gd name="T18" fmla="*/ 149 w 407"/>
                <a:gd name="T19" fmla="*/ 591 h 731"/>
                <a:gd name="T20" fmla="*/ 157 w 407"/>
                <a:gd name="T21" fmla="*/ 614 h 731"/>
                <a:gd name="T22" fmla="*/ 119 w 407"/>
                <a:gd name="T23" fmla="*/ 654 h 731"/>
                <a:gd name="T24" fmla="*/ 98 w 407"/>
                <a:gd name="T25" fmla="*/ 666 h 731"/>
                <a:gd name="T26" fmla="*/ 91 w 407"/>
                <a:gd name="T27" fmla="*/ 683 h 731"/>
                <a:gd name="T28" fmla="*/ 91 w 407"/>
                <a:gd name="T29" fmla="*/ 711 h 731"/>
                <a:gd name="T30" fmla="*/ 102 w 407"/>
                <a:gd name="T31" fmla="*/ 731 h 731"/>
                <a:gd name="T32" fmla="*/ 30 w 407"/>
                <a:gd name="T33" fmla="*/ 718 h 731"/>
                <a:gd name="T34" fmla="*/ 23 w 407"/>
                <a:gd name="T35" fmla="*/ 696 h 731"/>
                <a:gd name="T36" fmla="*/ 5 w 407"/>
                <a:gd name="T37" fmla="*/ 686 h 731"/>
                <a:gd name="T38" fmla="*/ 3 w 407"/>
                <a:gd name="T39" fmla="*/ 651 h 731"/>
                <a:gd name="T40" fmla="*/ 21 w 407"/>
                <a:gd name="T41" fmla="*/ 627 h 731"/>
                <a:gd name="T42" fmla="*/ 28 w 407"/>
                <a:gd name="T43" fmla="*/ 600 h 731"/>
                <a:gd name="T44" fmla="*/ 36 w 407"/>
                <a:gd name="T45" fmla="*/ 577 h 731"/>
                <a:gd name="T46" fmla="*/ 38 w 407"/>
                <a:gd name="T47" fmla="*/ 553 h 731"/>
                <a:gd name="T48" fmla="*/ 34 w 407"/>
                <a:gd name="T49" fmla="*/ 537 h 731"/>
                <a:gd name="T50" fmla="*/ 48 w 407"/>
                <a:gd name="T51" fmla="*/ 528 h 731"/>
                <a:gd name="T52" fmla="*/ 37 w 407"/>
                <a:gd name="T53" fmla="*/ 510 h 731"/>
                <a:gd name="T54" fmla="*/ 33 w 407"/>
                <a:gd name="T55" fmla="*/ 489 h 731"/>
                <a:gd name="T56" fmla="*/ 29 w 407"/>
                <a:gd name="T57" fmla="*/ 469 h 731"/>
                <a:gd name="T58" fmla="*/ 34 w 407"/>
                <a:gd name="T59" fmla="*/ 444 h 731"/>
                <a:gd name="T60" fmla="*/ 37 w 407"/>
                <a:gd name="T61" fmla="*/ 415 h 731"/>
                <a:gd name="T62" fmla="*/ 44 w 407"/>
                <a:gd name="T63" fmla="*/ 387 h 731"/>
                <a:gd name="T64" fmla="*/ 51 w 407"/>
                <a:gd name="T65" fmla="*/ 333 h 731"/>
                <a:gd name="T66" fmla="*/ 64 w 407"/>
                <a:gd name="T67" fmla="*/ 311 h 731"/>
                <a:gd name="T68" fmla="*/ 69 w 407"/>
                <a:gd name="T69" fmla="*/ 282 h 731"/>
                <a:gd name="T70" fmla="*/ 76 w 407"/>
                <a:gd name="T71" fmla="*/ 257 h 731"/>
                <a:gd name="T72" fmla="*/ 66 w 407"/>
                <a:gd name="T73" fmla="*/ 230 h 731"/>
                <a:gd name="T74" fmla="*/ 62 w 407"/>
                <a:gd name="T75" fmla="*/ 208 h 731"/>
                <a:gd name="T76" fmla="*/ 71 w 407"/>
                <a:gd name="T77" fmla="*/ 189 h 731"/>
                <a:gd name="T78" fmla="*/ 72 w 407"/>
                <a:gd name="T79" fmla="*/ 162 h 731"/>
                <a:gd name="T80" fmla="*/ 99 w 407"/>
                <a:gd name="T81" fmla="*/ 116 h 731"/>
                <a:gd name="T82" fmla="*/ 104 w 407"/>
                <a:gd name="T83" fmla="*/ 72 h 731"/>
                <a:gd name="T84" fmla="*/ 124 w 407"/>
                <a:gd name="T85" fmla="*/ 49 h 731"/>
                <a:gd name="T86" fmla="*/ 147 w 407"/>
                <a:gd name="T87" fmla="*/ 7 h 731"/>
                <a:gd name="T88" fmla="*/ 170 w 407"/>
                <a:gd name="T89" fmla="*/ 7 h 731"/>
                <a:gd name="T90" fmla="*/ 218 w 407"/>
                <a:gd name="T91" fmla="*/ 4 h 731"/>
                <a:gd name="T92" fmla="*/ 275 w 407"/>
                <a:gd name="T93" fmla="*/ 48 h 731"/>
                <a:gd name="T94" fmla="*/ 319 w 407"/>
                <a:gd name="T95" fmla="*/ 89 h 731"/>
                <a:gd name="T96" fmla="*/ 324 w 407"/>
                <a:gd name="T97" fmla="*/ 120 h 731"/>
                <a:gd name="T98" fmla="*/ 361 w 407"/>
                <a:gd name="T99" fmla="*/ 122 h 731"/>
                <a:gd name="T100" fmla="*/ 390 w 407"/>
                <a:gd name="T101" fmla="*/ 89 h 731"/>
                <a:gd name="T102" fmla="*/ 397 w 407"/>
                <a:gd name="T103" fmla="*/ 119 h 731"/>
                <a:gd name="T104" fmla="*/ 364 w 407"/>
                <a:gd name="T105" fmla="*/ 142 h 731"/>
                <a:gd name="T106" fmla="*/ 319 w 407"/>
                <a:gd name="T107" fmla="*/ 207 h 731"/>
                <a:gd name="T108" fmla="*/ 314 w 407"/>
                <a:gd name="T109" fmla="*/ 237 h 731"/>
                <a:gd name="T110" fmla="*/ 191 w 407"/>
                <a:gd name="T111" fmla="*/ 48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07" h="731">
                  <a:moveTo>
                    <a:pt x="312" y="252"/>
                  </a:moveTo>
                  <a:cubicBezTo>
                    <a:pt x="312" y="251"/>
                    <a:pt x="312" y="250"/>
                    <a:pt x="311" y="251"/>
                  </a:cubicBezTo>
                  <a:cubicBezTo>
                    <a:pt x="310" y="253"/>
                    <a:pt x="307" y="256"/>
                    <a:pt x="307" y="260"/>
                  </a:cubicBezTo>
                  <a:cubicBezTo>
                    <a:pt x="307" y="263"/>
                    <a:pt x="307" y="265"/>
                    <a:pt x="307" y="269"/>
                  </a:cubicBezTo>
                  <a:cubicBezTo>
                    <a:pt x="307" y="274"/>
                    <a:pt x="307" y="276"/>
                    <a:pt x="307" y="279"/>
                  </a:cubicBezTo>
                  <a:cubicBezTo>
                    <a:pt x="307" y="282"/>
                    <a:pt x="308" y="283"/>
                    <a:pt x="310" y="284"/>
                  </a:cubicBezTo>
                  <a:cubicBezTo>
                    <a:pt x="312" y="286"/>
                    <a:pt x="314" y="288"/>
                    <a:pt x="316" y="289"/>
                  </a:cubicBezTo>
                  <a:cubicBezTo>
                    <a:pt x="318" y="289"/>
                    <a:pt x="319" y="288"/>
                    <a:pt x="322" y="291"/>
                  </a:cubicBezTo>
                  <a:cubicBezTo>
                    <a:pt x="325" y="293"/>
                    <a:pt x="326" y="292"/>
                    <a:pt x="329" y="296"/>
                  </a:cubicBezTo>
                  <a:cubicBezTo>
                    <a:pt x="331" y="300"/>
                    <a:pt x="332" y="300"/>
                    <a:pt x="335" y="302"/>
                  </a:cubicBezTo>
                  <a:cubicBezTo>
                    <a:pt x="337" y="305"/>
                    <a:pt x="335" y="307"/>
                    <a:pt x="334" y="309"/>
                  </a:cubicBezTo>
                  <a:cubicBezTo>
                    <a:pt x="333" y="311"/>
                    <a:pt x="333" y="310"/>
                    <a:pt x="333" y="313"/>
                  </a:cubicBezTo>
                  <a:cubicBezTo>
                    <a:pt x="333" y="315"/>
                    <a:pt x="333" y="317"/>
                    <a:pt x="334" y="318"/>
                  </a:cubicBezTo>
                  <a:cubicBezTo>
                    <a:pt x="334" y="320"/>
                    <a:pt x="333" y="320"/>
                    <a:pt x="335" y="322"/>
                  </a:cubicBezTo>
                  <a:cubicBezTo>
                    <a:pt x="336" y="325"/>
                    <a:pt x="336" y="324"/>
                    <a:pt x="338" y="325"/>
                  </a:cubicBezTo>
                  <a:cubicBezTo>
                    <a:pt x="340" y="325"/>
                    <a:pt x="340" y="324"/>
                    <a:pt x="342" y="325"/>
                  </a:cubicBezTo>
                  <a:cubicBezTo>
                    <a:pt x="343" y="326"/>
                    <a:pt x="344" y="327"/>
                    <a:pt x="345" y="329"/>
                  </a:cubicBezTo>
                  <a:cubicBezTo>
                    <a:pt x="345" y="330"/>
                    <a:pt x="344" y="331"/>
                    <a:pt x="345" y="333"/>
                  </a:cubicBezTo>
                  <a:cubicBezTo>
                    <a:pt x="346" y="335"/>
                    <a:pt x="345" y="338"/>
                    <a:pt x="345" y="340"/>
                  </a:cubicBezTo>
                  <a:cubicBezTo>
                    <a:pt x="344" y="342"/>
                    <a:pt x="343" y="344"/>
                    <a:pt x="341" y="347"/>
                  </a:cubicBezTo>
                  <a:cubicBezTo>
                    <a:pt x="339" y="349"/>
                    <a:pt x="337" y="352"/>
                    <a:pt x="334" y="356"/>
                  </a:cubicBezTo>
                  <a:cubicBezTo>
                    <a:pt x="332" y="360"/>
                    <a:pt x="330" y="362"/>
                    <a:pt x="328" y="365"/>
                  </a:cubicBezTo>
                  <a:cubicBezTo>
                    <a:pt x="326" y="368"/>
                    <a:pt x="324" y="370"/>
                    <a:pt x="321" y="372"/>
                  </a:cubicBezTo>
                  <a:cubicBezTo>
                    <a:pt x="319" y="374"/>
                    <a:pt x="314" y="375"/>
                    <a:pt x="311" y="376"/>
                  </a:cubicBezTo>
                  <a:cubicBezTo>
                    <a:pt x="308" y="377"/>
                    <a:pt x="296" y="380"/>
                    <a:pt x="293" y="381"/>
                  </a:cubicBezTo>
                  <a:cubicBezTo>
                    <a:pt x="290" y="382"/>
                    <a:pt x="281" y="385"/>
                    <a:pt x="277" y="386"/>
                  </a:cubicBezTo>
                  <a:cubicBezTo>
                    <a:pt x="273" y="386"/>
                    <a:pt x="261" y="389"/>
                    <a:pt x="256" y="388"/>
                  </a:cubicBezTo>
                  <a:cubicBezTo>
                    <a:pt x="252" y="388"/>
                    <a:pt x="247" y="389"/>
                    <a:pt x="244" y="387"/>
                  </a:cubicBezTo>
                  <a:cubicBezTo>
                    <a:pt x="242" y="386"/>
                    <a:pt x="237" y="386"/>
                    <a:pt x="233" y="385"/>
                  </a:cubicBezTo>
                  <a:cubicBezTo>
                    <a:pt x="230" y="384"/>
                    <a:pt x="229" y="383"/>
                    <a:pt x="229" y="386"/>
                  </a:cubicBezTo>
                  <a:cubicBezTo>
                    <a:pt x="228" y="388"/>
                    <a:pt x="229" y="391"/>
                    <a:pt x="230" y="393"/>
                  </a:cubicBezTo>
                  <a:cubicBezTo>
                    <a:pt x="231" y="396"/>
                    <a:pt x="231" y="397"/>
                    <a:pt x="233" y="399"/>
                  </a:cubicBezTo>
                  <a:cubicBezTo>
                    <a:pt x="235" y="401"/>
                    <a:pt x="235" y="401"/>
                    <a:pt x="235" y="403"/>
                  </a:cubicBezTo>
                  <a:cubicBezTo>
                    <a:pt x="234" y="404"/>
                    <a:pt x="231" y="406"/>
                    <a:pt x="230" y="408"/>
                  </a:cubicBezTo>
                  <a:cubicBezTo>
                    <a:pt x="229" y="410"/>
                    <a:pt x="229" y="413"/>
                    <a:pt x="228" y="415"/>
                  </a:cubicBezTo>
                  <a:cubicBezTo>
                    <a:pt x="227" y="417"/>
                    <a:pt x="225" y="418"/>
                    <a:pt x="225" y="420"/>
                  </a:cubicBezTo>
                  <a:cubicBezTo>
                    <a:pt x="225" y="422"/>
                    <a:pt x="226" y="422"/>
                    <a:pt x="228" y="424"/>
                  </a:cubicBezTo>
                  <a:cubicBezTo>
                    <a:pt x="230" y="426"/>
                    <a:pt x="232" y="427"/>
                    <a:pt x="232" y="429"/>
                  </a:cubicBezTo>
                  <a:cubicBezTo>
                    <a:pt x="233" y="431"/>
                    <a:pt x="231" y="432"/>
                    <a:pt x="229" y="434"/>
                  </a:cubicBezTo>
                  <a:cubicBezTo>
                    <a:pt x="228" y="435"/>
                    <a:pt x="223" y="437"/>
                    <a:pt x="220" y="438"/>
                  </a:cubicBezTo>
                  <a:cubicBezTo>
                    <a:pt x="218" y="439"/>
                    <a:pt x="214" y="441"/>
                    <a:pt x="212" y="441"/>
                  </a:cubicBezTo>
                  <a:cubicBezTo>
                    <a:pt x="210" y="442"/>
                    <a:pt x="201" y="442"/>
                    <a:pt x="200" y="441"/>
                  </a:cubicBezTo>
                  <a:cubicBezTo>
                    <a:pt x="198" y="441"/>
                    <a:pt x="195" y="440"/>
                    <a:pt x="193" y="439"/>
                  </a:cubicBezTo>
                  <a:cubicBezTo>
                    <a:pt x="191" y="438"/>
                    <a:pt x="189" y="436"/>
                    <a:pt x="185" y="435"/>
                  </a:cubicBezTo>
                  <a:cubicBezTo>
                    <a:pt x="181" y="434"/>
                    <a:pt x="179" y="433"/>
                    <a:pt x="178" y="432"/>
                  </a:cubicBezTo>
                  <a:cubicBezTo>
                    <a:pt x="177" y="431"/>
                    <a:pt x="175" y="431"/>
                    <a:pt x="174" y="432"/>
                  </a:cubicBezTo>
                  <a:cubicBezTo>
                    <a:pt x="173" y="433"/>
                    <a:pt x="172" y="434"/>
                    <a:pt x="172" y="435"/>
                  </a:cubicBezTo>
                  <a:cubicBezTo>
                    <a:pt x="172" y="436"/>
                    <a:pt x="172" y="438"/>
                    <a:pt x="173" y="441"/>
                  </a:cubicBezTo>
                  <a:cubicBezTo>
                    <a:pt x="173" y="443"/>
                    <a:pt x="174" y="448"/>
                    <a:pt x="174" y="452"/>
                  </a:cubicBezTo>
                  <a:cubicBezTo>
                    <a:pt x="174" y="456"/>
                    <a:pt x="173" y="458"/>
                    <a:pt x="172" y="459"/>
                  </a:cubicBezTo>
                  <a:cubicBezTo>
                    <a:pt x="172" y="461"/>
                    <a:pt x="172" y="462"/>
                    <a:pt x="174" y="464"/>
                  </a:cubicBezTo>
                  <a:cubicBezTo>
                    <a:pt x="176" y="466"/>
                    <a:pt x="179" y="468"/>
                    <a:pt x="180" y="470"/>
                  </a:cubicBezTo>
                  <a:cubicBezTo>
                    <a:pt x="182" y="473"/>
                    <a:pt x="183" y="473"/>
                    <a:pt x="183" y="475"/>
                  </a:cubicBezTo>
                  <a:cubicBezTo>
                    <a:pt x="183" y="476"/>
                    <a:pt x="182" y="477"/>
                    <a:pt x="179" y="478"/>
                  </a:cubicBezTo>
                  <a:cubicBezTo>
                    <a:pt x="177" y="479"/>
                    <a:pt x="174" y="480"/>
                    <a:pt x="174" y="481"/>
                  </a:cubicBezTo>
                  <a:cubicBezTo>
                    <a:pt x="174" y="482"/>
                    <a:pt x="177" y="483"/>
                    <a:pt x="179" y="484"/>
                  </a:cubicBezTo>
                  <a:cubicBezTo>
                    <a:pt x="181" y="485"/>
                    <a:pt x="185" y="486"/>
                    <a:pt x="186" y="487"/>
                  </a:cubicBezTo>
                  <a:cubicBezTo>
                    <a:pt x="187" y="487"/>
                    <a:pt x="187" y="489"/>
                    <a:pt x="184" y="490"/>
                  </a:cubicBezTo>
                  <a:cubicBezTo>
                    <a:pt x="182" y="491"/>
                    <a:pt x="177" y="492"/>
                    <a:pt x="175" y="493"/>
                  </a:cubicBezTo>
                  <a:cubicBezTo>
                    <a:pt x="174" y="495"/>
                    <a:pt x="173" y="497"/>
                    <a:pt x="172" y="500"/>
                  </a:cubicBezTo>
                  <a:cubicBezTo>
                    <a:pt x="171" y="502"/>
                    <a:pt x="169" y="502"/>
                    <a:pt x="168" y="504"/>
                  </a:cubicBezTo>
                  <a:cubicBezTo>
                    <a:pt x="168" y="506"/>
                    <a:pt x="168" y="509"/>
                    <a:pt x="169" y="510"/>
                  </a:cubicBezTo>
                  <a:cubicBezTo>
                    <a:pt x="170" y="512"/>
                    <a:pt x="170" y="512"/>
                    <a:pt x="170" y="515"/>
                  </a:cubicBezTo>
                  <a:cubicBezTo>
                    <a:pt x="170" y="518"/>
                    <a:pt x="171" y="518"/>
                    <a:pt x="169" y="521"/>
                  </a:cubicBezTo>
                  <a:cubicBezTo>
                    <a:pt x="168" y="523"/>
                    <a:pt x="164" y="525"/>
                    <a:pt x="163" y="526"/>
                  </a:cubicBezTo>
                  <a:cubicBezTo>
                    <a:pt x="163" y="527"/>
                    <a:pt x="161" y="528"/>
                    <a:pt x="161" y="530"/>
                  </a:cubicBezTo>
                  <a:cubicBezTo>
                    <a:pt x="161" y="533"/>
                    <a:pt x="163" y="534"/>
                    <a:pt x="162" y="536"/>
                  </a:cubicBezTo>
                  <a:cubicBezTo>
                    <a:pt x="162" y="538"/>
                    <a:pt x="162" y="539"/>
                    <a:pt x="160" y="539"/>
                  </a:cubicBezTo>
                  <a:cubicBezTo>
                    <a:pt x="159" y="539"/>
                    <a:pt x="155" y="537"/>
                    <a:pt x="152" y="537"/>
                  </a:cubicBezTo>
                  <a:cubicBezTo>
                    <a:pt x="150" y="537"/>
                    <a:pt x="149" y="536"/>
                    <a:pt x="146" y="539"/>
                  </a:cubicBezTo>
                  <a:cubicBezTo>
                    <a:pt x="143" y="541"/>
                    <a:pt x="142" y="541"/>
                    <a:pt x="138" y="543"/>
                  </a:cubicBezTo>
                  <a:cubicBezTo>
                    <a:pt x="134" y="544"/>
                    <a:pt x="131" y="547"/>
                    <a:pt x="130" y="549"/>
                  </a:cubicBezTo>
                  <a:cubicBezTo>
                    <a:pt x="129" y="551"/>
                    <a:pt x="130" y="551"/>
                    <a:pt x="127" y="555"/>
                  </a:cubicBezTo>
                  <a:cubicBezTo>
                    <a:pt x="124" y="559"/>
                    <a:pt x="124" y="559"/>
                    <a:pt x="123" y="562"/>
                  </a:cubicBezTo>
                  <a:cubicBezTo>
                    <a:pt x="122" y="565"/>
                    <a:pt x="122" y="565"/>
                    <a:pt x="122" y="568"/>
                  </a:cubicBezTo>
                  <a:cubicBezTo>
                    <a:pt x="122" y="571"/>
                    <a:pt x="122" y="572"/>
                    <a:pt x="123" y="574"/>
                  </a:cubicBezTo>
                  <a:cubicBezTo>
                    <a:pt x="123" y="576"/>
                    <a:pt x="125" y="577"/>
                    <a:pt x="127" y="579"/>
                  </a:cubicBezTo>
                  <a:cubicBezTo>
                    <a:pt x="128" y="581"/>
                    <a:pt x="130" y="582"/>
                    <a:pt x="132" y="584"/>
                  </a:cubicBezTo>
                  <a:cubicBezTo>
                    <a:pt x="134" y="585"/>
                    <a:pt x="136" y="588"/>
                    <a:pt x="139" y="589"/>
                  </a:cubicBezTo>
                  <a:cubicBezTo>
                    <a:pt x="143" y="591"/>
                    <a:pt x="145" y="590"/>
                    <a:pt x="149" y="591"/>
                  </a:cubicBezTo>
                  <a:cubicBezTo>
                    <a:pt x="154" y="593"/>
                    <a:pt x="156" y="592"/>
                    <a:pt x="158" y="594"/>
                  </a:cubicBezTo>
                  <a:cubicBezTo>
                    <a:pt x="159" y="597"/>
                    <a:pt x="159" y="599"/>
                    <a:pt x="159" y="601"/>
                  </a:cubicBezTo>
                  <a:cubicBezTo>
                    <a:pt x="159" y="603"/>
                    <a:pt x="159" y="603"/>
                    <a:pt x="158" y="605"/>
                  </a:cubicBezTo>
                  <a:cubicBezTo>
                    <a:pt x="157" y="606"/>
                    <a:pt x="156" y="607"/>
                    <a:pt x="154" y="608"/>
                  </a:cubicBezTo>
                  <a:cubicBezTo>
                    <a:pt x="152" y="608"/>
                    <a:pt x="148" y="609"/>
                    <a:pt x="148" y="609"/>
                  </a:cubicBezTo>
                  <a:cubicBezTo>
                    <a:pt x="148" y="610"/>
                    <a:pt x="147" y="611"/>
                    <a:pt x="148" y="611"/>
                  </a:cubicBezTo>
                  <a:cubicBezTo>
                    <a:pt x="149" y="612"/>
                    <a:pt x="149" y="611"/>
                    <a:pt x="152" y="612"/>
                  </a:cubicBezTo>
                  <a:cubicBezTo>
                    <a:pt x="156" y="612"/>
                    <a:pt x="157" y="612"/>
                    <a:pt x="157" y="614"/>
                  </a:cubicBezTo>
                  <a:cubicBezTo>
                    <a:pt x="158" y="615"/>
                    <a:pt x="157" y="614"/>
                    <a:pt x="157" y="616"/>
                  </a:cubicBezTo>
                  <a:cubicBezTo>
                    <a:pt x="157" y="618"/>
                    <a:pt x="153" y="621"/>
                    <a:pt x="151" y="622"/>
                  </a:cubicBezTo>
                  <a:cubicBezTo>
                    <a:pt x="149" y="624"/>
                    <a:pt x="143" y="625"/>
                    <a:pt x="140" y="627"/>
                  </a:cubicBezTo>
                  <a:cubicBezTo>
                    <a:pt x="137" y="629"/>
                    <a:pt x="131" y="633"/>
                    <a:pt x="130" y="635"/>
                  </a:cubicBezTo>
                  <a:cubicBezTo>
                    <a:pt x="128" y="636"/>
                    <a:pt x="123" y="639"/>
                    <a:pt x="122" y="641"/>
                  </a:cubicBezTo>
                  <a:cubicBezTo>
                    <a:pt x="120" y="644"/>
                    <a:pt x="117" y="647"/>
                    <a:pt x="116" y="649"/>
                  </a:cubicBezTo>
                  <a:cubicBezTo>
                    <a:pt x="116" y="651"/>
                    <a:pt x="116" y="652"/>
                    <a:pt x="117" y="652"/>
                  </a:cubicBezTo>
                  <a:cubicBezTo>
                    <a:pt x="118" y="652"/>
                    <a:pt x="119" y="653"/>
                    <a:pt x="119" y="654"/>
                  </a:cubicBezTo>
                  <a:cubicBezTo>
                    <a:pt x="119" y="655"/>
                    <a:pt x="119" y="658"/>
                    <a:pt x="118" y="659"/>
                  </a:cubicBezTo>
                  <a:cubicBezTo>
                    <a:pt x="118" y="661"/>
                    <a:pt x="117" y="662"/>
                    <a:pt x="117" y="664"/>
                  </a:cubicBezTo>
                  <a:cubicBezTo>
                    <a:pt x="117" y="665"/>
                    <a:pt x="117" y="667"/>
                    <a:pt x="114" y="668"/>
                  </a:cubicBezTo>
                  <a:cubicBezTo>
                    <a:pt x="111" y="668"/>
                    <a:pt x="110" y="669"/>
                    <a:pt x="108" y="670"/>
                  </a:cubicBezTo>
                  <a:cubicBezTo>
                    <a:pt x="106" y="671"/>
                    <a:pt x="104" y="671"/>
                    <a:pt x="104" y="670"/>
                  </a:cubicBezTo>
                  <a:cubicBezTo>
                    <a:pt x="103" y="669"/>
                    <a:pt x="103" y="668"/>
                    <a:pt x="102" y="666"/>
                  </a:cubicBezTo>
                  <a:cubicBezTo>
                    <a:pt x="101" y="664"/>
                    <a:pt x="98" y="661"/>
                    <a:pt x="97" y="662"/>
                  </a:cubicBezTo>
                  <a:cubicBezTo>
                    <a:pt x="97" y="663"/>
                    <a:pt x="98" y="665"/>
                    <a:pt x="98" y="666"/>
                  </a:cubicBezTo>
                  <a:cubicBezTo>
                    <a:pt x="99" y="667"/>
                    <a:pt x="98" y="667"/>
                    <a:pt x="97" y="667"/>
                  </a:cubicBezTo>
                  <a:cubicBezTo>
                    <a:pt x="95" y="667"/>
                    <a:pt x="93" y="667"/>
                    <a:pt x="93" y="668"/>
                  </a:cubicBezTo>
                  <a:cubicBezTo>
                    <a:pt x="93" y="669"/>
                    <a:pt x="92" y="670"/>
                    <a:pt x="94" y="670"/>
                  </a:cubicBezTo>
                  <a:cubicBezTo>
                    <a:pt x="96" y="670"/>
                    <a:pt x="97" y="670"/>
                    <a:pt x="98" y="670"/>
                  </a:cubicBezTo>
                  <a:cubicBezTo>
                    <a:pt x="100" y="670"/>
                    <a:pt x="101" y="670"/>
                    <a:pt x="101" y="671"/>
                  </a:cubicBezTo>
                  <a:cubicBezTo>
                    <a:pt x="102" y="672"/>
                    <a:pt x="102" y="672"/>
                    <a:pt x="101" y="673"/>
                  </a:cubicBezTo>
                  <a:cubicBezTo>
                    <a:pt x="101" y="674"/>
                    <a:pt x="99" y="673"/>
                    <a:pt x="97" y="675"/>
                  </a:cubicBezTo>
                  <a:cubicBezTo>
                    <a:pt x="95" y="677"/>
                    <a:pt x="93" y="680"/>
                    <a:pt x="91" y="683"/>
                  </a:cubicBezTo>
                  <a:cubicBezTo>
                    <a:pt x="89" y="687"/>
                    <a:pt x="88" y="688"/>
                    <a:pt x="88" y="690"/>
                  </a:cubicBezTo>
                  <a:cubicBezTo>
                    <a:pt x="88" y="692"/>
                    <a:pt x="87" y="693"/>
                    <a:pt x="86" y="694"/>
                  </a:cubicBezTo>
                  <a:cubicBezTo>
                    <a:pt x="85" y="695"/>
                    <a:pt x="83" y="695"/>
                    <a:pt x="83" y="696"/>
                  </a:cubicBezTo>
                  <a:cubicBezTo>
                    <a:pt x="83" y="698"/>
                    <a:pt x="82" y="698"/>
                    <a:pt x="84" y="698"/>
                  </a:cubicBezTo>
                  <a:cubicBezTo>
                    <a:pt x="86" y="697"/>
                    <a:pt x="85" y="696"/>
                    <a:pt x="87" y="697"/>
                  </a:cubicBezTo>
                  <a:cubicBezTo>
                    <a:pt x="88" y="699"/>
                    <a:pt x="89" y="703"/>
                    <a:pt x="90" y="704"/>
                  </a:cubicBezTo>
                  <a:cubicBezTo>
                    <a:pt x="90" y="705"/>
                    <a:pt x="90" y="706"/>
                    <a:pt x="91" y="707"/>
                  </a:cubicBezTo>
                  <a:cubicBezTo>
                    <a:pt x="91" y="709"/>
                    <a:pt x="91" y="710"/>
                    <a:pt x="91" y="711"/>
                  </a:cubicBezTo>
                  <a:cubicBezTo>
                    <a:pt x="90" y="711"/>
                    <a:pt x="86" y="711"/>
                    <a:pt x="86" y="711"/>
                  </a:cubicBezTo>
                  <a:cubicBezTo>
                    <a:pt x="85" y="711"/>
                    <a:pt x="83" y="712"/>
                    <a:pt x="83" y="712"/>
                  </a:cubicBezTo>
                  <a:cubicBezTo>
                    <a:pt x="83" y="712"/>
                    <a:pt x="85" y="714"/>
                    <a:pt x="86" y="714"/>
                  </a:cubicBezTo>
                  <a:cubicBezTo>
                    <a:pt x="87" y="714"/>
                    <a:pt x="90" y="713"/>
                    <a:pt x="91" y="714"/>
                  </a:cubicBezTo>
                  <a:cubicBezTo>
                    <a:pt x="93" y="714"/>
                    <a:pt x="93" y="715"/>
                    <a:pt x="93" y="715"/>
                  </a:cubicBezTo>
                  <a:cubicBezTo>
                    <a:pt x="94" y="716"/>
                    <a:pt x="95" y="717"/>
                    <a:pt x="96" y="720"/>
                  </a:cubicBezTo>
                  <a:cubicBezTo>
                    <a:pt x="98" y="724"/>
                    <a:pt x="98" y="725"/>
                    <a:pt x="99" y="728"/>
                  </a:cubicBezTo>
                  <a:cubicBezTo>
                    <a:pt x="100" y="729"/>
                    <a:pt x="101" y="730"/>
                    <a:pt x="102" y="731"/>
                  </a:cubicBezTo>
                  <a:cubicBezTo>
                    <a:pt x="96" y="728"/>
                    <a:pt x="88" y="725"/>
                    <a:pt x="86" y="724"/>
                  </a:cubicBezTo>
                  <a:cubicBezTo>
                    <a:pt x="86" y="724"/>
                    <a:pt x="85" y="724"/>
                    <a:pt x="84" y="724"/>
                  </a:cubicBezTo>
                  <a:cubicBezTo>
                    <a:pt x="80" y="723"/>
                    <a:pt x="75" y="722"/>
                    <a:pt x="70" y="722"/>
                  </a:cubicBezTo>
                  <a:cubicBezTo>
                    <a:pt x="65" y="721"/>
                    <a:pt x="59" y="722"/>
                    <a:pt x="54" y="722"/>
                  </a:cubicBezTo>
                  <a:cubicBezTo>
                    <a:pt x="53" y="722"/>
                    <a:pt x="52" y="722"/>
                    <a:pt x="51" y="722"/>
                  </a:cubicBezTo>
                  <a:cubicBezTo>
                    <a:pt x="49" y="722"/>
                    <a:pt x="42" y="722"/>
                    <a:pt x="37" y="721"/>
                  </a:cubicBezTo>
                  <a:cubicBezTo>
                    <a:pt x="34" y="721"/>
                    <a:pt x="32" y="721"/>
                    <a:pt x="31" y="720"/>
                  </a:cubicBezTo>
                  <a:cubicBezTo>
                    <a:pt x="31" y="719"/>
                    <a:pt x="30" y="719"/>
                    <a:pt x="30" y="718"/>
                  </a:cubicBezTo>
                  <a:cubicBezTo>
                    <a:pt x="29" y="717"/>
                    <a:pt x="28" y="716"/>
                    <a:pt x="26" y="714"/>
                  </a:cubicBezTo>
                  <a:cubicBezTo>
                    <a:pt x="25" y="713"/>
                    <a:pt x="24" y="712"/>
                    <a:pt x="24" y="712"/>
                  </a:cubicBezTo>
                  <a:cubicBezTo>
                    <a:pt x="24" y="711"/>
                    <a:pt x="24" y="711"/>
                    <a:pt x="24" y="710"/>
                  </a:cubicBezTo>
                  <a:cubicBezTo>
                    <a:pt x="24" y="709"/>
                    <a:pt x="24" y="708"/>
                    <a:pt x="25" y="707"/>
                  </a:cubicBezTo>
                  <a:cubicBezTo>
                    <a:pt x="25" y="706"/>
                    <a:pt x="25" y="705"/>
                    <a:pt x="25" y="703"/>
                  </a:cubicBezTo>
                  <a:cubicBezTo>
                    <a:pt x="25" y="701"/>
                    <a:pt x="24" y="701"/>
                    <a:pt x="24" y="700"/>
                  </a:cubicBezTo>
                  <a:cubicBezTo>
                    <a:pt x="23" y="700"/>
                    <a:pt x="23" y="699"/>
                    <a:pt x="22" y="698"/>
                  </a:cubicBezTo>
                  <a:cubicBezTo>
                    <a:pt x="22" y="697"/>
                    <a:pt x="23" y="696"/>
                    <a:pt x="23" y="696"/>
                  </a:cubicBezTo>
                  <a:cubicBezTo>
                    <a:pt x="24" y="694"/>
                    <a:pt x="25" y="693"/>
                    <a:pt x="25" y="691"/>
                  </a:cubicBezTo>
                  <a:cubicBezTo>
                    <a:pt x="25" y="689"/>
                    <a:pt x="24" y="688"/>
                    <a:pt x="24" y="687"/>
                  </a:cubicBezTo>
                  <a:cubicBezTo>
                    <a:pt x="23" y="686"/>
                    <a:pt x="22" y="685"/>
                    <a:pt x="21" y="685"/>
                  </a:cubicBezTo>
                  <a:cubicBezTo>
                    <a:pt x="19" y="684"/>
                    <a:pt x="18" y="684"/>
                    <a:pt x="17" y="684"/>
                  </a:cubicBezTo>
                  <a:cubicBezTo>
                    <a:pt x="16" y="684"/>
                    <a:pt x="14" y="685"/>
                    <a:pt x="13" y="685"/>
                  </a:cubicBezTo>
                  <a:cubicBezTo>
                    <a:pt x="12" y="686"/>
                    <a:pt x="10" y="687"/>
                    <a:pt x="8" y="687"/>
                  </a:cubicBezTo>
                  <a:cubicBezTo>
                    <a:pt x="7" y="688"/>
                    <a:pt x="6" y="688"/>
                    <a:pt x="5" y="688"/>
                  </a:cubicBezTo>
                  <a:cubicBezTo>
                    <a:pt x="5" y="688"/>
                    <a:pt x="5" y="687"/>
                    <a:pt x="5" y="686"/>
                  </a:cubicBezTo>
                  <a:cubicBezTo>
                    <a:pt x="5" y="684"/>
                    <a:pt x="5" y="682"/>
                    <a:pt x="5" y="680"/>
                  </a:cubicBezTo>
                  <a:cubicBezTo>
                    <a:pt x="5" y="676"/>
                    <a:pt x="3" y="675"/>
                    <a:pt x="2" y="675"/>
                  </a:cubicBezTo>
                  <a:cubicBezTo>
                    <a:pt x="2" y="675"/>
                    <a:pt x="1" y="674"/>
                    <a:pt x="1" y="674"/>
                  </a:cubicBezTo>
                  <a:cubicBezTo>
                    <a:pt x="0" y="673"/>
                    <a:pt x="0" y="672"/>
                    <a:pt x="0" y="669"/>
                  </a:cubicBezTo>
                  <a:cubicBezTo>
                    <a:pt x="0" y="668"/>
                    <a:pt x="0" y="666"/>
                    <a:pt x="0" y="664"/>
                  </a:cubicBezTo>
                  <a:cubicBezTo>
                    <a:pt x="0" y="658"/>
                    <a:pt x="1" y="655"/>
                    <a:pt x="1" y="653"/>
                  </a:cubicBezTo>
                  <a:cubicBezTo>
                    <a:pt x="1" y="653"/>
                    <a:pt x="1" y="653"/>
                    <a:pt x="1" y="652"/>
                  </a:cubicBezTo>
                  <a:cubicBezTo>
                    <a:pt x="2" y="651"/>
                    <a:pt x="2" y="651"/>
                    <a:pt x="3" y="651"/>
                  </a:cubicBezTo>
                  <a:cubicBezTo>
                    <a:pt x="4" y="651"/>
                    <a:pt x="4" y="651"/>
                    <a:pt x="5" y="650"/>
                  </a:cubicBezTo>
                  <a:cubicBezTo>
                    <a:pt x="7" y="649"/>
                    <a:pt x="8" y="649"/>
                    <a:pt x="9" y="648"/>
                  </a:cubicBezTo>
                  <a:cubicBezTo>
                    <a:pt x="10" y="647"/>
                    <a:pt x="12" y="645"/>
                    <a:pt x="13" y="644"/>
                  </a:cubicBezTo>
                  <a:cubicBezTo>
                    <a:pt x="14" y="643"/>
                    <a:pt x="14" y="643"/>
                    <a:pt x="14" y="642"/>
                  </a:cubicBezTo>
                  <a:cubicBezTo>
                    <a:pt x="17" y="640"/>
                    <a:pt x="19" y="638"/>
                    <a:pt x="19" y="634"/>
                  </a:cubicBezTo>
                  <a:cubicBezTo>
                    <a:pt x="19" y="633"/>
                    <a:pt x="19" y="631"/>
                    <a:pt x="19" y="630"/>
                  </a:cubicBezTo>
                  <a:cubicBezTo>
                    <a:pt x="20" y="629"/>
                    <a:pt x="20" y="628"/>
                    <a:pt x="20" y="628"/>
                  </a:cubicBezTo>
                  <a:cubicBezTo>
                    <a:pt x="20" y="628"/>
                    <a:pt x="20" y="628"/>
                    <a:pt x="21" y="627"/>
                  </a:cubicBezTo>
                  <a:cubicBezTo>
                    <a:pt x="22" y="625"/>
                    <a:pt x="24" y="623"/>
                    <a:pt x="24" y="621"/>
                  </a:cubicBezTo>
                  <a:cubicBezTo>
                    <a:pt x="24" y="619"/>
                    <a:pt x="23" y="618"/>
                    <a:pt x="22" y="616"/>
                  </a:cubicBezTo>
                  <a:cubicBezTo>
                    <a:pt x="22" y="615"/>
                    <a:pt x="21" y="614"/>
                    <a:pt x="21" y="613"/>
                  </a:cubicBezTo>
                  <a:cubicBezTo>
                    <a:pt x="20" y="611"/>
                    <a:pt x="20" y="610"/>
                    <a:pt x="21" y="609"/>
                  </a:cubicBezTo>
                  <a:cubicBezTo>
                    <a:pt x="21" y="608"/>
                    <a:pt x="22" y="607"/>
                    <a:pt x="22" y="605"/>
                  </a:cubicBezTo>
                  <a:cubicBezTo>
                    <a:pt x="22" y="603"/>
                    <a:pt x="23" y="603"/>
                    <a:pt x="24" y="602"/>
                  </a:cubicBezTo>
                  <a:cubicBezTo>
                    <a:pt x="24" y="602"/>
                    <a:pt x="25" y="602"/>
                    <a:pt x="26" y="601"/>
                  </a:cubicBezTo>
                  <a:cubicBezTo>
                    <a:pt x="26" y="601"/>
                    <a:pt x="27" y="600"/>
                    <a:pt x="28" y="600"/>
                  </a:cubicBezTo>
                  <a:cubicBezTo>
                    <a:pt x="28" y="600"/>
                    <a:pt x="28" y="600"/>
                    <a:pt x="28" y="600"/>
                  </a:cubicBezTo>
                  <a:cubicBezTo>
                    <a:pt x="30" y="598"/>
                    <a:pt x="33" y="597"/>
                    <a:pt x="33" y="595"/>
                  </a:cubicBezTo>
                  <a:cubicBezTo>
                    <a:pt x="33" y="595"/>
                    <a:pt x="33" y="594"/>
                    <a:pt x="33" y="593"/>
                  </a:cubicBezTo>
                  <a:cubicBezTo>
                    <a:pt x="32" y="591"/>
                    <a:pt x="32" y="590"/>
                    <a:pt x="32" y="588"/>
                  </a:cubicBezTo>
                  <a:cubicBezTo>
                    <a:pt x="32" y="588"/>
                    <a:pt x="33" y="587"/>
                    <a:pt x="33" y="587"/>
                  </a:cubicBezTo>
                  <a:cubicBezTo>
                    <a:pt x="34" y="586"/>
                    <a:pt x="35" y="586"/>
                    <a:pt x="36" y="584"/>
                  </a:cubicBezTo>
                  <a:cubicBezTo>
                    <a:pt x="38" y="582"/>
                    <a:pt x="38" y="581"/>
                    <a:pt x="37" y="579"/>
                  </a:cubicBezTo>
                  <a:cubicBezTo>
                    <a:pt x="37" y="579"/>
                    <a:pt x="36" y="578"/>
                    <a:pt x="36" y="577"/>
                  </a:cubicBezTo>
                  <a:cubicBezTo>
                    <a:pt x="35" y="574"/>
                    <a:pt x="35" y="572"/>
                    <a:pt x="35" y="570"/>
                  </a:cubicBezTo>
                  <a:cubicBezTo>
                    <a:pt x="35" y="569"/>
                    <a:pt x="35" y="569"/>
                    <a:pt x="35" y="569"/>
                  </a:cubicBezTo>
                  <a:cubicBezTo>
                    <a:pt x="35" y="569"/>
                    <a:pt x="35" y="569"/>
                    <a:pt x="35" y="569"/>
                  </a:cubicBezTo>
                  <a:cubicBezTo>
                    <a:pt x="35" y="568"/>
                    <a:pt x="35" y="568"/>
                    <a:pt x="36" y="567"/>
                  </a:cubicBezTo>
                  <a:cubicBezTo>
                    <a:pt x="36" y="566"/>
                    <a:pt x="37" y="565"/>
                    <a:pt x="38" y="564"/>
                  </a:cubicBezTo>
                  <a:cubicBezTo>
                    <a:pt x="38" y="562"/>
                    <a:pt x="38" y="560"/>
                    <a:pt x="37" y="558"/>
                  </a:cubicBezTo>
                  <a:cubicBezTo>
                    <a:pt x="37" y="558"/>
                    <a:pt x="37" y="557"/>
                    <a:pt x="37" y="555"/>
                  </a:cubicBezTo>
                  <a:cubicBezTo>
                    <a:pt x="36" y="554"/>
                    <a:pt x="37" y="554"/>
                    <a:pt x="38" y="553"/>
                  </a:cubicBezTo>
                  <a:cubicBezTo>
                    <a:pt x="39" y="553"/>
                    <a:pt x="40" y="552"/>
                    <a:pt x="41" y="551"/>
                  </a:cubicBezTo>
                  <a:cubicBezTo>
                    <a:pt x="41" y="551"/>
                    <a:pt x="41" y="551"/>
                    <a:pt x="41" y="551"/>
                  </a:cubicBezTo>
                  <a:cubicBezTo>
                    <a:pt x="44" y="548"/>
                    <a:pt x="44" y="548"/>
                    <a:pt x="43" y="544"/>
                  </a:cubicBezTo>
                  <a:cubicBezTo>
                    <a:pt x="43" y="540"/>
                    <a:pt x="38" y="538"/>
                    <a:pt x="35" y="537"/>
                  </a:cubicBezTo>
                  <a:cubicBezTo>
                    <a:pt x="35" y="537"/>
                    <a:pt x="35" y="537"/>
                    <a:pt x="35" y="537"/>
                  </a:cubicBezTo>
                  <a:cubicBezTo>
                    <a:pt x="35" y="537"/>
                    <a:pt x="35" y="537"/>
                    <a:pt x="35" y="537"/>
                  </a:cubicBezTo>
                  <a:cubicBezTo>
                    <a:pt x="35" y="537"/>
                    <a:pt x="34" y="537"/>
                    <a:pt x="34" y="537"/>
                  </a:cubicBezTo>
                  <a:cubicBezTo>
                    <a:pt x="34" y="537"/>
                    <a:pt x="34" y="537"/>
                    <a:pt x="34" y="537"/>
                  </a:cubicBezTo>
                  <a:cubicBezTo>
                    <a:pt x="33" y="536"/>
                    <a:pt x="32" y="535"/>
                    <a:pt x="31" y="534"/>
                  </a:cubicBezTo>
                  <a:cubicBezTo>
                    <a:pt x="31" y="533"/>
                    <a:pt x="30" y="533"/>
                    <a:pt x="30" y="533"/>
                  </a:cubicBezTo>
                  <a:cubicBezTo>
                    <a:pt x="30" y="532"/>
                    <a:pt x="33" y="533"/>
                    <a:pt x="35" y="533"/>
                  </a:cubicBezTo>
                  <a:cubicBezTo>
                    <a:pt x="36" y="533"/>
                    <a:pt x="37" y="534"/>
                    <a:pt x="38" y="534"/>
                  </a:cubicBezTo>
                  <a:cubicBezTo>
                    <a:pt x="42" y="535"/>
                    <a:pt x="42" y="534"/>
                    <a:pt x="43" y="533"/>
                  </a:cubicBezTo>
                  <a:cubicBezTo>
                    <a:pt x="44" y="533"/>
                    <a:pt x="44" y="533"/>
                    <a:pt x="44" y="533"/>
                  </a:cubicBezTo>
                  <a:cubicBezTo>
                    <a:pt x="46" y="532"/>
                    <a:pt x="47" y="531"/>
                    <a:pt x="48" y="529"/>
                  </a:cubicBezTo>
                  <a:cubicBezTo>
                    <a:pt x="48" y="528"/>
                    <a:pt x="48" y="528"/>
                    <a:pt x="48" y="528"/>
                  </a:cubicBezTo>
                  <a:cubicBezTo>
                    <a:pt x="49" y="526"/>
                    <a:pt x="49" y="525"/>
                    <a:pt x="48" y="524"/>
                  </a:cubicBezTo>
                  <a:cubicBezTo>
                    <a:pt x="47" y="523"/>
                    <a:pt x="46" y="522"/>
                    <a:pt x="44" y="522"/>
                  </a:cubicBezTo>
                  <a:cubicBezTo>
                    <a:pt x="42" y="521"/>
                    <a:pt x="40" y="521"/>
                    <a:pt x="38" y="521"/>
                  </a:cubicBezTo>
                  <a:cubicBezTo>
                    <a:pt x="37" y="521"/>
                    <a:pt x="36" y="521"/>
                    <a:pt x="35" y="521"/>
                  </a:cubicBezTo>
                  <a:cubicBezTo>
                    <a:pt x="35" y="521"/>
                    <a:pt x="35" y="520"/>
                    <a:pt x="35" y="519"/>
                  </a:cubicBezTo>
                  <a:cubicBezTo>
                    <a:pt x="35" y="519"/>
                    <a:pt x="35" y="518"/>
                    <a:pt x="35" y="517"/>
                  </a:cubicBezTo>
                  <a:cubicBezTo>
                    <a:pt x="35" y="516"/>
                    <a:pt x="36" y="515"/>
                    <a:pt x="36" y="514"/>
                  </a:cubicBezTo>
                  <a:cubicBezTo>
                    <a:pt x="37" y="512"/>
                    <a:pt x="37" y="511"/>
                    <a:pt x="37" y="510"/>
                  </a:cubicBezTo>
                  <a:cubicBezTo>
                    <a:pt x="37" y="508"/>
                    <a:pt x="37" y="507"/>
                    <a:pt x="36" y="504"/>
                  </a:cubicBezTo>
                  <a:cubicBezTo>
                    <a:pt x="36" y="503"/>
                    <a:pt x="36" y="503"/>
                    <a:pt x="36" y="503"/>
                  </a:cubicBezTo>
                  <a:cubicBezTo>
                    <a:pt x="35" y="501"/>
                    <a:pt x="35" y="500"/>
                    <a:pt x="34" y="499"/>
                  </a:cubicBezTo>
                  <a:cubicBezTo>
                    <a:pt x="34" y="499"/>
                    <a:pt x="33" y="498"/>
                    <a:pt x="33" y="498"/>
                  </a:cubicBezTo>
                  <a:cubicBezTo>
                    <a:pt x="33" y="498"/>
                    <a:pt x="34" y="496"/>
                    <a:pt x="35" y="496"/>
                  </a:cubicBezTo>
                  <a:cubicBezTo>
                    <a:pt x="35" y="495"/>
                    <a:pt x="36" y="494"/>
                    <a:pt x="36" y="494"/>
                  </a:cubicBezTo>
                  <a:cubicBezTo>
                    <a:pt x="37" y="492"/>
                    <a:pt x="36" y="491"/>
                    <a:pt x="33" y="489"/>
                  </a:cubicBezTo>
                  <a:cubicBezTo>
                    <a:pt x="33" y="489"/>
                    <a:pt x="33" y="489"/>
                    <a:pt x="33" y="489"/>
                  </a:cubicBezTo>
                  <a:cubicBezTo>
                    <a:pt x="33" y="489"/>
                    <a:pt x="33" y="489"/>
                    <a:pt x="33" y="489"/>
                  </a:cubicBezTo>
                  <a:cubicBezTo>
                    <a:pt x="33" y="489"/>
                    <a:pt x="33" y="489"/>
                    <a:pt x="33" y="489"/>
                  </a:cubicBezTo>
                  <a:cubicBezTo>
                    <a:pt x="32" y="488"/>
                    <a:pt x="31" y="488"/>
                    <a:pt x="30" y="487"/>
                  </a:cubicBezTo>
                  <a:cubicBezTo>
                    <a:pt x="30" y="487"/>
                    <a:pt x="30" y="486"/>
                    <a:pt x="30" y="486"/>
                  </a:cubicBezTo>
                  <a:cubicBezTo>
                    <a:pt x="29" y="485"/>
                    <a:pt x="29" y="482"/>
                    <a:pt x="29" y="480"/>
                  </a:cubicBezTo>
                  <a:cubicBezTo>
                    <a:pt x="29" y="480"/>
                    <a:pt x="29" y="480"/>
                    <a:pt x="29" y="479"/>
                  </a:cubicBezTo>
                  <a:cubicBezTo>
                    <a:pt x="29" y="479"/>
                    <a:pt x="29" y="478"/>
                    <a:pt x="29" y="477"/>
                  </a:cubicBezTo>
                  <a:cubicBezTo>
                    <a:pt x="29" y="475"/>
                    <a:pt x="29" y="471"/>
                    <a:pt x="29" y="469"/>
                  </a:cubicBezTo>
                  <a:cubicBezTo>
                    <a:pt x="30" y="468"/>
                    <a:pt x="31" y="467"/>
                    <a:pt x="32" y="467"/>
                  </a:cubicBezTo>
                  <a:cubicBezTo>
                    <a:pt x="33" y="467"/>
                    <a:pt x="34" y="466"/>
                    <a:pt x="35" y="466"/>
                  </a:cubicBezTo>
                  <a:cubicBezTo>
                    <a:pt x="36" y="465"/>
                    <a:pt x="36" y="463"/>
                    <a:pt x="36" y="461"/>
                  </a:cubicBezTo>
                  <a:cubicBezTo>
                    <a:pt x="36" y="461"/>
                    <a:pt x="36" y="461"/>
                    <a:pt x="36" y="461"/>
                  </a:cubicBezTo>
                  <a:cubicBezTo>
                    <a:pt x="35" y="460"/>
                    <a:pt x="34" y="458"/>
                    <a:pt x="33" y="456"/>
                  </a:cubicBezTo>
                  <a:cubicBezTo>
                    <a:pt x="32" y="454"/>
                    <a:pt x="32" y="453"/>
                    <a:pt x="33" y="452"/>
                  </a:cubicBezTo>
                  <a:cubicBezTo>
                    <a:pt x="33" y="451"/>
                    <a:pt x="33" y="450"/>
                    <a:pt x="33" y="448"/>
                  </a:cubicBezTo>
                  <a:cubicBezTo>
                    <a:pt x="33" y="446"/>
                    <a:pt x="34" y="445"/>
                    <a:pt x="34" y="444"/>
                  </a:cubicBezTo>
                  <a:cubicBezTo>
                    <a:pt x="34" y="442"/>
                    <a:pt x="34" y="440"/>
                    <a:pt x="34" y="436"/>
                  </a:cubicBezTo>
                  <a:cubicBezTo>
                    <a:pt x="33" y="431"/>
                    <a:pt x="33" y="430"/>
                    <a:pt x="34" y="429"/>
                  </a:cubicBezTo>
                  <a:cubicBezTo>
                    <a:pt x="34" y="429"/>
                    <a:pt x="34" y="429"/>
                    <a:pt x="34" y="428"/>
                  </a:cubicBezTo>
                  <a:cubicBezTo>
                    <a:pt x="34" y="428"/>
                    <a:pt x="34" y="428"/>
                    <a:pt x="35" y="427"/>
                  </a:cubicBezTo>
                  <a:cubicBezTo>
                    <a:pt x="36" y="426"/>
                    <a:pt x="37" y="424"/>
                    <a:pt x="37" y="423"/>
                  </a:cubicBezTo>
                  <a:cubicBezTo>
                    <a:pt x="37" y="422"/>
                    <a:pt x="37" y="421"/>
                    <a:pt x="37" y="420"/>
                  </a:cubicBezTo>
                  <a:cubicBezTo>
                    <a:pt x="36" y="418"/>
                    <a:pt x="36" y="417"/>
                    <a:pt x="36" y="416"/>
                  </a:cubicBezTo>
                  <a:cubicBezTo>
                    <a:pt x="36" y="416"/>
                    <a:pt x="36" y="415"/>
                    <a:pt x="37" y="415"/>
                  </a:cubicBezTo>
                  <a:cubicBezTo>
                    <a:pt x="37" y="415"/>
                    <a:pt x="37" y="415"/>
                    <a:pt x="37" y="415"/>
                  </a:cubicBezTo>
                  <a:cubicBezTo>
                    <a:pt x="37" y="414"/>
                    <a:pt x="38" y="414"/>
                    <a:pt x="38" y="412"/>
                  </a:cubicBezTo>
                  <a:cubicBezTo>
                    <a:pt x="38" y="411"/>
                    <a:pt x="38" y="409"/>
                    <a:pt x="39" y="408"/>
                  </a:cubicBezTo>
                  <a:cubicBezTo>
                    <a:pt x="39" y="407"/>
                    <a:pt x="39" y="406"/>
                    <a:pt x="39" y="405"/>
                  </a:cubicBezTo>
                  <a:cubicBezTo>
                    <a:pt x="39" y="405"/>
                    <a:pt x="40" y="405"/>
                    <a:pt x="40" y="405"/>
                  </a:cubicBezTo>
                  <a:cubicBezTo>
                    <a:pt x="41" y="403"/>
                    <a:pt x="42" y="401"/>
                    <a:pt x="42" y="397"/>
                  </a:cubicBezTo>
                  <a:cubicBezTo>
                    <a:pt x="42" y="393"/>
                    <a:pt x="43" y="391"/>
                    <a:pt x="44" y="388"/>
                  </a:cubicBezTo>
                  <a:cubicBezTo>
                    <a:pt x="44" y="387"/>
                    <a:pt x="44" y="387"/>
                    <a:pt x="44" y="387"/>
                  </a:cubicBezTo>
                  <a:cubicBezTo>
                    <a:pt x="44" y="387"/>
                    <a:pt x="44" y="387"/>
                    <a:pt x="44" y="387"/>
                  </a:cubicBezTo>
                  <a:cubicBezTo>
                    <a:pt x="44" y="386"/>
                    <a:pt x="46" y="386"/>
                    <a:pt x="48" y="385"/>
                  </a:cubicBezTo>
                  <a:cubicBezTo>
                    <a:pt x="51" y="384"/>
                    <a:pt x="54" y="383"/>
                    <a:pt x="54" y="380"/>
                  </a:cubicBezTo>
                  <a:cubicBezTo>
                    <a:pt x="54" y="377"/>
                    <a:pt x="52" y="373"/>
                    <a:pt x="51" y="368"/>
                  </a:cubicBezTo>
                  <a:cubicBezTo>
                    <a:pt x="51" y="367"/>
                    <a:pt x="51" y="366"/>
                    <a:pt x="50" y="365"/>
                  </a:cubicBezTo>
                  <a:cubicBezTo>
                    <a:pt x="49" y="361"/>
                    <a:pt x="49" y="352"/>
                    <a:pt x="49" y="347"/>
                  </a:cubicBezTo>
                  <a:cubicBezTo>
                    <a:pt x="49" y="346"/>
                    <a:pt x="49" y="345"/>
                    <a:pt x="49" y="344"/>
                  </a:cubicBezTo>
                  <a:cubicBezTo>
                    <a:pt x="49" y="342"/>
                    <a:pt x="50" y="336"/>
                    <a:pt x="51" y="333"/>
                  </a:cubicBezTo>
                  <a:cubicBezTo>
                    <a:pt x="51" y="332"/>
                    <a:pt x="51" y="331"/>
                    <a:pt x="51" y="331"/>
                  </a:cubicBezTo>
                  <a:cubicBezTo>
                    <a:pt x="52" y="330"/>
                    <a:pt x="53" y="330"/>
                    <a:pt x="54" y="330"/>
                  </a:cubicBezTo>
                  <a:cubicBezTo>
                    <a:pt x="55" y="330"/>
                    <a:pt x="56" y="329"/>
                    <a:pt x="57" y="329"/>
                  </a:cubicBezTo>
                  <a:cubicBezTo>
                    <a:pt x="58" y="328"/>
                    <a:pt x="59" y="327"/>
                    <a:pt x="59" y="326"/>
                  </a:cubicBezTo>
                  <a:cubicBezTo>
                    <a:pt x="59" y="325"/>
                    <a:pt x="59" y="324"/>
                    <a:pt x="60" y="324"/>
                  </a:cubicBezTo>
                  <a:cubicBezTo>
                    <a:pt x="60" y="324"/>
                    <a:pt x="60" y="323"/>
                    <a:pt x="60" y="323"/>
                  </a:cubicBezTo>
                  <a:cubicBezTo>
                    <a:pt x="62" y="322"/>
                    <a:pt x="63" y="321"/>
                    <a:pt x="64" y="317"/>
                  </a:cubicBezTo>
                  <a:cubicBezTo>
                    <a:pt x="64" y="315"/>
                    <a:pt x="64" y="313"/>
                    <a:pt x="64" y="311"/>
                  </a:cubicBezTo>
                  <a:cubicBezTo>
                    <a:pt x="64" y="309"/>
                    <a:pt x="64" y="307"/>
                    <a:pt x="63" y="306"/>
                  </a:cubicBezTo>
                  <a:cubicBezTo>
                    <a:pt x="62" y="304"/>
                    <a:pt x="62" y="303"/>
                    <a:pt x="62" y="302"/>
                  </a:cubicBezTo>
                  <a:cubicBezTo>
                    <a:pt x="62" y="300"/>
                    <a:pt x="63" y="299"/>
                    <a:pt x="63" y="298"/>
                  </a:cubicBezTo>
                  <a:cubicBezTo>
                    <a:pt x="63" y="298"/>
                    <a:pt x="63" y="298"/>
                    <a:pt x="63" y="298"/>
                  </a:cubicBezTo>
                  <a:cubicBezTo>
                    <a:pt x="63" y="297"/>
                    <a:pt x="63" y="297"/>
                    <a:pt x="63" y="297"/>
                  </a:cubicBezTo>
                  <a:cubicBezTo>
                    <a:pt x="63" y="297"/>
                    <a:pt x="63" y="297"/>
                    <a:pt x="63" y="297"/>
                  </a:cubicBezTo>
                  <a:cubicBezTo>
                    <a:pt x="65" y="295"/>
                    <a:pt x="66" y="293"/>
                    <a:pt x="66" y="289"/>
                  </a:cubicBezTo>
                  <a:cubicBezTo>
                    <a:pt x="67" y="286"/>
                    <a:pt x="68" y="284"/>
                    <a:pt x="69" y="282"/>
                  </a:cubicBezTo>
                  <a:cubicBezTo>
                    <a:pt x="69" y="282"/>
                    <a:pt x="69" y="282"/>
                    <a:pt x="69" y="282"/>
                  </a:cubicBezTo>
                  <a:cubicBezTo>
                    <a:pt x="70" y="282"/>
                    <a:pt x="70" y="281"/>
                    <a:pt x="71" y="280"/>
                  </a:cubicBezTo>
                  <a:cubicBezTo>
                    <a:pt x="71" y="279"/>
                    <a:pt x="72" y="279"/>
                    <a:pt x="73" y="279"/>
                  </a:cubicBezTo>
                  <a:cubicBezTo>
                    <a:pt x="74" y="279"/>
                    <a:pt x="75" y="278"/>
                    <a:pt x="75" y="276"/>
                  </a:cubicBezTo>
                  <a:cubicBezTo>
                    <a:pt x="75" y="275"/>
                    <a:pt x="75" y="275"/>
                    <a:pt x="75" y="274"/>
                  </a:cubicBezTo>
                  <a:cubicBezTo>
                    <a:pt x="75" y="273"/>
                    <a:pt x="75" y="271"/>
                    <a:pt x="75" y="269"/>
                  </a:cubicBezTo>
                  <a:cubicBezTo>
                    <a:pt x="76" y="266"/>
                    <a:pt x="76" y="264"/>
                    <a:pt x="76" y="262"/>
                  </a:cubicBezTo>
                  <a:cubicBezTo>
                    <a:pt x="76" y="260"/>
                    <a:pt x="76" y="258"/>
                    <a:pt x="76" y="257"/>
                  </a:cubicBezTo>
                  <a:cubicBezTo>
                    <a:pt x="75" y="256"/>
                    <a:pt x="75" y="255"/>
                    <a:pt x="74" y="254"/>
                  </a:cubicBezTo>
                  <a:cubicBezTo>
                    <a:pt x="73" y="253"/>
                    <a:pt x="72" y="252"/>
                    <a:pt x="71" y="251"/>
                  </a:cubicBezTo>
                  <a:cubicBezTo>
                    <a:pt x="70" y="249"/>
                    <a:pt x="70" y="249"/>
                    <a:pt x="70" y="248"/>
                  </a:cubicBezTo>
                  <a:cubicBezTo>
                    <a:pt x="71" y="247"/>
                    <a:pt x="71" y="245"/>
                    <a:pt x="71" y="242"/>
                  </a:cubicBezTo>
                  <a:cubicBezTo>
                    <a:pt x="71" y="236"/>
                    <a:pt x="68" y="233"/>
                    <a:pt x="67" y="232"/>
                  </a:cubicBezTo>
                  <a:cubicBezTo>
                    <a:pt x="66" y="232"/>
                    <a:pt x="66" y="232"/>
                    <a:pt x="66" y="232"/>
                  </a:cubicBezTo>
                  <a:cubicBezTo>
                    <a:pt x="66" y="231"/>
                    <a:pt x="66" y="231"/>
                    <a:pt x="66" y="230"/>
                  </a:cubicBezTo>
                  <a:cubicBezTo>
                    <a:pt x="66" y="230"/>
                    <a:pt x="66" y="230"/>
                    <a:pt x="66" y="230"/>
                  </a:cubicBezTo>
                  <a:cubicBezTo>
                    <a:pt x="65" y="229"/>
                    <a:pt x="65" y="228"/>
                    <a:pt x="65" y="227"/>
                  </a:cubicBezTo>
                  <a:cubicBezTo>
                    <a:pt x="65" y="227"/>
                    <a:pt x="65" y="227"/>
                    <a:pt x="65" y="226"/>
                  </a:cubicBezTo>
                  <a:cubicBezTo>
                    <a:pt x="65" y="226"/>
                    <a:pt x="65" y="226"/>
                    <a:pt x="65" y="226"/>
                  </a:cubicBezTo>
                  <a:cubicBezTo>
                    <a:pt x="66" y="225"/>
                    <a:pt x="67" y="224"/>
                    <a:pt x="67" y="223"/>
                  </a:cubicBezTo>
                  <a:cubicBezTo>
                    <a:pt x="67" y="221"/>
                    <a:pt x="66" y="219"/>
                    <a:pt x="64" y="217"/>
                  </a:cubicBezTo>
                  <a:cubicBezTo>
                    <a:pt x="63" y="216"/>
                    <a:pt x="62" y="215"/>
                    <a:pt x="62" y="213"/>
                  </a:cubicBezTo>
                  <a:cubicBezTo>
                    <a:pt x="60" y="211"/>
                    <a:pt x="61" y="211"/>
                    <a:pt x="61" y="209"/>
                  </a:cubicBezTo>
                  <a:cubicBezTo>
                    <a:pt x="62" y="209"/>
                    <a:pt x="62" y="209"/>
                    <a:pt x="62" y="208"/>
                  </a:cubicBezTo>
                  <a:cubicBezTo>
                    <a:pt x="63" y="207"/>
                    <a:pt x="63" y="206"/>
                    <a:pt x="64" y="205"/>
                  </a:cubicBezTo>
                  <a:cubicBezTo>
                    <a:pt x="64" y="205"/>
                    <a:pt x="64" y="205"/>
                    <a:pt x="64" y="205"/>
                  </a:cubicBezTo>
                  <a:cubicBezTo>
                    <a:pt x="65" y="205"/>
                    <a:pt x="65" y="204"/>
                    <a:pt x="66" y="204"/>
                  </a:cubicBezTo>
                  <a:cubicBezTo>
                    <a:pt x="67" y="203"/>
                    <a:pt x="67" y="201"/>
                    <a:pt x="67" y="198"/>
                  </a:cubicBezTo>
                  <a:cubicBezTo>
                    <a:pt x="67" y="197"/>
                    <a:pt x="67" y="196"/>
                    <a:pt x="67" y="195"/>
                  </a:cubicBezTo>
                  <a:cubicBezTo>
                    <a:pt x="67" y="193"/>
                    <a:pt x="67" y="192"/>
                    <a:pt x="68" y="192"/>
                  </a:cubicBezTo>
                  <a:cubicBezTo>
                    <a:pt x="68" y="191"/>
                    <a:pt x="69" y="191"/>
                    <a:pt x="70" y="190"/>
                  </a:cubicBezTo>
                  <a:cubicBezTo>
                    <a:pt x="70" y="190"/>
                    <a:pt x="71" y="189"/>
                    <a:pt x="71" y="189"/>
                  </a:cubicBezTo>
                  <a:cubicBezTo>
                    <a:pt x="73" y="187"/>
                    <a:pt x="75" y="185"/>
                    <a:pt x="75" y="183"/>
                  </a:cubicBezTo>
                  <a:cubicBezTo>
                    <a:pt x="75" y="182"/>
                    <a:pt x="75" y="181"/>
                    <a:pt x="74" y="181"/>
                  </a:cubicBezTo>
                  <a:cubicBezTo>
                    <a:pt x="74" y="180"/>
                    <a:pt x="74" y="179"/>
                    <a:pt x="74" y="178"/>
                  </a:cubicBezTo>
                  <a:cubicBezTo>
                    <a:pt x="74" y="177"/>
                    <a:pt x="74" y="177"/>
                    <a:pt x="74" y="176"/>
                  </a:cubicBezTo>
                  <a:cubicBezTo>
                    <a:pt x="74" y="174"/>
                    <a:pt x="74" y="172"/>
                    <a:pt x="73" y="169"/>
                  </a:cubicBezTo>
                  <a:cubicBezTo>
                    <a:pt x="73" y="169"/>
                    <a:pt x="73" y="169"/>
                    <a:pt x="73" y="169"/>
                  </a:cubicBezTo>
                  <a:cubicBezTo>
                    <a:pt x="73" y="168"/>
                    <a:pt x="72" y="166"/>
                    <a:pt x="72" y="165"/>
                  </a:cubicBezTo>
                  <a:cubicBezTo>
                    <a:pt x="72" y="164"/>
                    <a:pt x="72" y="163"/>
                    <a:pt x="72" y="162"/>
                  </a:cubicBezTo>
                  <a:cubicBezTo>
                    <a:pt x="72" y="162"/>
                    <a:pt x="73" y="161"/>
                    <a:pt x="73" y="160"/>
                  </a:cubicBezTo>
                  <a:cubicBezTo>
                    <a:pt x="74" y="156"/>
                    <a:pt x="78" y="146"/>
                    <a:pt x="80" y="143"/>
                  </a:cubicBezTo>
                  <a:cubicBezTo>
                    <a:pt x="81" y="142"/>
                    <a:pt x="82" y="141"/>
                    <a:pt x="83" y="139"/>
                  </a:cubicBezTo>
                  <a:cubicBezTo>
                    <a:pt x="85" y="137"/>
                    <a:pt x="87" y="135"/>
                    <a:pt x="89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0" y="129"/>
                    <a:pt x="91" y="127"/>
                    <a:pt x="92" y="125"/>
                  </a:cubicBezTo>
                  <a:cubicBezTo>
                    <a:pt x="93" y="123"/>
                    <a:pt x="94" y="121"/>
                    <a:pt x="96" y="118"/>
                  </a:cubicBezTo>
                  <a:cubicBezTo>
                    <a:pt x="98" y="116"/>
                    <a:pt x="99" y="116"/>
                    <a:pt x="99" y="116"/>
                  </a:cubicBezTo>
                  <a:cubicBezTo>
                    <a:pt x="100" y="116"/>
                    <a:pt x="101" y="117"/>
                    <a:pt x="102" y="116"/>
                  </a:cubicBezTo>
                  <a:cubicBezTo>
                    <a:pt x="104" y="115"/>
                    <a:pt x="104" y="115"/>
                    <a:pt x="105" y="114"/>
                  </a:cubicBezTo>
                  <a:cubicBezTo>
                    <a:pt x="106" y="113"/>
                    <a:pt x="106" y="112"/>
                    <a:pt x="106" y="111"/>
                  </a:cubicBezTo>
                  <a:cubicBezTo>
                    <a:pt x="106" y="110"/>
                    <a:pt x="105" y="107"/>
                    <a:pt x="104" y="105"/>
                  </a:cubicBezTo>
                  <a:cubicBezTo>
                    <a:pt x="103" y="103"/>
                    <a:pt x="102" y="102"/>
                    <a:pt x="102" y="100"/>
                  </a:cubicBezTo>
                  <a:cubicBezTo>
                    <a:pt x="102" y="99"/>
                    <a:pt x="102" y="94"/>
                    <a:pt x="102" y="88"/>
                  </a:cubicBezTo>
                  <a:cubicBezTo>
                    <a:pt x="102" y="82"/>
                    <a:pt x="102" y="76"/>
                    <a:pt x="102" y="74"/>
                  </a:cubicBezTo>
                  <a:cubicBezTo>
                    <a:pt x="103" y="73"/>
                    <a:pt x="103" y="72"/>
                    <a:pt x="104" y="72"/>
                  </a:cubicBezTo>
                  <a:cubicBezTo>
                    <a:pt x="105" y="71"/>
                    <a:pt x="106" y="71"/>
                    <a:pt x="105" y="69"/>
                  </a:cubicBezTo>
                  <a:cubicBezTo>
                    <a:pt x="104" y="68"/>
                    <a:pt x="104" y="67"/>
                    <a:pt x="104" y="66"/>
                  </a:cubicBezTo>
                  <a:cubicBezTo>
                    <a:pt x="103" y="65"/>
                    <a:pt x="103" y="64"/>
                    <a:pt x="103" y="63"/>
                  </a:cubicBezTo>
                  <a:cubicBezTo>
                    <a:pt x="103" y="62"/>
                    <a:pt x="103" y="61"/>
                    <a:pt x="104" y="60"/>
                  </a:cubicBezTo>
                  <a:cubicBezTo>
                    <a:pt x="105" y="59"/>
                    <a:pt x="105" y="58"/>
                    <a:pt x="106" y="58"/>
                  </a:cubicBezTo>
                  <a:cubicBezTo>
                    <a:pt x="108" y="57"/>
                    <a:pt x="110" y="56"/>
                    <a:pt x="111" y="55"/>
                  </a:cubicBezTo>
                  <a:cubicBezTo>
                    <a:pt x="114" y="54"/>
                    <a:pt x="117" y="52"/>
                    <a:pt x="118" y="52"/>
                  </a:cubicBezTo>
                  <a:cubicBezTo>
                    <a:pt x="120" y="51"/>
                    <a:pt x="122" y="50"/>
                    <a:pt x="124" y="49"/>
                  </a:cubicBezTo>
                  <a:cubicBezTo>
                    <a:pt x="126" y="48"/>
                    <a:pt x="127" y="47"/>
                    <a:pt x="127" y="46"/>
                  </a:cubicBezTo>
                  <a:cubicBezTo>
                    <a:pt x="127" y="46"/>
                    <a:pt x="128" y="44"/>
                    <a:pt x="129" y="42"/>
                  </a:cubicBezTo>
                  <a:cubicBezTo>
                    <a:pt x="130" y="36"/>
                    <a:pt x="133" y="26"/>
                    <a:pt x="132" y="23"/>
                  </a:cubicBezTo>
                  <a:cubicBezTo>
                    <a:pt x="132" y="23"/>
                    <a:pt x="132" y="23"/>
                    <a:pt x="132" y="23"/>
                  </a:cubicBezTo>
                  <a:cubicBezTo>
                    <a:pt x="132" y="23"/>
                    <a:pt x="132" y="23"/>
                    <a:pt x="132" y="23"/>
                  </a:cubicBezTo>
                  <a:cubicBezTo>
                    <a:pt x="132" y="21"/>
                    <a:pt x="132" y="20"/>
                    <a:pt x="133" y="18"/>
                  </a:cubicBezTo>
                  <a:cubicBezTo>
                    <a:pt x="133" y="17"/>
                    <a:pt x="136" y="15"/>
                    <a:pt x="138" y="13"/>
                  </a:cubicBezTo>
                  <a:cubicBezTo>
                    <a:pt x="141" y="10"/>
                    <a:pt x="145" y="7"/>
                    <a:pt x="147" y="7"/>
                  </a:cubicBezTo>
                  <a:cubicBezTo>
                    <a:pt x="149" y="5"/>
                    <a:pt x="149" y="4"/>
                    <a:pt x="149" y="2"/>
                  </a:cubicBezTo>
                  <a:cubicBezTo>
                    <a:pt x="149" y="1"/>
                    <a:pt x="150" y="0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50" y="0"/>
                    <a:pt x="150" y="0"/>
                    <a:pt x="151" y="0"/>
                  </a:cubicBezTo>
                  <a:cubicBezTo>
                    <a:pt x="152" y="1"/>
                    <a:pt x="153" y="2"/>
                    <a:pt x="155" y="3"/>
                  </a:cubicBezTo>
                  <a:cubicBezTo>
                    <a:pt x="156" y="5"/>
                    <a:pt x="157" y="6"/>
                    <a:pt x="158" y="6"/>
                  </a:cubicBezTo>
                  <a:cubicBezTo>
                    <a:pt x="160" y="8"/>
                    <a:pt x="161" y="8"/>
                    <a:pt x="163" y="7"/>
                  </a:cubicBezTo>
                  <a:cubicBezTo>
                    <a:pt x="164" y="7"/>
                    <a:pt x="166" y="7"/>
                    <a:pt x="170" y="7"/>
                  </a:cubicBezTo>
                  <a:cubicBezTo>
                    <a:pt x="178" y="7"/>
                    <a:pt x="178" y="7"/>
                    <a:pt x="179" y="9"/>
                  </a:cubicBezTo>
                  <a:cubicBezTo>
                    <a:pt x="180" y="9"/>
                    <a:pt x="180" y="9"/>
                    <a:pt x="181" y="10"/>
                  </a:cubicBezTo>
                  <a:cubicBezTo>
                    <a:pt x="183" y="11"/>
                    <a:pt x="184" y="14"/>
                    <a:pt x="185" y="16"/>
                  </a:cubicBezTo>
                  <a:cubicBezTo>
                    <a:pt x="186" y="19"/>
                    <a:pt x="187" y="21"/>
                    <a:pt x="189" y="21"/>
                  </a:cubicBezTo>
                  <a:cubicBezTo>
                    <a:pt x="191" y="22"/>
                    <a:pt x="193" y="16"/>
                    <a:pt x="195" y="11"/>
                  </a:cubicBezTo>
                  <a:cubicBezTo>
                    <a:pt x="196" y="8"/>
                    <a:pt x="197" y="5"/>
                    <a:pt x="198" y="4"/>
                  </a:cubicBezTo>
                  <a:cubicBezTo>
                    <a:pt x="199" y="3"/>
                    <a:pt x="211" y="4"/>
                    <a:pt x="217" y="4"/>
                  </a:cubicBezTo>
                  <a:cubicBezTo>
                    <a:pt x="218" y="4"/>
                    <a:pt x="218" y="4"/>
                    <a:pt x="218" y="4"/>
                  </a:cubicBezTo>
                  <a:cubicBezTo>
                    <a:pt x="220" y="4"/>
                    <a:pt x="222" y="7"/>
                    <a:pt x="224" y="9"/>
                  </a:cubicBezTo>
                  <a:cubicBezTo>
                    <a:pt x="225" y="11"/>
                    <a:pt x="226" y="13"/>
                    <a:pt x="228" y="14"/>
                  </a:cubicBezTo>
                  <a:cubicBezTo>
                    <a:pt x="230" y="17"/>
                    <a:pt x="232" y="20"/>
                    <a:pt x="235" y="22"/>
                  </a:cubicBezTo>
                  <a:cubicBezTo>
                    <a:pt x="237" y="25"/>
                    <a:pt x="240" y="28"/>
                    <a:pt x="241" y="30"/>
                  </a:cubicBezTo>
                  <a:cubicBezTo>
                    <a:pt x="243" y="32"/>
                    <a:pt x="246" y="35"/>
                    <a:pt x="249" y="38"/>
                  </a:cubicBezTo>
                  <a:cubicBezTo>
                    <a:pt x="252" y="41"/>
                    <a:pt x="255" y="43"/>
                    <a:pt x="257" y="44"/>
                  </a:cubicBezTo>
                  <a:cubicBezTo>
                    <a:pt x="260" y="45"/>
                    <a:pt x="263" y="46"/>
                    <a:pt x="266" y="46"/>
                  </a:cubicBezTo>
                  <a:cubicBezTo>
                    <a:pt x="269" y="47"/>
                    <a:pt x="272" y="47"/>
                    <a:pt x="275" y="48"/>
                  </a:cubicBezTo>
                  <a:cubicBezTo>
                    <a:pt x="279" y="49"/>
                    <a:pt x="281" y="51"/>
                    <a:pt x="283" y="53"/>
                  </a:cubicBezTo>
                  <a:cubicBezTo>
                    <a:pt x="285" y="54"/>
                    <a:pt x="287" y="56"/>
                    <a:pt x="292" y="59"/>
                  </a:cubicBezTo>
                  <a:cubicBezTo>
                    <a:pt x="300" y="64"/>
                    <a:pt x="305" y="67"/>
                    <a:pt x="310" y="69"/>
                  </a:cubicBezTo>
                  <a:cubicBezTo>
                    <a:pt x="312" y="69"/>
                    <a:pt x="313" y="70"/>
                    <a:pt x="315" y="71"/>
                  </a:cubicBezTo>
                  <a:cubicBezTo>
                    <a:pt x="317" y="72"/>
                    <a:pt x="320" y="74"/>
                    <a:pt x="322" y="76"/>
                  </a:cubicBezTo>
                  <a:cubicBezTo>
                    <a:pt x="323" y="77"/>
                    <a:pt x="324" y="79"/>
                    <a:pt x="325" y="80"/>
                  </a:cubicBezTo>
                  <a:cubicBezTo>
                    <a:pt x="325" y="82"/>
                    <a:pt x="324" y="84"/>
                    <a:pt x="321" y="87"/>
                  </a:cubicBezTo>
                  <a:cubicBezTo>
                    <a:pt x="321" y="87"/>
                    <a:pt x="320" y="88"/>
                    <a:pt x="319" y="89"/>
                  </a:cubicBezTo>
                  <a:cubicBezTo>
                    <a:pt x="319" y="90"/>
                    <a:pt x="318" y="91"/>
                    <a:pt x="317" y="91"/>
                  </a:cubicBezTo>
                  <a:cubicBezTo>
                    <a:pt x="315" y="94"/>
                    <a:pt x="313" y="95"/>
                    <a:pt x="313" y="100"/>
                  </a:cubicBezTo>
                  <a:cubicBezTo>
                    <a:pt x="312" y="103"/>
                    <a:pt x="311" y="104"/>
                    <a:pt x="310" y="105"/>
                  </a:cubicBezTo>
                  <a:cubicBezTo>
                    <a:pt x="310" y="106"/>
                    <a:pt x="309" y="107"/>
                    <a:pt x="308" y="109"/>
                  </a:cubicBezTo>
                  <a:cubicBezTo>
                    <a:pt x="307" y="110"/>
                    <a:pt x="307" y="112"/>
                    <a:pt x="306" y="112"/>
                  </a:cubicBezTo>
                  <a:cubicBezTo>
                    <a:pt x="305" y="116"/>
                    <a:pt x="304" y="118"/>
                    <a:pt x="306" y="120"/>
                  </a:cubicBezTo>
                  <a:cubicBezTo>
                    <a:pt x="308" y="121"/>
                    <a:pt x="309" y="120"/>
                    <a:pt x="312" y="120"/>
                  </a:cubicBezTo>
                  <a:cubicBezTo>
                    <a:pt x="314" y="120"/>
                    <a:pt x="318" y="120"/>
                    <a:pt x="324" y="120"/>
                  </a:cubicBezTo>
                  <a:cubicBezTo>
                    <a:pt x="330" y="121"/>
                    <a:pt x="330" y="120"/>
                    <a:pt x="330" y="120"/>
                  </a:cubicBezTo>
                  <a:cubicBezTo>
                    <a:pt x="329" y="121"/>
                    <a:pt x="329" y="122"/>
                    <a:pt x="332" y="123"/>
                  </a:cubicBezTo>
                  <a:cubicBezTo>
                    <a:pt x="335" y="124"/>
                    <a:pt x="337" y="124"/>
                    <a:pt x="340" y="124"/>
                  </a:cubicBezTo>
                  <a:cubicBezTo>
                    <a:pt x="341" y="123"/>
                    <a:pt x="343" y="123"/>
                    <a:pt x="345" y="123"/>
                  </a:cubicBezTo>
                  <a:cubicBezTo>
                    <a:pt x="348" y="123"/>
                    <a:pt x="349" y="124"/>
                    <a:pt x="350" y="125"/>
                  </a:cubicBezTo>
                  <a:cubicBezTo>
                    <a:pt x="351" y="125"/>
                    <a:pt x="352" y="126"/>
                    <a:pt x="353" y="126"/>
                  </a:cubicBezTo>
                  <a:cubicBezTo>
                    <a:pt x="355" y="127"/>
                    <a:pt x="357" y="125"/>
                    <a:pt x="359" y="124"/>
                  </a:cubicBezTo>
                  <a:cubicBezTo>
                    <a:pt x="360" y="123"/>
                    <a:pt x="360" y="123"/>
                    <a:pt x="361" y="122"/>
                  </a:cubicBezTo>
                  <a:cubicBezTo>
                    <a:pt x="362" y="122"/>
                    <a:pt x="363" y="122"/>
                    <a:pt x="364" y="122"/>
                  </a:cubicBezTo>
                  <a:cubicBezTo>
                    <a:pt x="365" y="122"/>
                    <a:pt x="366" y="122"/>
                    <a:pt x="367" y="121"/>
                  </a:cubicBezTo>
                  <a:cubicBezTo>
                    <a:pt x="369" y="121"/>
                    <a:pt x="370" y="120"/>
                    <a:pt x="370" y="119"/>
                  </a:cubicBezTo>
                  <a:cubicBezTo>
                    <a:pt x="370" y="117"/>
                    <a:pt x="370" y="116"/>
                    <a:pt x="371" y="116"/>
                  </a:cubicBezTo>
                  <a:cubicBezTo>
                    <a:pt x="371" y="115"/>
                    <a:pt x="379" y="108"/>
                    <a:pt x="382" y="106"/>
                  </a:cubicBezTo>
                  <a:cubicBezTo>
                    <a:pt x="383" y="105"/>
                    <a:pt x="383" y="105"/>
                    <a:pt x="383" y="105"/>
                  </a:cubicBezTo>
                  <a:cubicBezTo>
                    <a:pt x="385" y="104"/>
                    <a:pt x="386" y="103"/>
                    <a:pt x="387" y="100"/>
                  </a:cubicBezTo>
                  <a:cubicBezTo>
                    <a:pt x="388" y="97"/>
                    <a:pt x="389" y="94"/>
                    <a:pt x="390" y="89"/>
                  </a:cubicBezTo>
                  <a:cubicBezTo>
                    <a:pt x="390" y="88"/>
                    <a:pt x="390" y="87"/>
                    <a:pt x="390" y="85"/>
                  </a:cubicBezTo>
                  <a:cubicBezTo>
                    <a:pt x="392" y="84"/>
                    <a:pt x="398" y="82"/>
                    <a:pt x="401" y="84"/>
                  </a:cubicBezTo>
                  <a:cubicBezTo>
                    <a:pt x="402" y="85"/>
                    <a:pt x="403" y="87"/>
                    <a:pt x="404" y="88"/>
                  </a:cubicBezTo>
                  <a:cubicBezTo>
                    <a:pt x="405" y="90"/>
                    <a:pt x="406" y="91"/>
                    <a:pt x="406" y="93"/>
                  </a:cubicBezTo>
                  <a:cubicBezTo>
                    <a:pt x="406" y="95"/>
                    <a:pt x="407" y="97"/>
                    <a:pt x="407" y="100"/>
                  </a:cubicBezTo>
                  <a:cubicBezTo>
                    <a:pt x="407" y="100"/>
                    <a:pt x="407" y="100"/>
                    <a:pt x="407" y="100"/>
                  </a:cubicBezTo>
                  <a:cubicBezTo>
                    <a:pt x="407" y="103"/>
                    <a:pt x="406" y="106"/>
                    <a:pt x="406" y="111"/>
                  </a:cubicBezTo>
                  <a:cubicBezTo>
                    <a:pt x="405" y="116"/>
                    <a:pt x="401" y="117"/>
                    <a:pt x="397" y="119"/>
                  </a:cubicBezTo>
                  <a:cubicBezTo>
                    <a:pt x="397" y="119"/>
                    <a:pt x="397" y="119"/>
                    <a:pt x="397" y="119"/>
                  </a:cubicBezTo>
                  <a:cubicBezTo>
                    <a:pt x="395" y="120"/>
                    <a:pt x="394" y="120"/>
                    <a:pt x="392" y="121"/>
                  </a:cubicBezTo>
                  <a:cubicBezTo>
                    <a:pt x="391" y="122"/>
                    <a:pt x="389" y="123"/>
                    <a:pt x="387" y="123"/>
                  </a:cubicBezTo>
                  <a:cubicBezTo>
                    <a:pt x="387" y="123"/>
                    <a:pt x="387" y="123"/>
                    <a:pt x="387" y="123"/>
                  </a:cubicBezTo>
                  <a:cubicBezTo>
                    <a:pt x="385" y="124"/>
                    <a:pt x="382" y="125"/>
                    <a:pt x="380" y="127"/>
                  </a:cubicBezTo>
                  <a:cubicBezTo>
                    <a:pt x="378" y="128"/>
                    <a:pt x="375" y="130"/>
                    <a:pt x="373" y="132"/>
                  </a:cubicBezTo>
                  <a:cubicBezTo>
                    <a:pt x="371" y="133"/>
                    <a:pt x="369" y="134"/>
                    <a:pt x="367" y="136"/>
                  </a:cubicBezTo>
                  <a:cubicBezTo>
                    <a:pt x="364" y="138"/>
                    <a:pt x="364" y="139"/>
                    <a:pt x="364" y="142"/>
                  </a:cubicBezTo>
                  <a:cubicBezTo>
                    <a:pt x="363" y="143"/>
                    <a:pt x="363" y="144"/>
                    <a:pt x="362" y="146"/>
                  </a:cubicBezTo>
                  <a:cubicBezTo>
                    <a:pt x="360" y="149"/>
                    <a:pt x="360" y="150"/>
                    <a:pt x="357" y="151"/>
                  </a:cubicBezTo>
                  <a:cubicBezTo>
                    <a:pt x="356" y="152"/>
                    <a:pt x="355" y="153"/>
                    <a:pt x="353" y="155"/>
                  </a:cubicBezTo>
                  <a:cubicBezTo>
                    <a:pt x="348" y="158"/>
                    <a:pt x="341" y="165"/>
                    <a:pt x="337" y="170"/>
                  </a:cubicBezTo>
                  <a:cubicBezTo>
                    <a:pt x="335" y="172"/>
                    <a:pt x="333" y="173"/>
                    <a:pt x="332" y="174"/>
                  </a:cubicBezTo>
                  <a:cubicBezTo>
                    <a:pt x="331" y="175"/>
                    <a:pt x="326" y="181"/>
                    <a:pt x="323" y="186"/>
                  </a:cubicBezTo>
                  <a:cubicBezTo>
                    <a:pt x="321" y="189"/>
                    <a:pt x="320" y="192"/>
                    <a:pt x="320" y="194"/>
                  </a:cubicBezTo>
                  <a:cubicBezTo>
                    <a:pt x="321" y="198"/>
                    <a:pt x="320" y="202"/>
                    <a:pt x="319" y="207"/>
                  </a:cubicBezTo>
                  <a:cubicBezTo>
                    <a:pt x="319" y="207"/>
                    <a:pt x="319" y="207"/>
                    <a:pt x="319" y="207"/>
                  </a:cubicBezTo>
                  <a:cubicBezTo>
                    <a:pt x="319" y="207"/>
                    <a:pt x="319" y="207"/>
                    <a:pt x="319" y="207"/>
                  </a:cubicBezTo>
                  <a:cubicBezTo>
                    <a:pt x="319" y="207"/>
                    <a:pt x="319" y="207"/>
                    <a:pt x="319" y="207"/>
                  </a:cubicBezTo>
                  <a:cubicBezTo>
                    <a:pt x="318" y="210"/>
                    <a:pt x="317" y="212"/>
                    <a:pt x="317" y="213"/>
                  </a:cubicBezTo>
                  <a:cubicBezTo>
                    <a:pt x="316" y="217"/>
                    <a:pt x="315" y="220"/>
                    <a:pt x="314" y="221"/>
                  </a:cubicBezTo>
                  <a:cubicBezTo>
                    <a:pt x="313" y="224"/>
                    <a:pt x="313" y="227"/>
                    <a:pt x="314" y="234"/>
                  </a:cubicBezTo>
                  <a:cubicBezTo>
                    <a:pt x="314" y="235"/>
                    <a:pt x="314" y="235"/>
                    <a:pt x="314" y="235"/>
                  </a:cubicBezTo>
                  <a:cubicBezTo>
                    <a:pt x="314" y="237"/>
                    <a:pt x="314" y="237"/>
                    <a:pt x="314" y="237"/>
                  </a:cubicBezTo>
                  <a:cubicBezTo>
                    <a:pt x="314" y="243"/>
                    <a:pt x="315" y="248"/>
                    <a:pt x="314" y="250"/>
                  </a:cubicBezTo>
                  <a:cubicBezTo>
                    <a:pt x="314" y="251"/>
                    <a:pt x="313" y="251"/>
                    <a:pt x="312" y="252"/>
                  </a:cubicBezTo>
                  <a:close/>
                  <a:moveTo>
                    <a:pt x="197" y="465"/>
                  </a:moveTo>
                  <a:cubicBezTo>
                    <a:pt x="194" y="467"/>
                    <a:pt x="191" y="466"/>
                    <a:pt x="190" y="468"/>
                  </a:cubicBezTo>
                  <a:cubicBezTo>
                    <a:pt x="190" y="469"/>
                    <a:pt x="190" y="470"/>
                    <a:pt x="192" y="471"/>
                  </a:cubicBezTo>
                  <a:cubicBezTo>
                    <a:pt x="193" y="472"/>
                    <a:pt x="193" y="474"/>
                    <a:pt x="192" y="474"/>
                  </a:cubicBezTo>
                  <a:cubicBezTo>
                    <a:pt x="191" y="474"/>
                    <a:pt x="188" y="472"/>
                    <a:pt x="188" y="475"/>
                  </a:cubicBezTo>
                  <a:cubicBezTo>
                    <a:pt x="188" y="478"/>
                    <a:pt x="189" y="479"/>
                    <a:pt x="191" y="480"/>
                  </a:cubicBezTo>
                  <a:cubicBezTo>
                    <a:pt x="192" y="480"/>
                    <a:pt x="196" y="482"/>
                    <a:pt x="196" y="481"/>
                  </a:cubicBezTo>
                  <a:cubicBezTo>
                    <a:pt x="197" y="481"/>
                    <a:pt x="200" y="481"/>
                    <a:pt x="201" y="480"/>
                  </a:cubicBezTo>
                  <a:cubicBezTo>
                    <a:pt x="203" y="479"/>
                    <a:pt x="203" y="477"/>
                    <a:pt x="203" y="475"/>
                  </a:cubicBezTo>
                  <a:cubicBezTo>
                    <a:pt x="203" y="472"/>
                    <a:pt x="203" y="472"/>
                    <a:pt x="203" y="469"/>
                  </a:cubicBezTo>
                  <a:cubicBezTo>
                    <a:pt x="203" y="465"/>
                    <a:pt x="201" y="463"/>
                    <a:pt x="197" y="46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1" name="Freeform 382">
              <a:extLst>
                <a:ext uri="{FF2B5EF4-FFF2-40B4-BE49-F238E27FC236}">
                  <a16:creationId xmlns:a16="http://schemas.microsoft.com/office/drawing/2014/main" id="{62BC2793-9806-EC6A-8EA1-D23D84083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427" y="2714442"/>
              <a:ext cx="52184" cy="29618"/>
            </a:xfrm>
            <a:custGeom>
              <a:avLst/>
              <a:gdLst>
                <a:gd name="T0" fmla="*/ 47 w 47"/>
                <a:gd name="T1" fmla="*/ 20 h 27"/>
                <a:gd name="T2" fmla="*/ 47 w 47"/>
                <a:gd name="T3" fmla="*/ 15 h 27"/>
                <a:gd name="T4" fmla="*/ 46 w 47"/>
                <a:gd name="T5" fmla="*/ 14 h 27"/>
                <a:gd name="T6" fmla="*/ 44 w 47"/>
                <a:gd name="T7" fmla="*/ 12 h 27"/>
                <a:gd name="T8" fmla="*/ 42 w 47"/>
                <a:gd name="T9" fmla="*/ 11 h 27"/>
                <a:gd name="T10" fmla="*/ 40 w 47"/>
                <a:gd name="T11" fmla="*/ 11 h 27"/>
                <a:gd name="T12" fmla="*/ 38 w 47"/>
                <a:gd name="T13" fmla="*/ 12 h 27"/>
                <a:gd name="T14" fmla="*/ 31 w 47"/>
                <a:gd name="T15" fmla="*/ 12 h 27"/>
                <a:gd name="T16" fmla="*/ 21 w 47"/>
                <a:gd name="T17" fmla="*/ 3 h 27"/>
                <a:gd name="T18" fmla="*/ 19 w 47"/>
                <a:gd name="T19" fmla="*/ 0 h 27"/>
                <a:gd name="T20" fmla="*/ 9 w 47"/>
                <a:gd name="T21" fmla="*/ 6 h 27"/>
                <a:gd name="T22" fmla="*/ 4 w 47"/>
                <a:gd name="T23" fmla="*/ 10 h 27"/>
                <a:gd name="T24" fmla="*/ 0 w 47"/>
                <a:gd name="T25" fmla="*/ 15 h 27"/>
                <a:gd name="T26" fmla="*/ 4 w 47"/>
                <a:gd name="T27" fmla="*/ 17 h 27"/>
                <a:gd name="T28" fmla="*/ 15 w 47"/>
                <a:gd name="T29" fmla="*/ 21 h 27"/>
                <a:gd name="T30" fmla="*/ 24 w 47"/>
                <a:gd name="T31" fmla="*/ 24 h 27"/>
                <a:gd name="T32" fmla="*/ 34 w 47"/>
                <a:gd name="T33" fmla="*/ 27 h 27"/>
                <a:gd name="T34" fmla="*/ 45 w 47"/>
                <a:gd name="T35" fmla="*/ 27 h 27"/>
                <a:gd name="T36" fmla="*/ 46 w 47"/>
                <a:gd name="T37" fmla="*/ 24 h 27"/>
                <a:gd name="T38" fmla="*/ 46 w 47"/>
                <a:gd name="T39" fmla="*/ 20 h 27"/>
                <a:gd name="T40" fmla="*/ 47 w 47"/>
                <a:gd name="T41" fmla="*/ 2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27">
                  <a:moveTo>
                    <a:pt x="47" y="20"/>
                  </a:moveTo>
                  <a:cubicBezTo>
                    <a:pt x="47" y="18"/>
                    <a:pt x="47" y="16"/>
                    <a:pt x="47" y="15"/>
                  </a:cubicBezTo>
                  <a:cubicBezTo>
                    <a:pt x="47" y="14"/>
                    <a:pt x="47" y="14"/>
                    <a:pt x="46" y="14"/>
                  </a:cubicBezTo>
                  <a:cubicBezTo>
                    <a:pt x="46" y="13"/>
                    <a:pt x="45" y="13"/>
                    <a:pt x="44" y="12"/>
                  </a:cubicBezTo>
                  <a:cubicBezTo>
                    <a:pt x="43" y="12"/>
                    <a:pt x="43" y="11"/>
                    <a:pt x="42" y="11"/>
                  </a:cubicBezTo>
                  <a:cubicBezTo>
                    <a:pt x="42" y="11"/>
                    <a:pt x="41" y="11"/>
                    <a:pt x="40" y="11"/>
                  </a:cubicBezTo>
                  <a:cubicBezTo>
                    <a:pt x="39" y="12"/>
                    <a:pt x="39" y="12"/>
                    <a:pt x="38" y="12"/>
                  </a:cubicBezTo>
                  <a:cubicBezTo>
                    <a:pt x="36" y="13"/>
                    <a:pt x="34" y="14"/>
                    <a:pt x="31" y="12"/>
                  </a:cubicBezTo>
                  <a:cubicBezTo>
                    <a:pt x="29" y="11"/>
                    <a:pt x="24" y="7"/>
                    <a:pt x="21" y="3"/>
                  </a:cubicBezTo>
                  <a:cubicBezTo>
                    <a:pt x="20" y="2"/>
                    <a:pt x="19" y="1"/>
                    <a:pt x="19" y="0"/>
                  </a:cubicBezTo>
                  <a:cubicBezTo>
                    <a:pt x="17" y="1"/>
                    <a:pt x="12" y="4"/>
                    <a:pt x="9" y="6"/>
                  </a:cubicBezTo>
                  <a:cubicBezTo>
                    <a:pt x="8" y="7"/>
                    <a:pt x="6" y="9"/>
                    <a:pt x="4" y="10"/>
                  </a:cubicBezTo>
                  <a:cubicBezTo>
                    <a:pt x="3" y="12"/>
                    <a:pt x="1" y="14"/>
                    <a:pt x="0" y="15"/>
                  </a:cubicBezTo>
                  <a:cubicBezTo>
                    <a:pt x="1" y="16"/>
                    <a:pt x="2" y="16"/>
                    <a:pt x="4" y="17"/>
                  </a:cubicBezTo>
                  <a:cubicBezTo>
                    <a:pt x="7" y="19"/>
                    <a:pt x="11" y="20"/>
                    <a:pt x="15" y="21"/>
                  </a:cubicBezTo>
                  <a:cubicBezTo>
                    <a:pt x="18" y="21"/>
                    <a:pt x="20" y="22"/>
                    <a:pt x="24" y="24"/>
                  </a:cubicBezTo>
                  <a:cubicBezTo>
                    <a:pt x="27" y="26"/>
                    <a:pt x="31" y="26"/>
                    <a:pt x="34" y="27"/>
                  </a:cubicBezTo>
                  <a:cubicBezTo>
                    <a:pt x="37" y="27"/>
                    <a:pt x="44" y="27"/>
                    <a:pt x="45" y="27"/>
                  </a:cubicBezTo>
                  <a:cubicBezTo>
                    <a:pt x="47" y="26"/>
                    <a:pt x="46" y="25"/>
                    <a:pt x="46" y="24"/>
                  </a:cubicBezTo>
                  <a:cubicBezTo>
                    <a:pt x="46" y="23"/>
                    <a:pt x="46" y="20"/>
                    <a:pt x="46" y="20"/>
                  </a:cubicBezTo>
                  <a:cubicBezTo>
                    <a:pt x="46" y="20"/>
                    <a:pt x="47" y="20"/>
                    <a:pt x="47" y="2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2" name="Freeform 386">
              <a:extLst>
                <a:ext uri="{FF2B5EF4-FFF2-40B4-BE49-F238E27FC236}">
                  <a16:creationId xmlns:a16="http://schemas.microsoft.com/office/drawing/2014/main" id="{A2DD83CF-7258-6FF2-5ACA-A68E16C2C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455" y="4387161"/>
              <a:ext cx="15514" cy="7052"/>
            </a:xfrm>
            <a:custGeom>
              <a:avLst/>
              <a:gdLst>
                <a:gd name="T0" fmla="*/ 3 w 13"/>
                <a:gd name="T1" fmla="*/ 1 h 7"/>
                <a:gd name="T2" fmla="*/ 7 w 13"/>
                <a:gd name="T3" fmla="*/ 0 h 7"/>
                <a:gd name="T4" fmla="*/ 11 w 13"/>
                <a:gd name="T5" fmla="*/ 1 h 7"/>
                <a:gd name="T6" fmla="*/ 12 w 13"/>
                <a:gd name="T7" fmla="*/ 2 h 7"/>
                <a:gd name="T8" fmla="*/ 9 w 13"/>
                <a:gd name="T9" fmla="*/ 3 h 7"/>
                <a:gd name="T10" fmla="*/ 4 w 13"/>
                <a:gd name="T11" fmla="*/ 6 h 7"/>
                <a:gd name="T12" fmla="*/ 0 w 13"/>
                <a:gd name="T13" fmla="*/ 6 h 7"/>
                <a:gd name="T14" fmla="*/ 0 w 13"/>
                <a:gd name="T15" fmla="*/ 4 h 7"/>
                <a:gd name="T16" fmla="*/ 3 w 13"/>
                <a:gd name="T17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7">
                  <a:moveTo>
                    <a:pt x="3" y="1"/>
                  </a:moveTo>
                  <a:cubicBezTo>
                    <a:pt x="5" y="0"/>
                    <a:pt x="4" y="0"/>
                    <a:pt x="7" y="0"/>
                  </a:cubicBezTo>
                  <a:cubicBezTo>
                    <a:pt x="9" y="1"/>
                    <a:pt x="9" y="1"/>
                    <a:pt x="11" y="1"/>
                  </a:cubicBezTo>
                  <a:cubicBezTo>
                    <a:pt x="13" y="1"/>
                    <a:pt x="13" y="2"/>
                    <a:pt x="12" y="2"/>
                  </a:cubicBezTo>
                  <a:cubicBezTo>
                    <a:pt x="11" y="3"/>
                    <a:pt x="11" y="2"/>
                    <a:pt x="9" y="3"/>
                  </a:cubicBezTo>
                  <a:cubicBezTo>
                    <a:pt x="6" y="4"/>
                    <a:pt x="5" y="4"/>
                    <a:pt x="4" y="6"/>
                  </a:cubicBezTo>
                  <a:cubicBezTo>
                    <a:pt x="3" y="7"/>
                    <a:pt x="1" y="7"/>
                    <a:pt x="0" y="6"/>
                  </a:cubicBezTo>
                  <a:cubicBezTo>
                    <a:pt x="0" y="5"/>
                    <a:pt x="0" y="5"/>
                    <a:pt x="0" y="4"/>
                  </a:cubicBezTo>
                  <a:cubicBezTo>
                    <a:pt x="0" y="3"/>
                    <a:pt x="2" y="2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3" name="Freeform 387">
              <a:extLst>
                <a:ext uri="{FF2B5EF4-FFF2-40B4-BE49-F238E27FC236}">
                  <a16:creationId xmlns:a16="http://schemas.microsoft.com/office/drawing/2014/main" id="{8A7796B2-3FC0-83C5-AD32-7FF8ED45C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115" y="4419600"/>
              <a:ext cx="8462" cy="4231"/>
            </a:xfrm>
            <a:custGeom>
              <a:avLst/>
              <a:gdLst>
                <a:gd name="T0" fmla="*/ 2 w 8"/>
                <a:gd name="T1" fmla="*/ 2 h 4"/>
                <a:gd name="T2" fmla="*/ 1 w 8"/>
                <a:gd name="T3" fmla="*/ 4 h 4"/>
                <a:gd name="T4" fmla="*/ 5 w 8"/>
                <a:gd name="T5" fmla="*/ 3 h 4"/>
                <a:gd name="T6" fmla="*/ 8 w 8"/>
                <a:gd name="T7" fmla="*/ 3 h 4"/>
                <a:gd name="T8" fmla="*/ 2 w 8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2" y="2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3" y="4"/>
                    <a:pt x="3" y="3"/>
                    <a:pt x="5" y="3"/>
                  </a:cubicBezTo>
                  <a:cubicBezTo>
                    <a:pt x="6" y="3"/>
                    <a:pt x="8" y="4"/>
                    <a:pt x="8" y="3"/>
                  </a:cubicBezTo>
                  <a:cubicBezTo>
                    <a:pt x="8" y="1"/>
                    <a:pt x="4" y="0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4" name="Freeform 388">
              <a:extLst>
                <a:ext uri="{FF2B5EF4-FFF2-40B4-BE49-F238E27FC236}">
                  <a16:creationId xmlns:a16="http://schemas.microsoft.com/office/drawing/2014/main" id="{E2D60365-BF6C-7E10-B862-8443675E0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450" y="4418189"/>
              <a:ext cx="2821" cy="5642"/>
            </a:xfrm>
            <a:custGeom>
              <a:avLst/>
              <a:gdLst>
                <a:gd name="T0" fmla="*/ 2 w 3"/>
                <a:gd name="T1" fmla="*/ 1 h 5"/>
                <a:gd name="T2" fmla="*/ 1 w 3"/>
                <a:gd name="T3" fmla="*/ 5 h 5"/>
                <a:gd name="T4" fmla="*/ 3 w 3"/>
                <a:gd name="T5" fmla="*/ 3 h 5"/>
                <a:gd name="T6" fmla="*/ 2 w 3"/>
                <a:gd name="T7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2" y="1"/>
                  </a:moveTo>
                  <a:cubicBezTo>
                    <a:pt x="1" y="3"/>
                    <a:pt x="0" y="5"/>
                    <a:pt x="1" y="5"/>
                  </a:cubicBezTo>
                  <a:cubicBezTo>
                    <a:pt x="3" y="4"/>
                    <a:pt x="3" y="5"/>
                    <a:pt x="3" y="3"/>
                  </a:cubicBezTo>
                  <a:cubicBezTo>
                    <a:pt x="3" y="1"/>
                    <a:pt x="2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5" name="Freeform 389">
              <a:extLst>
                <a:ext uri="{FF2B5EF4-FFF2-40B4-BE49-F238E27FC236}">
                  <a16:creationId xmlns:a16="http://schemas.microsoft.com/office/drawing/2014/main" id="{531C5433-37C0-924F-0CB6-575B5893B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577" y="4412548"/>
              <a:ext cx="7052" cy="8462"/>
            </a:xfrm>
            <a:custGeom>
              <a:avLst/>
              <a:gdLst>
                <a:gd name="T0" fmla="*/ 2 w 6"/>
                <a:gd name="T1" fmla="*/ 2 h 8"/>
                <a:gd name="T2" fmla="*/ 6 w 6"/>
                <a:gd name="T3" fmla="*/ 6 h 8"/>
                <a:gd name="T4" fmla="*/ 1 w 6"/>
                <a:gd name="T5" fmla="*/ 5 h 8"/>
                <a:gd name="T6" fmla="*/ 2 w 6"/>
                <a:gd name="T7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8">
                  <a:moveTo>
                    <a:pt x="2" y="2"/>
                  </a:moveTo>
                  <a:cubicBezTo>
                    <a:pt x="3" y="0"/>
                    <a:pt x="6" y="4"/>
                    <a:pt x="6" y="6"/>
                  </a:cubicBezTo>
                  <a:cubicBezTo>
                    <a:pt x="5" y="8"/>
                    <a:pt x="3" y="6"/>
                    <a:pt x="1" y="5"/>
                  </a:cubicBezTo>
                  <a:cubicBezTo>
                    <a:pt x="0" y="4"/>
                    <a:pt x="1" y="4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6" name="Freeform 390">
              <a:extLst>
                <a:ext uri="{FF2B5EF4-FFF2-40B4-BE49-F238E27FC236}">
                  <a16:creationId xmlns:a16="http://schemas.microsoft.com/office/drawing/2014/main" id="{A2E1D319-E7A2-4DCC-3F70-674606E9E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011" y="4408317"/>
              <a:ext cx="12693" cy="8462"/>
            </a:xfrm>
            <a:custGeom>
              <a:avLst/>
              <a:gdLst>
                <a:gd name="T0" fmla="*/ 8 w 12"/>
                <a:gd name="T1" fmla="*/ 1 h 8"/>
                <a:gd name="T2" fmla="*/ 10 w 12"/>
                <a:gd name="T3" fmla="*/ 3 h 8"/>
                <a:gd name="T4" fmla="*/ 12 w 12"/>
                <a:gd name="T5" fmla="*/ 5 h 8"/>
                <a:gd name="T6" fmla="*/ 11 w 12"/>
                <a:gd name="T7" fmla="*/ 8 h 8"/>
                <a:gd name="T8" fmla="*/ 7 w 12"/>
                <a:gd name="T9" fmla="*/ 7 h 8"/>
                <a:gd name="T10" fmla="*/ 3 w 12"/>
                <a:gd name="T11" fmla="*/ 4 h 8"/>
                <a:gd name="T12" fmla="*/ 2 w 12"/>
                <a:gd name="T13" fmla="*/ 1 h 8"/>
                <a:gd name="T14" fmla="*/ 8 w 12"/>
                <a:gd name="T15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8">
                  <a:moveTo>
                    <a:pt x="8" y="1"/>
                  </a:moveTo>
                  <a:cubicBezTo>
                    <a:pt x="10" y="2"/>
                    <a:pt x="10" y="2"/>
                    <a:pt x="10" y="3"/>
                  </a:cubicBezTo>
                  <a:cubicBezTo>
                    <a:pt x="11" y="5"/>
                    <a:pt x="12" y="4"/>
                    <a:pt x="12" y="5"/>
                  </a:cubicBezTo>
                  <a:cubicBezTo>
                    <a:pt x="12" y="7"/>
                    <a:pt x="12" y="8"/>
                    <a:pt x="11" y="8"/>
                  </a:cubicBezTo>
                  <a:cubicBezTo>
                    <a:pt x="10" y="8"/>
                    <a:pt x="9" y="8"/>
                    <a:pt x="7" y="7"/>
                  </a:cubicBezTo>
                  <a:cubicBezTo>
                    <a:pt x="5" y="5"/>
                    <a:pt x="4" y="5"/>
                    <a:pt x="3" y="4"/>
                  </a:cubicBezTo>
                  <a:cubicBezTo>
                    <a:pt x="2" y="2"/>
                    <a:pt x="0" y="2"/>
                    <a:pt x="2" y="1"/>
                  </a:cubicBezTo>
                  <a:cubicBezTo>
                    <a:pt x="3" y="0"/>
                    <a:pt x="6" y="0"/>
                    <a:pt x="8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7" name="Freeform 391">
              <a:extLst>
                <a:ext uri="{FF2B5EF4-FFF2-40B4-BE49-F238E27FC236}">
                  <a16:creationId xmlns:a16="http://schemas.microsoft.com/office/drawing/2014/main" id="{3688751B-EE55-62EC-7240-2E081A0B3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473" y="4394213"/>
              <a:ext cx="25387" cy="11283"/>
            </a:xfrm>
            <a:custGeom>
              <a:avLst/>
              <a:gdLst>
                <a:gd name="T0" fmla="*/ 0 w 23"/>
                <a:gd name="T1" fmla="*/ 0 h 10"/>
                <a:gd name="T2" fmla="*/ 0 w 23"/>
                <a:gd name="T3" fmla="*/ 0 h 10"/>
                <a:gd name="T4" fmla="*/ 1 w 23"/>
                <a:gd name="T5" fmla="*/ 4 h 10"/>
                <a:gd name="T6" fmla="*/ 2 w 23"/>
                <a:gd name="T7" fmla="*/ 8 h 10"/>
                <a:gd name="T8" fmla="*/ 9 w 23"/>
                <a:gd name="T9" fmla="*/ 9 h 10"/>
                <a:gd name="T10" fmla="*/ 12 w 23"/>
                <a:gd name="T11" fmla="*/ 7 h 10"/>
                <a:gd name="T12" fmla="*/ 17 w 23"/>
                <a:gd name="T13" fmla="*/ 8 h 10"/>
                <a:gd name="T14" fmla="*/ 21 w 23"/>
                <a:gd name="T15" fmla="*/ 8 h 10"/>
                <a:gd name="T16" fmla="*/ 22 w 23"/>
                <a:gd name="T17" fmla="*/ 5 h 10"/>
                <a:gd name="T18" fmla="*/ 20 w 23"/>
                <a:gd name="T19" fmla="*/ 4 h 10"/>
                <a:gd name="T20" fmla="*/ 18 w 23"/>
                <a:gd name="T21" fmla="*/ 1 h 10"/>
                <a:gd name="T22" fmla="*/ 18 w 23"/>
                <a:gd name="T23" fmla="*/ 1 h 10"/>
                <a:gd name="T24" fmla="*/ 0 w 23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1" y="6"/>
                    <a:pt x="0" y="7"/>
                    <a:pt x="2" y="8"/>
                  </a:cubicBezTo>
                  <a:cubicBezTo>
                    <a:pt x="4" y="9"/>
                    <a:pt x="8" y="10"/>
                    <a:pt x="9" y="9"/>
                  </a:cubicBezTo>
                  <a:cubicBezTo>
                    <a:pt x="11" y="8"/>
                    <a:pt x="10" y="7"/>
                    <a:pt x="12" y="7"/>
                  </a:cubicBezTo>
                  <a:cubicBezTo>
                    <a:pt x="15" y="7"/>
                    <a:pt x="14" y="8"/>
                    <a:pt x="17" y="8"/>
                  </a:cubicBezTo>
                  <a:cubicBezTo>
                    <a:pt x="19" y="9"/>
                    <a:pt x="20" y="9"/>
                    <a:pt x="21" y="8"/>
                  </a:cubicBezTo>
                  <a:cubicBezTo>
                    <a:pt x="23" y="7"/>
                    <a:pt x="23" y="6"/>
                    <a:pt x="22" y="5"/>
                  </a:cubicBezTo>
                  <a:cubicBezTo>
                    <a:pt x="22" y="4"/>
                    <a:pt x="21" y="5"/>
                    <a:pt x="20" y="4"/>
                  </a:cubicBezTo>
                  <a:cubicBezTo>
                    <a:pt x="18" y="2"/>
                    <a:pt x="18" y="2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8" name="Freeform 392">
              <a:extLst>
                <a:ext uri="{FF2B5EF4-FFF2-40B4-BE49-F238E27FC236}">
                  <a16:creationId xmlns:a16="http://schemas.microsoft.com/office/drawing/2014/main" id="{9377C8A7-A5B9-6045-4CC9-E91609866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421" y="4342029"/>
              <a:ext cx="76161" cy="60647"/>
            </a:xfrm>
            <a:custGeom>
              <a:avLst/>
              <a:gdLst>
                <a:gd name="T0" fmla="*/ 29 w 70"/>
                <a:gd name="T1" fmla="*/ 48 h 57"/>
                <a:gd name="T2" fmla="*/ 28 w 70"/>
                <a:gd name="T3" fmla="*/ 47 h 57"/>
                <a:gd name="T4" fmla="*/ 27 w 70"/>
                <a:gd name="T5" fmla="*/ 47 h 57"/>
                <a:gd name="T6" fmla="*/ 27 w 70"/>
                <a:gd name="T7" fmla="*/ 47 h 57"/>
                <a:gd name="T8" fmla="*/ 0 w 70"/>
                <a:gd name="T9" fmla="*/ 46 h 57"/>
                <a:gd name="T10" fmla="*/ 0 w 70"/>
                <a:gd name="T11" fmla="*/ 15 h 57"/>
                <a:gd name="T12" fmla="*/ 0 w 70"/>
                <a:gd name="T13" fmla="*/ 0 h 57"/>
                <a:gd name="T14" fmla="*/ 0 w 70"/>
                <a:gd name="T15" fmla="*/ 1 h 57"/>
                <a:gd name="T16" fmla="*/ 7 w 70"/>
                <a:gd name="T17" fmla="*/ 5 h 57"/>
                <a:gd name="T18" fmla="*/ 12 w 70"/>
                <a:gd name="T19" fmla="*/ 9 h 57"/>
                <a:gd name="T20" fmla="*/ 17 w 70"/>
                <a:gd name="T21" fmla="*/ 16 h 57"/>
                <a:gd name="T22" fmla="*/ 32 w 70"/>
                <a:gd name="T23" fmla="*/ 28 h 57"/>
                <a:gd name="T24" fmla="*/ 46 w 70"/>
                <a:gd name="T25" fmla="*/ 37 h 57"/>
                <a:gd name="T26" fmla="*/ 54 w 70"/>
                <a:gd name="T27" fmla="*/ 41 h 57"/>
                <a:gd name="T28" fmla="*/ 65 w 70"/>
                <a:gd name="T29" fmla="*/ 41 h 57"/>
                <a:gd name="T30" fmla="*/ 70 w 70"/>
                <a:gd name="T31" fmla="*/ 41 h 57"/>
                <a:gd name="T32" fmla="*/ 69 w 70"/>
                <a:gd name="T33" fmla="*/ 44 h 57"/>
                <a:gd name="T34" fmla="*/ 67 w 70"/>
                <a:gd name="T35" fmla="*/ 49 h 57"/>
                <a:gd name="T36" fmla="*/ 58 w 70"/>
                <a:gd name="T37" fmla="*/ 50 h 57"/>
                <a:gd name="T38" fmla="*/ 53 w 70"/>
                <a:gd name="T39" fmla="*/ 51 h 57"/>
                <a:gd name="T40" fmla="*/ 50 w 70"/>
                <a:gd name="T41" fmla="*/ 52 h 57"/>
                <a:gd name="T42" fmla="*/ 46 w 70"/>
                <a:gd name="T43" fmla="*/ 53 h 57"/>
                <a:gd name="T44" fmla="*/ 43 w 70"/>
                <a:gd name="T45" fmla="*/ 56 h 57"/>
                <a:gd name="T46" fmla="*/ 41 w 70"/>
                <a:gd name="T47" fmla="*/ 56 h 57"/>
                <a:gd name="T48" fmla="*/ 41 w 70"/>
                <a:gd name="T49" fmla="*/ 54 h 57"/>
                <a:gd name="T50" fmla="*/ 40 w 70"/>
                <a:gd name="T51" fmla="*/ 51 h 57"/>
                <a:gd name="T52" fmla="*/ 33 w 70"/>
                <a:gd name="T53" fmla="*/ 49 h 57"/>
                <a:gd name="T54" fmla="*/ 29 w 70"/>
                <a:gd name="T55" fmla="*/ 4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0" h="57">
                  <a:moveTo>
                    <a:pt x="29" y="48"/>
                  </a:moveTo>
                  <a:cubicBezTo>
                    <a:pt x="28" y="47"/>
                    <a:pt x="28" y="47"/>
                    <a:pt x="28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3"/>
                    <a:pt x="4" y="2"/>
                    <a:pt x="7" y="5"/>
                  </a:cubicBezTo>
                  <a:cubicBezTo>
                    <a:pt x="10" y="7"/>
                    <a:pt x="10" y="7"/>
                    <a:pt x="12" y="9"/>
                  </a:cubicBezTo>
                  <a:cubicBezTo>
                    <a:pt x="14" y="12"/>
                    <a:pt x="15" y="13"/>
                    <a:pt x="17" y="16"/>
                  </a:cubicBezTo>
                  <a:cubicBezTo>
                    <a:pt x="20" y="20"/>
                    <a:pt x="29" y="26"/>
                    <a:pt x="32" y="28"/>
                  </a:cubicBezTo>
                  <a:cubicBezTo>
                    <a:pt x="35" y="31"/>
                    <a:pt x="39" y="33"/>
                    <a:pt x="46" y="37"/>
                  </a:cubicBezTo>
                  <a:cubicBezTo>
                    <a:pt x="52" y="40"/>
                    <a:pt x="51" y="39"/>
                    <a:pt x="54" y="41"/>
                  </a:cubicBezTo>
                  <a:cubicBezTo>
                    <a:pt x="58" y="43"/>
                    <a:pt x="61" y="42"/>
                    <a:pt x="65" y="41"/>
                  </a:cubicBezTo>
                  <a:cubicBezTo>
                    <a:pt x="68" y="40"/>
                    <a:pt x="70" y="39"/>
                    <a:pt x="70" y="41"/>
                  </a:cubicBezTo>
                  <a:cubicBezTo>
                    <a:pt x="70" y="43"/>
                    <a:pt x="69" y="43"/>
                    <a:pt x="69" y="44"/>
                  </a:cubicBezTo>
                  <a:cubicBezTo>
                    <a:pt x="68" y="46"/>
                    <a:pt x="69" y="48"/>
                    <a:pt x="67" y="49"/>
                  </a:cubicBezTo>
                  <a:cubicBezTo>
                    <a:pt x="64" y="51"/>
                    <a:pt x="63" y="50"/>
                    <a:pt x="58" y="50"/>
                  </a:cubicBezTo>
                  <a:cubicBezTo>
                    <a:pt x="53" y="50"/>
                    <a:pt x="56" y="50"/>
                    <a:pt x="53" y="51"/>
                  </a:cubicBezTo>
                  <a:cubicBezTo>
                    <a:pt x="51" y="52"/>
                    <a:pt x="51" y="52"/>
                    <a:pt x="50" y="52"/>
                  </a:cubicBezTo>
                  <a:cubicBezTo>
                    <a:pt x="48" y="52"/>
                    <a:pt x="47" y="53"/>
                    <a:pt x="46" y="53"/>
                  </a:cubicBezTo>
                  <a:cubicBezTo>
                    <a:pt x="44" y="54"/>
                    <a:pt x="44" y="55"/>
                    <a:pt x="43" y="56"/>
                  </a:cubicBezTo>
                  <a:cubicBezTo>
                    <a:pt x="43" y="57"/>
                    <a:pt x="42" y="56"/>
                    <a:pt x="41" y="56"/>
                  </a:cubicBezTo>
                  <a:cubicBezTo>
                    <a:pt x="41" y="56"/>
                    <a:pt x="41" y="55"/>
                    <a:pt x="41" y="54"/>
                  </a:cubicBezTo>
                  <a:cubicBezTo>
                    <a:pt x="41" y="53"/>
                    <a:pt x="41" y="52"/>
                    <a:pt x="40" y="51"/>
                  </a:cubicBezTo>
                  <a:cubicBezTo>
                    <a:pt x="39" y="50"/>
                    <a:pt x="36" y="50"/>
                    <a:pt x="33" y="49"/>
                  </a:cubicBezTo>
                  <a:cubicBezTo>
                    <a:pt x="32" y="48"/>
                    <a:pt x="30" y="48"/>
                    <a:pt x="29" y="4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49" name="Freeform 393">
              <a:extLst>
                <a:ext uri="{FF2B5EF4-FFF2-40B4-BE49-F238E27FC236}">
                  <a16:creationId xmlns:a16="http://schemas.microsoft.com/office/drawing/2014/main" id="{1751424F-0563-C079-30FF-CBC77DCC6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421" y="4329335"/>
              <a:ext cx="7052" cy="9873"/>
            </a:xfrm>
            <a:custGeom>
              <a:avLst/>
              <a:gdLst>
                <a:gd name="T0" fmla="*/ 0 w 6"/>
                <a:gd name="T1" fmla="*/ 9 h 10"/>
                <a:gd name="T2" fmla="*/ 0 w 6"/>
                <a:gd name="T3" fmla="*/ 0 h 10"/>
                <a:gd name="T4" fmla="*/ 1 w 6"/>
                <a:gd name="T5" fmla="*/ 1 h 10"/>
                <a:gd name="T6" fmla="*/ 5 w 6"/>
                <a:gd name="T7" fmla="*/ 5 h 10"/>
                <a:gd name="T8" fmla="*/ 6 w 6"/>
                <a:gd name="T9" fmla="*/ 8 h 10"/>
                <a:gd name="T10" fmla="*/ 2 w 6"/>
                <a:gd name="T11" fmla="*/ 8 h 10"/>
                <a:gd name="T12" fmla="*/ 0 w 6"/>
                <a:gd name="T1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0">
                  <a:moveTo>
                    <a:pt x="0" y="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2" y="3"/>
                    <a:pt x="3" y="3"/>
                    <a:pt x="5" y="5"/>
                  </a:cubicBezTo>
                  <a:cubicBezTo>
                    <a:pt x="6" y="7"/>
                    <a:pt x="6" y="6"/>
                    <a:pt x="6" y="8"/>
                  </a:cubicBezTo>
                  <a:cubicBezTo>
                    <a:pt x="5" y="10"/>
                    <a:pt x="4" y="9"/>
                    <a:pt x="2" y="8"/>
                  </a:cubicBezTo>
                  <a:cubicBezTo>
                    <a:pt x="1" y="8"/>
                    <a:pt x="1" y="9"/>
                    <a:pt x="0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0" name="Freeform 394">
              <a:extLst>
                <a:ext uri="{FF2B5EF4-FFF2-40B4-BE49-F238E27FC236}">
                  <a16:creationId xmlns:a16="http://schemas.microsoft.com/office/drawing/2014/main" id="{5F495925-CED1-F8DF-11F5-794FAE0C9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024" y="2583276"/>
              <a:ext cx="62057" cy="50774"/>
            </a:xfrm>
            <a:custGeom>
              <a:avLst/>
              <a:gdLst>
                <a:gd name="T0" fmla="*/ 46 w 56"/>
                <a:gd name="T1" fmla="*/ 10 h 47"/>
                <a:gd name="T2" fmla="*/ 53 w 56"/>
                <a:gd name="T3" fmla="*/ 10 h 47"/>
                <a:gd name="T4" fmla="*/ 54 w 56"/>
                <a:gd name="T5" fmla="*/ 10 h 47"/>
                <a:gd name="T6" fmla="*/ 55 w 56"/>
                <a:gd name="T7" fmla="*/ 20 h 47"/>
                <a:gd name="T8" fmla="*/ 55 w 56"/>
                <a:gd name="T9" fmla="*/ 24 h 47"/>
                <a:gd name="T10" fmla="*/ 55 w 56"/>
                <a:gd name="T11" fmla="*/ 28 h 47"/>
                <a:gd name="T12" fmla="*/ 54 w 56"/>
                <a:gd name="T13" fmla="*/ 30 h 47"/>
                <a:gd name="T14" fmla="*/ 51 w 56"/>
                <a:gd name="T15" fmla="*/ 33 h 47"/>
                <a:gd name="T16" fmla="*/ 53 w 56"/>
                <a:gd name="T17" fmla="*/ 40 h 47"/>
                <a:gd name="T18" fmla="*/ 55 w 56"/>
                <a:gd name="T19" fmla="*/ 43 h 47"/>
                <a:gd name="T20" fmla="*/ 56 w 56"/>
                <a:gd name="T21" fmla="*/ 44 h 47"/>
                <a:gd name="T22" fmla="*/ 47 w 56"/>
                <a:gd name="T23" fmla="*/ 43 h 47"/>
                <a:gd name="T24" fmla="*/ 39 w 56"/>
                <a:gd name="T25" fmla="*/ 43 h 47"/>
                <a:gd name="T26" fmla="*/ 31 w 56"/>
                <a:gd name="T27" fmla="*/ 43 h 47"/>
                <a:gd name="T28" fmla="*/ 24 w 56"/>
                <a:gd name="T29" fmla="*/ 42 h 47"/>
                <a:gd name="T30" fmla="*/ 16 w 56"/>
                <a:gd name="T31" fmla="*/ 41 h 47"/>
                <a:gd name="T32" fmla="*/ 18 w 56"/>
                <a:gd name="T33" fmla="*/ 46 h 47"/>
                <a:gd name="T34" fmla="*/ 14 w 56"/>
                <a:gd name="T35" fmla="*/ 45 h 47"/>
                <a:gd name="T36" fmla="*/ 10 w 56"/>
                <a:gd name="T37" fmla="*/ 45 h 47"/>
                <a:gd name="T38" fmla="*/ 9 w 56"/>
                <a:gd name="T39" fmla="*/ 42 h 47"/>
                <a:gd name="T40" fmla="*/ 2 w 56"/>
                <a:gd name="T41" fmla="*/ 41 h 47"/>
                <a:gd name="T42" fmla="*/ 0 w 56"/>
                <a:gd name="T43" fmla="*/ 38 h 47"/>
                <a:gd name="T44" fmla="*/ 3 w 56"/>
                <a:gd name="T45" fmla="*/ 33 h 47"/>
                <a:gd name="T46" fmla="*/ 13 w 56"/>
                <a:gd name="T47" fmla="*/ 35 h 47"/>
                <a:gd name="T48" fmla="*/ 21 w 56"/>
                <a:gd name="T49" fmla="*/ 36 h 47"/>
                <a:gd name="T50" fmla="*/ 30 w 56"/>
                <a:gd name="T51" fmla="*/ 37 h 47"/>
                <a:gd name="T52" fmla="*/ 37 w 56"/>
                <a:gd name="T53" fmla="*/ 37 h 47"/>
                <a:gd name="T54" fmla="*/ 41 w 56"/>
                <a:gd name="T55" fmla="*/ 35 h 47"/>
                <a:gd name="T56" fmla="*/ 46 w 56"/>
                <a:gd name="T57" fmla="*/ 33 h 47"/>
                <a:gd name="T58" fmla="*/ 42 w 56"/>
                <a:gd name="T59" fmla="*/ 30 h 47"/>
                <a:gd name="T60" fmla="*/ 38 w 56"/>
                <a:gd name="T61" fmla="*/ 26 h 47"/>
                <a:gd name="T62" fmla="*/ 36 w 56"/>
                <a:gd name="T63" fmla="*/ 22 h 47"/>
                <a:gd name="T64" fmla="*/ 37 w 56"/>
                <a:gd name="T65" fmla="*/ 17 h 47"/>
                <a:gd name="T66" fmla="*/ 31 w 56"/>
                <a:gd name="T67" fmla="*/ 13 h 47"/>
                <a:gd name="T68" fmla="*/ 24 w 56"/>
                <a:gd name="T69" fmla="*/ 12 h 47"/>
                <a:gd name="T70" fmla="*/ 23 w 56"/>
                <a:gd name="T71" fmla="*/ 8 h 47"/>
                <a:gd name="T72" fmla="*/ 29 w 56"/>
                <a:gd name="T73" fmla="*/ 6 h 47"/>
                <a:gd name="T74" fmla="*/ 33 w 56"/>
                <a:gd name="T75" fmla="*/ 5 h 47"/>
                <a:gd name="T76" fmla="*/ 32 w 56"/>
                <a:gd name="T77" fmla="*/ 2 h 47"/>
                <a:gd name="T78" fmla="*/ 37 w 56"/>
                <a:gd name="T79" fmla="*/ 2 h 47"/>
                <a:gd name="T80" fmla="*/ 42 w 56"/>
                <a:gd name="T81" fmla="*/ 6 h 47"/>
                <a:gd name="T82" fmla="*/ 46 w 56"/>
                <a:gd name="T83" fmla="*/ 1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6" h="47">
                  <a:moveTo>
                    <a:pt x="46" y="10"/>
                  </a:moveTo>
                  <a:cubicBezTo>
                    <a:pt x="50" y="11"/>
                    <a:pt x="49" y="12"/>
                    <a:pt x="53" y="10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5" y="14"/>
                    <a:pt x="55" y="18"/>
                    <a:pt x="55" y="20"/>
                  </a:cubicBezTo>
                  <a:cubicBezTo>
                    <a:pt x="55" y="22"/>
                    <a:pt x="55" y="23"/>
                    <a:pt x="55" y="24"/>
                  </a:cubicBezTo>
                  <a:cubicBezTo>
                    <a:pt x="55" y="25"/>
                    <a:pt x="56" y="26"/>
                    <a:pt x="55" y="28"/>
                  </a:cubicBezTo>
                  <a:cubicBezTo>
                    <a:pt x="55" y="30"/>
                    <a:pt x="54" y="30"/>
                    <a:pt x="54" y="30"/>
                  </a:cubicBezTo>
                  <a:cubicBezTo>
                    <a:pt x="53" y="30"/>
                    <a:pt x="52" y="30"/>
                    <a:pt x="51" y="33"/>
                  </a:cubicBezTo>
                  <a:cubicBezTo>
                    <a:pt x="49" y="37"/>
                    <a:pt x="51" y="38"/>
                    <a:pt x="53" y="40"/>
                  </a:cubicBezTo>
                  <a:cubicBezTo>
                    <a:pt x="54" y="40"/>
                    <a:pt x="55" y="41"/>
                    <a:pt x="55" y="43"/>
                  </a:cubicBezTo>
                  <a:cubicBezTo>
                    <a:pt x="56" y="43"/>
                    <a:pt x="56" y="43"/>
                    <a:pt x="56" y="44"/>
                  </a:cubicBezTo>
                  <a:cubicBezTo>
                    <a:pt x="52" y="43"/>
                    <a:pt x="50" y="43"/>
                    <a:pt x="47" y="43"/>
                  </a:cubicBezTo>
                  <a:cubicBezTo>
                    <a:pt x="44" y="42"/>
                    <a:pt x="42" y="41"/>
                    <a:pt x="39" y="43"/>
                  </a:cubicBezTo>
                  <a:cubicBezTo>
                    <a:pt x="36" y="44"/>
                    <a:pt x="33" y="43"/>
                    <a:pt x="31" y="43"/>
                  </a:cubicBezTo>
                  <a:cubicBezTo>
                    <a:pt x="29" y="42"/>
                    <a:pt x="26" y="43"/>
                    <a:pt x="24" y="42"/>
                  </a:cubicBezTo>
                  <a:cubicBezTo>
                    <a:pt x="21" y="41"/>
                    <a:pt x="16" y="39"/>
                    <a:pt x="16" y="41"/>
                  </a:cubicBezTo>
                  <a:cubicBezTo>
                    <a:pt x="16" y="43"/>
                    <a:pt x="18" y="45"/>
                    <a:pt x="18" y="46"/>
                  </a:cubicBezTo>
                  <a:cubicBezTo>
                    <a:pt x="17" y="46"/>
                    <a:pt x="15" y="44"/>
                    <a:pt x="14" y="45"/>
                  </a:cubicBezTo>
                  <a:cubicBezTo>
                    <a:pt x="14" y="45"/>
                    <a:pt x="10" y="47"/>
                    <a:pt x="10" y="45"/>
                  </a:cubicBezTo>
                  <a:cubicBezTo>
                    <a:pt x="9" y="43"/>
                    <a:pt x="12" y="43"/>
                    <a:pt x="9" y="42"/>
                  </a:cubicBezTo>
                  <a:cubicBezTo>
                    <a:pt x="6" y="41"/>
                    <a:pt x="4" y="41"/>
                    <a:pt x="2" y="41"/>
                  </a:cubicBezTo>
                  <a:cubicBezTo>
                    <a:pt x="1" y="40"/>
                    <a:pt x="0" y="40"/>
                    <a:pt x="0" y="38"/>
                  </a:cubicBezTo>
                  <a:cubicBezTo>
                    <a:pt x="1" y="36"/>
                    <a:pt x="0" y="33"/>
                    <a:pt x="3" y="33"/>
                  </a:cubicBezTo>
                  <a:cubicBezTo>
                    <a:pt x="5" y="33"/>
                    <a:pt x="10" y="33"/>
                    <a:pt x="13" y="35"/>
                  </a:cubicBezTo>
                  <a:cubicBezTo>
                    <a:pt x="16" y="36"/>
                    <a:pt x="19" y="36"/>
                    <a:pt x="21" y="36"/>
                  </a:cubicBezTo>
                  <a:cubicBezTo>
                    <a:pt x="24" y="36"/>
                    <a:pt x="27" y="36"/>
                    <a:pt x="30" y="37"/>
                  </a:cubicBezTo>
                  <a:cubicBezTo>
                    <a:pt x="33" y="38"/>
                    <a:pt x="34" y="38"/>
                    <a:pt x="37" y="37"/>
                  </a:cubicBezTo>
                  <a:cubicBezTo>
                    <a:pt x="40" y="36"/>
                    <a:pt x="39" y="35"/>
                    <a:pt x="41" y="35"/>
                  </a:cubicBezTo>
                  <a:cubicBezTo>
                    <a:pt x="44" y="35"/>
                    <a:pt x="46" y="35"/>
                    <a:pt x="46" y="33"/>
                  </a:cubicBezTo>
                  <a:cubicBezTo>
                    <a:pt x="45" y="32"/>
                    <a:pt x="46" y="32"/>
                    <a:pt x="42" y="30"/>
                  </a:cubicBezTo>
                  <a:cubicBezTo>
                    <a:pt x="38" y="29"/>
                    <a:pt x="38" y="27"/>
                    <a:pt x="38" y="26"/>
                  </a:cubicBezTo>
                  <a:cubicBezTo>
                    <a:pt x="37" y="24"/>
                    <a:pt x="35" y="24"/>
                    <a:pt x="36" y="22"/>
                  </a:cubicBezTo>
                  <a:cubicBezTo>
                    <a:pt x="37" y="20"/>
                    <a:pt x="38" y="20"/>
                    <a:pt x="37" y="17"/>
                  </a:cubicBezTo>
                  <a:cubicBezTo>
                    <a:pt x="36" y="15"/>
                    <a:pt x="33" y="13"/>
                    <a:pt x="31" y="13"/>
                  </a:cubicBezTo>
                  <a:cubicBezTo>
                    <a:pt x="29" y="13"/>
                    <a:pt x="25" y="14"/>
                    <a:pt x="24" y="12"/>
                  </a:cubicBezTo>
                  <a:cubicBezTo>
                    <a:pt x="23" y="11"/>
                    <a:pt x="20" y="9"/>
                    <a:pt x="23" y="8"/>
                  </a:cubicBezTo>
                  <a:cubicBezTo>
                    <a:pt x="26" y="7"/>
                    <a:pt x="26" y="8"/>
                    <a:pt x="29" y="6"/>
                  </a:cubicBezTo>
                  <a:cubicBezTo>
                    <a:pt x="32" y="5"/>
                    <a:pt x="34" y="6"/>
                    <a:pt x="33" y="5"/>
                  </a:cubicBezTo>
                  <a:cubicBezTo>
                    <a:pt x="33" y="3"/>
                    <a:pt x="31" y="3"/>
                    <a:pt x="32" y="2"/>
                  </a:cubicBezTo>
                  <a:cubicBezTo>
                    <a:pt x="34" y="2"/>
                    <a:pt x="34" y="0"/>
                    <a:pt x="37" y="2"/>
                  </a:cubicBezTo>
                  <a:cubicBezTo>
                    <a:pt x="39" y="4"/>
                    <a:pt x="40" y="4"/>
                    <a:pt x="42" y="6"/>
                  </a:cubicBezTo>
                  <a:cubicBezTo>
                    <a:pt x="44" y="7"/>
                    <a:pt x="43" y="10"/>
                    <a:pt x="46" y="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1" name="Freeform 395">
              <a:extLst>
                <a:ext uri="{FF2B5EF4-FFF2-40B4-BE49-F238E27FC236}">
                  <a16:creationId xmlns:a16="http://schemas.microsoft.com/office/drawing/2014/main" id="{01C61D00-2D6E-480A-BA50-D5660083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7632" y="2256066"/>
              <a:ext cx="57826" cy="73340"/>
            </a:xfrm>
            <a:custGeom>
              <a:avLst/>
              <a:gdLst>
                <a:gd name="T0" fmla="*/ 1 w 52"/>
                <a:gd name="T1" fmla="*/ 16 h 69"/>
                <a:gd name="T2" fmla="*/ 3 w 52"/>
                <a:gd name="T3" fmla="*/ 20 h 69"/>
                <a:gd name="T4" fmla="*/ 7 w 52"/>
                <a:gd name="T5" fmla="*/ 22 h 69"/>
                <a:gd name="T6" fmla="*/ 7 w 52"/>
                <a:gd name="T7" fmla="*/ 25 h 69"/>
                <a:gd name="T8" fmla="*/ 4 w 52"/>
                <a:gd name="T9" fmla="*/ 25 h 69"/>
                <a:gd name="T10" fmla="*/ 6 w 52"/>
                <a:gd name="T11" fmla="*/ 29 h 69"/>
                <a:gd name="T12" fmla="*/ 9 w 52"/>
                <a:gd name="T13" fmla="*/ 28 h 69"/>
                <a:gd name="T14" fmla="*/ 12 w 52"/>
                <a:gd name="T15" fmla="*/ 25 h 69"/>
                <a:gd name="T16" fmla="*/ 13 w 52"/>
                <a:gd name="T17" fmla="*/ 23 h 69"/>
                <a:gd name="T18" fmla="*/ 13 w 52"/>
                <a:gd name="T19" fmla="*/ 18 h 69"/>
                <a:gd name="T20" fmla="*/ 17 w 52"/>
                <a:gd name="T21" fmla="*/ 20 h 69"/>
                <a:gd name="T22" fmla="*/ 19 w 52"/>
                <a:gd name="T23" fmla="*/ 23 h 69"/>
                <a:gd name="T24" fmla="*/ 21 w 52"/>
                <a:gd name="T25" fmla="*/ 26 h 69"/>
                <a:gd name="T26" fmla="*/ 20 w 52"/>
                <a:gd name="T27" fmla="*/ 29 h 69"/>
                <a:gd name="T28" fmla="*/ 22 w 52"/>
                <a:gd name="T29" fmla="*/ 31 h 69"/>
                <a:gd name="T30" fmla="*/ 20 w 52"/>
                <a:gd name="T31" fmla="*/ 34 h 69"/>
                <a:gd name="T32" fmla="*/ 17 w 52"/>
                <a:gd name="T33" fmla="*/ 38 h 69"/>
                <a:gd name="T34" fmla="*/ 14 w 52"/>
                <a:gd name="T35" fmla="*/ 42 h 69"/>
                <a:gd name="T36" fmla="*/ 12 w 52"/>
                <a:gd name="T37" fmla="*/ 45 h 69"/>
                <a:gd name="T38" fmla="*/ 14 w 52"/>
                <a:gd name="T39" fmla="*/ 51 h 69"/>
                <a:gd name="T40" fmla="*/ 15 w 52"/>
                <a:gd name="T41" fmla="*/ 56 h 69"/>
                <a:gd name="T42" fmla="*/ 11 w 52"/>
                <a:gd name="T43" fmla="*/ 57 h 69"/>
                <a:gd name="T44" fmla="*/ 14 w 52"/>
                <a:gd name="T45" fmla="*/ 60 h 69"/>
                <a:gd name="T46" fmla="*/ 20 w 52"/>
                <a:gd name="T47" fmla="*/ 62 h 69"/>
                <a:gd name="T48" fmla="*/ 21 w 52"/>
                <a:gd name="T49" fmla="*/ 60 h 69"/>
                <a:gd name="T50" fmla="*/ 20 w 52"/>
                <a:gd name="T51" fmla="*/ 54 h 69"/>
                <a:gd name="T52" fmla="*/ 23 w 52"/>
                <a:gd name="T53" fmla="*/ 50 h 69"/>
                <a:gd name="T54" fmla="*/ 25 w 52"/>
                <a:gd name="T55" fmla="*/ 54 h 69"/>
                <a:gd name="T56" fmla="*/ 24 w 52"/>
                <a:gd name="T57" fmla="*/ 57 h 69"/>
                <a:gd name="T58" fmla="*/ 25 w 52"/>
                <a:gd name="T59" fmla="*/ 62 h 69"/>
                <a:gd name="T60" fmla="*/ 22 w 52"/>
                <a:gd name="T61" fmla="*/ 66 h 69"/>
                <a:gd name="T62" fmla="*/ 25 w 52"/>
                <a:gd name="T63" fmla="*/ 66 h 69"/>
                <a:gd name="T64" fmla="*/ 28 w 52"/>
                <a:gd name="T65" fmla="*/ 63 h 69"/>
                <a:gd name="T66" fmla="*/ 32 w 52"/>
                <a:gd name="T67" fmla="*/ 60 h 69"/>
                <a:gd name="T68" fmla="*/ 33 w 52"/>
                <a:gd name="T69" fmla="*/ 57 h 69"/>
                <a:gd name="T70" fmla="*/ 37 w 52"/>
                <a:gd name="T71" fmla="*/ 58 h 69"/>
                <a:gd name="T72" fmla="*/ 39 w 52"/>
                <a:gd name="T73" fmla="*/ 54 h 69"/>
                <a:gd name="T74" fmla="*/ 40 w 52"/>
                <a:gd name="T75" fmla="*/ 51 h 69"/>
                <a:gd name="T76" fmla="*/ 42 w 52"/>
                <a:gd name="T77" fmla="*/ 45 h 69"/>
                <a:gd name="T78" fmla="*/ 43 w 52"/>
                <a:gd name="T79" fmla="*/ 38 h 69"/>
                <a:gd name="T80" fmla="*/ 46 w 52"/>
                <a:gd name="T81" fmla="*/ 32 h 69"/>
                <a:gd name="T82" fmla="*/ 49 w 52"/>
                <a:gd name="T83" fmla="*/ 26 h 69"/>
                <a:gd name="T84" fmla="*/ 50 w 52"/>
                <a:gd name="T85" fmla="*/ 22 h 69"/>
                <a:gd name="T86" fmla="*/ 49 w 52"/>
                <a:gd name="T87" fmla="*/ 18 h 69"/>
                <a:gd name="T88" fmla="*/ 46 w 52"/>
                <a:gd name="T89" fmla="*/ 16 h 69"/>
                <a:gd name="T90" fmla="*/ 42 w 52"/>
                <a:gd name="T91" fmla="*/ 16 h 69"/>
                <a:gd name="T92" fmla="*/ 39 w 52"/>
                <a:gd name="T93" fmla="*/ 14 h 69"/>
                <a:gd name="T94" fmla="*/ 42 w 52"/>
                <a:gd name="T95" fmla="*/ 11 h 69"/>
                <a:gd name="T96" fmla="*/ 43 w 52"/>
                <a:gd name="T97" fmla="*/ 8 h 69"/>
                <a:gd name="T98" fmla="*/ 40 w 52"/>
                <a:gd name="T99" fmla="*/ 7 h 69"/>
                <a:gd name="T100" fmla="*/ 35 w 52"/>
                <a:gd name="T101" fmla="*/ 8 h 69"/>
                <a:gd name="T102" fmla="*/ 31 w 52"/>
                <a:gd name="T103" fmla="*/ 5 h 69"/>
                <a:gd name="T104" fmla="*/ 28 w 52"/>
                <a:gd name="T105" fmla="*/ 3 h 69"/>
                <a:gd name="T106" fmla="*/ 26 w 52"/>
                <a:gd name="T107" fmla="*/ 1 h 69"/>
                <a:gd name="T108" fmla="*/ 22 w 52"/>
                <a:gd name="T109" fmla="*/ 0 h 69"/>
                <a:gd name="T110" fmla="*/ 19 w 52"/>
                <a:gd name="T111" fmla="*/ 5 h 69"/>
                <a:gd name="T112" fmla="*/ 15 w 52"/>
                <a:gd name="T113" fmla="*/ 7 h 69"/>
                <a:gd name="T114" fmla="*/ 12 w 52"/>
                <a:gd name="T115" fmla="*/ 10 h 69"/>
                <a:gd name="T116" fmla="*/ 9 w 52"/>
                <a:gd name="T117" fmla="*/ 10 h 69"/>
                <a:gd name="T118" fmla="*/ 6 w 52"/>
                <a:gd name="T119" fmla="*/ 10 h 69"/>
                <a:gd name="T120" fmla="*/ 5 w 52"/>
                <a:gd name="T121" fmla="*/ 13 h 69"/>
                <a:gd name="T122" fmla="*/ 2 w 52"/>
                <a:gd name="T123" fmla="*/ 14 h 69"/>
                <a:gd name="T124" fmla="*/ 1 w 52"/>
                <a:gd name="T125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2" h="69">
                  <a:moveTo>
                    <a:pt x="1" y="16"/>
                  </a:moveTo>
                  <a:cubicBezTo>
                    <a:pt x="1" y="18"/>
                    <a:pt x="2" y="19"/>
                    <a:pt x="3" y="20"/>
                  </a:cubicBezTo>
                  <a:cubicBezTo>
                    <a:pt x="4" y="21"/>
                    <a:pt x="6" y="22"/>
                    <a:pt x="7" y="22"/>
                  </a:cubicBezTo>
                  <a:cubicBezTo>
                    <a:pt x="9" y="23"/>
                    <a:pt x="8" y="24"/>
                    <a:pt x="7" y="25"/>
                  </a:cubicBezTo>
                  <a:cubicBezTo>
                    <a:pt x="7" y="26"/>
                    <a:pt x="6" y="25"/>
                    <a:pt x="4" y="25"/>
                  </a:cubicBezTo>
                  <a:cubicBezTo>
                    <a:pt x="2" y="25"/>
                    <a:pt x="5" y="27"/>
                    <a:pt x="6" y="29"/>
                  </a:cubicBezTo>
                  <a:cubicBezTo>
                    <a:pt x="7" y="30"/>
                    <a:pt x="8" y="29"/>
                    <a:pt x="9" y="28"/>
                  </a:cubicBezTo>
                  <a:cubicBezTo>
                    <a:pt x="10" y="27"/>
                    <a:pt x="11" y="26"/>
                    <a:pt x="12" y="25"/>
                  </a:cubicBezTo>
                  <a:cubicBezTo>
                    <a:pt x="13" y="24"/>
                    <a:pt x="14" y="24"/>
                    <a:pt x="13" y="23"/>
                  </a:cubicBezTo>
                  <a:cubicBezTo>
                    <a:pt x="13" y="22"/>
                    <a:pt x="12" y="19"/>
                    <a:pt x="13" y="18"/>
                  </a:cubicBezTo>
                  <a:cubicBezTo>
                    <a:pt x="14" y="17"/>
                    <a:pt x="16" y="19"/>
                    <a:pt x="17" y="20"/>
                  </a:cubicBezTo>
                  <a:cubicBezTo>
                    <a:pt x="17" y="20"/>
                    <a:pt x="18" y="22"/>
                    <a:pt x="19" y="23"/>
                  </a:cubicBezTo>
                  <a:cubicBezTo>
                    <a:pt x="21" y="24"/>
                    <a:pt x="21" y="25"/>
                    <a:pt x="21" y="26"/>
                  </a:cubicBezTo>
                  <a:cubicBezTo>
                    <a:pt x="21" y="28"/>
                    <a:pt x="20" y="28"/>
                    <a:pt x="20" y="29"/>
                  </a:cubicBezTo>
                  <a:cubicBezTo>
                    <a:pt x="20" y="30"/>
                    <a:pt x="21" y="30"/>
                    <a:pt x="22" y="31"/>
                  </a:cubicBezTo>
                  <a:cubicBezTo>
                    <a:pt x="22" y="32"/>
                    <a:pt x="21" y="32"/>
                    <a:pt x="20" y="34"/>
                  </a:cubicBezTo>
                  <a:cubicBezTo>
                    <a:pt x="18" y="35"/>
                    <a:pt x="18" y="36"/>
                    <a:pt x="17" y="38"/>
                  </a:cubicBezTo>
                  <a:cubicBezTo>
                    <a:pt x="16" y="40"/>
                    <a:pt x="16" y="41"/>
                    <a:pt x="14" y="42"/>
                  </a:cubicBezTo>
                  <a:cubicBezTo>
                    <a:pt x="12" y="42"/>
                    <a:pt x="13" y="43"/>
                    <a:pt x="12" y="45"/>
                  </a:cubicBezTo>
                  <a:cubicBezTo>
                    <a:pt x="12" y="47"/>
                    <a:pt x="13" y="49"/>
                    <a:pt x="14" y="51"/>
                  </a:cubicBezTo>
                  <a:cubicBezTo>
                    <a:pt x="14" y="53"/>
                    <a:pt x="15" y="55"/>
                    <a:pt x="15" y="56"/>
                  </a:cubicBezTo>
                  <a:cubicBezTo>
                    <a:pt x="15" y="57"/>
                    <a:pt x="12" y="56"/>
                    <a:pt x="11" y="57"/>
                  </a:cubicBezTo>
                  <a:cubicBezTo>
                    <a:pt x="9" y="58"/>
                    <a:pt x="13" y="60"/>
                    <a:pt x="14" y="60"/>
                  </a:cubicBezTo>
                  <a:cubicBezTo>
                    <a:pt x="16" y="60"/>
                    <a:pt x="18" y="62"/>
                    <a:pt x="20" y="62"/>
                  </a:cubicBezTo>
                  <a:cubicBezTo>
                    <a:pt x="21" y="63"/>
                    <a:pt x="21" y="61"/>
                    <a:pt x="21" y="60"/>
                  </a:cubicBezTo>
                  <a:cubicBezTo>
                    <a:pt x="20" y="58"/>
                    <a:pt x="21" y="57"/>
                    <a:pt x="20" y="54"/>
                  </a:cubicBezTo>
                  <a:cubicBezTo>
                    <a:pt x="19" y="50"/>
                    <a:pt x="21" y="52"/>
                    <a:pt x="23" y="50"/>
                  </a:cubicBezTo>
                  <a:cubicBezTo>
                    <a:pt x="26" y="49"/>
                    <a:pt x="25" y="51"/>
                    <a:pt x="25" y="54"/>
                  </a:cubicBezTo>
                  <a:cubicBezTo>
                    <a:pt x="24" y="56"/>
                    <a:pt x="24" y="56"/>
                    <a:pt x="24" y="57"/>
                  </a:cubicBezTo>
                  <a:cubicBezTo>
                    <a:pt x="24" y="59"/>
                    <a:pt x="25" y="60"/>
                    <a:pt x="25" y="62"/>
                  </a:cubicBezTo>
                  <a:cubicBezTo>
                    <a:pt x="25" y="64"/>
                    <a:pt x="23" y="64"/>
                    <a:pt x="22" y="66"/>
                  </a:cubicBezTo>
                  <a:cubicBezTo>
                    <a:pt x="21" y="69"/>
                    <a:pt x="23" y="67"/>
                    <a:pt x="25" y="66"/>
                  </a:cubicBezTo>
                  <a:cubicBezTo>
                    <a:pt x="26" y="65"/>
                    <a:pt x="27" y="64"/>
                    <a:pt x="28" y="63"/>
                  </a:cubicBezTo>
                  <a:cubicBezTo>
                    <a:pt x="29" y="63"/>
                    <a:pt x="32" y="63"/>
                    <a:pt x="32" y="60"/>
                  </a:cubicBezTo>
                  <a:cubicBezTo>
                    <a:pt x="33" y="58"/>
                    <a:pt x="32" y="58"/>
                    <a:pt x="33" y="57"/>
                  </a:cubicBezTo>
                  <a:cubicBezTo>
                    <a:pt x="33" y="55"/>
                    <a:pt x="35" y="58"/>
                    <a:pt x="37" y="58"/>
                  </a:cubicBezTo>
                  <a:cubicBezTo>
                    <a:pt x="39" y="59"/>
                    <a:pt x="39" y="58"/>
                    <a:pt x="39" y="54"/>
                  </a:cubicBezTo>
                  <a:cubicBezTo>
                    <a:pt x="39" y="51"/>
                    <a:pt x="39" y="53"/>
                    <a:pt x="40" y="51"/>
                  </a:cubicBezTo>
                  <a:cubicBezTo>
                    <a:pt x="40" y="48"/>
                    <a:pt x="41" y="48"/>
                    <a:pt x="42" y="45"/>
                  </a:cubicBezTo>
                  <a:cubicBezTo>
                    <a:pt x="43" y="41"/>
                    <a:pt x="42" y="41"/>
                    <a:pt x="43" y="38"/>
                  </a:cubicBezTo>
                  <a:cubicBezTo>
                    <a:pt x="44" y="35"/>
                    <a:pt x="46" y="35"/>
                    <a:pt x="46" y="32"/>
                  </a:cubicBezTo>
                  <a:cubicBezTo>
                    <a:pt x="46" y="29"/>
                    <a:pt x="47" y="27"/>
                    <a:pt x="49" y="26"/>
                  </a:cubicBezTo>
                  <a:cubicBezTo>
                    <a:pt x="51" y="25"/>
                    <a:pt x="52" y="23"/>
                    <a:pt x="50" y="22"/>
                  </a:cubicBezTo>
                  <a:cubicBezTo>
                    <a:pt x="49" y="20"/>
                    <a:pt x="49" y="20"/>
                    <a:pt x="49" y="18"/>
                  </a:cubicBezTo>
                  <a:cubicBezTo>
                    <a:pt x="48" y="16"/>
                    <a:pt x="48" y="17"/>
                    <a:pt x="46" y="16"/>
                  </a:cubicBezTo>
                  <a:cubicBezTo>
                    <a:pt x="44" y="15"/>
                    <a:pt x="44" y="16"/>
                    <a:pt x="42" y="16"/>
                  </a:cubicBezTo>
                  <a:cubicBezTo>
                    <a:pt x="40" y="16"/>
                    <a:pt x="41" y="15"/>
                    <a:pt x="39" y="14"/>
                  </a:cubicBezTo>
                  <a:cubicBezTo>
                    <a:pt x="38" y="12"/>
                    <a:pt x="40" y="12"/>
                    <a:pt x="42" y="11"/>
                  </a:cubicBezTo>
                  <a:cubicBezTo>
                    <a:pt x="44" y="10"/>
                    <a:pt x="43" y="10"/>
                    <a:pt x="43" y="8"/>
                  </a:cubicBezTo>
                  <a:cubicBezTo>
                    <a:pt x="42" y="7"/>
                    <a:pt x="42" y="7"/>
                    <a:pt x="40" y="7"/>
                  </a:cubicBezTo>
                  <a:cubicBezTo>
                    <a:pt x="38" y="7"/>
                    <a:pt x="37" y="7"/>
                    <a:pt x="35" y="8"/>
                  </a:cubicBezTo>
                  <a:cubicBezTo>
                    <a:pt x="33" y="8"/>
                    <a:pt x="32" y="8"/>
                    <a:pt x="31" y="5"/>
                  </a:cubicBezTo>
                  <a:cubicBezTo>
                    <a:pt x="31" y="4"/>
                    <a:pt x="29" y="4"/>
                    <a:pt x="28" y="3"/>
                  </a:cubicBezTo>
                  <a:cubicBezTo>
                    <a:pt x="28" y="2"/>
                    <a:pt x="28" y="2"/>
                    <a:pt x="26" y="1"/>
                  </a:cubicBezTo>
                  <a:cubicBezTo>
                    <a:pt x="25" y="0"/>
                    <a:pt x="24" y="0"/>
                    <a:pt x="22" y="0"/>
                  </a:cubicBezTo>
                  <a:cubicBezTo>
                    <a:pt x="20" y="0"/>
                    <a:pt x="20" y="2"/>
                    <a:pt x="19" y="5"/>
                  </a:cubicBezTo>
                  <a:cubicBezTo>
                    <a:pt x="18" y="8"/>
                    <a:pt x="17" y="6"/>
                    <a:pt x="15" y="7"/>
                  </a:cubicBezTo>
                  <a:cubicBezTo>
                    <a:pt x="12" y="7"/>
                    <a:pt x="13" y="9"/>
                    <a:pt x="12" y="10"/>
                  </a:cubicBezTo>
                  <a:cubicBezTo>
                    <a:pt x="10" y="11"/>
                    <a:pt x="10" y="11"/>
                    <a:pt x="9" y="10"/>
                  </a:cubicBezTo>
                  <a:cubicBezTo>
                    <a:pt x="8" y="10"/>
                    <a:pt x="7" y="9"/>
                    <a:pt x="6" y="10"/>
                  </a:cubicBezTo>
                  <a:cubicBezTo>
                    <a:pt x="5" y="10"/>
                    <a:pt x="5" y="12"/>
                    <a:pt x="5" y="13"/>
                  </a:cubicBezTo>
                  <a:cubicBezTo>
                    <a:pt x="5" y="15"/>
                    <a:pt x="4" y="14"/>
                    <a:pt x="2" y="14"/>
                  </a:cubicBezTo>
                  <a:cubicBezTo>
                    <a:pt x="0" y="14"/>
                    <a:pt x="1" y="15"/>
                    <a:pt x="1" y="1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2" name="Freeform 396">
              <a:extLst>
                <a:ext uri="{FF2B5EF4-FFF2-40B4-BE49-F238E27FC236}">
                  <a16:creationId xmlns:a16="http://schemas.microsoft.com/office/drawing/2014/main" id="{2FE00466-2FBD-0CBF-531C-AEAAE945C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031" y="2102334"/>
              <a:ext cx="25387" cy="18335"/>
            </a:xfrm>
            <a:custGeom>
              <a:avLst/>
              <a:gdLst>
                <a:gd name="T0" fmla="*/ 15 w 23"/>
                <a:gd name="T1" fmla="*/ 0 h 17"/>
                <a:gd name="T2" fmla="*/ 9 w 23"/>
                <a:gd name="T3" fmla="*/ 2 h 17"/>
                <a:gd name="T4" fmla="*/ 4 w 23"/>
                <a:gd name="T5" fmla="*/ 6 h 17"/>
                <a:gd name="T6" fmla="*/ 1 w 23"/>
                <a:gd name="T7" fmla="*/ 7 h 17"/>
                <a:gd name="T8" fmla="*/ 2 w 23"/>
                <a:gd name="T9" fmla="*/ 10 h 17"/>
                <a:gd name="T10" fmla="*/ 5 w 23"/>
                <a:gd name="T11" fmla="*/ 10 h 17"/>
                <a:gd name="T12" fmla="*/ 8 w 23"/>
                <a:gd name="T13" fmla="*/ 12 h 17"/>
                <a:gd name="T14" fmla="*/ 10 w 23"/>
                <a:gd name="T15" fmla="*/ 15 h 17"/>
                <a:gd name="T16" fmla="*/ 14 w 23"/>
                <a:gd name="T17" fmla="*/ 16 h 17"/>
                <a:gd name="T18" fmla="*/ 17 w 23"/>
                <a:gd name="T19" fmla="*/ 13 h 17"/>
                <a:gd name="T20" fmla="*/ 21 w 23"/>
                <a:gd name="T21" fmla="*/ 10 h 17"/>
                <a:gd name="T22" fmla="*/ 22 w 23"/>
                <a:gd name="T23" fmla="*/ 6 h 17"/>
                <a:gd name="T24" fmla="*/ 19 w 23"/>
                <a:gd name="T25" fmla="*/ 5 h 17"/>
                <a:gd name="T26" fmla="*/ 17 w 23"/>
                <a:gd name="T27" fmla="*/ 3 h 17"/>
                <a:gd name="T28" fmla="*/ 15 w 23"/>
                <a:gd name="T2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7">
                  <a:moveTo>
                    <a:pt x="15" y="0"/>
                  </a:moveTo>
                  <a:cubicBezTo>
                    <a:pt x="12" y="0"/>
                    <a:pt x="10" y="1"/>
                    <a:pt x="9" y="2"/>
                  </a:cubicBezTo>
                  <a:cubicBezTo>
                    <a:pt x="7" y="4"/>
                    <a:pt x="7" y="5"/>
                    <a:pt x="4" y="6"/>
                  </a:cubicBezTo>
                  <a:cubicBezTo>
                    <a:pt x="2" y="6"/>
                    <a:pt x="1" y="6"/>
                    <a:pt x="1" y="7"/>
                  </a:cubicBezTo>
                  <a:cubicBezTo>
                    <a:pt x="1" y="9"/>
                    <a:pt x="0" y="10"/>
                    <a:pt x="2" y="10"/>
                  </a:cubicBezTo>
                  <a:cubicBezTo>
                    <a:pt x="3" y="10"/>
                    <a:pt x="4" y="10"/>
                    <a:pt x="5" y="10"/>
                  </a:cubicBezTo>
                  <a:cubicBezTo>
                    <a:pt x="6" y="10"/>
                    <a:pt x="7" y="10"/>
                    <a:pt x="8" y="12"/>
                  </a:cubicBezTo>
                  <a:cubicBezTo>
                    <a:pt x="8" y="13"/>
                    <a:pt x="8" y="14"/>
                    <a:pt x="10" y="15"/>
                  </a:cubicBezTo>
                  <a:cubicBezTo>
                    <a:pt x="12" y="16"/>
                    <a:pt x="13" y="17"/>
                    <a:pt x="14" y="16"/>
                  </a:cubicBezTo>
                  <a:cubicBezTo>
                    <a:pt x="15" y="15"/>
                    <a:pt x="15" y="14"/>
                    <a:pt x="17" y="13"/>
                  </a:cubicBezTo>
                  <a:cubicBezTo>
                    <a:pt x="19" y="11"/>
                    <a:pt x="20" y="12"/>
                    <a:pt x="21" y="10"/>
                  </a:cubicBezTo>
                  <a:cubicBezTo>
                    <a:pt x="21" y="8"/>
                    <a:pt x="23" y="6"/>
                    <a:pt x="22" y="6"/>
                  </a:cubicBezTo>
                  <a:cubicBezTo>
                    <a:pt x="21" y="5"/>
                    <a:pt x="20" y="5"/>
                    <a:pt x="19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7" y="2"/>
                    <a:pt x="17" y="0"/>
                    <a:pt x="15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3" name="Freeform 397">
              <a:extLst>
                <a:ext uri="{FF2B5EF4-FFF2-40B4-BE49-F238E27FC236}">
                  <a16:creationId xmlns:a16="http://schemas.microsoft.com/office/drawing/2014/main" id="{52CC1F8E-2338-7D22-DA14-FE06D8276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878" y="2794834"/>
              <a:ext cx="284898" cy="187581"/>
            </a:xfrm>
            <a:custGeom>
              <a:avLst/>
              <a:gdLst>
                <a:gd name="T0" fmla="*/ 91 w 260"/>
                <a:gd name="T1" fmla="*/ 125 h 174"/>
                <a:gd name="T2" fmla="*/ 91 w 260"/>
                <a:gd name="T3" fmla="*/ 124 h 174"/>
                <a:gd name="T4" fmla="*/ 116 w 260"/>
                <a:gd name="T5" fmla="*/ 125 h 174"/>
                <a:gd name="T6" fmla="*/ 135 w 260"/>
                <a:gd name="T7" fmla="*/ 135 h 174"/>
                <a:gd name="T8" fmla="*/ 161 w 260"/>
                <a:gd name="T9" fmla="*/ 137 h 174"/>
                <a:gd name="T10" fmla="*/ 167 w 260"/>
                <a:gd name="T11" fmla="*/ 129 h 174"/>
                <a:gd name="T12" fmla="*/ 181 w 260"/>
                <a:gd name="T13" fmla="*/ 129 h 174"/>
                <a:gd name="T14" fmla="*/ 200 w 260"/>
                <a:gd name="T15" fmla="*/ 120 h 174"/>
                <a:gd name="T16" fmla="*/ 214 w 260"/>
                <a:gd name="T17" fmla="*/ 122 h 174"/>
                <a:gd name="T18" fmla="*/ 222 w 260"/>
                <a:gd name="T19" fmla="*/ 115 h 174"/>
                <a:gd name="T20" fmla="*/ 234 w 260"/>
                <a:gd name="T21" fmla="*/ 117 h 174"/>
                <a:gd name="T22" fmla="*/ 245 w 260"/>
                <a:gd name="T23" fmla="*/ 119 h 174"/>
                <a:gd name="T24" fmla="*/ 251 w 260"/>
                <a:gd name="T25" fmla="*/ 118 h 174"/>
                <a:gd name="T26" fmla="*/ 257 w 260"/>
                <a:gd name="T27" fmla="*/ 117 h 174"/>
                <a:gd name="T28" fmla="*/ 259 w 260"/>
                <a:gd name="T29" fmla="*/ 112 h 174"/>
                <a:gd name="T30" fmla="*/ 252 w 260"/>
                <a:gd name="T31" fmla="*/ 103 h 174"/>
                <a:gd name="T32" fmla="*/ 242 w 260"/>
                <a:gd name="T33" fmla="*/ 93 h 174"/>
                <a:gd name="T34" fmla="*/ 221 w 260"/>
                <a:gd name="T35" fmla="*/ 71 h 174"/>
                <a:gd name="T36" fmla="*/ 214 w 260"/>
                <a:gd name="T37" fmla="*/ 60 h 174"/>
                <a:gd name="T38" fmla="*/ 201 w 260"/>
                <a:gd name="T39" fmla="*/ 56 h 174"/>
                <a:gd name="T40" fmla="*/ 197 w 260"/>
                <a:gd name="T41" fmla="*/ 48 h 174"/>
                <a:gd name="T42" fmla="*/ 186 w 260"/>
                <a:gd name="T43" fmla="*/ 47 h 174"/>
                <a:gd name="T44" fmla="*/ 182 w 260"/>
                <a:gd name="T45" fmla="*/ 40 h 174"/>
                <a:gd name="T46" fmla="*/ 184 w 260"/>
                <a:gd name="T47" fmla="*/ 34 h 174"/>
                <a:gd name="T48" fmla="*/ 186 w 260"/>
                <a:gd name="T49" fmla="*/ 24 h 174"/>
                <a:gd name="T50" fmla="*/ 173 w 260"/>
                <a:gd name="T51" fmla="*/ 4 h 174"/>
                <a:gd name="T52" fmla="*/ 173 w 260"/>
                <a:gd name="T53" fmla="*/ 3 h 174"/>
                <a:gd name="T54" fmla="*/ 152 w 260"/>
                <a:gd name="T55" fmla="*/ 3 h 174"/>
                <a:gd name="T56" fmla="*/ 147 w 260"/>
                <a:gd name="T57" fmla="*/ 11 h 174"/>
                <a:gd name="T58" fmla="*/ 127 w 260"/>
                <a:gd name="T59" fmla="*/ 32 h 174"/>
                <a:gd name="T60" fmla="*/ 106 w 260"/>
                <a:gd name="T61" fmla="*/ 40 h 174"/>
                <a:gd name="T62" fmla="*/ 92 w 260"/>
                <a:gd name="T63" fmla="*/ 41 h 174"/>
                <a:gd name="T64" fmla="*/ 92 w 260"/>
                <a:gd name="T65" fmla="*/ 44 h 174"/>
                <a:gd name="T66" fmla="*/ 80 w 260"/>
                <a:gd name="T67" fmla="*/ 60 h 174"/>
                <a:gd name="T68" fmla="*/ 59 w 260"/>
                <a:gd name="T69" fmla="*/ 63 h 174"/>
                <a:gd name="T70" fmla="*/ 45 w 260"/>
                <a:gd name="T71" fmla="*/ 69 h 174"/>
                <a:gd name="T72" fmla="*/ 38 w 260"/>
                <a:gd name="T73" fmla="*/ 67 h 174"/>
                <a:gd name="T74" fmla="*/ 20 w 260"/>
                <a:gd name="T75" fmla="*/ 70 h 174"/>
                <a:gd name="T76" fmla="*/ 14 w 260"/>
                <a:gd name="T77" fmla="*/ 76 h 174"/>
                <a:gd name="T78" fmla="*/ 2 w 260"/>
                <a:gd name="T79" fmla="*/ 97 h 174"/>
                <a:gd name="T80" fmla="*/ 2 w 260"/>
                <a:gd name="T81" fmla="*/ 104 h 174"/>
                <a:gd name="T82" fmla="*/ 2 w 260"/>
                <a:gd name="T83" fmla="*/ 119 h 174"/>
                <a:gd name="T84" fmla="*/ 7 w 260"/>
                <a:gd name="T85" fmla="*/ 130 h 174"/>
                <a:gd name="T86" fmla="*/ 13 w 260"/>
                <a:gd name="T87" fmla="*/ 142 h 174"/>
                <a:gd name="T88" fmla="*/ 23 w 260"/>
                <a:gd name="T89" fmla="*/ 156 h 174"/>
                <a:gd name="T90" fmla="*/ 33 w 260"/>
                <a:gd name="T91" fmla="*/ 168 h 174"/>
                <a:gd name="T92" fmla="*/ 35 w 260"/>
                <a:gd name="T93" fmla="*/ 174 h 174"/>
                <a:gd name="T94" fmla="*/ 38 w 260"/>
                <a:gd name="T95" fmla="*/ 162 h 174"/>
                <a:gd name="T96" fmla="*/ 55 w 260"/>
                <a:gd name="T97" fmla="*/ 148 h 174"/>
                <a:gd name="T98" fmla="*/ 82 w 260"/>
                <a:gd name="T99" fmla="*/ 149 h 174"/>
                <a:gd name="T100" fmla="*/ 82 w 260"/>
                <a:gd name="T101" fmla="*/ 13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0" h="174">
                  <a:moveTo>
                    <a:pt x="85" y="133"/>
                  </a:moveTo>
                  <a:cubicBezTo>
                    <a:pt x="85" y="133"/>
                    <a:pt x="86" y="132"/>
                    <a:pt x="87" y="130"/>
                  </a:cubicBezTo>
                  <a:cubicBezTo>
                    <a:pt x="88" y="128"/>
                    <a:pt x="89" y="126"/>
                    <a:pt x="91" y="125"/>
                  </a:cubicBezTo>
                  <a:cubicBezTo>
                    <a:pt x="91" y="125"/>
                    <a:pt x="91" y="125"/>
                    <a:pt x="91" y="125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3" y="123"/>
                    <a:pt x="98" y="119"/>
                    <a:pt x="101" y="119"/>
                  </a:cubicBezTo>
                  <a:cubicBezTo>
                    <a:pt x="103" y="119"/>
                    <a:pt x="106" y="119"/>
                    <a:pt x="109" y="120"/>
                  </a:cubicBezTo>
                  <a:cubicBezTo>
                    <a:pt x="111" y="121"/>
                    <a:pt x="114" y="123"/>
                    <a:pt x="116" y="125"/>
                  </a:cubicBezTo>
                  <a:cubicBezTo>
                    <a:pt x="116" y="125"/>
                    <a:pt x="117" y="126"/>
                    <a:pt x="117" y="126"/>
                  </a:cubicBezTo>
                  <a:cubicBezTo>
                    <a:pt x="121" y="129"/>
                    <a:pt x="122" y="131"/>
                    <a:pt x="127" y="132"/>
                  </a:cubicBezTo>
                  <a:cubicBezTo>
                    <a:pt x="130" y="133"/>
                    <a:pt x="132" y="134"/>
                    <a:pt x="135" y="135"/>
                  </a:cubicBezTo>
                  <a:cubicBezTo>
                    <a:pt x="139" y="136"/>
                    <a:pt x="142" y="136"/>
                    <a:pt x="146" y="137"/>
                  </a:cubicBezTo>
                  <a:cubicBezTo>
                    <a:pt x="147" y="137"/>
                    <a:pt x="147" y="137"/>
                    <a:pt x="147" y="137"/>
                  </a:cubicBezTo>
                  <a:cubicBezTo>
                    <a:pt x="154" y="138"/>
                    <a:pt x="159" y="138"/>
                    <a:pt x="161" y="137"/>
                  </a:cubicBezTo>
                  <a:cubicBezTo>
                    <a:pt x="162" y="137"/>
                    <a:pt x="163" y="135"/>
                    <a:pt x="164" y="133"/>
                  </a:cubicBezTo>
                  <a:cubicBezTo>
                    <a:pt x="165" y="132"/>
                    <a:pt x="166" y="131"/>
                    <a:pt x="166" y="130"/>
                  </a:cubicBezTo>
                  <a:cubicBezTo>
                    <a:pt x="166" y="130"/>
                    <a:pt x="167" y="129"/>
                    <a:pt x="167" y="129"/>
                  </a:cubicBezTo>
                  <a:cubicBezTo>
                    <a:pt x="168" y="127"/>
                    <a:pt x="170" y="125"/>
                    <a:pt x="172" y="125"/>
                  </a:cubicBezTo>
                  <a:cubicBezTo>
                    <a:pt x="174" y="125"/>
                    <a:pt x="175" y="126"/>
                    <a:pt x="176" y="127"/>
                  </a:cubicBezTo>
                  <a:cubicBezTo>
                    <a:pt x="177" y="128"/>
                    <a:pt x="178" y="129"/>
                    <a:pt x="181" y="129"/>
                  </a:cubicBezTo>
                  <a:cubicBezTo>
                    <a:pt x="183" y="129"/>
                    <a:pt x="189" y="126"/>
                    <a:pt x="194" y="123"/>
                  </a:cubicBezTo>
                  <a:cubicBezTo>
                    <a:pt x="197" y="122"/>
                    <a:pt x="199" y="120"/>
                    <a:pt x="200" y="120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3" y="120"/>
                    <a:pt x="204" y="120"/>
                    <a:pt x="205" y="121"/>
                  </a:cubicBezTo>
                  <a:cubicBezTo>
                    <a:pt x="206" y="122"/>
                    <a:pt x="207" y="123"/>
                    <a:pt x="209" y="123"/>
                  </a:cubicBezTo>
                  <a:cubicBezTo>
                    <a:pt x="211" y="123"/>
                    <a:pt x="212" y="123"/>
                    <a:pt x="214" y="122"/>
                  </a:cubicBezTo>
                  <a:cubicBezTo>
                    <a:pt x="215" y="122"/>
                    <a:pt x="216" y="122"/>
                    <a:pt x="217" y="121"/>
                  </a:cubicBezTo>
                  <a:cubicBezTo>
                    <a:pt x="218" y="120"/>
                    <a:pt x="218" y="119"/>
                    <a:pt x="219" y="118"/>
                  </a:cubicBezTo>
                  <a:cubicBezTo>
                    <a:pt x="219" y="117"/>
                    <a:pt x="220" y="115"/>
                    <a:pt x="222" y="115"/>
                  </a:cubicBezTo>
                  <a:cubicBezTo>
                    <a:pt x="224" y="113"/>
                    <a:pt x="227" y="115"/>
                    <a:pt x="229" y="116"/>
                  </a:cubicBezTo>
                  <a:cubicBezTo>
                    <a:pt x="230" y="116"/>
                    <a:pt x="231" y="116"/>
                    <a:pt x="231" y="117"/>
                  </a:cubicBezTo>
                  <a:cubicBezTo>
                    <a:pt x="232" y="117"/>
                    <a:pt x="233" y="117"/>
                    <a:pt x="234" y="117"/>
                  </a:cubicBezTo>
                  <a:cubicBezTo>
                    <a:pt x="235" y="116"/>
                    <a:pt x="236" y="116"/>
                    <a:pt x="238" y="116"/>
                  </a:cubicBezTo>
                  <a:cubicBezTo>
                    <a:pt x="239" y="117"/>
                    <a:pt x="240" y="117"/>
                    <a:pt x="241" y="118"/>
                  </a:cubicBezTo>
                  <a:cubicBezTo>
                    <a:pt x="242" y="119"/>
                    <a:pt x="243" y="119"/>
                    <a:pt x="245" y="119"/>
                  </a:cubicBezTo>
                  <a:cubicBezTo>
                    <a:pt x="247" y="120"/>
                    <a:pt x="247" y="119"/>
                    <a:pt x="249" y="119"/>
                  </a:cubicBezTo>
                  <a:cubicBezTo>
                    <a:pt x="249" y="119"/>
                    <a:pt x="249" y="119"/>
                    <a:pt x="249" y="119"/>
                  </a:cubicBezTo>
                  <a:cubicBezTo>
                    <a:pt x="249" y="118"/>
                    <a:pt x="250" y="118"/>
                    <a:pt x="251" y="118"/>
                  </a:cubicBezTo>
                  <a:cubicBezTo>
                    <a:pt x="251" y="118"/>
                    <a:pt x="251" y="118"/>
                    <a:pt x="251" y="118"/>
                  </a:cubicBezTo>
                  <a:cubicBezTo>
                    <a:pt x="254" y="117"/>
                    <a:pt x="255" y="117"/>
                    <a:pt x="257" y="117"/>
                  </a:cubicBezTo>
                  <a:cubicBezTo>
                    <a:pt x="257" y="117"/>
                    <a:pt x="257" y="117"/>
                    <a:pt x="257" y="117"/>
                  </a:cubicBezTo>
                  <a:cubicBezTo>
                    <a:pt x="257" y="117"/>
                    <a:pt x="257" y="117"/>
                    <a:pt x="257" y="117"/>
                  </a:cubicBezTo>
                  <a:cubicBezTo>
                    <a:pt x="258" y="117"/>
                    <a:pt x="259" y="117"/>
                    <a:pt x="260" y="116"/>
                  </a:cubicBezTo>
                  <a:cubicBezTo>
                    <a:pt x="259" y="114"/>
                    <a:pt x="259" y="113"/>
                    <a:pt x="259" y="112"/>
                  </a:cubicBezTo>
                  <a:cubicBezTo>
                    <a:pt x="259" y="112"/>
                    <a:pt x="260" y="111"/>
                    <a:pt x="259" y="110"/>
                  </a:cubicBezTo>
                  <a:cubicBezTo>
                    <a:pt x="259" y="108"/>
                    <a:pt x="258" y="107"/>
                    <a:pt x="256" y="106"/>
                  </a:cubicBezTo>
                  <a:cubicBezTo>
                    <a:pt x="255" y="105"/>
                    <a:pt x="253" y="105"/>
                    <a:pt x="252" y="103"/>
                  </a:cubicBezTo>
                  <a:cubicBezTo>
                    <a:pt x="250" y="102"/>
                    <a:pt x="248" y="101"/>
                    <a:pt x="247" y="100"/>
                  </a:cubicBezTo>
                  <a:cubicBezTo>
                    <a:pt x="244" y="99"/>
                    <a:pt x="243" y="98"/>
                    <a:pt x="242" y="96"/>
                  </a:cubicBezTo>
                  <a:cubicBezTo>
                    <a:pt x="242" y="95"/>
                    <a:pt x="242" y="94"/>
                    <a:pt x="242" y="93"/>
                  </a:cubicBezTo>
                  <a:cubicBezTo>
                    <a:pt x="242" y="91"/>
                    <a:pt x="242" y="89"/>
                    <a:pt x="240" y="87"/>
                  </a:cubicBezTo>
                  <a:cubicBezTo>
                    <a:pt x="239" y="86"/>
                    <a:pt x="236" y="83"/>
                    <a:pt x="232" y="80"/>
                  </a:cubicBezTo>
                  <a:cubicBezTo>
                    <a:pt x="229" y="76"/>
                    <a:pt x="224" y="73"/>
                    <a:pt x="221" y="71"/>
                  </a:cubicBezTo>
                  <a:cubicBezTo>
                    <a:pt x="218" y="68"/>
                    <a:pt x="218" y="67"/>
                    <a:pt x="218" y="65"/>
                  </a:cubicBezTo>
                  <a:cubicBezTo>
                    <a:pt x="218" y="65"/>
                    <a:pt x="218" y="64"/>
                    <a:pt x="217" y="63"/>
                  </a:cubicBezTo>
                  <a:cubicBezTo>
                    <a:pt x="216" y="62"/>
                    <a:pt x="215" y="61"/>
                    <a:pt x="214" y="60"/>
                  </a:cubicBezTo>
                  <a:cubicBezTo>
                    <a:pt x="213" y="59"/>
                    <a:pt x="212" y="58"/>
                    <a:pt x="211" y="58"/>
                  </a:cubicBezTo>
                  <a:cubicBezTo>
                    <a:pt x="211" y="58"/>
                    <a:pt x="209" y="57"/>
                    <a:pt x="208" y="57"/>
                  </a:cubicBezTo>
                  <a:cubicBezTo>
                    <a:pt x="206" y="57"/>
                    <a:pt x="204" y="56"/>
                    <a:pt x="201" y="56"/>
                  </a:cubicBezTo>
                  <a:cubicBezTo>
                    <a:pt x="197" y="54"/>
                    <a:pt x="197" y="53"/>
                    <a:pt x="197" y="51"/>
                  </a:cubicBezTo>
                  <a:cubicBezTo>
                    <a:pt x="197" y="51"/>
                    <a:pt x="198" y="51"/>
                    <a:pt x="197" y="50"/>
                  </a:cubicBezTo>
                  <a:cubicBezTo>
                    <a:pt x="197" y="49"/>
                    <a:pt x="197" y="49"/>
                    <a:pt x="197" y="48"/>
                  </a:cubicBezTo>
                  <a:cubicBezTo>
                    <a:pt x="196" y="48"/>
                    <a:pt x="196" y="47"/>
                    <a:pt x="195" y="47"/>
                  </a:cubicBezTo>
                  <a:cubicBezTo>
                    <a:pt x="194" y="47"/>
                    <a:pt x="192" y="47"/>
                    <a:pt x="190" y="47"/>
                  </a:cubicBezTo>
                  <a:cubicBezTo>
                    <a:pt x="189" y="47"/>
                    <a:pt x="187" y="47"/>
                    <a:pt x="186" y="47"/>
                  </a:cubicBezTo>
                  <a:cubicBezTo>
                    <a:pt x="183" y="47"/>
                    <a:pt x="183" y="45"/>
                    <a:pt x="183" y="43"/>
                  </a:cubicBezTo>
                  <a:cubicBezTo>
                    <a:pt x="183" y="42"/>
                    <a:pt x="183" y="42"/>
                    <a:pt x="182" y="41"/>
                  </a:cubicBezTo>
                  <a:cubicBezTo>
                    <a:pt x="182" y="41"/>
                    <a:pt x="182" y="40"/>
                    <a:pt x="182" y="40"/>
                  </a:cubicBezTo>
                  <a:cubicBezTo>
                    <a:pt x="182" y="37"/>
                    <a:pt x="182" y="36"/>
                    <a:pt x="183" y="35"/>
                  </a:cubicBezTo>
                  <a:cubicBezTo>
                    <a:pt x="183" y="35"/>
                    <a:pt x="183" y="35"/>
                    <a:pt x="183" y="35"/>
                  </a:cubicBezTo>
                  <a:cubicBezTo>
                    <a:pt x="183" y="35"/>
                    <a:pt x="183" y="35"/>
                    <a:pt x="184" y="34"/>
                  </a:cubicBezTo>
                  <a:cubicBezTo>
                    <a:pt x="184" y="33"/>
                    <a:pt x="186" y="32"/>
                    <a:pt x="186" y="32"/>
                  </a:cubicBezTo>
                  <a:cubicBezTo>
                    <a:pt x="186" y="31"/>
                    <a:pt x="186" y="30"/>
                    <a:pt x="186" y="29"/>
                  </a:cubicBezTo>
                  <a:cubicBezTo>
                    <a:pt x="186" y="28"/>
                    <a:pt x="186" y="26"/>
                    <a:pt x="186" y="24"/>
                  </a:cubicBezTo>
                  <a:cubicBezTo>
                    <a:pt x="186" y="23"/>
                    <a:pt x="186" y="22"/>
                    <a:pt x="185" y="21"/>
                  </a:cubicBezTo>
                  <a:cubicBezTo>
                    <a:pt x="185" y="20"/>
                    <a:pt x="184" y="18"/>
                    <a:pt x="183" y="17"/>
                  </a:cubicBezTo>
                  <a:cubicBezTo>
                    <a:pt x="181" y="15"/>
                    <a:pt x="175" y="6"/>
                    <a:pt x="173" y="4"/>
                  </a:cubicBezTo>
                  <a:cubicBezTo>
                    <a:pt x="173" y="3"/>
                    <a:pt x="173" y="3"/>
                    <a:pt x="173" y="3"/>
                  </a:cubicBezTo>
                  <a:cubicBezTo>
                    <a:pt x="173" y="3"/>
                    <a:pt x="173" y="3"/>
                    <a:pt x="173" y="3"/>
                  </a:cubicBezTo>
                  <a:cubicBezTo>
                    <a:pt x="173" y="3"/>
                    <a:pt x="173" y="3"/>
                    <a:pt x="173" y="3"/>
                  </a:cubicBezTo>
                  <a:cubicBezTo>
                    <a:pt x="172" y="2"/>
                    <a:pt x="171" y="1"/>
                    <a:pt x="171" y="0"/>
                  </a:cubicBezTo>
                  <a:cubicBezTo>
                    <a:pt x="169" y="0"/>
                    <a:pt x="160" y="0"/>
                    <a:pt x="159" y="0"/>
                  </a:cubicBezTo>
                  <a:cubicBezTo>
                    <a:pt x="158" y="1"/>
                    <a:pt x="155" y="2"/>
                    <a:pt x="152" y="3"/>
                  </a:cubicBezTo>
                  <a:cubicBezTo>
                    <a:pt x="151" y="4"/>
                    <a:pt x="149" y="5"/>
                    <a:pt x="149" y="6"/>
                  </a:cubicBezTo>
                  <a:cubicBezTo>
                    <a:pt x="148" y="7"/>
                    <a:pt x="148" y="8"/>
                    <a:pt x="148" y="8"/>
                  </a:cubicBezTo>
                  <a:cubicBezTo>
                    <a:pt x="148" y="9"/>
                    <a:pt x="148" y="10"/>
                    <a:pt x="147" y="11"/>
                  </a:cubicBezTo>
                  <a:cubicBezTo>
                    <a:pt x="146" y="12"/>
                    <a:pt x="141" y="17"/>
                    <a:pt x="137" y="22"/>
                  </a:cubicBezTo>
                  <a:cubicBezTo>
                    <a:pt x="133" y="27"/>
                    <a:pt x="128" y="31"/>
                    <a:pt x="127" y="32"/>
                  </a:cubicBezTo>
                  <a:cubicBezTo>
                    <a:pt x="127" y="32"/>
                    <a:pt x="127" y="32"/>
                    <a:pt x="127" y="32"/>
                  </a:cubicBezTo>
                  <a:cubicBezTo>
                    <a:pt x="127" y="32"/>
                    <a:pt x="127" y="32"/>
                    <a:pt x="127" y="32"/>
                  </a:cubicBezTo>
                  <a:cubicBezTo>
                    <a:pt x="124" y="34"/>
                    <a:pt x="120" y="38"/>
                    <a:pt x="115" y="39"/>
                  </a:cubicBezTo>
                  <a:cubicBezTo>
                    <a:pt x="113" y="39"/>
                    <a:pt x="110" y="40"/>
                    <a:pt x="106" y="40"/>
                  </a:cubicBezTo>
                  <a:cubicBezTo>
                    <a:pt x="101" y="40"/>
                    <a:pt x="95" y="40"/>
                    <a:pt x="94" y="40"/>
                  </a:cubicBezTo>
                  <a:cubicBezTo>
                    <a:pt x="93" y="40"/>
                    <a:pt x="93" y="40"/>
                    <a:pt x="93" y="40"/>
                  </a:cubicBezTo>
                  <a:cubicBezTo>
                    <a:pt x="92" y="41"/>
                    <a:pt x="92" y="41"/>
                    <a:pt x="92" y="41"/>
                  </a:cubicBezTo>
                  <a:cubicBezTo>
                    <a:pt x="92" y="41"/>
                    <a:pt x="91" y="42"/>
                    <a:pt x="91" y="42"/>
                  </a:cubicBezTo>
                  <a:cubicBezTo>
                    <a:pt x="91" y="43"/>
                    <a:pt x="91" y="43"/>
                    <a:pt x="92" y="43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3" y="46"/>
                    <a:pt x="93" y="48"/>
                    <a:pt x="90" y="51"/>
                  </a:cubicBezTo>
                  <a:cubicBezTo>
                    <a:pt x="90" y="52"/>
                    <a:pt x="89" y="53"/>
                    <a:pt x="88" y="54"/>
                  </a:cubicBezTo>
                  <a:cubicBezTo>
                    <a:pt x="86" y="57"/>
                    <a:pt x="84" y="60"/>
                    <a:pt x="80" y="60"/>
                  </a:cubicBezTo>
                  <a:cubicBezTo>
                    <a:pt x="78" y="61"/>
                    <a:pt x="76" y="61"/>
                    <a:pt x="74" y="61"/>
                  </a:cubicBezTo>
                  <a:cubicBezTo>
                    <a:pt x="71" y="61"/>
                    <a:pt x="68" y="61"/>
                    <a:pt x="65" y="61"/>
                  </a:cubicBezTo>
                  <a:cubicBezTo>
                    <a:pt x="63" y="62"/>
                    <a:pt x="61" y="63"/>
                    <a:pt x="59" y="63"/>
                  </a:cubicBezTo>
                  <a:cubicBezTo>
                    <a:pt x="57" y="64"/>
                    <a:pt x="56" y="65"/>
                    <a:pt x="55" y="66"/>
                  </a:cubicBezTo>
                  <a:cubicBezTo>
                    <a:pt x="54" y="66"/>
                    <a:pt x="54" y="66"/>
                    <a:pt x="53" y="66"/>
                  </a:cubicBezTo>
                  <a:cubicBezTo>
                    <a:pt x="51" y="68"/>
                    <a:pt x="48" y="70"/>
                    <a:pt x="45" y="69"/>
                  </a:cubicBezTo>
                  <a:cubicBezTo>
                    <a:pt x="43" y="69"/>
                    <a:pt x="42" y="68"/>
                    <a:pt x="41" y="67"/>
                  </a:cubicBezTo>
                  <a:cubicBezTo>
                    <a:pt x="41" y="66"/>
                    <a:pt x="40" y="66"/>
                    <a:pt x="40" y="66"/>
                  </a:cubicBezTo>
                  <a:cubicBezTo>
                    <a:pt x="39" y="66"/>
                    <a:pt x="39" y="66"/>
                    <a:pt x="38" y="67"/>
                  </a:cubicBezTo>
                  <a:cubicBezTo>
                    <a:pt x="37" y="67"/>
                    <a:pt x="35" y="68"/>
                    <a:pt x="32" y="68"/>
                  </a:cubicBezTo>
                  <a:cubicBezTo>
                    <a:pt x="30" y="69"/>
                    <a:pt x="27" y="69"/>
                    <a:pt x="25" y="69"/>
                  </a:cubicBezTo>
                  <a:cubicBezTo>
                    <a:pt x="23" y="69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0" y="70"/>
                    <a:pt x="18" y="71"/>
                    <a:pt x="17" y="72"/>
                  </a:cubicBezTo>
                  <a:cubicBezTo>
                    <a:pt x="16" y="73"/>
                    <a:pt x="15" y="74"/>
                    <a:pt x="14" y="76"/>
                  </a:cubicBezTo>
                  <a:cubicBezTo>
                    <a:pt x="13" y="77"/>
                    <a:pt x="12" y="80"/>
                    <a:pt x="10" y="83"/>
                  </a:cubicBezTo>
                  <a:cubicBezTo>
                    <a:pt x="9" y="86"/>
                    <a:pt x="8" y="89"/>
                    <a:pt x="7" y="92"/>
                  </a:cubicBezTo>
                  <a:cubicBezTo>
                    <a:pt x="6" y="95"/>
                    <a:pt x="4" y="96"/>
                    <a:pt x="2" y="97"/>
                  </a:cubicBezTo>
                  <a:cubicBezTo>
                    <a:pt x="2" y="98"/>
                    <a:pt x="1" y="98"/>
                    <a:pt x="0" y="99"/>
                  </a:cubicBezTo>
                  <a:cubicBezTo>
                    <a:pt x="0" y="101"/>
                    <a:pt x="0" y="101"/>
                    <a:pt x="0" y="102"/>
                  </a:cubicBezTo>
                  <a:cubicBezTo>
                    <a:pt x="1" y="102"/>
                    <a:pt x="1" y="103"/>
                    <a:pt x="2" y="104"/>
                  </a:cubicBezTo>
                  <a:cubicBezTo>
                    <a:pt x="2" y="106"/>
                    <a:pt x="2" y="107"/>
                    <a:pt x="2" y="108"/>
                  </a:cubicBezTo>
                  <a:cubicBezTo>
                    <a:pt x="1" y="109"/>
                    <a:pt x="1" y="111"/>
                    <a:pt x="1" y="113"/>
                  </a:cubicBezTo>
                  <a:cubicBezTo>
                    <a:pt x="1" y="117"/>
                    <a:pt x="2" y="118"/>
                    <a:pt x="2" y="119"/>
                  </a:cubicBezTo>
                  <a:cubicBezTo>
                    <a:pt x="3" y="119"/>
                    <a:pt x="3" y="120"/>
                    <a:pt x="4" y="121"/>
                  </a:cubicBezTo>
                  <a:cubicBezTo>
                    <a:pt x="5" y="122"/>
                    <a:pt x="5" y="124"/>
                    <a:pt x="5" y="126"/>
                  </a:cubicBezTo>
                  <a:cubicBezTo>
                    <a:pt x="6" y="127"/>
                    <a:pt x="6" y="129"/>
                    <a:pt x="7" y="130"/>
                  </a:cubicBezTo>
                  <a:cubicBezTo>
                    <a:pt x="7" y="130"/>
                    <a:pt x="8" y="131"/>
                    <a:pt x="8" y="132"/>
                  </a:cubicBezTo>
                  <a:cubicBezTo>
                    <a:pt x="10" y="134"/>
                    <a:pt x="12" y="137"/>
                    <a:pt x="13" y="140"/>
                  </a:cubicBezTo>
                  <a:cubicBezTo>
                    <a:pt x="13" y="141"/>
                    <a:pt x="13" y="142"/>
                    <a:pt x="13" y="142"/>
                  </a:cubicBezTo>
                  <a:cubicBezTo>
                    <a:pt x="14" y="144"/>
                    <a:pt x="14" y="145"/>
                    <a:pt x="15" y="147"/>
                  </a:cubicBezTo>
                  <a:cubicBezTo>
                    <a:pt x="17" y="150"/>
                    <a:pt x="20" y="152"/>
                    <a:pt x="22" y="155"/>
                  </a:cubicBezTo>
                  <a:cubicBezTo>
                    <a:pt x="22" y="155"/>
                    <a:pt x="23" y="156"/>
                    <a:pt x="23" y="156"/>
                  </a:cubicBezTo>
                  <a:cubicBezTo>
                    <a:pt x="24" y="157"/>
                    <a:pt x="25" y="158"/>
                    <a:pt x="27" y="159"/>
                  </a:cubicBezTo>
                  <a:cubicBezTo>
                    <a:pt x="28" y="160"/>
                    <a:pt x="30" y="161"/>
                    <a:pt x="31" y="163"/>
                  </a:cubicBezTo>
                  <a:cubicBezTo>
                    <a:pt x="33" y="165"/>
                    <a:pt x="33" y="166"/>
                    <a:pt x="33" y="168"/>
                  </a:cubicBezTo>
                  <a:cubicBezTo>
                    <a:pt x="33" y="169"/>
                    <a:pt x="33" y="170"/>
                    <a:pt x="33" y="171"/>
                  </a:cubicBezTo>
                  <a:cubicBezTo>
                    <a:pt x="34" y="172"/>
                    <a:pt x="34" y="173"/>
                    <a:pt x="34" y="174"/>
                  </a:cubicBezTo>
                  <a:cubicBezTo>
                    <a:pt x="34" y="174"/>
                    <a:pt x="34" y="174"/>
                    <a:pt x="35" y="174"/>
                  </a:cubicBezTo>
                  <a:cubicBezTo>
                    <a:pt x="36" y="173"/>
                    <a:pt x="36" y="172"/>
                    <a:pt x="37" y="171"/>
                  </a:cubicBezTo>
                  <a:cubicBezTo>
                    <a:pt x="37" y="169"/>
                    <a:pt x="38" y="168"/>
                    <a:pt x="38" y="166"/>
                  </a:cubicBezTo>
                  <a:cubicBezTo>
                    <a:pt x="38" y="164"/>
                    <a:pt x="38" y="163"/>
                    <a:pt x="38" y="162"/>
                  </a:cubicBezTo>
                  <a:cubicBezTo>
                    <a:pt x="38" y="159"/>
                    <a:pt x="38" y="157"/>
                    <a:pt x="39" y="155"/>
                  </a:cubicBezTo>
                  <a:cubicBezTo>
                    <a:pt x="40" y="153"/>
                    <a:pt x="43" y="152"/>
                    <a:pt x="46" y="151"/>
                  </a:cubicBezTo>
                  <a:cubicBezTo>
                    <a:pt x="49" y="149"/>
                    <a:pt x="53" y="148"/>
                    <a:pt x="55" y="148"/>
                  </a:cubicBezTo>
                  <a:cubicBezTo>
                    <a:pt x="57" y="148"/>
                    <a:pt x="59" y="148"/>
                    <a:pt x="61" y="148"/>
                  </a:cubicBezTo>
                  <a:cubicBezTo>
                    <a:pt x="63" y="148"/>
                    <a:pt x="65" y="148"/>
                    <a:pt x="68" y="148"/>
                  </a:cubicBezTo>
                  <a:cubicBezTo>
                    <a:pt x="73" y="148"/>
                    <a:pt x="79" y="149"/>
                    <a:pt x="82" y="149"/>
                  </a:cubicBezTo>
                  <a:cubicBezTo>
                    <a:pt x="82" y="148"/>
                    <a:pt x="81" y="146"/>
                    <a:pt x="81" y="144"/>
                  </a:cubicBezTo>
                  <a:cubicBezTo>
                    <a:pt x="81" y="141"/>
                    <a:pt x="81" y="139"/>
                    <a:pt x="81" y="138"/>
                  </a:cubicBezTo>
                  <a:cubicBezTo>
                    <a:pt x="81" y="137"/>
                    <a:pt x="81" y="136"/>
                    <a:pt x="82" y="135"/>
                  </a:cubicBezTo>
                  <a:cubicBezTo>
                    <a:pt x="83" y="134"/>
                    <a:pt x="84" y="134"/>
                    <a:pt x="85" y="13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4" name="Freeform 398">
              <a:extLst>
                <a:ext uri="{FF2B5EF4-FFF2-40B4-BE49-F238E27FC236}">
                  <a16:creationId xmlns:a16="http://schemas.microsoft.com/office/drawing/2014/main" id="{9D2B92C0-457A-F316-A737-D1C58BC92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699" y="2002196"/>
              <a:ext cx="284898" cy="201685"/>
            </a:xfrm>
            <a:custGeom>
              <a:avLst/>
              <a:gdLst>
                <a:gd name="T0" fmla="*/ 64 w 260"/>
                <a:gd name="T1" fmla="*/ 178 h 188"/>
                <a:gd name="T2" fmla="*/ 80 w 260"/>
                <a:gd name="T3" fmla="*/ 184 h 188"/>
                <a:gd name="T4" fmla="*/ 99 w 260"/>
                <a:gd name="T5" fmla="*/ 171 h 188"/>
                <a:gd name="T6" fmla="*/ 128 w 260"/>
                <a:gd name="T7" fmla="*/ 170 h 188"/>
                <a:gd name="T8" fmla="*/ 140 w 260"/>
                <a:gd name="T9" fmla="*/ 169 h 188"/>
                <a:gd name="T10" fmla="*/ 149 w 260"/>
                <a:gd name="T11" fmla="*/ 168 h 188"/>
                <a:gd name="T12" fmla="*/ 157 w 260"/>
                <a:gd name="T13" fmla="*/ 156 h 188"/>
                <a:gd name="T14" fmla="*/ 169 w 260"/>
                <a:gd name="T15" fmla="*/ 152 h 188"/>
                <a:gd name="T16" fmla="*/ 175 w 260"/>
                <a:gd name="T17" fmla="*/ 143 h 188"/>
                <a:gd name="T18" fmla="*/ 186 w 260"/>
                <a:gd name="T19" fmla="*/ 130 h 188"/>
                <a:gd name="T20" fmla="*/ 193 w 260"/>
                <a:gd name="T21" fmla="*/ 119 h 188"/>
                <a:gd name="T22" fmla="*/ 189 w 260"/>
                <a:gd name="T23" fmla="*/ 97 h 188"/>
                <a:gd name="T24" fmla="*/ 211 w 260"/>
                <a:gd name="T25" fmla="*/ 67 h 188"/>
                <a:gd name="T26" fmla="*/ 242 w 260"/>
                <a:gd name="T27" fmla="*/ 55 h 188"/>
                <a:gd name="T28" fmla="*/ 256 w 260"/>
                <a:gd name="T29" fmla="*/ 39 h 188"/>
                <a:gd name="T30" fmla="*/ 242 w 260"/>
                <a:gd name="T31" fmla="*/ 36 h 188"/>
                <a:gd name="T32" fmla="*/ 225 w 260"/>
                <a:gd name="T33" fmla="*/ 30 h 188"/>
                <a:gd name="T34" fmla="*/ 209 w 260"/>
                <a:gd name="T35" fmla="*/ 24 h 188"/>
                <a:gd name="T36" fmla="*/ 204 w 260"/>
                <a:gd name="T37" fmla="*/ 26 h 188"/>
                <a:gd name="T38" fmla="*/ 195 w 260"/>
                <a:gd name="T39" fmla="*/ 28 h 188"/>
                <a:gd name="T40" fmla="*/ 183 w 260"/>
                <a:gd name="T41" fmla="*/ 23 h 188"/>
                <a:gd name="T42" fmla="*/ 165 w 260"/>
                <a:gd name="T43" fmla="*/ 18 h 188"/>
                <a:gd name="T44" fmla="*/ 155 w 260"/>
                <a:gd name="T45" fmla="*/ 8 h 188"/>
                <a:gd name="T46" fmla="*/ 137 w 260"/>
                <a:gd name="T47" fmla="*/ 7 h 188"/>
                <a:gd name="T48" fmla="*/ 118 w 260"/>
                <a:gd name="T49" fmla="*/ 5 h 188"/>
                <a:gd name="T50" fmla="*/ 88 w 260"/>
                <a:gd name="T51" fmla="*/ 6 h 188"/>
                <a:gd name="T52" fmla="*/ 61 w 260"/>
                <a:gd name="T53" fmla="*/ 3 h 188"/>
                <a:gd name="T54" fmla="*/ 34 w 260"/>
                <a:gd name="T55" fmla="*/ 0 h 188"/>
                <a:gd name="T56" fmla="*/ 23 w 260"/>
                <a:gd name="T57" fmla="*/ 2 h 188"/>
                <a:gd name="T58" fmla="*/ 17 w 260"/>
                <a:gd name="T59" fmla="*/ 9 h 188"/>
                <a:gd name="T60" fmla="*/ 5 w 260"/>
                <a:gd name="T61" fmla="*/ 13 h 188"/>
                <a:gd name="T62" fmla="*/ 3 w 260"/>
                <a:gd name="T63" fmla="*/ 23 h 188"/>
                <a:gd name="T64" fmla="*/ 11 w 260"/>
                <a:gd name="T65" fmla="*/ 24 h 188"/>
                <a:gd name="T66" fmla="*/ 13 w 260"/>
                <a:gd name="T67" fmla="*/ 33 h 188"/>
                <a:gd name="T68" fmla="*/ 9 w 260"/>
                <a:gd name="T69" fmla="*/ 45 h 188"/>
                <a:gd name="T70" fmla="*/ 22 w 260"/>
                <a:gd name="T71" fmla="*/ 38 h 188"/>
                <a:gd name="T72" fmla="*/ 26 w 260"/>
                <a:gd name="T73" fmla="*/ 43 h 188"/>
                <a:gd name="T74" fmla="*/ 25 w 260"/>
                <a:gd name="T75" fmla="*/ 46 h 188"/>
                <a:gd name="T76" fmla="*/ 27 w 260"/>
                <a:gd name="T77" fmla="*/ 47 h 188"/>
                <a:gd name="T78" fmla="*/ 38 w 260"/>
                <a:gd name="T79" fmla="*/ 44 h 188"/>
                <a:gd name="T80" fmla="*/ 46 w 260"/>
                <a:gd name="T81" fmla="*/ 43 h 188"/>
                <a:gd name="T82" fmla="*/ 57 w 260"/>
                <a:gd name="T83" fmla="*/ 45 h 188"/>
                <a:gd name="T84" fmla="*/ 63 w 260"/>
                <a:gd name="T85" fmla="*/ 52 h 188"/>
                <a:gd name="T86" fmla="*/ 63 w 260"/>
                <a:gd name="T87" fmla="*/ 56 h 188"/>
                <a:gd name="T88" fmla="*/ 55 w 260"/>
                <a:gd name="T89" fmla="*/ 62 h 188"/>
                <a:gd name="T90" fmla="*/ 52 w 260"/>
                <a:gd name="T91" fmla="*/ 77 h 188"/>
                <a:gd name="T92" fmla="*/ 48 w 260"/>
                <a:gd name="T93" fmla="*/ 99 h 188"/>
                <a:gd name="T94" fmla="*/ 42 w 260"/>
                <a:gd name="T95" fmla="*/ 101 h 188"/>
                <a:gd name="T96" fmla="*/ 38 w 260"/>
                <a:gd name="T97" fmla="*/ 101 h 188"/>
                <a:gd name="T98" fmla="*/ 40 w 260"/>
                <a:gd name="T99" fmla="*/ 105 h 188"/>
                <a:gd name="T100" fmla="*/ 45 w 260"/>
                <a:gd name="T101" fmla="*/ 120 h 188"/>
                <a:gd name="T102" fmla="*/ 43 w 260"/>
                <a:gd name="T103" fmla="*/ 123 h 188"/>
                <a:gd name="T104" fmla="*/ 44 w 260"/>
                <a:gd name="T105" fmla="*/ 133 h 188"/>
                <a:gd name="T106" fmla="*/ 46 w 260"/>
                <a:gd name="T107" fmla="*/ 140 h 188"/>
                <a:gd name="T108" fmla="*/ 42 w 260"/>
                <a:gd name="T109" fmla="*/ 143 h 188"/>
                <a:gd name="T110" fmla="*/ 41 w 260"/>
                <a:gd name="T111" fmla="*/ 158 h 188"/>
                <a:gd name="T112" fmla="*/ 56 w 260"/>
                <a:gd name="T113" fmla="*/ 16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0" h="188">
                  <a:moveTo>
                    <a:pt x="60" y="169"/>
                  </a:moveTo>
                  <a:cubicBezTo>
                    <a:pt x="60" y="170"/>
                    <a:pt x="60" y="173"/>
                    <a:pt x="61" y="174"/>
                  </a:cubicBezTo>
                  <a:cubicBezTo>
                    <a:pt x="61" y="175"/>
                    <a:pt x="63" y="175"/>
                    <a:pt x="64" y="178"/>
                  </a:cubicBezTo>
                  <a:cubicBezTo>
                    <a:pt x="66" y="181"/>
                    <a:pt x="66" y="182"/>
                    <a:pt x="68" y="184"/>
                  </a:cubicBezTo>
                  <a:cubicBezTo>
                    <a:pt x="70" y="185"/>
                    <a:pt x="72" y="185"/>
                    <a:pt x="74" y="186"/>
                  </a:cubicBezTo>
                  <a:cubicBezTo>
                    <a:pt x="76" y="188"/>
                    <a:pt x="79" y="185"/>
                    <a:pt x="80" y="184"/>
                  </a:cubicBezTo>
                  <a:cubicBezTo>
                    <a:pt x="81" y="182"/>
                    <a:pt x="84" y="180"/>
                    <a:pt x="87" y="178"/>
                  </a:cubicBezTo>
                  <a:cubicBezTo>
                    <a:pt x="89" y="177"/>
                    <a:pt x="90" y="176"/>
                    <a:pt x="93" y="175"/>
                  </a:cubicBezTo>
                  <a:cubicBezTo>
                    <a:pt x="96" y="173"/>
                    <a:pt x="96" y="172"/>
                    <a:pt x="99" y="171"/>
                  </a:cubicBezTo>
                  <a:cubicBezTo>
                    <a:pt x="103" y="170"/>
                    <a:pt x="105" y="170"/>
                    <a:pt x="108" y="170"/>
                  </a:cubicBezTo>
                  <a:cubicBezTo>
                    <a:pt x="111" y="170"/>
                    <a:pt x="117" y="170"/>
                    <a:pt x="119" y="170"/>
                  </a:cubicBezTo>
                  <a:cubicBezTo>
                    <a:pt x="122" y="170"/>
                    <a:pt x="126" y="170"/>
                    <a:pt x="128" y="170"/>
                  </a:cubicBezTo>
                  <a:cubicBezTo>
                    <a:pt x="130" y="170"/>
                    <a:pt x="131" y="171"/>
                    <a:pt x="133" y="171"/>
                  </a:cubicBezTo>
                  <a:cubicBezTo>
                    <a:pt x="134" y="172"/>
                    <a:pt x="137" y="171"/>
                    <a:pt x="138" y="171"/>
                  </a:cubicBezTo>
                  <a:cubicBezTo>
                    <a:pt x="138" y="170"/>
                    <a:pt x="139" y="169"/>
                    <a:pt x="140" y="169"/>
                  </a:cubicBezTo>
                  <a:cubicBezTo>
                    <a:pt x="142" y="168"/>
                    <a:pt x="142" y="168"/>
                    <a:pt x="144" y="168"/>
                  </a:cubicBezTo>
                  <a:cubicBezTo>
                    <a:pt x="146" y="168"/>
                    <a:pt x="146" y="170"/>
                    <a:pt x="147" y="170"/>
                  </a:cubicBezTo>
                  <a:cubicBezTo>
                    <a:pt x="148" y="170"/>
                    <a:pt x="149" y="170"/>
                    <a:pt x="149" y="168"/>
                  </a:cubicBezTo>
                  <a:cubicBezTo>
                    <a:pt x="150" y="167"/>
                    <a:pt x="151" y="165"/>
                    <a:pt x="152" y="164"/>
                  </a:cubicBezTo>
                  <a:cubicBezTo>
                    <a:pt x="153" y="162"/>
                    <a:pt x="153" y="161"/>
                    <a:pt x="154" y="160"/>
                  </a:cubicBezTo>
                  <a:cubicBezTo>
                    <a:pt x="155" y="159"/>
                    <a:pt x="155" y="157"/>
                    <a:pt x="157" y="156"/>
                  </a:cubicBezTo>
                  <a:cubicBezTo>
                    <a:pt x="158" y="155"/>
                    <a:pt x="158" y="155"/>
                    <a:pt x="161" y="154"/>
                  </a:cubicBezTo>
                  <a:cubicBezTo>
                    <a:pt x="163" y="154"/>
                    <a:pt x="164" y="153"/>
                    <a:pt x="165" y="153"/>
                  </a:cubicBezTo>
                  <a:cubicBezTo>
                    <a:pt x="167" y="152"/>
                    <a:pt x="168" y="152"/>
                    <a:pt x="169" y="152"/>
                  </a:cubicBezTo>
                  <a:cubicBezTo>
                    <a:pt x="171" y="151"/>
                    <a:pt x="173" y="151"/>
                    <a:pt x="174" y="150"/>
                  </a:cubicBezTo>
                  <a:cubicBezTo>
                    <a:pt x="175" y="150"/>
                    <a:pt x="175" y="148"/>
                    <a:pt x="175" y="147"/>
                  </a:cubicBezTo>
                  <a:cubicBezTo>
                    <a:pt x="174" y="145"/>
                    <a:pt x="174" y="144"/>
                    <a:pt x="175" y="143"/>
                  </a:cubicBezTo>
                  <a:cubicBezTo>
                    <a:pt x="176" y="141"/>
                    <a:pt x="177" y="141"/>
                    <a:pt x="178" y="139"/>
                  </a:cubicBezTo>
                  <a:cubicBezTo>
                    <a:pt x="179" y="137"/>
                    <a:pt x="179" y="136"/>
                    <a:pt x="181" y="134"/>
                  </a:cubicBezTo>
                  <a:cubicBezTo>
                    <a:pt x="182" y="133"/>
                    <a:pt x="185" y="131"/>
                    <a:pt x="186" y="130"/>
                  </a:cubicBezTo>
                  <a:cubicBezTo>
                    <a:pt x="187" y="129"/>
                    <a:pt x="191" y="126"/>
                    <a:pt x="192" y="125"/>
                  </a:cubicBezTo>
                  <a:cubicBezTo>
                    <a:pt x="193" y="124"/>
                    <a:pt x="195" y="124"/>
                    <a:pt x="195" y="122"/>
                  </a:cubicBezTo>
                  <a:cubicBezTo>
                    <a:pt x="195" y="121"/>
                    <a:pt x="195" y="121"/>
                    <a:pt x="193" y="119"/>
                  </a:cubicBezTo>
                  <a:cubicBezTo>
                    <a:pt x="191" y="117"/>
                    <a:pt x="188" y="115"/>
                    <a:pt x="187" y="112"/>
                  </a:cubicBezTo>
                  <a:cubicBezTo>
                    <a:pt x="186" y="109"/>
                    <a:pt x="185" y="108"/>
                    <a:pt x="185" y="105"/>
                  </a:cubicBezTo>
                  <a:cubicBezTo>
                    <a:pt x="185" y="102"/>
                    <a:pt x="186" y="100"/>
                    <a:pt x="189" y="97"/>
                  </a:cubicBezTo>
                  <a:cubicBezTo>
                    <a:pt x="191" y="94"/>
                    <a:pt x="193" y="92"/>
                    <a:pt x="195" y="88"/>
                  </a:cubicBezTo>
                  <a:cubicBezTo>
                    <a:pt x="198" y="85"/>
                    <a:pt x="200" y="83"/>
                    <a:pt x="202" y="80"/>
                  </a:cubicBezTo>
                  <a:cubicBezTo>
                    <a:pt x="204" y="78"/>
                    <a:pt x="209" y="69"/>
                    <a:pt x="211" y="67"/>
                  </a:cubicBezTo>
                  <a:cubicBezTo>
                    <a:pt x="213" y="66"/>
                    <a:pt x="213" y="66"/>
                    <a:pt x="219" y="65"/>
                  </a:cubicBezTo>
                  <a:cubicBezTo>
                    <a:pt x="224" y="63"/>
                    <a:pt x="226" y="63"/>
                    <a:pt x="229" y="62"/>
                  </a:cubicBezTo>
                  <a:cubicBezTo>
                    <a:pt x="232" y="60"/>
                    <a:pt x="240" y="55"/>
                    <a:pt x="242" y="55"/>
                  </a:cubicBezTo>
                  <a:cubicBezTo>
                    <a:pt x="243" y="54"/>
                    <a:pt x="250" y="51"/>
                    <a:pt x="253" y="49"/>
                  </a:cubicBezTo>
                  <a:cubicBezTo>
                    <a:pt x="256" y="47"/>
                    <a:pt x="257" y="47"/>
                    <a:pt x="257" y="44"/>
                  </a:cubicBezTo>
                  <a:cubicBezTo>
                    <a:pt x="257" y="42"/>
                    <a:pt x="256" y="40"/>
                    <a:pt x="256" y="39"/>
                  </a:cubicBezTo>
                  <a:cubicBezTo>
                    <a:pt x="257" y="37"/>
                    <a:pt x="258" y="36"/>
                    <a:pt x="259" y="35"/>
                  </a:cubicBezTo>
                  <a:cubicBezTo>
                    <a:pt x="259" y="34"/>
                    <a:pt x="260" y="34"/>
                    <a:pt x="259" y="33"/>
                  </a:cubicBezTo>
                  <a:cubicBezTo>
                    <a:pt x="255" y="34"/>
                    <a:pt x="247" y="35"/>
                    <a:pt x="242" y="36"/>
                  </a:cubicBezTo>
                  <a:cubicBezTo>
                    <a:pt x="238" y="36"/>
                    <a:pt x="235" y="35"/>
                    <a:pt x="233" y="33"/>
                  </a:cubicBezTo>
                  <a:cubicBezTo>
                    <a:pt x="232" y="32"/>
                    <a:pt x="230" y="31"/>
                    <a:pt x="229" y="31"/>
                  </a:cubicBezTo>
                  <a:cubicBezTo>
                    <a:pt x="228" y="30"/>
                    <a:pt x="226" y="30"/>
                    <a:pt x="225" y="30"/>
                  </a:cubicBezTo>
                  <a:cubicBezTo>
                    <a:pt x="223" y="30"/>
                    <a:pt x="222" y="30"/>
                    <a:pt x="219" y="29"/>
                  </a:cubicBezTo>
                  <a:cubicBezTo>
                    <a:pt x="218" y="28"/>
                    <a:pt x="217" y="28"/>
                    <a:pt x="217" y="28"/>
                  </a:cubicBezTo>
                  <a:cubicBezTo>
                    <a:pt x="215" y="27"/>
                    <a:pt x="214" y="26"/>
                    <a:pt x="209" y="24"/>
                  </a:cubicBezTo>
                  <a:cubicBezTo>
                    <a:pt x="206" y="23"/>
                    <a:pt x="206" y="23"/>
                    <a:pt x="206" y="23"/>
                  </a:cubicBezTo>
                  <a:cubicBezTo>
                    <a:pt x="206" y="23"/>
                    <a:pt x="206" y="23"/>
                    <a:pt x="206" y="23"/>
                  </a:cubicBezTo>
                  <a:cubicBezTo>
                    <a:pt x="206" y="24"/>
                    <a:pt x="206" y="25"/>
                    <a:pt x="204" y="26"/>
                  </a:cubicBezTo>
                  <a:cubicBezTo>
                    <a:pt x="204" y="26"/>
                    <a:pt x="204" y="26"/>
                    <a:pt x="204" y="26"/>
                  </a:cubicBezTo>
                  <a:cubicBezTo>
                    <a:pt x="203" y="27"/>
                    <a:pt x="202" y="27"/>
                    <a:pt x="200" y="28"/>
                  </a:cubicBezTo>
                  <a:cubicBezTo>
                    <a:pt x="198" y="28"/>
                    <a:pt x="197" y="28"/>
                    <a:pt x="195" y="28"/>
                  </a:cubicBezTo>
                  <a:cubicBezTo>
                    <a:pt x="193" y="27"/>
                    <a:pt x="191" y="26"/>
                    <a:pt x="189" y="25"/>
                  </a:cubicBezTo>
                  <a:cubicBezTo>
                    <a:pt x="187" y="24"/>
                    <a:pt x="186" y="24"/>
                    <a:pt x="185" y="23"/>
                  </a:cubicBezTo>
                  <a:cubicBezTo>
                    <a:pt x="184" y="23"/>
                    <a:pt x="184" y="23"/>
                    <a:pt x="183" y="23"/>
                  </a:cubicBezTo>
                  <a:cubicBezTo>
                    <a:pt x="180" y="23"/>
                    <a:pt x="177" y="23"/>
                    <a:pt x="175" y="21"/>
                  </a:cubicBezTo>
                  <a:cubicBezTo>
                    <a:pt x="173" y="20"/>
                    <a:pt x="172" y="20"/>
                    <a:pt x="171" y="20"/>
                  </a:cubicBezTo>
                  <a:cubicBezTo>
                    <a:pt x="169" y="20"/>
                    <a:pt x="167" y="19"/>
                    <a:pt x="165" y="18"/>
                  </a:cubicBezTo>
                  <a:cubicBezTo>
                    <a:pt x="161" y="17"/>
                    <a:pt x="161" y="16"/>
                    <a:pt x="161" y="14"/>
                  </a:cubicBezTo>
                  <a:cubicBezTo>
                    <a:pt x="160" y="14"/>
                    <a:pt x="160" y="13"/>
                    <a:pt x="159" y="11"/>
                  </a:cubicBezTo>
                  <a:cubicBezTo>
                    <a:pt x="158" y="9"/>
                    <a:pt x="156" y="8"/>
                    <a:pt x="155" y="8"/>
                  </a:cubicBezTo>
                  <a:cubicBezTo>
                    <a:pt x="154" y="8"/>
                    <a:pt x="154" y="8"/>
                    <a:pt x="154" y="8"/>
                  </a:cubicBezTo>
                  <a:cubicBezTo>
                    <a:pt x="153" y="9"/>
                    <a:pt x="146" y="10"/>
                    <a:pt x="144" y="10"/>
                  </a:cubicBezTo>
                  <a:cubicBezTo>
                    <a:pt x="143" y="10"/>
                    <a:pt x="140" y="8"/>
                    <a:pt x="137" y="7"/>
                  </a:cubicBezTo>
                  <a:cubicBezTo>
                    <a:pt x="135" y="6"/>
                    <a:pt x="131" y="7"/>
                    <a:pt x="130" y="8"/>
                  </a:cubicBezTo>
                  <a:cubicBezTo>
                    <a:pt x="128" y="8"/>
                    <a:pt x="126" y="9"/>
                    <a:pt x="125" y="8"/>
                  </a:cubicBezTo>
                  <a:cubicBezTo>
                    <a:pt x="123" y="7"/>
                    <a:pt x="121" y="5"/>
                    <a:pt x="118" y="5"/>
                  </a:cubicBezTo>
                  <a:cubicBezTo>
                    <a:pt x="115" y="5"/>
                    <a:pt x="110" y="6"/>
                    <a:pt x="108" y="7"/>
                  </a:cubicBezTo>
                  <a:cubicBezTo>
                    <a:pt x="106" y="7"/>
                    <a:pt x="101" y="7"/>
                    <a:pt x="100" y="7"/>
                  </a:cubicBezTo>
                  <a:cubicBezTo>
                    <a:pt x="98" y="7"/>
                    <a:pt x="92" y="7"/>
                    <a:pt x="88" y="6"/>
                  </a:cubicBezTo>
                  <a:cubicBezTo>
                    <a:pt x="85" y="5"/>
                    <a:pt x="80" y="5"/>
                    <a:pt x="77" y="5"/>
                  </a:cubicBezTo>
                  <a:cubicBezTo>
                    <a:pt x="74" y="4"/>
                    <a:pt x="74" y="3"/>
                    <a:pt x="70" y="2"/>
                  </a:cubicBezTo>
                  <a:cubicBezTo>
                    <a:pt x="66" y="2"/>
                    <a:pt x="64" y="3"/>
                    <a:pt x="61" y="3"/>
                  </a:cubicBezTo>
                  <a:cubicBezTo>
                    <a:pt x="57" y="4"/>
                    <a:pt x="53" y="4"/>
                    <a:pt x="50" y="5"/>
                  </a:cubicBezTo>
                  <a:cubicBezTo>
                    <a:pt x="47" y="6"/>
                    <a:pt x="43" y="4"/>
                    <a:pt x="41" y="3"/>
                  </a:cubicBezTo>
                  <a:cubicBezTo>
                    <a:pt x="39" y="1"/>
                    <a:pt x="36" y="0"/>
                    <a:pt x="34" y="0"/>
                  </a:cubicBezTo>
                  <a:cubicBezTo>
                    <a:pt x="32" y="0"/>
                    <a:pt x="32" y="0"/>
                    <a:pt x="30" y="1"/>
                  </a:cubicBezTo>
                  <a:cubicBezTo>
                    <a:pt x="29" y="1"/>
                    <a:pt x="29" y="0"/>
                    <a:pt x="28" y="0"/>
                  </a:cubicBezTo>
                  <a:cubicBezTo>
                    <a:pt x="26" y="0"/>
                    <a:pt x="24" y="1"/>
                    <a:pt x="23" y="2"/>
                  </a:cubicBezTo>
                  <a:cubicBezTo>
                    <a:pt x="22" y="3"/>
                    <a:pt x="20" y="4"/>
                    <a:pt x="20" y="5"/>
                  </a:cubicBezTo>
                  <a:cubicBezTo>
                    <a:pt x="21" y="6"/>
                    <a:pt x="22" y="7"/>
                    <a:pt x="21" y="8"/>
                  </a:cubicBezTo>
                  <a:cubicBezTo>
                    <a:pt x="21" y="9"/>
                    <a:pt x="18" y="8"/>
                    <a:pt x="17" y="9"/>
                  </a:cubicBezTo>
                  <a:cubicBezTo>
                    <a:pt x="16" y="10"/>
                    <a:pt x="15" y="11"/>
                    <a:pt x="13" y="11"/>
                  </a:cubicBezTo>
                  <a:cubicBezTo>
                    <a:pt x="11" y="10"/>
                    <a:pt x="10" y="9"/>
                    <a:pt x="9" y="9"/>
                  </a:cubicBezTo>
                  <a:cubicBezTo>
                    <a:pt x="8" y="10"/>
                    <a:pt x="5" y="12"/>
                    <a:pt x="5" y="13"/>
                  </a:cubicBezTo>
                  <a:cubicBezTo>
                    <a:pt x="4" y="14"/>
                    <a:pt x="3" y="15"/>
                    <a:pt x="2" y="16"/>
                  </a:cubicBezTo>
                  <a:cubicBezTo>
                    <a:pt x="1" y="17"/>
                    <a:pt x="0" y="17"/>
                    <a:pt x="1" y="19"/>
                  </a:cubicBezTo>
                  <a:cubicBezTo>
                    <a:pt x="1" y="21"/>
                    <a:pt x="2" y="23"/>
                    <a:pt x="3" y="23"/>
                  </a:cubicBezTo>
                  <a:cubicBezTo>
                    <a:pt x="5" y="24"/>
                    <a:pt x="4" y="26"/>
                    <a:pt x="5" y="26"/>
                  </a:cubicBezTo>
                  <a:cubicBezTo>
                    <a:pt x="6" y="27"/>
                    <a:pt x="7" y="28"/>
                    <a:pt x="8" y="26"/>
                  </a:cubicBezTo>
                  <a:cubicBezTo>
                    <a:pt x="10" y="25"/>
                    <a:pt x="10" y="23"/>
                    <a:pt x="11" y="24"/>
                  </a:cubicBezTo>
                  <a:cubicBezTo>
                    <a:pt x="12" y="25"/>
                    <a:pt x="12" y="27"/>
                    <a:pt x="11" y="28"/>
                  </a:cubicBezTo>
                  <a:cubicBezTo>
                    <a:pt x="10" y="29"/>
                    <a:pt x="9" y="30"/>
                    <a:pt x="10" y="31"/>
                  </a:cubicBezTo>
                  <a:cubicBezTo>
                    <a:pt x="11" y="32"/>
                    <a:pt x="13" y="31"/>
                    <a:pt x="13" y="33"/>
                  </a:cubicBezTo>
                  <a:cubicBezTo>
                    <a:pt x="13" y="35"/>
                    <a:pt x="13" y="36"/>
                    <a:pt x="12" y="38"/>
                  </a:cubicBezTo>
                  <a:cubicBezTo>
                    <a:pt x="10" y="39"/>
                    <a:pt x="9" y="40"/>
                    <a:pt x="9" y="42"/>
                  </a:cubicBezTo>
                  <a:cubicBezTo>
                    <a:pt x="9" y="43"/>
                    <a:pt x="9" y="44"/>
                    <a:pt x="9" y="45"/>
                  </a:cubicBezTo>
                  <a:cubicBezTo>
                    <a:pt x="10" y="44"/>
                    <a:pt x="10" y="43"/>
                    <a:pt x="11" y="43"/>
                  </a:cubicBezTo>
                  <a:cubicBezTo>
                    <a:pt x="13" y="41"/>
                    <a:pt x="15" y="40"/>
                    <a:pt x="17" y="39"/>
                  </a:cubicBezTo>
                  <a:cubicBezTo>
                    <a:pt x="19" y="38"/>
                    <a:pt x="21" y="38"/>
                    <a:pt x="22" y="38"/>
                  </a:cubicBezTo>
                  <a:cubicBezTo>
                    <a:pt x="22" y="38"/>
                    <a:pt x="22" y="38"/>
                    <a:pt x="23" y="38"/>
                  </a:cubicBezTo>
                  <a:cubicBezTo>
                    <a:pt x="24" y="38"/>
                    <a:pt x="25" y="39"/>
                    <a:pt x="25" y="40"/>
                  </a:cubicBezTo>
                  <a:cubicBezTo>
                    <a:pt x="26" y="41"/>
                    <a:pt x="26" y="42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4"/>
                    <a:pt x="26" y="45"/>
                    <a:pt x="25" y="45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7"/>
                    <a:pt x="25" y="47"/>
                  </a:cubicBezTo>
                  <a:cubicBezTo>
                    <a:pt x="26" y="47"/>
                    <a:pt x="27" y="47"/>
                    <a:pt x="27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8" y="47"/>
                    <a:pt x="29" y="46"/>
                    <a:pt x="30" y="45"/>
                  </a:cubicBezTo>
                  <a:cubicBezTo>
                    <a:pt x="31" y="45"/>
                    <a:pt x="32" y="44"/>
                    <a:pt x="33" y="44"/>
                  </a:cubicBezTo>
                  <a:cubicBezTo>
                    <a:pt x="34" y="44"/>
                    <a:pt x="36" y="44"/>
                    <a:pt x="38" y="44"/>
                  </a:cubicBezTo>
                  <a:cubicBezTo>
                    <a:pt x="40" y="44"/>
                    <a:pt x="41" y="44"/>
                    <a:pt x="42" y="44"/>
                  </a:cubicBezTo>
                  <a:cubicBezTo>
                    <a:pt x="44" y="44"/>
                    <a:pt x="45" y="43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2"/>
                    <a:pt x="49" y="42"/>
                  </a:cubicBezTo>
                  <a:cubicBezTo>
                    <a:pt x="51" y="42"/>
                    <a:pt x="53" y="42"/>
                    <a:pt x="54" y="42"/>
                  </a:cubicBezTo>
                  <a:cubicBezTo>
                    <a:pt x="57" y="42"/>
                    <a:pt x="57" y="44"/>
                    <a:pt x="57" y="45"/>
                  </a:cubicBezTo>
                  <a:cubicBezTo>
                    <a:pt x="57" y="46"/>
                    <a:pt x="57" y="47"/>
                    <a:pt x="57" y="48"/>
                  </a:cubicBezTo>
                  <a:cubicBezTo>
                    <a:pt x="58" y="49"/>
                    <a:pt x="59" y="49"/>
                    <a:pt x="60" y="50"/>
                  </a:cubicBezTo>
                  <a:cubicBezTo>
                    <a:pt x="61" y="50"/>
                    <a:pt x="62" y="51"/>
                    <a:pt x="63" y="52"/>
                  </a:cubicBezTo>
                  <a:cubicBezTo>
                    <a:pt x="63" y="52"/>
                    <a:pt x="63" y="52"/>
                    <a:pt x="63" y="53"/>
                  </a:cubicBezTo>
                  <a:cubicBezTo>
                    <a:pt x="64" y="54"/>
                    <a:pt x="64" y="55"/>
                    <a:pt x="63" y="56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63" y="57"/>
                    <a:pt x="62" y="58"/>
                    <a:pt x="61" y="59"/>
                  </a:cubicBezTo>
                  <a:cubicBezTo>
                    <a:pt x="60" y="60"/>
                    <a:pt x="59" y="60"/>
                    <a:pt x="57" y="61"/>
                  </a:cubicBezTo>
                  <a:cubicBezTo>
                    <a:pt x="56" y="62"/>
                    <a:pt x="55" y="62"/>
                    <a:pt x="55" y="62"/>
                  </a:cubicBezTo>
                  <a:cubicBezTo>
                    <a:pt x="51" y="64"/>
                    <a:pt x="50" y="64"/>
                    <a:pt x="50" y="67"/>
                  </a:cubicBezTo>
                  <a:cubicBezTo>
                    <a:pt x="50" y="69"/>
                    <a:pt x="50" y="70"/>
                    <a:pt x="51" y="71"/>
                  </a:cubicBezTo>
                  <a:cubicBezTo>
                    <a:pt x="51" y="73"/>
                    <a:pt x="52" y="74"/>
                    <a:pt x="52" y="77"/>
                  </a:cubicBezTo>
                  <a:cubicBezTo>
                    <a:pt x="52" y="79"/>
                    <a:pt x="51" y="81"/>
                    <a:pt x="50" y="83"/>
                  </a:cubicBezTo>
                  <a:cubicBezTo>
                    <a:pt x="50" y="85"/>
                    <a:pt x="50" y="87"/>
                    <a:pt x="50" y="88"/>
                  </a:cubicBezTo>
                  <a:cubicBezTo>
                    <a:pt x="49" y="90"/>
                    <a:pt x="48" y="97"/>
                    <a:pt x="48" y="99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48" y="101"/>
                    <a:pt x="45" y="101"/>
                    <a:pt x="42" y="101"/>
                  </a:cubicBezTo>
                  <a:cubicBezTo>
                    <a:pt x="40" y="101"/>
                    <a:pt x="38" y="101"/>
                    <a:pt x="38" y="101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38" y="101"/>
                    <a:pt x="38" y="102"/>
                    <a:pt x="38" y="102"/>
                  </a:cubicBezTo>
                  <a:cubicBezTo>
                    <a:pt x="38" y="102"/>
                    <a:pt x="38" y="103"/>
                    <a:pt x="38" y="103"/>
                  </a:cubicBezTo>
                  <a:cubicBezTo>
                    <a:pt x="39" y="104"/>
                    <a:pt x="39" y="105"/>
                    <a:pt x="40" y="105"/>
                  </a:cubicBezTo>
                  <a:cubicBezTo>
                    <a:pt x="41" y="107"/>
                    <a:pt x="42" y="108"/>
                    <a:pt x="44" y="109"/>
                  </a:cubicBezTo>
                  <a:cubicBezTo>
                    <a:pt x="46" y="111"/>
                    <a:pt x="48" y="113"/>
                    <a:pt x="48" y="114"/>
                  </a:cubicBezTo>
                  <a:cubicBezTo>
                    <a:pt x="48" y="116"/>
                    <a:pt x="47" y="118"/>
                    <a:pt x="45" y="120"/>
                  </a:cubicBezTo>
                  <a:cubicBezTo>
                    <a:pt x="45" y="121"/>
                    <a:pt x="44" y="122"/>
                    <a:pt x="44" y="122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3" y="123"/>
                    <a:pt x="43" y="123"/>
                    <a:pt x="43" y="123"/>
                  </a:cubicBezTo>
                  <a:cubicBezTo>
                    <a:pt x="42" y="125"/>
                    <a:pt x="41" y="126"/>
                    <a:pt x="42" y="128"/>
                  </a:cubicBezTo>
                  <a:cubicBezTo>
                    <a:pt x="42" y="128"/>
                    <a:pt x="42" y="129"/>
                    <a:pt x="42" y="129"/>
                  </a:cubicBezTo>
                  <a:cubicBezTo>
                    <a:pt x="43" y="130"/>
                    <a:pt x="43" y="132"/>
                    <a:pt x="44" y="133"/>
                  </a:cubicBezTo>
                  <a:cubicBezTo>
                    <a:pt x="45" y="133"/>
                    <a:pt x="45" y="133"/>
                    <a:pt x="46" y="133"/>
                  </a:cubicBezTo>
                  <a:cubicBezTo>
                    <a:pt x="48" y="134"/>
                    <a:pt x="49" y="134"/>
                    <a:pt x="49" y="136"/>
                  </a:cubicBezTo>
                  <a:cubicBezTo>
                    <a:pt x="49" y="138"/>
                    <a:pt x="48" y="139"/>
                    <a:pt x="46" y="140"/>
                  </a:cubicBezTo>
                  <a:cubicBezTo>
                    <a:pt x="45" y="140"/>
                    <a:pt x="45" y="140"/>
                    <a:pt x="45" y="141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44" y="141"/>
                    <a:pt x="43" y="142"/>
                    <a:pt x="42" y="143"/>
                  </a:cubicBezTo>
                  <a:cubicBezTo>
                    <a:pt x="40" y="144"/>
                    <a:pt x="39" y="146"/>
                    <a:pt x="38" y="148"/>
                  </a:cubicBezTo>
                  <a:cubicBezTo>
                    <a:pt x="37" y="150"/>
                    <a:pt x="38" y="155"/>
                    <a:pt x="39" y="158"/>
                  </a:cubicBezTo>
                  <a:cubicBezTo>
                    <a:pt x="40" y="158"/>
                    <a:pt x="40" y="158"/>
                    <a:pt x="41" y="158"/>
                  </a:cubicBezTo>
                  <a:cubicBezTo>
                    <a:pt x="42" y="157"/>
                    <a:pt x="46" y="156"/>
                    <a:pt x="48" y="157"/>
                  </a:cubicBezTo>
                  <a:cubicBezTo>
                    <a:pt x="49" y="159"/>
                    <a:pt x="47" y="159"/>
                    <a:pt x="50" y="161"/>
                  </a:cubicBezTo>
                  <a:cubicBezTo>
                    <a:pt x="53" y="164"/>
                    <a:pt x="54" y="163"/>
                    <a:pt x="56" y="165"/>
                  </a:cubicBezTo>
                  <a:cubicBezTo>
                    <a:pt x="57" y="167"/>
                    <a:pt x="61" y="165"/>
                    <a:pt x="62" y="166"/>
                  </a:cubicBezTo>
                  <a:cubicBezTo>
                    <a:pt x="63" y="168"/>
                    <a:pt x="61" y="168"/>
                    <a:pt x="60" y="16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5" name="Freeform 399">
              <a:extLst>
                <a:ext uri="{FF2B5EF4-FFF2-40B4-BE49-F238E27FC236}">
                  <a16:creationId xmlns:a16="http://schemas.microsoft.com/office/drawing/2014/main" id="{377B2AD9-166D-A52D-7491-010509117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816" y="2986647"/>
              <a:ext cx="42312" cy="26797"/>
            </a:xfrm>
            <a:custGeom>
              <a:avLst/>
              <a:gdLst>
                <a:gd name="T0" fmla="*/ 3 w 38"/>
                <a:gd name="T1" fmla="*/ 18 h 24"/>
                <a:gd name="T2" fmla="*/ 0 w 38"/>
                <a:gd name="T3" fmla="*/ 21 h 24"/>
                <a:gd name="T4" fmla="*/ 2 w 38"/>
                <a:gd name="T5" fmla="*/ 24 h 24"/>
                <a:gd name="T6" fmla="*/ 5 w 38"/>
                <a:gd name="T7" fmla="*/ 23 h 24"/>
                <a:gd name="T8" fmla="*/ 5 w 38"/>
                <a:gd name="T9" fmla="*/ 24 h 24"/>
                <a:gd name="T10" fmla="*/ 10 w 38"/>
                <a:gd name="T11" fmla="*/ 24 h 24"/>
                <a:gd name="T12" fmla="*/ 36 w 38"/>
                <a:gd name="T13" fmla="*/ 23 h 24"/>
                <a:gd name="T14" fmla="*/ 38 w 38"/>
                <a:gd name="T15" fmla="*/ 17 h 24"/>
                <a:gd name="T16" fmla="*/ 38 w 38"/>
                <a:gd name="T17" fmla="*/ 17 h 24"/>
                <a:gd name="T18" fmla="*/ 38 w 38"/>
                <a:gd name="T19" fmla="*/ 16 h 24"/>
                <a:gd name="T20" fmla="*/ 37 w 38"/>
                <a:gd name="T21" fmla="*/ 2 h 24"/>
                <a:gd name="T22" fmla="*/ 34 w 38"/>
                <a:gd name="T23" fmla="*/ 2 h 24"/>
                <a:gd name="T24" fmla="*/ 28 w 38"/>
                <a:gd name="T25" fmla="*/ 2 h 24"/>
                <a:gd name="T26" fmla="*/ 19 w 38"/>
                <a:gd name="T27" fmla="*/ 2 h 24"/>
                <a:gd name="T28" fmla="*/ 13 w 38"/>
                <a:gd name="T29" fmla="*/ 2 h 24"/>
                <a:gd name="T30" fmla="*/ 9 w 38"/>
                <a:gd name="T31" fmla="*/ 0 h 24"/>
                <a:gd name="T32" fmla="*/ 9 w 38"/>
                <a:gd name="T33" fmla="*/ 4 h 24"/>
                <a:gd name="T34" fmla="*/ 7 w 38"/>
                <a:gd name="T35" fmla="*/ 7 h 24"/>
                <a:gd name="T36" fmla="*/ 7 w 38"/>
                <a:gd name="T37" fmla="*/ 11 h 24"/>
                <a:gd name="T38" fmla="*/ 6 w 38"/>
                <a:gd name="T39" fmla="*/ 14 h 24"/>
                <a:gd name="T40" fmla="*/ 3 w 38"/>
                <a:gd name="T41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" h="24">
                  <a:moveTo>
                    <a:pt x="3" y="18"/>
                  </a:moveTo>
                  <a:cubicBezTo>
                    <a:pt x="2" y="19"/>
                    <a:pt x="0" y="19"/>
                    <a:pt x="0" y="21"/>
                  </a:cubicBezTo>
                  <a:cubicBezTo>
                    <a:pt x="0" y="22"/>
                    <a:pt x="1" y="24"/>
                    <a:pt x="2" y="24"/>
                  </a:cubicBezTo>
                  <a:cubicBezTo>
                    <a:pt x="3" y="24"/>
                    <a:pt x="4" y="23"/>
                    <a:pt x="5" y="23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6" y="24"/>
                    <a:pt x="8" y="24"/>
                    <a:pt x="10" y="24"/>
                  </a:cubicBezTo>
                  <a:cubicBezTo>
                    <a:pt x="20" y="24"/>
                    <a:pt x="35" y="24"/>
                    <a:pt x="36" y="23"/>
                  </a:cubicBezTo>
                  <a:cubicBezTo>
                    <a:pt x="38" y="23"/>
                    <a:pt x="38" y="19"/>
                    <a:pt x="38" y="17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3"/>
                    <a:pt x="38" y="6"/>
                    <a:pt x="37" y="2"/>
                  </a:cubicBezTo>
                  <a:cubicBezTo>
                    <a:pt x="36" y="2"/>
                    <a:pt x="36" y="2"/>
                    <a:pt x="34" y="2"/>
                  </a:cubicBezTo>
                  <a:cubicBezTo>
                    <a:pt x="33" y="2"/>
                    <a:pt x="31" y="2"/>
                    <a:pt x="28" y="2"/>
                  </a:cubicBezTo>
                  <a:cubicBezTo>
                    <a:pt x="25" y="2"/>
                    <a:pt x="22" y="2"/>
                    <a:pt x="19" y="2"/>
                  </a:cubicBezTo>
                  <a:cubicBezTo>
                    <a:pt x="16" y="2"/>
                    <a:pt x="14" y="2"/>
                    <a:pt x="13" y="2"/>
                  </a:cubicBezTo>
                  <a:cubicBezTo>
                    <a:pt x="12" y="1"/>
                    <a:pt x="10" y="1"/>
                    <a:pt x="9" y="0"/>
                  </a:cubicBezTo>
                  <a:cubicBezTo>
                    <a:pt x="9" y="1"/>
                    <a:pt x="9" y="3"/>
                    <a:pt x="9" y="4"/>
                  </a:cubicBezTo>
                  <a:cubicBezTo>
                    <a:pt x="9" y="5"/>
                    <a:pt x="8" y="6"/>
                    <a:pt x="7" y="7"/>
                  </a:cubicBezTo>
                  <a:cubicBezTo>
                    <a:pt x="6" y="8"/>
                    <a:pt x="7" y="9"/>
                    <a:pt x="7" y="11"/>
                  </a:cubicBezTo>
                  <a:cubicBezTo>
                    <a:pt x="7" y="12"/>
                    <a:pt x="7" y="13"/>
                    <a:pt x="6" y="14"/>
                  </a:cubicBezTo>
                  <a:cubicBezTo>
                    <a:pt x="5" y="15"/>
                    <a:pt x="4" y="16"/>
                    <a:pt x="3" y="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6" name="Freeform 400">
              <a:extLst>
                <a:ext uri="{FF2B5EF4-FFF2-40B4-BE49-F238E27FC236}">
                  <a16:creationId xmlns:a16="http://schemas.microsoft.com/office/drawing/2014/main" id="{14A8D3A8-2294-4FDA-A4FC-6C9863729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822" y="2473266"/>
              <a:ext cx="368111" cy="335672"/>
            </a:xfrm>
            <a:custGeom>
              <a:avLst/>
              <a:gdLst>
                <a:gd name="T0" fmla="*/ 140 w 336"/>
                <a:gd name="T1" fmla="*/ 288 h 313"/>
                <a:gd name="T2" fmla="*/ 147 w 336"/>
                <a:gd name="T3" fmla="*/ 276 h 313"/>
                <a:gd name="T4" fmla="*/ 154 w 336"/>
                <a:gd name="T5" fmla="*/ 273 h 313"/>
                <a:gd name="T6" fmla="*/ 158 w 336"/>
                <a:gd name="T7" fmla="*/ 261 h 313"/>
                <a:gd name="T8" fmla="*/ 162 w 336"/>
                <a:gd name="T9" fmla="*/ 257 h 313"/>
                <a:gd name="T10" fmla="*/ 167 w 336"/>
                <a:gd name="T11" fmla="*/ 246 h 313"/>
                <a:gd name="T12" fmla="*/ 176 w 336"/>
                <a:gd name="T13" fmla="*/ 250 h 313"/>
                <a:gd name="T14" fmla="*/ 182 w 336"/>
                <a:gd name="T15" fmla="*/ 249 h 313"/>
                <a:gd name="T16" fmla="*/ 182 w 336"/>
                <a:gd name="T17" fmla="*/ 246 h 313"/>
                <a:gd name="T18" fmla="*/ 188 w 336"/>
                <a:gd name="T19" fmla="*/ 239 h 313"/>
                <a:gd name="T20" fmla="*/ 202 w 336"/>
                <a:gd name="T21" fmla="*/ 229 h 313"/>
                <a:gd name="T22" fmla="*/ 209 w 336"/>
                <a:gd name="T23" fmla="*/ 225 h 313"/>
                <a:gd name="T24" fmla="*/ 224 w 336"/>
                <a:gd name="T25" fmla="*/ 219 h 313"/>
                <a:gd name="T26" fmla="*/ 238 w 336"/>
                <a:gd name="T27" fmla="*/ 210 h 313"/>
                <a:gd name="T28" fmla="*/ 258 w 336"/>
                <a:gd name="T29" fmla="*/ 213 h 313"/>
                <a:gd name="T30" fmla="*/ 283 w 336"/>
                <a:gd name="T31" fmla="*/ 205 h 313"/>
                <a:gd name="T32" fmla="*/ 318 w 336"/>
                <a:gd name="T33" fmla="*/ 205 h 313"/>
                <a:gd name="T34" fmla="*/ 334 w 336"/>
                <a:gd name="T35" fmla="*/ 188 h 313"/>
                <a:gd name="T36" fmla="*/ 336 w 336"/>
                <a:gd name="T37" fmla="*/ 128 h 313"/>
                <a:gd name="T38" fmla="*/ 316 w 336"/>
                <a:gd name="T39" fmla="*/ 122 h 313"/>
                <a:gd name="T40" fmla="*/ 315 w 336"/>
                <a:gd name="T41" fmla="*/ 113 h 313"/>
                <a:gd name="T42" fmla="*/ 293 w 336"/>
                <a:gd name="T43" fmla="*/ 103 h 313"/>
                <a:gd name="T44" fmla="*/ 285 w 336"/>
                <a:gd name="T45" fmla="*/ 99 h 313"/>
                <a:gd name="T46" fmla="*/ 275 w 336"/>
                <a:gd name="T47" fmla="*/ 93 h 313"/>
                <a:gd name="T48" fmla="*/ 147 w 336"/>
                <a:gd name="T49" fmla="*/ 0 h 313"/>
                <a:gd name="T50" fmla="*/ 116 w 336"/>
                <a:gd name="T51" fmla="*/ 4 h 313"/>
                <a:gd name="T52" fmla="*/ 138 w 336"/>
                <a:gd name="T53" fmla="*/ 182 h 313"/>
                <a:gd name="T54" fmla="*/ 138 w 336"/>
                <a:gd name="T55" fmla="*/ 198 h 313"/>
                <a:gd name="T56" fmla="*/ 90 w 336"/>
                <a:gd name="T57" fmla="*/ 204 h 313"/>
                <a:gd name="T58" fmla="*/ 58 w 336"/>
                <a:gd name="T59" fmla="*/ 201 h 313"/>
                <a:gd name="T60" fmla="*/ 39 w 336"/>
                <a:gd name="T61" fmla="*/ 205 h 313"/>
                <a:gd name="T62" fmla="*/ 26 w 336"/>
                <a:gd name="T63" fmla="*/ 211 h 313"/>
                <a:gd name="T64" fmla="*/ 11 w 336"/>
                <a:gd name="T65" fmla="*/ 202 h 313"/>
                <a:gd name="T66" fmla="*/ 8 w 336"/>
                <a:gd name="T67" fmla="*/ 215 h 313"/>
                <a:gd name="T68" fmla="*/ 2 w 336"/>
                <a:gd name="T69" fmla="*/ 230 h 313"/>
                <a:gd name="T70" fmla="*/ 5 w 336"/>
                <a:gd name="T71" fmla="*/ 243 h 313"/>
                <a:gd name="T72" fmla="*/ 9 w 336"/>
                <a:gd name="T73" fmla="*/ 247 h 313"/>
                <a:gd name="T74" fmla="*/ 16 w 336"/>
                <a:gd name="T75" fmla="*/ 260 h 313"/>
                <a:gd name="T76" fmla="*/ 15 w 336"/>
                <a:gd name="T77" fmla="*/ 272 h 313"/>
                <a:gd name="T78" fmla="*/ 21 w 336"/>
                <a:gd name="T79" fmla="*/ 274 h 313"/>
                <a:gd name="T80" fmla="*/ 31 w 336"/>
                <a:gd name="T81" fmla="*/ 276 h 313"/>
                <a:gd name="T82" fmla="*/ 47 w 336"/>
                <a:gd name="T83" fmla="*/ 274 h 313"/>
                <a:gd name="T84" fmla="*/ 57 w 336"/>
                <a:gd name="T85" fmla="*/ 271 h 313"/>
                <a:gd name="T86" fmla="*/ 60 w 336"/>
                <a:gd name="T87" fmla="*/ 265 h 313"/>
                <a:gd name="T88" fmla="*/ 70 w 336"/>
                <a:gd name="T89" fmla="*/ 278 h 313"/>
                <a:gd name="T90" fmla="*/ 77 w 336"/>
                <a:gd name="T91" fmla="*/ 290 h 313"/>
                <a:gd name="T92" fmla="*/ 76 w 336"/>
                <a:gd name="T93" fmla="*/ 296 h 313"/>
                <a:gd name="T94" fmla="*/ 82 w 336"/>
                <a:gd name="T95" fmla="*/ 304 h 313"/>
                <a:gd name="T96" fmla="*/ 93 w 336"/>
                <a:gd name="T97" fmla="*/ 309 h 313"/>
                <a:gd name="T98" fmla="*/ 104 w 336"/>
                <a:gd name="T99" fmla="*/ 313 h 313"/>
                <a:gd name="T100" fmla="*/ 111 w 336"/>
                <a:gd name="T101" fmla="*/ 310 h 313"/>
                <a:gd name="T102" fmla="*/ 118 w 336"/>
                <a:gd name="T103" fmla="*/ 303 h 313"/>
                <a:gd name="T104" fmla="*/ 123 w 336"/>
                <a:gd name="T105" fmla="*/ 306 h 313"/>
                <a:gd name="T106" fmla="*/ 129 w 336"/>
                <a:gd name="T107" fmla="*/ 311 h 313"/>
                <a:gd name="T108" fmla="*/ 136 w 336"/>
                <a:gd name="T109" fmla="*/ 308 h 313"/>
                <a:gd name="T110" fmla="*/ 139 w 336"/>
                <a:gd name="T111" fmla="*/ 295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6" h="313">
                  <a:moveTo>
                    <a:pt x="139" y="295"/>
                  </a:moveTo>
                  <a:cubicBezTo>
                    <a:pt x="139" y="295"/>
                    <a:pt x="140" y="294"/>
                    <a:pt x="140" y="292"/>
                  </a:cubicBezTo>
                  <a:cubicBezTo>
                    <a:pt x="141" y="290"/>
                    <a:pt x="141" y="289"/>
                    <a:pt x="140" y="288"/>
                  </a:cubicBezTo>
                  <a:cubicBezTo>
                    <a:pt x="140" y="286"/>
                    <a:pt x="140" y="284"/>
                    <a:pt x="140" y="282"/>
                  </a:cubicBezTo>
                  <a:cubicBezTo>
                    <a:pt x="140" y="278"/>
                    <a:pt x="143" y="277"/>
                    <a:pt x="146" y="276"/>
                  </a:cubicBezTo>
                  <a:cubicBezTo>
                    <a:pt x="146" y="276"/>
                    <a:pt x="147" y="276"/>
                    <a:pt x="147" y="276"/>
                  </a:cubicBezTo>
                  <a:cubicBezTo>
                    <a:pt x="148" y="276"/>
                    <a:pt x="150" y="275"/>
                    <a:pt x="151" y="275"/>
                  </a:cubicBezTo>
                  <a:cubicBezTo>
                    <a:pt x="152" y="274"/>
                    <a:pt x="153" y="274"/>
                    <a:pt x="154" y="273"/>
                  </a:cubicBezTo>
                  <a:cubicBezTo>
                    <a:pt x="154" y="273"/>
                    <a:pt x="154" y="273"/>
                    <a:pt x="154" y="273"/>
                  </a:cubicBezTo>
                  <a:cubicBezTo>
                    <a:pt x="156" y="271"/>
                    <a:pt x="157" y="270"/>
                    <a:pt x="157" y="269"/>
                  </a:cubicBezTo>
                  <a:cubicBezTo>
                    <a:pt x="157" y="268"/>
                    <a:pt x="157" y="267"/>
                    <a:pt x="157" y="266"/>
                  </a:cubicBezTo>
                  <a:cubicBezTo>
                    <a:pt x="157" y="264"/>
                    <a:pt x="157" y="263"/>
                    <a:pt x="158" y="261"/>
                  </a:cubicBezTo>
                  <a:cubicBezTo>
                    <a:pt x="159" y="260"/>
                    <a:pt x="160" y="260"/>
                    <a:pt x="161" y="260"/>
                  </a:cubicBezTo>
                  <a:cubicBezTo>
                    <a:pt x="161" y="260"/>
                    <a:pt x="162" y="260"/>
                    <a:pt x="162" y="259"/>
                  </a:cubicBezTo>
                  <a:cubicBezTo>
                    <a:pt x="162" y="258"/>
                    <a:pt x="162" y="258"/>
                    <a:pt x="162" y="257"/>
                  </a:cubicBezTo>
                  <a:cubicBezTo>
                    <a:pt x="162" y="256"/>
                    <a:pt x="161" y="254"/>
                    <a:pt x="162" y="252"/>
                  </a:cubicBezTo>
                  <a:cubicBezTo>
                    <a:pt x="163" y="251"/>
                    <a:pt x="163" y="250"/>
                    <a:pt x="164" y="249"/>
                  </a:cubicBezTo>
                  <a:cubicBezTo>
                    <a:pt x="165" y="248"/>
                    <a:pt x="166" y="247"/>
                    <a:pt x="167" y="246"/>
                  </a:cubicBezTo>
                  <a:cubicBezTo>
                    <a:pt x="169" y="245"/>
                    <a:pt x="170" y="246"/>
                    <a:pt x="172" y="248"/>
                  </a:cubicBezTo>
                  <a:cubicBezTo>
                    <a:pt x="173" y="248"/>
                    <a:pt x="174" y="249"/>
                    <a:pt x="176" y="250"/>
                  </a:cubicBezTo>
                  <a:cubicBezTo>
                    <a:pt x="176" y="250"/>
                    <a:pt x="176" y="250"/>
                    <a:pt x="176" y="250"/>
                  </a:cubicBezTo>
                  <a:cubicBezTo>
                    <a:pt x="178" y="250"/>
                    <a:pt x="179" y="250"/>
                    <a:pt x="180" y="250"/>
                  </a:cubicBezTo>
                  <a:cubicBezTo>
                    <a:pt x="181" y="250"/>
                    <a:pt x="181" y="249"/>
                    <a:pt x="182" y="249"/>
                  </a:cubicBezTo>
                  <a:cubicBezTo>
                    <a:pt x="182" y="249"/>
                    <a:pt x="182" y="249"/>
                    <a:pt x="182" y="249"/>
                  </a:cubicBezTo>
                  <a:cubicBezTo>
                    <a:pt x="182" y="249"/>
                    <a:pt x="182" y="249"/>
                    <a:pt x="182" y="248"/>
                  </a:cubicBezTo>
                  <a:cubicBezTo>
                    <a:pt x="182" y="248"/>
                    <a:pt x="182" y="248"/>
                    <a:pt x="182" y="248"/>
                  </a:cubicBezTo>
                  <a:cubicBezTo>
                    <a:pt x="182" y="248"/>
                    <a:pt x="182" y="247"/>
                    <a:pt x="182" y="246"/>
                  </a:cubicBezTo>
                  <a:cubicBezTo>
                    <a:pt x="182" y="244"/>
                    <a:pt x="181" y="243"/>
                    <a:pt x="183" y="241"/>
                  </a:cubicBezTo>
                  <a:cubicBezTo>
                    <a:pt x="184" y="240"/>
                    <a:pt x="185" y="240"/>
                    <a:pt x="186" y="240"/>
                  </a:cubicBezTo>
                  <a:cubicBezTo>
                    <a:pt x="187" y="240"/>
                    <a:pt x="187" y="240"/>
                    <a:pt x="188" y="239"/>
                  </a:cubicBezTo>
                  <a:cubicBezTo>
                    <a:pt x="189" y="239"/>
                    <a:pt x="191" y="237"/>
                    <a:pt x="192" y="234"/>
                  </a:cubicBezTo>
                  <a:cubicBezTo>
                    <a:pt x="193" y="232"/>
                    <a:pt x="194" y="230"/>
                    <a:pt x="195" y="229"/>
                  </a:cubicBezTo>
                  <a:cubicBezTo>
                    <a:pt x="197" y="228"/>
                    <a:pt x="199" y="229"/>
                    <a:pt x="202" y="229"/>
                  </a:cubicBezTo>
                  <a:cubicBezTo>
                    <a:pt x="203" y="229"/>
                    <a:pt x="204" y="229"/>
                    <a:pt x="205" y="229"/>
                  </a:cubicBezTo>
                  <a:cubicBezTo>
                    <a:pt x="206" y="229"/>
                    <a:pt x="207" y="228"/>
                    <a:pt x="208" y="227"/>
                  </a:cubicBezTo>
                  <a:cubicBezTo>
                    <a:pt x="208" y="227"/>
                    <a:pt x="209" y="226"/>
                    <a:pt x="209" y="225"/>
                  </a:cubicBezTo>
                  <a:cubicBezTo>
                    <a:pt x="210" y="225"/>
                    <a:pt x="210" y="225"/>
                    <a:pt x="210" y="225"/>
                  </a:cubicBezTo>
                  <a:cubicBezTo>
                    <a:pt x="212" y="224"/>
                    <a:pt x="213" y="223"/>
                    <a:pt x="217" y="221"/>
                  </a:cubicBezTo>
                  <a:cubicBezTo>
                    <a:pt x="220" y="221"/>
                    <a:pt x="222" y="220"/>
                    <a:pt x="224" y="219"/>
                  </a:cubicBezTo>
                  <a:cubicBezTo>
                    <a:pt x="226" y="218"/>
                    <a:pt x="227" y="217"/>
                    <a:pt x="230" y="215"/>
                  </a:cubicBezTo>
                  <a:cubicBezTo>
                    <a:pt x="231" y="214"/>
                    <a:pt x="232" y="213"/>
                    <a:pt x="232" y="212"/>
                  </a:cubicBezTo>
                  <a:cubicBezTo>
                    <a:pt x="234" y="211"/>
                    <a:pt x="234" y="210"/>
                    <a:pt x="238" y="210"/>
                  </a:cubicBezTo>
                  <a:cubicBezTo>
                    <a:pt x="242" y="210"/>
                    <a:pt x="251" y="213"/>
                    <a:pt x="255" y="215"/>
                  </a:cubicBezTo>
                  <a:cubicBezTo>
                    <a:pt x="255" y="214"/>
                    <a:pt x="256" y="213"/>
                    <a:pt x="258" y="213"/>
                  </a:cubicBezTo>
                  <a:cubicBezTo>
                    <a:pt x="258" y="213"/>
                    <a:pt x="258" y="213"/>
                    <a:pt x="258" y="213"/>
                  </a:cubicBezTo>
                  <a:cubicBezTo>
                    <a:pt x="260" y="211"/>
                    <a:pt x="264" y="210"/>
                    <a:pt x="267" y="209"/>
                  </a:cubicBezTo>
                  <a:cubicBezTo>
                    <a:pt x="269" y="208"/>
                    <a:pt x="272" y="207"/>
                    <a:pt x="275" y="206"/>
                  </a:cubicBezTo>
                  <a:cubicBezTo>
                    <a:pt x="277" y="206"/>
                    <a:pt x="280" y="206"/>
                    <a:pt x="283" y="205"/>
                  </a:cubicBezTo>
                  <a:cubicBezTo>
                    <a:pt x="285" y="205"/>
                    <a:pt x="290" y="205"/>
                    <a:pt x="296" y="205"/>
                  </a:cubicBezTo>
                  <a:cubicBezTo>
                    <a:pt x="303" y="205"/>
                    <a:pt x="311" y="205"/>
                    <a:pt x="314" y="205"/>
                  </a:cubicBezTo>
                  <a:cubicBezTo>
                    <a:pt x="315" y="205"/>
                    <a:pt x="317" y="205"/>
                    <a:pt x="318" y="205"/>
                  </a:cubicBezTo>
                  <a:cubicBezTo>
                    <a:pt x="319" y="205"/>
                    <a:pt x="320" y="205"/>
                    <a:pt x="322" y="204"/>
                  </a:cubicBezTo>
                  <a:cubicBezTo>
                    <a:pt x="324" y="203"/>
                    <a:pt x="327" y="199"/>
                    <a:pt x="330" y="195"/>
                  </a:cubicBezTo>
                  <a:cubicBezTo>
                    <a:pt x="332" y="192"/>
                    <a:pt x="334" y="189"/>
                    <a:pt x="334" y="188"/>
                  </a:cubicBezTo>
                  <a:cubicBezTo>
                    <a:pt x="334" y="185"/>
                    <a:pt x="335" y="178"/>
                    <a:pt x="336" y="171"/>
                  </a:cubicBezTo>
                  <a:cubicBezTo>
                    <a:pt x="336" y="166"/>
                    <a:pt x="336" y="162"/>
                    <a:pt x="336" y="159"/>
                  </a:cubicBezTo>
                  <a:cubicBezTo>
                    <a:pt x="336" y="154"/>
                    <a:pt x="336" y="133"/>
                    <a:pt x="336" y="128"/>
                  </a:cubicBezTo>
                  <a:cubicBezTo>
                    <a:pt x="334" y="128"/>
                    <a:pt x="330" y="129"/>
                    <a:pt x="327" y="129"/>
                  </a:cubicBezTo>
                  <a:cubicBezTo>
                    <a:pt x="324" y="129"/>
                    <a:pt x="321" y="129"/>
                    <a:pt x="319" y="129"/>
                  </a:cubicBezTo>
                  <a:cubicBezTo>
                    <a:pt x="315" y="127"/>
                    <a:pt x="316" y="125"/>
                    <a:pt x="316" y="122"/>
                  </a:cubicBezTo>
                  <a:cubicBezTo>
                    <a:pt x="316" y="121"/>
                    <a:pt x="316" y="121"/>
                    <a:pt x="316" y="120"/>
                  </a:cubicBezTo>
                  <a:cubicBezTo>
                    <a:pt x="316" y="120"/>
                    <a:pt x="316" y="120"/>
                    <a:pt x="316" y="119"/>
                  </a:cubicBezTo>
                  <a:cubicBezTo>
                    <a:pt x="317" y="117"/>
                    <a:pt x="317" y="115"/>
                    <a:pt x="315" y="113"/>
                  </a:cubicBezTo>
                  <a:cubicBezTo>
                    <a:pt x="314" y="111"/>
                    <a:pt x="312" y="110"/>
                    <a:pt x="309" y="108"/>
                  </a:cubicBezTo>
                  <a:cubicBezTo>
                    <a:pt x="304" y="106"/>
                    <a:pt x="300" y="103"/>
                    <a:pt x="298" y="103"/>
                  </a:cubicBezTo>
                  <a:cubicBezTo>
                    <a:pt x="296" y="103"/>
                    <a:pt x="295" y="103"/>
                    <a:pt x="293" y="103"/>
                  </a:cubicBezTo>
                  <a:cubicBezTo>
                    <a:pt x="291" y="103"/>
                    <a:pt x="289" y="103"/>
                    <a:pt x="288" y="102"/>
                  </a:cubicBezTo>
                  <a:cubicBezTo>
                    <a:pt x="288" y="102"/>
                    <a:pt x="288" y="102"/>
                    <a:pt x="288" y="102"/>
                  </a:cubicBezTo>
                  <a:cubicBezTo>
                    <a:pt x="286" y="101"/>
                    <a:pt x="285" y="100"/>
                    <a:pt x="285" y="99"/>
                  </a:cubicBezTo>
                  <a:cubicBezTo>
                    <a:pt x="284" y="97"/>
                    <a:pt x="284" y="96"/>
                    <a:pt x="282" y="96"/>
                  </a:cubicBezTo>
                  <a:cubicBezTo>
                    <a:pt x="282" y="96"/>
                    <a:pt x="280" y="95"/>
                    <a:pt x="279" y="95"/>
                  </a:cubicBezTo>
                  <a:cubicBezTo>
                    <a:pt x="278" y="95"/>
                    <a:pt x="276" y="95"/>
                    <a:pt x="275" y="93"/>
                  </a:cubicBezTo>
                  <a:cubicBezTo>
                    <a:pt x="274" y="92"/>
                    <a:pt x="274" y="90"/>
                    <a:pt x="274" y="89"/>
                  </a:cubicBezTo>
                  <a:cubicBezTo>
                    <a:pt x="274" y="87"/>
                    <a:pt x="274" y="85"/>
                    <a:pt x="272" y="84"/>
                  </a:cubicBezTo>
                  <a:cubicBezTo>
                    <a:pt x="271" y="82"/>
                    <a:pt x="204" y="38"/>
                    <a:pt x="147" y="0"/>
                  </a:cubicBezTo>
                  <a:cubicBezTo>
                    <a:pt x="144" y="0"/>
                    <a:pt x="119" y="0"/>
                    <a:pt x="117" y="0"/>
                  </a:cubicBezTo>
                  <a:cubicBezTo>
                    <a:pt x="116" y="0"/>
                    <a:pt x="116" y="0"/>
                    <a:pt x="116" y="1"/>
                  </a:cubicBezTo>
                  <a:cubicBezTo>
                    <a:pt x="116" y="1"/>
                    <a:pt x="116" y="2"/>
                    <a:pt x="116" y="4"/>
                  </a:cubicBezTo>
                  <a:cubicBezTo>
                    <a:pt x="116" y="5"/>
                    <a:pt x="118" y="19"/>
                    <a:pt x="120" y="40"/>
                  </a:cubicBezTo>
                  <a:cubicBezTo>
                    <a:pt x="126" y="90"/>
                    <a:pt x="136" y="174"/>
                    <a:pt x="137" y="178"/>
                  </a:cubicBezTo>
                  <a:cubicBezTo>
                    <a:pt x="137" y="180"/>
                    <a:pt x="138" y="181"/>
                    <a:pt x="138" y="182"/>
                  </a:cubicBezTo>
                  <a:cubicBezTo>
                    <a:pt x="139" y="183"/>
                    <a:pt x="140" y="184"/>
                    <a:pt x="140" y="186"/>
                  </a:cubicBezTo>
                  <a:cubicBezTo>
                    <a:pt x="140" y="188"/>
                    <a:pt x="140" y="190"/>
                    <a:pt x="139" y="192"/>
                  </a:cubicBezTo>
                  <a:cubicBezTo>
                    <a:pt x="139" y="195"/>
                    <a:pt x="139" y="197"/>
                    <a:pt x="138" y="198"/>
                  </a:cubicBezTo>
                  <a:cubicBezTo>
                    <a:pt x="138" y="199"/>
                    <a:pt x="138" y="199"/>
                    <a:pt x="138" y="199"/>
                  </a:cubicBezTo>
                  <a:cubicBezTo>
                    <a:pt x="137" y="203"/>
                    <a:pt x="137" y="204"/>
                    <a:pt x="131" y="204"/>
                  </a:cubicBezTo>
                  <a:cubicBezTo>
                    <a:pt x="128" y="204"/>
                    <a:pt x="108" y="204"/>
                    <a:pt x="90" y="204"/>
                  </a:cubicBezTo>
                  <a:cubicBezTo>
                    <a:pt x="77" y="204"/>
                    <a:pt x="65" y="204"/>
                    <a:pt x="65" y="204"/>
                  </a:cubicBezTo>
                  <a:cubicBezTo>
                    <a:pt x="63" y="204"/>
                    <a:pt x="62" y="203"/>
                    <a:pt x="60" y="203"/>
                  </a:cubicBezTo>
                  <a:cubicBezTo>
                    <a:pt x="59" y="202"/>
                    <a:pt x="58" y="201"/>
                    <a:pt x="58" y="201"/>
                  </a:cubicBezTo>
                  <a:cubicBezTo>
                    <a:pt x="57" y="202"/>
                    <a:pt x="57" y="202"/>
                    <a:pt x="57" y="203"/>
                  </a:cubicBezTo>
                  <a:cubicBezTo>
                    <a:pt x="56" y="204"/>
                    <a:pt x="56" y="205"/>
                    <a:pt x="54" y="205"/>
                  </a:cubicBezTo>
                  <a:cubicBezTo>
                    <a:pt x="51" y="206"/>
                    <a:pt x="44" y="206"/>
                    <a:pt x="39" y="205"/>
                  </a:cubicBezTo>
                  <a:cubicBezTo>
                    <a:pt x="35" y="205"/>
                    <a:pt x="33" y="205"/>
                    <a:pt x="31" y="205"/>
                  </a:cubicBezTo>
                  <a:cubicBezTo>
                    <a:pt x="30" y="205"/>
                    <a:pt x="30" y="207"/>
                    <a:pt x="30" y="208"/>
                  </a:cubicBezTo>
                  <a:cubicBezTo>
                    <a:pt x="29" y="210"/>
                    <a:pt x="28" y="211"/>
                    <a:pt x="26" y="211"/>
                  </a:cubicBezTo>
                  <a:cubicBezTo>
                    <a:pt x="24" y="211"/>
                    <a:pt x="22" y="209"/>
                    <a:pt x="19" y="206"/>
                  </a:cubicBezTo>
                  <a:cubicBezTo>
                    <a:pt x="17" y="204"/>
                    <a:pt x="15" y="202"/>
                    <a:pt x="14" y="202"/>
                  </a:cubicBezTo>
                  <a:cubicBezTo>
                    <a:pt x="12" y="202"/>
                    <a:pt x="11" y="202"/>
                    <a:pt x="11" y="202"/>
                  </a:cubicBezTo>
                  <a:cubicBezTo>
                    <a:pt x="10" y="202"/>
                    <a:pt x="10" y="203"/>
                    <a:pt x="10" y="204"/>
                  </a:cubicBezTo>
                  <a:cubicBezTo>
                    <a:pt x="10" y="205"/>
                    <a:pt x="9" y="206"/>
                    <a:pt x="9" y="207"/>
                  </a:cubicBezTo>
                  <a:cubicBezTo>
                    <a:pt x="9" y="210"/>
                    <a:pt x="9" y="212"/>
                    <a:pt x="8" y="215"/>
                  </a:cubicBezTo>
                  <a:cubicBezTo>
                    <a:pt x="6" y="218"/>
                    <a:pt x="2" y="221"/>
                    <a:pt x="0" y="222"/>
                  </a:cubicBezTo>
                  <a:cubicBezTo>
                    <a:pt x="0" y="222"/>
                    <a:pt x="0" y="223"/>
                    <a:pt x="0" y="224"/>
                  </a:cubicBezTo>
                  <a:cubicBezTo>
                    <a:pt x="1" y="225"/>
                    <a:pt x="1" y="227"/>
                    <a:pt x="2" y="230"/>
                  </a:cubicBezTo>
                  <a:cubicBezTo>
                    <a:pt x="3" y="233"/>
                    <a:pt x="3" y="235"/>
                    <a:pt x="3" y="236"/>
                  </a:cubicBezTo>
                  <a:cubicBezTo>
                    <a:pt x="3" y="238"/>
                    <a:pt x="3" y="238"/>
                    <a:pt x="4" y="241"/>
                  </a:cubicBezTo>
                  <a:cubicBezTo>
                    <a:pt x="4" y="241"/>
                    <a:pt x="5" y="242"/>
                    <a:pt x="5" y="243"/>
                  </a:cubicBezTo>
                  <a:cubicBezTo>
                    <a:pt x="6" y="244"/>
                    <a:pt x="6" y="244"/>
                    <a:pt x="6" y="245"/>
                  </a:cubicBezTo>
                  <a:cubicBezTo>
                    <a:pt x="7" y="245"/>
                    <a:pt x="7" y="245"/>
                    <a:pt x="9" y="246"/>
                  </a:cubicBezTo>
                  <a:cubicBezTo>
                    <a:pt x="9" y="247"/>
                    <a:pt x="9" y="247"/>
                    <a:pt x="9" y="247"/>
                  </a:cubicBezTo>
                  <a:cubicBezTo>
                    <a:pt x="11" y="248"/>
                    <a:pt x="12" y="249"/>
                    <a:pt x="13" y="250"/>
                  </a:cubicBezTo>
                  <a:cubicBezTo>
                    <a:pt x="14" y="251"/>
                    <a:pt x="15" y="252"/>
                    <a:pt x="15" y="255"/>
                  </a:cubicBezTo>
                  <a:cubicBezTo>
                    <a:pt x="16" y="257"/>
                    <a:pt x="16" y="258"/>
                    <a:pt x="16" y="260"/>
                  </a:cubicBezTo>
                  <a:cubicBezTo>
                    <a:pt x="17" y="262"/>
                    <a:pt x="17" y="264"/>
                    <a:pt x="17" y="265"/>
                  </a:cubicBezTo>
                  <a:cubicBezTo>
                    <a:pt x="17" y="267"/>
                    <a:pt x="16" y="268"/>
                    <a:pt x="16" y="269"/>
                  </a:cubicBezTo>
                  <a:cubicBezTo>
                    <a:pt x="16" y="270"/>
                    <a:pt x="15" y="271"/>
                    <a:pt x="15" y="272"/>
                  </a:cubicBezTo>
                  <a:cubicBezTo>
                    <a:pt x="16" y="273"/>
                    <a:pt x="16" y="274"/>
                    <a:pt x="17" y="274"/>
                  </a:cubicBezTo>
                  <a:cubicBezTo>
                    <a:pt x="18" y="275"/>
                    <a:pt x="19" y="275"/>
                    <a:pt x="20" y="275"/>
                  </a:cubicBezTo>
                  <a:cubicBezTo>
                    <a:pt x="20" y="275"/>
                    <a:pt x="21" y="275"/>
                    <a:pt x="21" y="274"/>
                  </a:cubicBezTo>
                  <a:cubicBezTo>
                    <a:pt x="22" y="273"/>
                    <a:pt x="23" y="272"/>
                    <a:pt x="25" y="272"/>
                  </a:cubicBezTo>
                  <a:cubicBezTo>
                    <a:pt x="26" y="272"/>
                    <a:pt x="27" y="273"/>
                    <a:pt x="28" y="275"/>
                  </a:cubicBezTo>
                  <a:cubicBezTo>
                    <a:pt x="29" y="275"/>
                    <a:pt x="30" y="276"/>
                    <a:pt x="31" y="276"/>
                  </a:cubicBezTo>
                  <a:cubicBezTo>
                    <a:pt x="32" y="276"/>
                    <a:pt x="34" y="275"/>
                    <a:pt x="36" y="274"/>
                  </a:cubicBezTo>
                  <a:cubicBezTo>
                    <a:pt x="38" y="273"/>
                    <a:pt x="40" y="272"/>
                    <a:pt x="42" y="272"/>
                  </a:cubicBezTo>
                  <a:cubicBezTo>
                    <a:pt x="44" y="272"/>
                    <a:pt x="45" y="273"/>
                    <a:pt x="47" y="274"/>
                  </a:cubicBezTo>
                  <a:cubicBezTo>
                    <a:pt x="48" y="275"/>
                    <a:pt x="49" y="275"/>
                    <a:pt x="49" y="275"/>
                  </a:cubicBezTo>
                  <a:cubicBezTo>
                    <a:pt x="50" y="274"/>
                    <a:pt x="52" y="274"/>
                    <a:pt x="53" y="273"/>
                  </a:cubicBezTo>
                  <a:cubicBezTo>
                    <a:pt x="55" y="272"/>
                    <a:pt x="57" y="271"/>
                    <a:pt x="57" y="271"/>
                  </a:cubicBezTo>
                  <a:cubicBezTo>
                    <a:pt x="57" y="270"/>
                    <a:pt x="57" y="270"/>
                    <a:pt x="57" y="270"/>
                  </a:cubicBezTo>
                  <a:cubicBezTo>
                    <a:pt x="57" y="269"/>
                    <a:pt x="57" y="269"/>
                    <a:pt x="57" y="269"/>
                  </a:cubicBezTo>
                  <a:cubicBezTo>
                    <a:pt x="57" y="267"/>
                    <a:pt x="58" y="265"/>
                    <a:pt x="60" y="265"/>
                  </a:cubicBezTo>
                  <a:cubicBezTo>
                    <a:pt x="62" y="265"/>
                    <a:pt x="63" y="265"/>
                    <a:pt x="65" y="267"/>
                  </a:cubicBezTo>
                  <a:cubicBezTo>
                    <a:pt x="66" y="268"/>
                    <a:pt x="67" y="270"/>
                    <a:pt x="68" y="272"/>
                  </a:cubicBezTo>
                  <a:cubicBezTo>
                    <a:pt x="69" y="275"/>
                    <a:pt x="70" y="276"/>
                    <a:pt x="70" y="278"/>
                  </a:cubicBezTo>
                  <a:cubicBezTo>
                    <a:pt x="70" y="280"/>
                    <a:pt x="70" y="281"/>
                    <a:pt x="71" y="283"/>
                  </a:cubicBezTo>
                  <a:cubicBezTo>
                    <a:pt x="73" y="285"/>
                    <a:pt x="74" y="285"/>
                    <a:pt x="75" y="286"/>
                  </a:cubicBezTo>
                  <a:cubicBezTo>
                    <a:pt x="77" y="287"/>
                    <a:pt x="78" y="288"/>
                    <a:pt x="77" y="290"/>
                  </a:cubicBezTo>
                  <a:cubicBezTo>
                    <a:pt x="77" y="291"/>
                    <a:pt x="76" y="292"/>
                    <a:pt x="75" y="294"/>
                  </a:cubicBezTo>
                  <a:cubicBezTo>
                    <a:pt x="75" y="295"/>
                    <a:pt x="74" y="296"/>
                    <a:pt x="74" y="296"/>
                  </a:cubicBezTo>
                  <a:cubicBezTo>
                    <a:pt x="74" y="296"/>
                    <a:pt x="75" y="296"/>
                    <a:pt x="76" y="296"/>
                  </a:cubicBezTo>
                  <a:cubicBezTo>
                    <a:pt x="78" y="296"/>
                    <a:pt x="80" y="296"/>
                    <a:pt x="81" y="298"/>
                  </a:cubicBezTo>
                  <a:cubicBezTo>
                    <a:pt x="81" y="299"/>
                    <a:pt x="81" y="300"/>
                    <a:pt x="81" y="301"/>
                  </a:cubicBezTo>
                  <a:cubicBezTo>
                    <a:pt x="81" y="301"/>
                    <a:pt x="81" y="302"/>
                    <a:pt x="82" y="304"/>
                  </a:cubicBezTo>
                  <a:cubicBezTo>
                    <a:pt x="82" y="307"/>
                    <a:pt x="85" y="311"/>
                    <a:pt x="86" y="312"/>
                  </a:cubicBezTo>
                  <a:cubicBezTo>
                    <a:pt x="88" y="311"/>
                    <a:pt x="89" y="310"/>
                    <a:pt x="89" y="310"/>
                  </a:cubicBezTo>
                  <a:cubicBezTo>
                    <a:pt x="90" y="309"/>
                    <a:pt x="91" y="309"/>
                    <a:pt x="93" y="309"/>
                  </a:cubicBezTo>
                  <a:cubicBezTo>
                    <a:pt x="94" y="309"/>
                    <a:pt x="96" y="309"/>
                    <a:pt x="97" y="310"/>
                  </a:cubicBezTo>
                  <a:cubicBezTo>
                    <a:pt x="98" y="311"/>
                    <a:pt x="99" y="311"/>
                    <a:pt x="99" y="311"/>
                  </a:cubicBezTo>
                  <a:cubicBezTo>
                    <a:pt x="101" y="313"/>
                    <a:pt x="102" y="313"/>
                    <a:pt x="104" y="313"/>
                  </a:cubicBezTo>
                  <a:cubicBezTo>
                    <a:pt x="105" y="313"/>
                    <a:pt x="106" y="312"/>
                    <a:pt x="107" y="312"/>
                  </a:cubicBezTo>
                  <a:cubicBezTo>
                    <a:pt x="107" y="312"/>
                    <a:pt x="107" y="312"/>
                    <a:pt x="107" y="312"/>
                  </a:cubicBezTo>
                  <a:cubicBezTo>
                    <a:pt x="108" y="311"/>
                    <a:pt x="109" y="310"/>
                    <a:pt x="111" y="310"/>
                  </a:cubicBezTo>
                  <a:cubicBezTo>
                    <a:pt x="112" y="309"/>
                    <a:pt x="112" y="308"/>
                    <a:pt x="112" y="307"/>
                  </a:cubicBezTo>
                  <a:cubicBezTo>
                    <a:pt x="113" y="306"/>
                    <a:pt x="113" y="304"/>
                    <a:pt x="115" y="304"/>
                  </a:cubicBezTo>
                  <a:cubicBezTo>
                    <a:pt x="116" y="303"/>
                    <a:pt x="117" y="303"/>
                    <a:pt x="118" y="303"/>
                  </a:cubicBezTo>
                  <a:cubicBezTo>
                    <a:pt x="119" y="303"/>
                    <a:pt x="120" y="303"/>
                    <a:pt x="121" y="304"/>
                  </a:cubicBezTo>
                  <a:cubicBezTo>
                    <a:pt x="122" y="304"/>
                    <a:pt x="123" y="305"/>
                    <a:pt x="123" y="306"/>
                  </a:cubicBezTo>
                  <a:cubicBezTo>
                    <a:pt x="123" y="306"/>
                    <a:pt x="123" y="306"/>
                    <a:pt x="123" y="306"/>
                  </a:cubicBezTo>
                  <a:cubicBezTo>
                    <a:pt x="123" y="307"/>
                    <a:pt x="123" y="308"/>
                    <a:pt x="123" y="308"/>
                  </a:cubicBezTo>
                  <a:cubicBezTo>
                    <a:pt x="123" y="310"/>
                    <a:pt x="123" y="311"/>
                    <a:pt x="124" y="312"/>
                  </a:cubicBezTo>
                  <a:cubicBezTo>
                    <a:pt x="126" y="313"/>
                    <a:pt x="127" y="312"/>
                    <a:pt x="129" y="311"/>
                  </a:cubicBezTo>
                  <a:cubicBezTo>
                    <a:pt x="130" y="310"/>
                    <a:pt x="130" y="310"/>
                    <a:pt x="130" y="310"/>
                  </a:cubicBezTo>
                  <a:cubicBezTo>
                    <a:pt x="131" y="309"/>
                    <a:pt x="134" y="308"/>
                    <a:pt x="136" y="308"/>
                  </a:cubicBezTo>
                  <a:cubicBezTo>
                    <a:pt x="136" y="308"/>
                    <a:pt x="136" y="308"/>
                    <a:pt x="136" y="308"/>
                  </a:cubicBezTo>
                  <a:cubicBezTo>
                    <a:pt x="136" y="307"/>
                    <a:pt x="136" y="307"/>
                    <a:pt x="136" y="306"/>
                  </a:cubicBezTo>
                  <a:cubicBezTo>
                    <a:pt x="136" y="303"/>
                    <a:pt x="136" y="299"/>
                    <a:pt x="137" y="297"/>
                  </a:cubicBezTo>
                  <a:cubicBezTo>
                    <a:pt x="137" y="296"/>
                    <a:pt x="138" y="296"/>
                    <a:pt x="139" y="29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7" name="Freeform 401">
              <a:extLst>
                <a:ext uri="{FF2B5EF4-FFF2-40B4-BE49-F238E27FC236}">
                  <a16:creationId xmlns:a16="http://schemas.microsoft.com/office/drawing/2014/main" id="{5D6F9BD8-BAF4-ED3A-8B32-22DACF2CB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181" y="2311071"/>
              <a:ext cx="248228" cy="236945"/>
            </a:xfrm>
            <a:custGeom>
              <a:avLst/>
              <a:gdLst>
                <a:gd name="T0" fmla="*/ 7 w 226"/>
                <a:gd name="T1" fmla="*/ 2 h 220"/>
                <a:gd name="T2" fmla="*/ 3 w 226"/>
                <a:gd name="T3" fmla="*/ 12 h 220"/>
                <a:gd name="T4" fmla="*/ 2 w 226"/>
                <a:gd name="T5" fmla="*/ 28 h 220"/>
                <a:gd name="T6" fmla="*/ 2 w 226"/>
                <a:gd name="T7" fmla="*/ 41 h 220"/>
                <a:gd name="T8" fmla="*/ 4 w 226"/>
                <a:gd name="T9" fmla="*/ 64 h 220"/>
                <a:gd name="T10" fmla="*/ 5 w 226"/>
                <a:gd name="T11" fmla="*/ 201 h 220"/>
                <a:gd name="T12" fmla="*/ 128 w 226"/>
                <a:gd name="T13" fmla="*/ 210 h 220"/>
                <a:gd name="T14" fmla="*/ 135 w 226"/>
                <a:gd name="T15" fmla="*/ 208 h 220"/>
                <a:gd name="T16" fmla="*/ 140 w 226"/>
                <a:gd name="T17" fmla="*/ 213 h 220"/>
                <a:gd name="T18" fmla="*/ 172 w 226"/>
                <a:gd name="T19" fmla="*/ 213 h 220"/>
                <a:gd name="T20" fmla="*/ 181 w 226"/>
                <a:gd name="T21" fmla="*/ 219 h 220"/>
                <a:gd name="T22" fmla="*/ 189 w 226"/>
                <a:gd name="T23" fmla="*/ 217 h 220"/>
                <a:gd name="T24" fmla="*/ 193 w 226"/>
                <a:gd name="T25" fmla="*/ 209 h 220"/>
                <a:gd name="T26" fmla="*/ 205 w 226"/>
                <a:gd name="T27" fmla="*/ 206 h 220"/>
                <a:gd name="T28" fmla="*/ 210 w 226"/>
                <a:gd name="T29" fmla="*/ 195 h 220"/>
                <a:gd name="T30" fmla="*/ 223 w 226"/>
                <a:gd name="T31" fmla="*/ 189 h 220"/>
                <a:gd name="T32" fmla="*/ 221 w 226"/>
                <a:gd name="T33" fmla="*/ 174 h 220"/>
                <a:gd name="T34" fmla="*/ 226 w 226"/>
                <a:gd name="T35" fmla="*/ 171 h 220"/>
                <a:gd name="T36" fmla="*/ 215 w 226"/>
                <a:gd name="T37" fmla="*/ 160 h 220"/>
                <a:gd name="T38" fmla="*/ 196 w 226"/>
                <a:gd name="T39" fmla="*/ 125 h 220"/>
                <a:gd name="T40" fmla="*/ 189 w 226"/>
                <a:gd name="T41" fmla="*/ 108 h 220"/>
                <a:gd name="T42" fmla="*/ 180 w 226"/>
                <a:gd name="T43" fmla="*/ 84 h 220"/>
                <a:gd name="T44" fmla="*/ 166 w 226"/>
                <a:gd name="T45" fmla="*/ 70 h 220"/>
                <a:gd name="T46" fmla="*/ 159 w 226"/>
                <a:gd name="T47" fmla="*/ 55 h 220"/>
                <a:gd name="T48" fmla="*/ 157 w 226"/>
                <a:gd name="T49" fmla="*/ 42 h 220"/>
                <a:gd name="T50" fmla="*/ 159 w 226"/>
                <a:gd name="T51" fmla="*/ 39 h 220"/>
                <a:gd name="T52" fmla="*/ 166 w 226"/>
                <a:gd name="T53" fmla="*/ 53 h 220"/>
                <a:gd name="T54" fmla="*/ 173 w 226"/>
                <a:gd name="T55" fmla="*/ 66 h 220"/>
                <a:gd name="T56" fmla="*/ 189 w 226"/>
                <a:gd name="T57" fmla="*/ 84 h 220"/>
                <a:gd name="T58" fmla="*/ 199 w 226"/>
                <a:gd name="T59" fmla="*/ 73 h 220"/>
                <a:gd name="T60" fmla="*/ 206 w 226"/>
                <a:gd name="T61" fmla="*/ 53 h 220"/>
                <a:gd name="T62" fmla="*/ 187 w 226"/>
                <a:gd name="T63" fmla="*/ 11 h 220"/>
                <a:gd name="T64" fmla="*/ 176 w 226"/>
                <a:gd name="T65" fmla="*/ 11 h 220"/>
                <a:gd name="T66" fmla="*/ 172 w 226"/>
                <a:gd name="T67" fmla="*/ 13 h 220"/>
                <a:gd name="T68" fmla="*/ 170 w 226"/>
                <a:gd name="T69" fmla="*/ 10 h 220"/>
                <a:gd name="T70" fmla="*/ 161 w 226"/>
                <a:gd name="T71" fmla="*/ 13 h 220"/>
                <a:gd name="T72" fmla="*/ 153 w 226"/>
                <a:gd name="T73" fmla="*/ 8 h 220"/>
                <a:gd name="T74" fmla="*/ 154 w 226"/>
                <a:gd name="T75" fmla="*/ 10 h 220"/>
                <a:gd name="T76" fmla="*/ 148 w 226"/>
                <a:gd name="T77" fmla="*/ 11 h 220"/>
                <a:gd name="T78" fmla="*/ 144 w 226"/>
                <a:gd name="T79" fmla="*/ 5 h 220"/>
                <a:gd name="T80" fmla="*/ 140 w 226"/>
                <a:gd name="T81" fmla="*/ 5 h 220"/>
                <a:gd name="T82" fmla="*/ 132 w 226"/>
                <a:gd name="T83" fmla="*/ 2 h 220"/>
                <a:gd name="T84" fmla="*/ 122 w 226"/>
                <a:gd name="T85" fmla="*/ 3 h 220"/>
                <a:gd name="T86" fmla="*/ 113 w 226"/>
                <a:gd name="T87" fmla="*/ 7 h 220"/>
                <a:gd name="T88" fmla="*/ 109 w 226"/>
                <a:gd name="T89" fmla="*/ 9 h 220"/>
                <a:gd name="T90" fmla="*/ 100 w 226"/>
                <a:gd name="T91" fmla="*/ 14 h 220"/>
                <a:gd name="T92" fmla="*/ 75 w 226"/>
                <a:gd name="T93" fmla="*/ 14 h 220"/>
                <a:gd name="T94" fmla="*/ 47 w 226"/>
                <a:gd name="T95" fmla="*/ 7 h 220"/>
                <a:gd name="T96" fmla="*/ 9 w 226"/>
                <a:gd name="T97" fmla="*/ 3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6" h="220">
                  <a:moveTo>
                    <a:pt x="9" y="3"/>
                  </a:moveTo>
                  <a:cubicBezTo>
                    <a:pt x="8" y="2"/>
                    <a:pt x="7" y="2"/>
                    <a:pt x="7" y="2"/>
                  </a:cubicBezTo>
                  <a:cubicBezTo>
                    <a:pt x="5" y="3"/>
                    <a:pt x="4" y="5"/>
                    <a:pt x="4" y="6"/>
                  </a:cubicBezTo>
                  <a:cubicBezTo>
                    <a:pt x="3" y="7"/>
                    <a:pt x="3" y="10"/>
                    <a:pt x="3" y="12"/>
                  </a:cubicBezTo>
                  <a:cubicBezTo>
                    <a:pt x="3" y="16"/>
                    <a:pt x="4" y="19"/>
                    <a:pt x="4" y="22"/>
                  </a:cubicBezTo>
                  <a:cubicBezTo>
                    <a:pt x="4" y="25"/>
                    <a:pt x="3" y="27"/>
                    <a:pt x="2" y="28"/>
                  </a:cubicBezTo>
                  <a:cubicBezTo>
                    <a:pt x="1" y="30"/>
                    <a:pt x="0" y="31"/>
                    <a:pt x="0" y="33"/>
                  </a:cubicBezTo>
                  <a:cubicBezTo>
                    <a:pt x="0" y="35"/>
                    <a:pt x="1" y="38"/>
                    <a:pt x="2" y="41"/>
                  </a:cubicBezTo>
                  <a:cubicBezTo>
                    <a:pt x="3" y="44"/>
                    <a:pt x="3" y="46"/>
                    <a:pt x="3" y="48"/>
                  </a:cubicBezTo>
                  <a:cubicBezTo>
                    <a:pt x="4" y="50"/>
                    <a:pt x="4" y="56"/>
                    <a:pt x="4" y="64"/>
                  </a:cubicBezTo>
                  <a:cubicBezTo>
                    <a:pt x="4" y="75"/>
                    <a:pt x="4" y="90"/>
                    <a:pt x="4" y="95"/>
                  </a:cubicBezTo>
                  <a:cubicBezTo>
                    <a:pt x="4" y="103"/>
                    <a:pt x="5" y="159"/>
                    <a:pt x="5" y="201"/>
                  </a:cubicBezTo>
                  <a:cubicBezTo>
                    <a:pt x="5" y="212"/>
                    <a:pt x="5" y="212"/>
                    <a:pt x="5" y="212"/>
                  </a:cubicBezTo>
                  <a:cubicBezTo>
                    <a:pt x="17" y="212"/>
                    <a:pt x="125" y="211"/>
                    <a:pt x="128" y="210"/>
                  </a:cubicBezTo>
                  <a:cubicBezTo>
                    <a:pt x="129" y="210"/>
                    <a:pt x="130" y="210"/>
                    <a:pt x="131" y="209"/>
                  </a:cubicBezTo>
                  <a:cubicBezTo>
                    <a:pt x="133" y="209"/>
                    <a:pt x="134" y="208"/>
                    <a:pt x="135" y="208"/>
                  </a:cubicBezTo>
                  <a:cubicBezTo>
                    <a:pt x="137" y="208"/>
                    <a:pt x="138" y="210"/>
                    <a:pt x="139" y="211"/>
                  </a:cubicBezTo>
                  <a:cubicBezTo>
                    <a:pt x="139" y="212"/>
                    <a:pt x="140" y="212"/>
                    <a:pt x="140" y="213"/>
                  </a:cubicBezTo>
                  <a:cubicBezTo>
                    <a:pt x="141" y="213"/>
                    <a:pt x="150" y="213"/>
                    <a:pt x="158" y="213"/>
                  </a:cubicBezTo>
                  <a:cubicBezTo>
                    <a:pt x="165" y="213"/>
                    <a:pt x="170" y="213"/>
                    <a:pt x="172" y="213"/>
                  </a:cubicBezTo>
                  <a:cubicBezTo>
                    <a:pt x="175" y="213"/>
                    <a:pt x="176" y="214"/>
                    <a:pt x="177" y="216"/>
                  </a:cubicBezTo>
                  <a:cubicBezTo>
                    <a:pt x="178" y="217"/>
                    <a:pt x="179" y="218"/>
                    <a:pt x="181" y="219"/>
                  </a:cubicBezTo>
                  <a:cubicBezTo>
                    <a:pt x="184" y="220"/>
                    <a:pt x="186" y="219"/>
                    <a:pt x="189" y="217"/>
                  </a:cubicBezTo>
                  <a:cubicBezTo>
                    <a:pt x="189" y="217"/>
                    <a:pt x="189" y="217"/>
                    <a:pt x="189" y="217"/>
                  </a:cubicBezTo>
                  <a:cubicBezTo>
                    <a:pt x="191" y="216"/>
                    <a:pt x="191" y="215"/>
                    <a:pt x="191" y="213"/>
                  </a:cubicBezTo>
                  <a:cubicBezTo>
                    <a:pt x="191" y="211"/>
                    <a:pt x="191" y="210"/>
                    <a:pt x="193" y="209"/>
                  </a:cubicBezTo>
                  <a:cubicBezTo>
                    <a:pt x="194" y="208"/>
                    <a:pt x="196" y="208"/>
                    <a:pt x="198" y="208"/>
                  </a:cubicBezTo>
                  <a:cubicBezTo>
                    <a:pt x="200" y="207"/>
                    <a:pt x="203" y="207"/>
                    <a:pt x="205" y="206"/>
                  </a:cubicBezTo>
                  <a:cubicBezTo>
                    <a:pt x="207" y="204"/>
                    <a:pt x="207" y="202"/>
                    <a:pt x="208" y="200"/>
                  </a:cubicBezTo>
                  <a:cubicBezTo>
                    <a:pt x="208" y="198"/>
                    <a:pt x="209" y="196"/>
                    <a:pt x="210" y="195"/>
                  </a:cubicBezTo>
                  <a:cubicBezTo>
                    <a:pt x="212" y="193"/>
                    <a:pt x="219" y="190"/>
                    <a:pt x="223" y="189"/>
                  </a:cubicBezTo>
                  <a:cubicBezTo>
                    <a:pt x="223" y="189"/>
                    <a:pt x="223" y="189"/>
                    <a:pt x="223" y="189"/>
                  </a:cubicBezTo>
                  <a:cubicBezTo>
                    <a:pt x="223" y="188"/>
                    <a:pt x="223" y="188"/>
                    <a:pt x="223" y="187"/>
                  </a:cubicBezTo>
                  <a:cubicBezTo>
                    <a:pt x="222" y="183"/>
                    <a:pt x="221" y="176"/>
                    <a:pt x="221" y="174"/>
                  </a:cubicBezTo>
                  <a:cubicBezTo>
                    <a:pt x="222" y="172"/>
                    <a:pt x="223" y="172"/>
                    <a:pt x="224" y="172"/>
                  </a:cubicBezTo>
                  <a:cubicBezTo>
                    <a:pt x="225" y="172"/>
                    <a:pt x="226" y="172"/>
                    <a:pt x="226" y="171"/>
                  </a:cubicBezTo>
                  <a:cubicBezTo>
                    <a:pt x="225" y="169"/>
                    <a:pt x="224" y="169"/>
                    <a:pt x="222" y="168"/>
                  </a:cubicBezTo>
                  <a:cubicBezTo>
                    <a:pt x="220" y="166"/>
                    <a:pt x="217" y="163"/>
                    <a:pt x="215" y="160"/>
                  </a:cubicBezTo>
                  <a:cubicBezTo>
                    <a:pt x="213" y="158"/>
                    <a:pt x="208" y="152"/>
                    <a:pt x="206" y="146"/>
                  </a:cubicBezTo>
                  <a:cubicBezTo>
                    <a:pt x="204" y="139"/>
                    <a:pt x="197" y="128"/>
                    <a:pt x="196" y="125"/>
                  </a:cubicBezTo>
                  <a:cubicBezTo>
                    <a:pt x="194" y="122"/>
                    <a:pt x="191" y="117"/>
                    <a:pt x="190" y="115"/>
                  </a:cubicBezTo>
                  <a:cubicBezTo>
                    <a:pt x="189" y="113"/>
                    <a:pt x="189" y="110"/>
                    <a:pt x="189" y="108"/>
                  </a:cubicBezTo>
                  <a:cubicBezTo>
                    <a:pt x="190" y="106"/>
                    <a:pt x="188" y="101"/>
                    <a:pt x="185" y="95"/>
                  </a:cubicBezTo>
                  <a:cubicBezTo>
                    <a:pt x="183" y="88"/>
                    <a:pt x="181" y="85"/>
                    <a:pt x="180" y="84"/>
                  </a:cubicBezTo>
                  <a:cubicBezTo>
                    <a:pt x="179" y="83"/>
                    <a:pt x="177" y="80"/>
                    <a:pt x="173" y="77"/>
                  </a:cubicBezTo>
                  <a:cubicBezTo>
                    <a:pt x="170" y="74"/>
                    <a:pt x="166" y="72"/>
                    <a:pt x="166" y="70"/>
                  </a:cubicBezTo>
                  <a:cubicBezTo>
                    <a:pt x="165" y="67"/>
                    <a:pt x="166" y="64"/>
                    <a:pt x="164" y="62"/>
                  </a:cubicBezTo>
                  <a:cubicBezTo>
                    <a:pt x="162" y="59"/>
                    <a:pt x="160" y="57"/>
                    <a:pt x="159" y="55"/>
                  </a:cubicBezTo>
                  <a:cubicBezTo>
                    <a:pt x="158" y="52"/>
                    <a:pt x="156" y="50"/>
                    <a:pt x="156" y="48"/>
                  </a:cubicBezTo>
                  <a:cubicBezTo>
                    <a:pt x="156" y="46"/>
                    <a:pt x="155" y="44"/>
                    <a:pt x="157" y="42"/>
                  </a:cubicBezTo>
                  <a:cubicBezTo>
                    <a:pt x="158" y="41"/>
                    <a:pt x="158" y="40"/>
                    <a:pt x="158" y="39"/>
                  </a:cubicBezTo>
                  <a:cubicBezTo>
                    <a:pt x="159" y="39"/>
                    <a:pt x="159" y="39"/>
                    <a:pt x="159" y="39"/>
                  </a:cubicBezTo>
                  <a:cubicBezTo>
                    <a:pt x="163" y="39"/>
                    <a:pt x="161" y="40"/>
                    <a:pt x="162" y="44"/>
                  </a:cubicBezTo>
                  <a:cubicBezTo>
                    <a:pt x="164" y="46"/>
                    <a:pt x="164" y="49"/>
                    <a:pt x="166" y="53"/>
                  </a:cubicBezTo>
                  <a:cubicBezTo>
                    <a:pt x="167" y="57"/>
                    <a:pt x="170" y="57"/>
                    <a:pt x="173" y="59"/>
                  </a:cubicBezTo>
                  <a:cubicBezTo>
                    <a:pt x="176" y="61"/>
                    <a:pt x="173" y="63"/>
                    <a:pt x="173" y="66"/>
                  </a:cubicBezTo>
                  <a:cubicBezTo>
                    <a:pt x="173" y="69"/>
                    <a:pt x="174" y="71"/>
                    <a:pt x="176" y="73"/>
                  </a:cubicBezTo>
                  <a:cubicBezTo>
                    <a:pt x="177" y="75"/>
                    <a:pt x="186" y="82"/>
                    <a:pt x="189" y="84"/>
                  </a:cubicBezTo>
                  <a:cubicBezTo>
                    <a:pt x="192" y="86"/>
                    <a:pt x="193" y="89"/>
                    <a:pt x="195" y="88"/>
                  </a:cubicBezTo>
                  <a:cubicBezTo>
                    <a:pt x="197" y="88"/>
                    <a:pt x="198" y="77"/>
                    <a:pt x="199" y="73"/>
                  </a:cubicBezTo>
                  <a:cubicBezTo>
                    <a:pt x="200" y="69"/>
                    <a:pt x="202" y="66"/>
                    <a:pt x="204" y="61"/>
                  </a:cubicBezTo>
                  <a:cubicBezTo>
                    <a:pt x="205" y="57"/>
                    <a:pt x="205" y="55"/>
                    <a:pt x="206" y="53"/>
                  </a:cubicBezTo>
                  <a:cubicBezTo>
                    <a:pt x="204" y="47"/>
                    <a:pt x="197" y="19"/>
                    <a:pt x="194" y="7"/>
                  </a:cubicBezTo>
                  <a:cubicBezTo>
                    <a:pt x="192" y="9"/>
                    <a:pt x="189" y="10"/>
                    <a:pt x="187" y="11"/>
                  </a:cubicBezTo>
                  <a:cubicBezTo>
                    <a:pt x="184" y="12"/>
                    <a:pt x="183" y="11"/>
                    <a:pt x="181" y="11"/>
                  </a:cubicBezTo>
                  <a:cubicBezTo>
                    <a:pt x="179" y="11"/>
                    <a:pt x="177" y="10"/>
                    <a:pt x="176" y="11"/>
                  </a:cubicBezTo>
                  <a:cubicBezTo>
                    <a:pt x="175" y="11"/>
                    <a:pt x="176" y="12"/>
                    <a:pt x="176" y="13"/>
                  </a:cubicBezTo>
                  <a:cubicBezTo>
                    <a:pt x="176" y="14"/>
                    <a:pt x="173" y="13"/>
                    <a:pt x="172" y="13"/>
                  </a:cubicBezTo>
                  <a:cubicBezTo>
                    <a:pt x="171" y="12"/>
                    <a:pt x="173" y="11"/>
                    <a:pt x="173" y="11"/>
                  </a:cubicBezTo>
                  <a:cubicBezTo>
                    <a:pt x="174" y="10"/>
                    <a:pt x="173" y="10"/>
                    <a:pt x="170" y="10"/>
                  </a:cubicBezTo>
                  <a:cubicBezTo>
                    <a:pt x="168" y="11"/>
                    <a:pt x="168" y="11"/>
                    <a:pt x="166" y="13"/>
                  </a:cubicBezTo>
                  <a:cubicBezTo>
                    <a:pt x="164" y="14"/>
                    <a:pt x="162" y="13"/>
                    <a:pt x="161" y="13"/>
                  </a:cubicBezTo>
                  <a:cubicBezTo>
                    <a:pt x="159" y="13"/>
                    <a:pt x="158" y="11"/>
                    <a:pt x="157" y="10"/>
                  </a:cubicBezTo>
                  <a:cubicBezTo>
                    <a:pt x="155" y="9"/>
                    <a:pt x="155" y="9"/>
                    <a:pt x="153" y="8"/>
                  </a:cubicBezTo>
                  <a:cubicBezTo>
                    <a:pt x="151" y="7"/>
                    <a:pt x="150" y="6"/>
                    <a:pt x="149" y="7"/>
                  </a:cubicBezTo>
                  <a:cubicBezTo>
                    <a:pt x="149" y="8"/>
                    <a:pt x="152" y="9"/>
                    <a:pt x="154" y="10"/>
                  </a:cubicBezTo>
                  <a:cubicBezTo>
                    <a:pt x="155" y="11"/>
                    <a:pt x="153" y="11"/>
                    <a:pt x="152" y="12"/>
                  </a:cubicBezTo>
                  <a:cubicBezTo>
                    <a:pt x="151" y="14"/>
                    <a:pt x="150" y="12"/>
                    <a:pt x="148" y="11"/>
                  </a:cubicBezTo>
                  <a:cubicBezTo>
                    <a:pt x="147" y="11"/>
                    <a:pt x="145" y="10"/>
                    <a:pt x="145" y="8"/>
                  </a:cubicBezTo>
                  <a:cubicBezTo>
                    <a:pt x="145" y="6"/>
                    <a:pt x="145" y="5"/>
                    <a:pt x="144" y="5"/>
                  </a:cubicBezTo>
                  <a:cubicBezTo>
                    <a:pt x="142" y="4"/>
                    <a:pt x="142" y="5"/>
                    <a:pt x="141" y="5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39" y="5"/>
                    <a:pt x="138" y="4"/>
                    <a:pt x="137" y="4"/>
                  </a:cubicBezTo>
                  <a:cubicBezTo>
                    <a:pt x="135" y="3"/>
                    <a:pt x="134" y="2"/>
                    <a:pt x="132" y="2"/>
                  </a:cubicBezTo>
                  <a:cubicBezTo>
                    <a:pt x="130" y="1"/>
                    <a:pt x="128" y="1"/>
                    <a:pt x="126" y="1"/>
                  </a:cubicBezTo>
                  <a:cubicBezTo>
                    <a:pt x="124" y="2"/>
                    <a:pt x="124" y="2"/>
                    <a:pt x="122" y="3"/>
                  </a:cubicBezTo>
                  <a:cubicBezTo>
                    <a:pt x="120" y="4"/>
                    <a:pt x="115" y="6"/>
                    <a:pt x="115" y="6"/>
                  </a:cubicBezTo>
                  <a:cubicBezTo>
                    <a:pt x="115" y="6"/>
                    <a:pt x="114" y="7"/>
                    <a:pt x="113" y="7"/>
                  </a:cubicBezTo>
                  <a:cubicBezTo>
                    <a:pt x="113" y="8"/>
                    <a:pt x="114" y="9"/>
                    <a:pt x="113" y="10"/>
                  </a:cubicBezTo>
                  <a:cubicBezTo>
                    <a:pt x="112" y="11"/>
                    <a:pt x="112" y="10"/>
                    <a:pt x="109" y="9"/>
                  </a:cubicBezTo>
                  <a:cubicBezTo>
                    <a:pt x="105" y="9"/>
                    <a:pt x="103" y="12"/>
                    <a:pt x="102" y="12"/>
                  </a:cubicBezTo>
                  <a:cubicBezTo>
                    <a:pt x="101" y="13"/>
                    <a:pt x="100" y="14"/>
                    <a:pt x="100" y="14"/>
                  </a:cubicBezTo>
                  <a:cubicBezTo>
                    <a:pt x="93" y="18"/>
                    <a:pt x="87" y="20"/>
                    <a:pt x="85" y="18"/>
                  </a:cubicBezTo>
                  <a:cubicBezTo>
                    <a:pt x="82" y="16"/>
                    <a:pt x="80" y="14"/>
                    <a:pt x="75" y="14"/>
                  </a:cubicBezTo>
                  <a:cubicBezTo>
                    <a:pt x="70" y="14"/>
                    <a:pt x="66" y="12"/>
                    <a:pt x="62" y="11"/>
                  </a:cubicBezTo>
                  <a:cubicBezTo>
                    <a:pt x="58" y="11"/>
                    <a:pt x="54" y="9"/>
                    <a:pt x="47" y="7"/>
                  </a:cubicBezTo>
                  <a:cubicBezTo>
                    <a:pt x="40" y="4"/>
                    <a:pt x="36" y="1"/>
                    <a:pt x="29" y="1"/>
                  </a:cubicBezTo>
                  <a:cubicBezTo>
                    <a:pt x="22" y="0"/>
                    <a:pt x="14" y="4"/>
                    <a:pt x="9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8" name="Freeform 402">
              <a:extLst>
                <a:ext uri="{FF2B5EF4-FFF2-40B4-BE49-F238E27FC236}">
                  <a16:creationId xmlns:a16="http://schemas.microsoft.com/office/drawing/2014/main" id="{AB3FEE4D-2637-1083-C0F9-AE8AA1F8B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875" y="3388607"/>
              <a:ext cx="170657" cy="152322"/>
            </a:xfrm>
            <a:custGeom>
              <a:avLst/>
              <a:gdLst>
                <a:gd name="T0" fmla="*/ 125 w 156"/>
                <a:gd name="T1" fmla="*/ 11 h 142"/>
                <a:gd name="T2" fmla="*/ 112 w 156"/>
                <a:gd name="T3" fmla="*/ 8 h 142"/>
                <a:gd name="T4" fmla="*/ 110 w 156"/>
                <a:gd name="T5" fmla="*/ 8 h 142"/>
                <a:gd name="T6" fmla="*/ 102 w 156"/>
                <a:gd name="T7" fmla="*/ 0 h 142"/>
                <a:gd name="T8" fmla="*/ 82 w 156"/>
                <a:gd name="T9" fmla="*/ 3 h 142"/>
                <a:gd name="T10" fmla="*/ 78 w 156"/>
                <a:gd name="T11" fmla="*/ 5 h 142"/>
                <a:gd name="T12" fmla="*/ 71 w 156"/>
                <a:gd name="T13" fmla="*/ 15 h 142"/>
                <a:gd name="T14" fmla="*/ 70 w 156"/>
                <a:gd name="T15" fmla="*/ 19 h 142"/>
                <a:gd name="T16" fmla="*/ 59 w 156"/>
                <a:gd name="T17" fmla="*/ 23 h 142"/>
                <a:gd name="T18" fmla="*/ 47 w 156"/>
                <a:gd name="T19" fmla="*/ 32 h 142"/>
                <a:gd name="T20" fmla="*/ 33 w 156"/>
                <a:gd name="T21" fmla="*/ 48 h 142"/>
                <a:gd name="T22" fmla="*/ 21 w 156"/>
                <a:gd name="T23" fmla="*/ 50 h 142"/>
                <a:gd name="T24" fmla="*/ 3 w 156"/>
                <a:gd name="T25" fmla="*/ 46 h 142"/>
                <a:gd name="T26" fmla="*/ 1 w 156"/>
                <a:gd name="T27" fmla="*/ 47 h 142"/>
                <a:gd name="T28" fmla="*/ 7 w 156"/>
                <a:gd name="T29" fmla="*/ 57 h 142"/>
                <a:gd name="T30" fmla="*/ 16 w 156"/>
                <a:gd name="T31" fmla="*/ 77 h 142"/>
                <a:gd name="T32" fmla="*/ 17 w 156"/>
                <a:gd name="T33" fmla="*/ 79 h 142"/>
                <a:gd name="T34" fmla="*/ 34 w 156"/>
                <a:gd name="T35" fmla="*/ 90 h 142"/>
                <a:gd name="T36" fmla="*/ 39 w 156"/>
                <a:gd name="T37" fmla="*/ 95 h 142"/>
                <a:gd name="T38" fmla="*/ 39 w 156"/>
                <a:gd name="T39" fmla="*/ 97 h 142"/>
                <a:gd name="T40" fmla="*/ 42 w 156"/>
                <a:gd name="T41" fmla="*/ 100 h 142"/>
                <a:gd name="T42" fmla="*/ 49 w 156"/>
                <a:gd name="T43" fmla="*/ 107 h 142"/>
                <a:gd name="T44" fmla="*/ 50 w 156"/>
                <a:gd name="T45" fmla="*/ 114 h 142"/>
                <a:gd name="T46" fmla="*/ 63 w 156"/>
                <a:gd name="T47" fmla="*/ 125 h 142"/>
                <a:gd name="T48" fmla="*/ 80 w 156"/>
                <a:gd name="T49" fmla="*/ 134 h 142"/>
                <a:gd name="T50" fmla="*/ 80 w 156"/>
                <a:gd name="T51" fmla="*/ 135 h 142"/>
                <a:gd name="T52" fmla="*/ 95 w 156"/>
                <a:gd name="T53" fmla="*/ 138 h 142"/>
                <a:gd name="T54" fmla="*/ 115 w 156"/>
                <a:gd name="T55" fmla="*/ 140 h 142"/>
                <a:gd name="T56" fmla="*/ 131 w 156"/>
                <a:gd name="T57" fmla="*/ 132 h 142"/>
                <a:gd name="T58" fmla="*/ 141 w 156"/>
                <a:gd name="T59" fmla="*/ 121 h 142"/>
                <a:gd name="T60" fmla="*/ 143 w 156"/>
                <a:gd name="T61" fmla="*/ 116 h 142"/>
                <a:gd name="T62" fmla="*/ 146 w 156"/>
                <a:gd name="T63" fmla="*/ 102 h 142"/>
                <a:gd name="T64" fmla="*/ 153 w 156"/>
                <a:gd name="T65" fmla="*/ 91 h 142"/>
                <a:gd name="T66" fmla="*/ 154 w 156"/>
                <a:gd name="T67" fmla="*/ 85 h 142"/>
                <a:gd name="T68" fmla="*/ 153 w 156"/>
                <a:gd name="T69" fmla="*/ 74 h 142"/>
                <a:gd name="T70" fmla="*/ 150 w 156"/>
                <a:gd name="T71" fmla="*/ 66 h 142"/>
                <a:gd name="T72" fmla="*/ 155 w 156"/>
                <a:gd name="T73" fmla="*/ 56 h 142"/>
                <a:gd name="T74" fmla="*/ 156 w 156"/>
                <a:gd name="T75" fmla="*/ 41 h 142"/>
                <a:gd name="T76" fmla="*/ 155 w 156"/>
                <a:gd name="T77" fmla="*/ 26 h 142"/>
                <a:gd name="T78" fmla="*/ 151 w 156"/>
                <a:gd name="T79" fmla="*/ 22 h 142"/>
                <a:gd name="T80" fmla="*/ 148 w 156"/>
                <a:gd name="T81" fmla="*/ 2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6" h="142">
                  <a:moveTo>
                    <a:pt x="140" y="18"/>
                  </a:moveTo>
                  <a:cubicBezTo>
                    <a:pt x="138" y="16"/>
                    <a:pt x="130" y="13"/>
                    <a:pt x="125" y="11"/>
                  </a:cubicBezTo>
                  <a:cubicBezTo>
                    <a:pt x="122" y="10"/>
                    <a:pt x="120" y="9"/>
                    <a:pt x="119" y="9"/>
                  </a:cubicBezTo>
                  <a:cubicBezTo>
                    <a:pt x="117" y="8"/>
                    <a:pt x="116" y="8"/>
                    <a:pt x="112" y="8"/>
                  </a:cubicBezTo>
                  <a:cubicBezTo>
                    <a:pt x="112" y="8"/>
                    <a:pt x="112" y="8"/>
                    <a:pt x="112" y="8"/>
                  </a:cubicBezTo>
                  <a:cubicBezTo>
                    <a:pt x="111" y="8"/>
                    <a:pt x="111" y="8"/>
                    <a:pt x="110" y="8"/>
                  </a:cubicBezTo>
                  <a:cubicBezTo>
                    <a:pt x="107" y="8"/>
                    <a:pt x="105" y="8"/>
                    <a:pt x="104" y="5"/>
                  </a:cubicBezTo>
                  <a:cubicBezTo>
                    <a:pt x="103" y="4"/>
                    <a:pt x="102" y="3"/>
                    <a:pt x="102" y="0"/>
                  </a:cubicBezTo>
                  <a:cubicBezTo>
                    <a:pt x="99" y="1"/>
                    <a:pt x="93" y="1"/>
                    <a:pt x="88" y="1"/>
                  </a:cubicBezTo>
                  <a:cubicBezTo>
                    <a:pt x="85" y="2"/>
                    <a:pt x="84" y="2"/>
                    <a:pt x="82" y="3"/>
                  </a:cubicBezTo>
                  <a:cubicBezTo>
                    <a:pt x="81" y="3"/>
                    <a:pt x="81" y="3"/>
                    <a:pt x="80" y="4"/>
                  </a:cubicBezTo>
                  <a:cubicBezTo>
                    <a:pt x="79" y="4"/>
                    <a:pt x="78" y="5"/>
                    <a:pt x="78" y="5"/>
                  </a:cubicBezTo>
                  <a:cubicBezTo>
                    <a:pt x="76" y="5"/>
                    <a:pt x="75" y="6"/>
                    <a:pt x="73" y="8"/>
                  </a:cubicBezTo>
                  <a:cubicBezTo>
                    <a:pt x="72" y="10"/>
                    <a:pt x="72" y="13"/>
                    <a:pt x="71" y="15"/>
                  </a:cubicBezTo>
                  <a:cubicBezTo>
                    <a:pt x="71" y="15"/>
                    <a:pt x="71" y="15"/>
                    <a:pt x="71" y="15"/>
                  </a:cubicBezTo>
                  <a:cubicBezTo>
                    <a:pt x="71" y="17"/>
                    <a:pt x="71" y="18"/>
                    <a:pt x="70" y="19"/>
                  </a:cubicBezTo>
                  <a:cubicBezTo>
                    <a:pt x="68" y="21"/>
                    <a:pt x="67" y="21"/>
                    <a:pt x="65" y="22"/>
                  </a:cubicBezTo>
                  <a:cubicBezTo>
                    <a:pt x="63" y="22"/>
                    <a:pt x="61" y="22"/>
                    <a:pt x="59" y="23"/>
                  </a:cubicBezTo>
                  <a:cubicBezTo>
                    <a:pt x="54" y="25"/>
                    <a:pt x="53" y="27"/>
                    <a:pt x="50" y="30"/>
                  </a:cubicBezTo>
                  <a:cubicBezTo>
                    <a:pt x="49" y="30"/>
                    <a:pt x="48" y="31"/>
                    <a:pt x="47" y="32"/>
                  </a:cubicBezTo>
                  <a:cubicBezTo>
                    <a:pt x="45" y="35"/>
                    <a:pt x="43" y="37"/>
                    <a:pt x="41" y="40"/>
                  </a:cubicBezTo>
                  <a:cubicBezTo>
                    <a:pt x="38" y="43"/>
                    <a:pt x="35" y="46"/>
                    <a:pt x="33" y="48"/>
                  </a:cubicBezTo>
                  <a:cubicBezTo>
                    <a:pt x="28" y="52"/>
                    <a:pt x="26" y="51"/>
                    <a:pt x="24" y="51"/>
                  </a:cubicBezTo>
                  <a:cubicBezTo>
                    <a:pt x="23" y="50"/>
                    <a:pt x="22" y="50"/>
                    <a:pt x="21" y="50"/>
                  </a:cubicBezTo>
                  <a:cubicBezTo>
                    <a:pt x="19" y="50"/>
                    <a:pt x="16" y="49"/>
                    <a:pt x="13" y="48"/>
                  </a:cubicBezTo>
                  <a:cubicBezTo>
                    <a:pt x="10" y="47"/>
                    <a:pt x="6" y="46"/>
                    <a:pt x="3" y="46"/>
                  </a:cubicBezTo>
                  <a:cubicBezTo>
                    <a:pt x="2" y="46"/>
                    <a:pt x="1" y="46"/>
                    <a:pt x="0" y="46"/>
                  </a:cubicBezTo>
                  <a:cubicBezTo>
                    <a:pt x="1" y="46"/>
                    <a:pt x="1" y="47"/>
                    <a:pt x="1" y="47"/>
                  </a:cubicBezTo>
                  <a:cubicBezTo>
                    <a:pt x="2" y="49"/>
                    <a:pt x="4" y="51"/>
                    <a:pt x="5" y="53"/>
                  </a:cubicBezTo>
                  <a:cubicBezTo>
                    <a:pt x="5" y="54"/>
                    <a:pt x="6" y="56"/>
                    <a:pt x="7" y="57"/>
                  </a:cubicBezTo>
                  <a:cubicBezTo>
                    <a:pt x="10" y="62"/>
                    <a:pt x="13" y="67"/>
                    <a:pt x="14" y="71"/>
                  </a:cubicBezTo>
                  <a:cubicBezTo>
                    <a:pt x="15" y="73"/>
                    <a:pt x="15" y="75"/>
                    <a:pt x="16" y="77"/>
                  </a:cubicBezTo>
                  <a:cubicBezTo>
                    <a:pt x="16" y="78"/>
                    <a:pt x="16" y="79"/>
                    <a:pt x="17" y="79"/>
                  </a:cubicBezTo>
                  <a:cubicBezTo>
                    <a:pt x="17" y="79"/>
                    <a:pt x="17" y="79"/>
                    <a:pt x="17" y="79"/>
                  </a:cubicBezTo>
                  <a:cubicBezTo>
                    <a:pt x="18" y="81"/>
                    <a:pt x="25" y="85"/>
                    <a:pt x="29" y="87"/>
                  </a:cubicBezTo>
                  <a:cubicBezTo>
                    <a:pt x="31" y="88"/>
                    <a:pt x="33" y="89"/>
                    <a:pt x="34" y="90"/>
                  </a:cubicBezTo>
                  <a:cubicBezTo>
                    <a:pt x="34" y="90"/>
                    <a:pt x="35" y="90"/>
                    <a:pt x="35" y="91"/>
                  </a:cubicBezTo>
                  <a:cubicBezTo>
                    <a:pt x="37" y="91"/>
                    <a:pt x="39" y="92"/>
                    <a:pt x="39" y="95"/>
                  </a:cubicBezTo>
                  <a:cubicBezTo>
                    <a:pt x="39" y="96"/>
                    <a:pt x="39" y="97"/>
                    <a:pt x="39" y="97"/>
                  </a:cubicBezTo>
                  <a:cubicBezTo>
                    <a:pt x="39" y="97"/>
                    <a:pt x="39" y="97"/>
                    <a:pt x="39" y="97"/>
                  </a:cubicBezTo>
                  <a:cubicBezTo>
                    <a:pt x="39" y="99"/>
                    <a:pt x="39" y="100"/>
                    <a:pt x="40" y="100"/>
                  </a:cubicBezTo>
                  <a:cubicBezTo>
                    <a:pt x="40" y="100"/>
                    <a:pt x="41" y="100"/>
                    <a:pt x="42" y="100"/>
                  </a:cubicBezTo>
                  <a:cubicBezTo>
                    <a:pt x="44" y="100"/>
                    <a:pt x="46" y="100"/>
                    <a:pt x="47" y="102"/>
                  </a:cubicBezTo>
                  <a:cubicBezTo>
                    <a:pt x="48" y="103"/>
                    <a:pt x="48" y="105"/>
                    <a:pt x="49" y="107"/>
                  </a:cubicBezTo>
                  <a:cubicBezTo>
                    <a:pt x="49" y="109"/>
                    <a:pt x="49" y="111"/>
                    <a:pt x="49" y="112"/>
                  </a:cubicBezTo>
                  <a:cubicBezTo>
                    <a:pt x="49" y="113"/>
                    <a:pt x="49" y="113"/>
                    <a:pt x="50" y="114"/>
                  </a:cubicBezTo>
                  <a:cubicBezTo>
                    <a:pt x="51" y="117"/>
                    <a:pt x="52" y="121"/>
                    <a:pt x="54" y="122"/>
                  </a:cubicBezTo>
                  <a:cubicBezTo>
                    <a:pt x="56" y="123"/>
                    <a:pt x="60" y="124"/>
                    <a:pt x="63" y="125"/>
                  </a:cubicBezTo>
                  <a:cubicBezTo>
                    <a:pt x="67" y="125"/>
                    <a:pt x="70" y="126"/>
                    <a:pt x="72" y="127"/>
                  </a:cubicBezTo>
                  <a:cubicBezTo>
                    <a:pt x="76" y="128"/>
                    <a:pt x="78" y="132"/>
                    <a:pt x="80" y="134"/>
                  </a:cubicBezTo>
                  <a:cubicBezTo>
                    <a:pt x="80" y="135"/>
                    <a:pt x="80" y="135"/>
                    <a:pt x="80" y="135"/>
                  </a:cubicBezTo>
                  <a:cubicBezTo>
                    <a:pt x="80" y="135"/>
                    <a:pt x="80" y="135"/>
                    <a:pt x="80" y="135"/>
                  </a:cubicBezTo>
                  <a:cubicBezTo>
                    <a:pt x="80" y="135"/>
                    <a:pt x="82" y="136"/>
                    <a:pt x="85" y="137"/>
                  </a:cubicBezTo>
                  <a:cubicBezTo>
                    <a:pt x="88" y="137"/>
                    <a:pt x="91" y="138"/>
                    <a:pt x="95" y="138"/>
                  </a:cubicBezTo>
                  <a:cubicBezTo>
                    <a:pt x="99" y="138"/>
                    <a:pt x="103" y="138"/>
                    <a:pt x="106" y="138"/>
                  </a:cubicBezTo>
                  <a:cubicBezTo>
                    <a:pt x="109" y="138"/>
                    <a:pt x="112" y="139"/>
                    <a:pt x="115" y="140"/>
                  </a:cubicBezTo>
                  <a:cubicBezTo>
                    <a:pt x="117" y="140"/>
                    <a:pt x="119" y="141"/>
                    <a:pt x="120" y="142"/>
                  </a:cubicBezTo>
                  <a:cubicBezTo>
                    <a:pt x="122" y="140"/>
                    <a:pt x="126" y="136"/>
                    <a:pt x="131" y="132"/>
                  </a:cubicBezTo>
                  <a:cubicBezTo>
                    <a:pt x="135" y="127"/>
                    <a:pt x="139" y="123"/>
                    <a:pt x="140" y="122"/>
                  </a:cubicBezTo>
                  <a:cubicBezTo>
                    <a:pt x="140" y="121"/>
                    <a:pt x="141" y="121"/>
                    <a:pt x="141" y="121"/>
                  </a:cubicBezTo>
                  <a:cubicBezTo>
                    <a:pt x="141" y="121"/>
                    <a:pt x="141" y="121"/>
                    <a:pt x="141" y="121"/>
                  </a:cubicBezTo>
                  <a:cubicBezTo>
                    <a:pt x="142" y="119"/>
                    <a:pt x="143" y="119"/>
                    <a:pt x="143" y="116"/>
                  </a:cubicBezTo>
                  <a:cubicBezTo>
                    <a:pt x="142" y="113"/>
                    <a:pt x="143" y="111"/>
                    <a:pt x="143" y="109"/>
                  </a:cubicBezTo>
                  <a:cubicBezTo>
                    <a:pt x="144" y="106"/>
                    <a:pt x="145" y="104"/>
                    <a:pt x="146" y="102"/>
                  </a:cubicBezTo>
                  <a:cubicBezTo>
                    <a:pt x="147" y="102"/>
                    <a:pt x="147" y="101"/>
                    <a:pt x="148" y="100"/>
                  </a:cubicBezTo>
                  <a:cubicBezTo>
                    <a:pt x="149" y="97"/>
                    <a:pt x="152" y="93"/>
                    <a:pt x="153" y="91"/>
                  </a:cubicBezTo>
                  <a:cubicBezTo>
                    <a:pt x="154" y="90"/>
                    <a:pt x="154" y="89"/>
                    <a:pt x="154" y="88"/>
                  </a:cubicBezTo>
                  <a:cubicBezTo>
                    <a:pt x="154" y="87"/>
                    <a:pt x="154" y="86"/>
                    <a:pt x="154" y="85"/>
                  </a:cubicBezTo>
                  <a:cubicBezTo>
                    <a:pt x="152" y="83"/>
                    <a:pt x="152" y="79"/>
                    <a:pt x="153" y="76"/>
                  </a:cubicBezTo>
                  <a:cubicBezTo>
                    <a:pt x="153" y="75"/>
                    <a:pt x="153" y="74"/>
                    <a:pt x="153" y="74"/>
                  </a:cubicBezTo>
                  <a:cubicBezTo>
                    <a:pt x="153" y="72"/>
                    <a:pt x="152" y="72"/>
                    <a:pt x="151" y="71"/>
                  </a:cubicBezTo>
                  <a:cubicBezTo>
                    <a:pt x="150" y="70"/>
                    <a:pt x="149" y="69"/>
                    <a:pt x="150" y="66"/>
                  </a:cubicBezTo>
                  <a:cubicBezTo>
                    <a:pt x="150" y="64"/>
                    <a:pt x="152" y="61"/>
                    <a:pt x="153" y="59"/>
                  </a:cubicBezTo>
                  <a:cubicBezTo>
                    <a:pt x="154" y="58"/>
                    <a:pt x="155" y="57"/>
                    <a:pt x="155" y="56"/>
                  </a:cubicBezTo>
                  <a:cubicBezTo>
                    <a:pt x="156" y="54"/>
                    <a:pt x="156" y="49"/>
                    <a:pt x="156" y="45"/>
                  </a:cubicBezTo>
                  <a:cubicBezTo>
                    <a:pt x="156" y="43"/>
                    <a:pt x="156" y="42"/>
                    <a:pt x="156" y="41"/>
                  </a:cubicBezTo>
                  <a:cubicBezTo>
                    <a:pt x="156" y="38"/>
                    <a:pt x="156" y="35"/>
                    <a:pt x="156" y="33"/>
                  </a:cubicBezTo>
                  <a:cubicBezTo>
                    <a:pt x="155" y="30"/>
                    <a:pt x="155" y="28"/>
                    <a:pt x="155" y="26"/>
                  </a:cubicBezTo>
                  <a:cubicBezTo>
                    <a:pt x="155" y="24"/>
                    <a:pt x="154" y="24"/>
                    <a:pt x="154" y="23"/>
                  </a:cubicBezTo>
                  <a:cubicBezTo>
                    <a:pt x="153" y="22"/>
                    <a:pt x="152" y="22"/>
                    <a:pt x="151" y="22"/>
                  </a:cubicBezTo>
                  <a:cubicBezTo>
                    <a:pt x="150" y="21"/>
                    <a:pt x="149" y="21"/>
                    <a:pt x="148" y="21"/>
                  </a:cubicBezTo>
                  <a:cubicBezTo>
                    <a:pt x="148" y="21"/>
                    <a:pt x="148" y="21"/>
                    <a:pt x="148" y="21"/>
                  </a:cubicBezTo>
                  <a:cubicBezTo>
                    <a:pt x="146" y="20"/>
                    <a:pt x="143" y="20"/>
                    <a:pt x="140" y="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59" name="Freeform 403">
              <a:extLst>
                <a:ext uri="{FF2B5EF4-FFF2-40B4-BE49-F238E27FC236}">
                  <a16:creationId xmlns:a16="http://schemas.microsoft.com/office/drawing/2014/main" id="{3D97E7BC-C9CE-7D37-5EAE-2CCC96781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737" y="1635496"/>
              <a:ext cx="126935" cy="74751"/>
            </a:xfrm>
            <a:custGeom>
              <a:avLst/>
              <a:gdLst>
                <a:gd name="T0" fmla="*/ 67 w 115"/>
                <a:gd name="T1" fmla="*/ 3 h 69"/>
                <a:gd name="T2" fmla="*/ 58 w 115"/>
                <a:gd name="T3" fmla="*/ 1 h 69"/>
                <a:gd name="T4" fmla="*/ 48 w 115"/>
                <a:gd name="T5" fmla="*/ 1 h 69"/>
                <a:gd name="T6" fmla="*/ 39 w 115"/>
                <a:gd name="T7" fmla="*/ 0 h 69"/>
                <a:gd name="T8" fmla="*/ 32 w 115"/>
                <a:gd name="T9" fmla="*/ 1 h 69"/>
                <a:gd name="T10" fmla="*/ 29 w 115"/>
                <a:gd name="T11" fmla="*/ 1 h 69"/>
                <a:gd name="T12" fmla="*/ 7 w 115"/>
                <a:gd name="T13" fmla="*/ 6 h 69"/>
                <a:gd name="T14" fmla="*/ 2 w 115"/>
                <a:gd name="T15" fmla="*/ 16 h 69"/>
                <a:gd name="T16" fmla="*/ 6 w 115"/>
                <a:gd name="T17" fmla="*/ 29 h 69"/>
                <a:gd name="T18" fmla="*/ 18 w 115"/>
                <a:gd name="T19" fmla="*/ 34 h 69"/>
                <a:gd name="T20" fmla="*/ 28 w 115"/>
                <a:gd name="T21" fmla="*/ 36 h 69"/>
                <a:gd name="T22" fmla="*/ 39 w 115"/>
                <a:gd name="T23" fmla="*/ 42 h 69"/>
                <a:gd name="T24" fmla="*/ 39 w 115"/>
                <a:gd name="T25" fmla="*/ 43 h 69"/>
                <a:gd name="T26" fmla="*/ 38 w 115"/>
                <a:gd name="T27" fmla="*/ 51 h 69"/>
                <a:gd name="T28" fmla="*/ 48 w 115"/>
                <a:gd name="T29" fmla="*/ 59 h 69"/>
                <a:gd name="T30" fmla="*/ 51 w 115"/>
                <a:gd name="T31" fmla="*/ 67 h 69"/>
                <a:gd name="T32" fmla="*/ 66 w 115"/>
                <a:gd name="T33" fmla="*/ 68 h 69"/>
                <a:gd name="T34" fmla="*/ 77 w 115"/>
                <a:gd name="T35" fmla="*/ 67 h 69"/>
                <a:gd name="T36" fmla="*/ 78 w 115"/>
                <a:gd name="T37" fmla="*/ 65 h 69"/>
                <a:gd name="T38" fmla="*/ 88 w 115"/>
                <a:gd name="T39" fmla="*/ 61 h 69"/>
                <a:gd name="T40" fmla="*/ 96 w 115"/>
                <a:gd name="T41" fmla="*/ 60 h 69"/>
                <a:gd name="T42" fmla="*/ 96 w 115"/>
                <a:gd name="T43" fmla="*/ 54 h 69"/>
                <a:gd name="T44" fmla="*/ 99 w 115"/>
                <a:gd name="T45" fmla="*/ 42 h 69"/>
                <a:gd name="T46" fmla="*/ 113 w 115"/>
                <a:gd name="T47" fmla="*/ 33 h 69"/>
                <a:gd name="T48" fmla="*/ 113 w 115"/>
                <a:gd name="T49" fmla="*/ 32 h 69"/>
                <a:gd name="T50" fmla="*/ 113 w 115"/>
                <a:gd name="T51" fmla="*/ 24 h 69"/>
                <a:gd name="T52" fmla="*/ 111 w 115"/>
                <a:gd name="T53" fmla="*/ 18 h 69"/>
                <a:gd name="T54" fmla="*/ 98 w 115"/>
                <a:gd name="T55" fmla="*/ 8 h 69"/>
                <a:gd name="T56" fmla="*/ 90 w 115"/>
                <a:gd name="T57" fmla="*/ 6 h 69"/>
                <a:gd name="T58" fmla="*/ 81 w 115"/>
                <a:gd name="T59" fmla="*/ 1 h 69"/>
                <a:gd name="T60" fmla="*/ 81 w 115"/>
                <a:gd name="T61" fmla="*/ 1 h 69"/>
                <a:gd name="T62" fmla="*/ 77 w 115"/>
                <a:gd name="T63" fmla="*/ 0 h 69"/>
                <a:gd name="T64" fmla="*/ 77 w 115"/>
                <a:gd name="T65" fmla="*/ 0 h 69"/>
                <a:gd name="T66" fmla="*/ 71 w 115"/>
                <a:gd name="T67" fmla="*/ 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5" h="69">
                  <a:moveTo>
                    <a:pt x="71" y="2"/>
                  </a:moveTo>
                  <a:cubicBezTo>
                    <a:pt x="70" y="3"/>
                    <a:pt x="68" y="3"/>
                    <a:pt x="67" y="3"/>
                  </a:cubicBezTo>
                  <a:cubicBezTo>
                    <a:pt x="64" y="3"/>
                    <a:pt x="63" y="3"/>
                    <a:pt x="61" y="2"/>
                  </a:cubicBezTo>
                  <a:cubicBezTo>
                    <a:pt x="60" y="2"/>
                    <a:pt x="59" y="2"/>
                    <a:pt x="58" y="1"/>
                  </a:cubicBezTo>
                  <a:cubicBezTo>
                    <a:pt x="55" y="1"/>
                    <a:pt x="54" y="1"/>
                    <a:pt x="53" y="1"/>
                  </a:cubicBezTo>
                  <a:cubicBezTo>
                    <a:pt x="51" y="1"/>
                    <a:pt x="50" y="1"/>
                    <a:pt x="48" y="1"/>
                  </a:cubicBezTo>
                  <a:cubicBezTo>
                    <a:pt x="44" y="1"/>
                    <a:pt x="43" y="1"/>
                    <a:pt x="42" y="1"/>
                  </a:cubicBezTo>
                  <a:cubicBezTo>
                    <a:pt x="41" y="1"/>
                    <a:pt x="40" y="1"/>
                    <a:pt x="39" y="0"/>
                  </a:cubicBezTo>
                  <a:cubicBezTo>
                    <a:pt x="37" y="0"/>
                    <a:pt x="36" y="0"/>
                    <a:pt x="35" y="1"/>
                  </a:cubicBezTo>
                  <a:cubicBezTo>
                    <a:pt x="34" y="1"/>
                    <a:pt x="33" y="1"/>
                    <a:pt x="32" y="1"/>
                  </a:cubicBezTo>
                  <a:cubicBezTo>
                    <a:pt x="31" y="1"/>
                    <a:pt x="30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6" y="0"/>
                    <a:pt x="22" y="0"/>
                    <a:pt x="18" y="1"/>
                  </a:cubicBezTo>
                  <a:cubicBezTo>
                    <a:pt x="15" y="3"/>
                    <a:pt x="11" y="5"/>
                    <a:pt x="7" y="6"/>
                  </a:cubicBezTo>
                  <a:cubicBezTo>
                    <a:pt x="4" y="7"/>
                    <a:pt x="2" y="9"/>
                    <a:pt x="0" y="9"/>
                  </a:cubicBezTo>
                  <a:cubicBezTo>
                    <a:pt x="0" y="12"/>
                    <a:pt x="1" y="14"/>
                    <a:pt x="2" y="16"/>
                  </a:cubicBezTo>
                  <a:cubicBezTo>
                    <a:pt x="3" y="19"/>
                    <a:pt x="4" y="23"/>
                    <a:pt x="5" y="24"/>
                  </a:cubicBezTo>
                  <a:cubicBezTo>
                    <a:pt x="6" y="26"/>
                    <a:pt x="6" y="28"/>
                    <a:pt x="6" y="29"/>
                  </a:cubicBezTo>
                  <a:cubicBezTo>
                    <a:pt x="8" y="30"/>
                    <a:pt x="10" y="30"/>
                    <a:pt x="15" y="33"/>
                  </a:cubicBezTo>
                  <a:cubicBezTo>
                    <a:pt x="16" y="33"/>
                    <a:pt x="17" y="34"/>
                    <a:pt x="18" y="34"/>
                  </a:cubicBezTo>
                  <a:cubicBezTo>
                    <a:pt x="21" y="36"/>
                    <a:pt x="22" y="36"/>
                    <a:pt x="25" y="36"/>
                  </a:cubicBezTo>
                  <a:cubicBezTo>
                    <a:pt x="26" y="36"/>
                    <a:pt x="27" y="36"/>
                    <a:pt x="28" y="36"/>
                  </a:cubicBezTo>
                  <a:cubicBezTo>
                    <a:pt x="31" y="35"/>
                    <a:pt x="34" y="35"/>
                    <a:pt x="36" y="37"/>
                  </a:cubicBezTo>
                  <a:cubicBezTo>
                    <a:pt x="38" y="38"/>
                    <a:pt x="38" y="39"/>
                    <a:pt x="39" y="42"/>
                  </a:cubicBezTo>
                  <a:cubicBezTo>
                    <a:pt x="39" y="42"/>
                    <a:pt x="39" y="43"/>
                    <a:pt x="39" y="43"/>
                  </a:cubicBezTo>
                  <a:cubicBezTo>
                    <a:pt x="39" y="43"/>
                    <a:pt x="39" y="43"/>
                    <a:pt x="39" y="43"/>
                  </a:cubicBezTo>
                  <a:cubicBezTo>
                    <a:pt x="40" y="47"/>
                    <a:pt x="39" y="48"/>
                    <a:pt x="38" y="49"/>
                  </a:cubicBezTo>
                  <a:cubicBezTo>
                    <a:pt x="38" y="50"/>
                    <a:pt x="38" y="50"/>
                    <a:pt x="38" y="51"/>
                  </a:cubicBezTo>
                  <a:cubicBezTo>
                    <a:pt x="38" y="52"/>
                    <a:pt x="38" y="54"/>
                    <a:pt x="38" y="56"/>
                  </a:cubicBezTo>
                  <a:cubicBezTo>
                    <a:pt x="43" y="56"/>
                    <a:pt x="44" y="56"/>
                    <a:pt x="48" y="59"/>
                  </a:cubicBezTo>
                  <a:cubicBezTo>
                    <a:pt x="50" y="61"/>
                    <a:pt x="51" y="63"/>
                    <a:pt x="51" y="66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52" y="67"/>
                    <a:pt x="52" y="67"/>
                    <a:pt x="53" y="67"/>
                  </a:cubicBezTo>
                  <a:cubicBezTo>
                    <a:pt x="56" y="67"/>
                    <a:pt x="61" y="67"/>
                    <a:pt x="66" y="68"/>
                  </a:cubicBezTo>
                  <a:cubicBezTo>
                    <a:pt x="69" y="69"/>
                    <a:pt x="72" y="69"/>
                    <a:pt x="73" y="69"/>
                  </a:cubicBezTo>
                  <a:cubicBezTo>
                    <a:pt x="75" y="68"/>
                    <a:pt x="76" y="68"/>
                    <a:pt x="77" y="67"/>
                  </a:cubicBezTo>
                  <a:cubicBezTo>
                    <a:pt x="78" y="66"/>
                    <a:pt x="78" y="66"/>
                    <a:pt x="78" y="65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9" y="63"/>
                    <a:pt x="79" y="62"/>
                    <a:pt x="83" y="62"/>
                  </a:cubicBezTo>
                  <a:cubicBezTo>
                    <a:pt x="85" y="62"/>
                    <a:pt x="86" y="61"/>
                    <a:pt x="88" y="61"/>
                  </a:cubicBezTo>
                  <a:cubicBezTo>
                    <a:pt x="90" y="60"/>
                    <a:pt x="91" y="60"/>
                    <a:pt x="95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59"/>
                    <a:pt x="96" y="58"/>
                    <a:pt x="96" y="57"/>
                  </a:cubicBezTo>
                  <a:cubicBezTo>
                    <a:pt x="96" y="56"/>
                    <a:pt x="96" y="55"/>
                    <a:pt x="96" y="54"/>
                  </a:cubicBezTo>
                  <a:cubicBezTo>
                    <a:pt x="96" y="53"/>
                    <a:pt x="96" y="52"/>
                    <a:pt x="96" y="51"/>
                  </a:cubicBezTo>
                  <a:cubicBezTo>
                    <a:pt x="95" y="47"/>
                    <a:pt x="95" y="44"/>
                    <a:pt x="99" y="42"/>
                  </a:cubicBezTo>
                  <a:cubicBezTo>
                    <a:pt x="102" y="40"/>
                    <a:pt x="105" y="39"/>
                    <a:pt x="107" y="37"/>
                  </a:cubicBezTo>
                  <a:cubicBezTo>
                    <a:pt x="110" y="36"/>
                    <a:pt x="112" y="34"/>
                    <a:pt x="113" y="33"/>
                  </a:cubicBezTo>
                  <a:cubicBezTo>
                    <a:pt x="114" y="33"/>
                    <a:pt x="114" y="33"/>
                    <a:pt x="113" y="32"/>
                  </a:cubicBezTo>
                  <a:cubicBezTo>
                    <a:pt x="113" y="32"/>
                    <a:pt x="113" y="32"/>
                    <a:pt x="113" y="32"/>
                  </a:cubicBezTo>
                  <a:cubicBezTo>
                    <a:pt x="113" y="31"/>
                    <a:pt x="113" y="31"/>
                    <a:pt x="113" y="30"/>
                  </a:cubicBezTo>
                  <a:cubicBezTo>
                    <a:pt x="112" y="28"/>
                    <a:pt x="113" y="26"/>
                    <a:pt x="113" y="24"/>
                  </a:cubicBezTo>
                  <a:cubicBezTo>
                    <a:pt x="114" y="23"/>
                    <a:pt x="114" y="22"/>
                    <a:pt x="115" y="21"/>
                  </a:cubicBezTo>
                  <a:cubicBezTo>
                    <a:pt x="114" y="20"/>
                    <a:pt x="112" y="19"/>
                    <a:pt x="111" y="18"/>
                  </a:cubicBezTo>
                  <a:cubicBezTo>
                    <a:pt x="110" y="18"/>
                    <a:pt x="109" y="17"/>
                    <a:pt x="108" y="16"/>
                  </a:cubicBezTo>
                  <a:cubicBezTo>
                    <a:pt x="105" y="13"/>
                    <a:pt x="100" y="10"/>
                    <a:pt x="98" y="8"/>
                  </a:cubicBezTo>
                  <a:cubicBezTo>
                    <a:pt x="96" y="6"/>
                    <a:pt x="95" y="6"/>
                    <a:pt x="92" y="6"/>
                  </a:cubicBezTo>
                  <a:cubicBezTo>
                    <a:pt x="92" y="6"/>
                    <a:pt x="91" y="6"/>
                    <a:pt x="90" y="6"/>
                  </a:cubicBezTo>
                  <a:cubicBezTo>
                    <a:pt x="88" y="5"/>
                    <a:pt x="86" y="5"/>
                    <a:pt x="85" y="4"/>
                  </a:cubicBezTo>
                  <a:cubicBezTo>
                    <a:pt x="83" y="4"/>
                    <a:pt x="82" y="3"/>
                    <a:pt x="81" y="1"/>
                  </a:cubicBezTo>
                  <a:cubicBezTo>
                    <a:pt x="81" y="1"/>
                    <a:pt x="81" y="1"/>
                    <a:pt x="81" y="1"/>
                  </a:cubicBezTo>
                  <a:cubicBezTo>
                    <a:pt x="81" y="1"/>
                    <a:pt x="81" y="1"/>
                    <a:pt x="81" y="1"/>
                  </a:cubicBezTo>
                  <a:cubicBezTo>
                    <a:pt x="81" y="0"/>
                    <a:pt x="80" y="0"/>
                    <a:pt x="79" y="0"/>
                  </a:cubicBezTo>
                  <a:cubicBezTo>
                    <a:pt x="78" y="0"/>
                    <a:pt x="77" y="0"/>
                    <a:pt x="77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6" y="1"/>
                    <a:pt x="74" y="2"/>
                    <a:pt x="7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0" name="Freeform 404">
              <a:extLst>
                <a:ext uri="{FF2B5EF4-FFF2-40B4-BE49-F238E27FC236}">
                  <a16:creationId xmlns:a16="http://schemas.microsoft.com/office/drawing/2014/main" id="{84959E4C-BD7C-9144-5F85-C903135F8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8013" y="1823077"/>
              <a:ext cx="14104" cy="18335"/>
            </a:xfrm>
            <a:custGeom>
              <a:avLst/>
              <a:gdLst>
                <a:gd name="T0" fmla="*/ 2 w 12"/>
                <a:gd name="T1" fmla="*/ 16 h 17"/>
                <a:gd name="T2" fmla="*/ 8 w 12"/>
                <a:gd name="T3" fmla="*/ 17 h 17"/>
                <a:gd name="T4" fmla="*/ 8 w 12"/>
                <a:gd name="T5" fmla="*/ 17 h 17"/>
                <a:gd name="T6" fmla="*/ 9 w 12"/>
                <a:gd name="T7" fmla="*/ 17 h 17"/>
                <a:gd name="T8" fmla="*/ 10 w 12"/>
                <a:gd name="T9" fmla="*/ 17 h 17"/>
                <a:gd name="T10" fmla="*/ 12 w 12"/>
                <a:gd name="T11" fmla="*/ 11 h 17"/>
                <a:gd name="T12" fmla="*/ 9 w 12"/>
                <a:gd name="T13" fmla="*/ 7 h 17"/>
                <a:gd name="T14" fmla="*/ 6 w 12"/>
                <a:gd name="T15" fmla="*/ 5 h 17"/>
                <a:gd name="T16" fmla="*/ 4 w 12"/>
                <a:gd name="T17" fmla="*/ 1 h 17"/>
                <a:gd name="T18" fmla="*/ 4 w 12"/>
                <a:gd name="T19" fmla="*/ 0 h 17"/>
                <a:gd name="T20" fmla="*/ 1 w 12"/>
                <a:gd name="T21" fmla="*/ 2 h 17"/>
                <a:gd name="T22" fmla="*/ 1 w 12"/>
                <a:gd name="T23" fmla="*/ 10 h 17"/>
                <a:gd name="T24" fmla="*/ 1 w 12"/>
                <a:gd name="T25" fmla="*/ 10 h 17"/>
                <a:gd name="T26" fmla="*/ 1 w 12"/>
                <a:gd name="T27" fmla="*/ 11 h 17"/>
                <a:gd name="T28" fmla="*/ 1 w 12"/>
                <a:gd name="T29" fmla="*/ 11 h 17"/>
                <a:gd name="T30" fmla="*/ 1 w 12"/>
                <a:gd name="T31" fmla="*/ 16 h 17"/>
                <a:gd name="T32" fmla="*/ 2 w 12"/>
                <a:gd name="T33" fmla="*/ 1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7">
                  <a:moveTo>
                    <a:pt x="2" y="16"/>
                  </a:moveTo>
                  <a:cubicBezTo>
                    <a:pt x="5" y="17"/>
                    <a:pt x="6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6"/>
                    <a:pt x="12" y="14"/>
                    <a:pt x="12" y="11"/>
                  </a:cubicBezTo>
                  <a:cubicBezTo>
                    <a:pt x="11" y="8"/>
                    <a:pt x="11" y="8"/>
                    <a:pt x="9" y="7"/>
                  </a:cubicBezTo>
                  <a:cubicBezTo>
                    <a:pt x="8" y="7"/>
                    <a:pt x="7" y="6"/>
                    <a:pt x="6" y="5"/>
                  </a:cubicBezTo>
                  <a:cubicBezTo>
                    <a:pt x="4" y="3"/>
                    <a:pt x="4" y="2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0" y="7"/>
                    <a:pt x="0" y="8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2" y="15"/>
                    <a:pt x="1" y="16"/>
                  </a:cubicBezTo>
                  <a:cubicBezTo>
                    <a:pt x="1" y="16"/>
                    <a:pt x="1" y="16"/>
                    <a:pt x="2" y="1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1" name="Freeform 405">
              <a:extLst>
                <a:ext uri="{FF2B5EF4-FFF2-40B4-BE49-F238E27FC236}">
                  <a16:creationId xmlns:a16="http://schemas.microsoft.com/office/drawing/2014/main" id="{61C696F8-D640-4951-2EB3-02A029B91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291" y="2099513"/>
              <a:ext cx="8462" cy="7052"/>
            </a:xfrm>
            <a:custGeom>
              <a:avLst/>
              <a:gdLst>
                <a:gd name="T0" fmla="*/ 4 w 8"/>
                <a:gd name="T1" fmla="*/ 3 h 6"/>
                <a:gd name="T2" fmla="*/ 8 w 8"/>
                <a:gd name="T3" fmla="*/ 5 h 6"/>
                <a:gd name="T4" fmla="*/ 8 w 8"/>
                <a:gd name="T5" fmla="*/ 2 h 6"/>
                <a:gd name="T6" fmla="*/ 7 w 8"/>
                <a:gd name="T7" fmla="*/ 0 h 6"/>
                <a:gd name="T8" fmla="*/ 2 w 8"/>
                <a:gd name="T9" fmla="*/ 0 h 6"/>
                <a:gd name="T10" fmla="*/ 1 w 8"/>
                <a:gd name="T11" fmla="*/ 1 h 6"/>
                <a:gd name="T12" fmla="*/ 4 w 8"/>
                <a:gd name="T13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6">
                  <a:moveTo>
                    <a:pt x="4" y="3"/>
                  </a:moveTo>
                  <a:cubicBezTo>
                    <a:pt x="6" y="4"/>
                    <a:pt x="7" y="6"/>
                    <a:pt x="8" y="5"/>
                  </a:cubicBezTo>
                  <a:cubicBezTo>
                    <a:pt x="8" y="5"/>
                    <a:pt x="8" y="3"/>
                    <a:pt x="8" y="2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6" y="0"/>
                    <a:pt x="4" y="0"/>
                    <a:pt x="2" y="0"/>
                  </a:cubicBezTo>
                  <a:cubicBezTo>
                    <a:pt x="0" y="0"/>
                    <a:pt x="0" y="0"/>
                    <a:pt x="1" y="1"/>
                  </a:cubicBezTo>
                  <a:cubicBezTo>
                    <a:pt x="2" y="2"/>
                    <a:pt x="2" y="2"/>
                    <a:pt x="4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2" name="Freeform 407">
              <a:extLst>
                <a:ext uri="{FF2B5EF4-FFF2-40B4-BE49-F238E27FC236}">
                  <a16:creationId xmlns:a16="http://schemas.microsoft.com/office/drawing/2014/main" id="{AA656264-5D14-1657-FD51-E811EBA53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400" y="1910522"/>
              <a:ext cx="262332" cy="243997"/>
            </a:xfrm>
            <a:custGeom>
              <a:avLst/>
              <a:gdLst>
                <a:gd name="T0" fmla="*/ 25 w 239"/>
                <a:gd name="T1" fmla="*/ 80 h 227"/>
                <a:gd name="T2" fmla="*/ 43 w 239"/>
                <a:gd name="T3" fmla="*/ 69 h 227"/>
                <a:gd name="T4" fmla="*/ 67 w 239"/>
                <a:gd name="T5" fmla="*/ 79 h 227"/>
                <a:gd name="T6" fmla="*/ 79 w 239"/>
                <a:gd name="T7" fmla="*/ 104 h 227"/>
                <a:gd name="T8" fmla="*/ 91 w 239"/>
                <a:gd name="T9" fmla="*/ 119 h 227"/>
                <a:gd name="T10" fmla="*/ 108 w 239"/>
                <a:gd name="T11" fmla="*/ 131 h 227"/>
                <a:gd name="T12" fmla="*/ 127 w 239"/>
                <a:gd name="T13" fmla="*/ 145 h 227"/>
                <a:gd name="T14" fmla="*/ 145 w 239"/>
                <a:gd name="T15" fmla="*/ 153 h 227"/>
                <a:gd name="T16" fmla="*/ 159 w 239"/>
                <a:gd name="T17" fmla="*/ 161 h 227"/>
                <a:gd name="T18" fmla="*/ 168 w 239"/>
                <a:gd name="T19" fmla="*/ 174 h 227"/>
                <a:gd name="T20" fmla="*/ 180 w 239"/>
                <a:gd name="T21" fmla="*/ 176 h 227"/>
                <a:gd name="T22" fmla="*/ 187 w 239"/>
                <a:gd name="T23" fmla="*/ 192 h 227"/>
                <a:gd name="T24" fmla="*/ 188 w 239"/>
                <a:gd name="T25" fmla="*/ 207 h 227"/>
                <a:gd name="T26" fmla="*/ 183 w 239"/>
                <a:gd name="T27" fmla="*/ 218 h 227"/>
                <a:gd name="T28" fmla="*/ 188 w 239"/>
                <a:gd name="T29" fmla="*/ 226 h 227"/>
                <a:gd name="T30" fmla="*/ 199 w 239"/>
                <a:gd name="T31" fmla="*/ 215 h 227"/>
                <a:gd name="T32" fmla="*/ 206 w 239"/>
                <a:gd name="T33" fmla="*/ 203 h 227"/>
                <a:gd name="T34" fmla="*/ 208 w 239"/>
                <a:gd name="T35" fmla="*/ 190 h 227"/>
                <a:gd name="T36" fmla="*/ 200 w 239"/>
                <a:gd name="T37" fmla="*/ 176 h 227"/>
                <a:gd name="T38" fmla="*/ 212 w 239"/>
                <a:gd name="T39" fmla="*/ 164 h 227"/>
                <a:gd name="T40" fmla="*/ 224 w 239"/>
                <a:gd name="T41" fmla="*/ 170 h 227"/>
                <a:gd name="T42" fmla="*/ 237 w 239"/>
                <a:gd name="T43" fmla="*/ 178 h 227"/>
                <a:gd name="T44" fmla="*/ 228 w 239"/>
                <a:gd name="T45" fmla="*/ 161 h 227"/>
                <a:gd name="T46" fmla="*/ 199 w 239"/>
                <a:gd name="T47" fmla="*/ 148 h 227"/>
                <a:gd name="T48" fmla="*/ 190 w 239"/>
                <a:gd name="T49" fmla="*/ 135 h 227"/>
                <a:gd name="T50" fmla="*/ 175 w 239"/>
                <a:gd name="T51" fmla="*/ 130 h 227"/>
                <a:gd name="T52" fmla="*/ 148 w 239"/>
                <a:gd name="T53" fmla="*/ 113 h 227"/>
                <a:gd name="T54" fmla="*/ 133 w 239"/>
                <a:gd name="T55" fmla="*/ 88 h 227"/>
                <a:gd name="T56" fmla="*/ 111 w 239"/>
                <a:gd name="T57" fmla="*/ 65 h 227"/>
                <a:gd name="T58" fmla="*/ 115 w 239"/>
                <a:gd name="T59" fmla="*/ 54 h 227"/>
                <a:gd name="T60" fmla="*/ 112 w 239"/>
                <a:gd name="T61" fmla="*/ 40 h 227"/>
                <a:gd name="T62" fmla="*/ 126 w 239"/>
                <a:gd name="T63" fmla="*/ 37 h 227"/>
                <a:gd name="T64" fmla="*/ 129 w 239"/>
                <a:gd name="T65" fmla="*/ 29 h 227"/>
                <a:gd name="T66" fmla="*/ 133 w 239"/>
                <a:gd name="T67" fmla="*/ 18 h 227"/>
                <a:gd name="T68" fmla="*/ 128 w 239"/>
                <a:gd name="T69" fmla="*/ 13 h 227"/>
                <a:gd name="T70" fmla="*/ 112 w 239"/>
                <a:gd name="T71" fmla="*/ 9 h 227"/>
                <a:gd name="T72" fmla="*/ 110 w 239"/>
                <a:gd name="T73" fmla="*/ 4 h 227"/>
                <a:gd name="T74" fmla="*/ 106 w 239"/>
                <a:gd name="T75" fmla="*/ 0 h 227"/>
                <a:gd name="T76" fmla="*/ 93 w 239"/>
                <a:gd name="T77" fmla="*/ 3 h 227"/>
                <a:gd name="T78" fmla="*/ 81 w 239"/>
                <a:gd name="T79" fmla="*/ 7 h 227"/>
                <a:gd name="T80" fmla="*/ 75 w 239"/>
                <a:gd name="T81" fmla="*/ 10 h 227"/>
                <a:gd name="T82" fmla="*/ 68 w 239"/>
                <a:gd name="T83" fmla="*/ 13 h 227"/>
                <a:gd name="T84" fmla="*/ 58 w 239"/>
                <a:gd name="T85" fmla="*/ 19 h 227"/>
                <a:gd name="T86" fmla="*/ 50 w 239"/>
                <a:gd name="T87" fmla="*/ 22 h 227"/>
                <a:gd name="T88" fmla="*/ 42 w 239"/>
                <a:gd name="T89" fmla="*/ 30 h 227"/>
                <a:gd name="T90" fmla="*/ 38 w 239"/>
                <a:gd name="T91" fmla="*/ 29 h 227"/>
                <a:gd name="T92" fmla="*/ 31 w 239"/>
                <a:gd name="T93" fmla="*/ 21 h 227"/>
                <a:gd name="T94" fmla="*/ 24 w 239"/>
                <a:gd name="T95" fmla="*/ 25 h 227"/>
                <a:gd name="T96" fmla="*/ 10 w 239"/>
                <a:gd name="T97" fmla="*/ 28 h 227"/>
                <a:gd name="T98" fmla="*/ 2 w 239"/>
                <a:gd name="T99" fmla="*/ 30 h 227"/>
                <a:gd name="T100" fmla="*/ 3 w 239"/>
                <a:gd name="T101" fmla="*/ 37 h 227"/>
                <a:gd name="T102" fmla="*/ 3 w 239"/>
                <a:gd name="T103" fmla="*/ 48 h 227"/>
                <a:gd name="T104" fmla="*/ 0 w 239"/>
                <a:gd name="T105" fmla="*/ 51 h 227"/>
                <a:gd name="T106" fmla="*/ 1 w 239"/>
                <a:gd name="T107" fmla="*/ 54 h 227"/>
                <a:gd name="T108" fmla="*/ 1 w 239"/>
                <a:gd name="T109" fmla="*/ 64 h 227"/>
                <a:gd name="T110" fmla="*/ 16 w 239"/>
                <a:gd name="T111" fmla="*/ 7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39" h="227">
                  <a:moveTo>
                    <a:pt x="14" y="83"/>
                  </a:moveTo>
                  <a:cubicBezTo>
                    <a:pt x="16" y="83"/>
                    <a:pt x="17" y="82"/>
                    <a:pt x="18" y="82"/>
                  </a:cubicBezTo>
                  <a:cubicBezTo>
                    <a:pt x="21" y="81"/>
                    <a:pt x="24" y="82"/>
                    <a:pt x="25" y="80"/>
                  </a:cubicBezTo>
                  <a:cubicBezTo>
                    <a:pt x="26" y="79"/>
                    <a:pt x="28" y="76"/>
                    <a:pt x="30" y="74"/>
                  </a:cubicBezTo>
                  <a:cubicBezTo>
                    <a:pt x="32" y="71"/>
                    <a:pt x="32" y="70"/>
                    <a:pt x="34" y="69"/>
                  </a:cubicBezTo>
                  <a:cubicBezTo>
                    <a:pt x="37" y="69"/>
                    <a:pt x="40" y="69"/>
                    <a:pt x="43" y="69"/>
                  </a:cubicBezTo>
                  <a:cubicBezTo>
                    <a:pt x="45" y="70"/>
                    <a:pt x="47" y="70"/>
                    <a:pt x="50" y="71"/>
                  </a:cubicBezTo>
                  <a:cubicBezTo>
                    <a:pt x="54" y="72"/>
                    <a:pt x="58" y="74"/>
                    <a:pt x="61" y="75"/>
                  </a:cubicBezTo>
                  <a:cubicBezTo>
                    <a:pt x="64" y="76"/>
                    <a:pt x="66" y="76"/>
                    <a:pt x="67" y="79"/>
                  </a:cubicBezTo>
                  <a:cubicBezTo>
                    <a:pt x="68" y="81"/>
                    <a:pt x="69" y="87"/>
                    <a:pt x="70" y="91"/>
                  </a:cubicBezTo>
                  <a:cubicBezTo>
                    <a:pt x="71" y="96"/>
                    <a:pt x="71" y="100"/>
                    <a:pt x="72" y="102"/>
                  </a:cubicBezTo>
                  <a:cubicBezTo>
                    <a:pt x="74" y="104"/>
                    <a:pt x="77" y="103"/>
                    <a:pt x="79" y="104"/>
                  </a:cubicBezTo>
                  <a:cubicBezTo>
                    <a:pt x="80" y="106"/>
                    <a:pt x="82" y="107"/>
                    <a:pt x="83" y="109"/>
                  </a:cubicBezTo>
                  <a:cubicBezTo>
                    <a:pt x="84" y="111"/>
                    <a:pt x="86" y="113"/>
                    <a:pt x="86" y="115"/>
                  </a:cubicBezTo>
                  <a:cubicBezTo>
                    <a:pt x="87" y="117"/>
                    <a:pt x="89" y="118"/>
                    <a:pt x="91" y="119"/>
                  </a:cubicBezTo>
                  <a:cubicBezTo>
                    <a:pt x="93" y="119"/>
                    <a:pt x="94" y="118"/>
                    <a:pt x="95" y="119"/>
                  </a:cubicBezTo>
                  <a:cubicBezTo>
                    <a:pt x="97" y="121"/>
                    <a:pt x="101" y="124"/>
                    <a:pt x="102" y="126"/>
                  </a:cubicBezTo>
                  <a:cubicBezTo>
                    <a:pt x="103" y="127"/>
                    <a:pt x="106" y="130"/>
                    <a:pt x="108" y="131"/>
                  </a:cubicBezTo>
                  <a:cubicBezTo>
                    <a:pt x="110" y="132"/>
                    <a:pt x="112" y="135"/>
                    <a:pt x="114" y="136"/>
                  </a:cubicBezTo>
                  <a:cubicBezTo>
                    <a:pt x="115" y="138"/>
                    <a:pt x="119" y="140"/>
                    <a:pt x="121" y="141"/>
                  </a:cubicBezTo>
                  <a:cubicBezTo>
                    <a:pt x="123" y="143"/>
                    <a:pt x="125" y="144"/>
                    <a:pt x="127" y="145"/>
                  </a:cubicBezTo>
                  <a:cubicBezTo>
                    <a:pt x="129" y="146"/>
                    <a:pt x="132" y="146"/>
                    <a:pt x="134" y="146"/>
                  </a:cubicBezTo>
                  <a:cubicBezTo>
                    <a:pt x="136" y="146"/>
                    <a:pt x="139" y="145"/>
                    <a:pt x="141" y="147"/>
                  </a:cubicBezTo>
                  <a:cubicBezTo>
                    <a:pt x="143" y="149"/>
                    <a:pt x="141" y="150"/>
                    <a:pt x="145" y="153"/>
                  </a:cubicBezTo>
                  <a:cubicBezTo>
                    <a:pt x="149" y="155"/>
                    <a:pt x="151" y="156"/>
                    <a:pt x="152" y="157"/>
                  </a:cubicBezTo>
                  <a:cubicBezTo>
                    <a:pt x="153" y="158"/>
                    <a:pt x="150" y="160"/>
                    <a:pt x="153" y="161"/>
                  </a:cubicBezTo>
                  <a:cubicBezTo>
                    <a:pt x="155" y="163"/>
                    <a:pt x="157" y="161"/>
                    <a:pt x="159" y="161"/>
                  </a:cubicBezTo>
                  <a:cubicBezTo>
                    <a:pt x="162" y="161"/>
                    <a:pt x="163" y="163"/>
                    <a:pt x="164" y="165"/>
                  </a:cubicBezTo>
                  <a:cubicBezTo>
                    <a:pt x="165" y="166"/>
                    <a:pt x="165" y="167"/>
                    <a:pt x="165" y="169"/>
                  </a:cubicBezTo>
                  <a:cubicBezTo>
                    <a:pt x="165" y="172"/>
                    <a:pt x="166" y="173"/>
                    <a:pt x="168" y="174"/>
                  </a:cubicBezTo>
                  <a:cubicBezTo>
                    <a:pt x="170" y="174"/>
                    <a:pt x="170" y="176"/>
                    <a:pt x="172" y="176"/>
                  </a:cubicBezTo>
                  <a:cubicBezTo>
                    <a:pt x="173" y="177"/>
                    <a:pt x="173" y="177"/>
                    <a:pt x="176" y="176"/>
                  </a:cubicBezTo>
                  <a:cubicBezTo>
                    <a:pt x="178" y="176"/>
                    <a:pt x="178" y="175"/>
                    <a:pt x="180" y="176"/>
                  </a:cubicBezTo>
                  <a:cubicBezTo>
                    <a:pt x="181" y="178"/>
                    <a:pt x="183" y="179"/>
                    <a:pt x="183" y="181"/>
                  </a:cubicBezTo>
                  <a:cubicBezTo>
                    <a:pt x="183" y="183"/>
                    <a:pt x="183" y="185"/>
                    <a:pt x="185" y="187"/>
                  </a:cubicBezTo>
                  <a:cubicBezTo>
                    <a:pt x="187" y="189"/>
                    <a:pt x="187" y="189"/>
                    <a:pt x="187" y="192"/>
                  </a:cubicBezTo>
                  <a:cubicBezTo>
                    <a:pt x="188" y="195"/>
                    <a:pt x="188" y="198"/>
                    <a:pt x="189" y="199"/>
                  </a:cubicBezTo>
                  <a:cubicBezTo>
                    <a:pt x="191" y="200"/>
                    <a:pt x="191" y="202"/>
                    <a:pt x="191" y="204"/>
                  </a:cubicBezTo>
                  <a:cubicBezTo>
                    <a:pt x="191" y="205"/>
                    <a:pt x="189" y="207"/>
                    <a:pt x="188" y="207"/>
                  </a:cubicBezTo>
                  <a:cubicBezTo>
                    <a:pt x="187" y="207"/>
                    <a:pt x="185" y="208"/>
                    <a:pt x="185" y="210"/>
                  </a:cubicBezTo>
                  <a:cubicBezTo>
                    <a:pt x="185" y="211"/>
                    <a:pt x="185" y="212"/>
                    <a:pt x="184" y="213"/>
                  </a:cubicBezTo>
                  <a:cubicBezTo>
                    <a:pt x="184" y="214"/>
                    <a:pt x="183" y="217"/>
                    <a:pt x="183" y="218"/>
                  </a:cubicBezTo>
                  <a:cubicBezTo>
                    <a:pt x="182" y="219"/>
                    <a:pt x="181" y="221"/>
                    <a:pt x="181" y="223"/>
                  </a:cubicBezTo>
                  <a:cubicBezTo>
                    <a:pt x="181" y="225"/>
                    <a:pt x="182" y="226"/>
                    <a:pt x="183" y="226"/>
                  </a:cubicBezTo>
                  <a:cubicBezTo>
                    <a:pt x="184" y="227"/>
                    <a:pt x="187" y="226"/>
                    <a:pt x="188" y="226"/>
                  </a:cubicBezTo>
                  <a:cubicBezTo>
                    <a:pt x="189" y="226"/>
                    <a:pt x="190" y="223"/>
                    <a:pt x="191" y="222"/>
                  </a:cubicBezTo>
                  <a:cubicBezTo>
                    <a:pt x="193" y="221"/>
                    <a:pt x="193" y="220"/>
                    <a:pt x="195" y="219"/>
                  </a:cubicBezTo>
                  <a:cubicBezTo>
                    <a:pt x="197" y="217"/>
                    <a:pt x="198" y="217"/>
                    <a:pt x="199" y="215"/>
                  </a:cubicBezTo>
                  <a:cubicBezTo>
                    <a:pt x="199" y="213"/>
                    <a:pt x="198" y="210"/>
                    <a:pt x="199" y="208"/>
                  </a:cubicBezTo>
                  <a:cubicBezTo>
                    <a:pt x="200" y="206"/>
                    <a:pt x="200" y="205"/>
                    <a:pt x="202" y="204"/>
                  </a:cubicBezTo>
                  <a:cubicBezTo>
                    <a:pt x="203" y="203"/>
                    <a:pt x="204" y="203"/>
                    <a:pt x="206" y="203"/>
                  </a:cubicBezTo>
                  <a:cubicBezTo>
                    <a:pt x="208" y="203"/>
                    <a:pt x="209" y="203"/>
                    <a:pt x="210" y="202"/>
                  </a:cubicBezTo>
                  <a:cubicBezTo>
                    <a:pt x="211" y="200"/>
                    <a:pt x="211" y="197"/>
                    <a:pt x="211" y="195"/>
                  </a:cubicBezTo>
                  <a:cubicBezTo>
                    <a:pt x="210" y="193"/>
                    <a:pt x="210" y="192"/>
                    <a:pt x="208" y="190"/>
                  </a:cubicBezTo>
                  <a:cubicBezTo>
                    <a:pt x="206" y="188"/>
                    <a:pt x="204" y="187"/>
                    <a:pt x="202" y="186"/>
                  </a:cubicBezTo>
                  <a:cubicBezTo>
                    <a:pt x="200" y="185"/>
                    <a:pt x="198" y="184"/>
                    <a:pt x="198" y="182"/>
                  </a:cubicBezTo>
                  <a:cubicBezTo>
                    <a:pt x="198" y="181"/>
                    <a:pt x="199" y="177"/>
                    <a:pt x="200" y="176"/>
                  </a:cubicBezTo>
                  <a:cubicBezTo>
                    <a:pt x="200" y="176"/>
                    <a:pt x="201" y="173"/>
                    <a:pt x="202" y="171"/>
                  </a:cubicBezTo>
                  <a:cubicBezTo>
                    <a:pt x="203" y="169"/>
                    <a:pt x="205" y="167"/>
                    <a:pt x="207" y="165"/>
                  </a:cubicBezTo>
                  <a:cubicBezTo>
                    <a:pt x="209" y="164"/>
                    <a:pt x="211" y="163"/>
                    <a:pt x="212" y="164"/>
                  </a:cubicBezTo>
                  <a:cubicBezTo>
                    <a:pt x="214" y="165"/>
                    <a:pt x="213" y="167"/>
                    <a:pt x="215" y="167"/>
                  </a:cubicBezTo>
                  <a:cubicBezTo>
                    <a:pt x="217" y="168"/>
                    <a:pt x="217" y="167"/>
                    <a:pt x="220" y="168"/>
                  </a:cubicBezTo>
                  <a:cubicBezTo>
                    <a:pt x="222" y="169"/>
                    <a:pt x="223" y="169"/>
                    <a:pt x="224" y="170"/>
                  </a:cubicBezTo>
                  <a:cubicBezTo>
                    <a:pt x="225" y="172"/>
                    <a:pt x="225" y="173"/>
                    <a:pt x="227" y="175"/>
                  </a:cubicBezTo>
                  <a:cubicBezTo>
                    <a:pt x="229" y="177"/>
                    <a:pt x="231" y="179"/>
                    <a:pt x="233" y="179"/>
                  </a:cubicBezTo>
                  <a:cubicBezTo>
                    <a:pt x="234" y="179"/>
                    <a:pt x="237" y="180"/>
                    <a:pt x="237" y="178"/>
                  </a:cubicBezTo>
                  <a:cubicBezTo>
                    <a:pt x="238" y="176"/>
                    <a:pt x="239" y="174"/>
                    <a:pt x="239" y="173"/>
                  </a:cubicBezTo>
                  <a:cubicBezTo>
                    <a:pt x="239" y="172"/>
                    <a:pt x="236" y="169"/>
                    <a:pt x="234" y="167"/>
                  </a:cubicBezTo>
                  <a:cubicBezTo>
                    <a:pt x="232" y="165"/>
                    <a:pt x="230" y="163"/>
                    <a:pt x="228" y="161"/>
                  </a:cubicBezTo>
                  <a:cubicBezTo>
                    <a:pt x="226" y="160"/>
                    <a:pt x="221" y="157"/>
                    <a:pt x="219" y="156"/>
                  </a:cubicBezTo>
                  <a:cubicBezTo>
                    <a:pt x="217" y="155"/>
                    <a:pt x="212" y="153"/>
                    <a:pt x="209" y="152"/>
                  </a:cubicBezTo>
                  <a:cubicBezTo>
                    <a:pt x="207" y="150"/>
                    <a:pt x="203" y="149"/>
                    <a:pt x="199" y="148"/>
                  </a:cubicBezTo>
                  <a:cubicBezTo>
                    <a:pt x="196" y="146"/>
                    <a:pt x="190" y="143"/>
                    <a:pt x="189" y="141"/>
                  </a:cubicBezTo>
                  <a:cubicBezTo>
                    <a:pt x="188" y="139"/>
                    <a:pt x="186" y="138"/>
                    <a:pt x="187" y="137"/>
                  </a:cubicBezTo>
                  <a:cubicBezTo>
                    <a:pt x="188" y="136"/>
                    <a:pt x="189" y="136"/>
                    <a:pt x="190" y="135"/>
                  </a:cubicBezTo>
                  <a:cubicBezTo>
                    <a:pt x="191" y="134"/>
                    <a:pt x="191" y="132"/>
                    <a:pt x="191" y="131"/>
                  </a:cubicBezTo>
                  <a:cubicBezTo>
                    <a:pt x="190" y="130"/>
                    <a:pt x="188" y="129"/>
                    <a:pt x="184" y="130"/>
                  </a:cubicBezTo>
                  <a:cubicBezTo>
                    <a:pt x="181" y="130"/>
                    <a:pt x="178" y="130"/>
                    <a:pt x="175" y="130"/>
                  </a:cubicBezTo>
                  <a:cubicBezTo>
                    <a:pt x="172" y="130"/>
                    <a:pt x="168" y="129"/>
                    <a:pt x="167" y="129"/>
                  </a:cubicBezTo>
                  <a:cubicBezTo>
                    <a:pt x="166" y="129"/>
                    <a:pt x="161" y="126"/>
                    <a:pt x="157" y="122"/>
                  </a:cubicBezTo>
                  <a:cubicBezTo>
                    <a:pt x="153" y="118"/>
                    <a:pt x="150" y="116"/>
                    <a:pt x="148" y="113"/>
                  </a:cubicBezTo>
                  <a:cubicBezTo>
                    <a:pt x="147" y="111"/>
                    <a:pt x="146" y="110"/>
                    <a:pt x="144" y="106"/>
                  </a:cubicBezTo>
                  <a:cubicBezTo>
                    <a:pt x="142" y="102"/>
                    <a:pt x="144" y="101"/>
                    <a:pt x="141" y="96"/>
                  </a:cubicBezTo>
                  <a:cubicBezTo>
                    <a:pt x="139" y="92"/>
                    <a:pt x="136" y="90"/>
                    <a:pt x="133" y="88"/>
                  </a:cubicBezTo>
                  <a:cubicBezTo>
                    <a:pt x="130" y="86"/>
                    <a:pt x="128" y="84"/>
                    <a:pt x="125" y="82"/>
                  </a:cubicBezTo>
                  <a:cubicBezTo>
                    <a:pt x="123" y="80"/>
                    <a:pt x="115" y="75"/>
                    <a:pt x="114" y="73"/>
                  </a:cubicBezTo>
                  <a:cubicBezTo>
                    <a:pt x="112" y="71"/>
                    <a:pt x="111" y="66"/>
                    <a:pt x="111" y="65"/>
                  </a:cubicBezTo>
                  <a:cubicBezTo>
                    <a:pt x="110" y="63"/>
                    <a:pt x="109" y="61"/>
                    <a:pt x="110" y="60"/>
                  </a:cubicBezTo>
                  <a:cubicBezTo>
                    <a:pt x="111" y="59"/>
                    <a:pt x="111" y="58"/>
                    <a:pt x="112" y="58"/>
                  </a:cubicBezTo>
                  <a:cubicBezTo>
                    <a:pt x="113" y="58"/>
                    <a:pt x="115" y="55"/>
                    <a:pt x="115" y="54"/>
                  </a:cubicBezTo>
                  <a:cubicBezTo>
                    <a:pt x="115" y="53"/>
                    <a:pt x="117" y="53"/>
                    <a:pt x="114" y="49"/>
                  </a:cubicBezTo>
                  <a:cubicBezTo>
                    <a:pt x="111" y="46"/>
                    <a:pt x="110" y="46"/>
                    <a:pt x="110" y="44"/>
                  </a:cubicBezTo>
                  <a:cubicBezTo>
                    <a:pt x="110" y="42"/>
                    <a:pt x="111" y="41"/>
                    <a:pt x="112" y="40"/>
                  </a:cubicBezTo>
                  <a:cubicBezTo>
                    <a:pt x="114" y="39"/>
                    <a:pt x="115" y="40"/>
                    <a:pt x="116" y="40"/>
                  </a:cubicBezTo>
                  <a:cubicBezTo>
                    <a:pt x="116" y="40"/>
                    <a:pt x="121" y="40"/>
                    <a:pt x="122" y="38"/>
                  </a:cubicBezTo>
                  <a:cubicBezTo>
                    <a:pt x="123" y="37"/>
                    <a:pt x="124" y="38"/>
                    <a:pt x="126" y="37"/>
                  </a:cubicBezTo>
                  <a:cubicBezTo>
                    <a:pt x="127" y="36"/>
                    <a:pt x="128" y="35"/>
                    <a:pt x="129" y="34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32"/>
                    <a:pt x="129" y="31"/>
                    <a:pt x="129" y="29"/>
                  </a:cubicBezTo>
                  <a:cubicBezTo>
                    <a:pt x="129" y="28"/>
                    <a:pt x="129" y="26"/>
                    <a:pt x="129" y="25"/>
                  </a:cubicBezTo>
                  <a:cubicBezTo>
                    <a:pt x="129" y="25"/>
                    <a:pt x="129" y="24"/>
                    <a:pt x="129" y="24"/>
                  </a:cubicBezTo>
                  <a:cubicBezTo>
                    <a:pt x="129" y="22"/>
                    <a:pt x="129" y="21"/>
                    <a:pt x="133" y="18"/>
                  </a:cubicBezTo>
                  <a:cubicBezTo>
                    <a:pt x="134" y="17"/>
                    <a:pt x="136" y="15"/>
                    <a:pt x="138" y="13"/>
                  </a:cubicBezTo>
                  <a:cubicBezTo>
                    <a:pt x="137" y="13"/>
                    <a:pt x="136" y="13"/>
                    <a:pt x="136" y="13"/>
                  </a:cubicBezTo>
                  <a:cubicBezTo>
                    <a:pt x="134" y="13"/>
                    <a:pt x="132" y="13"/>
                    <a:pt x="128" y="13"/>
                  </a:cubicBezTo>
                  <a:cubicBezTo>
                    <a:pt x="125" y="13"/>
                    <a:pt x="122" y="13"/>
                    <a:pt x="120" y="12"/>
                  </a:cubicBezTo>
                  <a:cubicBezTo>
                    <a:pt x="117" y="12"/>
                    <a:pt x="115" y="11"/>
                    <a:pt x="114" y="10"/>
                  </a:cubicBezTo>
                  <a:cubicBezTo>
                    <a:pt x="113" y="10"/>
                    <a:pt x="113" y="9"/>
                    <a:pt x="112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0" y="8"/>
                    <a:pt x="110" y="7"/>
                    <a:pt x="110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10" y="4"/>
                    <a:pt x="110" y="4"/>
                    <a:pt x="110" y="4"/>
                  </a:cubicBezTo>
                  <a:cubicBezTo>
                    <a:pt x="109" y="3"/>
                    <a:pt x="109" y="2"/>
                    <a:pt x="108" y="1"/>
                  </a:cubicBezTo>
                  <a:cubicBezTo>
                    <a:pt x="108" y="0"/>
                    <a:pt x="107" y="0"/>
                    <a:pt x="106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04" y="0"/>
                    <a:pt x="101" y="1"/>
                    <a:pt x="98" y="1"/>
                  </a:cubicBezTo>
                  <a:cubicBezTo>
                    <a:pt x="96" y="2"/>
                    <a:pt x="94" y="2"/>
                    <a:pt x="93" y="3"/>
                  </a:cubicBezTo>
                  <a:cubicBezTo>
                    <a:pt x="91" y="3"/>
                    <a:pt x="90" y="4"/>
                    <a:pt x="90" y="4"/>
                  </a:cubicBezTo>
                  <a:cubicBezTo>
                    <a:pt x="89" y="5"/>
                    <a:pt x="88" y="6"/>
                    <a:pt x="86" y="6"/>
                  </a:cubicBezTo>
                  <a:cubicBezTo>
                    <a:pt x="84" y="7"/>
                    <a:pt x="83" y="7"/>
                    <a:pt x="81" y="7"/>
                  </a:cubicBezTo>
                  <a:cubicBezTo>
                    <a:pt x="79" y="6"/>
                    <a:pt x="78" y="6"/>
                    <a:pt x="76" y="5"/>
                  </a:cubicBezTo>
                  <a:cubicBezTo>
                    <a:pt x="76" y="5"/>
                    <a:pt x="76" y="5"/>
                    <a:pt x="76" y="5"/>
                  </a:cubicBezTo>
                  <a:cubicBezTo>
                    <a:pt x="75" y="7"/>
                    <a:pt x="75" y="8"/>
                    <a:pt x="75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4" y="13"/>
                    <a:pt x="72" y="13"/>
                    <a:pt x="70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7" y="14"/>
                    <a:pt x="67" y="16"/>
                    <a:pt x="67" y="17"/>
                  </a:cubicBezTo>
                  <a:cubicBezTo>
                    <a:pt x="67" y="19"/>
                    <a:pt x="67" y="21"/>
                    <a:pt x="65" y="22"/>
                  </a:cubicBezTo>
                  <a:cubicBezTo>
                    <a:pt x="63" y="22"/>
                    <a:pt x="60" y="21"/>
                    <a:pt x="58" y="19"/>
                  </a:cubicBezTo>
                  <a:cubicBezTo>
                    <a:pt x="55" y="18"/>
                    <a:pt x="53" y="16"/>
                    <a:pt x="53" y="17"/>
                  </a:cubicBezTo>
                  <a:cubicBezTo>
                    <a:pt x="51" y="18"/>
                    <a:pt x="51" y="19"/>
                    <a:pt x="50" y="21"/>
                  </a:cubicBezTo>
                  <a:cubicBezTo>
                    <a:pt x="50" y="21"/>
                    <a:pt x="50" y="22"/>
                    <a:pt x="50" y="22"/>
                  </a:cubicBezTo>
                  <a:cubicBezTo>
                    <a:pt x="48" y="25"/>
                    <a:pt x="45" y="27"/>
                    <a:pt x="43" y="29"/>
                  </a:cubicBezTo>
                  <a:cubicBezTo>
                    <a:pt x="43" y="29"/>
                    <a:pt x="43" y="29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1" y="31"/>
                    <a:pt x="39" y="30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7" y="29"/>
                    <a:pt x="36" y="27"/>
                    <a:pt x="35" y="26"/>
                  </a:cubicBezTo>
                  <a:cubicBezTo>
                    <a:pt x="34" y="25"/>
                    <a:pt x="33" y="24"/>
                    <a:pt x="32" y="23"/>
                  </a:cubicBezTo>
                  <a:cubicBezTo>
                    <a:pt x="32" y="22"/>
                    <a:pt x="32" y="21"/>
                    <a:pt x="31" y="21"/>
                  </a:cubicBezTo>
                  <a:cubicBezTo>
                    <a:pt x="31" y="19"/>
                    <a:pt x="31" y="18"/>
                    <a:pt x="29" y="19"/>
                  </a:cubicBezTo>
                  <a:cubicBezTo>
                    <a:pt x="28" y="19"/>
                    <a:pt x="27" y="20"/>
                    <a:pt x="26" y="22"/>
                  </a:cubicBezTo>
                  <a:cubicBezTo>
                    <a:pt x="26" y="23"/>
                    <a:pt x="25" y="24"/>
                    <a:pt x="24" y="25"/>
                  </a:cubicBezTo>
                  <a:cubicBezTo>
                    <a:pt x="23" y="27"/>
                    <a:pt x="22" y="27"/>
                    <a:pt x="21" y="28"/>
                  </a:cubicBezTo>
                  <a:cubicBezTo>
                    <a:pt x="19" y="28"/>
                    <a:pt x="18" y="28"/>
                    <a:pt x="15" y="28"/>
                  </a:cubicBezTo>
                  <a:cubicBezTo>
                    <a:pt x="13" y="28"/>
                    <a:pt x="11" y="28"/>
                    <a:pt x="10" y="28"/>
                  </a:cubicBezTo>
                  <a:cubicBezTo>
                    <a:pt x="9" y="28"/>
                    <a:pt x="8" y="28"/>
                    <a:pt x="7" y="29"/>
                  </a:cubicBezTo>
                  <a:cubicBezTo>
                    <a:pt x="6" y="29"/>
                    <a:pt x="4" y="29"/>
                    <a:pt x="2" y="29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2" y="31"/>
                    <a:pt x="2" y="31"/>
                    <a:pt x="2" y="32"/>
                  </a:cubicBezTo>
                  <a:cubicBezTo>
                    <a:pt x="1" y="33"/>
                    <a:pt x="1" y="34"/>
                    <a:pt x="2" y="35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4" y="38"/>
                    <a:pt x="5" y="40"/>
                    <a:pt x="5" y="42"/>
                  </a:cubicBezTo>
                  <a:cubicBezTo>
                    <a:pt x="5" y="44"/>
                    <a:pt x="5" y="46"/>
                    <a:pt x="3" y="47"/>
                  </a:cubicBezTo>
                  <a:cubicBezTo>
                    <a:pt x="3" y="47"/>
                    <a:pt x="3" y="48"/>
                    <a:pt x="3" y="48"/>
                  </a:cubicBezTo>
                  <a:cubicBezTo>
                    <a:pt x="3" y="48"/>
                    <a:pt x="2" y="48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0"/>
                    <a:pt x="0" y="51"/>
                  </a:cubicBezTo>
                  <a:cubicBezTo>
                    <a:pt x="0" y="52"/>
                    <a:pt x="0" y="53"/>
                    <a:pt x="1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1" y="54"/>
                    <a:pt x="1" y="54"/>
                    <a:pt x="1" y="54"/>
                  </a:cubicBezTo>
                  <a:cubicBezTo>
                    <a:pt x="3" y="57"/>
                    <a:pt x="3" y="58"/>
                    <a:pt x="2" y="61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1" y="63"/>
                    <a:pt x="1" y="63"/>
                    <a:pt x="1" y="64"/>
                  </a:cubicBezTo>
                  <a:cubicBezTo>
                    <a:pt x="1" y="66"/>
                    <a:pt x="0" y="67"/>
                    <a:pt x="3" y="68"/>
                  </a:cubicBezTo>
                  <a:cubicBezTo>
                    <a:pt x="4" y="69"/>
                    <a:pt x="5" y="69"/>
                    <a:pt x="7" y="70"/>
                  </a:cubicBezTo>
                  <a:cubicBezTo>
                    <a:pt x="11" y="71"/>
                    <a:pt x="15" y="73"/>
                    <a:pt x="16" y="74"/>
                  </a:cubicBezTo>
                  <a:cubicBezTo>
                    <a:pt x="17" y="76"/>
                    <a:pt x="16" y="79"/>
                    <a:pt x="14" y="83"/>
                  </a:cubicBezTo>
                  <a:cubicBezTo>
                    <a:pt x="14" y="83"/>
                    <a:pt x="14" y="83"/>
                    <a:pt x="14" y="8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3" name="Freeform 408">
              <a:extLst>
                <a:ext uri="{FF2B5EF4-FFF2-40B4-BE49-F238E27FC236}">
                  <a16:creationId xmlns:a16="http://schemas.microsoft.com/office/drawing/2014/main" id="{7D830BB8-8B8B-E70F-B64D-A3B1BCDA9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055" y="2123490"/>
              <a:ext cx="7052" cy="8462"/>
            </a:xfrm>
            <a:custGeom>
              <a:avLst/>
              <a:gdLst>
                <a:gd name="T0" fmla="*/ 2 w 7"/>
                <a:gd name="T1" fmla="*/ 1 h 8"/>
                <a:gd name="T2" fmla="*/ 0 w 7"/>
                <a:gd name="T3" fmla="*/ 4 h 8"/>
                <a:gd name="T4" fmla="*/ 3 w 7"/>
                <a:gd name="T5" fmla="*/ 7 h 8"/>
                <a:gd name="T6" fmla="*/ 5 w 7"/>
                <a:gd name="T7" fmla="*/ 3 h 8"/>
                <a:gd name="T8" fmla="*/ 2 w 7"/>
                <a:gd name="T9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2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1" y="5"/>
                    <a:pt x="1" y="8"/>
                    <a:pt x="3" y="7"/>
                  </a:cubicBezTo>
                  <a:cubicBezTo>
                    <a:pt x="4" y="6"/>
                    <a:pt x="3" y="5"/>
                    <a:pt x="5" y="3"/>
                  </a:cubicBezTo>
                  <a:cubicBezTo>
                    <a:pt x="7" y="1"/>
                    <a:pt x="5" y="0"/>
                    <a:pt x="2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4" name="Freeform 409">
              <a:extLst>
                <a:ext uri="{FF2B5EF4-FFF2-40B4-BE49-F238E27FC236}">
                  <a16:creationId xmlns:a16="http://schemas.microsoft.com/office/drawing/2014/main" id="{55C28C44-2769-6058-852C-B606FF486C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6868" y="1950012"/>
              <a:ext cx="207327" cy="342724"/>
            </a:xfrm>
            <a:custGeom>
              <a:avLst/>
              <a:gdLst>
                <a:gd name="T0" fmla="*/ 24 w 188"/>
                <a:gd name="T1" fmla="*/ 285 h 319"/>
                <a:gd name="T2" fmla="*/ 16 w 188"/>
                <a:gd name="T3" fmla="*/ 283 h 319"/>
                <a:gd name="T4" fmla="*/ 12 w 188"/>
                <a:gd name="T5" fmla="*/ 288 h 319"/>
                <a:gd name="T6" fmla="*/ 5 w 188"/>
                <a:gd name="T7" fmla="*/ 294 h 319"/>
                <a:gd name="T8" fmla="*/ 3 w 188"/>
                <a:gd name="T9" fmla="*/ 296 h 319"/>
                <a:gd name="T10" fmla="*/ 6 w 188"/>
                <a:gd name="T11" fmla="*/ 300 h 319"/>
                <a:gd name="T12" fmla="*/ 6 w 188"/>
                <a:gd name="T13" fmla="*/ 307 h 319"/>
                <a:gd name="T14" fmla="*/ 10 w 188"/>
                <a:gd name="T15" fmla="*/ 311 h 319"/>
                <a:gd name="T16" fmla="*/ 16 w 188"/>
                <a:gd name="T17" fmla="*/ 309 h 319"/>
                <a:gd name="T18" fmla="*/ 21 w 188"/>
                <a:gd name="T19" fmla="*/ 300 h 319"/>
                <a:gd name="T20" fmla="*/ 30 w 188"/>
                <a:gd name="T21" fmla="*/ 293 h 319"/>
                <a:gd name="T22" fmla="*/ 36 w 188"/>
                <a:gd name="T23" fmla="*/ 296 h 319"/>
                <a:gd name="T24" fmla="*/ 42 w 188"/>
                <a:gd name="T25" fmla="*/ 298 h 319"/>
                <a:gd name="T26" fmla="*/ 45 w 188"/>
                <a:gd name="T27" fmla="*/ 292 h 319"/>
                <a:gd name="T28" fmla="*/ 52 w 188"/>
                <a:gd name="T29" fmla="*/ 287 h 319"/>
                <a:gd name="T30" fmla="*/ 49 w 188"/>
                <a:gd name="T31" fmla="*/ 282 h 319"/>
                <a:gd name="T32" fmla="*/ 46 w 188"/>
                <a:gd name="T33" fmla="*/ 278 h 319"/>
                <a:gd name="T34" fmla="*/ 36 w 188"/>
                <a:gd name="T35" fmla="*/ 275 h 319"/>
                <a:gd name="T36" fmla="*/ 31 w 188"/>
                <a:gd name="T37" fmla="*/ 277 h 319"/>
                <a:gd name="T38" fmla="*/ 29 w 188"/>
                <a:gd name="T39" fmla="*/ 281 h 319"/>
                <a:gd name="T40" fmla="*/ 23 w 188"/>
                <a:gd name="T41" fmla="*/ 232 h 319"/>
                <a:gd name="T42" fmla="*/ 22 w 188"/>
                <a:gd name="T43" fmla="*/ 229 h 319"/>
                <a:gd name="T44" fmla="*/ 23 w 188"/>
                <a:gd name="T45" fmla="*/ 232 h 319"/>
                <a:gd name="T46" fmla="*/ 185 w 188"/>
                <a:gd name="T47" fmla="*/ 11 h 319"/>
                <a:gd name="T48" fmla="*/ 188 w 188"/>
                <a:gd name="T49" fmla="*/ 12 h 319"/>
                <a:gd name="T50" fmla="*/ 152 w 188"/>
                <a:gd name="T51" fmla="*/ 87 h 319"/>
                <a:gd name="T52" fmla="*/ 149 w 188"/>
                <a:gd name="T53" fmla="*/ 89 h 319"/>
                <a:gd name="T54" fmla="*/ 129 w 188"/>
                <a:gd name="T55" fmla="*/ 191 h 319"/>
                <a:gd name="T56" fmla="*/ 130 w 188"/>
                <a:gd name="T57" fmla="*/ 185 h 319"/>
                <a:gd name="T58" fmla="*/ 126 w 188"/>
                <a:gd name="T59" fmla="*/ 187 h 319"/>
                <a:gd name="T60" fmla="*/ 129 w 188"/>
                <a:gd name="T61" fmla="*/ 191 h 319"/>
                <a:gd name="T62" fmla="*/ 104 w 188"/>
                <a:gd name="T63" fmla="*/ 204 h 319"/>
                <a:gd name="T64" fmla="*/ 96 w 188"/>
                <a:gd name="T65" fmla="*/ 204 h 319"/>
                <a:gd name="T66" fmla="*/ 101 w 188"/>
                <a:gd name="T67" fmla="*/ 207 h 319"/>
                <a:gd name="T68" fmla="*/ 183 w 188"/>
                <a:gd name="T69" fmla="*/ 2 h 319"/>
                <a:gd name="T70" fmla="*/ 181 w 188"/>
                <a:gd name="T71" fmla="*/ 7 h 319"/>
                <a:gd name="T72" fmla="*/ 53 w 188"/>
                <a:gd name="T73" fmla="*/ 276 h 319"/>
                <a:gd name="T74" fmla="*/ 56 w 188"/>
                <a:gd name="T75" fmla="*/ 277 h 319"/>
                <a:gd name="T76" fmla="*/ 57 w 188"/>
                <a:gd name="T77" fmla="*/ 273 h 319"/>
                <a:gd name="T78" fmla="*/ 151 w 188"/>
                <a:gd name="T79" fmla="*/ 282 h 319"/>
                <a:gd name="T80" fmla="*/ 151 w 188"/>
                <a:gd name="T81" fmla="*/ 279 h 319"/>
                <a:gd name="T82" fmla="*/ 149 w 188"/>
                <a:gd name="T83" fmla="*/ 263 h 319"/>
                <a:gd name="T84" fmla="*/ 149 w 188"/>
                <a:gd name="T85" fmla="*/ 269 h 319"/>
                <a:gd name="T86" fmla="*/ 149 w 188"/>
                <a:gd name="T87" fmla="*/ 263 h 319"/>
                <a:gd name="T88" fmla="*/ 159 w 188"/>
                <a:gd name="T89" fmla="*/ 317 h 319"/>
                <a:gd name="T90" fmla="*/ 156 w 188"/>
                <a:gd name="T91" fmla="*/ 319 h 319"/>
                <a:gd name="T92" fmla="*/ 160 w 188"/>
                <a:gd name="T93" fmla="*/ 305 h 319"/>
                <a:gd name="T94" fmla="*/ 155 w 188"/>
                <a:gd name="T95" fmla="*/ 302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8" h="319">
                  <a:moveTo>
                    <a:pt x="27" y="283"/>
                  </a:moveTo>
                  <a:cubicBezTo>
                    <a:pt x="25" y="283"/>
                    <a:pt x="26" y="284"/>
                    <a:pt x="24" y="285"/>
                  </a:cubicBezTo>
                  <a:cubicBezTo>
                    <a:pt x="23" y="285"/>
                    <a:pt x="21" y="285"/>
                    <a:pt x="19" y="284"/>
                  </a:cubicBezTo>
                  <a:cubicBezTo>
                    <a:pt x="17" y="283"/>
                    <a:pt x="17" y="283"/>
                    <a:pt x="16" y="283"/>
                  </a:cubicBezTo>
                  <a:cubicBezTo>
                    <a:pt x="14" y="282"/>
                    <a:pt x="15" y="283"/>
                    <a:pt x="14" y="285"/>
                  </a:cubicBezTo>
                  <a:cubicBezTo>
                    <a:pt x="13" y="287"/>
                    <a:pt x="12" y="287"/>
                    <a:pt x="12" y="288"/>
                  </a:cubicBezTo>
                  <a:cubicBezTo>
                    <a:pt x="11" y="289"/>
                    <a:pt x="9" y="291"/>
                    <a:pt x="9" y="291"/>
                  </a:cubicBezTo>
                  <a:cubicBezTo>
                    <a:pt x="8" y="291"/>
                    <a:pt x="7" y="294"/>
                    <a:pt x="5" y="294"/>
                  </a:cubicBezTo>
                  <a:cubicBezTo>
                    <a:pt x="3" y="294"/>
                    <a:pt x="0" y="295"/>
                    <a:pt x="0" y="296"/>
                  </a:cubicBezTo>
                  <a:cubicBezTo>
                    <a:pt x="0" y="297"/>
                    <a:pt x="2" y="295"/>
                    <a:pt x="3" y="296"/>
                  </a:cubicBezTo>
                  <a:cubicBezTo>
                    <a:pt x="4" y="296"/>
                    <a:pt x="3" y="297"/>
                    <a:pt x="4" y="298"/>
                  </a:cubicBezTo>
                  <a:cubicBezTo>
                    <a:pt x="5" y="299"/>
                    <a:pt x="6" y="299"/>
                    <a:pt x="6" y="300"/>
                  </a:cubicBezTo>
                  <a:cubicBezTo>
                    <a:pt x="7" y="300"/>
                    <a:pt x="6" y="301"/>
                    <a:pt x="5" y="303"/>
                  </a:cubicBezTo>
                  <a:cubicBezTo>
                    <a:pt x="4" y="304"/>
                    <a:pt x="5" y="305"/>
                    <a:pt x="6" y="307"/>
                  </a:cubicBezTo>
                  <a:cubicBezTo>
                    <a:pt x="6" y="308"/>
                    <a:pt x="8" y="307"/>
                    <a:pt x="9" y="308"/>
                  </a:cubicBezTo>
                  <a:cubicBezTo>
                    <a:pt x="11" y="309"/>
                    <a:pt x="10" y="310"/>
                    <a:pt x="10" y="311"/>
                  </a:cubicBezTo>
                  <a:cubicBezTo>
                    <a:pt x="11" y="312"/>
                    <a:pt x="13" y="311"/>
                    <a:pt x="15" y="312"/>
                  </a:cubicBezTo>
                  <a:cubicBezTo>
                    <a:pt x="16" y="312"/>
                    <a:pt x="16" y="311"/>
                    <a:pt x="16" y="309"/>
                  </a:cubicBezTo>
                  <a:cubicBezTo>
                    <a:pt x="16" y="307"/>
                    <a:pt x="16" y="306"/>
                    <a:pt x="18" y="305"/>
                  </a:cubicBezTo>
                  <a:cubicBezTo>
                    <a:pt x="20" y="303"/>
                    <a:pt x="20" y="302"/>
                    <a:pt x="21" y="300"/>
                  </a:cubicBezTo>
                  <a:cubicBezTo>
                    <a:pt x="22" y="299"/>
                    <a:pt x="26" y="298"/>
                    <a:pt x="27" y="297"/>
                  </a:cubicBezTo>
                  <a:cubicBezTo>
                    <a:pt x="28" y="295"/>
                    <a:pt x="28" y="294"/>
                    <a:pt x="30" y="293"/>
                  </a:cubicBezTo>
                  <a:cubicBezTo>
                    <a:pt x="32" y="293"/>
                    <a:pt x="32" y="294"/>
                    <a:pt x="34" y="294"/>
                  </a:cubicBezTo>
                  <a:cubicBezTo>
                    <a:pt x="36" y="295"/>
                    <a:pt x="36" y="294"/>
                    <a:pt x="36" y="296"/>
                  </a:cubicBezTo>
                  <a:cubicBezTo>
                    <a:pt x="37" y="297"/>
                    <a:pt x="39" y="297"/>
                    <a:pt x="40" y="298"/>
                  </a:cubicBezTo>
                  <a:cubicBezTo>
                    <a:pt x="41" y="300"/>
                    <a:pt x="42" y="299"/>
                    <a:pt x="42" y="298"/>
                  </a:cubicBezTo>
                  <a:cubicBezTo>
                    <a:pt x="43" y="297"/>
                    <a:pt x="43" y="296"/>
                    <a:pt x="43" y="294"/>
                  </a:cubicBezTo>
                  <a:cubicBezTo>
                    <a:pt x="43" y="292"/>
                    <a:pt x="44" y="293"/>
                    <a:pt x="45" y="292"/>
                  </a:cubicBezTo>
                  <a:cubicBezTo>
                    <a:pt x="46" y="291"/>
                    <a:pt x="47" y="290"/>
                    <a:pt x="49" y="289"/>
                  </a:cubicBezTo>
                  <a:cubicBezTo>
                    <a:pt x="50" y="288"/>
                    <a:pt x="51" y="288"/>
                    <a:pt x="52" y="287"/>
                  </a:cubicBezTo>
                  <a:cubicBezTo>
                    <a:pt x="53" y="286"/>
                    <a:pt x="52" y="286"/>
                    <a:pt x="50" y="285"/>
                  </a:cubicBezTo>
                  <a:cubicBezTo>
                    <a:pt x="49" y="284"/>
                    <a:pt x="49" y="283"/>
                    <a:pt x="49" y="282"/>
                  </a:cubicBezTo>
                  <a:cubicBezTo>
                    <a:pt x="48" y="280"/>
                    <a:pt x="50" y="280"/>
                    <a:pt x="49" y="279"/>
                  </a:cubicBezTo>
                  <a:cubicBezTo>
                    <a:pt x="49" y="278"/>
                    <a:pt x="48" y="279"/>
                    <a:pt x="46" y="278"/>
                  </a:cubicBezTo>
                  <a:cubicBezTo>
                    <a:pt x="43" y="278"/>
                    <a:pt x="43" y="278"/>
                    <a:pt x="40" y="277"/>
                  </a:cubicBezTo>
                  <a:cubicBezTo>
                    <a:pt x="38" y="276"/>
                    <a:pt x="38" y="277"/>
                    <a:pt x="36" y="275"/>
                  </a:cubicBezTo>
                  <a:cubicBezTo>
                    <a:pt x="35" y="274"/>
                    <a:pt x="35" y="275"/>
                    <a:pt x="34" y="276"/>
                  </a:cubicBezTo>
                  <a:cubicBezTo>
                    <a:pt x="33" y="277"/>
                    <a:pt x="33" y="277"/>
                    <a:pt x="31" y="277"/>
                  </a:cubicBezTo>
                  <a:cubicBezTo>
                    <a:pt x="30" y="277"/>
                    <a:pt x="30" y="277"/>
                    <a:pt x="29" y="278"/>
                  </a:cubicBezTo>
                  <a:cubicBezTo>
                    <a:pt x="29" y="279"/>
                    <a:pt x="30" y="280"/>
                    <a:pt x="29" y="281"/>
                  </a:cubicBezTo>
                  <a:cubicBezTo>
                    <a:pt x="29" y="283"/>
                    <a:pt x="29" y="283"/>
                    <a:pt x="27" y="283"/>
                  </a:cubicBezTo>
                  <a:close/>
                  <a:moveTo>
                    <a:pt x="23" y="232"/>
                  </a:moveTo>
                  <a:cubicBezTo>
                    <a:pt x="24" y="231"/>
                    <a:pt x="24" y="231"/>
                    <a:pt x="24" y="230"/>
                  </a:cubicBezTo>
                  <a:cubicBezTo>
                    <a:pt x="24" y="230"/>
                    <a:pt x="23" y="228"/>
                    <a:pt x="22" y="229"/>
                  </a:cubicBezTo>
                  <a:cubicBezTo>
                    <a:pt x="21" y="230"/>
                    <a:pt x="21" y="230"/>
                    <a:pt x="21" y="231"/>
                  </a:cubicBezTo>
                  <a:cubicBezTo>
                    <a:pt x="22" y="232"/>
                    <a:pt x="23" y="233"/>
                    <a:pt x="23" y="232"/>
                  </a:cubicBezTo>
                  <a:close/>
                  <a:moveTo>
                    <a:pt x="188" y="12"/>
                  </a:moveTo>
                  <a:cubicBezTo>
                    <a:pt x="188" y="10"/>
                    <a:pt x="185" y="10"/>
                    <a:pt x="185" y="11"/>
                  </a:cubicBezTo>
                  <a:cubicBezTo>
                    <a:pt x="185" y="12"/>
                    <a:pt x="184" y="13"/>
                    <a:pt x="186" y="14"/>
                  </a:cubicBezTo>
                  <a:cubicBezTo>
                    <a:pt x="187" y="14"/>
                    <a:pt x="187" y="14"/>
                    <a:pt x="188" y="12"/>
                  </a:cubicBezTo>
                  <a:close/>
                  <a:moveTo>
                    <a:pt x="151" y="91"/>
                  </a:moveTo>
                  <a:cubicBezTo>
                    <a:pt x="151" y="89"/>
                    <a:pt x="151" y="88"/>
                    <a:pt x="152" y="87"/>
                  </a:cubicBezTo>
                  <a:cubicBezTo>
                    <a:pt x="153" y="85"/>
                    <a:pt x="151" y="84"/>
                    <a:pt x="149" y="86"/>
                  </a:cubicBezTo>
                  <a:cubicBezTo>
                    <a:pt x="149" y="87"/>
                    <a:pt x="149" y="87"/>
                    <a:pt x="149" y="89"/>
                  </a:cubicBezTo>
                  <a:cubicBezTo>
                    <a:pt x="149" y="91"/>
                    <a:pt x="151" y="92"/>
                    <a:pt x="151" y="91"/>
                  </a:cubicBezTo>
                  <a:close/>
                  <a:moveTo>
                    <a:pt x="129" y="191"/>
                  </a:moveTo>
                  <a:cubicBezTo>
                    <a:pt x="129" y="190"/>
                    <a:pt x="129" y="190"/>
                    <a:pt x="129" y="188"/>
                  </a:cubicBezTo>
                  <a:cubicBezTo>
                    <a:pt x="130" y="186"/>
                    <a:pt x="130" y="186"/>
                    <a:pt x="130" y="185"/>
                  </a:cubicBezTo>
                  <a:cubicBezTo>
                    <a:pt x="130" y="184"/>
                    <a:pt x="130" y="182"/>
                    <a:pt x="128" y="184"/>
                  </a:cubicBezTo>
                  <a:cubicBezTo>
                    <a:pt x="127" y="185"/>
                    <a:pt x="126" y="185"/>
                    <a:pt x="126" y="187"/>
                  </a:cubicBezTo>
                  <a:cubicBezTo>
                    <a:pt x="125" y="189"/>
                    <a:pt x="126" y="189"/>
                    <a:pt x="126" y="191"/>
                  </a:cubicBezTo>
                  <a:cubicBezTo>
                    <a:pt x="126" y="194"/>
                    <a:pt x="129" y="193"/>
                    <a:pt x="129" y="191"/>
                  </a:cubicBezTo>
                  <a:close/>
                  <a:moveTo>
                    <a:pt x="101" y="207"/>
                  </a:moveTo>
                  <a:cubicBezTo>
                    <a:pt x="102" y="207"/>
                    <a:pt x="103" y="207"/>
                    <a:pt x="104" y="204"/>
                  </a:cubicBezTo>
                  <a:cubicBezTo>
                    <a:pt x="105" y="202"/>
                    <a:pt x="104" y="198"/>
                    <a:pt x="100" y="202"/>
                  </a:cubicBezTo>
                  <a:cubicBezTo>
                    <a:pt x="98" y="204"/>
                    <a:pt x="97" y="204"/>
                    <a:pt x="96" y="204"/>
                  </a:cubicBezTo>
                  <a:cubicBezTo>
                    <a:pt x="95" y="205"/>
                    <a:pt x="94" y="208"/>
                    <a:pt x="95" y="209"/>
                  </a:cubicBezTo>
                  <a:cubicBezTo>
                    <a:pt x="96" y="209"/>
                    <a:pt x="99" y="207"/>
                    <a:pt x="101" y="207"/>
                  </a:cubicBezTo>
                  <a:close/>
                  <a:moveTo>
                    <a:pt x="181" y="7"/>
                  </a:moveTo>
                  <a:cubicBezTo>
                    <a:pt x="183" y="7"/>
                    <a:pt x="183" y="3"/>
                    <a:pt x="183" y="2"/>
                  </a:cubicBezTo>
                  <a:cubicBezTo>
                    <a:pt x="183" y="1"/>
                    <a:pt x="181" y="0"/>
                    <a:pt x="180" y="4"/>
                  </a:cubicBezTo>
                  <a:cubicBezTo>
                    <a:pt x="180" y="5"/>
                    <a:pt x="179" y="7"/>
                    <a:pt x="181" y="7"/>
                  </a:cubicBezTo>
                  <a:close/>
                  <a:moveTo>
                    <a:pt x="55" y="273"/>
                  </a:moveTo>
                  <a:cubicBezTo>
                    <a:pt x="54" y="275"/>
                    <a:pt x="54" y="275"/>
                    <a:pt x="53" y="276"/>
                  </a:cubicBezTo>
                  <a:cubicBezTo>
                    <a:pt x="53" y="276"/>
                    <a:pt x="52" y="277"/>
                    <a:pt x="53" y="278"/>
                  </a:cubicBezTo>
                  <a:cubicBezTo>
                    <a:pt x="55" y="278"/>
                    <a:pt x="54" y="277"/>
                    <a:pt x="56" y="277"/>
                  </a:cubicBezTo>
                  <a:cubicBezTo>
                    <a:pt x="57" y="277"/>
                    <a:pt x="58" y="278"/>
                    <a:pt x="58" y="276"/>
                  </a:cubicBezTo>
                  <a:cubicBezTo>
                    <a:pt x="58" y="274"/>
                    <a:pt x="57" y="273"/>
                    <a:pt x="57" y="273"/>
                  </a:cubicBezTo>
                  <a:cubicBezTo>
                    <a:pt x="57" y="272"/>
                    <a:pt x="56" y="272"/>
                    <a:pt x="55" y="273"/>
                  </a:cubicBezTo>
                  <a:close/>
                  <a:moveTo>
                    <a:pt x="151" y="282"/>
                  </a:moveTo>
                  <a:cubicBezTo>
                    <a:pt x="152" y="282"/>
                    <a:pt x="153" y="283"/>
                    <a:pt x="154" y="281"/>
                  </a:cubicBezTo>
                  <a:cubicBezTo>
                    <a:pt x="154" y="280"/>
                    <a:pt x="152" y="279"/>
                    <a:pt x="151" y="279"/>
                  </a:cubicBezTo>
                  <a:cubicBezTo>
                    <a:pt x="151" y="280"/>
                    <a:pt x="150" y="282"/>
                    <a:pt x="151" y="282"/>
                  </a:cubicBezTo>
                  <a:close/>
                  <a:moveTo>
                    <a:pt x="149" y="263"/>
                  </a:moveTo>
                  <a:cubicBezTo>
                    <a:pt x="149" y="263"/>
                    <a:pt x="148" y="263"/>
                    <a:pt x="148" y="265"/>
                  </a:cubicBezTo>
                  <a:cubicBezTo>
                    <a:pt x="148" y="267"/>
                    <a:pt x="148" y="269"/>
                    <a:pt x="149" y="269"/>
                  </a:cubicBezTo>
                  <a:cubicBezTo>
                    <a:pt x="150" y="269"/>
                    <a:pt x="151" y="269"/>
                    <a:pt x="151" y="267"/>
                  </a:cubicBezTo>
                  <a:cubicBezTo>
                    <a:pt x="152" y="265"/>
                    <a:pt x="152" y="263"/>
                    <a:pt x="149" y="263"/>
                  </a:cubicBezTo>
                  <a:close/>
                  <a:moveTo>
                    <a:pt x="156" y="319"/>
                  </a:moveTo>
                  <a:cubicBezTo>
                    <a:pt x="158" y="319"/>
                    <a:pt x="158" y="318"/>
                    <a:pt x="159" y="317"/>
                  </a:cubicBezTo>
                  <a:cubicBezTo>
                    <a:pt x="159" y="316"/>
                    <a:pt x="155" y="314"/>
                    <a:pt x="155" y="316"/>
                  </a:cubicBezTo>
                  <a:cubicBezTo>
                    <a:pt x="155" y="317"/>
                    <a:pt x="154" y="319"/>
                    <a:pt x="156" y="319"/>
                  </a:cubicBezTo>
                  <a:close/>
                  <a:moveTo>
                    <a:pt x="157" y="305"/>
                  </a:moveTo>
                  <a:cubicBezTo>
                    <a:pt x="157" y="307"/>
                    <a:pt x="160" y="306"/>
                    <a:pt x="160" y="305"/>
                  </a:cubicBezTo>
                  <a:cubicBezTo>
                    <a:pt x="160" y="303"/>
                    <a:pt x="158" y="305"/>
                    <a:pt x="158" y="303"/>
                  </a:cubicBezTo>
                  <a:cubicBezTo>
                    <a:pt x="157" y="301"/>
                    <a:pt x="155" y="301"/>
                    <a:pt x="155" y="302"/>
                  </a:cubicBezTo>
                  <a:cubicBezTo>
                    <a:pt x="155" y="304"/>
                    <a:pt x="156" y="304"/>
                    <a:pt x="157" y="30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5" name="Freeform 410">
              <a:extLst>
                <a:ext uri="{FF2B5EF4-FFF2-40B4-BE49-F238E27FC236}">
                  <a16:creationId xmlns:a16="http://schemas.microsoft.com/office/drawing/2014/main" id="{E2C60042-51CE-5A5A-9C29-B7EE62A84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518" y="2170033"/>
              <a:ext cx="218610" cy="204506"/>
            </a:xfrm>
            <a:custGeom>
              <a:avLst/>
              <a:gdLst>
                <a:gd name="T0" fmla="*/ 126 w 199"/>
                <a:gd name="T1" fmla="*/ 19 h 190"/>
                <a:gd name="T2" fmla="*/ 122 w 199"/>
                <a:gd name="T3" fmla="*/ 10 h 190"/>
                <a:gd name="T4" fmla="*/ 112 w 199"/>
                <a:gd name="T5" fmla="*/ 8 h 190"/>
                <a:gd name="T6" fmla="*/ 108 w 199"/>
                <a:gd name="T7" fmla="*/ 2 h 190"/>
                <a:gd name="T8" fmla="*/ 98 w 199"/>
                <a:gd name="T9" fmla="*/ 2 h 190"/>
                <a:gd name="T10" fmla="*/ 89 w 199"/>
                <a:gd name="T11" fmla="*/ 0 h 190"/>
                <a:gd name="T12" fmla="*/ 79 w 199"/>
                <a:gd name="T13" fmla="*/ 1 h 190"/>
                <a:gd name="T14" fmla="*/ 61 w 199"/>
                <a:gd name="T15" fmla="*/ 19 h 190"/>
                <a:gd name="T16" fmla="*/ 53 w 199"/>
                <a:gd name="T17" fmla="*/ 21 h 190"/>
                <a:gd name="T18" fmla="*/ 51 w 199"/>
                <a:gd name="T19" fmla="*/ 27 h 190"/>
                <a:gd name="T20" fmla="*/ 52 w 199"/>
                <a:gd name="T21" fmla="*/ 43 h 190"/>
                <a:gd name="T22" fmla="*/ 50 w 199"/>
                <a:gd name="T23" fmla="*/ 50 h 190"/>
                <a:gd name="T24" fmla="*/ 49 w 199"/>
                <a:gd name="T25" fmla="*/ 55 h 190"/>
                <a:gd name="T26" fmla="*/ 47 w 199"/>
                <a:gd name="T27" fmla="*/ 65 h 190"/>
                <a:gd name="T28" fmla="*/ 38 w 199"/>
                <a:gd name="T29" fmla="*/ 72 h 190"/>
                <a:gd name="T30" fmla="*/ 38 w 199"/>
                <a:gd name="T31" fmla="*/ 72 h 190"/>
                <a:gd name="T32" fmla="*/ 33 w 199"/>
                <a:gd name="T33" fmla="*/ 74 h 190"/>
                <a:gd name="T34" fmla="*/ 18 w 199"/>
                <a:gd name="T35" fmla="*/ 83 h 190"/>
                <a:gd name="T36" fmla="*/ 1 w 199"/>
                <a:gd name="T37" fmla="*/ 94 h 190"/>
                <a:gd name="T38" fmla="*/ 3 w 199"/>
                <a:gd name="T39" fmla="*/ 109 h 190"/>
                <a:gd name="T40" fmla="*/ 8 w 199"/>
                <a:gd name="T41" fmla="*/ 119 h 190"/>
                <a:gd name="T42" fmla="*/ 59 w 199"/>
                <a:gd name="T43" fmla="*/ 139 h 190"/>
                <a:gd name="T44" fmla="*/ 105 w 199"/>
                <a:gd name="T45" fmla="*/ 175 h 190"/>
                <a:gd name="T46" fmla="*/ 142 w 199"/>
                <a:gd name="T47" fmla="*/ 190 h 190"/>
                <a:gd name="T48" fmla="*/ 155 w 199"/>
                <a:gd name="T49" fmla="*/ 190 h 190"/>
                <a:gd name="T50" fmla="*/ 166 w 199"/>
                <a:gd name="T51" fmla="*/ 175 h 190"/>
                <a:gd name="T52" fmla="*/ 174 w 199"/>
                <a:gd name="T53" fmla="*/ 167 h 190"/>
                <a:gd name="T54" fmla="*/ 188 w 199"/>
                <a:gd name="T55" fmla="*/ 169 h 190"/>
                <a:gd name="T56" fmla="*/ 194 w 199"/>
                <a:gd name="T57" fmla="*/ 169 h 190"/>
                <a:gd name="T58" fmla="*/ 196 w 199"/>
                <a:gd name="T59" fmla="*/ 165 h 190"/>
                <a:gd name="T60" fmla="*/ 189 w 199"/>
                <a:gd name="T61" fmla="*/ 159 h 190"/>
                <a:gd name="T62" fmla="*/ 187 w 199"/>
                <a:gd name="T63" fmla="*/ 148 h 190"/>
                <a:gd name="T64" fmla="*/ 182 w 199"/>
                <a:gd name="T65" fmla="*/ 147 h 190"/>
                <a:gd name="T66" fmla="*/ 179 w 199"/>
                <a:gd name="T67" fmla="*/ 143 h 190"/>
                <a:gd name="T68" fmla="*/ 180 w 199"/>
                <a:gd name="T69" fmla="*/ 137 h 190"/>
                <a:gd name="T70" fmla="*/ 183 w 199"/>
                <a:gd name="T71" fmla="*/ 132 h 190"/>
                <a:gd name="T72" fmla="*/ 179 w 199"/>
                <a:gd name="T73" fmla="*/ 120 h 190"/>
                <a:gd name="T74" fmla="*/ 172 w 199"/>
                <a:gd name="T75" fmla="*/ 115 h 190"/>
                <a:gd name="T76" fmla="*/ 160 w 199"/>
                <a:gd name="T77" fmla="*/ 107 h 190"/>
                <a:gd name="T78" fmla="*/ 152 w 199"/>
                <a:gd name="T79" fmla="*/ 104 h 190"/>
                <a:gd name="T80" fmla="*/ 147 w 199"/>
                <a:gd name="T81" fmla="*/ 97 h 190"/>
                <a:gd name="T82" fmla="*/ 141 w 199"/>
                <a:gd name="T83" fmla="*/ 87 h 190"/>
                <a:gd name="T84" fmla="*/ 141 w 199"/>
                <a:gd name="T85" fmla="*/ 87 h 190"/>
                <a:gd name="T86" fmla="*/ 134 w 199"/>
                <a:gd name="T87" fmla="*/ 80 h 190"/>
                <a:gd name="T88" fmla="*/ 136 w 199"/>
                <a:gd name="T89" fmla="*/ 73 h 190"/>
                <a:gd name="T90" fmla="*/ 135 w 199"/>
                <a:gd name="T91" fmla="*/ 70 h 190"/>
                <a:gd name="T92" fmla="*/ 138 w 199"/>
                <a:gd name="T93" fmla="*/ 64 h 190"/>
                <a:gd name="T94" fmla="*/ 141 w 199"/>
                <a:gd name="T95" fmla="*/ 61 h 190"/>
                <a:gd name="T96" fmla="*/ 145 w 199"/>
                <a:gd name="T97" fmla="*/ 53 h 190"/>
                <a:gd name="T98" fmla="*/ 148 w 199"/>
                <a:gd name="T99" fmla="*/ 49 h 190"/>
                <a:gd name="T100" fmla="*/ 146 w 199"/>
                <a:gd name="T101" fmla="*/ 42 h 190"/>
                <a:gd name="T102" fmla="*/ 149 w 199"/>
                <a:gd name="T103" fmla="*/ 37 h 190"/>
                <a:gd name="T104" fmla="*/ 147 w 199"/>
                <a:gd name="T105" fmla="*/ 37 h 190"/>
                <a:gd name="T106" fmla="*/ 140 w 199"/>
                <a:gd name="T107" fmla="*/ 34 h 190"/>
                <a:gd name="T108" fmla="*/ 133 w 199"/>
                <a:gd name="T109" fmla="*/ 31 h 190"/>
                <a:gd name="T110" fmla="*/ 131 w 199"/>
                <a:gd name="T111" fmla="*/ 2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9" h="190">
                  <a:moveTo>
                    <a:pt x="128" y="21"/>
                  </a:moveTo>
                  <a:cubicBezTo>
                    <a:pt x="128" y="20"/>
                    <a:pt x="127" y="20"/>
                    <a:pt x="126" y="19"/>
                  </a:cubicBezTo>
                  <a:cubicBezTo>
                    <a:pt x="126" y="18"/>
                    <a:pt x="125" y="17"/>
                    <a:pt x="125" y="16"/>
                  </a:cubicBezTo>
                  <a:cubicBezTo>
                    <a:pt x="123" y="15"/>
                    <a:pt x="122" y="14"/>
                    <a:pt x="122" y="10"/>
                  </a:cubicBezTo>
                  <a:cubicBezTo>
                    <a:pt x="122" y="8"/>
                    <a:pt x="122" y="7"/>
                    <a:pt x="122" y="6"/>
                  </a:cubicBezTo>
                  <a:cubicBezTo>
                    <a:pt x="120" y="7"/>
                    <a:pt x="115" y="9"/>
                    <a:pt x="112" y="8"/>
                  </a:cubicBezTo>
                  <a:cubicBezTo>
                    <a:pt x="110" y="7"/>
                    <a:pt x="109" y="5"/>
                    <a:pt x="108" y="3"/>
                  </a:cubicBezTo>
                  <a:cubicBezTo>
                    <a:pt x="108" y="2"/>
                    <a:pt x="108" y="2"/>
                    <a:pt x="108" y="2"/>
                  </a:cubicBezTo>
                  <a:cubicBezTo>
                    <a:pt x="108" y="2"/>
                    <a:pt x="106" y="2"/>
                    <a:pt x="104" y="2"/>
                  </a:cubicBezTo>
                  <a:cubicBezTo>
                    <a:pt x="102" y="2"/>
                    <a:pt x="100" y="2"/>
                    <a:pt x="98" y="2"/>
                  </a:cubicBezTo>
                  <a:cubicBezTo>
                    <a:pt x="97" y="2"/>
                    <a:pt x="97" y="2"/>
                    <a:pt x="96" y="2"/>
                  </a:cubicBezTo>
                  <a:cubicBezTo>
                    <a:pt x="92" y="2"/>
                    <a:pt x="92" y="2"/>
                    <a:pt x="89" y="0"/>
                  </a:cubicBezTo>
                  <a:cubicBezTo>
                    <a:pt x="87" y="0"/>
                    <a:pt x="85" y="0"/>
                    <a:pt x="84" y="0"/>
                  </a:cubicBezTo>
                  <a:cubicBezTo>
                    <a:pt x="82" y="0"/>
                    <a:pt x="80" y="1"/>
                    <a:pt x="79" y="1"/>
                  </a:cubicBezTo>
                  <a:cubicBezTo>
                    <a:pt x="78" y="2"/>
                    <a:pt x="75" y="5"/>
                    <a:pt x="72" y="9"/>
                  </a:cubicBezTo>
                  <a:cubicBezTo>
                    <a:pt x="67" y="13"/>
                    <a:pt x="63" y="18"/>
                    <a:pt x="61" y="19"/>
                  </a:cubicBezTo>
                  <a:cubicBezTo>
                    <a:pt x="60" y="19"/>
                    <a:pt x="58" y="19"/>
                    <a:pt x="57" y="19"/>
                  </a:cubicBezTo>
                  <a:cubicBezTo>
                    <a:pt x="56" y="20"/>
                    <a:pt x="55" y="20"/>
                    <a:pt x="53" y="21"/>
                  </a:cubicBezTo>
                  <a:cubicBezTo>
                    <a:pt x="51" y="23"/>
                    <a:pt x="51" y="24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1" y="28"/>
                    <a:pt x="51" y="31"/>
                    <a:pt x="51" y="34"/>
                  </a:cubicBezTo>
                  <a:cubicBezTo>
                    <a:pt x="52" y="37"/>
                    <a:pt x="52" y="41"/>
                    <a:pt x="52" y="43"/>
                  </a:cubicBezTo>
                  <a:cubicBezTo>
                    <a:pt x="51" y="45"/>
                    <a:pt x="51" y="46"/>
                    <a:pt x="51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50" y="50"/>
                    <a:pt x="50" y="50"/>
                    <a:pt x="50" y="50"/>
                  </a:cubicBezTo>
                  <a:cubicBezTo>
                    <a:pt x="49" y="52"/>
                    <a:pt x="49" y="53"/>
                    <a:pt x="49" y="55"/>
                  </a:cubicBezTo>
                  <a:cubicBezTo>
                    <a:pt x="49" y="57"/>
                    <a:pt x="50" y="59"/>
                    <a:pt x="49" y="61"/>
                  </a:cubicBezTo>
                  <a:cubicBezTo>
                    <a:pt x="48" y="63"/>
                    <a:pt x="48" y="64"/>
                    <a:pt x="47" y="65"/>
                  </a:cubicBezTo>
                  <a:cubicBezTo>
                    <a:pt x="47" y="66"/>
                    <a:pt x="46" y="67"/>
                    <a:pt x="45" y="68"/>
                  </a:cubicBezTo>
                  <a:cubicBezTo>
                    <a:pt x="43" y="70"/>
                    <a:pt x="41" y="71"/>
                    <a:pt x="38" y="72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8" y="72"/>
                    <a:pt x="38" y="72"/>
                    <a:pt x="38" y="72"/>
                  </a:cubicBezTo>
                  <a:cubicBezTo>
                    <a:pt x="36" y="72"/>
                    <a:pt x="35" y="73"/>
                    <a:pt x="33" y="74"/>
                  </a:cubicBezTo>
                  <a:cubicBezTo>
                    <a:pt x="32" y="75"/>
                    <a:pt x="31" y="76"/>
                    <a:pt x="30" y="76"/>
                  </a:cubicBezTo>
                  <a:cubicBezTo>
                    <a:pt x="29" y="77"/>
                    <a:pt x="24" y="80"/>
                    <a:pt x="18" y="83"/>
                  </a:cubicBezTo>
                  <a:cubicBezTo>
                    <a:pt x="13" y="86"/>
                    <a:pt x="7" y="89"/>
                    <a:pt x="5" y="91"/>
                  </a:cubicBezTo>
                  <a:cubicBezTo>
                    <a:pt x="0" y="93"/>
                    <a:pt x="0" y="93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5"/>
                    <a:pt x="2" y="103"/>
                    <a:pt x="3" y="109"/>
                  </a:cubicBezTo>
                  <a:cubicBezTo>
                    <a:pt x="4" y="112"/>
                    <a:pt x="5" y="115"/>
                    <a:pt x="6" y="116"/>
                  </a:cubicBezTo>
                  <a:cubicBezTo>
                    <a:pt x="7" y="118"/>
                    <a:pt x="7" y="119"/>
                    <a:pt x="8" y="119"/>
                  </a:cubicBezTo>
                  <a:cubicBezTo>
                    <a:pt x="13" y="120"/>
                    <a:pt x="30" y="123"/>
                    <a:pt x="34" y="125"/>
                  </a:cubicBezTo>
                  <a:cubicBezTo>
                    <a:pt x="37" y="126"/>
                    <a:pt x="49" y="133"/>
                    <a:pt x="59" y="139"/>
                  </a:cubicBezTo>
                  <a:cubicBezTo>
                    <a:pt x="65" y="143"/>
                    <a:pt x="71" y="147"/>
                    <a:pt x="73" y="149"/>
                  </a:cubicBezTo>
                  <a:cubicBezTo>
                    <a:pt x="77" y="153"/>
                    <a:pt x="92" y="165"/>
                    <a:pt x="105" y="175"/>
                  </a:cubicBezTo>
                  <a:cubicBezTo>
                    <a:pt x="114" y="182"/>
                    <a:pt x="122" y="187"/>
                    <a:pt x="124" y="188"/>
                  </a:cubicBezTo>
                  <a:cubicBezTo>
                    <a:pt x="128" y="189"/>
                    <a:pt x="134" y="189"/>
                    <a:pt x="142" y="190"/>
                  </a:cubicBezTo>
                  <a:cubicBezTo>
                    <a:pt x="145" y="190"/>
                    <a:pt x="148" y="190"/>
                    <a:pt x="151" y="190"/>
                  </a:cubicBezTo>
                  <a:cubicBezTo>
                    <a:pt x="153" y="190"/>
                    <a:pt x="154" y="190"/>
                    <a:pt x="155" y="190"/>
                  </a:cubicBezTo>
                  <a:cubicBezTo>
                    <a:pt x="156" y="189"/>
                    <a:pt x="159" y="185"/>
                    <a:pt x="160" y="183"/>
                  </a:cubicBezTo>
                  <a:cubicBezTo>
                    <a:pt x="161" y="182"/>
                    <a:pt x="163" y="178"/>
                    <a:pt x="166" y="175"/>
                  </a:cubicBezTo>
                  <a:cubicBezTo>
                    <a:pt x="167" y="172"/>
                    <a:pt x="168" y="171"/>
                    <a:pt x="169" y="169"/>
                  </a:cubicBezTo>
                  <a:cubicBezTo>
                    <a:pt x="170" y="168"/>
                    <a:pt x="172" y="167"/>
                    <a:pt x="174" y="167"/>
                  </a:cubicBezTo>
                  <a:cubicBezTo>
                    <a:pt x="176" y="166"/>
                    <a:pt x="179" y="166"/>
                    <a:pt x="181" y="167"/>
                  </a:cubicBezTo>
                  <a:cubicBezTo>
                    <a:pt x="182" y="167"/>
                    <a:pt x="185" y="168"/>
                    <a:pt x="188" y="169"/>
                  </a:cubicBezTo>
                  <a:cubicBezTo>
                    <a:pt x="189" y="170"/>
                    <a:pt x="191" y="171"/>
                    <a:pt x="193" y="172"/>
                  </a:cubicBezTo>
                  <a:cubicBezTo>
                    <a:pt x="193" y="171"/>
                    <a:pt x="193" y="170"/>
                    <a:pt x="194" y="169"/>
                  </a:cubicBezTo>
                  <a:cubicBezTo>
                    <a:pt x="196" y="168"/>
                    <a:pt x="197" y="169"/>
                    <a:pt x="199" y="169"/>
                  </a:cubicBezTo>
                  <a:cubicBezTo>
                    <a:pt x="198" y="168"/>
                    <a:pt x="197" y="167"/>
                    <a:pt x="196" y="165"/>
                  </a:cubicBezTo>
                  <a:cubicBezTo>
                    <a:pt x="194" y="164"/>
                    <a:pt x="193" y="163"/>
                    <a:pt x="193" y="163"/>
                  </a:cubicBezTo>
                  <a:cubicBezTo>
                    <a:pt x="191" y="162"/>
                    <a:pt x="190" y="162"/>
                    <a:pt x="189" y="159"/>
                  </a:cubicBezTo>
                  <a:cubicBezTo>
                    <a:pt x="188" y="157"/>
                    <a:pt x="188" y="154"/>
                    <a:pt x="188" y="151"/>
                  </a:cubicBezTo>
                  <a:cubicBezTo>
                    <a:pt x="188" y="150"/>
                    <a:pt x="188" y="148"/>
                    <a:pt x="187" y="148"/>
                  </a:cubicBezTo>
                  <a:cubicBezTo>
                    <a:pt x="187" y="148"/>
                    <a:pt x="186" y="148"/>
                    <a:pt x="186" y="148"/>
                  </a:cubicBezTo>
                  <a:cubicBezTo>
                    <a:pt x="185" y="148"/>
                    <a:pt x="183" y="148"/>
                    <a:pt x="182" y="147"/>
                  </a:cubicBezTo>
                  <a:cubicBezTo>
                    <a:pt x="181" y="147"/>
                    <a:pt x="181" y="147"/>
                    <a:pt x="181" y="147"/>
                  </a:cubicBezTo>
                  <a:cubicBezTo>
                    <a:pt x="180" y="146"/>
                    <a:pt x="179" y="145"/>
                    <a:pt x="179" y="143"/>
                  </a:cubicBezTo>
                  <a:cubicBezTo>
                    <a:pt x="178" y="142"/>
                    <a:pt x="179" y="140"/>
                    <a:pt x="179" y="139"/>
                  </a:cubicBezTo>
                  <a:cubicBezTo>
                    <a:pt x="179" y="138"/>
                    <a:pt x="180" y="137"/>
                    <a:pt x="180" y="137"/>
                  </a:cubicBezTo>
                  <a:cubicBezTo>
                    <a:pt x="180" y="137"/>
                    <a:pt x="180" y="137"/>
                    <a:pt x="180" y="137"/>
                  </a:cubicBezTo>
                  <a:cubicBezTo>
                    <a:pt x="181" y="135"/>
                    <a:pt x="182" y="134"/>
                    <a:pt x="183" y="132"/>
                  </a:cubicBezTo>
                  <a:cubicBezTo>
                    <a:pt x="183" y="131"/>
                    <a:pt x="183" y="130"/>
                    <a:pt x="183" y="128"/>
                  </a:cubicBezTo>
                  <a:cubicBezTo>
                    <a:pt x="183" y="126"/>
                    <a:pt x="181" y="123"/>
                    <a:pt x="179" y="120"/>
                  </a:cubicBezTo>
                  <a:cubicBezTo>
                    <a:pt x="177" y="118"/>
                    <a:pt x="175" y="116"/>
                    <a:pt x="174" y="115"/>
                  </a:cubicBezTo>
                  <a:cubicBezTo>
                    <a:pt x="173" y="115"/>
                    <a:pt x="172" y="115"/>
                    <a:pt x="172" y="115"/>
                  </a:cubicBezTo>
                  <a:cubicBezTo>
                    <a:pt x="170" y="115"/>
                    <a:pt x="170" y="115"/>
                    <a:pt x="168" y="114"/>
                  </a:cubicBezTo>
                  <a:cubicBezTo>
                    <a:pt x="167" y="113"/>
                    <a:pt x="163" y="110"/>
                    <a:pt x="160" y="107"/>
                  </a:cubicBezTo>
                  <a:cubicBezTo>
                    <a:pt x="158" y="106"/>
                    <a:pt x="156" y="104"/>
                    <a:pt x="155" y="104"/>
                  </a:cubicBezTo>
                  <a:cubicBezTo>
                    <a:pt x="154" y="104"/>
                    <a:pt x="153" y="104"/>
                    <a:pt x="152" y="104"/>
                  </a:cubicBezTo>
                  <a:cubicBezTo>
                    <a:pt x="151" y="104"/>
                    <a:pt x="150" y="104"/>
                    <a:pt x="149" y="103"/>
                  </a:cubicBezTo>
                  <a:cubicBezTo>
                    <a:pt x="148" y="102"/>
                    <a:pt x="147" y="100"/>
                    <a:pt x="147" y="97"/>
                  </a:cubicBezTo>
                  <a:cubicBezTo>
                    <a:pt x="146" y="95"/>
                    <a:pt x="146" y="92"/>
                    <a:pt x="145" y="91"/>
                  </a:cubicBezTo>
                  <a:cubicBezTo>
                    <a:pt x="144" y="89"/>
                    <a:pt x="144" y="89"/>
                    <a:pt x="141" y="87"/>
                  </a:cubicBezTo>
                  <a:cubicBezTo>
                    <a:pt x="141" y="87"/>
                    <a:pt x="141" y="87"/>
                    <a:pt x="141" y="87"/>
                  </a:cubicBezTo>
                  <a:cubicBezTo>
                    <a:pt x="141" y="87"/>
                    <a:pt x="141" y="87"/>
                    <a:pt x="141" y="87"/>
                  </a:cubicBezTo>
                  <a:cubicBezTo>
                    <a:pt x="139" y="86"/>
                    <a:pt x="138" y="85"/>
                    <a:pt x="136" y="83"/>
                  </a:cubicBezTo>
                  <a:cubicBezTo>
                    <a:pt x="135" y="82"/>
                    <a:pt x="134" y="81"/>
                    <a:pt x="134" y="80"/>
                  </a:cubicBezTo>
                  <a:cubicBezTo>
                    <a:pt x="134" y="78"/>
                    <a:pt x="134" y="77"/>
                    <a:pt x="135" y="76"/>
                  </a:cubicBezTo>
                  <a:cubicBezTo>
                    <a:pt x="135" y="75"/>
                    <a:pt x="136" y="74"/>
                    <a:pt x="136" y="73"/>
                  </a:cubicBezTo>
                  <a:cubicBezTo>
                    <a:pt x="136" y="72"/>
                    <a:pt x="136" y="71"/>
                    <a:pt x="135" y="70"/>
                  </a:cubicBezTo>
                  <a:cubicBezTo>
                    <a:pt x="135" y="70"/>
                    <a:pt x="135" y="70"/>
                    <a:pt x="135" y="70"/>
                  </a:cubicBezTo>
                  <a:cubicBezTo>
                    <a:pt x="134" y="69"/>
                    <a:pt x="134" y="68"/>
                    <a:pt x="134" y="67"/>
                  </a:cubicBezTo>
                  <a:cubicBezTo>
                    <a:pt x="134" y="64"/>
                    <a:pt x="136" y="64"/>
                    <a:pt x="138" y="64"/>
                  </a:cubicBezTo>
                  <a:cubicBezTo>
                    <a:pt x="138" y="64"/>
                    <a:pt x="139" y="64"/>
                    <a:pt x="140" y="64"/>
                  </a:cubicBezTo>
                  <a:cubicBezTo>
                    <a:pt x="140" y="63"/>
                    <a:pt x="140" y="62"/>
                    <a:pt x="141" y="61"/>
                  </a:cubicBezTo>
                  <a:cubicBezTo>
                    <a:pt x="141" y="59"/>
                    <a:pt x="141" y="58"/>
                    <a:pt x="141" y="57"/>
                  </a:cubicBezTo>
                  <a:cubicBezTo>
                    <a:pt x="142" y="55"/>
                    <a:pt x="144" y="54"/>
                    <a:pt x="145" y="53"/>
                  </a:cubicBezTo>
                  <a:cubicBezTo>
                    <a:pt x="146" y="52"/>
                    <a:pt x="147" y="52"/>
                    <a:pt x="147" y="51"/>
                  </a:cubicBezTo>
                  <a:cubicBezTo>
                    <a:pt x="148" y="50"/>
                    <a:pt x="148" y="50"/>
                    <a:pt x="148" y="49"/>
                  </a:cubicBezTo>
                  <a:cubicBezTo>
                    <a:pt x="148" y="48"/>
                    <a:pt x="147" y="47"/>
                    <a:pt x="147" y="46"/>
                  </a:cubicBezTo>
                  <a:cubicBezTo>
                    <a:pt x="146" y="45"/>
                    <a:pt x="146" y="43"/>
                    <a:pt x="146" y="42"/>
                  </a:cubicBezTo>
                  <a:cubicBezTo>
                    <a:pt x="146" y="40"/>
                    <a:pt x="147" y="39"/>
                    <a:pt x="147" y="38"/>
                  </a:cubicBezTo>
                  <a:cubicBezTo>
                    <a:pt x="148" y="37"/>
                    <a:pt x="149" y="37"/>
                    <a:pt x="149" y="37"/>
                  </a:cubicBezTo>
                  <a:cubicBezTo>
                    <a:pt x="150" y="37"/>
                    <a:pt x="150" y="37"/>
                    <a:pt x="150" y="37"/>
                  </a:cubicBezTo>
                  <a:cubicBezTo>
                    <a:pt x="149" y="37"/>
                    <a:pt x="148" y="37"/>
                    <a:pt x="147" y="37"/>
                  </a:cubicBezTo>
                  <a:cubicBezTo>
                    <a:pt x="146" y="37"/>
                    <a:pt x="144" y="38"/>
                    <a:pt x="142" y="36"/>
                  </a:cubicBezTo>
                  <a:cubicBezTo>
                    <a:pt x="140" y="35"/>
                    <a:pt x="140" y="34"/>
                    <a:pt x="140" y="34"/>
                  </a:cubicBezTo>
                  <a:cubicBezTo>
                    <a:pt x="139" y="33"/>
                    <a:pt x="139" y="33"/>
                    <a:pt x="137" y="33"/>
                  </a:cubicBezTo>
                  <a:cubicBezTo>
                    <a:pt x="135" y="33"/>
                    <a:pt x="134" y="32"/>
                    <a:pt x="133" y="31"/>
                  </a:cubicBezTo>
                  <a:cubicBezTo>
                    <a:pt x="132" y="30"/>
                    <a:pt x="131" y="28"/>
                    <a:pt x="131" y="26"/>
                  </a:cubicBezTo>
                  <a:cubicBezTo>
                    <a:pt x="131" y="26"/>
                    <a:pt x="131" y="26"/>
                    <a:pt x="131" y="26"/>
                  </a:cubicBezTo>
                  <a:cubicBezTo>
                    <a:pt x="130" y="23"/>
                    <a:pt x="130" y="22"/>
                    <a:pt x="128" y="2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6" name="Freeform 411">
              <a:extLst>
                <a:ext uri="{FF2B5EF4-FFF2-40B4-BE49-F238E27FC236}">
                  <a16:creationId xmlns:a16="http://schemas.microsoft.com/office/drawing/2014/main" id="{F76E4FF2-7BB8-92AE-C2AD-21E59ED4F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7300" y="3248979"/>
              <a:ext cx="69109" cy="165015"/>
            </a:xfrm>
            <a:custGeom>
              <a:avLst/>
              <a:gdLst>
                <a:gd name="T0" fmla="*/ 63 w 63"/>
                <a:gd name="T1" fmla="*/ 107 h 153"/>
                <a:gd name="T2" fmla="*/ 55 w 63"/>
                <a:gd name="T3" fmla="*/ 98 h 153"/>
                <a:gd name="T4" fmla="*/ 45 w 63"/>
                <a:gd name="T5" fmla="*/ 96 h 153"/>
                <a:gd name="T6" fmla="*/ 37 w 63"/>
                <a:gd name="T7" fmla="*/ 91 h 153"/>
                <a:gd name="T8" fmla="*/ 31 w 63"/>
                <a:gd name="T9" fmla="*/ 80 h 153"/>
                <a:gd name="T10" fmla="*/ 27 w 63"/>
                <a:gd name="T11" fmla="*/ 60 h 153"/>
                <a:gd name="T12" fmla="*/ 32 w 63"/>
                <a:gd name="T13" fmla="*/ 41 h 153"/>
                <a:gd name="T14" fmla="*/ 30 w 63"/>
                <a:gd name="T15" fmla="*/ 17 h 153"/>
                <a:gd name="T16" fmla="*/ 23 w 63"/>
                <a:gd name="T17" fmla="*/ 3 h 153"/>
                <a:gd name="T18" fmla="*/ 12 w 63"/>
                <a:gd name="T19" fmla="*/ 0 h 153"/>
                <a:gd name="T20" fmla="*/ 12 w 63"/>
                <a:gd name="T21" fmla="*/ 7 h 153"/>
                <a:gd name="T22" fmla="*/ 20 w 63"/>
                <a:gd name="T23" fmla="*/ 19 h 153"/>
                <a:gd name="T24" fmla="*/ 13 w 63"/>
                <a:gd name="T25" fmla="*/ 28 h 153"/>
                <a:gd name="T26" fmla="*/ 11 w 63"/>
                <a:gd name="T27" fmla="*/ 39 h 153"/>
                <a:gd name="T28" fmla="*/ 12 w 63"/>
                <a:gd name="T29" fmla="*/ 50 h 153"/>
                <a:gd name="T30" fmla="*/ 16 w 63"/>
                <a:gd name="T31" fmla="*/ 57 h 153"/>
                <a:gd name="T32" fmla="*/ 12 w 63"/>
                <a:gd name="T33" fmla="*/ 62 h 153"/>
                <a:gd name="T34" fmla="*/ 9 w 63"/>
                <a:gd name="T35" fmla="*/ 64 h 153"/>
                <a:gd name="T36" fmla="*/ 6 w 63"/>
                <a:gd name="T37" fmla="*/ 72 h 153"/>
                <a:gd name="T38" fmla="*/ 2 w 63"/>
                <a:gd name="T39" fmla="*/ 81 h 153"/>
                <a:gd name="T40" fmla="*/ 2 w 63"/>
                <a:gd name="T41" fmla="*/ 88 h 153"/>
                <a:gd name="T42" fmla="*/ 7 w 63"/>
                <a:gd name="T43" fmla="*/ 92 h 153"/>
                <a:gd name="T44" fmla="*/ 13 w 63"/>
                <a:gd name="T45" fmla="*/ 96 h 153"/>
                <a:gd name="T46" fmla="*/ 17 w 63"/>
                <a:gd name="T47" fmla="*/ 101 h 153"/>
                <a:gd name="T48" fmla="*/ 23 w 63"/>
                <a:gd name="T49" fmla="*/ 102 h 153"/>
                <a:gd name="T50" fmla="*/ 32 w 63"/>
                <a:gd name="T51" fmla="*/ 101 h 153"/>
                <a:gd name="T52" fmla="*/ 37 w 63"/>
                <a:gd name="T53" fmla="*/ 108 h 153"/>
                <a:gd name="T54" fmla="*/ 39 w 63"/>
                <a:gd name="T55" fmla="*/ 117 h 153"/>
                <a:gd name="T56" fmla="*/ 33 w 63"/>
                <a:gd name="T57" fmla="*/ 132 h 153"/>
                <a:gd name="T58" fmla="*/ 35 w 63"/>
                <a:gd name="T59" fmla="*/ 137 h 153"/>
                <a:gd name="T60" fmla="*/ 43 w 63"/>
                <a:gd name="T61" fmla="*/ 146 h 153"/>
                <a:gd name="T62" fmla="*/ 47 w 63"/>
                <a:gd name="T63" fmla="*/ 153 h 153"/>
                <a:gd name="T64" fmla="*/ 49 w 63"/>
                <a:gd name="T65" fmla="*/ 153 h 153"/>
                <a:gd name="T66" fmla="*/ 49 w 63"/>
                <a:gd name="T67" fmla="*/ 153 h 153"/>
                <a:gd name="T68" fmla="*/ 49 w 63"/>
                <a:gd name="T69" fmla="*/ 145 h 153"/>
                <a:gd name="T70" fmla="*/ 54 w 63"/>
                <a:gd name="T71" fmla="*/ 138 h 153"/>
                <a:gd name="T72" fmla="*/ 60 w 63"/>
                <a:gd name="T73" fmla="*/ 136 h 153"/>
                <a:gd name="T74" fmla="*/ 63 w 63"/>
                <a:gd name="T75" fmla="*/ 126 h 153"/>
                <a:gd name="T76" fmla="*/ 62 w 63"/>
                <a:gd name="T77" fmla="*/ 124 h 153"/>
                <a:gd name="T78" fmla="*/ 63 w 63"/>
                <a:gd name="T79" fmla="*/ 11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" h="153">
                  <a:moveTo>
                    <a:pt x="63" y="111"/>
                  </a:moveTo>
                  <a:cubicBezTo>
                    <a:pt x="63" y="110"/>
                    <a:pt x="63" y="109"/>
                    <a:pt x="63" y="107"/>
                  </a:cubicBezTo>
                  <a:cubicBezTo>
                    <a:pt x="62" y="106"/>
                    <a:pt x="61" y="105"/>
                    <a:pt x="59" y="103"/>
                  </a:cubicBezTo>
                  <a:cubicBezTo>
                    <a:pt x="58" y="101"/>
                    <a:pt x="56" y="99"/>
                    <a:pt x="55" y="98"/>
                  </a:cubicBezTo>
                  <a:cubicBezTo>
                    <a:pt x="55" y="98"/>
                    <a:pt x="55" y="98"/>
                    <a:pt x="54" y="98"/>
                  </a:cubicBezTo>
                  <a:cubicBezTo>
                    <a:pt x="53" y="100"/>
                    <a:pt x="50" y="97"/>
                    <a:pt x="45" y="96"/>
                  </a:cubicBezTo>
                  <a:cubicBezTo>
                    <a:pt x="40" y="95"/>
                    <a:pt x="41" y="97"/>
                    <a:pt x="38" y="96"/>
                  </a:cubicBezTo>
                  <a:cubicBezTo>
                    <a:pt x="34" y="95"/>
                    <a:pt x="37" y="93"/>
                    <a:pt x="37" y="91"/>
                  </a:cubicBezTo>
                  <a:cubicBezTo>
                    <a:pt x="37" y="88"/>
                    <a:pt x="37" y="87"/>
                    <a:pt x="35" y="83"/>
                  </a:cubicBezTo>
                  <a:cubicBezTo>
                    <a:pt x="33" y="80"/>
                    <a:pt x="33" y="82"/>
                    <a:pt x="31" y="80"/>
                  </a:cubicBezTo>
                  <a:cubicBezTo>
                    <a:pt x="30" y="78"/>
                    <a:pt x="32" y="75"/>
                    <a:pt x="30" y="71"/>
                  </a:cubicBezTo>
                  <a:cubicBezTo>
                    <a:pt x="29" y="67"/>
                    <a:pt x="28" y="66"/>
                    <a:pt x="27" y="60"/>
                  </a:cubicBezTo>
                  <a:cubicBezTo>
                    <a:pt x="25" y="53"/>
                    <a:pt x="27" y="55"/>
                    <a:pt x="29" y="52"/>
                  </a:cubicBezTo>
                  <a:cubicBezTo>
                    <a:pt x="30" y="50"/>
                    <a:pt x="32" y="46"/>
                    <a:pt x="32" y="41"/>
                  </a:cubicBezTo>
                  <a:cubicBezTo>
                    <a:pt x="32" y="37"/>
                    <a:pt x="30" y="35"/>
                    <a:pt x="29" y="28"/>
                  </a:cubicBezTo>
                  <a:cubicBezTo>
                    <a:pt x="27" y="20"/>
                    <a:pt x="30" y="22"/>
                    <a:pt x="30" y="17"/>
                  </a:cubicBezTo>
                  <a:cubicBezTo>
                    <a:pt x="30" y="11"/>
                    <a:pt x="29" y="13"/>
                    <a:pt x="25" y="7"/>
                  </a:cubicBezTo>
                  <a:cubicBezTo>
                    <a:pt x="24" y="5"/>
                    <a:pt x="23" y="4"/>
                    <a:pt x="23" y="3"/>
                  </a:cubicBezTo>
                  <a:cubicBezTo>
                    <a:pt x="22" y="2"/>
                    <a:pt x="20" y="2"/>
                    <a:pt x="18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2"/>
                    <a:pt x="11" y="4"/>
                    <a:pt x="12" y="7"/>
                  </a:cubicBezTo>
                  <a:cubicBezTo>
                    <a:pt x="12" y="9"/>
                    <a:pt x="14" y="11"/>
                    <a:pt x="16" y="13"/>
                  </a:cubicBezTo>
                  <a:cubicBezTo>
                    <a:pt x="18" y="15"/>
                    <a:pt x="20" y="17"/>
                    <a:pt x="20" y="19"/>
                  </a:cubicBezTo>
                  <a:cubicBezTo>
                    <a:pt x="21" y="21"/>
                    <a:pt x="18" y="23"/>
                    <a:pt x="16" y="24"/>
                  </a:cubicBezTo>
                  <a:cubicBezTo>
                    <a:pt x="15" y="25"/>
                    <a:pt x="13" y="27"/>
                    <a:pt x="13" y="28"/>
                  </a:cubicBezTo>
                  <a:cubicBezTo>
                    <a:pt x="12" y="29"/>
                    <a:pt x="12" y="31"/>
                    <a:pt x="11" y="33"/>
                  </a:cubicBezTo>
                  <a:cubicBezTo>
                    <a:pt x="11" y="35"/>
                    <a:pt x="11" y="37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44"/>
                    <a:pt x="12" y="48"/>
                    <a:pt x="12" y="50"/>
                  </a:cubicBezTo>
                  <a:cubicBezTo>
                    <a:pt x="12" y="51"/>
                    <a:pt x="13" y="53"/>
                    <a:pt x="14" y="54"/>
                  </a:cubicBezTo>
                  <a:cubicBezTo>
                    <a:pt x="15" y="55"/>
                    <a:pt x="15" y="56"/>
                    <a:pt x="16" y="57"/>
                  </a:cubicBezTo>
                  <a:cubicBezTo>
                    <a:pt x="17" y="60"/>
                    <a:pt x="15" y="61"/>
                    <a:pt x="13" y="62"/>
                  </a:cubicBezTo>
                  <a:cubicBezTo>
                    <a:pt x="13" y="62"/>
                    <a:pt x="12" y="62"/>
                    <a:pt x="12" y="62"/>
                  </a:cubicBezTo>
                  <a:cubicBezTo>
                    <a:pt x="11" y="63"/>
                    <a:pt x="10" y="63"/>
                    <a:pt x="10" y="63"/>
                  </a:cubicBezTo>
                  <a:cubicBezTo>
                    <a:pt x="9" y="64"/>
                    <a:pt x="9" y="64"/>
                    <a:pt x="9" y="64"/>
                  </a:cubicBezTo>
                  <a:cubicBezTo>
                    <a:pt x="7" y="65"/>
                    <a:pt x="6" y="65"/>
                    <a:pt x="6" y="68"/>
                  </a:cubicBezTo>
                  <a:cubicBezTo>
                    <a:pt x="6" y="70"/>
                    <a:pt x="6" y="71"/>
                    <a:pt x="6" y="72"/>
                  </a:cubicBezTo>
                  <a:cubicBezTo>
                    <a:pt x="6" y="74"/>
                    <a:pt x="6" y="76"/>
                    <a:pt x="5" y="78"/>
                  </a:cubicBezTo>
                  <a:cubicBezTo>
                    <a:pt x="4" y="79"/>
                    <a:pt x="3" y="80"/>
                    <a:pt x="2" y="81"/>
                  </a:cubicBezTo>
                  <a:cubicBezTo>
                    <a:pt x="1" y="82"/>
                    <a:pt x="0" y="84"/>
                    <a:pt x="0" y="84"/>
                  </a:cubicBezTo>
                  <a:cubicBezTo>
                    <a:pt x="0" y="84"/>
                    <a:pt x="1" y="86"/>
                    <a:pt x="2" y="88"/>
                  </a:cubicBezTo>
                  <a:cubicBezTo>
                    <a:pt x="3" y="90"/>
                    <a:pt x="4" y="91"/>
                    <a:pt x="5" y="92"/>
                  </a:cubicBezTo>
                  <a:cubicBezTo>
                    <a:pt x="6" y="92"/>
                    <a:pt x="6" y="92"/>
                    <a:pt x="7" y="92"/>
                  </a:cubicBezTo>
                  <a:cubicBezTo>
                    <a:pt x="8" y="92"/>
                    <a:pt x="10" y="93"/>
                    <a:pt x="11" y="93"/>
                  </a:cubicBezTo>
                  <a:cubicBezTo>
                    <a:pt x="11" y="94"/>
                    <a:pt x="12" y="95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5" y="98"/>
                    <a:pt x="16" y="100"/>
                    <a:pt x="17" y="101"/>
                  </a:cubicBezTo>
                  <a:cubicBezTo>
                    <a:pt x="18" y="103"/>
                    <a:pt x="19" y="103"/>
                    <a:pt x="22" y="102"/>
                  </a:cubicBezTo>
                  <a:cubicBezTo>
                    <a:pt x="22" y="102"/>
                    <a:pt x="23" y="102"/>
                    <a:pt x="23" y="102"/>
                  </a:cubicBezTo>
                  <a:cubicBezTo>
                    <a:pt x="25" y="102"/>
                    <a:pt x="25" y="102"/>
                    <a:pt x="25" y="102"/>
                  </a:cubicBezTo>
                  <a:cubicBezTo>
                    <a:pt x="28" y="101"/>
                    <a:pt x="30" y="101"/>
                    <a:pt x="32" y="101"/>
                  </a:cubicBezTo>
                  <a:cubicBezTo>
                    <a:pt x="33" y="101"/>
                    <a:pt x="34" y="102"/>
                    <a:pt x="35" y="103"/>
                  </a:cubicBezTo>
                  <a:cubicBezTo>
                    <a:pt x="36" y="104"/>
                    <a:pt x="36" y="106"/>
                    <a:pt x="37" y="108"/>
                  </a:cubicBezTo>
                  <a:cubicBezTo>
                    <a:pt x="37" y="109"/>
                    <a:pt x="38" y="111"/>
                    <a:pt x="38" y="113"/>
                  </a:cubicBezTo>
                  <a:cubicBezTo>
                    <a:pt x="39" y="114"/>
                    <a:pt x="39" y="116"/>
                    <a:pt x="39" y="117"/>
                  </a:cubicBezTo>
                  <a:cubicBezTo>
                    <a:pt x="39" y="119"/>
                    <a:pt x="37" y="122"/>
                    <a:pt x="36" y="126"/>
                  </a:cubicBezTo>
                  <a:cubicBezTo>
                    <a:pt x="34" y="128"/>
                    <a:pt x="33" y="131"/>
                    <a:pt x="33" y="132"/>
                  </a:cubicBezTo>
                  <a:cubicBezTo>
                    <a:pt x="33" y="134"/>
                    <a:pt x="33" y="135"/>
                    <a:pt x="35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36" y="139"/>
                    <a:pt x="38" y="140"/>
                    <a:pt x="40" y="142"/>
                  </a:cubicBezTo>
                  <a:cubicBezTo>
                    <a:pt x="41" y="144"/>
                    <a:pt x="42" y="145"/>
                    <a:pt x="43" y="146"/>
                  </a:cubicBezTo>
                  <a:cubicBezTo>
                    <a:pt x="45" y="147"/>
                    <a:pt x="45" y="149"/>
                    <a:pt x="46" y="150"/>
                  </a:cubicBezTo>
                  <a:cubicBezTo>
                    <a:pt x="46" y="151"/>
                    <a:pt x="47" y="152"/>
                    <a:pt x="47" y="153"/>
                  </a:cubicBezTo>
                  <a:cubicBezTo>
                    <a:pt x="48" y="153"/>
                    <a:pt x="49" y="153"/>
                    <a:pt x="49" y="153"/>
                  </a:cubicBezTo>
                  <a:cubicBezTo>
                    <a:pt x="49" y="153"/>
                    <a:pt x="49" y="153"/>
                    <a:pt x="49" y="153"/>
                  </a:cubicBezTo>
                  <a:cubicBezTo>
                    <a:pt x="49" y="153"/>
                    <a:pt x="49" y="153"/>
                    <a:pt x="49" y="153"/>
                  </a:cubicBezTo>
                  <a:cubicBezTo>
                    <a:pt x="49" y="153"/>
                    <a:pt x="49" y="153"/>
                    <a:pt x="49" y="153"/>
                  </a:cubicBezTo>
                  <a:cubicBezTo>
                    <a:pt x="49" y="152"/>
                    <a:pt x="49" y="151"/>
                    <a:pt x="49" y="150"/>
                  </a:cubicBezTo>
                  <a:cubicBezTo>
                    <a:pt x="49" y="148"/>
                    <a:pt x="49" y="147"/>
                    <a:pt x="49" y="145"/>
                  </a:cubicBezTo>
                  <a:cubicBezTo>
                    <a:pt x="49" y="144"/>
                    <a:pt x="50" y="143"/>
                    <a:pt x="50" y="141"/>
                  </a:cubicBezTo>
                  <a:cubicBezTo>
                    <a:pt x="51" y="140"/>
                    <a:pt x="52" y="139"/>
                    <a:pt x="54" y="138"/>
                  </a:cubicBezTo>
                  <a:cubicBezTo>
                    <a:pt x="55" y="138"/>
                    <a:pt x="56" y="138"/>
                    <a:pt x="56" y="138"/>
                  </a:cubicBezTo>
                  <a:cubicBezTo>
                    <a:pt x="58" y="137"/>
                    <a:pt x="59" y="137"/>
                    <a:pt x="60" y="136"/>
                  </a:cubicBezTo>
                  <a:cubicBezTo>
                    <a:pt x="62" y="135"/>
                    <a:pt x="62" y="134"/>
                    <a:pt x="63" y="132"/>
                  </a:cubicBezTo>
                  <a:cubicBezTo>
                    <a:pt x="63" y="130"/>
                    <a:pt x="63" y="128"/>
                    <a:pt x="63" y="126"/>
                  </a:cubicBezTo>
                  <a:cubicBezTo>
                    <a:pt x="63" y="126"/>
                    <a:pt x="63" y="126"/>
                    <a:pt x="63" y="126"/>
                  </a:cubicBezTo>
                  <a:cubicBezTo>
                    <a:pt x="62" y="125"/>
                    <a:pt x="62" y="124"/>
                    <a:pt x="62" y="124"/>
                  </a:cubicBezTo>
                  <a:cubicBezTo>
                    <a:pt x="61" y="122"/>
                    <a:pt x="60" y="120"/>
                    <a:pt x="62" y="117"/>
                  </a:cubicBezTo>
                  <a:cubicBezTo>
                    <a:pt x="62" y="115"/>
                    <a:pt x="63" y="113"/>
                    <a:pt x="63" y="11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7" name="Freeform 412">
              <a:extLst>
                <a:ext uri="{FF2B5EF4-FFF2-40B4-BE49-F238E27FC236}">
                  <a16:creationId xmlns:a16="http://schemas.microsoft.com/office/drawing/2014/main" id="{6ADA76B5-2E9A-4B34-9EEF-AD9FC31369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17749" y="2023353"/>
              <a:ext cx="143859" cy="139628"/>
            </a:xfrm>
            <a:custGeom>
              <a:avLst/>
              <a:gdLst>
                <a:gd name="T0" fmla="*/ 127 w 131"/>
                <a:gd name="T1" fmla="*/ 11 h 130"/>
                <a:gd name="T2" fmla="*/ 124 w 131"/>
                <a:gd name="T3" fmla="*/ 5 h 130"/>
                <a:gd name="T4" fmla="*/ 121 w 131"/>
                <a:gd name="T5" fmla="*/ 2 h 130"/>
                <a:gd name="T6" fmla="*/ 117 w 131"/>
                <a:gd name="T7" fmla="*/ 1 h 130"/>
                <a:gd name="T8" fmla="*/ 116 w 131"/>
                <a:gd name="T9" fmla="*/ 5 h 130"/>
                <a:gd name="T10" fmla="*/ 114 w 131"/>
                <a:gd name="T11" fmla="*/ 11 h 130"/>
                <a:gd name="T12" fmla="*/ 106 w 131"/>
                <a:gd name="T13" fmla="*/ 13 h 130"/>
                <a:gd name="T14" fmla="*/ 99 w 131"/>
                <a:gd name="T15" fmla="*/ 22 h 130"/>
                <a:gd name="T16" fmla="*/ 81 w 131"/>
                <a:gd name="T17" fmla="*/ 24 h 130"/>
                <a:gd name="T18" fmla="*/ 81 w 131"/>
                <a:gd name="T19" fmla="*/ 24 h 130"/>
                <a:gd name="T20" fmla="*/ 81 w 131"/>
                <a:gd name="T21" fmla="*/ 25 h 130"/>
                <a:gd name="T22" fmla="*/ 85 w 131"/>
                <a:gd name="T23" fmla="*/ 33 h 130"/>
                <a:gd name="T24" fmla="*/ 82 w 131"/>
                <a:gd name="T25" fmla="*/ 39 h 130"/>
                <a:gd name="T26" fmla="*/ 74 w 131"/>
                <a:gd name="T27" fmla="*/ 40 h 130"/>
                <a:gd name="T28" fmla="*/ 64 w 131"/>
                <a:gd name="T29" fmla="*/ 38 h 130"/>
                <a:gd name="T30" fmla="*/ 56 w 131"/>
                <a:gd name="T31" fmla="*/ 31 h 130"/>
                <a:gd name="T32" fmla="*/ 51 w 131"/>
                <a:gd name="T33" fmla="*/ 33 h 130"/>
                <a:gd name="T34" fmla="*/ 37 w 131"/>
                <a:gd name="T35" fmla="*/ 52 h 130"/>
                <a:gd name="T36" fmla="*/ 33 w 131"/>
                <a:gd name="T37" fmla="*/ 52 h 130"/>
                <a:gd name="T38" fmla="*/ 29 w 131"/>
                <a:gd name="T39" fmla="*/ 54 h 130"/>
                <a:gd name="T40" fmla="*/ 10 w 131"/>
                <a:gd name="T41" fmla="*/ 67 h 130"/>
                <a:gd name="T42" fmla="*/ 6 w 131"/>
                <a:gd name="T43" fmla="*/ 69 h 130"/>
                <a:gd name="T44" fmla="*/ 0 w 131"/>
                <a:gd name="T45" fmla="*/ 76 h 130"/>
                <a:gd name="T46" fmla="*/ 5 w 131"/>
                <a:gd name="T47" fmla="*/ 78 h 130"/>
                <a:gd name="T48" fmla="*/ 11 w 131"/>
                <a:gd name="T49" fmla="*/ 78 h 130"/>
                <a:gd name="T50" fmla="*/ 21 w 131"/>
                <a:gd name="T51" fmla="*/ 83 h 130"/>
                <a:gd name="T52" fmla="*/ 22 w 131"/>
                <a:gd name="T53" fmla="*/ 90 h 130"/>
                <a:gd name="T54" fmla="*/ 20 w 131"/>
                <a:gd name="T55" fmla="*/ 102 h 130"/>
                <a:gd name="T56" fmla="*/ 29 w 131"/>
                <a:gd name="T57" fmla="*/ 105 h 130"/>
                <a:gd name="T58" fmla="*/ 23 w 131"/>
                <a:gd name="T59" fmla="*/ 106 h 130"/>
                <a:gd name="T60" fmla="*/ 18 w 131"/>
                <a:gd name="T61" fmla="*/ 108 h 130"/>
                <a:gd name="T62" fmla="*/ 15 w 131"/>
                <a:gd name="T63" fmla="*/ 115 h 130"/>
                <a:gd name="T64" fmla="*/ 11 w 131"/>
                <a:gd name="T65" fmla="*/ 119 h 130"/>
                <a:gd name="T66" fmla="*/ 18 w 131"/>
                <a:gd name="T67" fmla="*/ 124 h 130"/>
                <a:gd name="T68" fmla="*/ 27 w 131"/>
                <a:gd name="T69" fmla="*/ 125 h 130"/>
                <a:gd name="T70" fmla="*/ 29 w 131"/>
                <a:gd name="T71" fmla="*/ 120 h 130"/>
                <a:gd name="T72" fmla="*/ 38 w 131"/>
                <a:gd name="T73" fmla="*/ 126 h 130"/>
                <a:gd name="T74" fmla="*/ 48 w 131"/>
                <a:gd name="T75" fmla="*/ 125 h 130"/>
                <a:gd name="T76" fmla="*/ 48 w 131"/>
                <a:gd name="T77" fmla="*/ 125 h 130"/>
                <a:gd name="T78" fmla="*/ 53 w 131"/>
                <a:gd name="T79" fmla="*/ 119 h 130"/>
                <a:gd name="T80" fmla="*/ 69 w 131"/>
                <a:gd name="T81" fmla="*/ 114 h 130"/>
                <a:gd name="T82" fmla="*/ 78 w 131"/>
                <a:gd name="T83" fmla="*/ 114 h 130"/>
                <a:gd name="T84" fmla="*/ 85 w 131"/>
                <a:gd name="T85" fmla="*/ 107 h 130"/>
                <a:gd name="T86" fmla="*/ 72 w 131"/>
                <a:gd name="T87" fmla="*/ 95 h 130"/>
                <a:gd name="T88" fmla="*/ 68 w 131"/>
                <a:gd name="T89" fmla="*/ 83 h 130"/>
                <a:gd name="T90" fmla="*/ 86 w 131"/>
                <a:gd name="T91" fmla="*/ 70 h 130"/>
                <a:gd name="T92" fmla="*/ 104 w 131"/>
                <a:gd name="T93" fmla="*/ 56 h 130"/>
                <a:gd name="T94" fmla="*/ 114 w 131"/>
                <a:gd name="T95" fmla="*/ 44 h 130"/>
                <a:gd name="T96" fmla="*/ 120 w 131"/>
                <a:gd name="T97" fmla="*/ 25 h 130"/>
                <a:gd name="T98" fmla="*/ 130 w 131"/>
                <a:gd name="T99" fmla="*/ 16 h 130"/>
                <a:gd name="T100" fmla="*/ 128 w 131"/>
                <a:gd name="T101" fmla="*/ 13 h 130"/>
                <a:gd name="T102" fmla="*/ 23 w 131"/>
                <a:gd name="T103" fmla="*/ 128 h 130"/>
                <a:gd name="T104" fmla="*/ 24 w 131"/>
                <a:gd name="T105" fmla="*/ 129 h 130"/>
                <a:gd name="T106" fmla="*/ 8 w 131"/>
                <a:gd name="T107" fmla="*/ 121 h 130"/>
                <a:gd name="T108" fmla="*/ 11 w 131"/>
                <a:gd name="T109" fmla="*/ 123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130">
                  <a:moveTo>
                    <a:pt x="128" y="13"/>
                  </a:moveTo>
                  <a:cubicBezTo>
                    <a:pt x="128" y="13"/>
                    <a:pt x="128" y="12"/>
                    <a:pt x="127" y="11"/>
                  </a:cubicBezTo>
                  <a:cubicBezTo>
                    <a:pt x="127" y="10"/>
                    <a:pt x="126" y="9"/>
                    <a:pt x="126" y="8"/>
                  </a:cubicBezTo>
                  <a:cubicBezTo>
                    <a:pt x="124" y="7"/>
                    <a:pt x="124" y="6"/>
                    <a:pt x="124" y="5"/>
                  </a:cubicBezTo>
                  <a:cubicBezTo>
                    <a:pt x="124" y="4"/>
                    <a:pt x="124" y="4"/>
                    <a:pt x="123" y="3"/>
                  </a:cubicBezTo>
                  <a:cubicBezTo>
                    <a:pt x="123" y="3"/>
                    <a:pt x="122" y="2"/>
                    <a:pt x="121" y="2"/>
                  </a:cubicBezTo>
                  <a:cubicBezTo>
                    <a:pt x="120" y="1"/>
                    <a:pt x="118" y="0"/>
                    <a:pt x="118" y="0"/>
                  </a:cubicBezTo>
                  <a:cubicBezTo>
                    <a:pt x="117" y="0"/>
                    <a:pt x="117" y="0"/>
                    <a:pt x="117" y="1"/>
                  </a:cubicBezTo>
                  <a:cubicBezTo>
                    <a:pt x="117" y="1"/>
                    <a:pt x="117" y="2"/>
                    <a:pt x="116" y="2"/>
                  </a:cubicBezTo>
                  <a:cubicBezTo>
                    <a:pt x="116" y="3"/>
                    <a:pt x="116" y="4"/>
                    <a:pt x="116" y="5"/>
                  </a:cubicBezTo>
                  <a:cubicBezTo>
                    <a:pt x="116" y="8"/>
                    <a:pt x="116" y="10"/>
                    <a:pt x="114" y="11"/>
                  </a:cubicBezTo>
                  <a:cubicBezTo>
                    <a:pt x="114" y="11"/>
                    <a:pt x="114" y="11"/>
                    <a:pt x="114" y="11"/>
                  </a:cubicBezTo>
                  <a:cubicBezTo>
                    <a:pt x="112" y="12"/>
                    <a:pt x="111" y="12"/>
                    <a:pt x="110" y="12"/>
                  </a:cubicBezTo>
                  <a:cubicBezTo>
                    <a:pt x="108" y="13"/>
                    <a:pt x="107" y="13"/>
                    <a:pt x="106" y="13"/>
                  </a:cubicBezTo>
                  <a:cubicBezTo>
                    <a:pt x="106" y="14"/>
                    <a:pt x="105" y="15"/>
                    <a:pt x="104" y="17"/>
                  </a:cubicBezTo>
                  <a:cubicBezTo>
                    <a:pt x="102" y="19"/>
                    <a:pt x="100" y="22"/>
                    <a:pt x="99" y="22"/>
                  </a:cubicBezTo>
                  <a:cubicBezTo>
                    <a:pt x="98" y="22"/>
                    <a:pt x="96" y="23"/>
                    <a:pt x="93" y="23"/>
                  </a:cubicBezTo>
                  <a:cubicBezTo>
                    <a:pt x="89" y="23"/>
                    <a:pt x="82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81" y="24"/>
                    <a:pt x="81" y="24"/>
                    <a:pt x="81" y="25"/>
                  </a:cubicBezTo>
                  <a:cubicBezTo>
                    <a:pt x="81" y="25"/>
                    <a:pt x="82" y="26"/>
                    <a:pt x="82" y="27"/>
                  </a:cubicBezTo>
                  <a:cubicBezTo>
                    <a:pt x="84" y="29"/>
                    <a:pt x="85" y="30"/>
                    <a:pt x="85" y="33"/>
                  </a:cubicBezTo>
                  <a:cubicBezTo>
                    <a:pt x="85" y="33"/>
                    <a:pt x="85" y="33"/>
                    <a:pt x="84" y="33"/>
                  </a:cubicBezTo>
                  <a:cubicBezTo>
                    <a:pt x="84" y="36"/>
                    <a:pt x="84" y="38"/>
                    <a:pt x="82" y="39"/>
                  </a:cubicBezTo>
                  <a:cubicBezTo>
                    <a:pt x="81" y="40"/>
                    <a:pt x="80" y="40"/>
                    <a:pt x="78" y="40"/>
                  </a:cubicBezTo>
                  <a:cubicBezTo>
                    <a:pt x="77" y="40"/>
                    <a:pt x="76" y="40"/>
                    <a:pt x="74" y="40"/>
                  </a:cubicBezTo>
                  <a:cubicBezTo>
                    <a:pt x="73" y="40"/>
                    <a:pt x="70" y="39"/>
                    <a:pt x="67" y="39"/>
                  </a:cubicBezTo>
                  <a:cubicBezTo>
                    <a:pt x="66" y="39"/>
                    <a:pt x="64" y="38"/>
                    <a:pt x="64" y="38"/>
                  </a:cubicBezTo>
                  <a:cubicBezTo>
                    <a:pt x="62" y="38"/>
                    <a:pt x="61" y="37"/>
                    <a:pt x="59" y="35"/>
                  </a:cubicBezTo>
                  <a:cubicBezTo>
                    <a:pt x="58" y="33"/>
                    <a:pt x="57" y="31"/>
                    <a:pt x="56" y="31"/>
                  </a:cubicBezTo>
                  <a:cubicBezTo>
                    <a:pt x="56" y="31"/>
                    <a:pt x="55" y="31"/>
                    <a:pt x="54" y="31"/>
                  </a:cubicBezTo>
                  <a:cubicBezTo>
                    <a:pt x="53" y="31"/>
                    <a:pt x="53" y="32"/>
                    <a:pt x="51" y="33"/>
                  </a:cubicBezTo>
                  <a:cubicBezTo>
                    <a:pt x="50" y="34"/>
                    <a:pt x="47" y="38"/>
                    <a:pt x="45" y="42"/>
                  </a:cubicBezTo>
                  <a:cubicBezTo>
                    <a:pt x="42" y="46"/>
                    <a:pt x="39" y="51"/>
                    <a:pt x="37" y="52"/>
                  </a:cubicBezTo>
                  <a:cubicBezTo>
                    <a:pt x="36" y="53"/>
                    <a:pt x="34" y="53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2" y="52"/>
                    <a:pt x="32" y="52"/>
                    <a:pt x="31" y="53"/>
                  </a:cubicBezTo>
                  <a:cubicBezTo>
                    <a:pt x="30" y="53"/>
                    <a:pt x="30" y="53"/>
                    <a:pt x="29" y="54"/>
                  </a:cubicBezTo>
                  <a:cubicBezTo>
                    <a:pt x="28" y="55"/>
                    <a:pt x="27" y="56"/>
                    <a:pt x="25" y="58"/>
                  </a:cubicBezTo>
                  <a:cubicBezTo>
                    <a:pt x="21" y="61"/>
                    <a:pt x="15" y="64"/>
                    <a:pt x="10" y="67"/>
                  </a:cubicBezTo>
                  <a:cubicBezTo>
                    <a:pt x="8" y="68"/>
                    <a:pt x="7" y="69"/>
                    <a:pt x="6" y="69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4" y="71"/>
                    <a:pt x="2" y="72"/>
                    <a:pt x="1" y="74"/>
                  </a:cubicBezTo>
                  <a:cubicBezTo>
                    <a:pt x="1" y="74"/>
                    <a:pt x="0" y="75"/>
                    <a:pt x="0" y="76"/>
                  </a:cubicBezTo>
                  <a:cubicBezTo>
                    <a:pt x="0" y="75"/>
                    <a:pt x="0" y="75"/>
                    <a:pt x="1" y="75"/>
                  </a:cubicBezTo>
                  <a:cubicBezTo>
                    <a:pt x="4" y="74"/>
                    <a:pt x="4" y="76"/>
                    <a:pt x="5" y="78"/>
                  </a:cubicBezTo>
                  <a:cubicBezTo>
                    <a:pt x="7" y="80"/>
                    <a:pt x="8" y="81"/>
                    <a:pt x="9" y="81"/>
                  </a:cubicBezTo>
                  <a:cubicBezTo>
                    <a:pt x="10" y="81"/>
                    <a:pt x="10" y="79"/>
                    <a:pt x="11" y="78"/>
                  </a:cubicBezTo>
                  <a:cubicBezTo>
                    <a:pt x="13" y="76"/>
                    <a:pt x="13" y="78"/>
                    <a:pt x="15" y="81"/>
                  </a:cubicBezTo>
                  <a:cubicBezTo>
                    <a:pt x="17" y="83"/>
                    <a:pt x="19" y="83"/>
                    <a:pt x="21" y="83"/>
                  </a:cubicBezTo>
                  <a:cubicBezTo>
                    <a:pt x="23" y="83"/>
                    <a:pt x="24" y="83"/>
                    <a:pt x="24" y="85"/>
                  </a:cubicBezTo>
                  <a:cubicBezTo>
                    <a:pt x="24" y="87"/>
                    <a:pt x="23" y="88"/>
                    <a:pt x="22" y="90"/>
                  </a:cubicBezTo>
                  <a:cubicBezTo>
                    <a:pt x="21" y="93"/>
                    <a:pt x="20" y="94"/>
                    <a:pt x="20" y="97"/>
                  </a:cubicBezTo>
                  <a:cubicBezTo>
                    <a:pt x="19" y="100"/>
                    <a:pt x="19" y="100"/>
                    <a:pt x="20" y="102"/>
                  </a:cubicBezTo>
                  <a:cubicBezTo>
                    <a:pt x="21" y="104"/>
                    <a:pt x="22" y="104"/>
                    <a:pt x="24" y="104"/>
                  </a:cubicBezTo>
                  <a:cubicBezTo>
                    <a:pt x="26" y="104"/>
                    <a:pt x="28" y="105"/>
                    <a:pt x="29" y="105"/>
                  </a:cubicBezTo>
                  <a:cubicBezTo>
                    <a:pt x="29" y="106"/>
                    <a:pt x="28" y="106"/>
                    <a:pt x="28" y="106"/>
                  </a:cubicBezTo>
                  <a:cubicBezTo>
                    <a:pt x="27" y="106"/>
                    <a:pt x="25" y="106"/>
                    <a:pt x="23" y="106"/>
                  </a:cubicBezTo>
                  <a:cubicBezTo>
                    <a:pt x="21" y="105"/>
                    <a:pt x="21" y="106"/>
                    <a:pt x="20" y="106"/>
                  </a:cubicBezTo>
                  <a:cubicBezTo>
                    <a:pt x="19" y="106"/>
                    <a:pt x="19" y="107"/>
                    <a:pt x="18" y="108"/>
                  </a:cubicBezTo>
                  <a:cubicBezTo>
                    <a:pt x="17" y="109"/>
                    <a:pt x="17" y="109"/>
                    <a:pt x="17" y="110"/>
                  </a:cubicBezTo>
                  <a:cubicBezTo>
                    <a:pt x="16" y="111"/>
                    <a:pt x="16" y="113"/>
                    <a:pt x="15" y="115"/>
                  </a:cubicBezTo>
                  <a:cubicBezTo>
                    <a:pt x="15" y="117"/>
                    <a:pt x="14" y="116"/>
                    <a:pt x="13" y="116"/>
                  </a:cubicBezTo>
                  <a:cubicBezTo>
                    <a:pt x="12" y="116"/>
                    <a:pt x="11" y="117"/>
                    <a:pt x="11" y="119"/>
                  </a:cubicBezTo>
                  <a:cubicBezTo>
                    <a:pt x="11" y="120"/>
                    <a:pt x="12" y="119"/>
                    <a:pt x="15" y="120"/>
                  </a:cubicBezTo>
                  <a:cubicBezTo>
                    <a:pt x="19" y="122"/>
                    <a:pt x="16" y="122"/>
                    <a:pt x="18" y="124"/>
                  </a:cubicBezTo>
                  <a:cubicBezTo>
                    <a:pt x="20" y="125"/>
                    <a:pt x="20" y="124"/>
                    <a:pt x="23" y="124"/>
                  </a:cubicBezTo>
                  <a:cubicBezTo>
                    <a:pt x="26" y="124"/>
                    <a:pt x="26" y="125"/>
                    <a:pt x="27" y="125"/>
                  </a:cubicBezTo>
                  <a:cubicBezTo>
                    <a:pt x="29" y="125"/>
                    <a:pt x="29" y="124"/>
                    <a:pt x="28" y="123"/>
                  </a:cubicBezTo>
                  <a:cubicBezTo>
                    <a:pt x="28" y="121"/>
                    <a:pt x="27" y="120"/>
                    <a:pt x="29" y="120"/>
                  </a:cubicBezTo>
                  <a:cubicBezTo>
                    <a:pt x="30" y="119"/>
                    <a:pt x="31" y="121"/>
                    <a:pt x="33" y="123"/>
                  </a:cubicBezTo>
                  <a:cubicBezTo>
                    <a:pt x="36" y="125"/>
                    <a:pt x="36" y="125"/>
                    <a:pt x="38" y="126"/>
                  </a:cubicBezTo>
                  <a:cubicBezTo>
                    <a:pt x="39" y="127"/>
                    <a:pt x="42" y="126"/>
                    <a:pt x="43" y="125"/>
                  </a:cubicBezTo>
                  <a:cubicBezTo>
                    <a:pt x="44" y="124"/>
                    <a:pt x="46" y="124"/>
                    <a:pt x="48" y="125"/>
                  </a:cubicBezTo>
                  <a:cubicBezTo>
                    <a:pt x="48" y="125"/>
                    <a:pt x="48" y="125"/>
                    <a:pt x="48" y="125"/>
                  </a:cubicBezTo>
                  <a:cubicBezTo>
                    <a:pt x="48" y="125"/>
                    <a:pt x="48" y="125"/>
                    <a:pt x="48" y="125"/>
                  </a:cubicBezTo>
                  <a:cubicBezTo>
                    <a:pt x="49" y="124"/>
                    <a:pt x="50" y="122"/>
                    <a:pt x="51" y="121"/>
                  </a:cubicBezTo>
                  <a:cubicBezTo>
                    <a:pt x="52" y="120"/>
                    <a:pt x="53" y="119"/>
                    <a:pt x="53" y="119"/>
                  </a:cubicBezTo>
                  <a:cubicBezTo>
                    <a:pt x="54" y="117"/>
                    <a:pt x="55" y="116"/>
                    <a:pt x="59" y="114"/>
                  </a:cubicBezTo>
                  <a:cubicBezTo>
                    <a:pt x="63" y="113"/>
                    <a:pt x="66" y="113"/>
                    <a:pt x="69" y="114"/>
                  </a:cubicBezTo>
                  <a:cubicBezTo>
                    <a:pt x="70" y="114"/>
                    <a:pt x="71" y="114"/>
                    <a:pt x="73" y="114"/>
                  </a:cubicBezTo>
                  <a:cubicBezTo>
                    <a:pt x="75" y="114"/>
                    <a:pt x="77" y="114"/>
                    <a:pt x="78" y="114"/>
                  </a:cubicBezTo>
                  <a:cubicBezTo>
                    <a:pt x="79" y="114"/>
                    <a:pt x="80" y="114"/>
                    <a:pt x="80" y="113"/>
                  </a:cubicBezTo>
                  <a:cubicBezTo>
                    <a:pt x="81" y="113"/>
                    <a:pt x="83" y="109"/>
                    <a:pt x="85" y="107"/>
                  </a:cubicBezTo>
                  <a:cubicBezTo>
                    <a:pt x="84" y="105"/>
                    <a:pt x="83" y="104"/>
                    <a:pt x="81" y="103"/>
                  </a:cubicBezTo>
                  <a:cubicBezTo>
                    <a:pt x="77" y="100"/>
                    <a:pt x="75" y="96"/>
                    <a:pt x="72" y="95"/>
                  </a:cubicBezTo>
                  <a:cubicBezTo>
                    <a:pt x="70" y="93"/>
                    <a:pt x="68" y="94"/>
                    <a:pt x="67" y="92"/>
                  </a:cubicBezTo>
                  <a:cubicBezTo>
                    <a:pt x="66" y="90"/>
                    <a:pt x="68" y="86"/>
                    <a:pt x="68" y="83"/>
                  </a:cubicBezTo>
                  <a:cubicBezTo>
                    <a:pt x="68" y="80"/>
                    <a:pt x="70" y="77"/>
                    <a:pt x="74" y="75"/>
                  </a:cubicBezTo>
                  <a:cubicBezTo>
                    <a:pt x="77" y="72"/>
                    <a:pt x="81" y="73"/>
                    <a:pt x="86" y="70"/>
                  </a:cubicBezTo>
                  <a:cubicBezTo>
                    <a:pt x="92" y="66"/>
                    <a:pt x="92" y="66"/>
                    <a:pt x="95" y="64"/>
                  </a:cubicBezTo>
                  <a:cubicBezTo>
                    <a:pt x="98" y="61"/>
                    <a:pt x="101" y="59"/>
                    <a:pt x="104" y="56"/>
                  </a:cubicBezTo>
                  <a:cubicBezTo>
                    <a:pt x="107" y="54"/>
                    <a:pt x="111" y="54"/>
                    <a:pt x="112" y="52"/>
                  </a:cubicBezTo>
                  <a:cubicBezTo>
                    <a:pt x="114" y="50"/>
                    <a:pt x="113" y="47"/>
                    <a:pt x="114" y="44"/>
                  </a:cubicBezTo>
                  <a:cubicBezTo>
                    <a:pt x="114" y="41"/>
                    <a:pt x="115" y="35"/>
                    <a:pt x="118" y="30"/>
                  </a:cubicBezTo>
                  <a:cubicBezTo>
                    <a:pt x="120" y="25"/>
                    <a:pt x="119" y="27"/>
                    <a:pt x="120" y="25"/>
                  </a:cubicBezTo>
                  <a:cubicBezTo>
                    <a:pt x="120" y="23"/>
                    <a:pt x="122" y="21"/>
                    <a:pt x="125" y="19"/>
                  </a:cubicBezTo>
                  <a:cubicBezTo>
                    <a:pt x="127" y="16"/>
                    <a:pt x="128" y="16"/>
                    <a:pt x="130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0" y="15"/>
                    <a:pt x="129" y="14"/>
                    <a:pt x="128" y="13"/>
                  </a:cubicBezTo>
                  <a:close/>
                  <a:moveTo>
                    <a:pt x="24" y="129"/>
                  </a:moveTo>
                  <a:cubicBezTo>
                    <a:pt x="25" y="128"/>
                    <a:pt x="24" y="127"/>
                    <a:pt x="23" y="128"/>
                  </a:cubicBezTo>
                  <a:cubicBezTo>
                    <a:pt x="22" y="128"/>
                    <a:pt x="22" y="129"/>
                    <a:pt x="22" y="129"/>
                  </a:cubicBezTo>
                  <a:cubicBezTo>
                    <a:pt x="23" y="130"/>
                    <a:pt x="23" y="130"/>
                    <a:pt x="24" y="129"/>
                  </a:cubicBezTo>
                  <a:close/>
                  <a:moveTo>
                    <a:pt x="11" y="123"/>
                  </a:moveTo>
                  <a:cubicBezTo>
                    <a:pt x="11" y="122"/>
                    <a:pt x="9" y="121"/>
                    <a:pt x="8" y="121"/>
                  </a:cubicBezTo>
                  <a:cubicBezTo>
                    <a:pt x="8" y="122"/>
                    <a:pt x="8" y="123"/>
                    <a:pt x="9" y="123"/>
                  </a:cubicBezTo>
                  <a:cubicBezTo>
                    <a:pt x="10" y="123"/>
                    <a:pt x="10" y="124"/>
                    <a:pt x="11" y="12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8" name="Freeform 413">
              <a:extLst>
                <a:ext uri="{FF2B5EF4-FFF2-40B4-BE49-F238E27FC236}">
                  <a16:creationId xmlns:a16="http://schemas.microsoft.com/office/drawing/2014/main" id="{23F1E5D2-46CD-6F0D-7D86-B27716F15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963" y="968383"/>
              <a:ext cx="11283" cy="8462"/>
            </a:xfrm>
            <a:custGeom>
              <a:avLst/>
              <a:gdLst>
                <a:gd name="T0" fmla="*/ 6 w 10"/>
                <a:gd name="T1" fmla="*/ 7 h 8"/>
                <a:gd name="T2" fmla="*/ 9 w 10"/>
                <a:gd name="T3" fmla="*/ 4 h 8"/>
                <a:gd name="T4" fmla="*/ 10 w 10"/>
                <a:gd name="T5" fmla="*/ 2 h 8"/>
                <a:gd name="T6" fmla="*/ 5 w 10"/>
                <a:gd name="T7" fmla="*/ 1 h 8"/>
                <a:gd name="T8" fmla="*/ 3 w 10"/>
                <a:gd name="T9" fmla="*/ 5 h 8"/>
                <a:gd name="T10" fmla="*/ 6 w 10"/>
                <a:gd name="T11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8">
                  <a:moveTo>
                    <a:pt x="6" y="7"/>
                  </a:moveTo>
                  <a:cubicBezTo>
                    <a:pt x="8" y="6"/>
                    <a:pt x="8" y="5"/>
                    <a:pt x="9" y="4"/>
                  </a:cubicBezTo>
                  <a:cubicBezTo>
                    <a:pt x="9" y="3"/>
                    <a:pt x="10" y="2"/>
                    <a:pt x="10" y="2"/>
                  </a:cubicBezTo>
                  <a:cubicBezTo>
                    <a:pt x="9" y="1"/>
                    <a:pt x="8" y="0"/>
                    <a:pt x="5" y="1"/>
                  </a:cubicBezTo>
                  <a:cubicBezTo>
                    <a:pt x="2" y="2"/>
                    <a:pt x="0" y="3"/>
                    <a:pt x="3" y="5"/>
                  </a:cubicBezTo>
                  <a:cubicBezTo>
                    <a:pt x="5" y="7"/>
                    <a:pt x="5" y="8"/>
                    <a:pt x="6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69" name="Freeform 414">
              <a:extLst>
                <a:ext uri="{FF2B5EF4-FFF2-40B4-BE49-F238E27FC236}">
                  <a16:creationId xmlns:a16="http://schemas.microsoft.com/office/drawing/2014/main" id="{2A8CA400-CE33-61BB-2288-11B28A35A3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0844" y="686306"/>
              <a:ext cx="507739" cy="196044"/>
            </a:xfrm>
            <a:custGeom>
              <a:avLst/>
              <a:gdLst>
                <a:gd name="T0" fmla="*/ 258 w 463"/>
                <a:gd name="T1" fmla="*/ 113 h 182"/>
                <a:gd name="T2" fmla="*/ 214 w 463"/>
                <a:gd name="T3" fmla="*/ 115 h 182"/>
                <a:gd name="T4" fmla="*/ 215 w 463"/>
                <a:gd name="T5" fmla="*/ 137 h 182"/>
                <a:gd name="T6" fmla="*/ 244 w 463"/>
                <a:gd name="T7" fmla="*/ 145 h 182"/>
                <a:gd name="T8" fmla="*/ 326 w 463"/>
                <a:gd name="T9" fmla="*/ 79 h 182"/>
                <a:gd name="T10" fmla="*/ 370 w 463"/>
                <a:gd name="T11" fmla="*/ 75 h 182"/>
                <a:gd name="T12" fmla="*/ 355 w 463"/>
                <a:gd name="T13" fmla="*/ 78 h 182"/>
                <a:gd name="T14" fmla="*/ 440 w 463"/>
                <a:gd name="T15" fmla="*/ 20 h 182"/>
                <a:gd name="T16" fmla="*/ 161 w 463"/>
                <a:gd name="T17" fmla="*/ 28 h 182"/>
                <a:gd name="T18" fmla="*/ 222 w 463"/>
                <a:gd name="T19" fmla="*/ 33 h 182"/>
                <a:gd name="T20" fmla="*/ 209 w 463"/>
                <a:gd name="T21" fmla="*/ 43 h 182"/>
                <a:gd name="T22" fmla="*/ 228 w 463"/>
                <a:gd name="T23" fmla="*/ 52 h 182"/>
                <a:gd name="T24" fmla="*/ 286 w 463"/>
                <a:gd name="T25" fmla="*/ 55 h 182"/>
                <a:gd name="T26" fmla="*/ 329 w 463"/>
                <a:gd name="T27" fmla="*/ 33 h 182"/>
                <a:gd name="T28" fmla="*/ 325 w 463"/>
                <a:gd name="T29" fmla="*/ 16 h 182"/>
                <a:gd name="T30" fmla="*/ 267 w 463"/>
                <a:gd name="T31" fmla="*/ 10 h 182"/>
                <a:gd name="T32" fmla="*/ 253 w 463"/>
                <a:gd name="T33" fmla="*/ 4 h 182"/>
                <a:gd name="T34" fmla="*/ 236 w 463"/>
                <a:gd name="T35" fmla="*/ 23 h 182"/>
                <a:gd name="T36" fmla="*/ 194 w 463"/>
                <a:gd name="T37" fmla="*/ 5 h 182"/>
                <a:gd name="T38" fmla="*/ 179 w 463"/>
                <a:gd name="T39" fmla="*/ 13 h 182"/>
                <a:gd name="T40" fmla="*/ 150 w 463"/>
                <a:gd name="T41" fmla="*/ 16 h 182"/>
                <a:gd name="T42" fmla="*/ 234 w 463"/>
                <a:gd name="T43" fmla="*/ 90 h 182"/>
                <a:gd name="T44" fmla="*/ 195 w 463"/>
                <a:gd name="T45" fmla="*/ 95 h 182"/>
                <a:gd name="T46" fmla="*/ 8 w 463"/>
                <a:gd name="T47" fmla="*/ 63 h 182"/>
                <a:gd name="T48" fmla="*/ 27 w 463"/>
                <a:gd name="T49" fmla="*/ 56 h 182"/>
                <a:gd name="T50" fmla="*/ 13 w 463"/>
                <a:gd name="T51" fmla="*/ 70 h 182"/>
                <a:gd name="T52" fmla="*/ 44 w 463"/>
                <a:gd name="T53" fmla="*/ 89 h 182"/>
                <a:gd name="T54" fmla="*/ 49 w 463"/>
                <a:gd name="T55" fmla="*/ 105 h 182"/>
                <a:gd name="T56" fmla="*/ 73 w 463"/>
                <a:gd name="T57" fmla="*/ 95 h 182"/>
                <a:gd name="T58" fmla="*/ 87 w 463"/>
                <a:gd name="T59" fmla="*/ 85 h 182"/>
                <a:gd name="T60" fmla="*/ 106 w 463"/>
                <a:gd name="T61" fmla="*/ 92 h 182"/>
                <a:gd name="T62" fmla="*/ 120 w 463"/>
                <a:gd name="T63" fmla="*/ 96 h 182"/>
                <a:gd name="T64" fmla="*/ 103 w 463"/>
                <a:gd name="T65" fmla="*/ 100 h 182"/>
                <a:gd name="T66" fmla="*/ 61 w 463"/>
                <a:gd name="T67" fmla="*/ 112 h 182"/>
                <a:gd name="T68" fmla="*/ 89 w 463"/>
                <a:gd name="T69" fmla="*/ 122 h 182"/>
                <a:gd name="T70" fmla="*/ 126 w 463"/>
                <a:gd name="T71" fmla="*/ 121 h 182"/>
                <a:gd name="T72" fmla="*/ 81 w 463"/>
                <a:gd name="T73" fmla="*/ 129 h 182"/>
                <a:gd name="T74" fmla="*/ 101 w 463"/>
                <a:gd name="T75" fmla="*/ 137 h 182"/>
                <a:gd name="T76" fmla="*/ 66 w 463"/>
                <a:gd name="T77" fmla="*/ 134 h 182"/>
                <a:gd name="T78" fmla="*/ 99 w 463"/>
                <a:gd name="T79" fmla="*/ 158 h 182"/>
                <a:gd name="T80" fmla="*/ 103 w 463"/>
                <a:gd name="T81" fmla="*/ 161 h 182"/>
                <a:gd name="T82" fmla="*/ 118 w 463"/>
                <a:gd name="T83" fmla="*/ 175 h 182"/>
                <a:gd name="T84" fmla="*/ 131 w 463"/>
                <a:gd name="T85" fmla="*/ 160 h 182"/>
                <a:gd name="T86" fmla="*/ 153 w 463"/>
                <a:gd name="T87" fmla="*/ 133 h 182"/>
                <a:gd name="T88" fmla="*/ 168 w 463"/>
                <a:gd name="T89" fmla="*/ 93 h 182"/>
                <a:gd name="T90" fmla="*/ 204 w 463"/>
                <a:gd name="T91" fmla="*/ 84 h 182"/>
                <a:gd name="T92" fmla="*/ 185 w 463"/>
                <a:gd name="T93" fmla="*/ 68 h 182"/>
                <a:gd name="T94" fmla="*/ 160 w 463"/>
                <a:gd name="T95" fmla="*/ 46 h 182"/>
                <a:gd name="T96" fmla="*/ 142 w 463"/>
                <a:gd name="T97" fmla="*/ 41 h 182"/>
                <a:gd name="T98" fmla="*/ 113 w 463"/>
                <a:gd name="T99" fmla="*/ 26 h 182"/>
                <a:gd name="T100" fmla="*/ 117 w 463"/>
                <a:gd name="T101" fmla="*/ 72 h 182"/>
                <a:gd name="T102" fmla="*/ 87 w 463"/>
                <a:gd name="T103" fmla="*/ 36 h 182"/>
                <a:gd name="T104" fmla="*/ 69 w 463"/>
                <a:gd name="T105" fmla="*/ 55 h 182"/>
                <a:gd name="T106" fmla="*/ 51 w 463"/>
                <a:gd name="T107" fmla="*/ 42 h 182"/>
                <a:gd name="T108" fmla="*/ 61 w 463"/>
                <a:gd name="T109" fmla="*/ 36 h 182"/>
                <a:gd name="T110" fmla="*/ 30 w 463"/>
                <a:gd name="T111" fmla="*/ 31 h 182"/>
                <a:gd name="T112" fmla="*/ 7 w 463"/>
                <a:gd name="T113" fmla="*/ 40 h 182"/>
                <a:gd name="T114" fmla="*/ 296 w 463"/>
                <a:gd name="T115" fmla="*/ 178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3" h="182">
                  <a:moveTo>
                    <a:pt x="287" y="127"/>
                  </a:moveTo>
                  <a:cubicBezTo>
                    <a:pt x="290" y="126"/>
                    <a:pt x="291" y="126"/>
                    <a:pt x="290" y="124"/>
                  </a:cubicBezTo>
                  <a:cubicBezTo>
                    <a:pt x="288" y="123"/>
                    <a:pt x="286" y="124"/>
                    <a:pt x="284" y="122"/>
                  </a:cubicBezTo>
                  <a:cubicBezTo>
                    <a:pt x="281" y="120"/>
                    <a:pt x="281" y="120"/>
                    <a:pt x="278" y="119"/>
                  </a:cubicBezTo>
                  <a:cubicBezTo>
                    <a:pt x="275" y="119"/>
                    <a:pt x="275" y="120"/>
                    <a:pt x="273" y="121"/>
                  </a:cubicBezTo>
                  <a:cubicBezTo>
                    <a:pt x="271" y="122"/>
                    <a:pt x="269" y="122"/>
                    <a:pt x="267" y="121"/>
                  </a:cubicBezTo>
                  <a:cubicBezTo>
                    <a:pt x="265" y="119"/>
                    <a:pt x="265" y="119"/>
                    <a:pt x="262" y="118"/>
                  </a:cubicBezTo>
                  <a:cubicBezTo>
                    <a:pt x="259" y="117"/>
                    <a:pt x="259" y="117"/>
                    <a:pt x="258" y="116"/>
                  </a:cubicBezTo>
                  <a:cubicBezTo>
                    <a:pt x="257" y="115"/>
                    <a:pt x="257" y="114"/>
                    <a:pt x="258" y="113"/>
                  </a:cubicBezTo>
                  <a:cubicBezTo>
                    <a:pt x="260" y="111"/>
                    <a:pt x="261" y="108"/>
                    <a:pt x="259" y="107"/>
                  </a:cubicBezTo>
                  <a:cubicBezTo>
                    <a:pt x="257" y="105"/>
                    <a:pt x="256" y="105"/>
                    <a:pt x="253" y="104"/>
                  </a:cubicBezTo>
                  <a:cubicBezTo>
                    <a:pt x="250" y="103"/>
                    <a:pt x="246" y="104"/>
                    <a:pt x="243" y="105"/>
                  </a:cubicBezTo>
                  <a:cubicBezTo>
                    <a:pt x="240" y="106"/>
                    <a:pt x="239" y="107"/>
                    <a:pt x="237" y="107"/>
                  </a:cubicBezTo>
                  <a:cubicBezTo>
                    <a:pt x="234" y="107"/>
                    <a:pt x="229" y="108"/>
                    <a:pt x="225" y="107"/>
                  </a:cubicBezTo>
                  <a:cubicBezTo>
                    <a:pt x="220" y="106"/>
                    <a:pt x="221" y="107"/>
                    <a:pt x="217" y="108"/>
                  </a:cubicBezTo>
                  <a:cubicBezTo>
                    <a:pt x="213" y="109"/>
                    <a:pt x="213" y="109"/>
                    <a:pt x="211" y="110"/>
                  </a:cubicBezTo>
                  <a:cubicBezTo>
                    <a:pt x="209" y="110"/>
                    <a:pt x="208" y="111"/>
                    <a:pt x="210" y="112"/>
                  </a:cubicBezTo>
                  <a:cubicBezTo>
                    <a:pt x="213" y="113"/>
                    <a:pt x="213" y="113"/>
                    <a:pt x="214" y="115"/>
                  </a:cubicBezTo>
                  <a:cubicBezTo>
                    <a:pt x="216" y="116"/>
                    <a:pt x="218" y="117"/>
                    <a:pt x="221" y="118"/>
                  </a:cubicBezTo>
                  <a:cubicBezTo>
                    <a:pt x="224" y="118"/>
                    <a:pt x="223" y="119"/>
                    <a:pt x="223" y="120"/>
                  </a:cubicBezTo>
                  <a:cubicBezTo>
                    <a:pt x="224" y="121"/>
                    <a:pt x="221" y="122"/>
                    <a:pt x="220" y="123"/>
                  </a:cubicBezTo>
                  <a:cubicBezTo>
                    <a:pt x="218" y="124"/>
                    <a:pt x="216" y="126"/>
                    <a:pt x="216" y="127"/>
                  </a:cubicBezTo>
                  <a:cubicBezTo>
                    <a:pt x="215" y="127"/>
                    <a:pt x="215" y="130"/>
                    <a:pt x="215" y="131"/>
                  </a:cubicBezTo>
                  <a:cubicBezTo>
                    <a:pt x="215" y="132"/>
                    <a:pt x="214" y="134"/>
                    <a:pt x="213" y="133"/>
                  </a:cubicBezTo>
                  <a:cubicBezTo>
                    <a:pt x="211" y="133"/>
                    <a:pt x="209" y="134"/>
                    <a:pt x="208" y="136"/>
                  </a:cubicBezTo>
                  <a:cubicBezTo>
                    <a:pt x="207" y="137"/>
                    <a:pt x="207" y="138"/>
                    <a:pt x="208" y="138"/>
                  </a:cubicBezTo>
                  <a:cubicBezTo>
                    <a:pt x="210" y="139"/>
                    <a:pt x="212" y="138"/>
                    <a:pt x="215" y="137"/>
                  </a:cubicBezTo>
                  <a:cubicBezTo>
                    <a:pt x="217" y="136"/>
                    <a:pt x="218" y="137"/>
                    <a:pt x="222" y="137"/>
                  </a:cubicBezTo>
                  <a:cubicBezTo>
                    <a:pt x="225" y="137"/>
                    <a:pt x="225" y="137"/>
                    <a:pt x="228" y="136"/>
                  </a:cubicBezTo>
                  <a:cubicBezTo>
                    <a:pt x="231" y="135"/>
                    <a:pt x="233" y="136"/>
                    <a:pt x="236" y="136"/>
                  </a:cubicBezTo>
                  <a:cubicBezTo>
                    <a:pt x="240" y="135"/>
                    <a:pt x="239" y="135"/>
                    <a:pt x="241" y="135"/>
                  </a:cubicBezTo>
                  <a:cubicBezTo>
                    <a:pt x="243" y="134"/>
                    <a:pt x="244" y="134"/>
                    <a:pt x="246" y="134"/>
                  </a:cubicBezTo>
                  <a:cubicBezTo>
                    <a:pt x="247" y="134"/>
                    <a:pt x="245" y="136"/>
                    <a:pt x="245" y="137"/>
                  </a:cubicBezTo>
                  <a:cubicBezTo>
                    <a:pt x="244" y="139"/>
                    <a:pt x="243" y="139"/>
                    <a:pt x="241" y="139"/>
                  </a:cubicBezTo>
                  <a:cubicBezTo>
                    <a:pt x="239" y="140"/>
                    <a:pt x="240" y="141"/>
                    <a:pt x="240" y="142"/>
                  </a:cubicBezTo>
                  <a:cubicBezTo>
                    <a:pt x="241" y="143"/>
                    <a:pt x="243" y="143"/>
                    <a:pt x="244" y="145"/>
                  </a:cubicBezTo>
                  <a:cubicBezTo>
                    <a:pt x="246" y="146"/>
                    <a:pt x="248" y="147"/>
                    <a:pt x="248" y="146"/>
                  </a:cubicBezTo>
                  <a:cubicBezTo>
                    <a:pt x="249" y="144"/>
                    <a:pt x="250" y="143"/>
                    <a:pt x="252" y="143"/>
                  </a:cubicBezTo>
                  <a:cubicBezTo>
                    <a:pt x="254" y="143"/>
                    <a:pt x="253" y="143"/>
                    <a:pt x="257" y="141"/>
                  </a:cubicBezTo>
                  <a:cubicBezTo>
                    <a:pt x="260" y="140"/>
                    <a:pt x="261" y="140"/>
                    <a:pt x="264" y="139"/>
                  </a:cubicBezTo>
                  <a:cubicBezTo>
                    <a:pt x="268" y="138"/>
                    <a:pt x="268" y="137"/>
                    <a:pt x="269" y="136"/>
                  </a:cubicBezTo>
                  <a:cubicBezTo>
                    <a:pt x="270" y="134"/>
                    <a:pt x="272" y="133"/>
                    <a:pt x="273" y="132"/>
                  </a:cubicBezTo>
                  <a:cubicBezTo>
                    <a:pt x="275" y="130"/>
                    <a:pt x="278" y="131"/>
                    <a:pt x="280" y="130"/>
                  </a:cubicBezTo>
                  <a:cubicBezTo>
                    <a:pt x="282" y="129"/>
                    <a:pt x="284" y="128"/>
                    <a:pt x="287" y="127"/>
                  </a:cubicBezTo>
                  <a:close/>
                  <a:moveTo>
                    <a:pt x="326" y="79"/>
                  </a:moveTo>
                  <a:cubicBezTo>
                    <a:pt x="326" y="78"/>
                    <a:pt x="325" y="78"/>
                    <a:pt x="323" y="78"/>
                  </a:cubicBezTo>
                  <a:cubicBezTo>
                    <a:pt x="321" y="80"/>
                    <a:pt x="323" y="80"/>
                    <a:pt x="325" y="83"/>
                  </a:cubicBezTo>
                  <a:cubicBezTo>
                    <a:pt x="327" y="85"/>
                    <a:pt x="326" y="87"/>
                    <a:pt x="328" y="87"/>
                  </a:cubicBezTo>
                  <a:cubicBezTo>
                    <a:pt x="331" y="88"/>
                    <a:pt x="332" y="85"/>
                    <a:pt x="333" y="84"/>
                  </a:cubicBezTo>
                  <a:cubicBezTo>
                    <a:pt x="335" y="83"/>
                    <a:pt x="333" y="82"/>
                    <a:pt x="331" y="81"/>
                  </a:cubicBezTo>
                  <a:cubicBezTo>
                    <a:pt x="329" y="81"/>
                    <a:pt x="327" y="79"/>
                    <a:pt x="326" y="79"/>
                  </a:cubicBezTo>
                  <a:close/>
                  <a:moveTo>
                    <a:pt x="355" y="78"/>
                  </a:moveTo>
                  <a:cubicBezTo>
                    <a:pt x="357" y="78"/>
                    <a:pt x="359" y="77"/>
                    <a:pt x="361" y="77"/>
                  </a:cubicBezTo>
                  <a:cubicBezTo>
                    <a:pt x="363" y="76"/>
                    <a:pt x="368" y="75"/>
                    <a:pt x="370" y="75"/>
                  </a:cubicBezTo>
                  <a:cubicBezTo>
                    <a:pt x="371" y="75"/>
                    <a:pt x="373" y="75"/>
                    <a:pt x="374" y="75"/>
                  </a:cubicBezTo>
                  <a:cubicBezTo>
                    <a:pt x="376" y="76"/>
                    <a:pt x="377" y="77"/>
                    <a:pt x="380" y="77"/>
                  </a:cubicBezTo>
                  <a:cubicBezTo>
                    <a:pt x="384" y="77"/>
                    <a:pt x="389" y="77"/>
                    <a:pt x="389" y="76"/>
                  </a:cubicBezTo>
                  <a:cubicBezTo>
                    <a:pt x="389" y="74"/>
                    <a:pt x="385" y="74"/>
                    <a:pt x="382" y="74"/>
                  </a:cubicBezTo>
                  <a:cubicBezTo>
                    <a:pt x="380" y="74"/>
                    <a:pt x="377" y="73"/>
                    <a:pt x="375" y="72"/>
                  </a:cubicBezTo>
                  <a:cubicBezTo>
                    <a:pt x="373" y="72"/>
                    <a:pt x="371" y="72"/>
                    <a:pt x="369" y="72"/>
                  </a:cubicBezTo>
                  <a:cubicBezTo>
                    <a:pt x="366" y="72"/>
                    <a:pt x="363" y="70"/>
                    <a:pt x="361" y="72"/>
                  </a:cubicBezTo>
                  <a:cubicBezTo>
                    <a:pt x="357" y="74"/>
                    <a:pt x="356" y="73"/>
                    <a:pt x="355" y="75"/>
                  </a:cubicBezTo>
                  <a:cubicBezTo>
                    <a:pt x="354" y="77"/>
                    <a:pt x="353" y="78"/>
                    <a:pt x="355" y="78"/>
                  </a:cubicBezTo>
                  <a:close/>
                  <a:moveTo>
                    <a:pt x="440" y="20"/>
                  </a:moveTo>
                  <a:cubicBezTo>
                    <a:pt x="443" y="19"/>
                    <a:pt x="443" y="20"/>
                    <a:pt x="447" y="19"/>
                  </a:cubicBezTo>
                  <a:cubicBezTo>
                    <a:pt x="451" y="19"/>
                    <a:pt x="452" y="18"/>
                    <a:pt x="456" y="17"/>
                  </a:cubicBezTo>
                  <a:cubicBezTo>
                    <a:pt x="459" y="17"/>
                    <a:pt x="463" y="15"/>
                    <a:pt x="460" y="15"/>
                  </a:cubicBezTo>
                  <a:cubicBezTo>
                    <a:pt x="457" y="14"/>
                    <a:pt x="457" y="16"/>
                    <a:pt x="454" y="16"/>
                  </a:cubicBezTo>
                  <a:cubicBezTo>
                    <a:pt x="452" y="16"/>
                    <a:pt x="450" y="13"/>
                    <a:pt x="449" y="16"/>
                  </a:cubicBezTo>
                  <a:cubicBezTo>
                    <a:pt x="447" y="17"/>
                    <a:pt x="450" y="18"/>
                    <a:pt x="444" y="18"/>
                  </a:cubicBezTo>
                  <a:cubicBezTo>
                    <a:pt x="437" y="18"/>
                    <a:pt x="434" y="17"/>
                    <a:pt x="434" y="19"/>
                  </a:cubicBezTo>
                  <a:cubicBezTo>
                    <a:pt x="434" y="20"/>
                    <a:pt x="437" y="21"/>
                    <a:pt x="440" y="20"/>
                  </a:cubicBezTo>
                  <a:close/>
                  <a:moveTo>
                    <a:pt x="153" y="19"/>
                  </a:moveTo>
                  <a:cubicBezTo>
                    <a:pt x="155" y="19"/>
                    <a:pt x="155" y="19"/>
                    <a:pt x="157" y="20"/>
                  </a:cubicBezTo>
                  <a:cubicBezTo>
                    <a:pt x="158" y="20"/>
                    <a:pt x="160" y="20"/>
                    <a:pt x="162" y="20"/>
                  </a:cubicBezTo>
                  <a:cubicBezTo>
                    <a:pt x="164" y="19"/>
                    <a:pt x="165" y="19"/>
                    <a:pt x="167" y="20"/>
                  </a:cubicBezTo>
                  <a:cubicBezTo>
                    <a:pt x="169" y="20"/>
                    <a:pt x="168" y="22"/>
                    <a:pt x="167" y="23"/>
                  </a:cubicBezTo>
                  <a:cubicBezTo>
                    <a:pt x="166" y="24"/>
                    <a:pt x="166" y="24"/>
                    <a:pt x="165" y="25"/>
                  </a:cubicBezTo>
                  <a:cubicBezTo>
                    <a:pt x="163" y="26"/>
                    <a:pt x="164" y="25"/>
                    <a:pt x="163" y="24"/>
                  </a:cubicBezTo>
                  <a:cubicBezTo>
                    <a:pt x="161" y="23"/>
                    <a:pt x="160" y="24"/>
                    <a:pt x="160" y="25"/>
                  </a:cubicBezTo>
                  <a:cubicBezTo>
                    <a:pt x="159" y="26"/>
                    <a:pt x="160" y="27"/>
                    <a:pt x="161" y="28"/>
                  </a:cubicBezTo>
                  <a:cubicBezTo>
                    <a:pt x="162" y="29"/>
                    <a:pt x="163" y="30"/>
                    <a:pt x="163" y="32"/>
                  </a:cubicBezTo>
                  <a:cubicBezTo>
                    <a:pt x="163" y="34"/>
                    <a:pt x="164" y="35"/>
                    <a:pt x="167" y="36"/>
                  </a:cubicBezTo>
                  <a:cubicBezTo>
                    <a:pt x="169" y="37"/>
                    <a:pt x="169" y="36"/>
                    <a:pt x="171" y="36"/>
                  </a:cubicBezTo>
                  <a:cubicBezTo>
                    <a:pt x="173" y="36"/>
                    <a:pt x="175" y="37"/>
                    <a:pt x="177" y="37"/>
                  </a:cubicBezTo>
                  <a:cubicBezTo>
                    <a:pt x="180" y="37"/>
                    <a:pt x="184" y="35"/>
                    <a:pt x="186" y="35"/>
                  </a:cubicBezTo>
                  <a:cubicBezTo>
                    <a:pt x="187" y="35"/>
                    <a:pt x="192" y="35"/>
                    <a:pt x="194" y="34"/>
                  </a:cubicBezTo>
                  <a:cubicBezTo>
                    <a:pt x="195" y="33"/>
                    <a:pt x="197" y="33"/>
                    <a:pt x="199" y="33"/>
                  </a:cubicBezTo>
                  <a:cubicBezTo>
                    <a:pt x="202" y="33"/>
                    <a:pt x="206" y="33"/>
                    <a:pt x="208" y="33"/>
                  </a:cubicBezTo>
                  <a:cubicBezTo>
                    <a:pt x="210" y="33"/>
                    <a:pt x="219" y="32"/>
                    <a:pt x="222" y="33"/>
                  </a:cubicBezTo>
                  <a:cubicBezTo>
                    <a:pt x="225" y="34"/>
                    <a:pt x="227" y="34"/>
                    <a:pt x="231" y="33"/>
                  </a:cubicBezTo>
                  <a:cubicBezTo>
                    <a:pt x="234" y="33"/>
                    <a:pt x="235" y="34"/>
                    <a:pt x="233" y="36"/>
                  </a:cubicBezTo>
                  <a:cubicBezTo>
                    <a:pt x="231" y="37"/>
                    <a:pt x="230" y="38"/>
                    <a:pt x="227" y="38"/>
                  </a:cubicBezTo>
                  <a:cubicBezTo>
                    <a:pt x="223" y="37"/>
                    <a:pt x="223" y="37"/>
                    <a:pt x="219" y="38"/>
                  </a:cubicBezTo>
                  <a:cubicBezTo>
                    <a:pt x="216" y="39"/>
                    <a:pt x="214" y="39"/>
                    <a:pt x="211" y="38"/>
                  </a:cubicBezTo>
                  <a:cubicBezTo>
                    <a:pt x="209" y="37"/>
                    <a:pt x="207" y="37"/>
                    <a:pt x="206" y="38"/>
                  </a:cubicBezTo>
                  <a:cubicBezTo>
                    <a:pt x="205" y="38"/>
                    <a:pt x="206" y="39"/>
                    <a:pt x="208" y="41"/>
                  </a:cubicBezTo>
                  <a:cubicBezTo>
                    <a:pt x="210" y="43"/>
                    <a:pt x="211" y="41"/>
                    <a:pt x="212" y="42"/>
                  </a:cubicBezTo>
                  <a:cubicBezTo>
                    <a:pt x="213" y="43"/>
                    <a:pt x="211" y="44"/>
                    <a:pt x="209" y="43"/>
                  </a:cubicBezTo>
                  <a:cubicBezTo>
                    <a:pt x="206" y="43"/>
                    <a:pt x="205" y="43"/>
                    <a:pt x="202" y="43"/>
                  </a:cubicBezTo>
                  <a:cubicBezTo>
                    <a:pt x="199" y="43"/>
                    <a:pt x="198" y="43"/>
                    <a:pt x="196" y="42"/>
                  </a:cubicBezTo>
                  <a:cubicBezTo>
                    <a:pt x="194" y="41"/>
                    <a:pt x="191" y="40"/>
                    <a:pt x="190" y="41"/>
                  </a:cubicBezTo>
                  <a:cubicBezTo>
                    <a:pt x="189" y="42"/>
                    <a:pt x="190" y="43"/>
                    <a:pt x="192" y="45"/>
                  </a:cubicBezTo>
                  <a:cubicBezTo>
                    <a:pt x="193" y="47"/>
                    <a:pt x="193" y="47"/>
                    <a:pt x="195" y="49"/>
                  </a:cubicBezTo>
                  <a:cubicBezTo>
                    <a:pt x="198" y="50"/>
                    <a:pt x="199" y="51"/>
                    <a:pt x="202" y="52"/>
                  </a:cubicBezTo>
                  <a:cubicBezTo>
                    <a:pt x="205" y="54"/>
                    <a:pt x="205" y="52"/>
                    <a:pt x="212" y="52"/>
                  </a:cubicBezTo>
                  <a:cubicBezTo>
                    <a:pt x="218" y="52"/>
                    <a:pt x="215" y="53"/>
                    <a:pt x="220" y="53"/>
                  </a:cubicBezTo>
                  <a:cubicBezTo>
                    <a:pt x="224" y="53"/>
                    <a:pt x="225" y="53"/>
                    <a:pt x="228" y="52"/>
                  </a:cubicBezTo>
                  <a:cubicBezTo>
                    <a:pt x="232" y="51"/>
                    <a:pt x="234" y="51"/>
                    <a:pt x="236" y="50"/>
                  </a:cubicBezTo>
                  <a:cubicBezTo>
                    <a:pt x="239" y="50"/>
                    <a:pt x="240" y="51"/>
                    <a:pt x="243" y="52"/>
                  </a:cubicBezTo>
                  <a:cubicBezTo>
                    <a:pt x="247" y="54"/>
                    <a:pt x="248" y="54"/>
                    <a:pt x="252" y="54"/>
                  </a:cubicBezTo>
                  <a:cubicBezTo>
                    <a:pt x="257" y="55"/>
                    <a:pt x="258" y="57"/>
                    <a:pt x="261" y="58"/>
                  </a:cubicBezTo>
                  <a:cubicBezTo>
                    <a:pt x="263" y="60"/>
                    <a:pt x="265" y="60"/>
                    <a:pt x="268" y="60"/>
                  </a:cubicBezTo>
                  <a:cubicBezTo>
                    <a:pt x="271" y="61"/>
                    <a:pt x="271" y="60"/>
                    <a:pt x="273" y="60"/>
                  </a:cubicBezTo>
                  <a:cubicBezTo>
                    <a:pt x="276" y="59"/>
                    <a:pt x="279" y="58"/>
                    <a:pt x="279" y="57"/>
                  </a:cubicBezTo>
                  <a:cubicBezTo>
                    <a:pt x="278" y="55"/>
                    <a:pt x="279" y="55"/>
                    <a:pt x="280" y="54"/>
                  </a:cubicBezTo>
                  <a:cubicBezTo>
                    <a:pt x="282" y="54"/>
                    <a:pt x="284" y="54"/>
                    <a:pt x="286" y="55"/>
                  </a:cubicBezTo>
                  <a:cubicBezTo>
                    <a:pt x="289" y="55"/>
                    <a:pt x="291" y="55"/>
                    <a:pt x="293" y="55"/>
                  </a:cubicBezTo>
                  <a:cubicBezTo>
                    <a:pt x="296" y="55"/>
                    <a:pt x="297" y="54"/>
                    <a:pt x="300" y="53"/>
                  </a:cubicBezTo>
                  <a:cubicBezTo>
                    <a:pt x="302" y="52"/>
                    <a:pt x="304" y="51"/>
                    <a:pt x="307" y="50"/>
                  </a:cubicBezTo>
                  <a:cubicBezTo>
                    <a:pt x="310" y="48"/>
                    <a:pt x="310" y="49"/>
                    <a:pt x="312" y="47"/>
                  </a:cubicBezTo>
                  <a:cubicBezTo>
                    <a:pt x="313" y="46"/>
                    <a:pt x="312" y="44"/>
                    <a:pt x="311" y="43"/>
                  </a:cubicBezTo>
                  <a:cubicBezTo>
                    <a:pt x="310" y="43"/>
                    <a:pt x="310" y="41"/>
                    <a:pt x="310" y="40"/>
                  </a:cubicBezTo>
                  <a:cubicBezTo>
                    <a:pt x="310" y="39"/>
                    <a:pt x="314" y="39"/>
                    <a:pt x="315" y="38"/>
                  </a:cubicBezTo>
                  <a:cubicBezTo>
                    <a:pt x="317" y="37"/>
                    <a:pt x="319" y="37"/>
                    <a:pt x="322" y="36"/>
                  </a:cubicBezTo>
                  <a:cubicBezTo>
                    <a:pt x="324" y="35"/>
                    <a:pt x="326" y="35"/>
                    <a:pt x="329" y="33"/>
                  </a:cubicBezTo>
                  <a:cubicBezTo>
                    <a:pt x="331" y="31"/>
                    <a:pt x="332" y="32"/>
                    <a:pt x="333" y="31"/>
                  </a:cubicBezTo>
                  <a:cubicBezTo>
                    <a:pt x="333" y="31"/>
                    <a:pt x="335" y="30"/>
                    <a:pt x="337" y="30"/>
                  </a:cubicBezTo>
                  <a:cubicBezTo>
                    <a:pt x="338" y="29"/>
                    <a:pt x="339" y="28"/>
                    <a:pt x="339" y="27"/>
                  </a:cubicBezTo>
                  <a:cubicBezTo>
                    <a:pt x="339" y="26"/>
                    <a:pt x="338" y="25"/>
                    <a:pt x="337" y="24"/>
                  </a:cubicBezTo>
                  <a:cubicBezTo>
                    <a:pt x="336" y="24"/>
                    <a:pt x="337" y="23"/>
                    <a:pt x="338" y="22"/>
                  </a:cubicBezTo>
                  <a:cubicBezTo>
                    <a:pt x="338" y="22"/>
                    <a:pt x="338" y="20"/>
                    <a:pt x="337" y="19"/>
                  </a:cubicBezTo>
                  <a:cubicBezTo>
                    <a:pt x="337" y="18"/>
                    <a:pt x="336" y="18"/>
                    <a:pt x="334" y="18"/>
                  </a:cubicBezTo>
                  <a:cubicBezTo>
                    <a:pt x="333" y="17"/>
                    <a:pt x="333" y="18"/>
                    <a:pt x="332" y="17"/>
                  </a:cubicBezTo>
                  <a:cubicBezTo>
                    <a:pt x="331" y="17"/>
                    <a:pt x="329" y="16"/>
                    <a:pt x="325" y="16"/>
                  </a:cubicBezTo>
                  <a:cubicBezTo>
                    <a:pt x="322" y="16"/>
                    <a:pt x="320" y="16"/>
                    <a:pt x="318" y="15"/>
                  </a:cubicBezTo>
                  <a:cubicBezTo>
                    <a:pt x="316" y="14"/>
                    <a:pt x="315" y="14"/>
                    <a:pt x="312" y="13"/>
                  </a:cubicBezTo>
                  <a:cubicBezTo>
                    <a:pt x="309" y="13"/>
                    <a:pt x="306" y="12"/>
                    <a:pt x="303" y="12"/>
                  </a:cubicBezTo>
                  <a:cubicBezTo>
                    <a:pt x="301" y="11"/>
                    <a:pt x="299" y="11"/>
                    <a:pt x="296" y="10"/>
                  </a:cubicBezTo>
                  <a:cubicBezTo>
                    <a:pt x="294" y="10"/>
                    <a:pt x="293" y="10"/>
                    <a:pt x="289" y="9"/>
                  </a:cubicBezTo>
                  <a:cubicBezTo>
                    <a:pt x="284" y="8"/>
                    <a:pt x="285" y="7"/>
                    <a:pt x="283" y="7"/>
                  </a:cubicBezTo>
                  <a:cubicBezTo>
                    <a:pt x="280" y="7"/>
                    <a:pt x="281" y="8"/>
                    <a:pt x="278" y="9"/>
                  </a:cubicBezTo>
                  <a:cubicBezTo>
                    <a:pt x="276" y="11"/>
                    <a:pt x="275" y="10"/>
                    <a:pt x="273" y="9"/>
                  </a:cubicBezTo>
                  <a:cubicBezTo>
                    <a:pt x="271" y="9"/>
                    <a:pt x="268" y="9"/>
                    <a:pt x="267" y="10"/>
                  </a:cubicBezTo>
                  <a:cubicBezTo>
                    <a:pt x="266" y="11"/>
                    <a:pt x="266" y="14"/>
                    <a:pt x="265" y="15"/>
                  </a:cubicBezTo>
                  <a:cubicBezTo>
                    <a:pt x="263" y="15"/>
                    <a:pt x="261" y="15"/>
                    <a:pt x="258" y="16"/>
                  </a:cubicBezTo>
                  <a:cubicBezTo>
                    <a:pt x="256" y="17"/>
                    <a:pt x="256" y="18"/>
                    <a:pt x="254" y="19"/>
                  </a:cubicBezTo>
                  <a:cubicBezTo>
                    <a:pt x="252" y="19"/>
                    <a:pt x="252" y="18"/>
                    <a:pt x="251" y="16"/>
                  </a:cubicBezTo>
                  <a:cubicBezTo>
                    <a:pt x="251" y="15"/>
                    <a:pt x="252" y="14"/>
                    <a:pt x="252" y="12"/>
                  </a:cubicBezTo>
                  <a:cubicBezTo>
                    <a:pt x="253" y="10"/>
                    <a:pt x="254" y="11"/>
                    <a:pt x="255" y="11"/>
                  </a:cubicBezTo>
                  <a:cubicBezTo>
                    <a:pt x="255" y="11"/>
                    <a:pt x="257" y="10"/>
                    <a:pt x="257" y="9"/>
                  </a:cubicBezTo>
                  <a:cubicBezTo>
                    <a:pt x="258" y="8"/>
                    <a:pt x="257" y="8"/>
                    <a:pt x="255" y="7"/>
                  </a:cubicBezTo>
                  <a:cubicBezTo>
                    <a:pt x="254" y="6"/>
                    <a:pt x="254" y="6"/>
                    <a:pt x="253" y="4"/>
                  </a:cubicBezTo>
                  <a:cubicBezTo>
                    <a:pt x="252" y="3"/>
                    <a:pt x="249" y="1"/>
                    <a:pt x="248" y="1"/>
                  </a:cubicBezTo>
                  <a:cubicBezTo>
                    <a:pt x="246" y="1"/>
                    <a:pt x="247" y="2"/>
                    <a:pt x="246" y="3"/>
                  </a:cubicBezTo>
                  <a:cubicBezTo>
                    <a:pt x="244" y="4"/>
                    <a:pt x="243" y="4"/>
                    <a:pt x="241" y="4"/>
                  </a:cubicBezTo>
                  <a:cubicBezTo>
                    <a:pt x="240" y="4"/>
                    <a:pt x="240" y="5"/>
                    <a:pt x="240" y="6"/>
                  </a:cubicBezTo>
                  <a:cubicBezTo>
                    <a:pt x="240" y="8"/>
                    <a:pt x="241" y="7"/>
                    <a:pt x="242" y="9"/>
                  </a:cubicBezTo>
                  <a:cubicBezTo>
                    <a:pt x="243" y="10"/>
                    <a:pt x="242" y="10"/>
                    <a:pt x="242" y="11"/>
                  </a:cubicBezTo>
                  <a:cubicBezTo>
                    <a:pt x="241" y="12"/>
                    <a:pt x="240" y="13"/>
                    <a:pt x="240" y="14"/>
                  </a:cubicBezTo>
                  <a:cubicBezTo>
                    <a:pt x="239" y="16"/>
                    <a:pt x="240" y="17"/>
                    <a:pt x="240" y="19"/>
                  </a:cubicBezTo>
                  <a:cubicBezTo>
                    <a:pt x="240" y="20"/>
                    <a:pt x="238" y="23"/>
                    <a:pt x="236" y="23"/>
                  </a:cubicBezTo>
                  <a:cubicBezTo>
                    <a:pt x="234" y="24"/>
                    <a:pt x="234" y="22"/>
                    <a:pt x="233" y="21"/>
                  </a:cubicBezTo>
                  <a:cubicBezTo>
                    <a:pt x="233" y="20"/>
                    <a:pt x="232" y="21"/>
                    <a:pt x="230" y="20"/>
                  </a:cubicBezTo>
                  <a:cubicBezTo>
                    <a:pt x="229" y="19"/>
                    <a:pt x="228" y="19"/>
                    <a:pt x="226" y="19"/>
                  </a:cubicBezTo>
                  <a:cubicBezTo>
                    <a:pt x="224" y="18"/>
                    <a:pt x="223" y="18"/>
                    <a:pt x="221" y="16"/>
                  </a:cubicBezTo>
                  <a:cubicBezTo>
                    <a:pt x="220" y="15"/>
                    <a:pt x="219" y="15"/>
                    <a:pt x="217" y="14"/>
                  </a:cubicBezTo>
                  <a:cubicBezTo>
                    <a:pt x="214" y="13"/>
                    <a:pt x="213" y="14"/>
                    <a:pt x="208" y="13"/>
                  </a:cubicBezTo>
                  <a:cubicBezTo>
                    <a:pt x="203" y="13"/>
                    <a:pt x="206" y="12"/>
                    <a:pt x="205" y="10"/>
                  </a:cubicBezTo>
                  <a:cubicBezTo>
                    <a:pt x="203" y="9"/>
                    <a:pt x="202" y="8"/>
                    <a:pt x="199" y="7"/>
                  </a:cubicBezTo>
                  <a:cubicBezTo>
                    <a:pt x="197" y="6"/>
                    <a:pt x="196" y="6"/>
                    <a:pt x="194" y="5"/>
                  </a:cubicBezTo>
                  <a:cubicBezTo>
                    <a:pt x="192" y="4"/>
                    <a:pt x="191" y="4"/>
                    <a:pt x="188" y="3"/>
                  </a:cubicBezTo>
                  <a:cubicBezTo>
                    <a:pt x="186" y="2"/>
                    <a:pt x="187" y="2"/>
                    <a:pt x="185" y="1"/>
                  </a:cubicBezTo>
                  <a:cubicBezTo>
                    <a:pt x="183" y="0"/>
                    <a:pt x="183" y="1"/>
                    <a:pt x="181" y="1"/>
                  </a:cubicBezTo>
                  <a:cubicBezTo>
                    <a:pt x="180" y="2"/>
                    <a:pt x="179" y="2"/>
                    <a:pt x="179" y="3"/>
                  </a:cubicBezTo>
                  <a:cubicBezTo>
                    <a:pt x="178" y="5"/>
                    <a:pt x="181" y="5"/>
                    <a:pt x="183" y="5"/>
                  </a:cubicBezTo>
                  <a:cubicBezTo>
                    <a:pt x="185" y="4"/>
                    <a:pt x="186" y="4"/>
                    <a:pt x="186" y="6"/>
                  </a:cubicBezTo>
                  <a:cubicBezTo>
                    <a:pt x="187" y="7"/>
                    <a:pt x="186" y="8"/>
                    <a:pt x="185" y="9"/>
                  </a:cubicBezTo>
                  <a:cubicBezTo>
                    <a:pt x="184" y="9"/>
                    <a:pt x="184" y="9"/>
                    <a:pt x="183" y="11"/>
                  </a:cubicBezTo>
                  <a:cubicBezTo>
                    <a:pt x="183" y="13"/>
                    <a:pt x="181" y="14"/>
                    <a:pt x="179" y="13"/>
                  </a:cubicBezTo>
                  <a:cubicBezTo>
                    <a:pt x="176" y="12"/>
                    <a:pt x="177" y="12"/>
                    <a:pt x="176" y="11"/>
                  </a:cubicBezTo>
                  <a:cubicBezTo>
                    <a:pt x="175" y="10"/>
                    <a:pt x="174" y="8"/>
                    <a:pt x="173" y="8"/>
                  </a:cubicBezTo>
                  <a:cubicBezTo>
                    <a:pt x="171" y="8"/>
                    <a:pt x="171" y="9"/>
                    <a:pt x="171" y="10"/>
                  </a:cubicBezTo>
                  <a:cubicBezTo>
                    <a:pt x="172" y="12"/>
                    <a:pt x="173" y="12"/>
                    <a:pt x="172" y="13"/>
                  </a:cubicBezTo>
                  <a:cubicBezTo>
                    <a:pt x="172" y="14"/>
                    <a:pt x="170" y="14"/>
                    <a:pt x="168" y="14"/>
                  </a:cubicBezTo>
                  <a:cubicBezTo>
                    <a:pt x="166" y="14"/>
                    <a:pt x="166" y="14"/>
                    <a:pt x="164" y="14"/>
                  </a:cubicBezTo>
                  <a:cubicBezTo>
                    <a:pt x="162" y="14"/>
                    <a:pt x="162" y="14"/>
                    <a:pt x="159" y="14"/>
                  </a:cubicBezTo>
                  <a:cubicBezTo>
                    <a:pt x="157" y="15"/>
                    <a:pt x="157" y="15"/>
                    <a:pt x="154" y="16"/>
                  </a:cubicBezTo>
                  <a:cubicBezTo>
                    <a:pt x="152" y="16"/>
                    <a:pt x="152" y="16"/>
                    <a:pt x="150" y="16"/>
                  </a:cubicBezTo>
                  <a:cubicBezTo>
                    <a:pt x="147" y="16"/>
                    <a:pt x="146" y="16"/>
                    <a:pt x="147" y="18"/>
                  </a:cubicBezTo>
                  <a:cubicBezTo>
                    <a:pt x="148" y="19"/>
                    <a:pt x="150" y="19"/>
                    <a:pt x="153" y="19"/>
                  </a:cubicBezTo>
                  <a:close/>
                  <a:moveTo>
                    <a:pt x="214" y="104"/>
                  </a:moveTo>
                  <a:cubicBezTo>
                    <a:pt x="216" y="103"/>
                    <a:pt x="218" y="103"/>
                    <a:pt x="221" y="103"/>
                  </a:cubicBezTo>
                  <a:cubicBezTo>
                    <a:pt x="223" y="103"/>
                    <a:pt x="224" y="103"/>
                    <a:pt x="227" y="102"/>
                  </a:cubicBezTo>
                  <a:cubicBezTo>
                    <a:pt x="230" y="101"/>
                    <a:pt x="230" y="102"/>
                    <a:pt x="232" y="102"/>
                  </a:cubicBezTo>
                  <a:cubicBezTo>
                    <a:pt x="235" y="101"/>
                    <a:pt x="235" y="101"/>
                    <a:pt x="236" y="100"/>
                  </a:cubicBezTo>
                  <a:cubicBezTo>
                    <a:pt x="236" y="99"/>
                    <a:pt x="236" y="96"/>
                    <a:pt x="235" y="93"/>
                  </a:cubicBezTo>
                  <a:cubicBezTo>
                    <a:pt x="233" y="91"/>
                    <a:pt x="235" y="92"/>
                    <a:pt x="234" y="90"/>
                  </a:cubicBezTo>
                  <a:cubicBezTo>
                    <a:pt x="234" y="88"/>
                    <a:pt x="231" y="88"/>
                    <a:pt x="229" y="88"/>
                  </a:cubicBezTo>
                  <a:cubicBezTo>
                    <a:pt x="227" y="88"/>
                    <a:pt x="227" y="89"/>
                    <a:pt x="224" y="90"/>
                  </a:cubicBezTo>
                  <a:cubicBezTo>
                    <a:pt x="223" y="90"/>
                    <a:pt x="221" y="90"/>
                    <a:pt x="220" y="90"/>
                  </a:cubicBezTo>
                  <a:cubicBezTo>
                    <a:pt x="219" y="89"/>
                    <a:pt x="218" y="89"/>
                    <a:pt x="215" y="89"/>
                  </a:cubicBezTo>
                  <a:cubicBezTo>
                    <a:pt x="212" y="89"/>
                    <a:pt x="213" y="90"/>
                    <a:pt x="211" y="91"/>
                  </a:cubicBezTo>
                  <a:cubicBezTo>
                    <a:pt x="210" y="91"/>
                    <a:pt x="209" y="91"/>
                    <a:pt x="207" y="91"/>
                  </a:cubicBezTo>
                  <a:cubicBezTo>
                    <a:pt x="204" y="91"/>
                    <a:pt x="204" y="92"/>
                    <a:pt x="202" y="93"/>
                  </a:cubicBezTo>
                  <a:cubicBezTo>
                    <a:pt x="200" y="93"/>
                    <a:pt x="199" y="93"/>
                    <a:pt x="197" y="93"/>
                  </a:cubicBezTo>
                  <a:cubicBezTo>
                    <a:pt x="196" y="93"/>
                    <a:pt x="194" y="93"/>
                    <a:pt x="195" y="95"/>
                  </a:cubicBezTo>
                  <a:cubicBezTo>
                    <a:pt x="196" y="96"/>
                    <a:pt x="198" y="95"/>
                    <a:pt x="199" y="97"/>
                  </a:cubicBezTo>
                  <a:cubicBezTo>
                    <a:pt x="201" y="98"/>
                    <a:pt x="201" y="98"/>
                    <a:pt x="204" y="99"/>
                  </a:cubicBezTo>
                  <a:cubicBezTo>
                    <a:pt x="206" y="100"/>
                    <a:pt x="206" y="101"/>
                    <a:pt x="205" y="102"/>
                  </a:cubicBezTo>
                  <a:cubicBezTo>
                    <a:pt x="205" y="103"/>
                    <a:pt x="204" y="104"/>
                    <a:pt x="205" y="105"/>
                  </a:cubicBezTo>
                  <a:cubicBezTo>
                    <a:pt x="206" y="106"/>
                    <a:pt x="208" y="105"/>
                    <a:pt x="209" y="105"/>
                  </a:cubicBezTo>
                  <a:cubicBezTo>
                    <a:pt x="210" y="105"/>
                    <a:pt x="212" y="105"/>
                    <a:pt x="214" y="104"/>
                  </a:cubicBezTo>
                  <a:close/>
                  <a:moveTo>
                    <a:pt x="2" y="53"/>
                  </a:moveTo>
                  <a:cubicBezTo>
                    <a:pt x="2" y="56"/>
                    <a:pt x="2" y="56"/>
                    <a:pt x="5" y="57"/>
                  </a:cubicBezTo>
                  <a:cubicBezTo>
                    <a:pt x="8" y="59"/>
                    <a:pt x="7" y="61"/>
                    <a:pt x="8" y="63"/>
                  </a:cubicBezTo>
                  <a:cubicBezTo>
                    <a:pt x="8" y="64"/>
                    <a:pt x="9" y="64"/>
                    <a:pt x="10" y="64"/>
                  </a:cubicBezTo>
                  <a:cubicBezTo>
                    <a:pt x="12" y="64"/>
                    <a:pt x="11" y="62"/>
                    <a:pt x="13" y="62"/>
                  </a:cubicBezTo>
                  <a:cubicBezTo>
                    <a:pt x="15" y="62"/>
                    <a:pt x="14" y="62"/>
                    <a:pt x="16" y="62"/>
                  </a:cubicBezTo>
                  <a:cubicBezTo>
                    <a:pt x="18" y="62"/>
                    <a:pt x="20" y="61"/>
                    <a:pt x="19" y="60"/>
                  </a:cubicBezTo>
                  <a:cubicBezTo>
                    <a:pt x="18" y="59"/>
                    <a:pt x="16" y="58"/>
                    <a:pt x="16" y="57"/>
                  </a:cubicBezTo>
                  <a:cubicBezTo>
                    <a:pt x="16" y="56"/>
                    <a:pt x="17" y="53"/>
                    <a:pt x="18" y="54"/>
                  </a:cubicBezTo>
                  <a:cubicBezTo>
                    <a:pt x="19" y="55"/>
                    <a:pt x="18" y="56"/>
                    <a:pt x="20" y="56"/>
                  </a:cubicBezTo>
                  <a:cubicBezTo>
                    <a:pt x="22" y="56"/>
                    <a:pt x="23" y="57"/>
                    <a:pt x="24" y="56"/>
                  </a:cubicBezTo>
                  <a:cubicBezTo>
                    <a:pt x="25" y="56"/>
                    <a:pt x="27" y="56"/>
                    <a:pt x="27" y="56"/>
                  </a:cubicBezTo>
                  <a:cubicBezTo>
                    <a:pt x="28" y="57"/>
                    <a:pt x="27" y="59"/>
                    <a:pt x="26" y="59"/>
                  </a:cubicBezTo>
                  <a:cubicBezTo>
                    <a:pt x="24" y="60"/>
                    <a:pt x="21" y="61"/>
                    <a:pt x="21" y="62"/>
                  </a:cubicBezTo>
                  <a:cubicBezTo>
                    <a:pt x="20" y="64"/>
                    <a:pt x="18" y="64"/>
                    <a:pt x="19" y="65"/>
                  </a:cubicBezTo>
                  <a:cubicBezTo>
                    <a:pt x="20" y="67"/>
                    <a:pt x="21" y="67"/>
                    <a:pt x="24" y="67"/>
                  </a:cubicBezTo>
                  <a:cubicBezTo>
                    <a:pt x="27" y="68"/>
                    <a:pt x="29" y="68"/>
                    <a:pt x="30" y="69"/>
                  </a:cubicBezTo>
                  <a:cubicBezTo>
                    <a:pt x="31" y="70"/>
                    <a:pt x="33" y="71"/>
                    <a:pt x="32" y="73"/>
                  </a:cubicBezTo>
                  <a:cubicBezTo>
                    <a:pt x="30" y="74"/>
                    <a:pt x="26" y="73"/>
                    <a:pt x="25" y="74"/>
                  </a:cubicBezTo>
                  <a:cubicBezTo>
                    <a:pt x="23" y="74"/>
                    <a:pt x="18" y="72"/>
                    <a:pt x="17" y="71"/>
                  </a:cubicBezTo>
                  <a:cubicBezTo>
                    <a:pt x="16" y="71"/>
                    <a:pt x="14" y="70"/>
                    <a:pt x="13" y="70"/>
                  </a:cubicBezTo>
                  <a:cubicBezTo>
                    <a:pt x="11" y="70"/>
                    <a:pt x="7" y="69"/>
                    <a:pt x="7" y="71"/>
                  </a:cubicBezTo>
                  <a:cubicBezTo>
                    <a:pt x="8" y="72"/>
                    <a:pt x="9" y="73"/>
                    <a:pt x="11" y="74"/>
                  </a:cubicBezTo>
                  <a:cubicBezTo>
                    <a:pt x="13" y="76"/>
                    <a:pt x="12" y="77"/>
                    <a:pt x="13" y="79"/>
                  </a:cubicBezTo>
                  <a:cubicBezTo>
                    <a:pt x="15" y="82"/>
                    <a:pt x="17" y="83"/>
                    <a:pt x="21" y="84"/>
                  </a:cubicBezTo>
                  <a:cubicBezTo>
                    <a:pt x="25" y="85"/>
                    <a:pt x="27" y="85"/>
                    <a:pt x="29" y="86"/>
                  </a:cubicBezTo>
                  <a:cubicBezTo>
                    <a:pt x="30" y="88"/>
                    <a:pt x="31" y="89"/>
                    <a:pt x="33" y="89"/>
                  </a:cubicBezTo>
                  <a:cubicBezTo>
                    <a:pt x="35" y="90"/>
                    <a:pt x="35" y="90"/>
                    <a:pt x="37" y="90"/>
                  </a:cubicBezTo>
                  <a:cubicBezTo>
                    <a:pt x="38" y="90"/>
                    <a:pt x="40" y="90"/>
                    <a:pt x="41" y="90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90"/>
                    <a:pt x="45" y="91"/>
                    <a:pt x="43" y="92"/>
                  </a:cubicBezTo>
                  <a:cubicBezTo>
                    <a:pt x="41" y="92"/>
                    <a:pt x="39" y="92"/>
                    <a:pt x="38" y="92"/>
                  </a:cubicBezTo>
                  <a:cubicBezTo>
                    <a:pt x="37" y="93"/>
                    <a:pt x="36" y="94"/>
                    <a:pt x="34" y="93"/>
                  </a:cubicBezTo>
                  <a:cubicBezTo>
                    <a:pt x="32" y="93"/>
                    <a:pt x="29" y="91"/>
                    <a:pt x="29" y="93"/>
                  </a:cubicBezTo>
                  <a:cubicBezTo>
                    <a:pt x="28" y="94"/>
                    <a:pt x="28" y="95"/>
                    <a:pt x="31" y="96"/>
                  </a:cubicBezTo>
                  <a:cubicBezTo>
                    <a:pt x="33" y="97"/>
                    <a:pt x="34" y="98"/>
                    <a:pt x="35" y="99"/>
                  </a:cubicBezTo>
                  <a:cubicBezTo>
                    <a:pt x="36" y="101"/>
                    <a:pt x="36" y="103"/>
                    <a:pt x="38" y="104"/>
                  </a:cubicBezTo>
                  <a:cubicBezTo>
                    <a:pt x="40" y="105"/>
                    <a:pt x="42" y="106"/>
                    <a:pt x="44" y="106"/>
                  </a:cubicBezTo>
                  <a:cubicBezTo>
                    <a:pt x="46" y="106"/>
                    <a:pt x="45" y="105"/>
                    <a:pt x="49" y="105"/>
                  </a:cubicBezTo>
                  <a:cubicBezTo>
                    <a:pt x="52" y="106"/>
                    <a:pt x="53" y="106"/>
                    <a:pt x="54" y="106"/>
                  </a:cubicBezTo>
                  <a:cubicBezTo>
                    <a:pt x="55" y="105"/>
                    <a:pt x="56" y="104"/>
                    <a:pt x="56" y="103"/>
                  </a:cubicBezTo>
                  <a:cubicBezTo>
                    <a:pt x="57" y="102"/>
                    <a:pt x="59" y="103"/>
                    <a:pt x="61" y="104"/>
                  </a:cubicBezTo>
                  <a:cubicBezTo>
                    <a:pt x="62" y="104"/>
                    <a:pt x="63" y="102"/>
                    <a:pt x="64" y="102"/>
                  </a:cubicBezTo>
                  <a:cubicBezTo>
                    <a:pt x="65" y="102"/>
                    <a:pt x="66" y="103"/>
                    <a:pt x="67" y="102"/>
                  </a:cubicBezTo>
                  <a:cubicBezTo>
                    <a:pt x="67" y="101"/>
                    <a:pt x="68" y="100"/>
                    <a:pt x="68" y="99"/>
                  </a:cubicBezTo>
                  <a:cubicBezTo>
                    <a:pt x="68" y="98"/>
                    <a:pt x="68" y="97"/>
                    <a:pt x="70" y="97"/>
                  </a:cubicBezTo>
                  <a:cubicBezTo>
                    <a:pt x="72" y="98"/>
                    <a:pt x="74" y="99"/>
                    <a:pt x="74" y="97"/>
                  </a:cubicBezTo>
                  <a:cubicBezTo>
                    <a:pt x="74" y="96"/>
                    <a:pt x="74" y="96"/>
                    <a:pt x="73" y="95"/>
                  </a:cubicBezTo>
                  <a:cubicBezTo>
                    <a:pt x="72" y="94"/>
                    <a:pt x="71" y="94"/>
                    <a:pt x="71" y="93"/>
                  </a:cubicBezTo>
                  <a:cubicBezTo>
                    <a:pt x="72" y="92"/>
                    <a:pt x="73" y="92"/>
                    <a:pt x="74" y="91"/>
                  </a:cubicBezTo>
                  <a:cubicBezTo>
                    <a:pt x="74" y="90"/>
                    <a:pt x="74" y="89"/>
                    <a:pt x="74" y="88"/>
                  </a:cubicBezTo>
                  <a:cubicBezTo>
                    <a:pt x="73" y="87"/>
                    <a:pt x="72" y="87"/>
                    <a:pt x="72" y="86"/>
                  </a:cubicBezTo>
                  <a:cubicBezTo>
                    <a:pt x="73" y="85"/>
                    <a:pt x="75" y="83"/>
                    <a:pt x="76" y="83"/>
                  </a:cubicBezTo>
                  <a:cubicBezTo>
                    <a:pt x="78" y="83"/>
                    <a:pt x="78" y="81"/>
                    <a:pt x="80" y="82"/>
                  </a:cubicBezTo>
                  <a:cubicBezTo>
                    <a:pt x="81" y="83"/>
                    <a:pt x="80" y="85"/>
                    <a:pt x="82" y="86"/>
                  </a:cubicBezTo>
                  <a:cubicBezTo>
                    <a:pt x="83" y="88"/>
                    <a:pt x="84" y="88"/>
                    <a:pt x="85" y="87"/>
                  </a:cubicBezTo>
                  <a:cubicBezTo>
                    <a:pt x="86" y="87"/>
                    <a:pt x="87" y="86"/>
                    <a:pt x="87" y="85"/>
                  </a:cubicBezTo>
                  <a:cubicBezTo>
                    <a:pt x="87" y="84"/>
                    <a:pt x="88" y="81"/>
                    <a:pt x="88" y="81"/>
                  </a:cubicBezTo>
                  <a:cubicBezTo>
                    <a:pt x="89" y="80"/>
                    <a:pt x="89" y="79"/>
                    <a:pt x="90" y="79"/>
                  </a:cubicBezTo>
                  <a:cubicBezTo>
                    <a:pt x="91" y="78"/>
                    <a:pt x="93" y="78"/>
                    <a:pt x="93" y="79"/>
                  </a:cubicBezTo>
                  <a:cubicBezTo>
                    <a:pt x="94" y="80"/>
                    <a:pt x="95" y="81"/>
                    <a:pt x="94" y="83"/>
                  </a:cubicBezTo>
                  <a:cubicBezTo>
                    <a:pt x="94" y="84"/>
                    <a:pt x="92" y="86"/>
                    <a:pt x="92" y="87"/>
                  </a:cubicBezTo>
                  <a:cubicBezTo>
                    <a:pt x="92" y="88"/>
                    <a:pt x="91" y="89"/>
                    <a:pt x="92" y="91"/>
                  </a:cubicBezTo>
                  <a:cubicBezTo>
                    <a:pt x="92" y="92"/>
                    <a:pt x="94" y="92"/>
                    <a:pt x="95" y="92"/>
                  </a:cubicBezTo>
                  <a:cubicBezTo>
                    <a:pt x="97" y="92"/>
                    <a:pt x="101" y="93"/>
                    <a:pt x="103" y="93"/>
                  </a:cubicBezTo>
                  <a:cubicBezTo>
                    <a:pt x="104" y="93"/>
                    <a:pt x="105" y="92"/>
                    <a:pt x="106" y="92"/>
                  </a:cubicBezTo>
                  <a:cubicBezTo>
                    <a:pt x="107" y="91"/>
                    <a:pt x="107" y="90"/>
                    <a:pt x="109" y="90"/>
                  </a:cubicBezTo>
                  <a:cubicBezTo>
                    <a:pt x="110" y="89"/>
                    <a:pt x="111" y="89"/>
                    <a:pt x="112" y="88"/>
                  </a:cubicBezTo>
                  <a:cubicBezTo>
                    <a:pt x="113" y="86"/>
                    <a:pt x="115" y="85"/>
                    <a:pt x="115" y="84"/>
                  </a:cubicBezTo>
                  <a:cubicBezTo>
                    <a:pt x="116" y="83"/>
                    <a:pt x="117" y="83"/>
                    <a:pt x="119" y="83"/>
                  </a:cubicBezTo>
                  <a:cubicBezTo>
                    <a:pt x="120" y="84"/>
                    <a:pt x="122" y="84"/>
                    <a:pt x="121" y="85"/>
                  </a:cubicBezTo>
                  <a:cubicBezTo>
                    <a:pt x="121" y="86"/>
                    <a:pt x="120" y="88"/>
                    <a:pt x="119" y="88"/>
                  </a:cubicBezTo>
                  <a:cubicBezTo>
                    <a:pt x="118" y="89"/>
                    <a:pt x="116" y="92"/>
                    <a:pt x="116" y="93"/>
                  </a:cubicBezTo>
                  <a:cubicBezTo>
                    <a:pt x="116" y="94"/>
                    <a:pt x="116" y="95"/>
                    <a:pt x="116" y="95"/>
                  </a:cubicBezTo>
                  <a:cubicBezTo>
                    <a:pt x="117" y="96"/>
                    <a:pt x="118" y="96"/>
                    <a:pt x="120" y="96"/>
                  </a:cubicBezTo>
                  <a:cubicBezTo>
                    <a:pt x="122" y="96"/>
                    <a:pt x="123" y="97"/>
                    <a:pt x="125" y="96"/>
                  </a:cubicBezTo>
                  <a:cubicBezTo>
                    <a:pt x="126" y="96"/>
                    <a:pt x="129" y="95"/>
                    <a:pt x="130" y="95"/>
                  </a:cubicBezTo>
                  <a:cubicBezTo>
                    <a:pt x="131" y="95"/>
                    <a:pt x="132" y="96"/>
                    <a:pt x="132" y="96"/>
                  </a:cubicBezTo>
                  <a:cubicBezTo>
                    <a:pt x="131" y="97"/>
                    <a:pt x="129" y="96"/>
                    <a:pt x="128" y="97"/>
                  </a:cubicBezTo>
                  <a:cubicBezTo>
                    <a:pt x="126" y="98"/>
                    <a:pt x="126" y="98"/>
                    <a:pt x="124" y="98"/>
                  </a:cubicBezTo>
                  <a:cubicBezTo>
                    <a:pt x="122" y="99"/>
                    <a:pt x="118" y="98"/>
                    <a:pt x="116" y="99"/>
                  </a:cubicBezTo>
                  <a:cubicBezTo>
                    <a:pt x="115" y="99"/>
                    <a:pt x="113" y="100"/>
                    <a:pt x="112" y="100"/>
                  </a:cubicBezTo>
                  <a:cubicBezTo>
                    <a:pt x="111" y="100"/>
                    <a:pt x="110" y="100"/>
                    <a:pt x="108" y="100"/>
                  </a:cubicBezTo>
                  <a:cubicBezTo>
                    <a:pt x="106" y="100"/>
                    <a:pt x="103" y="100"/>
                    <a:pt x="103" y="100"/>
                  </a:cubicBezTo>
                  <a:cubicBezTo>
                    <a:pt x="102" y="101"/>
                    <a:pt x="102" y="102"/>
                    <a:pt x="101" y="103"/>
                  </a:cubicBezTo>
                  <a:cubicBezTo>
                    <a:pt x="100" y="104"/>
                    <a:pt x="99" y="106"/>
                    <a:pt x="97" y="106"/>
                  </a:cubicBezTo>
                  <a:cubicBezTo>
                    <a:pt x="95" y="107"/>
                    <a:pt x="94" y="107"/>
                    <a:pt x="92" y="107"/>
                  </a:cubicBezTo>
                  <a:cubicBezTo>
                    <a:pt x="90" y="108"/>
                    <a:pt x="88" y="109"/>
                    <a:pt x="87" y="109"/>
                  </a:cubicBezTo>
                  <a:cubicBezTo>
                    <a:pt x="85" y="110"/>
                    <a:pt x="84" y="110"/>
                    <a:pt x="82" y="111"/>
                  </a:cubicBezTo>
                  <a:cubicBezTo>
                    <a:pt x="79" y="112"/>
                    <a:pt x="76" y="113"/>
                    <a:pt x="73" y="113"/>
                  </a:cubicBezTo>
                  <a:cubicBezTo>
                    <a:pt x="71" y="114"/>
                    <a:pt x="69" y="115"/>
                    <a:pt x="68" y="115"/>
                  </a:cubicBezTo>
                  <a:cubicBezTo>
                    <a:pt x="67" y="115"/>
                    <a:pt x="65" y="115"/>
                    <a:pt x="64" y="114"/>
                  </a:cubicBezTo>
                  <a:cubicBezTo>
                    <a:pt x="63" y="114"/>
                    <a:pt x="62" y="113"/>
                    <a:pt x="61" y="112"/>
                  </a:cubicBezTo>
                  <a:cubicBezTo>
                    <a:pt x="60" y="111"/>
                    <a:pt x="58" y="111"/>
                    <a:pt x="57" y="112"/>
                  </a:cubicBezTo>
                  <a:cubicBezTo>
                    <a:pt x="56" y="113"/>
                    <a:pt x="55" y="115"/>
                    <a:pt x="55" y="116"/>
                  </a:cubicBezTo>
                  <a:cubicBezTo>
                    <a:pt x="55" y="117"/>
                    <a:pt x="56" y="119"/>
                    <a:pt x="56" y="120"/>
                  </a:cubicBezTo>
                  <a:cubicBezTo>
                    <a:pt x="57" y="122"/>
                    <a:pt x="57" y="124"/>
                    <a:pt x="57" y="124"/>
                  </a:cubicBezTo>
                  <a:cubicBezTo>
                    <a:pt x="57" y="125"/>
                    <a:pt x="59" y="126"/>
                    <a:pt x="60" y="126"/>
                  </a:cubicBezTo>
                  <a:cubicBezTo>
                    <a:pt x="62" y="126"/>
                    <a:pt x="64" y="126"/>
                    <a:pt x="66" y="125"/>
                  </a:cubicBezTo>
                  <a:cubicBezTo>
                    <a:pt x="68" y="124"/>
                    <a:pt x="73" y="124"/>
                    <a:pt x="76" y="124"/>
                  </a:cubicBezTo>
                  <a:cubicBezTo>
                    <a:pt x="78" y="124"/>
                    <a:pt x="81" y="124"/>
                    <a:pt x="83" y="124"/>
                  </a:cubicBezTo>
                  <a:cubicBezTo>
                    <a:pt x="85" y="124"/>
                    <a:pt x="87" y="123"/>
                    <a:pt x="89" y="122"/>
                  </a:cubicBezTo>
                  <a:cubicBezTo>
                    <a:pt x="90" y="121"/>
                    <a:pt x="93" y="120"/>
                    <a:pt x="96" y="120"/>
                  </a:cubicBezTo>
                  <a:cubicBezTo>
                    <a:pt x="98" y="120"/>
                    <a:pt x="100" y="121"/>
                    <a:pt x="102" y="121"/>
                  </a:cubicBezTo>
                  <a:cubicBezTo>
                    <a:pt x="104" y="122"/>
                    <a:pt x="104" y="122"/>
                    <a:pt x="107" y="122"/>
                  </a:cubicBezTo>
                  <a:cubicBezTo>
                    <a:pt x="110" y="121"/>
                    <a:pt x="111" y="121"/>
                    <a:pt x="113" y="121"/>
                  </a:cubicBezTo>
                  <a:cubicBezTo>
                    <a:pt x="115" y="121"/>
                    <a:pt x="117" y="121"/>
                    <a:pt x="118" y="120"/>
                  </a:cubicBezTo>
                  <a:cubicBezTo>
                    <a:pt x="120" y="120"/>
                    <a:pt x="122" y="118"/>
                    <a:pt x="123" y="118"/>
                  </a:cubicBezTo>
                  <a:cubicBezTo>
                    <a:pt x="125" y="117"/>
                    <a:pt x="127" y="116"/>
                    <a:pt x="127" y="117"/>
                  </a:cubicBezTo>
                  <a:cubicBezTo>
                    <a:pt x="127" y="118"/>
                    <a:pt x="127" y="119"/>
                    <a:pt x="126" y="119"/>
                  </a:cubicBezTo>
                  <a:cubicBezTo>
                    <a:pt x="125" y="120"/>
                    <a:pt x="125" y="121"/>
                    <a:pt x="126" y="121"/>
                  </a:cubicBezTo>
                  <a:cubicBezTo>
                    <a:pt x="126" y="122"/>
                    <a:pt x="128" y="123"/>
                    <a:pt x="128" y="124"/>
                  </a:cubicBezTo>
                  <a:cubicBezTo>
                    <a:pt x="129" y="124"/>
                    <a:pt x="128" y="125"/>
                    <a:pt x="127" y="125"/>
                  </a:cubicBezTo>
                  <a:cubicBezTo>
                    <a:pt x="125" y="125"/>
                    <a:pt x="124" y="125"/>
                    <a:pt x="121" y="125"/>
                  </a:cubicBezTo>
                  <a:cubicBezTo>
                    <a:pt x="119" y="125"/>
                    <a:pt x="115" y="124"/>
                    <a:pt x="114" y="124"/>
                  </a:cubicBezTo>
                  <a:cubicBezTo>
                    <a:pt x="112" y="125"/>
                    <a:pt x="109" y="125"/>
                    <a:pt x="108" y="125"/>
                  </a:cubicBezTo>
                  <a:cubicBezTo>
                    <a:pt x="106" y="125"/>
                    <a:pt x="104" y="125"/>
                    <a:pt x="102" y="126"/>
                  </a:cubicBezTo>
                  <a:cubicBezTo>
                    <a:pt x="99" y="126"/>
                    <a:pt x="96" y="127"/>
                    <a:pt x="94" y="127"/>
                  </a:cubicBezTo>
                  <a:cubicBezTo>
                    <a:pt x="92" y="127"/>
                    <a:pt x="91" y="128"/>
                    <a:pt x="88" y="129"/>
                  </a:cubicBezTo>
                  <a:cubicBezTo>
                    <a:pt x="85" y="129"/>
                    <a:pt x="82" y="128"/>
                    <a:pt x="81" y="129"/>
                  </a:cubicBezTo>
                  <a:cubicBezTo>
                    <a:pt x="81" y="130"/>
                    <a:pt x="81" y="132"/>
                    <a:pt x="84" y="132"/>
                  </a:cubicBezTo>
                  <a:cubicBezTo>
                    <a:pt x="86" y="132"/>
                    <a:pt x="88" y="131"/>
                    <a:pt x="90" y="131"/>
                  </a:cubicBezTo>
                  <a:cubicBezTo>
                    <a:pt x="92" y="131"/>
                    <a:pt x="93" y="131"/>
                    <a:pt x="95" y="132"/>
                  </a:cubicBezTo>
                  <a:cubicBezTo>
                    <a:pt x="97" y="132"/>
                    <a:pt x="100" y="133"/>
                    <a:pt x="102" y="133"/>
                  </a:cubicBezTo>
                  <a:cubicBezTo>
                    <a:pt x="103" y="133"/>
                    <a:pt x="104" y="133"/>
                    <a:pt x="105" y="134"/>
                  </a:cubicBezTo>
                  <a:cubicBezTo>
                    <a:pt x="107" y="135"/>
                    <a:pt x="106" y="134"/>
                    <a:pt x="108" y="135"/>
                  </a:cubicBezTo>
                  <a:cubicBezTo>
                    <a:pt x="110" y="136"/>
                    <a:pt x="111" y="136"/>
                    <a:pt x="111" y="138"/>
                  </a:cubicBezTo>
                  <a:cubicBezTo>
                    <a:pt x="112" y="139"/>
                    <a:pt x="110" y="141"/>
                    <a:pt x="108" y="140"/>
                  </a:cubicBezTo>
                  <a:cubicBezTo>
                    <a:pt x="106" y="140"/>
                    <a:pt x="103" y="137"/>
                    <a:pt x="101" y="137"/>
                  </a:cubicBezTo>
                  <a:cubicBezTo>
                    <a:pt x="98" y="136"/>
                    <a:pt x="98" y="136"/>
                    <a:pt x="96" y="136"/>
                  </a:cubicBezTo>
                  <a:cubicBezTo>
                    <a:pt x="94" y="136"/>
                    <a:pt x="93" y="135"/>
                    <a:pt x="92" y="135"/>
                  </a:cubicBezTo>
                  <a:cubicBezTo>
                    <a:pt x="91" y="135"/>
                    <a:pt x="88" y="134"/>
                    <a:pt x="86" y="135"/>
                  </a:cubicBezTo>
                  <a:cubicBezTo>
                    <a:pt x="85" y="135"/>
                    <a:pt x="83" y="134"/>
                    <a:pt x="82" y="135"/>
                  </a:cubicBezTo>
                  <a:cubicBezTo>
                    <a:pt x="81" y="136"/>
                    <a:pt x="81" y="137"/>
                    <a:pt x="79" y="137"/>
                  </a:cubicBezTo>
                  <a:cubicBezTo>
                    <a:pt x="77" y="138"/>
                    <a:pt x="75" y="138"/>
                    <a:pt x="75" y="137"/>
                  </a:cubicBezTo>
                  <a:cubicBezTo>
                    <a:pt x="74" y="136"/>
                    <a:pt x="74" y="135"/>
                    <a:pt x="74" y="134"/>
                  </a:cubicBezTo>
                  <a:cubicBezTo>
                    <a:pt x="73" y="134"/>
                    <a:pt x="71" y="133"/>
                    <a:pt x="70" y="134"/>
                  </a:cubicBezTo>
                  <a:cubicBezTo>
                    <a:pt x="69" y="134"/>
                    <a:pt x="67" y="135"/>
                    <a:pt x="66" y="134"/>
                  </a:cubicBezTo>
                  <a:cubicBezTo>
                    <a:pt x="65" y="134"/>
                    <a:pt x="61" y="134"/>
                    <a:pt x="61" y="135"/>
                  </a:cubicBezTo>
                  <a:cubicBezTo>
                    <a:pt x="61" y="136"/>
                    <a:pt x="60" y="138"/>
                    <a:pt x="62" y="139"/>
                  </a:cubicBezTo>
                  <a:cubicBezTo>
                    <a:pt x="64" y="140"/>
                    <a:pt x="65" y="141"/>
                    <a:pt x="66" y="142"/>
                  </a:cubicBezTo>
                  <a:cubicBezTo>
                    <a:pt x="66" y="143"/>
                    <a:pt x="67" y="147"/>
                    <a:pt x="69" y="148"/>
                  </a:cubicBezTo>
                  <a:cubicBezTo>
                    <a:pt x="70" y="150"/>
                    <a:pt x="70" y="150"/>
                    <a:pt x="73" y="150"/>
                  </a:cubicBezTo>
                  <a:cubicBezTo>
                    <a:pt x="76" y="151"/>
                    <a:pt x="78" y="151"/>
                    <a:pt x="82" y="152"/>
                  </a:cubicBezTo>
                  <a:cubicBezTo>
                    <a:pt x="85" y="153"/>
                    <a:pt x="90" y="156"/>
                    <a:pt x="92" y="157"/>
                  </a:cubicBezTo>
                  <a:cubicBezTo>
                    <a:pt x="94" y="158"/>
                    <a:pt x="94" y="158"/>
                    <a:pt x="96" y="158"/>
                  </a:cubicBezTo>
                  <a:cubicBezTo>
                    <a:pt x="97" y="158"/>
                    <a:pt x="97" y="158"/>
                    <a:pt x="99" y="158"/>
                  </a:cubicBezTo>
                  <a:cubicBezTo>
                    <a:pt x="101" y="158"/>
                    <a:pt x="102" y="158"/>
                    <a:pt x="103" y="157"/>
                  </a:cubicBezTo>
                  <a:cubicBezTo>
                    <a:pt x="103" y="156"/>
                    <a:pt x="103" y="155"/>
                    <a:pt x="104" y="155"/>
                  </a:cubicBezTo>
                  <a:cubicBezTo>
                    <a:pt x="106" y="155"/>
                    <a:pt x="107" y="156"/>
                    <a:pt x="108" y="157"/>
                  </a:cubicBezTo>
                  <a:cubicBezTo>
                    <a:pt x="109" y="158"/>
                    <a:pt x="110" y="159"/>
                    <a:pt x="112" y="159"/>
                  </a:cubicBezTo>
                  <a:cubicBezTo>
                    <a:pt x="114" y="159"/>
                    <a:pt x="116" y="158"/>
                    <a:pt x="117" y="159"/>
                  </a:cubicBezTo>
                  <a:cubicBezTo>
                    <a:pt x="117" y="160"/>
                    <a:pt x="114" y="160"/>
                    <a:pt x="113" y="161"/>
                  </a:cubicBezTo>
                  <a:cubicBezTo>
                    <a:pt x="112" y="162"/>
                    <a:pt x="112" y="163"/>
                    <a:pt x="111" y="163"/>
                  </a:cubicBezTo>
                  <a:cubicBezTo>
                    <a:pt x="109" y="163"/>
                    <a:pt x="109" y="162"/>
                    <a:pt x="108" y="161"/>
                  </a:cubicBezTo>
                  <a:cubicBezTo>
                    <a:pt x="106" y="161"/>
                    <a:pt x="105" y="160"/>
                    <a:pt x="103" y="161"/>
                  </a:cubicBezTo>
                  <a:cubicBezTo>
                    <a:pt x="102" y="161"/>
                    <a:pt x="102" y="163"/>
                    <a:pt x="100" y="163"/>
                  </a:cubicBezTo>
                  <a:cubicBezTo>
                    <a:pt x="98" y="163"/>
                    <a:pt x="95" y="163"/>
                    <a:pt x="96" y="164"/>
                  </a:cubicBezTo>
                  <a:cubicBezTo>
                    <a:pt x="96" y="165"/>
                    <a:pt x="97" y="166"/>
                    <a:pt x="100" y="166"/>
                  </a:cubicBezTo>
                  <a:cubicBezTo>
                    <a:pt x="103" y="166"/>
                    <a:pt x="105" y="166"/>
                    <a:pt x="106" y="167"/>
                  </a:cubicBezTo>
                  <a:cubicBezTo>
                    <a:pt x="107" y="168"/>
                    <a:pt x="107" y="168"/>
                    <a:pt x="108" y="169"/>
                  </a:cubicBezTo>
                  <a:cubicBezTo>
                    <a:pt x="108" y="170"/>
                    <a:pt x="110" y="171"/>
                    <a:pt x="111" y="172"/>
                  </a:cubicBezTo>
                  <a:cubicBezTo>
                    <a:pt x="111" y="172"/>
                    <a:pt x="111" y="174"/>
                    <a:pt x="111" y="176"/>
                  </a:cubicBezTo>
                  <a:cubicBezTo>
                    <a:pt x="112" y="177"/>
                    <a:pt x="113" y="177"/>
                    <a:pt x="114" y="176"/>
                  </a:cubicBezTo>
                  <a:cubicBezTo>
                    <a:pt x="115" y="175"/>
                    <a:pt x="117" y="174"/>
                    <a:pt x="118" y="175"/>
                  </a:cubicBezTo>
                  <a:cubicBezTo>
                    <a:pt x="120" y="176"/>
                    <a:pt x="121" y="177"/>
                    <a:pt x="122" y="177"/>
                  </a:cubicBezTo>
                  <a:cubicBezTo>
                    <a:pt x="123" y="177"/>
                    <a:pt x="124" y="177"/>
                    <a:pt x="125" y="176"/>
                  </a:cubicBezTo>
                  <a:cubicBezTo>
                    <a:pt x="126" y="175"/>
                    <a:pt x="127" y="174"/>
                    <a:pt x="128" y="174"/>
                  </a:cubicBezTo>
                  <a:cubicBezTo>
                    <a:pt x="130" y="174"/>
                    <a:pt x="131" y="173"/>
                    <a:pt x="130" y="172"/>
                  </a:cubicBezTo>
                  <a:cubicBezTo>
                    <a:pt x="129" y="171"/>
                    <a:pt x="128" y="171"/>
                    <a:pt x="127" y="170"/>
                  </a:cubicBezTo>
                  <a:cubicBezTo>
                    <a:pt x="126" y="170"/>
                    <a:pt x="124" y="170"/>
                    <a:pt x="125" y="168"/>
                  </a:cubicBezTo>
                  <a:cubicBezTo>
                    <a:pt x="126" y="167"/>
                    <a:pt x="126" y="166"/>
                    <a:pt x="128" y="165"/>
                  </a:cubicBezTo>
                  <a:cubicBezTo>
                    <a:pt x="130" y="165"/>
                    <a:pt x="132" y="164"/>
                    <a:pt x="132" y="163"/>
                  </a:cubicBezTo>
                  <a:cubicBezTo>
                    <a:pt x="132" y="162"/>
                    <a:pt x="132" y="161"/>
                    <a:pt x="131" y="160"/>
                  </a:cubicBezTo>
                  <a:cubicBezTo>
                    <a:pt x="130" y="160"/>
                    <a:pt x="128" y="160"/>
                    <a:pt x="128" y="159"/>
                  </a:cubicBezTo>
                  <a:cubicBezTo>
                    <a:pt x="128" y="157"/>
                    <a:pt x="130" y="156"/>
                    <a:pt x="131" y="156"/>
                  </a:cubicBezTo>
                  <a:cubicBezTo>
                    <a:pt x="133" y="156"/>
                    <a:pt x="135" y="155"/>
                    <a:pt x="135" y="153"/>
                  </a:cubicBezTo>
                  <a:cubicBezTo>
                    <a:pt x="135" y="151"/>
                    <a:pt x="135" y="150"/>
                    <a:pt x="136" y="148"/>
                  </a:cubicBezTo>
                  <a:cubicBezTo>
                    <a:pt x="137" y="145"/>
                    <a:pt x="137" y="145"/>
                    <a:pt x="138" y="143"/>
                  </a:cubicBezTo>
                  <a:cubicBezTo>
                    <a:pt x="140" y="141"/>
                    <a:pt x="139" y="139"/>
                    <a:pt x="140" y="138"/>
                  </a:cubicBezTo>
                  <a:cubicBezTo>
                    <a:pt x="141" y="138"/>
                    <a:pt x="143" y="137"/>
                    <a:pt x="145" y="137"/>
                  </a:cubicBezTo>
                  <a:cubicBezTo>
                    <a:pt x="148" y="137"/>
                    <a:pt x="150" y="138"/>
                    <a:pt x="151" y="136"/>
                  </a:cubicBezTo>
                  <a:cubicBezTo>
                    <a:pt x="152" y="135"/>
                    <a:pt x="152" y="136"/>
                    <a:pt x="153" y="133"/>
                  </a:cubicBezTo>
                  <a:cubicBezTo>
                    <a:pt x="154" y="131"/>
                    <a:pt x="155" y="128"/>
                    <a:pt x="155" y="125"/>
                  </a:cubicBezTo>
                  <a:cubicBezTo>
                    <a:pt x="155" y="123"/>
                    <a:pt x="156" y="122"/>
                    <a:pt x="156" y="120"/>
                  </a:cubicBezTo>
                  <a:cubicBezTo>
                    <a:pt x="157" y="117"/>
                    <a:pt x="157" y="116"/>
                    <a:pt x="157" y="114"/>
                  </a:cubicBezTo>
                  <a:cubicBezTo>
                    <a:pt x="158" y="112"/>
                    <a:pt x="158" y="111"/>
                    <a:pt x="160" y="112"/>
                  </a:cubicBezTo>
                  <a:cubicBezTo>
                    <a:pt x="161" y="113"/>
                    <a:pt x="161" y="113"/>
                    <a:pt x="163" y="113"/>
                  </a:cubicBezTo>
                  <a:cubicBezTo>
                    <a:pt x="166" y="114"/>
                    <a:pt x="167" y="113"/>
                    <a:pt x="168" y="111"/>
                  </a:cubicBezTo>
                  <a:cubicBezTo>
                    <a:pt x="169" y="110"/>
                    <a:pt x="170" y="108"/>
                    <a:pt x="169" y="106"/>
                  </a:cubicBezTo>
                  <a:cubicBezTo>
                    <a:pt x="168" y="104"/>
                    <a:pt x="168" y="100"/>
                    <a:pt x="168" y="98"/>
                  </a:cubicBezTo>
                  <a:cubicBezTo>
                    <a:pt x="167" y="96"/>
                    <a:pt x="167" y="94"/>
                    <a:pt x="168" y="93"/>
                  </a:cubicBezTo>
                  <a:cubicBezTo>
                    <a:pt x="169" y="93"/>
                    <a:pt x="169" y="92"/>
                    <a:pt x="172" y="92"/>
                  </a:cubicBezTo>
                  <a:cubicBezTo>
                    <a:pt x="174" y="93"/>
                    <a:pt x="175" y="93"/>
                    <a:pt x="177" y="92"/>
                  </a:cubicBezTo>
                  <a:cubicBezTo>
                    <a:pt x="179" y="91"/>
                    <a:pt x="179" y="92"/>
                    <a:pt x="181" y="91"/>
                  </a:cubicBezTo>
                  <a:cubicBezTo>
                    <a:pt x="182" y="90"/>
                    <a:pt x="183" y="88"/>
                    <a:pt x="183" y="87"/>
                  </a:cubicBezTo>
                  <a:cubicBezTo>
                    <a:pt x="184" y="86"/>
                    <a:pt x="187" y="86"/>
                    <a:pt x="188" y="86"/>
                  </a:cubicBezTo>
                  <a:cubicBezTo>
                    <a:pt x="190" y="87"/>
                    <a:pt x="190" y="87"/>
                    <a:pt x="192" y="87"/>
                  </a:cubicBezTo>
                  <a:cubicBezTo>
                    <a:pt x="195" y="87"/>
                    <a:pt x="195" y="86"/>
                    <a:pt x="197" y="86"/>
                  </a:cubicBezTo>
                  <a:cubicBezTo>
                    <a:pt x="199" y="86"/>
                    <a:pt x="200" y="86"/>
                    <a:pt x="201" y="86"/>
                  </a:cubicBezTo>
                  <a:cubicBezTo>
                    <a:pt x="202" y="85"/>
                    <a:pt x="202" y="84"/>
                    <a:pt x="204" y="84"/>
                  </a:cubicBezTo>
                  <a:cubicBezTo>
                    <a:pt x="207" y="84"/>
                    <a:pt x="207" y="84"/>
                    <a:pt x="209" y="85"/>
                  </a:cubicBezTo>
                  <a:cubicBezTo>
                    <a:pt x="210" y="86"/>
                    <a:pt x="214" y="85"/>
                    <a:pt x="215" y="85"/>
                  </a:cubicBezTo>
                  <a:cubicBezTo>
                    <a:pt x="217" y="84"/>
                    <a:pt x="218" y="84"/>
                    <a:pt x="219" y="82"/>
                  </a:cubicBezTo>
                  <a:cubicBezTo>
                    <a:pt x="219" y="81"/>
                    <a:pt x="221" y="80"/>
                    <a:pt x="218" y="80"/>
                  </a:cubicBezTo>
                  <a:cubicBezTo>
                    <a:pt x="216" y="79"/>
                    <a:pt x="216" y="80"/>
                    <a:pt x="212" y="78"/>
                  </a:cubicBezTo>
                  <a:cubicBezTo>
                    <a:pt x="209" y="77"/>
                    <a:pt x="208" y="76"/>
                    <a:pt x="205" y="75"/>
                  </a:cubicBezTo>
                  <a:cubicBezTo>
                    <a:pt x="203" y="74"/>
                    <a:pt x="202" y="74"/>
                    <a:pt x="199" y="74"/>
                  </a:cubicBezTo>
                  <a:cubicBezTo>
                    <a:pt x="196" y="73"/>
                    <a:pt x="193" y="73"/>
                    <a:pt x="191" y="72"/>
                  </a:cubicBezTo>
                  <a:cubicBezTo>
                    <a:pt x="189" y="70"/>
                    <a:pt x="187" y="70"/>
                    <a:pt x="185" y="68"/>
                  </a:cubicBezTo>
                  <a:cubicBezTo>
                    <a:pt x="184" y="65"/>
                    <a:pt x="183" y="63"/>
                    <a:pt x="182" y="63"/>
                  </a:cubicBezTo>
                  <a:cubicBezTo>
                    <a:pt x="181" y="63"/>
                    <a:pt x="180" y="64"/>
                    <a:pt x="178" y="64"/>
                  </a:cubicBezTo>
                  <a:cubicBezTo>
                    <a:pt x="177" y="65"/>
                    <a:pt x="173" y="64"/>
                    <a:pt x="171" y="64"/>
                  </a:cubicBezTo>
                  <a:cubicBezTo>
                    <a:pt x="169" y="64"/>
                    <a:pt x="167" y="64"/>
                    <a:pt x="166" y="62"/>
                  </a:cubicBezTo>
                  <a:cubicBezTo>
                    <a:pt x="165" y="61"/>
                    <a:pt x="166" y="60"/>
                    <a:pt x="165" y="58"/>
                  </a:cubicBezTo>
                  <a:cubicBezTo>
                    <a:pt x="164" y="57"/>
                    <a:pt x="163" y="57"/>
                    <a:pt x="163" y="55"/>
                  </a:cubicBezTo>
                  <a:cubicBezTo>
                    <a:pt x="163" y="54"/>
                    <a:pt x="165" y="54"/>
                    <a:pt x="165" y="52"/>
                  </a:cubicBezTo>
                  <a:cubicBezTo>
                    <a:pt x="165" y="51"/>
                    <a:pt x="164" y="50"/>
                    <a:pt x="163" y="48"/>
                  </a:cubicBezTo>
                  <a:cubicBezTo>
                    <a:pt x="162" y="47"/>
                    <a:pt x="162" y="46"/>
                    <a:pt x="160" y="46"/>
                  </a:cubicBezTo>
                  <a:cubicBezTo>
                    <a:pt x="159" y="46"/>
                    <a:pt x="157" y="46"/>
                    <a:pt x="155" y="46"/>
                  </a:cubicBezTo>
                  <a:cubicBezTo>
                    <a:pt x="153" y="45"/>
                    <a:pt x="151" y="44"/>
                    <a:pt x="150" y="44"/>
                  </a:cubicBezTo>
                  <a:cubicBezTo>
                    <a:pt x="148" y="45"/>
                    <a:pt x="148" y="46"/>
                    <a:pt x="148" y="48"/>
                  </a:cubicBezTo>
                  <a:cubicBezTo>
                    <a:pt x="147" y="50"/>
                    <a:pt x="147" y="50"/>
                    <a:pt x="146" y="51"/>
                  </a:cubicBezTo>
                  <a:cubicBezTo>
                    <a:pt x="144" y="51"/>
                    <a:pt x="143" y="52"/>
                    <a:pt x="142" y="53"/>
                  </a:cubicBezTo>
                  <a:cubicBezTo>
                    <a:pt x="141" y="54"/>
                    <a:pt x="139" y="54"/>
                    <a:pt x="139" y="53"/>
                  </a:cubicBezTo>
                  <a:cubicBezTo>
                    <a:pt x="139" y="52"/>
                    <a:pt x="141" y="52"/>
                    <a:pt x="141" y="50"/>
                  </a:cubicBezTo>
                  <a:cubicBezTo>
                    <a:pt x="142" y="48"/>
                    <a:pt x="142" y="47"/>
                    <a:pt x="142" y="45"/>
                  </a:cubicBezTo>
                  <a:cubicBezTo>
                    <a:pt x="142" y="43"/>
                    <a:pt x="141" y="42"/>
                    <a:pt x="142" y="41"/>
                  </a:cubicBezTo>
                  <a:cubicBezTo>
                    <a:pt x="143" y="40"/>
                    <a:pt x="143" y="40"/>
                    <a:pt x="144" y="39"/>
                  </a:cubicBezTo>
                  <a:cubicBezTo>
                    <a:pt x="146" y="38"/>
                    <a:pt x="147" y="38"/>
                    <a:pt x="147" y="37"/>
                  </a:cubicBezTo>
                  <a:cubicBezTo>
                    <a:pt x="146" y="36"/>
                    <a:pt x="145" y="35"/>
                    <a:pt x="143" y="36"/>
                  </a:cubicBezTo>
                  <a:cubicBezTo>
                    <a:pt x="140" y="36"/>
                    <a:pt x="138" y="35"/>
                    <a:pt x="136" y="34"/>
                  </a:cubicBezTo>
                  <a:cubicBezTo>
                    <a:pt x="133" y="32"/>
                    <a:pt x="132" y="32"/>
                    <a:pt x="129" y="32"/>
                  </a:cubicBezTo>
                  <a:cubicBezTo>
                    <a:pt x="126" y="32"/>
                    <a:pt x="124" y="31"/>
                    <a:pt x="122" y="29"/>
                  </a:cubicBezTo>
                  <a:cubicBezTo>
                    <a:pt x="120" y="27"/>
                    <a:pt x="121" y="27"/>
                    <a:pt x="119" y="25"/>
                  </a:cubicBezTo>
                  <a:cubicBezTo>
                    <a:pt x="118" y="24"/>
                    <a:pt x="116" y="23"/>
                    <a:pt x="115" y="23"/>
                  </a:cubicBezTo>
                  <a:cubicBezTo>
                    <a:pt x="113" y="24"/>
                    <a:pt x="113" y="24"/>
                    <a:pt x="113" y="26"/>
                  </a:cubicBezTo>
                  <a:cubicBezTo>
                    <a:pt x="114" y="28"/>
                    <a:pt x="115" y="30"/>
                    <a:pt x="112" y="30"/>
                  </a:cubicBezTo>
                  <a:cubicBezTo>
                    <a:pt x="110" y="30"/>
                    <a:pt x="109" y="29"/>
                    <a:pt x="108" y="29"/>
                  </a:cubicBezTo>
                  <a:cubicBezTo>
                    <a:pt x="106" y="30"/>
                    <a:pt x="104" y="29"/>
                    <a:pt x="104" y="34"/>
                  </a:cubicBezTo>
                  <a:cubicBezTo>
                    <a:pt x="104" y="38"/>
                    <a:pt x="105" y="37"/>
                    <a:pt x="107" y="40"/>
                  </a:cubicBezTo>
                  <a:cubicBezTo>
                    <a:pt x="109" y="43"/>
                    <a:pt x="109" y="44"/>
                    <a:pt x="109" y="47"/>
                  </a:cubicBezTo>
                  <a:cubicBezTo>
                    <a:pt x="109" y="51"/>
                    <a:pt x="108" y="53"/>
                    <a:pt x="110" y="56"/>
                  </a:cubicBezTo>
                  <a:cubicBezTo>
                    <a:pt x="112" y="58"/>
                    <a:pt x="113" y="59"/>
                    <a:pt x="115" y="60"/>
                  </a:cubicBezTo>
                  <a:cubicBezTo>
                    <a:pt x="116" y="62"/>
                    <a:pt x="118" y="68"/>
                    <a:pt x="119" y="70"/>
                  </a:cubicBezTo>
                  <a:cubicBezTo>
                    <a:pt x="120" y="72"/>
                    <a:pt x="118" y="73"/>
                    <a:pt x="117" y="72"/>
                  </a:cubicBezTo>
                  <a:cubicBezTo>
                    <a:pt x="115" y="72"/>
                    <a:pt x="111" y="69"/>
                    <a:pt x="110" y="67"/>
                  </a:cubicBezTo>
                  <a:cubicBezTo>
                    <a:pt x="109" y="64"/>
                    <a:pt x="109" y="63"/>
                    <a:pt x="107" y="63"/>
                  </a:cubicBezTo>
                  <a:cubicBezTo>
                    <a:pt x="106" y="63"/>
                    <a:pt x="103" y="63"/>
                    <a:pt x="102" y="63"/>
                  </a:cubicBezTo>
                  <a:cubicBezTo>
                    <a:pt x="102" y="62"/>
                    <a:pt x="103" y="61"/>
                    <a:pt x="104" y="60"/>
                  </a:cubicBezTo>
                  <a:cubicBezTo>
                    <a:pt x="105" y="59"/>
                    <a:pt x="104" y="57"/>
                    <a:pt x="102" y="56"/>
                  </a:cubicBezTo>
                  <a:cubicBezTo>
                    <a:pt x="100" y="55"/>
                    <a:pt x="98" y="54"/>
                    <a:pt x="98" y="52"/>
                  </a:cubicBezTo>
                  <a:cubicBezTo>
                    <a:pt x="97" y="50"/>
                    <a:pt x="98" y="48"/>
                    <a:pt x="97" y="47"/>
                  </a:cubicBezTo>
                  <a:cubicBezTo>
                    <a:pt x="97" y="45"/>
                    <a:pt x="96" y="42"/>
                    <a:pt x="94" y="40"/>
                  </a:cubicBezTo>
                  <a:cubicBezTo>
                    <a:pt x="92" y="39"/>
                    <a:pt x="90" y="37"/>
                    <a:pt x="87" y="36"/>
                  </a:cubicBezTo>
                  <a:cubicBezTo>
                    <a:pt x="85" y="35"/>
                    <a:pt x="84" y="33"/>
                    <a:pt x="83" y="32"/>
                  </a:cubicBezTo>
                  <a:cubicBezTo>
                    <a:pt x="82" y="31"/>
                    <a:pt x="76" y="33"/>
                    <a:pt x="76" y="35"/>
                  </a:cubicBezTo>
                  <a:cubicBezTo>
                    <a:pt x="75" y="38"/>
                    <a:pt x="72" y="39"/>
                    <a:pt x="72" y="40"/>
                  </a:cubicBezTo>
                  <a:cubicBezTo>
                    <a:pt x="72" y="41"/>
                    <a:pt x="71" y="42"/>
                    <a:pt x="70" y="43"/>
                  </a:cubicBezTo>
                  <a:cubicBezTo>
                    <a:pt x="69" y="44"/>
                    <a:pt x="67" y="44"/>
                    <a:pt x="66" y="44"/>
                  </a:cubicBezTo>
                  <a:cubicBezTo>
                    <a:pt x="66" y="45"/>
                    <a:pt x="67" y="46"/>
                    <a:pt x="68" y="47"/>
                  </a:cubicBezTo>
                  <a:cubicBezTo>
                    <a:pt x="69" y="48"/>
                    <a:pt x="70" y="50"/>
                    <a:pt x="70" y="50"/>
                  </a:cubicBezTo>
                  <a:cubicBezTo>
                    <a:pt x="71" y="51"/>
                    <a:pt x="71" y="52"/>
                    <a:pt x="71" y="53"/>
                  </a:cubicBezTo>
                  <a:cubicBezTo>
                    <a:pt x="70" y="55"/>
                    <a:pt x="69" y="54"/>
                    <a:pt x="69" y="55"/>
                  </a:cubicBezTo>
                  <a:cubicBezTo>
                    <a:pt x="69" y="57"/>
                    <a:pt x="67" y="57"/>
                    <a:pt x="67" y="56"/>
                  </a:cubicBezTo>
                  <a:cubicBezTo>
                    <a:pt x="66" y="55"/>
                    <a:pt x="66" y="55"/>
                    <a:pt x="65" y="54"/>
                  </a:cubicBezTo>
                  <a:cubicBezTo>
                    <a:pt x="65" y="53"/>
                    <a:pt x="65" y="51"/>
                    <a:pt x="63" y="51"/>
                  </a:cubicBezTo>
                  <a:cubicBezTo>
                    <a:pt x="61" y="50"/>
                    <a:pt x="60" y="49"/>
                    <a:pt x="59" y="48"/>
                  </a:cubicBezTo>
                  <a:cubicBezTo>
                    <a:pt x="58" y="48"/>
                    <a:pt x="57" y="47"/>
                    <a:pt x="56" y="48"/>
                  </a:cubicBezTo>
                  <a:cubicBezTo>
                    <a:pt x="54" y="48"/>
                    <a:pt x="52" y="49"/>
                    <a:pt x="52" y="48"/>
                  </a:cubicBezTo>
                  <a:cubicBezTo>
                    <a:pt x="51" y="47"/>
                    <a:pt x="52" y="46"/>
                    <a:pt x="53" y="46"/>
                  </a:cubicBezTo>
                  <a:cubicBezTo>
                    <a:pt x="54" y="46"/>
                    <a:pt x="56" y="45"/>
                    <a:pt x="55" y="44"/>
                  </a:cubicBezTo>
                  <a:cubicBezTo>
                    <a:pt x="54" y="43"/>
                    <a:pt x="52" y="42"/>
                    <a:pt x="51" y="42"/>
                  </a:cubicBezTo>
                  <a:cubicBezTo>
                    <a:pt x="49" y="42"/>
                    <a:pt x="48" y="43"/>
                    <a:pt x="46" y="43"/>
                  </a:cubicBezTo>
                  <a:cubicBezTo>
                    <a:pt x="44" y="44"/>
                    <a:pt x="42" y="43"/>
                    <a:pt x="40" y="43"/>
                  </a:cubicBezTo>
                  <a:cubicBezTo>
                    <a:pt x="39" y="43"/>
                    <a:pt x="37" y="45"/>
                    <a:pt x="35" y="45"/>
                  </a:cubicBezTo>
                  <a:cubicBezTo>
                    <a:pt x="33" y="44"/>
                    <a:pt x="34" y="43"/>
                    <a:pt x="36" y="42"/>
                  </a:cubicBezTo>
                  <a:cubicBezTo>
                    <a:pt x="37" y="42"/>
                    <a:pt x="38" y="41"/>
                    <a:pt x="41" y="40"/>
                  </a:cubicBezTo>
                  <a:cubicBezTo>
                    <a:pt x="43" y="40"/>
                    <a:pt x="43" y="40"/>
                    <a:pt x="45" y="39"/>
                  </a:cubicBezTo>
                  <a:cubicBezTo>
                    <a:pt x="46" y="38"/>
                    <a:pt x="47" y="37"/>
                    <a:pt x="49" y="38"/>
                  </a:cubicBezTo>
                  <a:cubicBezTo>
                    <a:pt x="51" y="38"/>
                    <a:pt x="52" y="38"/>
                    <a:pt x="55" y="38"/>
                  </a:cubicBezTo>
                  <a:cubicBezTo>
                    <a:pt x="58" y="37"/>
                    <a:pt x="59" y="37"/>
                    <a:pt x="61" y="36"/>
                  </a:cubicBezTo>
                  <a:cubicBezTo>
                    <a:pt x="63" y="36"/>
                    <a:pt x="64" y="37"/>
                    <a:pt x="65" y="36"/>
                  </a:cubicBezTo>
                  <a:cubicBezTo>
                    <a:pt x="67" y="35"/>
                    <a:pt x="67" y="33"/>
                    <a:pt x="67" y="32"/>
                  </a:cubicBezTo>
                  <a:cubicBezTo>
                    <a:pt x="66" y="31"/>
                    <a:pt x="65" y="29"/>
                    <a:pt x="62" y="30"/>
                  </a:cubicBezTo>
                  <a:cubicBezTo>
                    <a:pt x="60" y="30"/>
                    <a:pt x="55" y="31"/>
                    <a:pt x="55" y="32"/>
                  </a:cubicBezTo>
                  <a:cubicBezTo>
                    <a:pt x="54" y="32"/>
                    <a:pt x="49" y="32"/>
                    <a:pt x="47" y="32"/>
                  </a:cubicBezTo>
                  <a:cubicBezTo>
                    <a:pt x="46" y="33"/>
                    <a:pt x="45" y="34"/>
                    <a:pt x="43" y="34"/>
                  </a:cubicBezTo>
                  <a:cubicBezTo>
                    <a:pt x="42" y="35"/>
                    <a:pt x="39" y="34"/>
                    <a:pt x="38" y="35"/>
                  </a:cubicBezTo>
                  <a:cubicBezTo>
                    <a:pt x="37" y="35"/>
                    <a:pt x="35" y="35"/>
                    <a:pt x="34" y="33"/>
                  </a:cubicBezTo>
                  <a:cubicBezTo>
                    <a:pt x="33" y="31"/>
                    <a:pt x="31" y="30"/>
                    <a:pt x="30" y="31"/>
                  </a:cubicBezTo>
                  <a:cubicBezTo>
                    <a:pt x="30" y="31"/>
                    <a:pt x="28" y="32"/>
                    <a:pt x="29" y="34"/>
                  </a:cubicBezTo>
                  <a:cubicBezTo>
                    <a:pt x="29" y="36"/>
                    <a:pt x="29" y="38"/>
                    <a:pt x="27" y="37"/>
                  </a:cubicBezTo>
                  <a:cubicBezTo>
                    <a:pt x="26" y="37"/>
                    <a:pt x="26" y="36"/>
                    <a:pt x="24" y="35"/>
                  </a:cubicBezTo>
                  <a:cubicBezTo>
                    <a:pt x="23" y="34"/>
                    <a:pt x="24" y="33"/>
                    <a:pt x="23" y="32"/>
                  </a:cubicBezTo>
                  <a:cubicBezTo>
                    <a:pt x="22" y="32"/>
                    <a:pt x="21" y="31"/>
                    <a:pt x="19" y="31"/>
                  </a:cubicBezTo>
                  <a:cubicBezTo>
                    <a:pt x="16" y="31"/>
                    <a:pt x="16" y="32"/>
                    <a:pt x="15" y="33"/>
                  </a:cubicBezTo>
                  <a:cubicBezTo>
                    <a:pt x="14" y="34"/>
                    <a:pt x="11" y="34"/>
                    <a:pt x="10" y="34"/>
                  </a:cubicBezTo>
                  <a:cubicBezTo>
                    <a:pt x="9" y="34"/>
                    <a:pt x="8" y="37"/>
                    <a:pt x="8" y="38"/>
                  </a:cubicBezTo>
                  <a:cubicBezTo>
                    <a:pt x="8" y="39"/>
                    <a:pt x="8" y="40"/>
                    <a:pt x="7" y="40"/>
                  </a:cubicBezTo>
                  <a:cubicBezTo>
                    <a:pt x="6" y="41"/>
                    <a:pt x="4" y="41"/>
                    <a:pt x="4" y="41"/>
                  </a:cubicBezTo>
                  <a:cubicBezTo>
                    <a:pt x="4" y="42"/>
                    <a:pt x="3" y="42"/>
                    <a:pt x="4" y="43"/>
                  </a:cubicBezTo>
                  <a:cubicBezTo>
                    <a:pt x="6" y="43"/>
                    <a:pt x="6" y="44"/>
                    <a:pt x="6" y="44"/>
                  </a:cubicBezTo>
                  <a:cubicBezTo>
                    <a:pt x="6" y="45"/>
                    <a:pt x="4" y="45"/>
                    <a:pt x="3" y="45"/>
                  </a:cubicBezTo>
                  <a:cubicBezTo>
                    <a:pt x="2" y="45"/>
                    <a:pt x="0" y="44"/>
                    <a:pt x="0" y="45"/>
                  </a:cubicBezTo>
                  <a:cubicBezTo>
                    <a:pt x="0" y="46"/>
                    <a:pt x="0" y="46"/>
                    <a:pt x="0" y="48"/>
                  </a:cubicBezTo>
                  <a:cubicBezTo>
                    <a:pt x="1" y="49"/>
                    <a:pt x="1" y="51"/>
                    <a:pt x="2" y="53"/>
                  </a:cubicBezTo>
                  <a:close/>
                  <a:moveTo>
                    <a:pt x="298" y="176"/>
                  </a:moveTo>
                  <a:cubicBezTo>
                    <a:pt x="297" y="177"/>
                    <a:pt x="298" y="177"/>
                    <a:pt x="296" y="178"/>
                  </a:cubicBezTo>
                  <a:cubicBezTo>
                    <a:pt x="295" y="179"/>
                    <a:pt x="293" y="180"/>
                    <a:pt x="293" y="181"/>
                  </a:cubicBezTo>
                  <a:cubicBezTo>
                    <a:pt x="293" y="182"/>
                    <a:pt x="297" y="179"/>
                    <a:pt x="298" y="179"/>
                  </a:cubicBezTo>
                  <a:cubicBezTo>
                    <a:pt x="300" y="178"/>
                    <a:pt x="302" y="176"/>
                    <a:pt x="302" y="175"/>
                  </a:cubicBezTo>
                  <a:cubicBezTo>
                    <a:pt x="302" y="174"/>
                    <a:pt x="300" y="173"/>
                    <a:pt x="298" y="17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0" name="Freeform 415">
              <a:extLst>
                <a:ext uri="{FF2B5EF4-FFF2-40B4-BE49-F238E27FC236}">
                  <a16:creationId xmlns:a16="http://schemas.microsoft.com/office/drawing/2014/main" id="{FCFBB826-AA03-C1ED-3D5A-A5D4F06B27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23909" y="1108011"/>
              <a:ext cx="586721" cy="473890"/>
            </a:xfrm>
            <a:custGeom>
              <a:avLst/>
              <a:gdLst>
                <a:gd name="T0" fmla="*/ 28 w 535"/>
                <a:gd name="T1" fmla="*/ 370 h 441"/>
                <a:gd name="T2" fmla="*/ 22 w 535"/>
                <a:gd name="T3" fmla="*/ 400 h 441"/>
                <a:gd name="T4" fmla="*/ 8 w 535"/>
                <a:gd name="T5" fmla="*/ 419 h 441"/>
                <a:gd name="T6" fmla="*/ 63 w 535"/>
                <a:gd name="T7" fmla="*/ 435 h 441"/>
                <a:gd name="T8" fmla="*/ 105 w 535"/>
                <a:gd name="T9" fmla="*/ 396 h 441"/>
                <a:gd name="T10" fmla="*/ 129 w 535"/>
                <a:gd name="T11" fmla="*/ 409 h 441"/>
                <a:gd name="T12" fmla="*/ 147 w 535"/>
                <a:gd name="T13" fmla="*/ 349 h 441"/>
                <a:gd name="T14" fmla="*/ 141 w 535"/>
                <a:gd name="T15" fmla="*/ 278 h 441"/>
                <a:gd name="T16" fmla="*/ 187 w 535"/>
                <a:gd name="T17" fmla="*/ 218 h 441"/>
                <a:gd name="T18" fmla="*/ 233 w 535"/>
                <a:gd name="T19" fmla="*/ 131 h 441"/>
                <a:gd name="T20" fmla="*/ 301 w 535"/>
                <a:gd name="T21" fmla="*/ 103 h 441"/>
                <a:gd name="T22" fmla="*/ 336 w 535"/>
                <a:gd name="T23" fmla="*/ 71 h 441"/>
                <a:gd name="T24" fmla="*/ 417 w 535"/>
                <a:gd name="T25" fmla="*/ 85 h 441"/>
                <a:gd name="T26" fmla="*/ 497 w 535"/>
                <a:gd name="T27" fmla="*/ 64 h 441"/>
                <a:gd name="T28" fmla="*/ 529 w 535"/>
                <a:gd name="T29" fmla="*/ 60 h 441"/>
                <a:gd name="T30" fmla="*/ 492 w 535"/>
                <a:gd name="T31" fmla="*/ 43 h 441"/>
                <a:gd name="T32" fmla="*/ 513 w 535"/>
                <a:gd name="T33" fmla="*/ 25 h 441"/>
                <a:gd name="T34" fmla="*/ 477 w 535"/>
                <a:gd name="T35" fmla="*/ 34 h 441"/>
                <a:gd name="T36" fmla="*/ 474 w 535"/>
                <a:gd name="T37" fmla="*/ 8 h 441"/>
                <a:gd name="T38" fmla="*/ 453 w 535"/>
                <a:gd name="T39" fmla="*/ 26 h 441"/>
                <a:gd name="T40" fmla="*/ 436 w 535"/>
                <a:gd name="T41" fmla="*/ 16 h 441"/>
                <a:gd name="T42" fmla="*/ 400 w 535"/>
                <a:gd name="T43" fmla="*/ 9 h 441"/>
                <a:gd name="T44" fmla="*/ 375 w 535"/>
                <a:gd name="T45" fmla="*/ 42 h 441"/>
                <a:gd name="T46" fmla="*/ 340 w 535"/>
                <a:gd name="T47" fmla="*/ 51 h 441"/>
                <a:gd name="T48" fmla="*/ 310 w 535"/>
                <a:gd name="T49" fmla="*/ 70 h 441"/>
                <a:gd name="T50" fmla="*/ 299 w 535"/>
                <a:gd name="T51" fmla="*/ 63 h 441"/>
                <a:gd name="T52" fmla="*/ 282 w 535"/>
                <a:gd name="T53" fmla="*/ 65 h 441"/>
                <a:gd name="T54" fmla="*/ 259 w 535"/>
                <a:gd name="T55" fmla="*/ 91 h 441"/>
                <a:gd name="T56" fmla="*/ 261 w 535"/>
                <a:gd name="T57" fmla="*/ 101 h 441"/>
                <a:gd name="T58" fmla="*/ 237 w 535"/>
                <a:gd name="T59" fmla="*/ 113 h 441"/>
                <a:gd name="T60" fmla="*/ 221 w 535"/>
                <a:gd name="T61" fmla="*/ 116 h 441"/>
                <a:gd name="T62" fmla="*/ 218 w 535"/>
                <a:gd name="T63" fmla="*/ 136 h 441"/>
                <a:gd name="T64" fmla="*/ 199 w 535"/>
                <a:gd name="T65" fmla="*/ 145 h 441"/>
                <a:gd name="T66" fmla="*/ 174 w 535"/>
                <a:gd name="T67" fmla="*/ 170 h 441"/>
                <a:gd name="T68" fmla="*/ 161 w 535"/>
                <a:gd name="T69" fmla="*/ 190 h 441"/>
                <a:gd name="T70" fmla="*/ 156 w 535"/>
                <a:gd name="T71" fmla="*/ 212 h 441"/>
                <a:gd name="T72" fmla="*/ 127 w 535"/>
                <a:gd name="T73" fmla="*/ 242 h 441"/>
                <a:gd name="T74" fmla="*/ 109 w 535"/>
                <a:gd name="T75" fmla="*/ 266 h 441"/>
                <a:gd name="T76" fmla="*/ 104 w 535"/>
                <a:gd name="T77" fmla="*/ 275 h 441"/>
                <a:gd name="T78" fmla="*/ 66 w 535"/>
                <a:gd name="T79" fmla="*/ 282 h 441"/>
                <a:gd name="T80" fmla="*/ 47 w 535"/>
                <a:gd name="T81" fmla="*/ 295 h 441"/>
                <a:gd name="T82" fmla="*/ 41 w 535"/>
                <a:gd name="T83" fmla="*/ 311 h 441"/>
                <a:gd name="T84" fmla="*/ 8 w 535"/>
                <a:gd name="T85" fmla="*/ 317 h 441"/>
                <a:gd name="T86" fmla="*/ 7 w 535"/>
                <a:gd name="T87" fmla="*/ 336 h 441"/>
                <a:gd name="T88" fmla="*/ 52 w 535"/>
                <a:gd name="T89" fmla="*/ 342 h 441"/>
                <a:gd name="T90" fmla="*/ 5 w 535"/>
                <a:gd name="T91" fmla="*/ 357 h 441"/>
                <a:gd name="T92" fmla="*/ 184 w 535"/>
                <a:gd name="T93" fmla="*/ 108 h 441"/>
                <a:gd name="T94" fmla="*/ 315 w 535"/>
                <a:gd name="T95" fmla="*/ 40 h 441"/>
                <a:gd name="T96" fmla="*/ 386 w 535"/>
                <a:gd name="T97" fmla="*/ 25 h 441"/>
                <a:gd name="T98" fmla="*/ 367 w 535"/>
                <a:gd name="T99" fmla="*/ 23 h 441"/>
                <a:gd name="T100" fmla="*/ 366 w 535"/>
                <a:gd name="T101" fmla="*/ 24 h 441"/>
                <a:gd name="T102" fmla="*/ 373 w 535"/>
                <a:gd name="T103" fmla="*/ 26 h 441"/>
                <a:gd name="T104" fmla="*/ 284 w 535"/>
                <a:gd name="T105" fmla="*/ 54 h 441"/>
                <a:gd name="T106" fmla="*/ 193 w 535"/>
                <a:gd name="T107" fmla="*/ 92 h 441"/>
                <a:gd name="T108" fmla="*/ 201 w 535"/>
                <a:gd name="T109" fmla="*/ 104 h 441"/>
                <a:gd name="T110" fmla="*/ 429 w 535"/>
                <a:gd name="T111" fmla="*/ 3 h 441"/>
                <a:gd name="T112" fmla="*/ 218 w 535"/>
                <a:gd name="T113" fmla="*/ 77 h 441"/>
                <a:gd name="T114" fmla="*/ 296 w 535"/>
                <a:gd name="T115" fmla="*/ 47 h 441"/>
                <a:gd name="T116" fmla="*/ 248 w 535"/>
                <a:gd name="T117" fmla="*/ 80 h 441"/>
                <a:gd name="T118" fmla="*/ 245 w 535"/>
                <a:gd name="T119" fmla="*/ 68 h 441"/>
                <a:gd name="T120" fmla="*/ 227 w 535"/>
                <a:gd name="T121" fmla="*/ 93 h 441"/>
                <a:gd name="T122" fmla="*/ 213 w 535"/>
                <a:gd name="T123" fmla="*/ 106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35" h="441">
                  <a:moveTo>
                    <a:pt x="6" y="374"/>
                  </a:moveTo>
                  <a:cubicBezTo>
                    <a:pt x="8" y="373"/>
                    <a:pt x="8" y="371"/>
                    <a:pt x="9" y="370"/>
                  </a:cubicBezTo>
                  <a:cubicBezTo>
                    <a:pt x="9" y="370"/>
                    <a:pt x="11" y="370"/>
                    <a:pt x="11" y="372"/>
                  </a:cubicBezTo>
                  <a:cubicBezTo>
                    <a:pt x="12" y="374"/>
                    <a:pt x="13" y="373"/>
                    <a:pt x="14" y="375"/>
                  </a:cubicBezTo>
                  <a:cubicBezTo>
                    <a:pt x="15" y="377"/>
                    <a:pt x="17" y="376"/>
                    <a:pt x="18" y="375"/>
                  </a:cubicBezTo>
                  <a:cubicBezTo>
                    <a:pt x="19" y="374"/>
                    <a:pt x="19" y="373"/>
                    <a:pt x="21" y="371"/>
                  </a:cubicBezTo>
                  <a:cubicBezTo>
                    <a:pt x="22" y="369"/>
                    <a:pt x="25" y="367"/>
                    <a:pt x="27" y="367"/>
                  </a:cubicBezTo>
                  <a:cubicBezTo>
                    <a:pt x="29" y="366"/>
                    <a:pt x="29" y="366"/>
                    <a:pt x="32" y="365"/>
                  </a:cubicBezTo>
                  <a:cubicBezTo>
                    <a:pt x="34" y="365"/>
                    <a:pt x="36" y="364"/>
                    <a:pt x="38" y="364"/>
                  </a:cubicBezTo>
                  <a:cubicBezTo>
                    <a:pt x="40" y="365"/>
                    <a:pt x="43" y="366"/>
                    <a:pt x="40" y="366"/>
                  </a:cubicBezTo>
                  <a:cubicBezTo>
                    <a:pt x="38" y="367"/>
                    <a:pt x="36" y="367"/>
                    <a:pt x="35" y="368"/>
                  </a:cubicBezTo>
                  <a:cubicBezTo>
                    <a:pt x="34" y="370"/>
                    <a:pt x="35" y="370"/>
                    <a:pt x="34" y="372"/>
                  </a:cubicBezTo>
                  <a:cubicBezTo>
                    <a:pt x="32" y="374"/>
                    <a:pt x="31" y="376"/>
                    <a:pt x="30" y="377"/>
                  </a:cubicBezTo>
                  <a:cubicBezTo>
                    <a:pt x="30" y="378"/>
                    <a:pt x="28" y="377"/>
                    <a:pt x="28" y="376"/>
                  </a:cubicBezTo>
                  <a:cubicBezTo>
                    <a:pt x="29" y="375"/>
                    <a:pt x="29" y="375"/>
                    <a:pt x="29" y="373"/>
                  </a:cubicBezTo>
                  <a:cubicBezTo>
                    <a:pt x="30" y="371"/>
                    <a:pt x="29" y="370"/>
                    <a:pt x="28" y="370"/>
                  </a:cubicBezTo>
                  <a:cubicBezTo>
                    <a:pt x="26" y="371"/>
                    <a:pt x="24" y="372"/>
                    <a:pt x="23" y="373"/>
                  </a:cubicBezTo>
                  <a:cubicBezTo>
                    <a:pt x="22" y="374"/>
                    <a:pt x="21" y="376"/>
                    <a:pt x="22" y="377"/>
                  </a:cubicBezTo>
                  <a:cubicBezTo>
                    <a:pt x="24" y="377"/>
                    <a:pt x="24" y="377"/>
                    <a:pt x="24" y="379"/>
                  </a:cubicBezTo>
                  <a:cubicBezTo>
                    <a:pt x="24" y="380"/>
                    <a:pt x="20" y="380"/>
                    <a:pt x="19" y="381"/>
                  </a:cubicBezTo>
                  <a:cubicBezTo>
                    <a:pt x="18" y="381"/>
                    <a:pt x="16" y="384"/>
                    <a:pt x="16" y="384"/>
                  </a:cubicBezTo>
                  <a:cubicBezTo>
                    <a:pt x="15" y="385"/>
                    <a:pt x="13" y="386"/>
                    <a:pt x="14" y="387"/>
                  </a:cubicBezTo>
                  <a:cubicBezTo>
                    <a:pt x="16" y="388"/>
                    <a:pt x="18" y="387"/>
                    <a:pt x="19" y="388"/>
                  </a:cubicBezTo>
                  <a:cubicBezTo>
                    <a:pt x="20" y="389"/>
                    <a:pt x="19" y="391"/>
                    <a:pt x="17" y="392"/>
                  </a:cubicBezTo>
                  <a:cubicBezTo>
                    <a:pt x="16" y="393"/>
                    <a:pt x="13" y="393"/>
                    <a:pt x="12" y="393"/>
                  </a:cubicBezTo>
                  <a:cubicBezTo>
                    <a:pt x="12" y="393"/>
                    <a:pt x="9" y="395"/>
                    <a:pt x="9" y="396"/>
                  </a:cubicBezTo>
                  <a:cubicBezTo>
                    <a:pt x="9" y="396"/>
                    <a:pt x="11" y="397"/>
                    <a:pt x="13" y="397"/>
                  </a:cubicBezTo>
                  <a:cubicBezTo>
                    <a:pt x="15" y="397"/>
                    <a:pt x="18" y="398"/>
                    <a:pt x="19" y="397"/>
                  </a:cubicBezTo>
                  <a:cubicBezTo>
                    <a:pt x="21" y="396"/>
                    <a:pt x="22" y="394"/>
                    <a:pt x="24" y="394"/>
                  </a:cubicBezTo>
                  <a:cubicBezTo>
                    <a:pt x="26" y="394"/>
                    <a:pt x="30" y="393"/>
                    <a:pt x="30" y="395"/>
                  </a:cubicBezTo>
                  <a:cubicBezTo>
                    <a:pt x="30" y="396"/>
                    <a:pt x="27" y="397"/>
                    <a:pt x="25" y="398"/>
                  </a:cubicBezTo>
                  <a:cubicBezTo>
                    <a:pt x="23" y="399"/>
                    <a:pt x="22" y="399"/>
                    <a:pt x="22" y="400"/>
                  </a:cubicBezTo>
                  <a:cubicBezTo>
                    <a:pt x="23" y="402"/>
                    <a:pt x="25" y="401"/>
                    <a:pt x="26" y="402"/>
                  </a:cubicBezTo>
                  <a:cubicBezTo>
                    <a:pt x="27" y="403"/>
                    <a:pt x="27" y="404"/>
                    <a:pt x="25" y="405"/>
                  </a:cubicBezTo>
                  <a:cubicBezTo>
                    <a:pt x="22" y="406"/>
                    <a:pt x="19" y="407"/>
                    <a:pt x="19" y="408"/>
                  </a:cubicBezTo>
                  <a:cubicBezTo>
                    <a:pt x="19" y="409"/>
                    <a:pt x="18" y="409"/>
                    <a:pt x="19" y="410"/>
                  </a:cubicBezTo>
                  <a:cubicBezTo>
                    <a:pt x="20" y="411"/>
                    <a:pt x="20" y="411"/>
                    <a:pt x="21" y="411"/>
                  </a:cubicBezTo>
                  <a:cubicBezTo>
                    <a:pt x="22" y="411"/>
                    <a:pt x="23" y="411"/>
                    <a:pt x="25" y="410"/>
                  </a:cubicBezTo>
                  <a:cubicBezTo>
                    <a:pt x="27" y="410"/>
                    <a:pt x="29" y="409"/>
                    <a:pt x="30" y="410"/>
                  </a:cubicBezTo>
                  <a:cubicBezTo>
                    <a:pt x="31" y="410"/>
                    <a:pt x="31" y="411"/>
                    <a:pt x="30" y="411"/>
                  </a:cubicBezTo>
                  <a:cubicBezTo>
                    <a:pt x="29" y="412"/>
                    <a:pt x="27" y="412"/>
                    <a:pt x="26" y="412"/>
                  </a:cubicBezTo>
                  <a:cubicBezTo>
                    <a:pt x="24" y="413"/>
                    <a:pt x="23" y="413"/>
                    <a:pt x="23" y="415"/>
                  </a:cubicBezTo>
                  <a:cubicBezTo>
                    <a:pt x="23" y="416"/>
                    <a:pt x="23" y="418"/>
                    <a:pt x="22" y="418"/>
                  </a:cubicBezTo>
                  <a:cubicBezTo>
                    <a:pt x="21" y="418"/>
                    <a:pt x="21" y="419"/>
                    <a:pt x="20" y="417"/>
                  </a:cubicBezTo>
                  <a:cubicBezTo>
                    <a:pt x="19" y="416"/>
                    <a:pt x="18" y="415"/>
                    <a:pt x="17" y="415"/>
                  </a:cubicBezTo>
                  <a:cubicBezTo>
                    <a:pt x="15" y="415"/>
                    <a:pt x="13" y="416"/>
                    <a:pt x="12" y="415"/>
                  </a:cubicBezTo>
                  <a:cubicBezTo>
                    <a:pt x="12" y="414"/>
                    <a:pt x="11" y="413"/>
                    <a:pt x="10" y="414"/>
                  </a:cubicBezTo>
                  <a:cubicBezTo>
                    <a:pt x="9" y="416"/>
                    <a:pt x="8" y="417"/>
                    <a:pt x="8" y="419"/>
                  </a:cubicBezTo>
                  <a:cubicBezTo>
                    <a:pt x="9" y="420"/>
                    <a:pt x="8" y="423"/>
                    <a:pt x="10" y="424"/>
                  </a:cubicBezTo>
                  <a:cubicBezTo>
                    <a:pt x="12" y="425"/>
                    <a:pt x="14" y="426"/>
                    <a:pt x="15" y="427"/>
                  </a:cubicBezTo>
                  <a:cubicBezTo>
                    <a:pt x="17" y="428"/>
                    <a:pt x="20" y="431"/>
                    <a:pt x="21" y="432"/>
                  </a:cubicBezTo>
                  <a:cubicBezTo>
                    <a:pt x="23" y="433"/>
                    <a:pt x="24" y="434"/>
                    <a:pt x="26" y="433"/>
                  </a:cubicBezTo>
                  <a:cubicBezTo>
                    <a:pt x="29" y="433"/>
                    <a:pt x="30" y="433"/>
                    <a:pt x="32" y="433"/>
                  </a:cubicBezTo>
                  <a:cubicBezTo>
                    <a:pt x="33" y="433"/>
                    <a:pt x="34" y="433"/>
                    <a:pt x="33" y="434"/>
                  </a:cubicBezTo>
                  <a:cubicBezTo>
                    <a:pt x="33" y="435"/>
                    <a:pt x="31" y="436"/>
                    <a:pt x="31" y="437"/>
                  </a:cubicBezTo>
                  <a:cubicBezTo>
                    <a:pt x="31" y="439"/>
                    <a:pt x="32" y="440"/>
                    <a:pt x="33" y="440"/>
                  </a:cubicBezTo>
                  <a:cubicBezTo>
                    <a:pt x="33" y="441"/>
                    <a:pt x="34" y="441"/>
                    <a:pt x="36" y="441"/>
                  </a:cubicBezTo>
                  <a:cubicBezTo>
                    <a:pt x="38" y="441"/>
                    <a:pt x="39" y="441"/>
                    <a:pt x="39" y="440"/>
                  </a:cubicBezTo>
                  <a:cubicBezTo>
                    <a:pt x="40" y="438"/>
                    <a:pt x="41" y="437"/>
                    <a:pt x="42" y="437"/>
                  </a:cubicBezTo>
                  <a:cubicBezTo>
                    <a:pt x="43" y="438"/>
                    <a:pt x="42" y="440"/>
                    <a:pt x="44" y="440"/>
                  </a:cubicBezTo>
                  <a:cubicBezTo>
                    <a:pt x="46" y="440"/>
                    <a:pt x="47" y="440"/>
                    <a:pt x="48" y="439"/>
                  </a:cubicBezTo>
                  <a:cubicBezTo>
                    <a:pt x="50" y="439"/>
                    <a:pt x="50" y="438"/>
                    <a:pt x="52" y="438"/>
                  </a:cubicBezTo>
                  <a:cubicBezTo>
                    <a:pt x="54" y="438"/>
                    <a:pt x="55" y="438"/>
                    <a:pt x="57" y="438"/>
                  </a:cubicBezTo>
                  <a:cubicBezTo>
                    <a:pt x="59" y="438"/>
                    <a:pt x="62" y="436"/>
                    <a:pt x="63" y="435"/>
                  </a:cubicBezTo>
                  <a:cubicBezTo>
                    <a:pt x="65" y="435"/>
                    <a:pt x="65" y="434"/>
                    <a:pt x="68" y="433"/>
                  </a:cubicBezTo>
                  <a:cubicBezTo>
                    <a:pt x="71" y="433"/>
                    <a:pt x="73" y="429"/>
                    <a:pt x="74" y="428"/>
                  </a:cubicBezTo>
                  <a:cubicBezTo>
                    <a:pt x="75" y="427"/>
                    <a:pt x="77" y="424"/>
                    <a:pt x="78" y="423"/>
                  </a:cubicBezTo>
                  <a:cubicBezTo>
                    <a:pt x="80" y="423"/>
                    <a:pt x="81" y="420"/>
                    <a:pt x="82" y="419"/>
                  </a:cubicBezTo>
                  <a:cubicBezTo>
                    <a:pt x="83" y="418"/>
                    <a:pt x="85" y="419"/>
                    <a:pt x="86" y="417"/>
                  </a:cubicBezTo>
                  <a:cubicBezTo>
                    <a:pt x="86" y="416"/>
                    <a:pt x="86" y="414"/>
                    <a:pt x="88" y="414"/>
                  </a:cubicBezTo>
                  <a:cubicBezTo>
                    <a:pt x="89" y="414"/>
                    <a:pt x="91" y="414"/>
                    <a:pt x="92" y="413"/>
                  </a:cubicBezTo>
                  <a:cubicBezTo>
                    <a:pt x="92" y="411"/>
                    <a:pt x="90" y="410"/>
                    <a:pt x="90" y="409"/>
                  </a:cubicBezTo>
                  <a:cubicBezTo>
                    <a:pt x="90" y="407"/>
                    <a:pt x="91" y="407"/>
                    <a:pt x="93" y="407"/>
                  </a:cubicBezTo>
                  <a:cubicBezTo>
                    <a:pt x="94" y="408"/>
                    <a:pt x="95" y="409"/>
                    <a:pt x="96" y="410"/>
                  </a:cubicBezTo>
                  <a:cubicBezTo>
                    <a:pt x="98" y="411"/>
                    <a:pt x="99" y="411"/>
                    <a:pt x="101" y="411"/>
                  </a:cubicBezTo>
                  <a:cubicBezTo>
                    <a:pt x="102" y="410"/>
                    <a:pt x="103" y="410"/>
                    <a:pt x="104" y="408"/>
                  </a:cubicBezTo>
                  <a:cubicBezTo>
                    <a:pt x="105" y="407"/>
                    <a:pt x="105" y="406"/>
                    <a:pt x="106" y="405"/>
                  </a:cubicBezTo>
                  <a:cubicBezTo>
                    <a:pt x="108" y="404"/>
                    <a:pt x="109" y="404"/>
                    <a:pt x="109" y="403"/>
                  </a:cubicBezTo>
                  <a:cubicBezTo>
                    <a:pt x="109" y="402"/>
                    <a:pt x="109" y="402"/>
                    <a:pt x="108" y="400"/>
                  </a:cubicBezTo>
                  <a:cubicBezTo>
                    <a:pt x="107" y="399"/>
                    <a:pt x="105" y="398"/>
                    <a:pt x="105" y="396"/>
                  </a:cubicBezTo>
                  <a:cubicBezTo>
                    <a:pt x="105" y="394"/>
                    <a:pt x="106" y="394"/>
                    <a:pt x="107" y="394"/>
                  </a:cubicBezTo>
                  <a:cubicBezTo>
                    <a:pt x="109" y="393"/>
                    <a:pt x="111" y="392"/>
                    <a:pt x="111" y="391"/>
                  </a:cubicBezTo>
                  <a:cubicBezTo>
                    <a:pt x="111" y="390"/>
                    <a:pt x="110" y="389"/>
                    <a:pt x="110" y="388"/>
                  </a:cubicBezTo>
                  <a:cubicBezTo>
                    <a:pt x="110" y="386"/>
                    <a:pt x="110" y="385"/>
                    <a:pt x="111" y="384"/>
                  </a:cubicBezTo>
                  <a:cubicBezTo>
                    <a:pt x="113" y="384"/>
                    <a:pt x="114" y="383"/>
                    <a:pt x="115" y="384"/>
                  </a:cubicBezTo>
                  <a:cubicBezTo>
                    <a:pt x="116" y="385"/>
                    <a:pt x="117" y="386"/>
                    <a:pt x="115" y="387"/>
                  </a:cubicBezTo>
                  <a:cubicBezTo>
                    <a:pt x="114" y="389"/>
                    <a:pt x="114" y="388"/>
                    <a:pt x="114" y="390"/>
                  </a:cubicBezTo>
                  <a:cubicBezTo>
                    <a:pt x="114" y="391"/>
                    <a:pt x="113" y="391"/>
                    <a:pt x="114" y="393"/>
                  </a:cubicBezTo>
                  <a:cubicBezTo>
                    <a:pt x="115" y="394"/>
                    <a:pt x="115" y="395"/>
                    <a:pt x="115" y="397"/>
                  </a:cubicBezTo>
                  <a:cubicBezTo>
                    <a:pt x="115" y="398"/>
                    <a:pt x="114" y="399"/>
                    <a:pt x="115" y="400"/>
                  </a:cubicBezTo>
                  <a:cubicBezTo>
                    <a:pt x="116" y="402"/>
                    <a:pt x="116" y="401"/>
                    <a:pt x="117" y="403"/>
                  </a:cubicBezTo>
                  <a:cubicBezTo>
                    <a:pt x="117" y="405"/>
                    <a:pt x="117" y="405"/>
                    <a:pt x="119" y="405"/>
                  </a:cubicBezTo>
                  <a:cubicBezTo>
                    <a:pt x="121" y="406"/>
                    <a:pt x="122" y="406"/>
                    <a:pt x="123" y="406"/>
                  </a:cubicBezTo>
                  <a:cubicBezTo>
                    <a:pt x="123" y="407"/>
                    <a:pt x="124" y="406"/>
                    <a:pt x="124" y="408"/>
                  </a:cubicBezTo>
                  <a:cubicBezTo>
                    <a:pt x="124" y="408"/>
                    <a:pt x="124" y="408"/>
                    <a:pt x="124" y="409"/>
                  </a:cubicBezTo>
                  <a:cubicBezTo>
                    <a:pt x="126" y="408"/>
                    <a:pt x="128" y="409"/>
                    <a:pt x="129" y="409"/>
                  </a:cubicBezTo>
                  <a:cubicBezTo>
                    <a:pt x="131" y="410"/>
                    <a:pt x="132" y="411"/>
                    <a:pt x="133" y="410"/>
                  </a:cubicBezTo>
                  <a:cubicBezTo>
                    <a:pt x="134" y="410"/>
                    <a:pt x="134" y="409"/>
                    <a:pt x="135" y="408"/>
                  </a:cubicBezTo>
                  <a:cubicBezTo>
                    <a:pt x="135" y="405"/>
                    <a:pt x="135" y="401"/>
                    <a:pt x="134" y="397"/>
                  </a:cubicBezTo>
                  <a:cubicBezTo>
                    <a:pt x="134" y="395"/>
                    <a:pt x="134" y="393"/>
                    <a:pt x="134" y="393"/>
                  </a:cubicBezTo>
                  <a:cubicBezTo>
                    <a:pt x="134" y="391"/>
                    <a:pt x="135" y="390"/>
                    <a:pt x="136" y="389"/>
                  </a:cubicBezTo>
                  <a:cubicBezTo>
                    <a:pt x="137" y="388"/>
                    <a:pt x="137" y="387"/>
                    <a:pt x="138" y="385"/>
                  </a:cubicBezTo>
                  <a:cubicBezTo>
                    <a:pt x="138" y="382"/>
                    <a:pt x="140" y="382"/>
                    <a:pt x="142" y="381"/>
                  </a:cubicBezTo>
                  <a:cubicBezTo>
                    <a:pt x="142" y="381"/>
                    <a:pt x="142" y="381"/>
                    <a:pt x="142" y="381"/>
                  </a:cubicBezTo>
                  <a:cubicBezTo>
                    <a:pt x="143" y="381"/>
                    <a:pt x="145" y="380"/>
                    <a:pt x="146" y="380"/>
                  </a:cubicBezTo>
                  <a:cubicBezTo>
                    <a:pt x="147" y="379"/>
                    <a:pt x="148" y="377"/>
                    <a:pt x="148" y="376"/>
                  </a:cubicBezTo>
                  <a:cubicBezTo>
                    <a:pt x="149" y="374"/>
                    <a:pt x="150" y="372"/>
                    <a:pt x="150" y="370"/>
                  </a:cubicBezTo>
                  <a:cubicBezTo>
                    <a:pt x="150" y="368"/>
                    <a:pt x="151" y="367"/>
                    <a:pt x="151" y="366"/>
                  </a:cubicBezTo>
                  <a:cubicBezTo>
                    <a:pt x="151" y="366"/>
                    <a:pt x="152" y="366"/>
                    <a:pt x="150" y="361"/>
                  </a:cubicBezTo>
                  <a:cubicBezTo>
                    <a:pt x="149" y="358"/>
                    <a:pt x="147" y="356"/>
                    <a:pt x="146" y="355"/>
                  </a:cubicBezTo>
                  <a:cubicBezTo>
                    <a:pt x="146" y="355"/>
                    <a:pt x="146" y="354"/>
                    <a:pt x="145" y="354"/>
                  </a:cubicBezTo>
                  <a:cubicBezTo>
                    <a:pt x="144" y="352"/>
                    <a:pt x="144" y="351"/>
                    <a:pt x="147" y="349"/>
                  </a:cubicBezTo>
                  <a:cubicBezTo>
                    <a:pt x="149" y="348"/>
                    <a:pt x="151" y="348"/>
                    <a:pt x="152" y="348"/>
                  </a:cubicBezTo>
                  <a:cubicBezTo>
                    <a:pt x="154" y="348"/>
                    <a:pt x="156" y="348"/>
                    <a:pt x="156" y="346"/>
                  </a:cubicBezTo>
                  <a:cubicBezTo>
                    <a:pt x="156" y="345"/>
                    <a:pt x="157" y="344"/>
                    <a:pt x="157" y="343"/>
                  </a:cubicBezTo>
                  <a:cubicBezTo>
                    <a:pt x="157" y="343"/>
                    <a:pt x="157" y="343"/>
                    <a:pt x="157" y="343"/>
                  </a:cubicBezTo>
                  <a:cubicBezTo>
                    <a:pt x="157" y="342"/>
                    <a:pt x="158" y="341"/>
                    <a:pt x="156" y="339"/>
                  </a:cubicBezTo>
                  <a:cubicBezTo>
                    <a:pt x="155" y="337"/>
                    <a:pt x="153" y="336"/>
                    <a:pt x="151" y="335"/>
                  </a:cubicBezTo>
                  <a:cubicBezTo>
                    <a:pt x="147" y="333"/>
                    <a:pt x="144" y="331"/>
                    <a:pt x="144" y="326"/>
                  </a:cubicBezTo>
                  <a:cubicBezTo>
                    <a:pt x="144" y="325"/>
                    <a:pt x="144" y="324"/>
                    <a:pt x="145" y="323"/>
                  </a:cubicBezTo>
                  <a:cubicBezTo>
                    <a:pt x="145" y="323"/>
                    <a:pt x="145" y="323"/>
                    <a:pt x="145" y="323"/>
                  </a:cubicBezTo>
                  <a:cubicBezTo>
                    <a:pt x="145" y="318"/>
                    <a:pt x="146" y="312"/>
                    <a:pt x="146" y="309"/>
                  </a:cubicBezTo>
                  <a:cubicBezTo>
                    <a:pt x="146" y="307"/>
                    <a:pt x="145" y="306"/>
                    <a:pt x="144" y="304"/>
                  </a:cubicBezTo>
                  <a:cubicBezTo>
                    <a:pt x="144" y="303"/>
                    <a:pt x="143" y="301"/>
                    <a:pt x="143" y="299"/>
                  </a:cubicBezTo>
                  <a:cubicBezTo>
                    <a:pt x="142" y="297"/>
                    <a:pt x="143" y="295"/>
                    <a:pt x="144" y="293"/>
                  </a:cubicBezTo>
                  <a:cubicBezTo>
                    <a:pt x="144" y="291"/>
                    <a:pt x="145" y="290"/>
                    <a:pt x="145" y="288"/>
                  </a:cubicBezTo>
                  <a:cubicBezTo>
                    <a:pt x="145" y="286"/>
                    <a:pt x="144" y="285"/>
                    <a:pt x="143" y="283"/>
                  </a:cubicBezTo>
                  <a:cubicBezTo>
                    <a:pt x="142" y="281"/>
                    <a:pt x="141" y="280"/>
                    <a:pt x="141" y="278"/>
                  </a:cubicBezTo>
                  <a:cubicBezTo>
                    <a:pt x="141" y="276"/>
                    <a:pt x="141" y="273"/>
                    <a:pt x="143" y="271"/>
                  </a:cubicBezTo>
                  <a:cubicBezTo>
                    <a:pt x="144" y="268"/>
                    <a:pt x="146" y="266"/>
                    <a:pt x="148" y="263"/>
                  </a:cubicBezTo>
                  <a:cubicBezTo>
                    <a:pt x="149" y="261"/>
                    <a:pt x="150" y="260"/>
                    <a:pt x="151" y="259"/>
                  </a:cubicBezTo>
                  <a:cubicBezTo>
                    <a:pt x="154" y="255"/>
                    <a:pt x="156" y="252"/>
                    <a:pt x="159" y="251"/>
                  </a:cubicBezTo>
                  <a:cubicBezTo>
                    <a:pt x="161" y="250"/>
                    <a:pt x="163" y="249"/>
                    <a:pt x="165" y="249"/>
                  </a:cubicBezTo>
                  <a:cubicBezTo>
                    <a:pt x="167" y="249"/>
                    <a:pt x="169" y="249"/>
                    <a:pt x="172" y="250"/>
                  </a:cubicBezTo>
                  <a:cubicBezTo>
                    <a:pt x="173" y="250"/>
                    <a:pt x="174" y="250"/>
                    <a:pt x="175" y="251"/>
                  </a:cubicBezTo>
                  <a:cubicBezTo>
                    <a:pt x="178" y="251"/>
                    <a:pt x="179" y="252"/>
                    <a:pt x="180" y="250"/>
                  </a:cubicBezTo>
                  <a:cubicBezTo>
                    <a:pt x="182" y="248"/>
                    <a:pt x="182" y="247"/>
                    <a:pt x="183" y="245"/>
                  </a:cubicBezTo>
                  <a:cubicBezTo>
                    <a:pt x="183" y="243"/>
                    <a:pt x="183" y="241"/>
                    <a:pt x="183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39"/>
                    <a:pt x="182" y="239"/>
                    <a:pt x="181" y="239"/>
                  </a:cubicBezTo>
                  <a:cubicBezTo>
                    <a:pt x="179" y="237"/>
                    <a:pt x="177" y="236"/>
                    <a:pt x="178" y="231"/>
                  </a:cubicBezTo>
                  <a:cubicBezTo>
                    <a:pt x="179" y="227"/>
                    <a:pt x="180" y="226"/>
                    <a:pt x="182" y="225"/>
                  </a:cubicBezTo>
                  <a:cubicBezTo>
                    <a:pt x="183" y="224"/>
                    <a:pt x="185" y="222"/>
                    <a:pt x="186" y="219"/>
                  </a:cubicBezTo>
                  <a:cubicBezTo>
                    <a:pt x="187" y="218"/>
                    <a:pt x="187" y="218"/>
                    <a:pt x="187" y="218"/>
                  </a:cubicBezTo>
                  <a:cubicBezTo>
                    <a:pt x="191" y="212"/>
                    <a:pt x="192" y="210"/>
                    <a:pt x="193" y="206"/>
                  </a:cubicBezTo>
                  <a:cubicBezTo>
                    <a:pt x="193" y="203"/>
                    <a:pt x="193" y="200"/>
                    <a:pt x="193" y="198"/>
                  </a:cubicBezTo>
                  <a:cubicBezTo>
                    <a:pt x="193" y="194"/>
                    <a:pt x="193" y="189"/>
                    <a:pt x="193" y="187"/>
                  </a:cubicBezTo>
                  <a:cubicBezTo>
                    <a:pt x="193" y="185"/>
                    <a:pt x="194" y="184"/>
                    <a:pt x="196" y="182"/>
                  </a:cubicBezTo>
                  <a:cubicBezTo>
                    <a:pt x="198" y="180"/>
                    <a:pt x="201" y="178"/>
                    <a:pt x="203" y="178"/>
                  </a:cubicBezTo>
                  <a:cubicBezTo>
                    <a:pt x="203" y="177"/>
                    <a:pt x="204" y="177"/>
                    <a:pt x="205" y="177"/>
                  </a:cubicBezTo>
                  <a:cubicBezTo>
                    <a:pt x="207" y="176"/>
                    <a:pt x="209" y="175"/>
                    <a:pt x="210" y="175"/>
                  </a:cubicBezTo>
                  <a:cubicBezTo>
                    <a:pt x="210" y="174"/>
                    <a:pt x="210" y="174"/>
                    <a:pt x="210" y="173"/>
                  </a:cubicBezTo>
                  <a:cubicBezTo>
                    <a:pt x="211" y="172"/>
                    <a:pt x="211" y="171"/>
                    <a:pt x="212" y="169"/>
                  </a:cubicBezTo>
                  <a:cubicBezTo>
                    <a:pt x="214" y="165"/>
                    <a:pt x="217" y="163"/>
                    <a:pt x="220" y="160"/>
                  </a:cubicBezTo>
                  <a:cubicBezTo>
                    <a:pt x="222" y="159"/>
                    <a:pt x="223" y="157"/>
                    <a:pt x="225" y="156"/>
                  </a:cubicBezTo>
                  <a:cubicBezTo>
                    <a:pt x="225" y="155"/>
                    <a:pt x="226" y="155"/>
                    <a:pt x="226" y="154"/>
                  </a:cubicBezTo>
                  <a:cubicBezTo>
                    <a:pt x="230" y="151"/>
                    <a:pt x="232" y="148"/>
                    <a:pt x="232" y="146"/>
                  </a:cubicBezTo>
                  <a:cubicBezTo>
                    <a:pt x="231" y="144"/>
                    <a:pt x="231" y="144"/>
                    <a:pt x="230" y="143"/>
                  </a:cubicBezTo>
                  <a:cubicBezTo>
                    <a:pt x="228" y="141"/>
                    <a:pt x="227" y="140"/>
                    <a:pt x="228" y="136"/>
                  </a:cubicBezTo>
                  <a:cubicBezTo>
                    <a:pt x="229" y="133"/>
                    <a:pt x="231" y="132"/>
                    <a:pt x="233" y="131"/>
                  </a:cubicBezTo>
                  <a:cubicBezTo>
                    <a:pt x="235" y="130"/>
                    <a:pt x="236" y="129"/>
                    <a:pt x="237" y="127"/>
                  </a:cubicBezTo>
                  <a:cubicBezTo>
                    <a:pt x="237" y="127"/>
                    <a:pt x="238" y="126"/>
                    <a:pt x="238" y="125"/>
                  </a:cubicBezTo>
                  <a:cubicBezTo>
                    <a:pt x="239" y="122"/>
                    <a:pt x="241" y="118"/>
                    <a:pt x="245" y="117"/>
                  </a:cubicBezTo>
                  <a:cubicBezTo>
                    <a:pt x="245" y="116"/>
                    <a:pt x="245" y="116"/>
                    <a:pt x="245" y="116"/>
                  </a:cubicBezTo>
                  <a:cubicBezTo>
                    <a:pt x="250" y="115"/>
                    <a:pt x="253" y="113"/>
                    <a:pt x="258" y="114"/>
                  </a:cubicBezTo>
                  <a:cubicBezTo>
                    <a:pt x="260" y="115"/>
                    <a:pt x="261" y="115"/>
                    <a:pt x="261" y="116"/>
                  </a:cubicBezTo>
                  <a:cubicBezTo>
                    <a:pt x="262" y="116"/>
                    <a:pt x="263" y="116"/>
                    <a:pt x="264" y="115"/>
                  </a:cubicBezTo>
                  <a:cubicBezTo>
                    <a:pt x="265" y="114"/>
                    <a:pt x="265" y="113"/>
                    <a:pt x="266" y="111"/>
                  </a:cubicBezTo>
                  <a:cubicBezTo>
                    <a:pt x="266" y="109"/>
                    <a:pt x="267" y="107"/>
                    <a:pt x="267" y="105"/>
                  </a:cubicBezTo>
                  <a:cubicBezTo>
                    <a:pt x="267" y="105"/>
                    <a:pt x="267" y="104"/>
                    <a:pt x="267" y="104"/>
                  </a:cubicBezTo>
                  <a:cubicBezTo>
                    <a:pt x="268" y="102"/>
                    <a:pt x="269" y="100"/>
                    <a:pt x="270" y="99"/>
                  </a:cubicBezTo>
                  <a:cubicBezTo>
                    <a:pt x="272" y="98"/>
                    <a:pt x="274" y="98"/>
                    <a:pt x="276" y="98"/>
                  </a:cubicBezTo>
                  <a:cubicBezTo>
                    <a:pt x="276" y="98"/>
                    <a:pt x="277" y="99"/>
                    <a:pt x="277" y="99"/>
                  </a:cubicBezTo>
                  <a:cubicBezTo>
                    <a:pt x="279" y="99"/>
                    <a:pt x="281" y="99"/>
                    <a:pt x="283" y="100"/>
                  </a:cubicBezTo>
                  <a:cubicBezTo>
                    <a:pt x="288" y="100"/>
                    <a:pt x="294" y="101"/>
                    <a:pt x="299" y="102"/>
                  </a:cubicBezTo>
                  <a:cubicBezTo>
                    <a:pt x="299" y="102"/>
                    <a:pt x="300" y="103"/>
                    <a:pt x="301" y="103"/>
                  </a:cubicBezTo>
                  <a:cubicBezTo>
                    <a:pt x="302" y="103"/>
                    <a:pt x="303" y="103"/>
                    <a:pt x="304" y="104"/>
                  </a:cubicBezTo>
                  <a:cubicBezTo>
                    <a:pt x="305" y="104"/>
                    <a:pt x="305" y="103"/>
                    <a:pt x="305" y="102"/>
                  </a:cubicBezTo>
                  <a:cubicBezTo>
                    <a:pt x="306" y="100"/>
                    <a:pt x="305" y="99"/>
                    <a:pt x="305" y="98"/>
                  </a:cubicBezTo>
                  <a:cubicBezTo>
                    <a:pt x="305" y="96"/>
                    <a:pt x="305" y="95"/>
                    <a:pt x="307" y="93"/>
                  </a:cubicBezTo>
                  <a:cubicBezTo>
                    <a:pt x="307" y="92"/>
                    <a:pt x="308" y="91"/>
                    <a:pt x="309" y="91"/>
                  </a:cubicBezTo>
                  <a:cubicBezTo>
                    <a:pt x="309" y="90"/>
                    <a:pt x="310" y="90"/>
                    <a:pt x="309" y="88"/>
                  </a:cubicBezTo>
                  <a:cubicBezTo>
                    <a:pt x="309" y="87"/>
                    <a:pt x="309" y="85"/>
                    <a:pt x="309" y="84"/>
                  </a:cubicBezTo>
                  <a:cubicBezTo>
                    <a:pt x="308" y="84"/>
                    <a:pt x="308" y="83"/>
                    <a:pt x="308" y="82"/>
                  </a:cubicBezTo>
                  <a:cubicBezTo>
                    <a:pt x="308" y="80"/>
                    <a:pt x="308" y="79"/>
                    <a:pt x="310" y="79"/>
                  </a:cubicBezTo>
                  <a:cubicBezTo>
                    <a:pt x="311" y="79"/>
                    <a:pt x="314" y="79"/>
                    <a:pt x="316" y="79"/>
                  </a:cubicBezTo>
                  <a:cubicBezTo>
                    <a:pt x="320" y="78"/>
                    <a:pt x="323" y="78"/>
                    <a:pt x="324" y="78"/>
                  </a:cubicBezTo>
                  <a:cubicBezTo>
                    <a:pt x="325" y="78"/>
                    <a:pt x="325" y="77"/>
                    <a:pt x="326" y="77"/>
                  </a:cubicBezTo>
                  <a:cubicBezTo>
                    <a:pt x="326" y="76"/>
                    <a:pt x="327" y="75"/>
                    <a:pt x="327" y="74"/>
                  </a:cubicBezTo>
                  <a:cubicBezTo>
                    <a:pt x="327" y="74"/>
                    <a:pt x="327" y="74"/>
                    <a:pt x="327" y="73"/>
                  </a:cubicBezTo>
                  <a:cubicBezTo>
                    <a:pt x="328" y="72"/>
                    <a:pt x="330" y="71"/>
                    <a:pt x="331" y="71"/>
                  </a:cubicBezTo>
                  <a:cubicBezTo>
                    <a:pt x="333" y="70"/>
                    <a:pt x="335" y="70"/>
                    <a:pt x="336" y="71"/>
                  </a:cubicBezTo>
                  <a:cubicBezTo>
                    <a:pt x="336" y="71"/>
                    <a:pt x="336" y="71"/>
                    <a:pt x="336" y="71"/>
                  </a:cubicBezTo>
                  <a:cubicBezTo>
                    <a:pt x="336" y="71"/>
                    <a:pt x="336" y="71"/>
                    <a:pt x="336" y="71"/>
                  </a:cubicBezTo>
                  <a:cubicBezTo>
                    <a:pt x="337" y="71"/>
                    <a:pt x="340" y="73"/>
                    <a:pt x="343" y="75"/>
                  </a:cubicBezTo>
                  <a:cubicBezTo>
                    <a:pt x="345" y="77"/>
                    <a:pt x="348" y="79"/>
                    <a:pt x="349" y="80"/>
                  </a:cubicBezTo>
                  <a:cubicBezTo>
                    <a:pt x="351" y="82"/>
                    <a:pt x="351" y="84"/>
                    <a:pt x="352" y="85"/>
                  </a:cubicBezTo>
                  <a:cubicBezTo>
                    <a:pt x="352" y="85"/>
                    <a:pt x="352" y="85"/>
                    <a:pt x="352" y="85"/>
                  </a:cubicBezTo>
                  <a:cubicBezTo>
                    <a:pt x="352" y="87"/>
                    <a:pt x="352" y="88"/>
                    <a:pt x="355" y="89"/>
                  </a:cubicBezTo>
                  <a:cubicBezTo>
                    <a:pt x="358" y="90"/>
                    <a:pt x="362" y="90"/>
                    <a:pt x="366" y="90"/>
                  </a:cubicBezTo>
                  <a:cubicBezTo>
                    <a:pt x="372" y="90"/>
                    <a:pt x="378" y="89"/>
                    <a:pt x="380" y="89"/>
                  </a:cubicBezTo>
                  <a:cubicBezTo>
                    <a:pt x="381" y="89"/>
                    <a:pt x="382" y="88"/>
                    <a:pt x="382" y="88"/>
                  </a:cubicBezTo>
                  <a:cubicBezTo>
                    <a:pt x="384" y="86"/>
                    <a:pt x="385" y="85"/>
                    <a:pt x="392" y="88"/>
                  </a:cubicBezTo>
                  <a:cubicBezTo>
                    <a:pt x="395" y="90"/>
                    <a:pt x="398" y="91"/>
                    <a:pt x="400" y="93"/>
                  </a:cubicBezTo>
                  <a:cubicBezTo>
                    <a:pt x="404" y="94"/>
                    <a:pt x="406" y="96"/>
                    <a:pt x="407" y="95"/>
                  </a:cubicBezTo>
                  <a:cubicBezTo>
                    <a:pt x="407" y="95"/>
                    <a:pt x="407" y="95"/>
                    <a:pt x="407" y="95"/>
                  </a:cubicBezTo>
                  <a:cubicBezTo>
                    <a:pt x="408" y="95"/>
                    <a:pt x="409" y="93"/>
                    <a:pt x="411" y="91"/>
                  </a:cubicBezTo>
                  <a:cubicBezTo>
                    <a:pt x="413" y="88"/>
                    <a:pt x="415" y="85"/>
                    <a:pt x="417" y="85"/>
                  </a:cubicBezTo>
                  <a:cubicBezTo>
                    <a:pt x="419" y="84"/>
                    <a:pt x="420" y="84"/>
                    <a:pt x="421" y="84"/>
                  </a:cubicBezTo>
                  <a:cubicBezTo>
                    <a:pt x="421" y="84"/>
                    <a:pt x="422" y="84"/>
                    <a:pt x="423" y="83"/>
                  </a:cubicBezTo>
                  <a:cubicBezTo>
                    <a:pt x="423" y="82"/>
                    <a:pt x="424" y="78"/>
                    <a:pt x="425" y="73"/>
                  </a:cubicBezTo>
                  <a:cubicBezTo>
                    <a:pt x="426" y="68"/>
                    <a:pt x="427" y="61"/>
                    <a:pt x="428" y="59"/>
                  </a:cubicBezTo>
                  <a:cubicBezTo>
                    <a:pt x="429" y="57"/>
                    <a:pt x="431" y="54"/>
                    <a:pt x="433" y="52"/>
                  </a:cubicBezTo>
                  <a:cubicBezTo>
                    <a:pt x="436" y="50"/>
                    <a:pt x="439" y="48"/>
                    <a:pt x="441" y="47"/>
                  </a:cubicBezTo>
                  <a:cubicBezTo>
                    <a:pt x="443" y="47"/>
                    <a:pt x="444" y="46"/>
                    <a:pt x="447" y="46"/>
                  </a:cubicBezTo>
                  <a:cubicBezTo>
                    <a:pt x="449" y="46"/>
                    <a:pt x="451" y="45"/>
                    <a:pt x="454" y="45"/>
                  </a:cubicBezTo>
                  <a:cubicBezTo>
                    <a:pt x="458" y="44"/>
                    <a:pt x="460" y="43"/>
                    <a:pt x="461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7" y="41"/>
                    <a:pt x="468" y="42"/>
                    <a:pt x="471" y="44"/>
                  </a:cubicBezTo>
                  <a:cubicBezTo>
                    <a:pt x="473" y="45"/>
                    <a:pt x="474" y="46"/>
                    <a:pt x="477" y="47"/>
                  </a:cubicBezTo>
                  <a:cubicBezTo>
                    <a:pt x="479" y="49"/>
                    <a:pt x="482" y="50"/>
                    <a:pt x="484" y="51"/>
                  </a:cubicBezTo>
                  <a:cubicBezTo>
                    <a:pt x="487" y="52"/>
                    <a:pt x="489" y="53"/>
                    <a:pt x="492" y="55"/>
                  </a:cubicBezTo>
                  <a:cubicBezTo>
                    <a:pt x="494" y="57"/>
                    <a:pt x="496" y="58"/>
                    <a:pt x="497" y="59"/>
                  </a:cubicBezTo>
                  <a:cubicBezTo>
                    <a:pt x="498" y="61"/>
                    <a:pt x="498" y="62"/>
                    <a:pt x="497" y="64"/>
                  </a:cubicBezTo>
                  <a:cubicBezTo>
                    <a:pt x="497" y="64"/>
                    <a:pt x="496" y="65"/>
                    <a:pt x="495" y="67"/>
                  </a:cubicBezTo>
                  <a:cubicBezTo>
                    <a:pt x="493" y="69"/>
                    <a:pt x="490" y="71"/>
                    <a:pt x="491" y="73"/>
                  </a:cubicBezTo>
                  <a:cubicBezTo>
                    <a:pt x="492" y="75"/>
                    <a:pt x="492" y="76"/>
                    <a:pt x="493" y="78"/>
                  </a:cubicBezTo>
                  <a:cubicBezTo>
                    <a:pt x="493" y="77"/>
                    <a:pt x="494" y="77"/>
                    <a:pt x="494" y="76"/>
                  </a:cubicBezTo>
                  <a:cubicBezTo>
                    <a:pt x="495" y="74"/>
                    <a:pt x="496" y="73"/>
                    <a:pt x="497" y="71"/>
                  </a:cubicBezTo>
                  <a:cubicBezTo>
                    <a:pt x="499" y="69"/>
                    <a:pt x="501" y="69"/>
                    <a:pt x="504" y="69"/>
                  </a:cubicBezTo>
                  <a:cubicBezTo>
                    <a:pt x="505" y="68"/>
                    <a:pt x="506" y="68"/>
                    <a:pt x="507" y="68"/>
                  </a:cubicBezTo>
                  <a:cubicBezTo>
                    <a:pt x="509" y="67"/>
                    <a:pt x="511" y="67"/>
                    <a:pt x="511" y="66"/>
                  </a:cubicBezTo>
                  <a:cubicBezTo>
                    <a:pt x="512" y="66"/>
                    <a:pt x="512" y="65"/>
                    <a:pt x="513" y="64"/>
                  </a:cubicBezTo>
                  <a:cubicBezTo>
                    <a:pt x="513" y="62"/>
                    <a:pt x="514" y="61"/>
                    <a:pt x="515" y="60"/>
                  </a:cubicBezTo>
                  <a:cubicBezTo>
                    <a:pt x="517" y="59"/>
                    <a:pt x="518" y="59"/>
                    <a:pt x="520" y="59"/>
                  </a:cubicBezTo>
                  <a:cubicBezTo>
                    <a:pt x="522" y="59"/>
                    <a:pt x="523" y="60"/>
                    <a:pt x="525" y="61"/>
                  </a:cubicBezTo>
                  <a:cubicBezTo>
                    <a:pt x="526" y="61"/>
                    <a:pt x="526" y="62"/>
                    <a:pt x="527" y="62"/>
                  </a:cubicBezTo>
                  <a:cubicBezTo>
                    <a:pt x="527" y="62"/>
                    <a:pt x="527" y="62"/>
                    <a:pt x="527" y="62"/>
                  </a:cubicBezTo>
                  <a:cubicBezTo>
                    <a:pt x="527" y="62"/>
                    <a:pt x="528" y="61"/>
                    <a:pt x="529" y="61"/>
                  </a:cubicBezTo>
                  <a:cubicBezTo>
                    <a:pt x="529" y="61"/>
                    <a:pt x="529" y="61"/>
                    <a:pt x="529" y="60"/>
                  </a:cubicBezTo>
                  <a:cubicBezTo>
                    <a:pt x="529" y="60"/>
                    <a:pt x="529" y="60"/>
                    <a:pt x="529" y="60"/>
                  </a:cubicBezTo>
                  <a:cubicBezTo>
                    <a:pt x="529" y="59"/>
                    <a:pt x="529" y="59"/>
                    <a:pt x="529" y="58"/>
                  </a:cubicBezTo>
                  <a:cubicBezTo>
                    <a:pt x="529" y="56"/>
                    <a:pt x="529" y="54"/>
                    <a:pt x="529" y="52"/>
                  </a:cubicBezTo>
                  <a:cubicBezTo>
                    <a:pt x="527" y="52"/>
                    <a:pt x="526" y="52"/>
                    <a:pt x="525" y="52"/>
                  </a:cubicBezTo>
                  <a:cubicBezTo>
                    <a:pt x="523" y="52"/>
                    <a:pt x="521" y="53"/>
                    <a:pt x="521" y="55"/>
                  </a:cubicBezTo>
                  <a:cubicBezTo>
                    <a:pt x="521" y="57"/>
                    <a:pt x="522" y="58"/>
                    <a:pt x="521" y="57"/>
                  </a:cubicBezTo>
                  <a:cubicBezTo>
                    <a:pt x="520" y="56"/>
                    <a:pt x="520" y="55"/>
                    <a:pt x="519" y="53"/>
                  </a:cubicBezTo>
                  <a:cubicBezTo>
                    <a:pt x="518" y="51"/>
                    <a:pt x="518" y="50"/>
                    <a:pt x="516" y="50"/>
                  </a:cubicBezTo>
                  <a:cubicBezTo>
                    <a:pt x="514" y="50"/>
                    <a:pt x="514" y="52"/>
                    <a:pt x="512" y="52"/>
                  </a:cubicBezTo>
                  <a:cubicBezTo>
                    <a:pt x="509" y="53"/>
                    <a:pt x="508" y="53"/>
                    <a:pt x="507" y="55"/>
                  </a:cubicBezTo>
                  <a:cubicBezTo>
                    <a:pt x="506" y="56"/>
                    <a:pt x="504" y="58"/>
                    <a:pt x="503" y="57"/>
                  </a:cubicBezTo>
                  <a:cubicBezTo>
                    <a:pt x="502" y="57"/>
                    <a:pt x="504" y="55"/>
                    <a:pt x="504" y="54"/>
                  </a:cubicBezTo>
                  <a:cubicBezTo>
                    <a:pt x="505" y="53"/>
                    <a:pt x="505" y="52"/>
                    <a:pt x="502" y="51"/>
                  </a:cubicBezTo>
                  <a:cubicBezTo>
                    <a:pt x="500" y="50"/>
                    <a:pt x="499" y="49"/>
                    <a:pt x="499" y="48"/>
                  </a:cubicBezTo>
                  <a:cubicBezTo>
                    <a:pt x="499" y="46"/>
                    <a:pt x="500" y="45"/>
                    <a:pt x="497" y="44"/>
                  </a:cubicBezTo>
                  <a:cubicBezTo>
                    <a:pt x="495" y="44"/>
                    <a:pt x="496" y="44"/>
                    <a:pt x="492" y="43"/>
                  </a:cubicBezTo>
                  <a:cubicBezTo>
                    <a:pt x="488" y="42"/>
                    <a:pt x="486" y="43"/>
                    <a:pt x="485" y="42"/>
                  </a:cubicBezTo>
                  <a:cubicBezTo>
                    <a:pt x="483" y="41"/>
                    <a:pt x="483" y="39"/>
                    <a:pt x="485" y="39"/>
                  </a:cubicBezTo>
                  <a:cubicBezTo>
                    <a:pt x="486" y="39"/>
                    <a:pt x="489" y="39"/>
                    <a:pt x="491" y="40"/>
                  </a:cubicBezTo>
                  <a:cubicBezTo>
                    <a:pt x="492" y="40"/>
                    <a:pt x="494" y="40"/>
                    <a:pt x="497" y="41"/>
                  </a:cubicBezTo>
                  <a:cubicBezTo>
                    <a:pt x="499" y="41"/>
                    <a:pt x="500" y="41"/>
                    <a:pt x="503" y="42"/>
                  </a:cubicBezTo>
                  <a:cubicBezTo>
                    <a:pt x="505" y="42"/>
                    <a:pt x="506" y="42"/>
                    <a:pt x="508" y="42"/>
                  </a:cubicBezTo>
                  <a:cubicBezTo>
                    <a:pt x="511" y="42"/>
                    <a:pt x="512" y="42"/>
                    <a:pt x="515" y="41"/>
                  </a:cubicBezTo>
                  <a:cubicBezTo>
                    <a:pt x="517" y="41"/>
                    <a:pt x="518" y="41"/>
                    <a:pt x="520" y="39"/>
                  </a:cubicBezTo>
                  <a:cubicBezTo>
                    <a:pt x="521" y="37"/>
                    <a:pt x="521" y="36"/>
                    <a:pt x="524" y="36"/>
                  </a:cubicBezTo>
                  <a:cubicBezTo>
                    <a:pt x="526" y="35"/>
                    <a:pt x="527" y="35"/>
                    <a:pt x="529" y="35"/>
                  </a:cubicBezTo>
                  <a:cubicBezTo>
                    <a:pt x="531" y="35"/>
                    <a:pt x="533" y="36"/>
                    <a:pt x="533" y="34"/>
                  </a:cubicBezTo>
                  <a:cubicBezTo>
                    <a:pt x="534" y="32"/>
                    <a:pt x="535" y="32"/>
                    <a:pt x="533" y="30"/>
                  </a:cubicBezTo>
                  <a:cubicBezTo>
                    <a:pt x="531" y="28"/>
                    <a:pt x="530" y="28"/>
                    <a:pt x="527" y="28"/>
                  </a:cubicBezTo>
                  <a:cubicBezTo>
                    <a:pt x="525" y="27"/>
                    <a:pt x="525" y="27"/>
                    <a:pt x="522" y="27"/>
                  </a:cubicBezTo>
                  <a:cubicBezTo>
                    <a:pt x="519" y="28"/>
                    <a:pt x="515" y="27"/>
                    <a:pt x="514" y="26"/>
                  </a:cubicBezTo>
                  <a:cubicBezTo>
                    <a:pt x="513" y="25"/>
                    <a:pt x="512" y="26"/>
                    <a:pt x="513" y="25"/>
                  </a:cubicBezTo>
                  <a:cubicBezTo>
                    <a:pt x="514" y="24"/>
                    <a:pt x="515" y="25"/>
                    <a:pt x="515" y="23"/>
                  </a:cubicBezTo>
                  <a:cubicBezTo>
                    <a:pt x="515" y="21"/>
                    <a:pt x="516" y="20"/>
                    <a:pt x="515" y="20"/>
                  </a:cubicBezTo>
                  <a:cubicBezTo>
                    <a:pt x="514" y="19"/>
                    <a:pt x="513" y="18"/>
                    <a:pt x="511" y="19"/>
                  </a:cubicBezTo>
                  <a:cubicBezTo>
                    <a:pt x="509" y="21"/>
                    <a:pt x="510" y="22"/>
                    <a:pt x="508" y="21"/>
                  </a:cubicBezTo>
                  <a:cubicBezTo>
                    <a:pt x="506" y="20"/>
                    <a:pt x="506" y="20"/>
                    <a:pt x="506" y="19"/>
                  </a:cubicBezTo>
                  <a:cubicBezTo>
                    <a:pt x="506" y="18"/>
                    <a:pt x="504" y="18"/>
                    <a:pt x="503" y="19"/>
                  </a:cubicBezTo>
                  <a:cubicBezTo>
                    <a:pt x="502" y="19"/>
                    <a:pt x="502" y="19"/>
                    <a:pt x="501" y="19"/>
                  </a:cubicBezTo>
                  <a:cubicBezTo>
                    <a:pt x="500" y="20"/>
                    <a:pt x="498" y="21"/>
                    <a:pt x="497" y="20"/>
                  </a:cubicBezTo>
                  <a:cubicBezTo>
                    <a:pt x="496" y="18"/>
                    <a:pt x="497" y="18"/>
                    <a:pt x="495" y="17"/>
                  </a:cubicBezTo>
                  <a:cubicBezTo>
                    <a:pt x="494" y="16"/>
                    <a:pt x="493" y="15"/>
                    <a:pt x="492" y="15"/>
                  </a:cubicBezTo>
                  <a:cubicBezTo>
                    <a:pt x="491" y="14"/>
                    <a:pt x="491" y="13"/>
                    <a:pt x="490" y="14"/>
                  </a:cubicBezTo>
                  <a:cubicBezTo>
                    <a:pt x="488" y="15"/>
                    <a:pt x="487" y="16"/>
                    <a:pt x="486" y="18"/>
                  </a:cubicBezTo>
                  <a:cubicBezTo>
                    <a:pt x="485" y="20"/>
                    <a:pt x="482" y="20"/>
                    <a:pt x="482" y="22"/>
                  </a:cubicBezTo>
                  <a:cubicBezTo>
                    <a:pt x="482" y="24"/>
                    <a:pt x="482" y="25"/>
                    <a:pt x="482" y="27"/>
                  </a:cubicBezTo>
                  <a:cubicBezTo>
                    <a:pt x="482" y="29"/>
                    <a:pt x="480" y="30"/>
                    <a:pt x="479" y="31"/>
                  </a:cubicBezTo>
                  <a:cubicBezTo>
                    <a:pt x="478" y="32"/>
                    <a:pt x="477" y="33"/>
                    <a:pt x="477" y="34"/>
                  </a:cubicBezTo>
                  <a:cubicBezTo>
                    <a:pt x="476" y="34"/>
                    <a:pt x="474" y="35"/>
                    <a:pt x="474" y="33"/>
                  </a:cubicBezTo>
                  <a:cubicBezTo>
                    <a:pt x="474" y="32"/>
                    <a:pt x="477" y="30"/>
                    <a:pt x="476" y="29"/>
                  </a:cubicBezTo>
                  <a:cubicBezTo>
                    <a:pt x="476" y="28"/>
                    <a:pt x="476" y="27"/>
                    <a:pt x="474" y="28"/>
                  </a:cubicBezTo>
                  <a:cubicBezTo>
                    <a:pt x="471" y="28"/>
                    <a:pt x="469" y="29"/>
                    <a:pt x="468" y="28"/>
                  </a:cubicBezTo>
                  <a:cubicBezTo>
                    <a:pt x="468" y="27"/>
                    <a:pt x="468" y="26"/>
                    <a:pt x="470" y="25"/>
                  </a:cubicBezTo>
                  <a:cubicBezTo>
                    <a:pt x="472" y="25"/>
                    <a:pt x="472" y="25"/>
                    <a:pt x="474" y="23"/>
                  </a:cubicBezTo>
                  <a:cubicBezTo>
                    <a:pt x="475" y="22"/>
                    <a:pt x="477" y="20"/>
                    <a:pt x="476" y="20"/>
                  </a:cubicBezTo>
                  <a:cubicBezTo>
                    <a:pt x="475" y="19"/>
                    <a:pt x="476" y="18"/>
                    <a:pt x="473" y="19"/>
                  </a:cubicBezTo>
                  <a:cubicBezTo>
                    <a:pt x="471" y="20"/>
                    <a:pt x="469" y="21"/>
                    <a:pt x="467" y="21"/>
                  </a:cubicBezTo>
                  <a:cubicBezTo>
                    <a:pt x="466" y="22"/>
                    <a:pt x="467" y="21"/>
                    <a:pt x="467" y="19"/>
                  </a:cubicBezTo>
                  <a:cubicBezTo>
                    <a:pt x="468" y="18"/>
                    <a:pt x="469" y="17"/>
                    <a:pt x="469" y="16"/>
                  </a:cubicBezTo>
                  <a:cubicBezTo>
                    <a:pt x="469" y="15"/>
                    <a:pt x="469" y="15"/>
                    <a:pt x="472" y="15"/>
                  </a:cubicBezTo>
                  <a:cubicBezTo>
                    <a:pt x="474" y="14"/>
                    <a:pt x="476" y="14"/>
                    <a:pt x="478" y="14"/>
                  </a:cubicBezTo>
                  <a:cubicBezTo>
                    <a:pt x="480" y="14"/>
                    <a:pt x="480" y="13"/>
                    <a:pt x="480" y="12"/>
                  </a:cubicBezTo>
                  <a:cubicBezTo>
                    <a:pt x="481" y="11"/>
                    <a:pt x="481" y="10"/>
                    <a:pt x="479" y="9"/>
                  </a:cubicBezTo>
                  <a:cubicBezTo>
                    <a:pt x="477" y="9"/>
                    <a:pt x="475" y="9"/>
                    <a:pt x="474" y="8"/>
                  </a:cubicBezTo>
                  <a:cubicBezTo>
                    <a:pt x="473" y="7"/>
                    <a:pt x="472" y="7"/>
                    <a:pt x="471" y="7"/>
                  </a:cubicBezTo>
                  <a:cubicBezTo>
                    <a:pt x="469" y="6"/>
                    <a:pt x="468" y="4"/>
                    <a:pt x="467" y="5"/>
                  </a:cubicBezTo>
                  <a:cubicBezTo>
                    <a:pt x="466" y="5"/>
                    <a:pt x="464" y="6"/>
                    <a:pt x="464" y="7"/>
                  </a:cubicBezTo>
                  <a:cubicBezTo>
                    <a:pt x="463" y="9"/>
                    <a:pt x="464" y="9"/>
                    <a:pt x="463" y="10"/>
                  </a:cubicBezTo>
                  <a:cubicBezTo>
                    <a:pt x="461" y="11"/>
                    <a:pt x="460" y="11"/>
                    <a:pt x="459" y="11"/>
                  </a:cubicBezTo>
                  <a:cubicBezTo>
                    <a:pt x="459" y="12"/>
                    <a:pt x="458" y="12"/>
                    <a:pt x="459" y="12"/>
                  </a:cubicBezTo>
                  <a:cubicBezTo>
                    <a:pt x="459" y="13"/>
                    <a:pt x="460" y="14"/>
                    <a:pt x="461" y="14"/>
                  </a:cubicBezTo>
                  <a:cubicBezTo>
                    <a:pt x="462" y="14"/>
                    <a:pt x="463" y="14"/>
                    <a:pt x="463" y="15"/>
                  </a:cubicBezTo>
                  <a:cubicBezTo>
                    <a:pt x="463" y="16"/>
                    <a:pt x="464" y="17"/>
                    <a:pt x="462" y="17"/>
                  </a:cubicBezTo>
                  <a:cubicBezTo>
                    <a:pt x="460" y="17"/>
                    <a:pt x="460" y="17"/>
                    <a:pt x="458" y="17"/>
                  </a:cubicBezTo>
                  <a:cubicBezTo>
                    <a:pt x="456" y="18"/>
                    <a:pt x="455" y="18"/>
                    <a:pt x="454" y="19"/>
                  </a:cubicBezTo>
                  <a:cubicBezTo>
                    <a:pt x="454" y="20"/>
                    <a:pt x="454" y="20"/>
                    <a:pt x="455" y="21"/>
                  </a:cubicBezTo>
                  <a:cubicBezTo>
                    <a:pt x="456" y="22"/>
                    <a:pt x="456" y="22"/>
                    <a:pt x="457" y="22"/>
                  </a:cubicBezTo>
                  <a:cubicBezTo>
                    <a:pt x="457" y="23"/>
                    <a:pt x="457" y="24"/>
                    <a:pt x="456" y="24"/>
                  </a:cubicBezTo>
                  <a:cubicBezTo>
                    <a:pt x="455" y="24"/>
                    <a:pt x="454" y="23"/>
                    <a:pt x="453" y="24"/>
                  </a:cubicBezTo>
                  <a:cubicBezTo>
                    <a:pt x="453" y="25"/>
                    <a:pt x="453" y="25"/>
                    <a:pt x="453" y="26"/>
                  </a:cubicBezTo>
                  <a:cubicBezTo>
                    <a:pt x="453" y="27"/>
                    <a:pt x="453" y="28"/>
                    <a:pt x="452" y="28"/>
                  </a:cubicBezTo>
                  <a:cubicBezTo>
                    <a:pt x="451" y="28"/>
                    <a:pt x="451" y="28"/>
                    <a:pt x="449" y="28"/>
                  </a:cubicBezTo>
                  <a:cubicBezTo>
                    <a:pt x="447" y="28"/>
                    <a:pt x="447" y="27"/>
                    <a:pt x="446" y="28"/>
                  </a:cubicBezTo>
                  <a:cubicBezTo>
                    <a:pt x="445" y="29"/>
                    <a:pt x="445" y="29"/>
                    <a:pt x="444" y="30"/>
                  </a:cubicBezTo>
                  <a:cubicBezTo>
                    <a:pt x="444" y="31"/>
                    <a:pt x="444" y="32"/>
                    <a:pt x="443" y="31"/>
                  </a:cubicBezTo>
                  <a:cubicBezTo>
                    <a:pt x="442" y="31"/>
                    <a:pt x="441" y="31"/>
                    <a:pt x="441" y="30"/>
                  </a:cubicBezTo>
                  <a:cubicBezTo>
                    <a:pt x="441" y="28"/>
                    <a:pt x="441" y="28"/>
                    <a:pt x="441" y="26"/>
                  </a:cubicBezTo>
                  <a:cubicBezTo>
                    <a:pt x="441" y="24"/>
                    <a:pt x="441" y="23"/>
                    <a:pt x="440" y="23"/>
                  </a:cubicBezTo>
                  <a:cubicBezTo>
                    <a:pt x="440" y="22"/>
                    <a:pt x="439" y="22"/>
                    <a:pt x="439" y="21"/>
                  </a:cubicBezTo>
                  <a:cubicBezTo>
                    <a:pt x="438" y="20"/>
                    <a:pt x="437" y="19"/>
                    <a:pt x="439" y="19"/>
                  </a:cubicBezTo>
                  <a:cubicBezTo>
                    <a:pt x="441" y="18"/>
                    <a:pt x="442" y="19"/>
                    <a:pt x="443" y="18"/>
                  </a:cubicBezTo>
                  <a:cubicBezTo>
                    <a:pt x="444" y="17"/>
                    <a:pt x="444" y="16"/>
                    <a:pt x="444" y="15"/>
                  </a:cubicBezTo>
                  <a:cubicBezTo>
                    <a:pt x="444" y="14"/>
                    <a:pt x="444" y="13"/>
                    <a:pt x="444" y="12"/>
                  </a:cubicBezTo>
                  <a:cubicBezTo>
                    <a:pt x="444" y="10"/>
                    <a:pt x="444" y="10"/>
                    <a:pt x="443" y="10"/>
                  </a:cubicBezTo>
                  <a:cubicBezTo>
                    <a:pt x="442" y="10"/>
                    <a:pt x="441" y="11"/>
                    <a:pt x="440" y="12"/>
                  </a:cubicBezTo>
                  <a:cubicBezTo>
                    <a:pt x="438" y="14"/>
                    <a:pt x="438" y="14"/>
                    <a:pt x="436" y="16"/>
                  </a:cubicBezTo>
                  <a:cubicBezTo>
                    <a:pt x="434" y="18"/>
                    <a:pt x="433" y="18"/>
                    <a:pt x="431" y="19"/>
                  </a:cubicBezTo>
                  <a:cubicBezTo>
                    <a:pt x="430" y="21"/>
                    <a:pt x="428" y="22"/>
                    <a:pt x="426" y="24"/>
                  </a:cubicBezTo>
                  <a:cubicBezTo>
                    <a:pt x="424" y="26"/>
                    <a:pt x="419" y="29"/>
                    <a:pt x="419" y="31"/>
                  </a:cubicBezTo>
                  <a:cubicBezTo>
                    <a:pt x="419" y="33"/>
                    <a:pt x="419" y="33"/>
                    <a:pt x="419" y="35"/>
                  </a:cubicBezTo>
                  <a:cubicBezTo>
                    <a:pt x="418" y="37"/>
                    <a:pt x="418" y="38"/>
                    <a:pt x="415" y="39"/>
                  </a:cubicBezTo>
                  <a:cubicBezTo>
                    <a:pt x="413" y="40"/>
                    <a:pt x="411" y="42"/>
                    <a:pt x="410" y="40"/>
                  </a:cubicBezTo>
                  <a:cubicBezTo>
                    <a:pt x="409" y="38"/>
                    <a:pt x="407" y="39"/>
                    <a:pt x="409" y="36"/>
                  </a:cubicBezTo>
                  <a:cubicBezTo>
                    <a:pt x="410" y="33"/>
                    <a:pt x="412" y="32"/>
                    <a:pt x="412" y="29"/>
                  </a:cubicBezTo>
                  <a:cubicBezTo>
                    <a:pt x="412" y="27"/>
                    <a:pt x="410" y="26"/>
                    <a:pt x="412" y="24"/>
                  </a:cubicBezTo>
                  <a:cubicBezTo>
                    <a:pt x="415" y="22"/>
                    <a:pt x="416" y="22"/>
                    <a:pt x="419" y="20"/>
                  </a:cubicBezTo>
                  <a:cubicBezTo>
                    <a:pt x="421" y="19"/>
                    <a:pt x="426" y="16"/>
                    <a:pt x="426" y="14"/>
                  </a:cubicBezTo>
                  <a:cubicBezTo>
                    <a:pt x="427" y="12"/>
                    <a:pt x="427" y="13"/>
                    <a:pt x="423" y="12"/>
                  </a:cubicBezTo>
                  <a:cubicBezTo>
                    <a:pt x="420" y="11"/>
                    <a:pt x="421" y="10"/>
                    <a:pt x="418" y="11"/>
                  </a:cubicBezTo>
                  <a:cubicBezTo>
                    <a:pt x="415" y="11"/>
                    <a:pt x="413" y="13"/>
                    <a:pt x="411" y="13"/>
                  </a:cubicBezTo>
                  <a:cubicBezTo>
                    <a:pt x="408" y="13"/>
                    <a:pt x="409" y="14"/>
                    <a:pt x="407" y="12"/>
                  </a:cubicBezTo>
                  <a:cubicBezTo>
                    <a:pt x="404" y="10"/>
                    <a:pt x="401" y="8"/>
                    <a:pt x="400" y="9"/>
                  </a:cubicBezTo>
                  <a:cubicBezTo>
                    <a:pt x="399" y="10"/>
                    <a:pt x="400" y="11"/>
                    <a:pt x="400" y="13"/>
                  </a:cubicBezTo>
                  <a:cubicBezTo>
                    <a:pt x="399" y="14"/>
                    <a:pt x="398" y="14"/>
                    <a:pt x="397" y="15"/>
                  </a:cubicBezTo>
                  <a:cubicBezTo>
                    <a:pt x="396" y="16"/>
                    <a:pt x="396" y="17"/>
                    <a:pt x="398" y="17"/>
                  </a:cubicBezTo>
                  <a:cubicBezTo>
                    <a:pt x="399" y="18"/>
                    <a:pt x="399" y="17"/>
                    <a:pt x="401" y="18"/>
                  </a:cubicBezTo>
                  <a:cubicBezTo>
                    <a:pt x="402" y="20"/>
                    <a:pt x="403" y="20"/>
                    <a:pt x="402" y="21"/>
                  </a:cubicBezTo>
                  <a:cubicBezTo>
                    <a:pt x="401" y="21"/>
                    <a:pt x="400" y="20"/>
                    <a:pt x="398" y="21"/>
                  </a:cubicBezTo>
                  <a:cubicBezTo>
                    <a:pt x="395" y="21"/>
                    <a:pt x="395" y="22"/>
                    <a:pt x="395" y="23"/>
                  </a:cubicBezTo>
                  <a:cubicBezTo>
                    <a:pt x="395" y="25"/>
                    <a:pt x="396" y="26"/>
                    <a:pt x="396" y="27"/>
                  </a:cubicBezTo>
                  <a:cubicBezTo>
                    <a:pt x="395" y="28"/>
                    <a:pt x="395" y="29"/>
                    <a:pt x="393" y="28"/>
                  </a:cubicBezTo>
                  <a:cubicBezTo>
                    <a:pt x="391" y="27"/>
                    <a:pt x="388" y="27"/>
                    <a:pt x="386" y="28"/>
                  </a:cubicBezTo>
                  <a:cubicBezTo>
                    <a:pt x="383" y="30"/>
                    <a:pt x="383" y="30"/>
                    <a:pt x="381" y="31"/>
                  </a:cubicBezTo>
                  <a:cubicBezTo>
                    <a:pt x="380" y="32"/>
                    <a:pt x="377" y="33"/>
                    <a:pt x="377" y="34"/>
                  </a:cubicBezTo>
                  <a:cubicBezTo>
                    <a:pt x="377" y="34"/>
                    <a:pt x="377" y="35"/>
                    <a:pt x="378" y="36"/>
                  </a:cubicBezTo>
                  <a:cubicBezTo>
                    <a:pt x="379" y="37"/>
                    <a:pt x="379" y="37"/>
                    <a:pt x="378" y="37"/>
                  </a:cubicBezTo>
                  <a:cubicBezTo>
                    <a:pt x="376" y="38"/>
                    <a:pt x="375" y="37"/>
                    <a:pt x="375" y="38"/>
                  </a:cubicBezTo>
                  <a:cubicBezTo>
                    <a:pt x="375" y="40"/>
                    <a:pt x="375" y="41"/>
                    <a:pt x="375" y="42"/>
                  </a:cubicBezTo>
                  <a:cubicBezTo>
                    <a:pt x="376" y="42"/>
                    <a:pt x="377" y="42"/>
                    <a:pt x="378" y="43"/>
                  </a:cubicBezTo>
                  <a:cubicBezTo>
                    <a:pt x="378" y="44"/>
                    <a:pt x="379" y="44"/>
                    <a:pt x="378" y="45"/>
                  </a:cubicBezTo>
                  <a:cubicBezTo>
                    <a:pt x="377" y="46"/>
                    <a:pt x="376" y="45"/>
                    <a:pt x="374" y="46"/>
                  </a:cubicBezTo>
                  <a:cubicBezTo>
                    <a:pt x="373" y="47"/>
                    <a:pt x="373" y="47"/>
                    <a:pt x="372" y="48"/>
                  </a:cubicBezTo>
                  <a:cubicBezTo>
                    <a:pt x="371" y="48"/>
                    <a:pt x="370" y="46"/>
                    <a:pt x="369" y="45"/>
                  </a:cubicBezTo>
                  <a:cubicBezTo>
                    <a:pt x="368" y="43"/>
                    <a:pt x="366" y="42"/>
                    <a:pt x="364" y="43"/>
                  </a:cubicBezTo>
                  <a:cubicBezTo>
                    <a:pt x="362" y="43"/>
                    <a:pt x="360" y="44"/>
                    <a:pt x="359" y="44"/>
                  </a:cubicBezTo>
                  <a:cubicBezTo>
                    <a:pt x="357" y="44"/>
                    <a:pt x="357" y="44"/>
                    <a:pt x="357" y="43"/>
                  </a:cubicBezTo>
                  <a:cubicBezTo>
                    <a:pt x="357" y="41"/>
                    <a:pt x="358" y="41"/>
                    <a:pt x="356" y="40"/>
                  </a:cubicBezTo>
                  <a:cubicBezTo>
                    <a:pt x="354" y="40"/>
                    <a:pt x="352" y="40"/>
                    <a:pt x="351" y="41"/>
                  </a:cubicBezTo>
                  <a:cubicBezTo>
                    <a:pt x="350" y="41"/>
                    <a:pt x="350" y="43"/>
                    <a:pt x="350" y="44"/>
                  </a:cubicBezTo>
                  <a:cubicBezTo>
                    <a:pt x="349" y="46"/>
                    <a:pt x="350" y="47"/>
                    <a:pt x="348" y="48"/>
                  </a:cubicBezTo>
                  <a:cubicBezTo>
                    <a:pt x="347" y="48"/>
                    <a:pt x="346" y="49"/>
                    <a:pt x="347" y="50"/>
                  </a:cubicBezTo>
                  <a:cubicBezTo>
                    <a:pt x="347" y="51"/>
                    <a:pt x="349" y="52"/>
                    <a:pt x="348" y="53"/>
                  </a:cubicBezTo>
                  <a:cubicBezTo>
                    <a:pt x="348" y="54"/>
                    <a:pt x="348" y="55"/>
                    <a:pt x="346" y="54"/>
                  </a:cubicBezTo>
                  <a:cubicBezTo>
                    <a:pt x="345" y="52"/>
                    <a:pt x="343" y="52"/>
                    <a:pt x="340" y="51"/>
                  </a:cubicBezTo>
                  <a:cubicBezTo>
                    <a:pt x="338" y="50"/>
                    <a:pt x="337" y="49"/>
                    <a:pt x="336" y="48"/>
                  </a:cubicBezTo>
                  <a:cubicBezTo>
                    <a:pt x="335" y="47"/>
                    <a:pt x="334" y="47"/>
                    <a:pt x="333" y="47"/>
                  </a:cubicBezTo>
                  <a:cubicBezTo>
                    <a:pt x="332" y="48"/>
                    <a:pt x="331" y="50"/>
                    <a:pt x="331" y="50"/>
                  </a:cubicBezTo>
                  <a:cubicBezTo>
                    <a:pt x="331" y="51"/>
                    <a:pt x="332" y="52"/>
                    <a:pt x="331" y="52"/>
                  </a:cubicBezTo>
                  <a:cubicBezTo>
                    <a:pt x="329" y="52"/>
                    <a:pt x="328" y="53"/>
                    <a:pt x="328" y="52"/>
                  </a:cubicBezTo>
                  <a:cubicBezTo>
                    <a:pt x="327" y="50"/>
                    <a:pt x="328" y="48"/>
                    <a:pt x="325" y="49"/>
                  </a:cubicBezTo>
                  <a:cubicBezTo>
                    <a:pt x="322" y="50"/>
                    <a:pt x="320" y="51"/>
                    <a:pt x="319" y="52"/>
                  </a:cubicBezTo>
                  <a:cubicBezTo>
                    <a:pt x="318" y="53"/>
                    <a:pt x="317" y="54"/>
                    <a:pt x="317" y="56"/>
                  </a:cubicBezTo>
                  <a:cubicBezTo>
                    <a:pt x="318" y="58"/>
                    <a:pt x="317" y="59"/>
                    <a:pt x="319" y="59"/>
                  </a:cubicBezTo>
                  <a:cubicBezTo>
                    <a:pt x="320" y="60"/>
                    <a:pt x="320" y="60"/>
                    <a:pt x="322" y="61"/>
                  </a:cubicBezTo>
                  <a:cubicBezTo>
                    <a:pt x="323" y="62"/>
                    <a:pt x="324" y="62"/>
                    <a:pt x="324" y="62"/>
                  </a:cubicBezTo>
                  <a:cubicBezTo>
                    <a:pt x="323" y="63"/>
                    <a:pt x="323" y="64"/>
                    <a:pt x="322" y="63"/>
                  </a:cubicBezTo>
                  <a:cubicBezTo>
                    <a:pt x="321" y="63"/>
                    <a:pt x="320" y="61"/>
                    <a:pt x="319" y="62"/>
                  </a:cubicBezTo>
                  <a:cubicBezTo>
                    <a:pt x="317" y="62"/>
                    <a:pt x="316" y="63"/>
                    <a:pt x="315" y="64"/>
                  </a:cubicBezTo>
                  <a:cubicBezTo>
                    <a:pt x="315" y="66"/>
                    <a:pt x="315" y="66"/>
                    <a:pt x="314" y="67"/>
                  </a:cubicBezTo>
                  <a:cubicBezTo>
                    <a:pt x="312" y="68"/>
                    <a:pt x="311" y="68"/>
                    <a:pt x="310" y="70"/>
                  </a:cubicBezTo>
                  <a:cubicBezTo>
                    <a:pt x="308" y="71"/>
                    <a:pt x="306" y="73"/>
                    <a:pt x="305" y="72"/>
                  </a:cubicBezTo>
                  <a:cubicBezTo>
                    <a:pt x="305" y="71"/>
                    <a:pt x="305" y="71"/>
                    <a:pt x="306" y="69"/>
                  </a:cubicBezTo>
                  <a:cubicBezTo>
                    <a:pt x="308" y="68"/>
                    <a:pt x="308" y="68"/>
                    <a:pt x="309" y="66"/>
                  </a:cubicBezTo>
                  <a:cubicBezTo>
                    <a:pt x="311" y="64"/>
                    <a:pt x="310" y="64"/>
                    <a:pt x="311" y="63"/>
                  </a:cubicBezTo>
                  <a:cubicBezTo>
                    <a:pt x="312" y="61"/>
                    <a:pt x="312" y="61"/>
                    <a:pt x="313" y="60"/>
                  </a:cubicBezTo>
                  <a:cubicBezTo>
                    <a:pt x="313" y="58"/>
                    <a:pt x="313" y="58"/>
                    <a:pt x="313" y="56"/>
                  </a:cubicBezTo>
                  <a:cubicBezTo>
                    <a:pt x="312" y="54"/>
                    <a:pt x="312" y="53"/>
                    <a:pt x="313" y="52"/>
                  </a:cubicBezTo>
                  <a:cubicBezTo>
                    <a:pt x="314" y="51"/>
                    <a:pt x="313" y="47"/>
                    <a:pt x="313" y="47"/>
                  </a:cubicBezTo>
                  <a:cubicBezTo>
                    <a:pt x="312" y="47"/>
                    <a:pt x="310" y="48"/>
                    <a:pt x="310" y="50"/>
                  </a:cubicBezTo>
                  <a:cubicBezTo>
                    <a:pt x="309" y="51"/>
                    <a:pt x="308" y="51"/>
                    <a:pt x="307" y="53"/>
                  </a:cubicBezTo>
                  <a:cubicBezTo>
                    <a:pt x="305" y="54"/>
                    <a:pt x="304" y="54"/>
                    <a:pt x="304" y="56"/>
                  </a:cubicBezTo>
                  <a:cubicBezTo>
                    <a:pt x="304" y="57"/>
                    <a:pt x="303" y="59"/>
                    <a:pt x="305" y="59"/>
                  </a:cubicBezTo>
                  <a:cubicBezTo>
                    <a:pt x="307" y="60"/>
                    <a:pt x="308" y="59"/>
                    <a:pt x="307" y="61"/>
                  </a:cubicBezTo>
                  <a:cubicBezTo>
                    <a:pt x="306" y="62"/>
                    <a:pt x="304" y="63"/>
                    <a:pt x="302" y="65"/>
                  </a:cubicBezTo>
                  <a:cubicBezTo>
                    <a:pt x="301" y="66"/>
                    <a:pt x="298" y="68"/>
                    <a:pt x="298" y="66"/>
                  </a:cubicBezTo>
                  <a:cubicBezTo>
                    <a:pt x="298" y="65"/>
                    <a:pt x="297" y="64"/>
                    <a:pt x="299" y="63"/>
                  </a:cubicBezTo>
                  <a:cubicBezTo>
                    <a:pt x="300" y="62"/>
                    <a:pt x="301" y="60"/>
                    <a:pt x="301" y="59"/>
                  </a:cubicBezTo>
                  <a:cubicBezTo>
                    <a:pt x="300" y="57"/>
                    <a:pt x="302" y="56"/>
                    <a:pt x="300" y="54"/>
                  </a:cubicBezTo>
                  <a:cubicBezTo>
                    <a:pt x="299" y="53"/>
                    <a:pt x="298" y="52"/>
                    <a:pt x="297" y="53"/>
                  </a:cubicBezTo>
                  <a:cubicBezTo>
                    <a:pt x="295" y="54"/>
                    <a:pt x="292" y="54"/>
                    <a:pt x="290" y="55"/>
                  </a:cubicBezTo>
                  <a:cubicBezTo>
                    <a:pt x="288" y="55"/>
                    <a:pt x="286" y="55"/>
                    <a:pt x="287" y="56"/>
                  </a:cubicBezTo>
                  <a:cubicBezTo>
                    <a:pt x="287" y="58"/>
                    <a:pt x="287" y="59"/>
                    <a:pt x="288" y="59"/>
                  </a:cubicBezTo>
                  <a:cubicBezTo>
                    <a:pt x="289" y="60"/>
                    <a:pt x="290" y="60"/>
                    <a:pt x="289" y="61"/>
                  </a:cubicBezTo>
                  <a:cubicBezTo>
                    <a:pt x="289" y="62"/>
                    <a:pt x="288" y="61"/>
                    <a:pt x="288" y="63"/>
                  </a:cubicBezTo>
                  <a:cubicBezTo>
                    <a:pt x="287" y="64"/>
                    <a:pt x="287" y="65"/>
                    <a:pt x="288" y="66"/>
                  </a:cubicBezTo>
                  <a:cubicBezTo>
                    <a:pt x="290" y="67"/>
                    <a:pt x="289" y="66"/>
                    <a:pt x="292" y="67"/>
                  </a:cubicBezTo>
                  <a:cubicBezTo>
                    <a:pt x="295" y="68"/>
                    <a:pt x="295" y="68"/>
                    <a:pt x="296" y="70"/>
                  </a:cubicBezTo>
                  <a:cubicBezTo>
                    <a:pt x="297" y="71"/>
                    <a:pt x="298" y="72"/>
                    <a:pt x="297" y="73"/>
                  </a:cubicBezTo>
                  <a:cubicBezTo>
                    <a:pt x="297" y="73"/>
                    <a:pt x="294" y="72"/>
                    <a:pt x="293" y="72"/>
                  </a:cubicBezTo>
                  <a:cubicBezTo>
                    <a:pt x="292" y="71"/>
                    <a:pt x="291" y="71"/>
                    <a:pt x="289" y="69"/>
                  </a:cubicBezTo>
                  <a:cubicBezTo>
                    <a:pt x="287" y="68"/>
                    <a:pt x="287" y="68"/>
                    <a:pt x="286" y="67"/>
                  </a:cubicBezTo>
                  <a:cubicBezTo>
                    <a:pt x="286" y="66"/>
                    <a:pt x="282" y="64"/>
                    <a:pt x="282" y="65"/>
                  </a:cubicBezTo>
                  <a:cubicBezTo>
                    <a:pt x="281" y="66"/>
                    <a:pt x="281" y="66"/>
                    <a:pt x="282" y="67"/>
                  </a:cubicBezTo>
                  <a:cubicBezTo>
                    <a:pt x="283" y="68"/>
                    <a:pt x="284" y="68"/>
                    <a:pt x="284" y="70"/>
                  </a:cubicBezTo>
                  <a:cubicBezTo>
                    <a:pt x="284" y="71"/>
                    <a:pt x="283" y="72"/>
                    <a:pt x="281" y="72"/>
                  </a:cubicBezTo>
                  <a:cubicBezTo>
                    <a:pt x="279" y="72"/>
                    <a:pt x="277" y="72"/>
                    <a:pt x="276" y="71"/>
                  </a:cubicBezTo>
                  <a:cubicBezTo>
                    <a:pt x="275" y="71"/>
                    <a:pt x="273" y="70"/>
                    <a:pt x="273" y="69"/>
                  </a:cubicBezTo>
                  <a:cubicBezTo>
                    <a:pt x="272" y="68"/>
                    <a:pt x="272" y="66"/>
                    <a:pt x="271" y="66"/>
                  </a:cubicBezTo>
                  <a:cubicBezTo>
                    <a:pt x="269" y="67"/>
                    <a:pt x="268" y="68"/>
                    <a:pt x="267" y="69"/>
                  </a:cubicBezTo>
                  <a:cubicBezTo>
                    <a:pt x="267" y="70"/>
                    <a:pt x="267" y="72"/>
                    <a:pt x="267" y="73"/>
                  </a:cubicBezTo>
                  <a:cubicBezTo>
                    <a:pt x="268" y="74"/>
                    <a:pt x="268" y="75"/>
                    <a:pt x="265" y="76"/>
                  </a:cubicBezTo>
                  <a:cubicBezTo>
                    <a:pt x="263" y="77"/>
                    <a:pt x="261" y="77"/>
                    <a:pt x="260" y="78"/>
                  </a:cubicBezTo>
                  <a:cubicBezTo>
                    <a:pt x="258" y="79"/>
                    <a:pt x="258" y="82"/>
                    <a:pt x="259" y="83"/>
                  </a:cubicBezTo>
                  <a:cubicBezTo>
                    <a:pt x="259" y="85"/>
                    <a:pt x="260" y="84"/>
                    <a:pt x="260" y="86"/>
                  </a:cubicBezTo>
                  <a:cubicBezTo>
                    <a:pt x="261" y="87"/>
                    <a:pt x="260" y="86"/>
                    <a:pt x="259" y="87"/>
                  </a:cubicBezTo>
                  <a:cubicBezTo>
                    <a:pt x="259" y="88"/>
                    <a:pt x="259" y="89"/>
                    <a:pt x="259" y="89"/>
                  </a:cubicBezTo>
                  <a:cubicBezTo>
                    <a:pt x="260" y="89"/>
                    <a:pt x="261" y="89"/>
                    <a:pt x="261" y="90"/>
                  </a:cubicBezTo>
                  <a:cubicBezTo>
                    <a:pt x="260" y="91"/>
                    <a:pt x="260" y="91"/>
                    <a:pt x="259" y="91"/>
                  </a:cubicBezTo>
                  <a:cubicBezTo>
                    <a:pt x="258" y="91"/>
                    <a:pt x="257" y="90"/>
                    <a:pt x="256" y="90"/>
                  </a:cubicBezTo>
                  <a:cubicBezTo>
                    <a:pt x="255" y="91"/>
                    <a:pt x="255" y="92"/>
                    <a:pt x="256" y="92"/>
                  </a:cubicBezTo>
                  <a:cubicBezTo>
                    <a:pt x="256" y="92"/>
                    <a:pt x="257" y="93"/>
                    <a:pt x="257" y="93"/>
                  </a:cubicBezTo>
                  <a:cubicBezTo>
                    <a:pt x="257" y="94"/>
                    <a:pt x="256" y="95"/>
                    <a:pt x="255" y="94"/>
                  </a:cubicBezTo>
                  <a:cubicBezTo>
                    <a:pt x="254" y="94"/>
                    <a:pt x="254" y="94"/>
                    <a:pt x="253" y="93"/>
                  </a:cubicBezTo>
                  <a:cubicBezTo>
                    <a:pt x="251" y="92"/>
                    <a:pt x="250" y="91"/>
                    <a:pt x="248" y="92"/>
                  </a:cubicBezTo>
                  <a:cubicBezTo>
                    <a:pt x="247" y="93"/>
                    <a:pt x="247" y="93"/>
                    <a:pt x="246" y="94"/>
                  </a:cubicBezTo>
                  <a:cubicBezTo>
                    <a:pt x="244" y="95"/>
                    <a:pt x="243" y="95"/>
                    <a:pt x="241" y="96"/>
                  </a:cubicBezTo>
                  <a:cubicBezTo>
                    <a:pt x="239" y="97"/>
                    <a:pt x="236" y="97"/>
                    <a:pt x="236" y="98"/>
                  </a:cubicBezTo>
                  <a:cubicBezTo>
                    <a:pt x="236" y="99"/>
                    <a:pt x="235" y="100"/>
                    <a:pt x="237" y="101"/>
                  </a:cubicBezTo>
                  <a:cubicBezTo>
                    <a:pt x="238" y="101"/>
                    <a:pt x="240" y="101"/>
                    <a:pt x="242" y="101"/>
                  </a:cubicBezTo>
                  <a:cubicBezTo>
                    <a:pt x="244" y="101"/>
                    <a:pt x="246" y="101"/>
                    <a:pt x="248" y="100"/>
                  </a:cubicBezTo>
                  <a:cubicBezTo>
                    <a:pt x="249" y="100"/>
                    <a:pt x="249" y="99"/>
                    <a:pt x="251" y="99"/>
                  </a:cubicBezTo>
                  <a:cubicBezTo>
                    <a:pt x="253" y="98"/>
                    <a:pt x="253" y="98"/>
                    <a:pt x="255" y="98"/>
                  </a:cubicBezTo>
                  <a:cubicBezTo>
                    <a:pt x="257" y="98"/>
                    <a:pt x="257" y="98"/>
                    <a:pt x="258" y="99"/>
                  </a:cubicBezTo>
                  <a:cubicBezTo>
                    <a:pt x="259" y="101"/>
                    <a:pt x="260" y="100"/>
                    <a:pt x="261" y="101"/>
                  </a:cubicBezTo>
                  <a:cubicBezTo>
                    <a:pt x="262" y="102"/>
                    <a:pt x="263" y="102"/>
                    <a:pt x="261" y="103"/>
                  </a:cubicBezTo>
                  <a:cubicBezTo>
                    <a:pt x="259" y="104"/>
                    <a:pt x="257" y="104"/>
                    <a:pt x="256" y="105"/>
                  </a:cubicBezTo>
                  <a:cubicBezTo>
                    <a:pt x="254" y="106"/>
                    <a:pt x="252" y="107"/>
                    <a:pt x="252" y="108"/>
                  </a:cubicBezTo>
                  <a:cubicBezTo>
                    <a:pt x="252" y="109"/>
                    <a:pt x="253" y="110"/>
                    <a:pt x="252" y="110"/>
                  </a:cubicBezTo>
                  <a:cubicBezTo>
                    <a:pt x="252" y="111"/>
                    <a:pt x="251" y="111"/>
                    <a:pt x="251" y="111"/>
                  </a:cubicBezTo>
                  <a:cubicBezTo>
                    <a:pt x="250" y="110"/>
                    <a:pt x="251" y="110"/>
                    <a:pt x="250" y="109"/>
                  </a:cubicBezTo>
                  <a:cubicBezTo>
                    <a:pt x="249" y="108"/>
                    <a:pt x="248" y="109"/>
                    <a:pt x="247" y="107"/>
                  </a:cubicBezTo>
                  <a:cubicBezTo>
                    <a:pt x="246" y="106"/>
                    <a:pt x="247" y="105"/>
                    <a:pt x="246" y="105"/>
                  </a:cubicBezTo>
                  <a:cubicBezTo>
                    <a:pt x="245" y="105"/>
                    <a:pt x="244" y="106"/>
                    <a:pt x="243" y="107"/>
                  </a:cubicBezTo>
                  <a:cubicBezTo>
                    <a:pt x="242" y="108"/>
                    <a:pt x="240" y="108"/>
                    <a:pt x="240" y="109"/>
                  </a:cubicBezTo>
                  <a:cubicBezTo>
                    <a:pt x="240" y="110"/>
                    <a:pt x="241" y="111"/>
                    <a:pt x="241" y="111"/>
                  </a:cubicBezTo>
                  <a:cubicBezTo>
                    <a:pt x="241" y="112"/>
                    <a:pt x="240" y="112"/>
                    <a:pt x="240" y="112"/>
                  </a:cubicBezTo>
                  <a:cubicBezTo>
                    <a:pt x="239" y="112"/>
                    <a:pt x="239" y="112"/>
                    <a:pt x="239" y="112"/>
                  </a:cubicBezTo>
                  <a:cubicBezTo>
                    <a:pt x="238" y="112"/>
                    <a:pt x="237" y="111"/>
                    <a:pt x="236" y="112"/>
                  </a:cubicBezTo>
                  <a:cubicBezTo>
                    <a:pt x="236" y="112"/>
                    <a:pt x="236" y="113"/>
                    <a:pt x="236" y="113"/>
                  </a:cubicBezTo>
                  <a:cubicBezTo>
                    <a:pt x="236" y="113"/>
                    <a:pt x="237" y="113"/>
                    <a:pt x="237" y="113"/>
                  </a:cubicBezTo>
                  <a:cubicBezTo>
                    <a:pt x="238" y="113"/>
                    <a:pt x="238" y="113"/>
                    <a:pt x="238" y="114"/>
                  </a:cubicBezTo>
                  <a:cubicBezTo>
                    <a:pt x="239" y="114"/>
                    <a:pt x="239" y="115"/>
                    <a:pt x="238" y="115"/>
                  </a:cubicBezTo>
                  <a:cubicBezTo>
                    <a:pt x="237" y="115"/>
                    <a:pt x="236" y="115"/>
                    <a:pt x="236" y="116"/>
                  </a:cubicBezTo>
                  <a:cubicBezTo>
                    <a:pt x="236" y="117"/>
                    <a:pt x="235" y="117"/>
                    <a:pt x="235" y="118"/>
                  </a:cubicBezTo>
                  <a:cubicBezTo>
                    <a:pt x="235" y="119"/>
                    <a:pt x="234" y="119"/>
                    <a:pt x="234" y="120"/>
                  </a:cubicBezTo>
                  <a:cubicBezTo>
                    <a:pt x="233" y="120"/>
                    <a:pt x="233" y="119"/>
                    <a:pt x="233" y="121"/>
                  </a:cubicBezTo>
                  <a:cubicBezTo>
                    <a:pt x="234" y="122"/>
                    <a:pt x="235" y="122"/>
                    <a:pt x="234" y="123"/>
                  </a:cubicBezTo>
                  <a:cubicBezTo>
                    <a:pt x="234" y="124"/>
                    <a:pt x="232" y="124"/>
                    <a:pt x="231" y="124"/>
                  </a:cubicBezTo>
                  <a:cubicBezTo>
                    <a:pt x="230" y="123"/>
                    <a:pt x="229" y="123"/>
                    <a:pt x="228" y="121"/>
                  </a:cubicBezTo>
                  <a:cubicBezTo>
                    <a:pt x="228" y="120"/>
                    <a:pt x="228" y="119"/>
                    <a:pt x="227" y="117"/>
                  </a:cubicBezTo>
                  <a:cubicBezTo>
                    <a:pt x="226" y="115"/>
                    <a:pt x="226" y="117"/>
                    <a:pt x="226" y="114"/>
                  </a:cubicBezTo>
                  <a:cubicBezTo>
                    <a:pt x="226" y="112"/>
                    <a:pt x="225" y="109"/>
                    <a:pt x="224" y="110"/>
                  </a:cubicBezTo>
                  <a:cubicBezTo>
                    <a:pt x="222" y="110"/>
                    <a:pt x="221" y="111"/>
                    <a:pt x="220" y="112"/>
                  </a:cubicBezTo>
                  <a:cubicBezTo>
                    <a:pt x="219" y="113"/>
                    <a:pt x="219" y="113"/>
                    <a:pt x="218" y="114"/>
                  </a:cubicBezTo>
                  <a:cubicBezTo>
                    <a:pt x="217" y="115"/>
                    <a:pt x="217" y="117"/>
                    <a:pt x="219" y="117"/>
                  </a:cubicBezTo>
                  <a:cubicBezTo>
                    <a:pt x="220" y="117"/>
                    <a:pt x="221" y="116"/>
                    <a:pt x="221" y="116"/>
                  </a:cubicBezTo>
                  <a:cubicBezTo>
                    <a:pt x="222" y="117"/>
                    <a:pt x="221" y="118"/>
                    <a:pt x="220" y="119"/>
                  </a:cubicBezTo>
                  <a:cubicBezTo>
                    <a:pt x="219" y="119"/>
                    <a:pt x="217" y="120"/>
                    <a:pt x="216" y="121"/>
                  </a:cubicBezTo>
                  <a:cubicBezTo>
                    <a:pt x="214" y="121"/>
                    <a:pt x="212" y="120"/>
                    <a:pt x="212" y="121"/>
                  </a:cubicBezTo>
                  <a:cubicBezTo>
                    <a:pt x="212" y="122"/>
                    <a:pt x="213" y="123"/>
                    <a:pt x="214" y="123"/>
                  </a:cubicBezTo>
                  <a:cubicBezTo>
                    <a:pt x="215" y="124"/>
                    <a:pt x="216" y="123"/>
                    <a:pt x="217" y="124"/>
                  </a:cubicBezTo>
                  <a:cubicBezTo>
                    <a:pt x="218" y="125"/>
                    <a:pt x="220" y="126"/>
                    <a:pt x="219" y="126"/>
                  </a:cubicBezTo>
                  <a:cubicBezTo>
                    <a:pt x="218" y="126"/>
                    <a:pt x="217" y="126"/>
                    <a:pt x="215" y="127"/>
                  </a:cubicBezTo>
                  <a:cubicBezTo>
                    <a:pt x="213" y="127"/>
                    <a:pt x="213" y="127"/>
                    <a:pt x="212" y="128"/>
                  </a:cubicBezTo>
                  <a:cubicBezTo>
                    <a:pt x="211" y="129"/>
                    <a:pt x="210" y="129"/>
                    <a:pt x="210" y="130"/>
                  </a:cubicBezTo>
                  <a:cubicBezTo>
                    <a:pt x="211" y="131"/>
                    <a:pt x="212" y="131"/>
                    <a:pt x="213" y="132"/>
                  </a:cubicBezTo>
                  <a:cubicBezTo>
                    <a:pt x="214" y="133"/>
                    <a:pt x="214" y="133"/>
                    <a:pt x="215" y="133"/>
                  </a:cubicBezTo>
                  <a:cubicBezTo>
                    <a:pt x="216" y="133"/>
                    <a:pt x="216" y="133"/>
                    <a:pt x="217" y="132"/>
                  </a:cubicBezTo>
                  <a:cubicBezTo>
                    <a:pt x="218" y="132"/>
                    <a:pt x="219" y="131"/>
                    <a:pt x="220" y="131"/>
                  </a:cubicBezTo>
                  <a:cubicBezTo>
                    <a:pt x="221" y="131"/>
                    <a:pt x="222" y="131"/>
                    <a:pt x="222" y="132"/>
                  </a:cubicBezTo>
                  <a:cubicBezTo>
                    <a:pt x="222" y="133"/>
                    <a:pt x="221" y="133"/>
                    <a:pt x="220" y="134"/>
                  </a:cubicBezTo>
                  <a:cubicBezTo>
                    <a:pt x="219" y="135"/>
                    <a:pt x="218" y="135"/>
                    <a:pt x="218" y="136"/>
                  </a:cubicBezTo>
                  <a:cubicBezTo>
                    <a:pt x="218" y="137"/>
                    <a:pt x="217" y="138"/>
                    <a:pt x="218" y="138"/>
                  </a:cubicBezTo>
                  <a:cubicBezTo>
                    <a:pt x="219" y="139"/>
                    <a:pt x="220" y="139"/>
                    <a:pt x="220" y="140"/>
                  </a:cubicBezTo>
                  <a:cubicBezTo>
                    <a:pt x="219" y="140"/>
                    <a:pt x="218" y="141"/>
                    <a:pt x="218" y="141"/>
                  </a:cubicBezTo>
                  <a:cubicBezTo>
                    <a:pt x="217" y="140"/>
                    <a:pt x="216" y="139"/>
                    <a:pt x="215" y="138"/>
                  </a:cubicBezTo>
                  <a:cubicBezTo>
                    <a:pt x="213" y="138"/>
                    <a:pt x="211" y="137"/>
                    <a:pt x="210" y="137"/>
                  </a:cubicBezTo>
                  <a:cubicBezTo>
                    <a:pt x="209" y="136"/>
                    <a:pt x="206" y="134"/>
                    <a:pt x="205" y="136"/>
                  </a:cubicBezTo>
                  <a:cubicBezTo>
                    <a:pt x="204" y="137"/>
                    <a:pt x="205" y="138"/>
                    <a:pt x="202" y="138"/>
                  </a:cubicBezTo>
                  <a:cubicBezTo>
                    <a:pt x="199" y="138"/>
                    <a:pt x="201" y="137"/>
                    <a:pt x="198" y="138"/>
                  </a:cubicBezTo>
                  <a:cubicBezTo>
                    <a:pt x="195" y="138"/>
                    <a:pt x="193" y="139"/>
                    <a:pt x="193" y="140"/>
                  </a:cubicBezTo>
                  <a:cubicBezTo>
                    <a:pt x="193" y="141"/>
                    <a:pt x="193" y="143"/>
                    <a:pt x="196" y="142"/>
                  </a:cubicBezTo>
                  <a:cubicBezTo>
                    <a:pt x="200" y="141"/>
                    <a:pt x="200" y="141"/>
                    <a:pt x="202" y="141"/>
                  </a:cubicBezTo>
                  <a:cubicBezTo>
                    <a:pt x="204" y="141"/>
                    <a:pt x="206" y="141"/>
                    <a:pt x="208" y="142"/>
                  </a:cubicBezTo>
                  <a:cubicBezTo>
                    <a:pt x="210" y="143"/>
                    <a:pt x="212" y="143"/>
                    <a:pt x="213" y="145"/>
                  </a:cubicBezTo>
                  <a:cubicBezTo>
                    <a:pt x="214" y="146"/>
                    <a:pt x="215" y="148"/>
                    <a:pt x="213" y="147"/>
                  </a:cubicBezTo>
                  <a:cubicBezTo>
                    <a:pt x="211" y="147"/>
                    <a:pt x="208" y="145"/>
                    <a:pt x="207" y="145"/>
                  </a:cubicBezTo>
                  <a:cubicBezTo>
                    <a:pt x="205" y="145"/>
                    <a:pt x="200" y="145"/>
                    <a:pt x="199" y="145"/>
                  </a:cubicBezTo>
                  <a:cubicBezTo>
                    <a:pt x="197" y="146"/>
                    <a:pt x="194" y="145"/>
                    <a:pt x="192" y="146"/>
                  </a:cubicBezTo>
                  <a:cubicBezTo>
                    <a:pt x="190" y="148"/>
                    <a:pt x="190" y="149"/>
                    <a:pt x="190" y="149"/>
                  </a:cubicBezTo>
                  <a:cubicBezTo>
                    <a:pt x="191" y="149"/>
                    <a:pt x="194" y="149"/>
                    <a:pt x="194" y="150"/>
                  </a:cubicBezTo>
                  <a:cubicBezTo>
                    <a:pt x="195" y="151"/>
                    <a:pt x="194" y="152"/>
                    <a:pt x="193" y="152"/>
                  </a:cubicBezTo>
                  <a:cubicBezTo>
                    <a:pt x="192" y="152"/>
                    <a:pt x="190" y="152"/>
                    <a:pt x="188" y="152"/>
                  </a:cubicBezTo>
                  <a:cubicBezTo>
                    <a:pt x="185" y="152"/>
                    <a:pt x="185" y="151"/>
                    <a:pt x="184" y="152"/>
                  </a:cubicBezTo>
                  <a:cubicBezTo>
                    <a:pt x="183" y="153"/>
                    <a:pt x="180" y="154"/>
                    <a:pt x="178" y="154"/>
                  </a:cubicBezTo>
                  <a:cubicBezTo>
                    <a:pt x="176" y="154"/>
                    <a:pt x="176" y="156"/>
                    <a:pt x="177" y="157"/>
                  </a:cubicBezTo>
                  <a:cubicBezTo>
                    <a:pt x="177" y="158"/>
                    <a:pt x="178" y="158"/>
                    <a:pt x="180" y="158"/>
                  </a:cubicBezTo>
                  <a:cubicBezTo>
                    <a:pt x="182" y="158"/>
                    <a:pt x="184" y="159"/>
                    <a:pt x="182" y="160"/>
                  </a:cubicBezTo>
                  <a:cubicBezTo>
                    <a:pt x="181" y="161"/>
                    <a:pt x="180" y="161"/>
                    <a:pt x="177" y="162"/>
                  </a:cubicBezTo>
                  <a:cubicBezTo>
                    <a:pt x="174" y="162"/>
                    <a:pt x="172" y="161"/>
                    <a:pt x="172" y="163"/>
                  </a:cubicBezTo>
                  <a:cubicBezTo>
                    <a:pt x="171" y="164"/>
                    <a:pt x="171" y="166"/>
                    <a:pt x="172" y="166"/>
                  </a:cubicBezTo>
                  <a:cubicBezTo>
                    <a:pt x="173" y="166"/>
                    <a:pt x="174" y="165"/>
                    <a:pt x="176" y="166"/>
                  </a:cubicBezTo>
                  <a:cubicBezTo>
                    <a:pt x="177" y="166"/>
                    <a:pt x="177" y="167"/>
                    <a:pt x="177" y="168"/>
                  </a:cubicBezTo>
                  <a:cubicBezTo>
                    <a:pt x="176" y="169"/>
                    <a:pt x="176" y="169"/>
                    <a:pt x="174" y="170"/>
                  </a:cubicBezTo>
                  <a:cubicBezTo>
                    <a:pt x="172" y="170"/>
                    <a:pt x="168" y="169"/>
                    <a:pt x="166" y="170"/>
                  </a:cubicBezTo>
                  <a:cubicBezTo>
                    <a:pt x="164" y="170"/>
                    <a:pt x="161" y="170"/>
                    <a:pt x="161" y="172"/>
                  </a:cubicBezTo>
                  <a:cubicBezTo>
                    <a:pt x="162" y="174"/>
                    <a:pt x="164" y="176"/>
                    <a:pt x="166" y="176"/>
                  </a:cubicBezTo>
                  <a:cubicBezTo>
                    <a:pt x="168" y="176"/>
                    <a:pt x="168" y="176"/>
                    <a:pt x="170" y="176"/>
                  </a:cubicBezTo>
                  <a:cubicBezTo>
                    <a:pt x="171" y="177"/>
                    <a:pt x="172" y="177"/>
                    <a:pt x="175" y="177"/>
                  </a:cubicBezTo>
                  <a:cubicBezTo>
                    <a:pt x="178" y="176"/>
                    <a:pt x="179" y="175"/>
                    <a:pt x="181" y="175"/>
                  </a:cubicBezTo>
                  <a:cubicBezTo>
                    <a:pt x="183" y="175"/>
                    <a:pt x="184" y="174"/>
                    <a:pt x="184" y="175"/>
                  </a:cubicBezTo>
                  <a:cubicBezTo>
                    <a:pt x="184" y="176"/>
                    <a:pt x="182" y="177"/>
                    <a:pt x="181" y="178"/>
                  </a:cubicBezTo>
                  <a:cubicBezTo>
                    <a:pt x="180" y="179"/>
                    <a:pt x="177" y="182"/>
                    <a:pt x="176" y="182"/>
                  </a:cubicBezTo>
                  <a:cubicBezTo>
                    <a:pt x="174" y="182"/>
                    <a:pt x="173" y="180"/>
                    <a:pt x="169" y="180"/>
                  </a:cubicBezTo>
                  <a:cubicBezTo>
                    <a:pt x="165" y="180"/>
                    <a:pt x="163" y="181"/>
                    <a:pt x="162" y="182"/>
                  </a:cubicBezTo>
                  <a:cubicBezTo>
                    <a:pt x="162" y="183"/>
                    <a:pt x="163" y="183"/>
                    <a:pt x="162" y="185"/>
                  </a:cubicBezTo>
                  <a:cubicBezTo>
                    <a:pt x="162" y="187"/>
                    <a:pt x="163" y="189"/>
                    <a:pt x="164" y="189"/>
                  </a:cubicBezTo>
                  <a:cubicBezTo>
                    <a:pt x="164" y="189"/>
                    <a:pt x="166" y="190"/>
                    <a:pt x="166" y="191"/>
                  </a:cubicBezTo>
                  <a:cubicBezTo>
                    <a:pt x="167" y="192"/>
                    <a:pt x="165" y="193"/>
                    <a:pt x="165" y="192"/>
                  </a:cubicBezTo>
                  <a:cubicBezTo>
                    <a:pt x="164" y="192"/>
                    <a:pt x="163" y="190"/>
                    <a:pt x="161" y="190"/>
                  </a:cubicBezTo>
                  <a:cubicBezTo>
                    <a:pt x="159" y="189"/>
                    <a:pt x="158" y="189"/>
                    <a:pt x="157" y="191"/>
                  </a:cubicBezTo>
                  <a:cubicBezTo>
                    <a:pt x="156" y="192"/>
                    <a:pt x="155" y="194"/>
                    <a:pt x="156" y="195"/>
                  </a:cubicBezTo>
                  <a:cubicBezTo>
                    <a:pt x="156" y="195"/>
                    <a:pt x="158" y="197"/>
                    <a:pt x="158" y="198"/>
                  </a:cubicBezTo>
                  <a:cubicBezTo>
                    <a:pt x="158" y="199"/>
                    <a:pt x="157" y="199"/>
                    <a:pt x="156" y="199"/>
                  </a:cubicBezTo>
                  <a:cubicBezTo>
                    <a:pt x="155" y="199"/>
                    <a:pt x="154" y="197"/>
                    <a:pt x="153" y="197"/>
                  </a:cubicBezTo>
                  <a:cubicBezTo>
                    <a:pt x="153" y="197"/>
                    <a:pt x="152" y="198"/>
                    <a:pt x="152" y="199"/>
                  </a:cubicBezTo>
                  <a:cubicBezTo>
                    <a:pt x="152" y="200"/>
                    <a:pt x="152" y="202"/>
                    <a:pt x="154" y="203"/>
                  </a:cubicBezTo>
                  <a:cubicBezTo>
                    <a:pt x="155" y="203"/>
                    <a:pt x="156" y="203"/>
                    <a:pt x="157" y="205"/>
                  </a:cubicBezTo>
                  <a:cubicBezTo>
                    <a:pt x="157" y="206"/>
                    <a:pt x="156" y="208"/>
                    <a:pt x="156" y="208"/>
                  </a:cubicBezTo>
                  <a:cubicBezTo>
                    <a:pt x="155" y="208"/>
                    <a:pt x="153" y="206"/>
                    <a:pt x="152" y="206"/>
                  </a:cubicBezTo>
                  <a:cubicBezTo>
                    <a:pt x="151" y="205"/>
                    <a:pt x="149" y="202"/>
                    <a:pt x="148" y="204"/>
                  </a:cubicBezTo>
                  <a:cubicBezTo>
                    <a:pt x="148" y="205"/>
                    <a:pt x="148" y="205"/>
                    <a:pt x="147" y="206"/>
                  </a:cubicBezTo>
                  <a:cubicBezTo>
                    <a:pt x="146" y="207"/>
                    <a:pt x="147" y="209"/>
                    <a:pt x="148" y="209"/>
                  </a:cubicBezTo>
                  <a:cubicBezTo>
                    <a:pt x="149" y="209"/>
                    <a:pt x="150" y="210"/>
                    <a:pt x="151" y="211"/>
                  </a:cubicBezTo>
                  <a:cubicBezTo>
                    <a:pt x="151" y="212"/>
                    <a:pt x="150" y="213"/>
                    <a:pt x="151" y="213"/>
                  </a:cubicBezTo>
                  <a:cubicBezTo>
                    <a:pt x="153" y="213"/>
                    <a:pt x="154" y="213"/>
                    <a:pt x="156" y="212"/>
                  </a:cubicBezTo>
                  <a:cubicBezTo>
                    <a:pt x="157" y="212"/>
                    <a:pt x="160" y="209"/>
                    <a:pt x="161" y="210"/>
                  </a:cubicBezTo>
                  <a:cubicBezTo>
                    <a:pt x="162" y="210"/>
                    <a:pt x="160" y="212"/>
                    <a:pt x="159" y="213"/>
                  </a:cubicBezTo>
                  <a:cubicBezTo>
                    <a:pt x="158" y="214"/>
                    <a:pt x="152" y="217"/>
                    <a:pt x="151" y="218"/>
                  </a:cubicBezTo>
                  <a:cubicBezTo>
                    <a:pt x="150" y="219"/>
                    <a:pt x="147" y="220"/>
                    <a:pt x="147" y="219"/>
                  </a:cubicBezTo>
                  <a:cubicBezTo>
                    <a:pt x="146" y="219"/>
                    <a:pt x="148" y="217"/>
                    <a:pt x="146" y="216"/>
                  </a:cubicBezTo>
                  <a:cubicBezTo>
                    <a:pt x="145" y="215"/>
                    <a:pt x="142" y="215"/>
                    <a:pt x="142" y="217"/>
                  </a:cubicBezTo>
                  <a:cubicBezTo>
                    <a:pt x="141" y="218"/>
                    <a:pt x="137" y="221"/>
                    <a:pt x="138" y="221"/>
                  </a:cubicBezTo>
                  <a:cubicBezTo>
                    <a:pt x="139" y="222"/>
                    <a:pt x="141" y="222"/>
                    <a:pt x="142" y="222"/>
                  </a:cubicBezTo>
                  <a:cubicBezTo>
                    <a:pt x="144" y="222"/>
                    <a:pt x="148" y="222"/>
                    <a:pt x="149" y="223"/>
                  </a:cubicBezTo>
                  <a:cubicBezTo>
                    <a:pt x="150" y="223"/>
                    <a:pt x="151" y="224"/>
                    <a:pt x="149" y="225"/>
                  </a:cubicBezTo>
                  <a:cubicBezTo>
                    <a:pt x="147" y="225"/>
                    <a:pt x="143" y="224"/>
                    <a:pt x="141" y="224"/>
                  </a:cubicBezTo>
                  <a:cubicBezTo>
                    <a:pt x="140" y="225"/>
                    <a:pt x="137" y="227"/>
                    <a:pt x="138" y="228"/>
                  </a:cubicBezTo>
                  <a:cubicBezTo>
                    <a:pt x="138" y="229"/>
                    <a:pt x="136" y="229"/>
                    <a:pt x="134" y="230"/>
                  </a:cubicBezTo>
                  <a:cubicBezTo>
                    <a:pt x="132" y="231"/>
                    <a:pt x="133" y="233"/>
                    <a:pt x="134" y="234"/>
                  </a:cubicBezTo>
                  <a:cubicBezTo>
                    <a:pt x="135" y="234"/>
                    <a:pt x="136" y="234"/>
                    <a:pt x="135" y="236"/>
                  </a:cubicBezTo>
                  <a:cubicBezTo>
                    <a:pt x="134" y="238"/>
                    <a:pt x="127" y="242"/>
                    <a:pt x="127" y="242"/>
                  </a:cubicBezTo>
                  <a:cubicBezTo>
                    <a:pt x="126" y="243"/>
                    <a:pt x="127" y="241"/>
                    <a:pt x="125" y="239"/>
                  </a:cubicBezTo>
                  <a:cubicBezTo>
                    <a:pt x="124" y="238"/>
                    <a:pt x="122" y="236"/>
                    <a:pt x="119" y="237"/>
                  </a:cubicBezTo>
                  <a:cubicBezTo>
                    <a:pt x="117" y="238"/>
                    <a:pt x="113" y="241"/>
                    <a:pt x="111" y="243"/>
                  </a:cubicBezTo>
                  <a:cubicBezTo>
                    <a:pt x="110" y="244"/>
                    <a:pt x="108" y="245"/>
                    <a:pt x="108" y="246"/>
                  </a:cubicBezTo>
                  <a:cubicBezTo>
                    <a:pt x="109" y="248"/>
                    <a:pt x="106" y="249"/>
                    <a:pt x="105" y="250"/>
                  </a:cubicBezTo>
                  <a:cubicBezTo>
                    <a:pt x="104" y="251"/>
                    <a:pt x="103" y="252"/>
                    <a:pt x="104" y="253"/>
                  </a:cubicBezTo>
                  <a:cubicBezTo>
                    <a:pt x="104" y="254"/>
                    <a:pt x="106" y="255"/>
                    <a:pt x="106" y="257"/>
                  </a:cubicBezTo>
                  <a:cubicBezTo>
                    <a:pt x="105" y="258"/>
                    <a:pt x="102" y="258"/>
                    <a:pt x="101" y="257"/>
                  </a:cubicBezTo>
                  <a:cubicBezTo>
                    <a:pt x="100" y="257"/>
                    <a:pt x="96" y="259"/>
                    <a:pt x="95" y="260"/>
                  </a:cubicBezTo>
                  <a:cubicBezTo>
                    <a:pt x="95" y="260"/>
                    <a:pt x="93" y="261"/>
                    <a:pt x="94" y="262"/>
                  </a:cubicBezTo>
                  <a:cubicBezTo>
                    <a:pt x="95" y="262"/>
                    <a:pt x="97" y="263"/>
                    <a:pt x="98" y="263"/>
                  </a:cubicBezTo>
                  <a:cubicBezTo>
                    <a:pt x="100" y="262"/>
                    <a:pt x="101" y="261"/>
                    <a:pt x="101" y="262"/>
                  </a:cubicBezTo>
                  <a:cubicBezTo>
                    <a:pt x="102" y="264"/>
                    <a:pt x="100" y="264"/>
                    <a:pt x="100" y="265"/>
                  </a:cubicBezTo>
                  <a:cubicBezTo>
                    <a:pt x="99" y="267"/>
                    <a:pt x="99" y="269"/>
                    <a:pt x="100" y="269"/>
                  </a:cubicBezTo>
                  <a:cubicBezTo>
                    <a:pt x="100" y="269"/>
                    <a:pt x="101" y="270"/>
                    <a:pt x="104" y="269"/>
                  </a:cubicBezTo>
                  <a:cubicBezTo>
                    <a:pt x="107" y="267"/>
                    <a:pt x="107" y="267"/>
                    <a:pt x="109" y="266"/>
                  </a:cubicBezTo>
                  <a:cubicBezTo>
                    <a:pt x="110" y="266"/>
                    <a:pt x="111" y="265"/>
                    <a:pt x="113" y="264"/>
                  </a:cubicBezTo>
                  <a:cubicBezTo>
                    <a:pt x="115" y="263"/>
                    <a:pt x="117" y="262"/>
                    <a:pt x="118" y="261"/>
                  </a:cubicBezTo>
                  <a:cubicBezTo>
                    <a:pt x="119" y="260"/>
                    <a:pt x="116" y="261"/>
                    <a:pt x="114" y="260"/>
                  </a:cubicBezTo>
                  <a:cubicBezTo>
                    <a:pt x="113" y="259"/>
                    <a:pt x="113" y="258"/>
                    <a:pt x="115" y="257"/>
                  </a:cubicBezTo>
                  <a:cubicBezTo>
                    <a:pt x="117" y="257"/>
                    <a:pt x="118" y="258"/>
                    <a:pt x="120" y="256"/>
                  </a:cubicBezTo>
                  <a:cubicBezTo>
                    <a:pt x="122" y="254"/>
                    <a:pt x="123" y="252"/>
                    <a:pt x="124" y="251"/>
                  </a:cubicBezTo>
                  <a:cubicBezTo>
                    <a:pt x="126" y="250"/>
                    <a:pt x="127" y="249"/>
                    <a:pt x="128" y="250"/>
                  </a:cubicBezTo>
                  <a:cubicBezTo>
                    <a:pt x="130" y="251"/>
                    <a:pt x="131" y="253"/>
                    <a:pt x="129" y="254"/>
                  </a:cubicBezTo>
                  <a:cubicBezTo>
                    <a:pt x="128" y="255"/>
                    <a:pt x="125" y="255"/>
                    <a:pt x="125" y="256"/>
                  </a:cubicBezTo>
                  <a:cubicBezTo>
                    <a:pt x="125" y="257"/>
                    <a:pt x="126" y="259"/>
                    <a:pt x="127" y="259"/>
                  </a:cubicBezTo>
                  <a:cubicBezTo>
                    <a:pt x="129" y="259"/>
                    <a:pt x="129" y="260"/>
                    <a:pt x="128" y="261"/>
                  </a:cubicBezTo>
                  <a:cubicBezTo>
                    <a:pt x="128" y="262"/>
                    <a:pt x="125" y="263"/>
                    <a:pt x="123" y="264"/>
                  </a:cubicBezTo>
                  <a:cubicBezTo>
                    <a:pt x="122" y="265"/>
                    <a:pt x="118" y="264"/>
                    <a:pt x="117" y="267"/>
                  </a:cubicBezTo>
                  <a:cubicBezTo>
                    <a:pt x="117" y="270"/>
                    <a:pt x="118" y="271"/>
                    <a:pt x="117" y="272"/>
                  </a:cubicBezTo>
                  <a:cubicBezTo>
                    <a:pt x="116" y="272"/>
                    <a:pt x="112" y="273"/>
                    <a:pt x="110" y="273"/>
                  </a:cubicBezTo>
                  <a:cubicBezTo>
                    <a:pt x="109" y="273"/>
                    <a:pt x="106" y="274"/>
                    <a:pt x="104" y="275"/>
                  </a:cubicBezTo>
                  <a:cubicBezTo>
                    <a:pt x="102" y="276"/>
                    <a:pt x="99" y="278"/>
                    <a:pt x="98" y="276"/>
                  </a:cubicBezTo>
                  <a:cubicBezTo>
                    <a:pt x="97" y="275"/>
                    <a:pt x="98" y="274"/>
                    <a:pt x="97" y="272"/>
                  </a:cubicBezTo>
                  <a:cubicBezTo>
                    <a:pt x="97" y="271"/>
                    <a:pt x="96" y="269"/>
                    <a:pt x="94" y="268"/>
                  </a:cubicBezTo>
                  <a:cubicBezTo>
                    <a:pt x="93" y="267"/>
                    <a:pt x="92" y="267"/>
                    <a:pt x="90" y="268"/>
                  </a:cubicBezTo>
                  <a:cubicBezTo>
                    <a:pt x="88" y="269"/>
                    <a:pt x="86" y="269"/>
                    <a:pt x="87" y="270"/>
                  </a:cubicBezTo>
                  <a:cubicBezTo>
                    <a:pt x="89" y="271"/>
                    <a:pt x="90" y="271"/>
                    <a:pt x="89" y="272"/>
                  </a:cubicBezTo>
                  <a:cubicBezTo>
                    <a:pt x="89" y="273"/>
                    <a:pt x="87" y="274"/>
                    <a:pt x="86" y="275"/>
                  </a:cubicBezTo>
                  <a:cubicBezTo>
                    <a:pt x="84" y="276"/>
                    <a:pt x="83" y="277"/>
                    <a:pt x="83" y="278"/>
                  </a:cubicBezTo>
                  <a:cubicBezTo>
                    <a:pt x="82" y="279"/>
                    <a:pt x="80" y="279"/>
                    <a:pt x="80" y="278"/>
                  </a:cubicBezTo>
                  <a:cubicBezTo>
                    <a:pt x="80" y="277"/>
                    <a:pt x="81" y="278"/>
                    <a:pt x="80" y="276"/>
                  </a:cubicBezTo>
                  <a:cubicBezTo>
                    <a:pt x="79" y="274"/>
                    <a:pt x="78" y="273"/>
                    <a:pt x="77" y="274"/>
                  </a:cubicBezTo>
                  <a:cubicBezTo>
                    <a:pt x="75" y="274"/>
                    <a:pt x="74" y="274"/>
                    <a:pt x="73" y="275"/>
                  </a:cubicBezTo>
                  <a:cubicBezTo>
                    <a:pt x="73" y="277"/>
                    <a:pt x="74" y="278"/>
                    <a:pt x="74" y="278"/>
                  </a:cubicBezTo>
                  <a:cubicBezTo>
                    <a:pt x="75" y="278"/>
                    <a:pt x="76" y="279"/>
                    <a:pt x="76" y="280"/>
                  </a:cubicBezTo>
                  <a:cubicBezTo>
                    <a:pt x="75" y="281"/>
                    <a:pt x="74" y="282"/>
                    <a:pt x="72" y="281"/>
                  </a:cubicBezTo>
                  <a:cubicBezTo>
                    <a:pt x="70" y="281"/>
                    <a:pt x="67" y="281"/>
                    <a:pt x="66" y="282"/>
                  </a:cubicBezTo>
                  <a:cubicBezTo>
                    <a:pt x="65" y="283"/>
                    <a:pt x="65" y="285"/>
                    <a:pt x="66" y="285"/>
                  </a:cubicBezTo>
                  <a:cubicBezTo>
                    <a:pt x="67" y="286"/>
                    <a:pt x="67" y="285"/>
                    <a:pt x="69" y="286"/>
                  </a:cubicBezTo>
                  <a:cubicBezTo>
                    <a:pt x="71" y="287"/>
                    <a:pt x="72" y="287"/>
                    <a:pt x="73" y="289"/>
                  </a:cubicBezTo>
                  <a:cubicBezTo>
                    <a:pt x="74" y="290"/>
                    <a:pt x="75" y="292"/>
                    <a:pt x="74" y="292"/>
                  </a:cubicBezTo>
                  <a:cubicBezTo>
                    <a:pt x="73" y="292"/>
                    <a:pt x="71" y="292"/>
                    <a:pt x="70" y="292"/>
                  </a:cubicBezTo>
                  <a:cubicBezTo>
                    <a:pt x="69" y="292"/>
                    <a:pt x="68" y="293"/>
                    <a:pt x="69" y="293"/>
                  </a:cubicBezTo>
                  <a:cubicBezTo>
                    <a:pt x="70" y="294"/>
                    <a:pt x="71" y="295"/>
                    <a:pt x="70" y="296"/>
                  </a:cubicBezTo>
                  <a:cubicBezTo>
                    <a:pt x="70" y="296"/>
                    <a:pt x="70" y="297"/>
                    <a:pt x="67" y="295"/>
                  </a:cubicBezTo>
                  <a:cubicBezTo>
                    <a:pt x="64" y="293"/>
                    <a:pt x="64" y="293"/>
                    <a:pt x="62" y="292"/>
                  </a:cubicBezTo>
                  <a:cubicBezTo>
                    <a:pt x="60" y="290"/>
                    <a:pt x="59" y="289"/>
                    <a:pt x="56" y="289"/>
                  </a:cubicBezTo>
                  <a:cubicBezTo>
                    <a:pt x="53" y="289"/>
                    <a:pt x="51" y="290"/>
                    <a:pt x="49" y="290"/>
                  </a:cubicBezTo>
                  <a:cubicBezTo>
                    <a:pt x="47" y="289"/>
                    <a:pt x="45" y="287"/>
                    <a:pt x="43" y="287"/>
                  </a:cubicBezTo>
                  <a:cubicBezTo>
                    <a:pt x="42" y="287"/>
                    <a:pt x="40" y="288"/>
                    <a:pt x="40" y="289"/>
                  </a:cubicBezTo>
                  <a:cubicBezTo>
                    <a:pt x="40" y="290"/>
                    <a:pt x="41" y="290"/>
                    <a:pt x="42" y="292"/>
                  </a:cubicBezTo>
                  <a:cubicBezTo>
                    <a:pt x="43" y="293"/>
                    <a:pt x="41" y="294"/>
                    <a:pt x="42" y="295"/>
                  </a:cubicBezTo>
                  <a:cubicBezTo>
                    <a:pt x="44" y="295"/>
                    <a:pt x="44" y="295"/>
                    <a:pt x="47" y="295"/>
                  </a:cubicBezTo>
                  <a:cubicBezTo>
                    <a:pt x="50" y="295"/>
                    <a:pt x="52" y="296"/>
                    <a:pt x="53" y="295"/>
                  </a:cubicBezTo>
                  <a:cubicBezTo>
                    <a:pt x="55" y="294"/>
                    <a:pt x="54" y="292"/>
                    <a:pt x="57" y="293"/>
                  </a:cubicBezTo>
                  <a:cubicBezTo>
                    <a:pt x="60" y="293"/>
                    <a:pt x="61" y="294"/>
                    <a:pt x="60" y="295"/>
                  </a:cubicBezTo>
                  <a:cubicBezTo>
                    <a:pt x="59" y="296"/>
                    <a:pt x="56" y="295"/>
                    <a:pt x="55" y="297"/>
                  </a:cubicBezTo>
                  <a:cubicBezTo>
                    <a:pt x="53" y="298"/>
                    <a:pt x="54" y="299"/>
                    <a:pt x="54" y="300"/>
                  </a:cubicBezTo>
                  <a:cubicBezTo>
                    <a:pt x="54" y="300"/>
                    <a:pt x="52" y="303"/>
                    <a:pt x="51" y="303"/>
                  </a:cubicBezTo>
                  <a:cubicBezTo>
                    <a:pt x="50" y="303"/>
                    <a:pt x="48" y="302"/>
                    <a:pt x="46" y="301"/>
                  </a:cubicBezTo>
                  <a:cubicBezTo>
                    <a:pt x="45" y="299"/>
                    <a:pt x="43" y="299"/>
                    <a:pt x="40" y="299"/>
                  </a:cubicBezTo>
                  <a:cubicBezTo>
                    <a:pt x="36" y="299"/>
                    <a:pt x="30" y="298"/>
                    <a:pt x="30" y="299"/>
                  </a:cubicBezTo>
                  <a:cubicBezTo>
                    <a:pt x="30" y="301"/>
                    <a:pt x="31" y="302"/>
                    <a:pt x="33" y="303"/>
                  </a:cubicBezTo>
                  <a:cubicBezTo>
                    <a:pt x="35" y="303"/>
                    <a:pt x="36" y="301"/>
                    <a:pt x="37" y="303"/>
                  </a:cubicBezTo>
                  <a:cubicBezTo>
                    <a:pt x="39" y="305"/>
                    <a:pt x="37" y="306"/>
                    <a:pt x="39" y="307"/>
                  </a:cubicBezTo>
                  <a:cubicBezTo>
                    <a:pt x="40" y="308"/>
                    <a:pt x="42" y="308"/>
                    <a:pt x="44" y="308"/>
                  </a:cubicBezTo>
                  <a:cubicBezTo>
                    <a:pt x="45" y="308"/>
                    <a:pt x="48" y="308"/>
                    <a:pt x="48" y="309"/>
                  </a:cubicBezTo>
                  <a:cubicBezTo>
                    <a:pt x="48" y="311"/>
                    <a:pt x="46" y="312"/>
                    <a:pt x="44" y="312"/>
                  </a:cubicBezTo>
                  <a:cubicBezTo>
                    <a:pt x="42" y="311"/>
                    <a:pt x="41" y="309"/>
                    <a:pt x="41" y="311"/>
                  </a:cubicBezTo>
                  <a:cubicBezTo>
                    <a:pt x="41" y="313"/>
                    <a:pt x="42" y="314"/>
                    <a:pt x="43" y="315"/>
                  </a:cubicBezTo>
                  <a:cubicBezTo>
                    <a:pt x="44" y="316"/>
                    <a:pt x="37" y="318"/>
                    <a:pt x="36" y="316"/>
                  </a:cubicBezTo>
                  <a:cubicBezTo>
                    <a:pt x="35" y="314"/>
                    <a:pt x="36" y="313"/>
                    <a:pt x="37" y="311"/>
                  </a:cubicBezTo>
                  <a:cubicBezTo>
                    <a:pt x="37" y="310"/>
                    <a:pt x="36" y="308"/>
                    <a:pt x="35" y="307"/>
                  </a:cubicBezTo>
                  <a:cubicBezTo>
                    <a:pt x="33" y="307"/>
                    <a:pt x="30" y="306"/>
                    <a:pt x="30" y="307"/>
                  </a:cubicBezTo>
                  <a:cubicBezTo>
                    <a:pt x="30" y="308"/>
                    <a:pt x="30" y="310"/>
                    <a:pt x="31" y="311"/>
                  </a:cubicBezTo>
                  <a:cubicBezTo>
                    <a:pt x="32" y="312"/>
                    <a:pt x="32" y="315"/>
                    <a:pt x="31" y="315"/>
                  </a:cubicBezTo>
                  <a:cubicBezTo>
                    <a:pt x="30" y="315"/>
                    <a:pt x="28" y="314"/>
                    <a:pt x="28" y="312"/>
                  </a:cubicBezTo>
                  <a:cubicBezTo>
                    <a:pt x="27" y="311"/>
                    <a:pt x="28" y="308"/>
                    <a:pt x="25" y="308"/>
                  </a:cubicBezTo>
                  <a:cubicBezTo>
                    <a:pt x="22" y="308"/>
                    <a:pt x="19" y="309"/>
                    <a:pt x="20" y="310"/>
                  </a:cubicBezTo>
                  <a:cubicBezTo>
                    <a:pt x="21" y="311"/>
                    <a:pt x="23" y="313"/>
                    <a:pt x="24" y="315"/>
                  </a:cubicBezTo>
                  <a:cubicBezTo>
                    <a:pt x="24" y="316"/>
                    <a:pt x="23" y="317"/>
                    <a:pt x="22" y="317"/>
                  </a:cubicBezTo>
                  <a:cubicBezTo>
                    <a:pt x="21" y="317"/>
                    <a:pt x="21" y="315"/>
                    <a:pt x="19" y="316"/>
                  </a:cubicBezTo>
                  <a:cubicBezTo>
                    <a:pt x="18" y="316"/>
                    <a:pt x="16" y="319"/>
                    <a:pt x="14" y="318"/>
                  </a:cubicBezTo>
                  <a:cubicBezTo>
                    <a:pt x="13" y="316"/>
                    <a:pt x="15" y="314"/>
                    <a:pt x="12" y="314"/>
                  </a:cubicBezTo>
                  <a:cubicBezTo>
                    <a:pt x="10" y="314"/>
                    <a:pt x="9" y="316"/>
                    <a:pt x="8" y="317"/>
                  </a:cubicBezTo>
                  <a:cubicBezTo>
                    <a:pt x="6" y="318"/>
                    <a:pt x="4" y="317"/>
                    <a:pt x="5" y="319"/>
                  </a:cubicBezTo>
                  <a:cubicBezTo>
                    <a:pt x="6" y="320"/>
                    <a:pt x="6" y="321"/>
                    <a:pt x="10" y="321"/>
                  </a:cubicBezTo>
                  <a:cubicBezTo>
                    <a:pt x="14" y="320"/>
                    <a:pt x="15" y="320"/>
                    <a:pt x="19" y="320"/>
                  </a:cubicBezTo>
                  <a:cubicBezTo>
                    <a:pt x="22" y="321"/>
                    <a:pt x="24" y="321"/>
                    <a:pt x="27" y="321"/>
                  </a:cubicBezTo>
                  <a:cubicBezTo>
                    <a:pt x="30" y="321"/>
                    <a:pt x="32" y="321"/>
                    <a:pt x="33" y="322"/>
                  </a:cubicBezTo>
                  <a:cubicBezTo>
                    <a:pt x="33" y="323"/>
                    <a:pt x="29" y="323"/>
                    <a:pt x="26" y="323"/>
                  </a:cubicBezTo>
                  <a:cubicBezTo>
                    <a:pt x="24" y="323"/>
                    <a:pt x="23" y="324"/>
                    <a:pt x="21" y="325"/>
                  </a:cubicBezTo>
                  <a:cubicBezTo>
                    <a:pt x="19" y="326"/>
                    <a:pt x="18" y="328"/>
                    <a:pt x="16" y="326"/>
                  </a:cubicBezTo>
                  <a:cubicBezTo>
                    <a:pt x="14" y="325"/>
                    <a:pt x="12" y="323"/>
                    <a:pt x="10" y="323"/>
                  </a:cubicBezTo>
                  <a:cubicBezTo>
                    <a:pt x="8" y="323"/>
                    <a:pt x="6" y="324"/>
                    <a:pt x="5" y="325"/>
                  </a:cubicBezTo>
                  <a:cubicBezTo>
                    <a:pt x="4" y="326"/>
                    <a:pt x="1" y="325"/>
                    <a:pt x="2" y="327"/>
                  </a:cubicBezTo>
                  <a:cubicBezTo>
                    <a:pt x="3" y="329"/>
                    <a:pt x="7" y="330"/>
                    <a:pt x="7" y="331"/>
                  </a:cubicBezTo>
                  <a:cubicBezTo>
                    <a:pt x="8" y="331"/>
                    <a:pt x="6" y="333"/>
                    <a:pt x="8" y="333"/>
                  </a:cubicBezTo>
                  <a:cubicBezTo>
                    <a:pt x="10" y="334"/>
                    <a:pt x="12" y="332"/>
                    <a:pt x="13" y="333"/>
                  </a:cubicBezTo>
                  <a:cubicBezTo>
                    <a:pt x="14" y="335"/>
                    <a:pt x="13" y="336"/>
                    <a:pt x="12" y="336"/>
                  </a:cubicBezTo>
                  <a:cubicBezTo>
                    <a:pt x="11" y="336"/>
                    <a:pt x="8" y="334"/>
                    <a:pt x="7" y="336"/>
                  </a:cubicBezTo>
                  <a:cubicBezTo>
                    <a:pt x="6" y="338"/>
                    <a:pt x="8" y="339"/>
                    <a:pt x="8" y="339"/>
                  </a:cubicBezTo>
                  <a:cubicBezTo>
                    <a:pt x="8" y="340"/>
                    <a:pt x="5" y="340"/>
                    <a:pt x="4" y="341"/>
                  </a:cubicBezTo>
                  <a:cubicBezTo>
                    <a:pt x="3" y="341"/>
                    <a:pt x="3" y="343"/>
                    <a:pt x="4" y="343"/>
                  </a:cubicBezTo>
                  <a:cubicBezTo>
                    <a:pt x="5" y="344"/>
                    <a:pt x="7" y="345"/>
                    <a:pt x="8" y="345"/>
                  </a:cubicBezTo>
                  <a:cubicBezTo>
                    <a:pt x="10" y="345"/>
                    <a:pt x="11" y="345"/>
                    <a:pt x="13" y="344"/>
                  </a:cubicBezTo>
                  <a:cubicBezTo>
                    <a:pt x="15" y="344"/>
                    <a:pt x="17" y="343"/>
                    <a:pt x="19" y="343"/>
                  </a:cubicBezTo>
                  <a:cubicBezTo>
                    <a:pt x="21" y="344"/>
                    <a:pt x="22" y="344"/>
                    <a:pt x="24" y="344"/>
                  </a:cubicBezTo>
                  <a:cubicBezTo>
                    <a:pt x="26" y="344"/>
                    <a:pt x="27" y="343"/>
                    <a:pt x="28" y="342"/>
                  </a:cubicBezTo>
                  <a:cubicBezTo>
                    <a:pt x="28" y="340"/>
                    <a:pt x="28" y="338"/>
                    <a:pt x="30" y="340"/>
                  </a:cubicBezTo>
                  <a:cubicBezTo>
                    <a:pt x="33" y="341"/>
                    <a:pt x="34" y="343"/>
                    <a:pt x="35" y="343"/>
                  </a:cubicBezTo>
                  <a:cubicBezTo>
                    <a:pt x="37" y="343"/>
                    <a:pt x="39" y="343"/>
                    <a:pt x="40" y="342"/>
                  </a:cubicBezTo>
                  <a:cubicBezTo>
                    <a:pt x="41" y="342"/>
                    <a:pt x="43" y="343"/>
                    <a:pt x="44" y="340"/>
                  </a:cubicBezTo>
                  <a:cubicBezTo>
                    <a:pt x="45" y="338"/>
                    <a:pt x="46" y="334"/>
                    <a:pt x="48" y="335"/>
                  </a:cubicBezTo>
                  <a:cubicBezTo>
                    <a:pt x="50" y="335"/>
                    <a:pt x="50" y="337"/>
                    <a:pt x="50" y="339"/>
                  </a:cubicBezTo>
                  <a:cubicBezTo>
                    <a:pt x="49" y="340"/>
                    <a:pt x="48" y="340"/>
                    <a:pt x="49" y="341"/>
                  </a:cubicBezTo>
                  <a:cubicBezTo>
                    <a:pt x="50" y="342"/>
                    <a:pt x="51" y="341"/>
                    <a:pt x="52" y="342"/>
                  </a:cubicBezTo>
                  <a:cubicBezTo>
                    <a:pt x="53" y="342"/>
                    <a:pt x="55" y="344"/>
                    <a:pt x="53" y="344"/>
                  </a:cubicBezTo>
                  <a:cubicBezTo>
                    <a:pt x="51" y="344"/>
                    <a:pt x="48" y="344"/>
                    <a:pt x="47" y="345"/>
                  </a:cubicBezTo>
                  <a:cubicBezTo>
                    <a:pt x="45" y="345"/>
                    <a:pt x="41" y="346"/>
                    <a:pt x="41" y="347"/>
                  </a:cubicBezTo>
                  <a:cubicBezTo>
                    <a:pt x="41" y="349"/>
                    <a:pt x="43" y="351"/>
                    <a:pt x="43" y="352"/>
                  </a:cubicBezTo>
                  <a:cubicBezTo>
                    <a:pt x="43" y="352"/>
                    <a:pt x="38" y="353"/>
                    <a:pt x="37" y="353"/>
                  </a:cubicBezTo>
                  <a:cubicBezTo>
                    <a:pt x="36" y="353"/>
                    <a:pt x="34" y="351"/>
                    <a:pt x="34" y="350"/>
                  </a:cubicBezTo>
                  <a:cubicBezTo>
                    <a:pt x="35" y="349"/>
                    <a:pt x="37" y="348"/>
                    <a:pt x="35" y="348"/>
                  </a:cubicBezTo>
                  <a:cubicBezTo>
                    <a:pt x="33" y="347"/>
                    <a:pt x="30" y="346"/>
                    <a:pt x="30" y="346"/>
                  </a:cubicBezTo>
                  <a:cubicBezTo>
                    <a:pt x="29" y="347"/>
                    <a:pt x="28" y="349"/>
                    <a:pt x="26" y="349"/>
                  </a:cubicBezTo>
                  <a:cubicBezTo>
                    <a:pt x="25" y="349"/>
                    <a:pt x="22" y="347"/>
                    <a:pt x="20" y="347"/>
                  </a:cubicBezTo>
                  <a:cubicBezTo>
                    <a:pt x="18" y="347"/>
                    <a:pt x="15" y="348"/>
                    <a:pt x="14" y="348"/>
                  </a:cubicBezTo>
                  <a:cubicBezTo>
                    <a:pt x="13" y="349"/>
                    <a:pt x="6" y="348"/>
                    <a:pt x="5" y="348"/>
                  </a:cubicBezTo>
                  <a:cubicBezTo>
                    <a:pt x="4" y="348"/>
                    <a:pt x="2" y="349"/>
                    <a:pt x="2" y="350"/>
                  </a:cubicBezTo>
                  <a:cubicBezTo>
                    <a:pt x="2" y="351"/>
                    <a:pt x="1" y="352"/>
                    <a:pt x="3" y="353"/>
                  </a:cubicBezTo>
                  <a:cubicBezTo>
                    <a:pt x="4" y="354"/>
                    <a:pt x="7" y="352"/>
                    <a:pt x="8" y="352"/>
                  </a:cubicBezTo>
                  <a:cubicBezTo>
                    <a:pt x="9" y="353"/>
                    <a:pt x="4" y="356"/>
                    <a:pt x="5" y="357"/>
                  </a:cubicBezTo>
                  <a:cubicBezTo>
                    <a:pt x="6" y="359"/>
                    <a:pt x="6" y="360"/>
                    <a:pt x="8" y="360"/>
                  </a:cubicBezTo>
                  <a:cubicBezTo>
                    <a:pt x="9" y="360"/>
                    <a:pt x="11" y="359"/>
                    <a:pt x="12" y="359"/>
                  </a:cubicBezTo>
                  <a:cubicBezTo>
                    <a:pt x="13" y="358"/>
                    <a:pt x="15" y="360"/>
                    <a:pt x="14" y="361"/>
                  </a:cubicBezTo>
                  <a:cubicBezTo>
                    <a:pt x="14" y="362"/>
                    <a:pt x="13" y="364"/>
                    <a:pt x="11" y="366"/>
                  </a:cubicBezTo>
                  <a:cubicBezTo>
                    <a:pt x="10" y="367"/>
                    <a:pt x="8" y="366"/>
                    <a:pt x="6" y="366"/>
                  </a:cubicBezTo>
                  <a:cubicBezTo>
                    <a:pt x="4" y="366"/>
                    <a:pt x="0" y="367"/>
                    <a:pt x="0" y="368"/>
                  </a:cubicBezTo>
                  <a:cubicBezTo>
                    <a:pt x="0" y="368"/>
                    <a:pt x="1" y="370"/>
                    <a:pt x="2" y="371"/>
                  </a:cubicBezTo>
                  <a:cubicBezTo>
                    <a:pt x="3" y="373"/>
                    <a:pt x="4" y="375"/>
                    <a:pt x="6" y="374"/>
                  </a:cubicBezTo>
                  <a:close/>
                  <a:moveTo>
                    <a:pt x="178" y="106"/>
                  </a:moveTo>
                  <a:cubicBezTo>
                    <a:pt x="177" y="107"/>
                    <a:pt x="177" y="108"/>
                    <a:pt x="176" y="108"/>
                  </a:cubicBezTo>
                  <a:cubicBezTo>
                    <a:pt x="175" y="109"/>
                    <a:pt x="175" y="110"/>
                    <a:pt x="175" y="111"/>
                  </a:cubicBezTo>
                  <a:cubicBezTo>
                    <a:pt x="174" y="111"/>
                    <a:pt x="174" y="112"/>
                    <a:pt x="174" y="113"/>
                  </a:cubicBezTo>
                  <a:cubicBezTo>
                    <a:pt x="174" y="114"/>
                    <a:pt x="176" y="114"/>
                    <a:pt x="177" y="114"/>
                  </a:cubicBezTo>
                  <a:cubicBezTo>
                    <a:pt x="178" y="113"/>
                    <a:pt x="178" y="112"/>
                    <a:pt x="180" y="112"/>
                  </a:cubicBezTo>
                  <a:cubicBezTo>
                    <a:pt x="181" y="112"/>
                    <a:pt x="180" y="111"/>
                    <a:pt x="182" y="110"/>
                  </a:cubicBezTo>
                  <a:cubicBezTo>
                    <a:pt x="184" y="110"/>
                    <a:pt x="184" y="109"/>
                    <a:pt x="184" y="108"/>
                  </a:cubicBezTo>
                  <a:cubicBezTo>
                    <a:pt x="184" y="107"/>
                    <a:pt x="184" y="107"/>
                    <a:pt x="183" y="106"/>
                  </a:cubicBezTo>
                  <a:cubicBezTo>
                    <a:pt x="182" y="106"/>
                    <a:pt x="180" y="105"/>
                    <a:pt x="178" y="106"/>
                  </a:cubicBezTo>
                  <a:close/>
                  <a:moveTo>
                    <a:pt x="343" y="40"/>
                  </a:moveTo>
                  <a:cubicBezTo>
                    <a:pt x="341" y="39"/>
                    <a:pt x="340" y="39"/>
                    <a:pt x="340" y="39"/>
                  </a:cubicBezTo>
                  <a:cubicBezTo>
                    <a:pt x="339" y="38"/>
                    <a:pt x="339" y="38"/>
                    <a:pt x="338" y="38"/>
                  </a:cubicBezTo>
                  <a:cubicBezTo>
                    <a:pt x="337" y="38"/>
                    <a:pt x="334" y="36"/>
                    <a:pt x="334" y="37"/>
                  </a:cubicBezTo>
                  <a:cubicBezTo>
                    <a:pt x="334" y="38"/>
                    <a:pt x="335" y="39"/>
                    <a:pt x="336" y="39"/>
                  </a:cubicBezTo>
                  <a:cubicBezTo>
                    <a:pt x="336" y="39"/>
                    <a:pt x="337" y="39"/>
                    <a:pt x="338" y="40"/>
                  </a:cubicBezTo>
                  <a:cubicBezTo>
                    <a:pt x="339" y="42"/>
                    <a:pt x="340" y="42"/>
                    <a:pt x="340" y="43"/>
                  </a:cubicBezTo>
                  <a:cubicBezTo>
                    <a:pt x="340" y="43"/>
                    <a:pt x="341" y="43"/>
                    <a:pt x="342" y="43"/>
                  </a:cubicBezTo>
                  <a:cubicBezTo>
                    <a:pt x="343" y="43"/>
                    <a:pt x="344" y="42"/>
                    <a:pt x="344" y="41"/>
                  </a:cubicBezTo>
                  <a:cubicBezTo>
                    <a:pt x="345" y="41"/>
                    <a:pt x="346" y="40"/>
                    <a:pt x="345" y="40"/>
                  </a:cubicBezTo>
                  <a:cubicBezTo>
                    <a:pt x="344" y="39"/>
                    <a:pt x="344" y="40"/>
                    <a:pt x="343" y="40"/>
                  </a:cubicBezTo>
                  <a:close/>
                  <a:moveTo>
                    <a:pt x="321" y="39"/>
                  </a:moveTo>
                  <a:cubicBezTo>
                    <a:pt x="319" y="39"/>
                    <a:pt x="318" y="39"/>
                    <a:pt x="317" y="39"/>
                  </a:cubicBezTo>
                  <a:cubicBezTo>
                    <a:pt x="316" y="39"/>
                    <a:pt x="315" y="39"/>
                    <a:pt x="315" y="40"/>
                  </a:cubicBezTo>
                  <a:cubicBezTo>
                    <a:pt x="315" y="41"/>
                    <a:pt x="315" y="41"/>
                    <a:pt x="316" y="41"/>
                  </a:cubicBezTo>
                  <a:cubicBezTo>
                    <a:pt x="318" y="41"/>
                    <a:pt x="318" y="41"/>
                    <a:pt x="319" y="41"/>
                  </a:cubicBezTo>
                  <a:cubicBezTo>
                    <a:pt x="319" y="42"/>
                    <a:pt x="319" y="43"/>
                    <a:pt x="321" y="42"/>
                  </a:cubicBezTo>
                  <a:cubicBezTo>
                    <a:pt x="322" y="42"/>
                    <a:pt x="322" y="41"/>
                    <a:pt x="322" y="40"/>
                  </a:cubicBezTo>
                  <a:cubicBezTo>
                    <a:pt x="322" y="40"/>
                    <a:pt x="322" y="39"/>
                    <a:pt x="321" y="39"/>
                  </a:cubicBezTo>
                  <a:close/>
                  <a:moveTo>
                    <a:pt x="303" y="39"/>
                  </a:moveTo>
                  <a:cubicBezTo>
                    <a:pt x="301" y="38"/>
                    <a:pt x="301" y="38"/>
                    <a:pt x="301" y="38"/>
                  </a:cubicBezTo>
                  <a:cubicBezTo>
                    <a:pt x="300" y="38"/>
                    <a:pt x="299" y="37"/>
                    <a:pt x="299" y="37"/>
                  </a:cubicBezTo>
                  <a:cubicBezTo>
                    <a:pt x="299" y="38"/>
                    <a:pt x="299" y="38"/>
                    <a:pt x="299" y="39"/>
                  </a:cubicBezTo>
                  <a:cubicBezTo>
                    <a:pt x="300" y="40"/>
                    <a:pt x="300" y="40"/>
                    <a:pt x="301" y="41"/>
                  </a:cubicBezTo>
                  <a:cubicBezTo>
                    <a:pt x="302" y="42"/>
                    <a:pt x="302" y="42"/>
                    <a:pt x="303" y="42"/>
                  </a:cubicBezTo>
                  <a:cubicBezTo>
                    <a:pt x="305" y="42"/>
                    <a:pt x="306" y="42"/>
                    <a:pt x="306" y="42"/>
                  </a:cubicBezTo>
                  <a:cubicBezTo>
                    <a:pt x="306" y="42"/>
                    <a:pt x="307" y="41"/>
                    <a:pt x="306" y="40"/>
                  </a:cubicBezTo>
                  <a:cubicBezTo>
                    <a:pt x="305" y="40"/>
                    <a:pt x="304" y="40"/>
                    <a:pt x="303" y="39"/>
                  </a:cubicBezTo>
                  <a:close/>
                  <a:moveTo>
                    <a:pt x="384" y="25"/>
                  </a:moveTo>
                  <a:cubicBezTo>
                    <a:pt x="385" y="25"/>
                    <a:pt x="385" y="25"/>
                    <a:pt x="386" y="25"/>
                  </a:cubicBezTo>
                  <a:cubicBezTo>
                    <a:pt x="387" y="24"/>
                    <a:pt x="387" y="24"/>
                    <a:pt x="388" y="23"/>
                  </a:cubicBezTo>
                  <a:cubicBezTo>
                    <a:pt x="389" y="23"/>
                    <a:pt x="390" y="22"/>
                    <a:pt x="390" y="21"/>
                  </a:cubicBezTo>
                  <a:cubicBezTo>
                    <a:pt x="390" y="21"/>
                    <a:pt x="390" y="20"/>
                    <a:pt x="389" y="20"/>
                  </a:cubicBezTo>
                  <a:cubicBezTo>
                    <a:pt x="388" y="20"/>
                    <a:pt x="388" y="21"/>
                    <a:pt x="387" y="20"/>
                  </a:cubicBezTo>
                  <a:cubicBezTo>
                    <a:pt x="385" y="19"/>
                    <a:pt x="384" y="19"/>
                    <a:pt x="383" y="20"/>
                  </a:cubicBezTo>
                  <a:cubicBezTo>
                    <a:pt x="383" y="20"/>
                    <a:pt x="384" y="21"/>
                    <a:pt x="384" y="22"/>
                  </a:cubicBezTo>
                  <a:cubicBezTo>
                    <a:pt x="384" y="24"/>
                    <a:pt x="383" y="24"/>
                    <a:pt x="384" y="25"/>
                  </a:cubicBezTo>
                  <a:close/>
                  <a:moveTo>
                    <a:pt x="359" y="33"/>
                  </a:moveTo>
                  <a:cubicBezTo>
                    <a:pt x="360" y="34"/>
                    <a:pt x="360" y="34"/>
                    <a:pt x="361" y="34"/>
                  </a:cubicBezTo>
                  <a:cubicBezTo>
                    <a:pt x="362" y="34"/>
                    <a:pt x="364" y="35"/>
                    <a:pt x="363" y="34"/>
                  </a:cubicBezTo>
                  <a:cubicBezTo>
                    <a:pt x="363" y="34"/>
                    <a:pt x="363" y="33"/>
                    <a:pt x="362" y="33"/>
                  </a:cubicBezTo>
                  <a:cubicBezTo>
                    <a:pt x="361" y="33"/>
                    <a:pt x="360" y="32"/>
                    <a:pt x="359" y="31"/>
                  </a:cubicBezTo>
                  <a:cubicBezTo>
                    <a:pt x="359" y="31"/>
                    <a:pt x="357" y="30"/>
                    <a:pt x="356" y="31"/>
                  </a:cubicBezTo>
                  <a:cubicBezTo>
                    <a:pt x="356" y="31"/>
                    <a:pt x="355" y="32"/>
                    <a:pt x="356" y="32"/>
                  </a:cubicBezTo>
                  <a:cubicBezTo>
                    <a:pt x="358" y="33"/>
                    <a:pt x="358" y="32"/>
                    <a:pt x="359" y="33"/>
                  </a:cubicBezTo>
                  <a:close/>
                  <a:moveTo>
                    <a:pt x="367" y="23"/>
                  </a:moveTo>
                  <a:cubicBezTo>
                    <a:pt x="368" y="22"/>
                    <a:pt x="368" y="22"/>
                    <a:pt x="370" y="21"/>
                  </a:cubicBezTo>
                  <a:cubicBezTo>
                    <a:pt x="371" y="20"/>
                    <a:pt x="372" y="19"/>
                    <a:pt x="373" y="18"/>
                  </a:cubicBezTo>
                  <a:cubicBezTo>
                    <a:pt x="373" y="17"/>
                    <a:pt x="377" y="16"/>
                    <a:pt x="376" y="16"/>
                  </a:cubicBezTo>
                  <a:cubicBezTo>
                    <a:pt x="375" y="15"/>
                    <a:pt x="374" y="14"/>
                    <a:pt x="373" y="15"/>
                  </a:cubicBezTo>
                  <a:cubicBezTo>
                    <a:pt x="372" y="17"/>
                    <a:pt x="373" y="17"/>
                    <a:pt x="371" y="19"/>
                  </a:cubicBezTo>
                  <a:cubicBezTo>
                    <a:pt x="369" y="20"/>
                    <a:pt x="368" y="20"/>
                    <a:pt x="366" y="21"/>
                  </a:cubicBezTo>
                  <a:cubicBezTo>
                    <a:pt x="364" y="21"/>
                    <a:pt x="362" y="20"/>
                    <a:pt x="360" y="20"/>
                  </a:cubicBezTo>
                  <a:cubicBezTo>
                    <a:pt x="357" y="20"/>
                    <a:pt x="358" y="19"/>
                    <a:pt x="356" y="19"/>
                  </a:cubicBezTo>
                  <a:cubicBezTo>
                    <a:pt x="355" y="19"/>
                    <a:pt x="355" y="20"/>
                    <a:pt x="354" y="21"/>
                  </a:cubicBezTo>
                  <a:cubicBezTo>
                    <a:pt x="353" y="21"/>
                    <a:pt x="352" y="22"/>
                    <a:pt x="351" y="22"/>
                  </a:cubicBezTo>
                  <a:cubicBezTo>
                    <a:pt x="350" y="21"/>
                    <a:pt x="349" y="20"/>
                    <a:pt x="349" y="21"/>
                  </a:cubicBezTo>
                  <a:cubicBezTo>
                    <a:pt x="348" y="22"/>
                    <a:pt x="348" y="24"/>
                    <a:pt x="349" y="24"/>
                  </a:cubicBezTo>
                  <a:cubicBezTo>
                    <a:pt x="350" y="25"/>
                    <a:pt x="352" y="26"/>
                    <a:pt x="354" y="26"/>
                  </a:cubicBezTo>
                  <a:cubicBezTo>
                    <a:pt x="356" y="25"/>
                    <a:pt x="357" y="25"/>
                    <a:pt x="358" y="25"/>
                  </a:cubicBezTo>
                  <a:cubicBezTo>
                    <a:pt x="359" y="25"/>
                    <a:pt x="361" y="25"/>
                    <a:pt x="362" y="25"/>
                  </a:cubicBezTo>
                  <a:cubicBezTo>
                    <a:pt x="364" y="25"/>
                    <a:pt x="365" y="25"/>
                    <a:pt x="366" y="24"/>
                  </a:cubicBezTo>
                  <a:cubicBezTo>
                    <a:pt x="366" y="24"/>
                    <a:pt x="367" y="23"/>
                    <a:pt x="367" y="23"/>
                  </a:cubicBezTo>
                  <a:close/>
                  <a:moveTo>
                    <a:pt x="357" y="38"/>
                  </a:moveTo>
                  <a:cubicBezTo>
                    <a:pt x="358" y="39"/>
                    <a:pt x="358" y="39"/>
                    <a:pt x="359" y="40"/>
                  </a:cubicBezTo>
                  <a:cubicBezTo>
                    <a:pt x="360" y="40"/>
                    <a:pt x="361" y="40"/>
                    <a:pt x="362" y="40"/>
                  </a:cubicBezTo>
                  <a:cubicBezTo>
                    <a:pt x="363" y="39"/>
                    <a:pt x="365" y="39"/>
                    <a:pt x="365" y="39"/>
                  </a:cubicBezTo>
                  <a:cubicBezTo>
                    <a:pt x="364" y="38"/>
                    <a:pt x="363" y="38"/>
                    <a:pt x="362" y="38"/>
                  </a:cubicBezTo>
                  <a:cubicBezTo>
                    <a:pt x="361" y="38"/>
                    <a:pt x="361" y="38"/>
                    <a:pt x="360" y="37"/>
                  </a:cubicBezTo>
                  <a:cubicBezTo>
                    <a:pt x="359" y="36"/>
                    <a:pt x="357" y="35"/>
                    <a:pt x="356" y="36"/>
                  </a:cubicBezTo>
                  <a:cubicBezTo>
                    <a:pt x="356" y="36"/>
                    <a:pt x="355" y="37"/>
                    <a:pt x="357" y="38"/>
                  </a:cubicBezTo>
                  <a:close/>
                  <a:moveTo>
                    <a:pt x="368" y="31"/>
                  </a:moveTo>
                  <a:cubicBezTo>
                    <a:pt x="370" y="32"/>
                    <a:pt x="370" y="34"/>
                    <a:pt x="372" y="33"/>
                  </a:cubicBezTo>
                  <a:cubicBezTo>
                    <a:pt x="374" y="32"/>
                    <a:pt x="375" y="31"/>
                    <a:pt x="375" y="30"/>
                  </a:cubicBezTo>
                  <a:cubicBezTo>
                    <a:pt x="376" y="29"/>
                    <a:pt x="377" y="28"/>
                    <a:pt x="378" y="28"/>
                  </a:cubicBezTo>
                  <a:cubicBezTo>
                    <a:pt x="379" y="27"/>
                    <a:pt x="380" y="27"/>
                    <a:pt x="380" y="26"/>
                  </a:cubicBezTo>
                  <a:cubicBezTo>
                    <a:pt x="380" y="25"/>
                    <a:pt x="379" y="24"/>
                    <a:pt x="378" y="24"/>
                  </a:cubicBezTo>
                  <a:cubicBezTo>
                    <a:pt x="377" y="25"/>
                    <a:pt x="374" y="25"/>
                    <a:pt x="373" y="26"/>
                  </a:cubicBezTo>
                  <a:cubicBezTo>
                    <a:pt x="372" y="27"/>
                    <a:pt x="370" y="27"/>
                    <a:pt x="368" y="28"/>
                  </a:cubicBezTo>
                  <a:cubicBezTo>
                    <a:pt x="367" y="28"/>
                    <a:pt x="366" y="28"/>
                    <a:pt x="366" y="29"/>
                  </a:cubicBezTo>
                  <a:cubicBezTo>
                    <a:pt x="367" y="30"/>
                    <a:pt x="366" y="30"/>
                    <a:pt x="368" y="31"/>
                  </a:cubicBezTo>
                  <a:close/>
                  <a:moveTo>
                    <a:pt x="279" y="56"/>
                  </a:moveTo>
                  <a:cubicBezTo>
                    <a:pt x="278" y="57"/>
                    <a:pt x="277" y="57"/>
                    <a:pt x="277" y="56"/>
                  </a:cubicBezTo>
                  <a:cubicBezTo>
                    <a:pt x="277" y="55"/>
                    <a:pt x="276" y="55"/>
                    <a:pt x="275" y="55"/>
                  </a:cubicBezTo>
                  <a:cubicBezTo>
                    <a:pt x="274" y="55"/>
                    <a:pt x="273" y="54"/>
                    <a:pt x="272" y="54"/>
                  </a:cubicBezTo>
                  <a:cubicBezTo>
                    <a:pt x="272" y="54"/>
                    <a:pt x="271" y="53"/>
                    <a:pt x="270" y="55"/>
                  </a:cubicBezTo>
                  <a:cubicBezTo>
                    <a:pt x="270" y="56"/>
                    <a:pt x="270" y="57"/>
                    <a:pt x="271" y="58"/>
                  </a:cubicBezTo>
                  <a:cubicBezTo>
                    <a:pt x="271" y="59"/>
                    <a:pt x="271" y="60"/>
                    <a:pt x="272" y="60"/>
                  </a:cubicBezTo>
                  <a:cubicBezTo>
                    <a:pt x="272" y="60"/>
                    <a:pt x="273" y="60"/>
                    <a:pt x="274" y="60"/>
                  </a:cubicBezTo>
                  <a:cubicBezTo>
                    <a:pt x="275" y="60"/>
                    <a:pt x="277" y="60"/>
                    <a:pt x="278" y="60"/>
                  </a:cubicBezTo>
                  <a:cubicBezTo>
                    <a:pt x="278" y="60"/>
                    <a:pt x="280" y="60"/>
                    <a:pt x="280" y="59"/>
                  </a:cubicBezTo>
                  <a:cubicBezTo>
                    <a:pt x="280" y="58"/>
                    <a:pt x="281" y="57"/>
                    <a:pt x="282" y="57"/>
                  </a:cubicBezTo>
                  <a:cubicBezTo>
                    <a:pt x="282" y="57"/>
                    <a:pt x="282" y="55"/>
                    <a:pt x="283" y="55"/>
                  </a:cubicBezTo>
                  <a:cubicBezTo>
                    <a:pt x="284" y="55"/>
                    <a:pt x="284" y="55"/>
                    <a:pt x="284" y="54"/>
                  </a:cubicBezTo>
                  <a:cubicBezTo>
                    <a:pt x="284" y="54"/>
                    <a:pt x="284" y="53"/>
                    <a:pt x="283" y="53"/>
                  </a:cubicBezTo>
                  <a:cubicBezTo>
                    <a:pt x="283" y="53"/>
                    <a:pt x="282" y="52"/>
                    <a:pt x="281" y="51"/>
                  </a:cubicBezTo>
                  <a:cubicBezTo>
                    <a:pt x="281" y="51"/>
                    <a:pt x="280" y="51"/>
                    <a:pt x="279" y="52"/>
                  </a:cubicBezTo>
                  <a:cubicBezTo>
                    <a:pt x="279" y="53"/>
                    <a:pt x="279" y="53"/>
                    <a:pt x="279" y="54"/>
                  </a:cubicBezTo>
                  <a:cubicBezTo>
                    <a:pt x="280" y="55"/>
                    <a:pt x="280" y="56"/>
                    <a:pt x="279" y="56"/>
                  </a:cubicBezTo>
                  <a:close/>
                  <a:moveTo>
                    <a:pt x="208" y="92"/>
                  </a:moveTo>
                  <a:cubicBezTo>
                    <a:pt x="209" y="91"/>
                    <a:pt x="211" y="92"/>
                    <a:pt x="210" y="90"/>
                  </a:cubicBezTo>
                  <a:cubicBezTo>
                    <a:pt x="210" y="88"/>
                    <a:pt x="209" y="87"/>
                    <a:pt x="209" y="87"/>
                  </a:cubicBezTo>
                  <a:cubicBezTo>
                    <a:pt x="208" y="87"/>
                    <a:pt x="207" y="86"/>
                    <a:pt x="207" y="85"/>
                  </a:cubicBezTo>
                  <a:cubicBezTo>
                    <a:pt x="207" y="84"/>
                    <a:pt x="206" y="83"/>
                    <a:pt x="206" y="83"/>
                  </a:cubicBezTo>
                  <a:cubicBezTo>
                    <a:pt x="205" y="83"/>
                    <a:pt x="205" y="82"/>
                    <a:pt x="205" y="83"/>
                  </a:cubicBezTo>
                  <a:cubicBezTo>
                    <a:pt x="204" y="83"/>
                    <a:pt x="204" y="84"/>
                    <a:pt x="204" y="85"/>
                  </a:cubicBezTo>
                  <a:cubicBezTo>
                    <a:pt x="203" y="86"/>
                    <a:pt x="202" y="87"/>
                    <a:pt x="201" y="87"/>
                  </a:cubicBezTo>
                  <a:cubicBezTo>
                    <a:pt x="200" y="88"/>
                    <a:pt x="200" y="88"/>
                    <a:pt x="198" y="89"/>
                  </a:cubicBezTo>
                  <a:cubicBezTo>
                    <a:pt x="197" y="90"/>
                    <a:pt x="197" y="91"/>
                    <a:pt x="196" y="91"/>
                  </a:cubicBezTo>
                  <a:cubicBezTo>
                    <a:pt x="195" y="92"/>
                    <a:pt x="193" y="92"/>
                    <a:pt x="193" y="92"/>
                  </a:cubicBezTo>
                  <a:cubicBezTo>
                    <a:pt x="193" y="93"/>
                    <a:pt x="191" y="94"/>
                    <a:pt x="193" y="95"/>
                  </a:cubicBezTo>
                  <a:cubicBezTo>
                    <a:pt x="195" y="95"/>
                    <a:pt x="196" y="94"/>
                    <a:pt x="197" y="93"/>
                  </a:cubicBezTo>
                  <a:cubicBezTo>
                    <a:pt x="198" y="92"/>
                    <a:pt x="199" y="92"/>
                    <a:pt x="201" y="92"/>
                  </a:cubicBezTo>
                  <a:cubicBezTo>
                    <a:pt x="202" y="92"/>
                    <a:pt x="203" y="91"/>
                    <a:pt x="203" y="92"/>
                  </a:cubicBezTo>
                  <a:cubicBezTo>
                    <a:pt x="204" y="93"/>
                    <a:pt x="203" y="94"/>
                    <a:pt x="204" y="94"/>
                  </a:cubicBezTo>
                  <a:cubicBezTo>
                    <a:pt x="205" y="95"/>
                    <a:pt x="206" y="95"/>
                    <a:pt x="207" y="94"/>
                  </a:cubicBezTo>
                  <a:cubicBezTo>
                    <a:pt x="208" y="94"/>
                    <a:pt x="208" y="93"/>
                    <a:pt x="208" y="92"/>
                  </a:cubicBezTo>
                  <a:close/>
                  <a:moveTo>
                    <a:pt x="201" y="104"/>
                  </a:moveTo>
                  <a:cubicBezTo>
                    <a:pt x="201" y="103"/>
                    <a:pt x="200" y="102"/>
                    <a:pt x="199" y="103"/>
                  </a:cubicBezTo>
                  <a:cubicBezTo>
                    <a:pt x="197" y="103"/>
                    <a:pt x="194" y="102"/>
                    <a:pt x="193" y="104"/>
                  </a:cubicBezTo>
                  <a:cubicBezTo>
                    <a:pt x="192" y="106"/>
                    <a:pt x="191" y="106"/>
                    <a:pt x="191" y="107"/>
                  </a:cubicBezTo>
                  <a:cubicBezTo>
                    <a:pt x="190" y="108"/>
                    <a:pt x="190" y="109"/>
                    <a:pt x="191" y="109"/>
                  </a:cubicBezTo>
                  <a:cubicBezTo>
                    <a:pt x="192" y="109"/>
                    <a:pt x="193" y="109"/>
                    <a:pt x="193" y="109"/>
                  </a:cubicBezTo>
                  <a:cubicBezTo>
                    <a:pt x="194" y="108"/>
                    <a:pt x="194" y="107"/>
                    <a:pt x="196" y="107"/>
                  </a:cubicBezTo>
                  <a:cubicBezTo>
                    <a:pt x="199" y="107"/>
                    <a:pt x="199" y="106"/>
                    <a:pt x="200" y="105"/>
                  </a:cubicBezTo>
                  <a:cubicBezTo>
                    <a:pt x="201" y="105"/>
                    <a:pt x="202" y="105"/>
                    <a:pt x="201" y="104"/>
                  </a:cubicBezTo>
                  <a:close/>
                  <a:moveTo>
                    <a:pt x="162" y="116"/>
                  </a:moveTo>
                  <a:cubicBezTo>
                    <a:pt x="162" y="118"/>
                    <a:pt x="160" y="119"/>
                    <a:pt x="160" y="121"/>
                  </a:cubicBezTo>
                  <a:cubicBezTo>
                    <a:pt x="159" y="122"/>
                    <a:pt x="160" y="123"/>
                    <a:pt x="161" y="122"/>
                  </a:cubicBezTo>
                  <a:cubicBezTo>
                    <a:pt x="162" y="121"/>
                    <a:pt x="162" y="120"/>
                    <a:pt x="163" y="120"/>
                  </a:cubicBezTo>
                  <a:cubicBezTo>
                    <a:pt x="165" y="119"/>
                    <a:pt x="166" y="119"/>
                    <a:pt x="166" y="118"/>
                  </a:cubicBezTo>
                  <a:cubicBezTo>
                    <a:pt x="166" y="117"/>
                    <a:pt x="166" y="115"/>
                    <a:pt x="165" y="114"/>
                  </a:cubicBezTo>
                  <a:cubicBezTo>
                    <a:pt x="165" y="114"/>
                    <a:pt x="162" y="115"/>
                    <a:pt x="162" y="116"/>
                  </a:cubicBezTo>
                  <a:close/>
                  <a:moveTo>
                    <a:pt x="423" y="5"/>
                  </a:moveTo>
                  <a:cubicBezTo>
                    <a:pt x="423" y="6"/>
                    <a:pt x="422" y="6"/>
                    <a:pt x="421" y="6"/>
                  </a:cubicBezTo>
                  <a:cubicBezTo>
                    <a:pt x="420" y="6"/>
                    <a:pt x="419" y="6"/>
                    <a:pt x="419" y="7"/>
                  </a:cubicBezTo>
                  <a:cubicBezTo>
                    <a:pt x="420" y="8"/>
                    <a:pt x="420" y="9"/>
                    <a:pt x="421" y="9"/>
                  </a:cubicBezTo>
                  <a:cubicBezTo>
                    <a:pt x="422" y="9"/>
                    <a:pt x="423" y="9"/>
                    <a:pt x="424" y="9"/>
                  </a:cubicBezTo>
                  <a:cubicBezTo>
                    <a:pt x="425" y="8"/>
                    <a:pt x="427" y="8"/>
                    <a:pt x="428" y="8"/>
                  </a:cubicBezTo>
                  <a:cubicBezTo>
                    <a:pt x="430" y="8"/>
                    <a:pt x="432" y="8"/>
                    <a:pt x="432" y="7"/>
                  </a:cubicBezTo>
                  <a:cubicBezTo>
                    <a:pt x="433" y="6"/>
                    <a:pt x="434" y="5"/>
                    <a:pt x="432" y="5"/>
                  </a:cubicBezTo>
                  <a:cubicBezTo>
                    <a:pt x="430" y="4"/>
                    <a:pt x="429" y="4"/>
                    <a:pt x="429" y="3"/>
                  </a:cubicBezTo>
                  <a:cubicBezTo>
                    <a:pt x="428" y="2"/>
                    <a:pt x="428" y="2"/>
                    <a:pt x="427" y="2"/>
                  </a:cubicBezTo>
                  <a:cubicBezTo>
                    <a:pt x="426" y="1"/>
                    <a:pt x="424" y="0"/>
                    <a:pt x="423" y="1"/>
                  </a:cubicBezTo>
                  <a:cubicBezTo>
                    <a:pt x="423" y="2"/>
                    <a:pt x="423" y="3"/>
                    <a:pt x="423" y="4"/>
                  </a:cubicBezTo>
                  <a:cubicBezTo>
                    <a:pt x="424" y="4"/>
                    <a:pt x="424" y="5"/>
                    <a:pt x="423" y="5"/>
                  </a:cubicBezTo>
                  <a:close/>
                  <a:moveTo>
                    <a:pt x="218" y="83"/>
                  </a:moveTo>
                  <a:cubicBezTo>
                    <a:pt x="218" y="84"/>
                    <a:pt x="218" y="85"/>
                    <a:pt x="218" y="86"/>
                  </a:cubicBezTo>
                  <a:cubicBezTo>
                    <a:pt x="217" y="87"/>
                    <a:pt x="217" y="87"/>
                    <a:pt x="217" y="88"/>
                  </a:cubicBezTo>
                  <a:cubicBezTo>
                    <a:pt x="217" y="89"/>
                    <a:pt x="217" y="89"/>
                    <a:pt x="218" y="89"/>
                  </a:cubicBezTo>
                  <a:cubicBezTo>
                    <a:pt x="218" y="89"/>
                    <a:pt x="219" y="90"/>
                    <a:pt x="219" y="88"/>
                  </a:cubicBezTo>
                  <a:cubicBezTo>
                    <a:pt x="219" y="86"/>
                    <a:pt x="219" y="86"/>
                    <a:pt x="220" y="85"/>
                  </a:cubicBezTo>
                  <a:cubicBezTo>
                    <a:pt x="221" y="85"/>
                    <a:pt x="221" y="84"/>
                    <a:pt x="221" y="84"/>
                  </a:cubicBezTo>
                  <a:cubicBezTo>
                    <a:pt x="221" y="83"/>
                    <a:pt x="219" y="83"/>
                    <a:pt x="218" y="83"/>
                  </a:cubicBezTo>
                  <a:close/>
                  <a:moveTo>
                    <a:pt x="224" y="76"/>
                  </a:moveTo>
                  <a:cubicBezTo>
                    <a:pt x="224" y="75"/>
                    <a:pt x="225" y="73"/>
                    <a:pt x="223" y="74"/>
                  </a:cubicBezTo>
                  <a:cubicBezTo>
                    <a:pt x="223" y="75"/>
                    <a:pt x="223" y="75"/>
                    <a:pt x="221" y="75"/>
                  </a:cubicBezTo>
                  <a:cubicBezTo>
                    <a:pt x="220" y="76"/>
                    <a:pt x="218" y="76"/>
                    <a:pt x="218" y="77"/>
                  </a:cubicBezTo>
                  <a:cubicBezTo>
                    <a:pt x="217" y="78"/>
                    <a:pt x="216" y="78"/>
                    <a:pt x="216" y="79"/>
                  </a:cubicBezTo>
                  <a:cubicBezTo>
                    <a:pt x="216" y="80"/>
                    <a:pt x="218" y="80"/>
                    <a:pt x="218" y="80"/>
                  </a:cubicBezTo>
                  <a:cubicBezTo>
                    <a:pt x="219" y="80"/>
                    <a:pt x="220" y="80"/>
                    <a:pt x="220" y="79"/>
                  </a:cubicBezTo>
                  <a:cubicBezTo>
                    <a:pt x="221" y="78"/>
                    <a:pt x="220" y="78"/>
                    <a:pt x="221" y="77"/>
                  </a:cubicBezTo>
                  <a:cubicBezTo>
                    <a:pt x="223" y="77"/>
                    <a:pt x="224" y="76"/>
                    <a:pt x="224" y="76"/>
                  </a:cubicBezTo>
                  <a:close/>
                  <a:moveTo>
                    <a:pt x="202" y="126"/>
                  </a:moveTo>
                  <a:cubicBezTo>
                    <a:pt x="203" y="125"/>
                    <a:pt x="203" y="125"/>
                    <a:pt x="204" y="124"/>
                  </a:cubicBezTo>
                  <a:cubicBezTo>
                    <a:pt x="206" y="124"/>
                    <a:pt x="207" y="124"/>
                    <a:pt x="207" y="123"/>
                  </a:cubicBezTo>
                  <a:cubicBezTo>
                    <a:pt x="207" y="122"/>
                    <a:pt x="203" y="120"/>
                    <a:pt x="202" y="121"/>
                  </a:cubicBezTo>
                  <a:cubicBezTo>
                    <a:pt x="201" y="121"/>
                    <a:pt x="201" y="121"/>
                    <a:pt x="200" y="123"/>
                  </a:cubicBezTo>
                  <a:cubicBezTo>
                    <a:pt x="200" y="124"/>
                    <a:pt x="199" y="124"/>
                    <a:pt x="200" y="125"/>
                  </a:cubicBezTo>
                  <a:cubicBezTo>
                    <a:pt x="200" y="126"/>
                    <a:pt x="201" y="127"/>
                    <a:pt x="202" y="126"/>
                  </a:cubicBezTo>
                  <a:close/>
                  <a:moveTo>
                    <a:pt x="289" y="51"/>
                  </a:moveTo>
                  <a:cubicBezTo>
                    <a:pt x="291" y="51"/>
                    <a:pt x="292" y="51"/>
                    <a:pt x="293" y="51"/>
                  </a:cubicBezTo>
                  <a:cubicBezTo>
                    <a:pt x="294" y="50"/>
                    <a:pt x="294" y="50"/>
                    <a:pt x="295" y="49"/>
                  </a:cubicBezTo>
                  <a:cubicBezTo>
                    <a:pt x="295" y="48"/>
                    <a:pt x="295" y="47"/>
                    <a:pt x="296" y="47"/>
                  </a:cubicBezTo>
                  <a:cubicBezTo>
                    <a:pt x="298" y="47"/>
                    <a:pt x="298" y="46"/>
                    <a:pt x="298" y="46"/>
                  </a:cubicBezTo>
                  <a:cubicBezTo>
                    <a:pt x="298" y="45"/>
                    <a:pt x="297" y="44"/>
                    <a:pt x="296" y="44"/>
                  </a:cubicBezTo>
                  <a:cubicBezTo>
                    <a:pt x="295" y="44"/>
                    <a:pt x="293" y="44"/>
                    <a:pt x="293" y="43"/>
                  </a:cubicBezTo>
                  <a:cubicBezTo>
                    <a:pt x="292" y="42"/>
                    <a:pt x="291" y="42"/>
                    <a:pt x="290" y="42"/>
                  </a:cubicBezTo>
                  <a:cubicBezTo>
                    <a:pt x="288" y="43"/>
                    <a:pt x="288" y="43"/>
                    <a:pt x="287" y="43"/>
                  </a:cubicBezTo>
                  <a:cubicBezTo>
                    <a:pt x="287" y="44"/>
                    <a:pt x="286" y="44"/>
                    <a:pt x="285" y="45"/>
                  </a:cubicBezTo>
                  <a:cubicBezTo>
                    <a:pt x="284" y="46"/>
                    <a:pt x="283" y="46"/>
                    <a:pt x="283" y="46"/>
                  </a:cubicBezTo>
                  <a:cubicBezTo>
                    <a:pt x="282" y="46"/>
                    <a:pt x="281" y="46"/>
                    <a:pt x="282" y="47"/>
                  </a:cubicBezTo>
                  <a:cubicBezTo>
                    <a:pt x="283" y="48"/>
                    <a:pt x="283" y="48"/>
                    <a:pt x="284" y="49"/>
                  </a:cubicBezTo>
                  <a:cubicBezTo>
                    <a:pt x="285" y="49"/>
                    <a:pt x="286" y="50"/>
                    <a:pt x="287" y="50"/>
                  </a:cubicBezTo>
                  <a:cubicBezTo>
                    <a:pt x="287" y="51"/>
                    <a:pt x="288" y="51"/>
                    <a:pt x="289" y="51"/>
                  </a:cubicBezTo>
                  <a:close/>
                  <a:moveTo>
                    <a:pt x="245" y="75"/>
                  </a:moveTo>
                  <a:cubicBezTo>
                    <a:pt x="244" y="75"/>
                    <a:pt x="243" y="75"/>
                    <a:pt x="243" y="76"/>
                  </a:cubicBezTo>
                  <a:cubicBezTo>
                    <a:pt x="243" y="77"/>
                    <a:pt x="242" y="77"/>
                    <a:pt x="243" y="78"/>
                  </a:cubicBezTo>
                  <a:cubicBezTo>
                    <a:pt x="243" y="79"/>
                    <a:pt x="243" y="79"/>
                    <a:pt x="244" y="79"/>
                  </a:cubicBezTo>
                  <a:cubicBezTo>
                    <a:pt x="245" y="80"/>
                    <a:pt x="247" y="80"/>
                    <a:pt x="248" y="80"/>
                  </a:cubicBezTo>
                  <a:cubicBezTo>
                    <a:pt x="248" y="79"/>
                    <a:pt x="248" y="79"/>
                    <a:pt x="249" y="78"/>
                  </a:cubicBezTo>
                  <a:cubicBezTo>
                    <a:pt x="250" y="78"/>
                    <a:pt x="251" y="78"/>
                    <a:pt x="252" y="78"/>
                  </a:cubicBezTo>
                  <a:cubicBezTo>
                    <a:pt x="253" y="78"/>
                    <a:pt x="254" y="78"/>
                    <a:pt x="255" y="77"/>
                  </a:cubicBezTo>
                  <a:cubicBezTo>
                    <a:pt x="255" y="76"/>
                    <a:pt x="255" y="76"/>
                    <a:pt x="257" y="76"/>
                  </a:cubicBezTo>
                  <a:cubicBezTo>
                    <a:pt x="258" y="76"/>
                    <a:pt x="260" y="76"/>
                    <a:pt x="261" y="75"/>
                  </a:cubicBezTo>
                  <a:cubicBezTo>
                    <a:pt x="261" y="75"/>
                    <a:pt x="263" y="74"/>
                    <a:pt x="263" y="73"/>
                  </a:cubicBezTo>
                  <a:cubicBezTo>
                    <a:pt x="263" y="72"/>
                    <a:pt x="263" y="71"/>
                    <a:pt x="263" y="70"/>
                  </a:cubicBezTo>
                  <a:cubicBezTo>
                    <a:pt x="263" y="69"/>
                    <a:pt x="264" y="68"/>
                    <a:pt x="264" y="67"/>
                  </a:cubicBezTo>
                  <a:cubicBezTo>
                    <a:pt x="264" y="66"/>
                    <a:pt x="265" y="65"/>
                    <a:pt x="264" y="64"/>
                  </a:cubicBezTo>
                  <a:cubicBezTo>
                    <a:pt x="264" y="63"/>
                    <a:pt x="263" y="62"/>
                    <a:pt x="262" y="62"/>
                  </a:cubicBezTo>
                  <a:cubicBezTo>
                    <a:pt x="260" y="62"/>
                    <a:pt x="258" y="62"/>
                    <a:pt x="258" y="64"/>
                  </a:cubicBezTo>
                  <a:cubicBezTo>
                    <a:pt x="258" y="65"/>
                    <a:pt x="258" y="66"/>
                    <a:pt x="256" y="66"/>
                  </a:cubicBezTo>
                  <a:cubicBezTo>
                    <a:pt x="255" y="66"/>
                    <a:pt x="254" y="66"/>
                    <a:pt x="254" y="67"/>
                  </a:cubicBezTo>
                  <a:cubicBezTo>
                    <a:pt x="253" y="69"/>
                    <a:pt x="252" y="69"/>
                    <a:pt x="252" y="69"/>
                  </a:cubicBezTo>
                  <a:cubicBezTo>
                    <a:pt x="251" y="68"/>
                    <a:pt x="250" y="68"/>
                    <a:pt x="249" y="67"/>
                  </a:cubicBezTo>
                  <a:cubicBezTo>
                    <a:pt x="247" y="67"/>
                    <a:pt x="245" y="67"/>
                    <a:pt x="245" y="68"/>
                  </a:cubicBezTo>
                  <a:cubicBezTo>
                    <a:pt x="244" y="68"/>
                    <a:pt x="244" y="69"/>
                    <a:pt x="245" y="70"/>
                  </a:cubicBezTo>
                  <a:cubicBezTo>
                    <a:pt x="245" y="70"/>
                    <a:pt x="246" y="71"/>
                    <a:pt x="246" y="71"/>
                  </a:cubicBezTo>
                  <a:cubicBezTo>
                    <a:pt x="247" y="72"/>
                    <a:pt x="247" y="72"/>
                    <a:pt x="246" y="73"/>
                  </a:cubicBezTo>
                  <a:cubicBezTo>
                    <a:pt x="246" y="74"/>
                    <a:pt x="246" y="74"/>
                    <a:pt x="245" y="75"/>
                  </a:cubicBezTo>
                  <a:close/>
                  <a:moveTo>
                    <a:pt x="214" y="112"/>
                  </a:moveTo>
                  <a:cubicBezTo>
                    <a:pt x="213" y="113"/>
                    <a:pt x="212" y="113"/>
                    <a:pt x="212" y="114"/>
                  </a:cubicBezTo>
                  <a:cubicBezTo>
                    <a:pt x="212" y="115"/>
                    <a:pt x="212" y="115"/>
                    <a:pt x="213" y="115"/>
                  </a:cubicBezTo>
                  <a:cubicBezTo>
                    <a:pt x="213" y="115"/>
                    <a:pt x="213" y="115"/>
                    <a:pt x="214" y="114"/>
                  </a:cubicBezTo>
                  <a:cubicBezTo>
                    <a:pt x="214" y="114"/>
                    <a:pt x="215" y="114"/>
                    <a:pt x="215" y="113"/>
                  </a:cubicBezTo>
                  <a:cubicBezTo>
                    <a:pt x="216" y="113"/>
                    <a:pt x="214" y="111"/>
                    <a:pt x="214" y="112"/>
                  </a:cubicBezTo>
                  <a:close/>
                  <a:moveTo>
                    <a:pt x="234" y="89"/>
                  </a:moveTo>
                  <a:cubicBezTo>
                    <a:pt x="234" y="88"/>
                    <a:pt x="233" y="88"/>
                    <a:pt x="232" y="88"/>
                  </a:cubicBezTo>
                  <a:cubicBezTo>
                    <a:pt x="231" y="88"/>
                    <a:pt x="230" y="87"/>
                    <a:pt x="229" y="87"/>
                  </a:cubicBezTo>
                  <a:cubicBezTo>
                    <a:pt x="228" y="87"/>
                    <a:pt x="227" y="87"/>
                    <a:pt x="226" y="88"/>
                  </a:cubicBezTo>
                  <a:cubicBezTo>
                    <a:pt x="226" y="89"/>
                    <a:pt x="226" y="90"/>
                    <a:pt x="227" y="91"/>
                  </a:cubicBezTo>
                  <a:cubicBezTo>
                    <a:pt x="227" y="92"/>
                    <a:pt x="227" y="93"/>
                    <a:pt x="227" y="93"/>
                  </a:cubicBezTo>
                  <a:cubicBezTo>
                    <a:pt x="226" y="94"/>
                    <a:pt x="226" y="95"/>
                    <a:pt x="225" y="94"/>
                  </a:cubicBezTo>
                  <a:cubicBezTo>
                    <a:pt x="224" y="95"/>
                    <a:pt x="221" y="97"/>
                    <a:pt x="220" y="98"/>
                  </a:cubicBezTo>
                  <a:cubicBezTo>
                    <a:pt x="219" y="99"/>
                    <a:pt x="217" y="99"/>
                    <a:pt x="217" y="99"/>
                  </a:cubicBezTo>
                  <a:cubicBezTo>
                    <a:pt x="217" y="98"/>
                    <a:pt x="216" y="97"/>
                    <a:pt x="218" y="96"/>
                  </a:cubicBezTo>
                  <a:cubicBezTo>
                    <a:pt x="219" y="96"/>
                    <a:pt x="221" y="95"/>
                    <a:pt x="221" y="94"/>
                  </a:cubicBezTo>
                  <a:cubicBezTo>
                    <a:pt x="221" y="93"/>
                    <a:pt x="221" y="93"/>
                    <a:pt x="221" y="92"/>
                  </a:cubicBezTo>
                  <a:cubicBezTo>
                    <a:pt x="220" y="92"/>
                    <a:pt x="220" y="91"/>
                    <a:pt x="219" y="91"/>
                  </a:cubicBezTo>
                  <a:cubicBezTo>
                    <a:pt x="218" y="92"/>
                    <a:pt x="218" y="92"/>
                    <a:pt x="217" y="92"/>
                  </a:cubicBezTo>
                  <a:cubicBezTo>
                    <a:pt x="216" y="92"/>
                    <a:pt x="216" y="92"/>
                    <a:pt x="215" y="93"/>
                  </a:cubicBezTo>
                  <a:cubicBezTo>
                    <a:pt x="215" y="94"/>
                    <a:pt x="214" y="94"/>
                    <a:pt x="214" y="95"/>
                  </a:cubicBezTo>
                  <a:cubicBezTo>
                    <a:pt x="214" y="96"/>
                    <a:pt x="213" y="97"/>
                    <a:pt x="212" y="97"/>
                  </a:cubicBezTo>
                  <a:cubicBezTo>
                    <a:pt x="212" y="97"/>
                    <a:pt x="211" y="97"/>
                    <a:pt x="211" y="98"/>
                  </a:cubicBezTo>
                  <a:cubicBezTo>
                    <a:pt x="210" y="100"/>
                    <a:pt x="211" y="100"/>
                    <a:pt x="210" y="101"/>
                  </a:cubicBezTo>
                  <a:cubicBezTo>
                    <a:pt x="210" y="102"/>
                    <a:pt x="209" y="101"/>
                    <a:pt x="209" y="102"/>
                  </a:cubicBezTo>
                  <a:cubicBezTo>
                    <a:pt x="208" y="103"/>
                    <a:pt x="206" y="103"/>
                    <a:pt x="209" y="104"/>
                  </a:cubicBezTo>
                  <a:cubicBezTo>
                    <a:pt x="211" y="106"/>
                    <a:pt x="212" y="105"/>
                    <a:pt x="213" y="106"/>
                  </a:cubicBezTo>
                  <a:cubicBezTo>
                    <a:pt x="214" y="107"/>
                    <a:pt x="215" y="108"/>
                    <a:pt x="216" y="107"/>
                  </a:cubicBezTo>
                  <a:cubicBezTo>
                    <a:pt x="218" y="106"/>
                    <a:pt x="218" y="106"/>
                    <a:pt x="219" y="104"/>
                  </a:cubicBezTo>
                  <a:cubicBezTo>
                    <a:pt x="220" y="103"/>
                    <a:pt x="220" y="102"/>
                    <a:pt x="222" y="101"/>
                  </a:cubicBezTo>
                  <a:cubicBezTo>
                    <a:pt x="223" y="101"/>
                    <a:pt x="223" y="99"/>
                    <a:pt x="225" y="99"/>
                  </a:cubicBezTo>
                  <a:cubicBezTo>
                    <a:pt x="226" y="98"/>
                    <a:pt x="228" y="98"/>
                    <a:pt x="229" y="98"/>
                  </a:cubicBezTo>
                  <a:cubicBezTo>
                    <a:pt x="231" y="98"/>
                    <a:pt x="232" y="98"/>
                    <a:pt x="232" y="98"/>
                  </a:cubicBezTo>
                  <a:cubicBezTo>
                    <a:pt x="233" y="98"/>
                    <a:pt x="234" y="97"/>
                    <a:pt x="234" y="95"/>
                  </a:cubicBezTo>
                  <a:cubicBezTo>
                    <a:pt x="234" y="94"/>
                    <a:pt x="234" y="93"/>
                    <a:pt x="234" y="91"/>
                  </a:cubicBezTo>
                  <a:cubicBezTo>
                    <a:pt x="235" y="90"/>
                    <a:pt x="235" y="89"/>
                    <a:pt x="234" y="8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1" name="Freeform 416">
              <a:extLst>
                <a:ext uri="{FF2B5EF4-FFF2-40B4-BE49-F238E27FC236}">
                  <a16:creationId xmlns:a16="http://schemas.microsoft.com/office/drawing/2014/main" id="{9E0D0D7D-122F-2964-A417-1939587B1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935" y="1951423"/>
              <a:ext cx="133987" cy="112831"/>
            </a:xfrm>
            <a:custGeom>
              <a:avLst/>
              <a:gdLst>
                <a:gd name="T0" fmla="*/ 1 w 122"/>
                <a:gd name="T1" fmla="*/ 85 h 104"/>
                <a:gd name="T2" fmla="*/ 7 w 122"/>
                <a:gd name="T3" fmla="*/ 93 h 104"/>
                <a:gd name="T4" fmla="*/ 8 w 122"/>
                <a:gd name="T5" fmla="*/ 103 h 104"/>
                <a:gd name="T6" fmla="*/ 17 w 122"/>
                <a:gd name="T7" fmla="*/ 94 h 104"/>
                <a:gd name="T8" fmla="*/ 26 w 122"/>
                <a:gd name="T9" fmla="*/ 93 h 104"/>
                <a:gd name="T10" fmla="*/ 19 w 122"/>
                <a:gd name="T11" fmla="*/ 87 h 104"/>
                <a:gd name="T12" fmla="*/ 11 w 122"/>
                <a:gd name="T13" fmla="*/ 85 h 104"/>
                <a:gd name="T14" fmla="*/ 14 w 122"/>
                <a:gd name="T15" fmla="*/ 75 h 104"/>
                <a:gd name="T16" fmla="*/ 22 w 122"/>
                <a:gd name="T17" fmla="*/ 79 h 104"/>
                <a:gd name="T18" fmla="*/ 30 w 122"/>
                <a:gd name="T19" fmla="*/ 77 h 104"/>
                <a:gd name="T20" fmla="*/ 42 w 122"/>
                <a:gd name="T21" fmla="*/ 76 h 104"/>
                <a:gd name="T22" fmla="*/ 57 w 122"/>
                <a:gd name="T23" fmla="*/ 84 h 104"/>
                <a:gd name="T24" fmla="*/ 69 w 122"/>
                <a:gd name="T25" fmla="*/ 90 h 104"/>
                <a:gd name="T26" fmla="*/ 75 w 122"/>
                <a:gd name="T27" fmla="*/ 77 h 104"/>
                <a:gd name="T28" fmla="*/ 86 w 122"/>
                <a:gd name="T29" fmla="*/ 68 h 104"/>
                <a:gd name="T30" fmla="*/ 99 w 122"/>
                <a:gd name="T31" fmla="*/ 67 h 104"/>
                <a:gd name="T32" fmla="*/ 104 w 122"/>
                <a:gd name="T33" fmla="*/ 64 h 104"/>
                <a:gd name="T34" fmla="*/ 114 w 122"/>
                <a:gd name="T35" fmla="*/ 62 h 104"/>
                <a:gd name="T36" fmla="*/ 121 w 122"/>
                <a:gd name="T37" fmla="*/ 56 h 104"/>
                <a:gd name="T38" fmla="*/ 113 w 122"/>
                <a:gd name="T39" fmla="*/ 57 h 104"/>
                <a:gd name="T40" fmla="*/ 111 w 122"/>
                <a:gd name="T41" fmla="*/ 50 h 104"/>
                <a:gd name="T42" fmla="*/ 108 w 122"/>
                <a:gd name="T43" fmla="*/ 41 h 104"/>
                <a:gd name="T44" fmla="*/ 109 w 122"/>
                <a:gd name="T45" fmla="*/ 34 h 104"/>
                <a:gd name="T46" fmla="*/ 99 w 122"/>
                <a:gd name="T47" fmla="*/ 41 h 104"/>
                <a:gd name="T48" fmla="*/ 83 w 122"/>
                <a:gd name="T49" fmla="*/ 37 h 104"/>
                <a:gd name="T50" fmla="*/ 73 w 122"/>
                <a:gd name="T51" fmla="*/ 29 h 104"/>
                <a:gd name="T52" fmla="*/ 58 w 122"/>
                <a:gd name="T53" fmla="*/ 17 h 104"/>
                <a:gd name="T54" fmla="*/ 45 w 122"/>
                <a:gd name="T55" fmla="*/ 2 h 104"/>
                <a:gd name="T56" fmla="*/ 39 w 122"/>
                <a:gd name="T57" fmla="*/ 7 h 104"/>
                <a:gd name="T58" fmla="*/ 42 w 122"/>
                <a:gd name="T59" fmla="*/ 22 h 104"/>
                <a:gd name="T60" fmla="*/ 40 w 122"/>
                <a:gd name="T61" fmla="*/ 36 h 104"/>
                <a:gd name="T62" fmla="*/ 32 w 122"/>
                <a:gd name="T63" fmla="*/ 47 h 104"/>
                <a:gd name="T64" fmla="*/ 33 w 122"/>
                <a:gd name="T65" fmla="*/ 57 h 104"/>
                <a:gd name="T66" fmla="*/ 23 w 122"/>
                <a:gd name="T67" fmla="*/ 59 h 104"/>
                <a:gd name="T68" fmla="*/ 15 w 122"/>
                <a:gd name="T69" fmla="*/ 56 h 104"/>
                <a:gd name="T70" fmla="*/ 14 w 122"/>
                <a:gd name="T71" fmla="*/ 63 h 104"/>
                <a:gd name="T72" fmla="*/ 7 w 122"/>
                <a:gd name="T73" fmla="*/ 71 h 104"/>
                <a:gd name="T74" fmla="*/ 0 w 122"/>
                <a:gd name="T75" fmla="*/ 77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2" h="104">
                  <a:moveTo>
                    <a:pt x="0" y="81"/>
                  </a:moveTo>
                  <a:cubicBezTo>
                    <a:pt x="0" y="83"/>
                    <a:pt x="0" y="83"/>
                    <a:pt x="1" y="85"/>
                  </a:cubicBezTo>
                  <a:cubicBezTo>
                    <a:pt x="1" y="87"/>
                    <a:pt x="4" y="88"/>
                    <a:pt x="6" y="89"/>
                  </a:cubicBezTo>
                  <a:cubicBezTo>
                    <a:pt x="8" y="90"/>
                    <a:pt x="7" y="91"/>
                    <a:pt x="7" y="93"/>
                  </a:cubicBezTo>
                  <a:cubicBezTo>
                    <a:pt x="7" y="96"/>
                    <a:pt x="5" y="97"/>
                    <a:pt x="4" y="99"/>
                  </a:cubicBezTo>
                  <a:cubicBezTo>
                    <a:pt x="4" y="101"/>
                    <a:pt x="6" y="102"/>
                    <a:pt x="8" y="103"/>
                  </a:cubicBezTo>
                  <a:cubicBezTo>
                    <a:pt x="10" y="104"/>
                    <a:pt x="12" y="101"/>
                    <a:pt x="13" y="98"/>
                  </a:cubicBezTo>
                  <a:cubicBezTo>
                    <a:pt x="14" y="96"/>
                    <a:pt x="15" y="95"/>
                    <a:pt x="17" y="94"/>
                  </a:cubicBezTo>
                  <a:cubicBezTo>
                    <a:pt x="19" y="93"/>
                    <a:pt x="21" y="95"/>
                    <a:pt x="23" y="96"/>
                  </a:cubicBezTo>
                  <a:cubicBezTo>
                    <a:pt x="25" y="97"/>
                    <a:pt x="25" y="96"/>
                    <a:pt x="26" y="93"/>
                  </a:cubicBezTo>
                  <a:cubicBezTo>
                    <a:pt x="27" y="90"/>
                    <a:pt x="25" y="92"/>
                    <a:pt x="23" y="90"/>
                  </a:cubicBezTo>
                  <a:cubicBezTo>
                    <a:pt x="21" y="87"/>
                    <a:pt x="20" y="87"/>
                    <a:pt x="19" y="87"/>
                  </a:cubicBezTo>
                  <a:cubicBezTo>
                    <a:pt x="17" y="87"/>
                    <a:pt x="17" y="87"/>
                    <a:pt x="16" y="86"/>
                  </a:cubicBezTo>
                  <a:cubicBezTo>
                    <a:pt x="14" y="86"/>
                    <a:pt x="12" y="85"/>
                    <a:pt x="11" y="85"/>
                  </a:cubicBezTo>
                  <a:cubicBezTo>
                    <a:pt x="9" y="84"/>
                    <a:pt x="10" y="82"/>
                    <a:pt x="10" y="79"/>
                  </a:cubicBezTo>
                  <a:cubicBezTo>
                    <a:pt x="10" y="77"/>
                    <a:pt x="13" y="75"/>
                    <a:pt x="14" y="75"/>
                  </a:cubicBezTo>
                  <a:cubicBezTo>
                    <a:pt x="16" y="74"/>
                    <a:pt x="16" y="76"/>
                    <a:pt x="18" y="76"/>
                  </a:cubicBezTo>
                  <a:cubicBezTo>
                    <a:pt x="20" y="76"/>
                    <a:pt x="21" y="77"/>
                    <a:pt x="22" y="79"/>
                  </a:cubicBezTo>
                  <a:cubicBezTo>
                    <a:pt x="23" y="81"/>
                    <a:pt x="23" y="81"/>
                    <a:pt x="25" y="82"/>
                  </a:cubicBezTo>
                  <a:cubicBezTo>
                    <a:pt x="27" y="82"/>
                    <a:pt x="28" y="79"/>
                    <a:pt x="30" y="77"/>
                  </a:cubicBezTo>
                  <a:cubicBezTo>
                    <a:pt x="32" y="74"/>
                    <a:pt x="34" y="76"/>
                    <a:pt x="36" y="75"/>
                  </a:cubicBezTo>
                  <a:cubicBezTo>
                    <a:pt x="38" y="75"/>
                    <a:pt x="41" y="75"/>
                    <a:pt x="42" y="76"/>
                  </a:cubicBezTo>
                  <a:cubicBezTo>
                    <a:pt x="43" y="76"/>
                    <a:pt x="47" y="78"/>
                    <a:pt x="48" y="79"/>
                  </a:cubicBezTo>
                  <a:cubicBezTo>
                    <a:pt x="49" y="80"/>
                    <a:pt x="55" y="83"/>
                    <a:pt x="57" y="84"/>
                  </a:cubicBezTo>
                  <a:cubicBezTo>
                    <a:pt x="60" y="85"/>
                    <a:pt x="64" y="87"/>
                    <a:pt x="64" y="89"/>
                  </a:cubicBezTo>
                  <a:cubicBezTo>
                    <a:pt x="65" y="90"/>
                    <a:pt x="68" y="90"/>
                    <a:pt x="69" y="90"/>
                  </a:cubicBezTo>
                  <a:cubicBezTo>
                    <a:pt x="70" y="90"/>
                    <a:pt x="72" y="88"/>
                    <a:pt x="73" y="84"/>
                  </a:cubicBezTo>
                  <a:cubicBezTo>
                    <a:pt x="73" y="81"/>
                    <a:pt x="74" y="79"/>
                    <a:pt x="75" y="77"/>
                  </a:cubicBezTo>
                  <a:cubicBezTo>
                    <a:pt x="77" y="74"/>
                    <a:pt x="78" y="75"/>
                    <a:pt x="80" y="73"/>
                  </a:cubicBezTo>
                  <a:cubicBezTo>
                    <a:pt x="82" y="72"/>
                    <a:pt x="83" y="70"/>
                    <a:pt x="86" y="68"/>
                  </a:cubicBezTo>
                  <a:cubicBezTo>
                    <a:pt x="88" y="65"/>
                    <a:pt x="89" y="67"/>
                    <a:pt x="91" y="66"/>
                  </a:cubicBezTo>
                  <a:cubicBezTo>
                    <a:pt x="94" y="66"/>
                    <a:pt x="97" y="67"/>
                    <a:pt x="99" y="67"/>
                  </a:cubicBezTo>
                  <a:cubicBezTo>
                    <a:pt x="102" y="67"/>
                    <a:pt x="103" y="68"/>
                    <a:pt x="104" y="66"/>
                  </a:cubicBezTo>
                  <a:cubicBezTo>
                    <a:pt x="105" y="65"/>
                    <a:pt x="103" y="64"/>
                    <a:pt x="104" y="64"/>
                  </a:cubicBezTo>
                  <a:cubicBezTo>
                    <a:pt x="105" y="63"/>
                    <a:pt x="108" y="65"/>
                    <a:pt x="109" y="64"/>
                  </a:cubicBezTo>
                  <a:cubicBezTo>
                    <a:pt x="110" y="63"/>
                    <a:pt x="112" y="64"/>
                    <a:pt x="114" y="62"/>
                  </a:cubicBezTo>
                  <a:cubicBezTo>
                    <a:pt x="116" y="60"/>
                    <a:pt x="117" y="60"/>
                    <a:pt x="119" y="59"/>
                  </a:cubicBezTo>
                  <a:cubicBezTo>
                    <a:pt x="121" y="58"/>
                    <a:pt x="122" y="57"/>
                    <a:pt x="121" y="56"/>
                  </a:cubicBezTo>
                  <a:cubicBezTo>
                    <a:pt x="121" y="55"/>
                    <a:pt x="120" y="57"/>
                    <a:pt x="118" y="58"/>
                  </a:cubicBezTo>
                  <a:cubicBezTo>
                    <a:pt x="116" y="59"/>
                    <a:pt x="115" y="58"/>
                    <a:pt x="113" y="57"/>
                  </a:cubicBezTo>
                  <a:cubicBezTo>
                    <a:pt x="111" y="56"/>
                    <a:pt x="111" y="55"/>
                    <a:pt x="111" y="52"/>
                  </a:cubicBezTo>
                  <a:cubicBezTo>
                    <a:pt x="110" y="50"/>
                    <a:pt x="111" y="50"/>
                    <a:pt x="111" y="50"/>
                  </a:cubicBezTo>
                  <a:cubicBezTo>
                    <a:pt x="112" y="49"/>
                    <a:pt x="111" y="48"/>
                    <a:pt x="108" y="46"/>
                  </a:cubicBezTo>
                  <a:cubicBezTo>
                    <a:pt x="105" y="45"/>
                    <a:pt x="107" y="44"/>
                    <a:pt x="108" y="41"/>
                  </a:cubicBezTo>
                  <a:cubicBezTo>
                    <a:pt x="109" y="39"/>
                    <a:pt x="110" y="37"/>
                    <a:pt x="112" y="35"/>
                  </a:cubicBezTo>
                  <a:cubicBezTo>
                    <a:pt x="114" y="33"/>
                    <a:pt x="112" y="33"/>
                    <a:pt x="109" y="34"/>
                  </a:cubicBezTo>
                  <a:cubicBezTo>
                    <a:pt x="106" y="35"/>
                    <a:pt x="107" y="37"/>
                    <a:pt x="105" y="39"/>
                  </a:cubicBezTo>
                  <a:cubicBezTo>
                    <a:pt x="103" y="41"/>
                    <a:pt x="102" y="41"/>
                    <a:pt x="99" y="41"/>
                  </a:cubicBezTo>
                  <a:cubicBezTo>
                    <a:pt x="97" y="41"/>
                    <a:pt x="95" y="41"/>
                    <a:pt x="92" y="39"/>
                  </a:cubicBezTo>
                  <a:cubicBezTo>
                    <a:pt x="90" y="37"/>
                    <a:pt x="88" y="37"/>
                    <a:pt x="83" y="37"/>
                  </a:cubicBezTo>
                  <a:cubicBezTo>
                    <a:pt x="79" y="37"/>
                    <a:pt x="81" y="36"/>
                    <a:pt x="78" y="35"/>
                  </a:cubicBezTo>
                  <a:cubicBezTo>
                    <a:pt x="76" y="33"/>
                    <a:pt x="75" y="32"/>
                    <a:pt x="73" y="29"/>
                  </a:cubicBezTo>
                  <a:cubicBezTo>
                    <a:pt x="70" y="26"/>
                    <a:pt x="68" y="27"/>
                    <a:pt x="63" y="25"/>
                  </a:cubicBezTo>
                  <a:cubicBezTo>
                    <a:pt x="59" y="22"/>
                    <a:pt x="59" y="20"/>
                    <a:pt x="58" y="17"/>
                  </a:cubicBezTo>
                  <a:cubicBezTo>
                    <a:pt x="56" y="14"/>
                    <a:pt x="56" y="14"/>
                    <a:pt x="53" y="11"/>
                  </a:cubicBezTo>
                  <a:cubicBezTo>
                    <a:pt x="49" y="9"/>
                    <a:pt x="46" y="4"/>
                    <a:pt x="45" y="2"/>
                  </a:cubicBezTo>
                  <a:cubicBezTo>
                    <a:pt x="44" y="0"/>
                    <a:pt x="43" y="3"/>
                    <a:pt x="42" y="3"/>
                  </a:cubicBezTo>
                  <a:cubicBezTo>
                    <a:pt x="40" y="4"/>
                    <a:pt x="40" y="4"/>
                    <a:pt x="39" y="7"/>
                  </a:cubicBezTo>
                  <a:cubicBezTo>
                    <a:pt x="39" y="10"/>
                    <a:pt x="38" y="11"/>
                    <a:pt x="39" y="14"/>
                  </a:cubicBezTo>
                  <a:cubicBezTo>
                    <a:pt x="39" y="16"/>
                    <a:pt x="41" y="19"/>
                    <a:pt x="42" y="22"/>
                  </a:cubicBezTo>
                  <a:cubicBezTo>
                    <a:pt x="42" y="24"/>
                    <a:pt x="43" y="27"/>
                    <a:pt x="40" y="29"/>
                  </a:cubicBezTo>
                  <a:cubicBezTo>
                    <a:pt x="38" y="32"/>
                    <a:pt x="40" y="33"/>
                    <a:pt x="40" y="36"/>
                  </a:cubicBezTo>
                  <a:cubicBezTo>
                    <a:pt x="39" y="39"/>
                    <a:pt x="37" y="43"/>
                    <a:pt x="36" y="44"/>
                  </a:cubicBezTo>
                  <a:cubicBezTo>
                    <a:pt x="34" y="45"/>
                    <a:pt x="34" y="45"/>
                    <a:pt x="32" y="47"/>
                  </a:cubicBezTo>
                  <a:cubicBezTo>
                    <a:pt x="31" y="48"/>
                    <a:pt x="32" y="50"/>
                    <a:pt x="33" y="52"/>
                  </a:cubicBezTo>
                  <a:cubicBezTo>
                    <a:pt x="34" y="55"/>
                    <a:pt x="34" y="56"/>
                    <a:pt x="33" y="57"/>
                  </a:cubicBezTo>
                  <a:cubicBezTo>
                    <a:pt x="33" y="59"/>
                    <a:pt x="31" y="59"/>
                    <a:pt x="29" y="60"/>
                  </a:cubicBezTo>
                  <a:cubicBezTo>
                    <a:pt x="28" y="62"/>
                    <a:pt x="26" y="60"/>
                    <a:pt x="23" y="59"/>
                  </a:cubicBezTo>
                  <a:cubicBezTo>
                    <a:pt x="20" y="58"/>
                    <a:pt x="21" y="60"/>
                    <a:pt x="20" y="60"/>
                  </a:cubicBezTo>
                  <a:cubicBezTo>
                    <a:pt x="18" y="60"/>
                    <a:pt x="17" y="57"/>
                    <a:pt x="15" y="56"/>
                  </a:cubicBezTo>
                  <a:cubicBezTo>
                    <a:pt x="13" y="54"/>
                    <a:pt x="13" y="57"/>
                    <a:pt x="12" y="59"/>
                  </a:cubicBezTo>
                  <a:cubicBezTo>
                    <a:pt x="12" y="61"/>
                    <a:pt x="13" y="61"/>
                    <a:pt x="14" y="63"/>
                  </a:cubicBezTo>
                  <a:cubicBezTo>
                    <a:pt x="14" y="65"/>
                    <a:pt x="14" y="65"/>
                    <a:pt x="13" y="67"/>
                  </a:cubicBezTo>
                  <a:cubicBezTo>
                    <a:pt x="12" y="70"/>
                    <a:pt x="10" y="70"/>
                    <a:pt x="7" y="71"/>
                  </a:cubicBezTo>
                  <a:cubicBezTo>
                    <a:pt x="5" y="72"/>
                    <a:pt x="3" y="72"/>
                    <a:pt x="1" y="73"/>
                  </a:cubicBezTo>
                  <a:cubicBezTo>
                    <a:pt x="0" y="75"/>
                    <a:pt x="1" y="75"/>
                    <a:pt x="0" y="77"/>
                  </a:cubicBezTo>
                  <a:cubicBezTo>
                    <a:pt x="0" y="79"/>
                    <a:pt x="0" y="79"/>
                    <a:pt x="0" y="8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2" name="Freeform 417">
              <a:extLst>
                <a:ext uri="{FF2B5EF4-FFF2-40B4-BE49-F238E27FC236}">
                  <a16:creationId xmlns:a16="http://schemas.microsoft.com/office/drawing/2014/main" id="{DB86DF29-F8AD-FD0D-DB1F-A2159BB5E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355" y="1756789"/>
              <a:ext cx="403371" cy="225662"/>
            </a:xfrm>
            <a:custGeom>
              <a:avLst/>
              <a:gdLst>
                <a:gd name="T0" fmla="*/ 196 w 367"/>
                <a:gd name="T1" fmla="*/ 8 h 210"/>
                <a:gd name="T2" fmla="*/ 173 w 367"/>
                <a:gd name="T3" fmla="*/ 18 h 210"/>
                <a:gd name="T4" fmla="*/ 171 w 367"/>
                <a:gd name="T5" fmla="*/ 29 h 210"/>
                <a:gd name="T6" fmla="*/ 145 w 367"/>
                <a:gd name="T7" fmla="*/ 27 h 210"/>
                <a:gd name="T8" fmla="*/ 124 w 367"/>
                <a:gd name="T9" fmla="*/ 23 h 210"/>
                <a:gd name="T10" fmla="*/ 93 w 367"/>
                <a:gd name="T11" fmla="*/ 18 h 210"/>
                <a:gd name="T12" fmla="*/ 41 w 367"/>
                <a:gd name="T13" fmla="*/ 18 h 210"/>
                <a:gd name="T14" fmla="*/ 33 w 367"/>
                <a:gd name="T15" fmla="*/ 32 h 210"/>
                <a:gd name="T16" fmla="*/ 37 w 367"/>
                <a:gd name="T17" fmla="*/ 51 h 210"/>
                <a:gd name="T18" fmla="*/ 16 w 367"/>
                <a:gd name="T19" fmla="*/ 71 h 210"/>
                <a:gd name="T20" fmla="*/ 10 w 367"/>
                <a:gd name="T21" fmla="*/ 84 h 210"/>
                <a:gd name="T22" fmla="*/ 7 w 367"/>
                <a:gd name="T23" fmla="*/ 93 h 210"/>
                <a:gd name="T24" fmla="*/ 1 w 367"/>
                <a:gd name="T25" fmla="*/ 107 h 210"/>
                <a:gd name="T26" fmla="*/ 10 w 367"/>
                <a:gd name="T27" fmla="*/ 116 h 210"/>
                <a:gd name="T28" fmla="*/ 22 w 367"/>
                <a:gd name="T29" fmla="*/ 116 h 210"/>
                <a:gd name="T30" fmla="*/ 54 w 367"/>
                <a:gd name="T31" fmla="*/ 123 h 210"/>
                <a:gd name="T32" fmla="*/ 85 w 367"/>
                <a:gd name="T33" fmla="*/ 114 h 210"/>
                <a:gd name="T34" fmla="*/ 99 w 367"/>
                <a:gd name="T35" fmla="*/ 107 h 210"/>
                <a:gd name="T36" fmla="*/ 126 w 367"/>
                <a:gd name="T37" fmla="*/ 112 h 210"/>
                <a:gd name="T38" fmla="*/ 145 w 367"/>
                <a:gd name="T39" fmla="*/ 129 h 210"/>
                <a:gd name="T40" fmla="*/ 157 w 367"/>
                <a:gd name="T41" fmla="*/ 156 h 210"/>
                <a:gd name="T42" fmla="*/ 142 w 367"/>
                <a:gd name="T43" fmla="*/ 162 h 210"/>
                <a:gd name="T44" fmla="*/ 137 w 367"/>
                <a:gd name="T45" fmla="*/ 170 h 210"/>
                <a:gd name="T46" fmla="*/ 147 w 367"/>
                <a:gd name="T47" fmla="*/ 183 h 210"/>
                <a:gd name="T48" fmla="*/ 156 w 367"/>
                <a:gd name="T49" fmla="*/ 178 h 210"/>
                <a:gd name="T50" fmla="*/ 167 w 367"/>
                <a:gd name="T51" fmla="*/ 161 h 210"/>
                <a:gd name="T52" fmla="*/ 196 w 367"/>
                <a:gd name="T53" fmla="*/ 151 h 210"/>
                <a:gd name="T54" fmla="*/ 208 w 367"/>
                <a:gd name="T55" fmla="*/ 153 h 210"/>
                <a:gd name="T56" fmla="*/ 198 w 367"/>
                <a:gd name="T57" fmla="*/ 157 h 210"/>
                <a:gd name="T58" fmla="*/ 218 w 367"/>
                <a:gd name="T59" fmla="*/ 166 h 210"/>
                <a:gd name="T60" fmla="*/ 234 w 367"/>
                <a:gd name="T61" fmla="*/ 172 h 210"/>
                <a:gd name="T62" fmla="*/ 212 w 367"/>
                <a:gd name="T63" fmla="*/ 184 h 210"/>
                <a:gd name="T64" fmla="*/ 232 w 367"/>
                <a:gd name="T65" fmla="*/ 198 h 210"/>
                <a:gd name="T66" fmla="*/ 240 w 367"/>
                <a:gd name="T67" fmla="*/ 208 h 210"/>
                <a:gd name="T68" fmla="*/ 262 w 367"/>
                <a:gd name="T69" fmla="*/ 196 h 210"/>
                <a:gd name="T70" fmla="*/ 286 w 367"/>
                <a:gd name="T71" fmla="*/ 193 h 210"/>
                <a:gd name="T72" fmla="*/ 280 w 367"/>
                <a:gd name="T73" fmla="*/ 185 h 210"/>
                <a:gd name="T74" fmla="*/ 262 w 367"/>
                <a:gd name="T75" fmla="*/ 173 h 210"/>
                <a:gd name="T76" fmla="*/ 266 w 367"/>
                <a:gd name="T77" fmla="*/ 183 h 210"/>
                <a:gd name="T78" fmla="*/ 261 w 367"/>
                <a:gd name="T79" fmla="*/ 178 h 210"/>
                <a:gd name="T80" fmla="*/ 246 w 367"/>
                <a:gd name="T81" fmla="*/ 169 h 210"/>
                <a:gd name="T82" fmla="*/ 245 w 367"/>
                <a:gd name="T83" fmla="*/ 164 h 210"/>
                <a:gd name="T84" fmla="*/ 264 w 367"/>
                <a:gd name="T85" fmla="*/ 160 h 210"/>
                <a:gd name="T86" fmla="*/ 274 w 367"/>
                <a:gd name="T87" fmla="*/ 157 h 210"/>
                <a:gd name="T88" fmla="*/ 298 w 367"/>
                <a:gd name="T89" fmla="*/ 153 h 210"/>
                <a:gd name="T90" fmla="*/ 319 w 367"/>
                <a:gd name="T91" fmla="*/ 141 h 210"/>
                <a:gd name="T92" fmla="*/ 344 w 367"/>
                <a:gd name="T93" fmla="*/ 120 h 210"/>
                <a:gd name="T94" fmla="*/ 360 w 367"/>
                <a:gd name="T95" fmla="*/ 117 h 210"/>
                <a:gd name="T96" fmla="*/ 362 w 367"/>
                <a:gd name="T97" fmla="*/ 108 h 210"/>
                <a:gd name="T98" fmla="*/ 362 w 367"/>
                <a:gd name="T99" fmla="*/ 96 h 210"/>
                <a:gd name="T100" fmla="*/ 364 w 367"/>
                <a:gd name="T101" fmla="*/ 86 h 210"/>
                <a:gd name="T102" fmla="*/ 360 w 367"/>
                <a:gd name="T103" fmla="*/ 77 h 210"/>
                <a:gd name="T104" fmla="*/ 338 w 367"/>
                <a:gd name="T105" fmla="*/ 67 h 210"/>
                <a:gd name="T106" fmla="*/ 317 w 367"/>
                <a:gd name="T107" fmla="*/ 59 h 210"/>
                <a:gd name="T108" fmla="*/ 287 w 367"/>
                <a:gd name="T109" fmla="*/ 56 h 210"/>
                <a:gd name="T110" fmla="*/ 270 w 367"/>
                <a:gd name="T111" fmla="*/ 46 h 210"/>
                <a:gd name="T112" fmla="*/ 253 w 367"/>
                <a:gd name="T113" fmla="*/ 33 h 210"/>
                <a:gd name="T114" fmla="*/ 245 w 367"/>
                <a:gd name="T115" fmla="*/ 18 h 210"/>
                <a:gd name="T116" fmla="*/ 241 w 367"/>
                <a:gd name="T117" fmla="*/ 8 h 210"/>
                <a:gd name="T118" fmla="*/ 238 w 367"/>
                <a:gd name="T119" fmla="*/ 3 h 210"/>
                <a:gd name="T120" fmla="*/ 229 w 367"/>
                <a:gd name="T121" fmla="*/ 1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7" h="210">
                  <a:moveTo>
                    <a:pt x="217" y="3"/>
                  </a:moveTo>
                  <a:cubicBezTo>
                    <a:pt x="214" y="3"/>
                    <a:pt x="212" y="3"/>
                    <a:pt x="210" y="4"/>
                  </a:cubicBezTo>
                  <a:cubicBezTo>
                    <a:pt x="209" y="4"/>
                    <a:pt x="208" y="5"/>
                    <a:pt x="207" y="6"/>
                  </a:cubicBezTo>
                  <a:cubicBezTo>
                    <a:pt x="205" y="8"/>
                    <a:pt x="204" y="9"/>
                    <a:pt x="201" y="10"/>
                  </a:cubicBezTo>
                  <a:cubicBezTo>
                    <a:pt x="199" y="10"/>
                    <a:pt x="198" y="9"/>
                    <a:pt x="196" y="8"/>
                  </a:cubicBezTo>
                  <a:cubicBezTo>
                    <a:pt x="196" y="8"/>
                    <a:pt x="195" y="8"/>
                    <a:pt x="195" y="7"/>
                  </a:cubicBezTo>
                  <a:cubicBezTo>
                    <a:pt x="194" y="8"/>
                    <a:pt x="192" y="9"/>
                    <a:pt x="191" y="9"/>
                  </a:cubicBezTo>
                  <a:cubicBezTo>
                    <a:pt x="190" y="9"/>
                    <a:pt x="189" y="9"/>
                    <a:pt x="188" y="9"/>
                  </a:cubicBezTo>
                  <a:cubicBezTo>
                    <a:pt x="186" y="9"/>
                    <a:pt x="184" y="9"/>
                    <a:pt x="181" y="10"/>
                  </a:cubicBezTo>
                  <a:cubicBezTo>
                    <a:pt x="177" y="11"/>
                    <a:pt x="174" y="15"/>
                    <a:pt x="173" y="18"/>
                  </a:cubicBezTo>
                  <a:cubicBezTo>
                    <a:pt x="173" y="18"/>
                    <a:pt x="173" y="18"/>
                    <a:pt x="173" y="18"/>
                  </a:cubicBezTo>
                  <a:cubicBezTo>
                    <a:pt x="173" y="18"/>
                    <a:pt x="173" y="18"/>
                    <a:pt x="173" y="18"/>
                  </a:cubicBezTo>
                  <a:cubicBezTo>
                    <a:pt x="173" y="18"/>
                    <a:pt x="173" y="18"/>
                    <a:pt x="173" y="18"/>
                  </a:cubicBezTo>
                  <a:cubicBezTo>
                    <a:pt x="172" y="19"/>
                    <a:pt x="172" y="21"/>
                    <a:pt x="172" y="23"/>
                  </a:cubicBezTo>
                  <a:cubicBezTo>
                    <a:pt x="172" y="25"/>
                    <a:pt x="172" y="28"/>
                    <a:pt x="171" y="29"/>
                  </a:cubicBezTo>
                  <a:cubicBezTo>
                    <a:pt x="169" y="31"/>
                    <a:pt x="167" y="29"/>
                    <a:pt x="165" y="28"/>
                  </a:cubicBezTo>
                  <a:cubicBezTo>
                    <a:pt x="165" y="28"/>
                    <a:pt x="165" y="28"/>
                    <a:pt x="165" y="28"/>
                  </a:cubicBezTo>
                  <a:cubicBezTo>
                    <a:pt x="163" y="27"/>
                    <a:pt x="162" y="26"/>
                    <a:pt x="161" y="26"/>
                  </a:cubicBezTo>
                  <a:cubicBezTo>
                    <a:pt x="161" y="25"/>
                    <a:pt x="159" y="26"/>
                    <a:pt x="156" y="27"/>
                  </a:cubicBezTo>
                  <a:cubicBezTo>
                    <a:pt x="153" y="28"/>
                    <a:pt x="149" y="29"/>
                    <a:pt x="145" y="27"/>
                  </a:cubicBezTo>
                  <a:cubicBezTo>
                    <a:pt x="142" y="26"/>
                    <a:pt x="141" y="25"/>
                    <a:pt x="140" y="24"/>
                  </a:cubicBezTo>
                  <a:cubicBezTo>
                    <a:pt x="139" y="23"/>
                    <a:pt x="139" y="22"/>
                    <a:pt x="138" y="22"/>
                  </a:cubicBezTo>
                  <a:cubicBezTo>
                    <a:pt x="137" y="22"/>
                    <a:pt x="136" y="23"/>
                    <a:pt x="135" y="24"/>
                  </a:cubicBezTo>
                  <a:cubicBezTo>
                    <a:pt x="133" y="25"/>
                    <a:pt x="132" y="26"/>
                    <a:pt x="129" y="26"/>
                  </a:cubicBezTo>
                  <a:cubicBezTo>
                    <a:pt x="127" y="26"/>
                    <a:pt x="126" y="25"/>
                    <a:pt x="124" y="23"/>
                  </a:cubicBezTo>
                  <a:cubicBezTo>
                    <a:pt x="123" y="22"/>
                    <a:pt x="122" y="21"/>
                    <a:pt x="120" y="21"/>
                  </a:cubicBezTo>
                  <a:cubicBezTo>
                    <a:pt x="119" y="21"/>
                    <a:pt x="117" y="21"/>
                    <a:pt x="116" y="22"/>
                  </a:cubicBezTo>
                  <a:cubicBezTo>
                    <a:pt x="114" y="23"/>
                    <a:pt x="111" y="24"/>
                    <a:pt x="108" y="23"/>
                  </a:cubicBezTo>
                  <a:cubicBezTo>
                    <a:pt x="105" y="23"/>
                    <a:pt x="103" y="22"/>
                    <a:pt x="101" y="21"/>
                  </a:cubicBezTo>
                  <a:cubicBezTo>
                    <a:pt x="99" y="20"/>
                    <a:pt x="97" y="19"/>
                    <a:pt x="93" y="18"/>
                  </a:cubicBezTo>
                  <a:cubicBezTo>
                    <a:pt x="90" y="17"/>
                    <a:pt x="85" y="16"/>
                    <a:pt x="81" y="15"/>
                  </a:cubicBezTo>
                  <a:cubicBezTo>
                    <a:pt x="75" y="14"/>
                    <a:pt x="69" y="14"/>
                    <a:pt x="65" y="13"/>
                  </a:cubicBezTo>
                  <a:cubicBezTo>
                    <a:pt x="61" y="13"/>
                    <a:pt x="57" y="13"/>
                    <a:pt x="54" y="13"/>
                  </a:cubicBezTo>
                  <a:cubicBezTo>
                    <a:pt x="52" y="14"/>
                    <a:pt x="49" y="14"/>
                    <a:pt x="47" y="15"/>
                  </a:cubicBezTo>
                  <a:cubicBezTo>
                    <a:pt x="45" y="15"/>
                    <a:pt x="43" y="17"/>
                    <a:pt x="41" y="18"/>
                  </a:cubicBezTo>
                  <a:cubicBezTo>
                    <a:pt x="40" y="19"/>
                    <a:pt x="39" y="20"/>
                    <a:pt x="38" y="21"/>
                  </a:cubicBezTo>
                  <a:cubicBezTo>
                    <a:pt x="37" y="22"/>
                    <a:pt x="35" y="22"/>
                    <a:pt x="33" y="23"/>
                  </a:cubicBezTo>
                  <a:cubicBezTo>
                    <a:pt x="31" y="23"/>
                    <a:pt x="30" y="24"/>
                    <a:pt x="29" y="24"/>
                  </a:cubicBezTo>
                  <a:cubicBezTo>
                    <a:pt x="29" y="25"/>
                    <a:pt x="30" y="27"/>
                    <a:pt x="31" y="28"/>
                  </a:cubicBezTo>
                  <a:cubicBezTo>
                    <a:pt x="31" y="29"/>
                    <a:pt x="32" y="31"/>
                    <a:pt x="33" y="32"/>
                  </a:cubicBezTo>
                  <a:cubicBezTo>
                    <a:pt x="35" y="35"/>
                    <a:pt x="37" y="37"/>
                    <a:pt x="37" y="39"/>
                  </a:cubicBezTo>
                  <a:cubicBezTo>
                    <a:pt x="38" y="40"/>
                    <a:pt x="37" y="41"/>
                    <a:pt x="37" y="42"/>
                  </a:cubicBezTo>
                  <a:cubicBezTo>
                    <a:pt x="36" y="42"/>
                    <a:pt x="36" y="43"/>
                    <a:pt x="36" y="44"/>
                  </a:cubicBezTo>
                  <a:cubicBezTo>
                    <a:pt x="37" y="45"/>
                    <a:pt x="37" y="45"/>
                    <a:pt x="37" y="46"/>
                  </a:cubicBezTo>
                  <a:cubicBezTo>
                    <a:pt x="37" y="48"/>
                    <a:pt x="38" y="49"/>
                    <a:pt x="37" y="51"/>
                  </a:cubicBezTo>
                  <a:cubicBezTo>
                    <a:pt x="37" y="52"/>
                    <a:pt x="36" y="54"/>
                    <a:pt x="35" y="55"/>
                  </a:cubicBezTo>
                  <a:cubicBezTo>
                    <a:pt x="34" y="56"/>
                    <a:pt x="32" y="57"/>
                    <a:pt x="30" y="58"/>
                  </a:cubicBezTo>
                  <a:cubicBezTo>
                    <a:pt x="29" y="58"/>
                    <a:pt x="27" y="59"/>
                    <a:pt x="25" y="61"/>
                  </a:cubicBezTo>
                  <a:cubicBezTo>
                    <a:pt x="23" y="63"/>
                    <a:pt x="20" y="65"/>
                    <a:pt x="20" y="66"/>
                  </a:cubicBezTo>
                  <a:cubicBezTo>
                    <a:pt x="19" y="67"/>
                    <a:pt x="17" y="69"/>
                    <a:pt x="16" y="71"/>
                  </a:cubicBezTo>
                  <a:cubicBezTo>
                    <a:pt x="14" y="73"/>
                    <a:pt x="12" y="75"/>
                    <a:pt x="11" y="76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6"/>
                    <a:pt x="9" y="77"/>
                    <a:pt x="10" y="80"/>
                  </a:cubicBezTo>
                  <a:cubicBezTo>
                    <a:pt x="10" y="81"/>
                    <a:pt x="10" y="83"/>
                    <a:pt x="10" y="84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10" y="85"/>
                    <a:pt x="11" y="86"/>
                    <a:pt x="11" y="87"/>
                  </a:cubicBezTo>
                  <a:cubicBezTo>
                    <a:pt x="12" y="90"/>
                    <a:pt x="10" y="92"/>
                    <a:pt x="7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5" y="94"/>
                    <a:pt x="5" y="95"/>
                    <a:pt x="3" y="97"/>
                  </a:cubicBezTo>
                  <a:cubicBezTo>
                    <a:pt x="3" y="97"/>
                    <a:pt x="3" y="98"/>
                    <a:pt x="2" y="98"/>
                  </a:cubicBezTo>
                  <a:cubicBezTo>
                    <a:pt x="2" y="100"/>
                    <a:pt x="1" y="101"/>
                    <a:pt x="1" y="101"/>
                  </a:cubicBezTo>
                  <a:cubicBezTo>
                    <a:pt x="0" y="102"/>
                    <a:pt x="0" y="103"/>
                    <a:pt x="0" y="104"/>
                  </a:cubicBezTo>
                  <a:cubicBezTo>
                    <a:pt x="0" y="105"/>
                    <a:pt x="0" y="106"/>
                    <a:pt x="1" y="107"/>
                  </a:cubicBezTo>
                  <a:cubicBezTo>
                    <a:pt x="1" y="107"/>
                    <a:pt x="1" y="107"/>
                    <a:pt x="1" y="107"/>
                  </a:cubicBezTo>
                  <a:cubicBezTo>
                    <a:pt x="2" y="109"/>
                    <a:pt x="4" y="111"/>
                    <a:pt x="5" y="112"/>
                  </a:cubicBezTo>
                  <a:cubicBezTo>
                    <a:pt x="6" y="113"/>
                    <a:pt x="7" y="113"/>
                    <a:pt x="8" y="114"/>
                  </a:cubicBezTo>
                  <a:cubicBezTo>
                    <a:pt x="8" y="114"/>
                    <a:pt x="9" y="114"/>
                    <a:pt x="10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0" y="116"/>
                    <a:pt x="10" y="117"/>
                    <a:pt x="11" y="117"/>
                  </a:cubicBezTo>
                  <a:cubicBezTo>
                    <a:pt x="12" y="116"/>
                    <a:pt x="15" y="114"/>
                    <a:pt x="18" y="114"/>
                  </a:cubicBezTo>
                  <a:cubicBezTo>
                    <a:pt x="20" y="115"/>
                    <a:pt x="21" y="115"/>
                    <a:pt x="22" y="116"/>
                  </a:cubicBezTo>
                  <a:cubicBezTo>
                    <a:pt x="23" y="116"/>
                    <a:pt x="24" y="116"/>
                    <a:pt x="27" y="117"/>
                  </a:cubicBezTo>
                  <a:cubicBezTo>
                    <a:pt x="29" y="117"/>
                    <a:pt x="31" y="117"/>
                    <a:pt x="33" y="116"/>
                  </a:cubicBezTo>
                  <a:cubicBezTo>
                    <a:pt x="37" y="116"/>
                    <a:pt x="41" y="116"/>
                    <a:pt x="45" y="117"/>
                  </a:cubicBezTo>
                  <a:cubicBezTo>
                    <a:pt x="47" y="118"/>
                    <a:pt x="49" y="120"/>
                    <a:pt x="51" y="121"/>
                  </a:cubicBezTo>
                  <a:cubicBezTo>
                    <a:pt x="52" y="122"/>
                    <a:pt x="53" y="123"/>
                    <a:pt x="54" y="123"/>
                  </a:cubicBezTo>
                  <a:cubicBezTo>
                    <a:pt x="55" y="123"/>
                    <a:pt x="55" y="122"/>
                    <a:pt x="56" y="122"/>
                  </a:cubicBezTo>
                  <a:cubicBezTo>
                    <a:pt x="57" y="120"/>
                    <a:pt x="58" y="119"/>
                    <a:pt x="61" y="118"/>
                  </a:cubicBezTo>
                  <a:cubicBezTo>
                    <a:pt x="63" y="118"/>
                    <a:pt x="66" y="118"/>
                    <a:pt x="68" y="118"/>
                  </a:cubicBezTo>
                  <a:cubicBezTo>
                    <a:pt x="71" y="118"/>
                    <a:pt x="74" y="118"/>
                    <a:pt x="75" y="118"/>
                  </a:cubicBezTo>
                  <a:cubicBezTo>
                    <a:pt x="78" y="117"/>
                    <a:pt x="83" y="115"/>
                    <a:pt x="85" y="114"/>
                  </a:cubicBezTo>
                  <a:cubicBezTo>
                    <a:pt x="85" y="114"/>
                    <a:pt x="85" y="114"/>
                    <a:pt x="85" y="114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6" y="113"/>
                    <a:pt x="87" y="112"/>
                    <a:pt x="88" y="111"/>
                  </a:cubicBezTo>
                  <a:cubicBezTo>
                    <a:pt x="91" y="110"/>
                    <a:pt x="93" y="108"/>
                    <a:pt x="95" y="107"/>
                  </a:cubicBezTo>
                  <a:cubicBezTo>
                    <a:pt x="97" y="107"/>
                    <a:pt x="98" y="107"/>
                    <a:pt x="99" y="107"/>
                  </a:cubicBezTo>
                  <a:cubicBezTo>
                    <a:pt x="101" y="107"/>
                    <a:pt x="102" y="107"/>
                    <a:pt x="103" y="107"/>
                  </a:cubicBezTo>
                  <a:cubicBezTo>
                    <a:pt x="103" y="107"/>
                    <a:pt x="104" y="107"/>
                    <a:pt x="105" y="107"/>
                  </a:cubicBezTo>
                  <a:cubicBezTo>
                    <a:pt x="107" y="106"/>
                    <a:pt x="109" y="106"/>
                    <a:pt x="111" y="106"/>
                  </a:cubicBezTo>
                  <a:cubicBezTo>
                    <a:pt x="112" y="106"/>
                    <a:pt x="115" y="107"/>
                    <a:pt x="119" y="108"/>
                  </a:cubicBezTo>
                  <a:cubicBezTo>
                    <a:pt x="121" y="109"/>
                    <a:pt x="124" y="110"/>
                    <a:pt x="126" y="112"/>
                  </a:cubicBezTo>
                  <a:cubicBezTo>
                    <a:pt x="129" y="114"/>
                    <a:pt x="131" y="114"/>
                    <a:pt x="133" y="115"/>
                  </a:cubicBezTo>
                  <a:cubicBezTo>
                    <a:pt x="135" y="115"/>
                    <a:pt x="137" y="115"/>
                    <a:pt x="139" y="117"/>
                  </a:cubicBezTo>
                  <a:cubicBezTo>
                    <a:pt x="140" y="117"/>
                    <a:pt x="140" y="118"/>
                    <a:pt x="141" y="118"/>
                  </a:cubicBezTo>
                  <a:cubicBezTo>
                    <a:pt x="143" y="119"/>
                    <a:pt x="144" y="119"/>
                    <a:pt x="145" y="123"/>
                  </a:cubicBezTo>
                  <a:cubicBezTo>
                    <a:pt x="146" y="126"/>
                    <a:pt x="146" y="127"/>
                    <a:pt x="145" y="129"/>
                  </a:cubicBezTo>
                  <a:cubicBezTo>
                    <a:pt x="145" y="131"/>
                    <a:pt x="145" y="133"/>
                    <a:pt x="147" y="136"/>
                  </a:cubicBezTo>
                  <a:cubicBezTo>
                    <a:pt x="149" y="138"/>
                    <a:pt x="151" y="140"/>
                    <a:pt x="152" y="141"/>
                  </a:cubicBezTo>
                  <a:cubicBezTo>
                    <a:pt x="153" y="142"/>
                    <a:pt x="154" y="143"/>
                    <a:pt x="155" y="145"/>
                  </a:cubicBezTo>
                  <a:cubicBezTo>
                    <a:pt x="157" y="148"/>
                    <a:pt x="157" y="151"/>
                    <a:pt x="157" y="154"/>
                  </a:cubicBezTo>
                  <a:cubicBezTo>
                    <a:pt x="157" y="155"/>
                    <a:pt x="157" y="156"/>
                    <a:pt x="157" y="156"/>
                  </a:cubicBezTo>
                  <a:cubicBezTo>
                    <a:pt x="157" y="159"/>
                    <a:pt x="155" y="160"/>
                    <a:pt x="154" y="160"/>
                  </a:cubicBezTo>
                  <a:cubicBezTo>
                    <a:pt x="153" y="160"/>
                    <a:pt x="153" y="160"/>
                    <a:pt x="152" y="160"/>
                  </a:cubicBezTo>
                  <a:cubicBezTo>
                    <a:pt x="151" y="160"/>
                    <a:pt x="150" y="159"/>
                    <a:pt x="149" y="160"/>
                  </a:cubicBezTo>
                  <a:cubicBezTo>
                    <a:pt x="148" y="160"/>
                    <a:pt x="147" y="160"/>
                    <a:pt x="147" y="161"/>
                  </a:cubicBezTo>
                  <a:cubicBezTo>
                    <a:pt x="145" y="162"/>
                    <a:pt x="144" y="163"/>
                    <a:pt x="142" y="162"/>
                  </a:cubicBezTo>
                  <a:cubicBezTo>
                    <a:pt x="141" y="161"/>
                    <a:pt x="140" y="161"/>
                    <a:pt x="140" y="160"/>
                  </a:cubicBezTo>
                  <a:cubicBezTo>
                    <a:pt x="140" y="160"/>
                    <a:pt x="139" y="160"/>
                    <a:pt x="139" y="160"/>
                  </a:cubicBezTo>
                  <a:cubicBezTo>
                    <a:pt x="139" y="160"/>
                    <a:pt x="139" y="161"/>
                    <a:pt x="139" y="162"/>
                  </a:cubicBezTo>
                  <a:cubicBezTo>
                    <a:pt x="139" y="165"/>
                    <a:pt x="139" y="168"/>
                    <a:pt x="137" y="170"/>
                  </a:cubicBezTo>
                  <a:cubicBezTo>
                    <a:pt x="137" y="170"/>
                    <a:pt x="137" y="170"/>
                    <a:pt x="137" y="170"/>
                  </a:cubicBezTo>
                  <a:cubicBezTo>
                    <a:pt x="134" y="172"/>
                    <a:pt x="127" y="181"/>
                    <a:pt x="125" y="184"/>
                  </a:cubicBezTo>
                  <a:cubicBezTo>
                    <a:pt x="125" y="185"/>
                    <a:pt x="125" y="185"/>
                    <a:pt x="126" y="185"/>
                  </a:cubicBezTo>
                  <a:cubicBezTo>
                    <a:pt x="129" y="186"/>
                    <a:pt x="132" y="187"/>
                    <a:pt x="134" y="187"/>
                  </a:cubicBezTo>
                  <a:cubicBezTo>
                    <a:pt x="136" y="186"/>
                    <a:pt x="138" y="186"/>
                    <a:pt x="139" y="185"/>
                  </a:cubicBezTo>
                  <a:cubicBezTo>
                    <a:pt x="142" y="184"/>
                    <a:pt x="144" y="183"/>
                    <a:pt x="147" y="183"/>
                  </a:cubicBezTo>
                  <a:cubicBezTo>
                    <a:pt x="150" y="184"/>
                    <a:pt x="152" y="185"/>
                    <a:pt x="153" y="187"/>
                  </a:cubicBezTo>
                  <a:cubicBezTo>
                    <a:pt x="153" y="187"/>
                    <a:pt x="153" y="186"/>
                    <a:pt x="153" y="186"/>
                  </a:cubicBezTo>
                  <a:cubicBezTo>
                    <a:pt x="152" y="183"/>
                    <a:pt x="152" y="183"/>
                    <a:pt x="152" y="180"/>
                  </a:cubicBezTo>
                  <a:cubicBezTo>
                    <a:pt x="152" y="177"/>
                    <a:pt x="150" y="175"/>
                    <a:pt x="152" y="175"/>
                  </a:cubicBezTo>
                  <a:cubicBezTo>
                    <a:pt x="153" y="175"/>
                    <a:pt x="153" y="178"/>
                    <a:pt x="156" y="178"/>
                  </a:cubicBezTo>
                  <a:cubicBezTo>
                    <a:pt x="159" y="178"/>
                    <a:pt x="159" y="175"/>
                    <a:pt x="161" y="173"/>
                  </a:cubicBezTo>
                  <a:cubicBezTo>
                    <a:pt x="163" y="171"/>
                    <a:pt x="166" y="171"/>
                    <a:pt x="167" y="169"/>
                  </a:cubicBezTo>
                  <a:cubicBezTo>
                    <a:pt x="167" y="167"/>
                    <a:pt x="168" y="168"/>
                    <a:pt x="164" y="164"/>
                  </a:cubicBezTo>
                  <a:cubicBezTo>
                    <a:pt x="161" y="160"/>
                    <a:pt x="161" y="157"/>
                    <a:pt x="163" y="157"/>
                  </a:cubicBezTo>
                  <a:cubicBezTo>
                    <a:pt x="164" y="157"/>
                    <a:pt x="165" y="161"/>
                    <a:pt x="167" y="161"/>
                  </a:cubicBezTo>
                  <a:cubicBezTo>
                    <a:pt x="170" y="162"/>
                    <a:pt x="170" y="162"/>
                    <a:pt x="172" y="159"/>
                  </a:cubicBezTo>
                  <a:cubicBezTo>
                    <a:pt x="174" y="156"/>
                    <a:pt x="174" y="155"/>
                    <a:pt x="176" y="155"/>
                  </a:cubicBezTo>
                  <a:cubicBezTo>
                    <a:pt x="178" y="154"/>
                    <a:pt x="184" y="155"/>
                    <a:pt x="185" y="154"/>
                  </a:cubicBezTo>
                  <a:cubicBezTo>
                    <a:pt x="187" y="152"/>
                    <a:pt x="188" y="150"/>
                    <a:pt x="190" y="149"/>
                  </a:cubicBezTo>
                  <a:cubicBezTo>
                    <a:pt x="192" y="149"/>
                    <a:pt x="193" y="151"/>
                    <a:pt x="196" y="151"/>
                  </a:cubicBezTo>
                  <a:cubicBezTo>
                    <a:pt x="199" y="151"/>
                    <a:pt x="199" y="150"/>
                    <a:pt x="199" y="149"/>
                  </a:cubicBezTo>
                  <a:cubicBezTo>
                    <a:pt x="199" y="147"/>
                    <a:pt x="200" y="145"/>
                    <a:pt x="200" y="145"/>
                  </a:cubicBezTo>
                  <a:cubicBezTo>
                    <a:pt x="201" y="146"/>
                    <a:pt x="200" y="148"/>
                    <a:pt x="201" y="150"/>
                  </a:cubicBezTo>
                  <a:cubicBezTo>
                    <a:pt x="202" y="152"/>
                    <a:pt x="202" y="153"/>
                    <a:pt x="204" y="153"/>
                  </a:cubicBezTo>
                  <a:cubicBezTo>
                    <a:pt x="206" y="153"/>
                    <a:pt x="207" y="154"/>
                    <a:pt x="208" y="153"/>
                  </a:cubicBezTo>
                  <a:cubicBezTo>
                    <a:pt x="210" y="152"/>
                    <a:pt x="212" y="151"/>
                    <a:pt x="213" y="152"/>
                  </a:cubicBezTo>
                  <a:cubicBezTo>
                    <a:pt x="214" y="153"/>
                    <a:pt x="213" y="154"/>
                    <a:pt x="212" y="155"/>
                  </a:cubicBezTo>
                  <a:cubicBezTo>
                    <a:pt x="210" y="156"/>
                    <a:pt x="209" y="157"/>
                    <a:pt x="207" y="157"/>
                  </a:cubicBezTo>
                  <a:cubicBezTo>
                    <a:pt x="205" y="157"/>
                    <a:pt x="201" y="156"/>
                    <a:pt x="200" y="157"/>
                  </a:cubicBezTo>
                  <a:cubicBezTo>
                    <a:pt x="199" y="157"/>
                    <a:pt x="198" y="156"/>
                    <a:pt x="198" y="157"/>
                  </a:cubicBezTo>
                  <a:cubicBezTo>
                    <a:pt x="198" y="158"/>
                    <a:pt x="196" y="159"/>
                    <a:pt x="197" y="161"/>
                  </a:cubicBezTo>
                  <a:cubicBezTo>
                    <a:pt x="198" y="163"/>
                    <a:pt x="198" y="164"/>
                    <a:pt x="201" y="165"/>
                  </a:cubicBezTo>
                  <a:cubicBezTo>
                    <a:pt x="204" y="166"/>
                    <a:pt x="204" y="166"/>
                    <a:pt x="207" y="166"/>
                  </a:cubicBezTo>
                  <a:cubicBezTo>
                    <a:pt x="210" y="167"/>
                    <a:pt x="210" y="167"/>
                    <a:pt x="213" y="167"/>
                  </a:cubicBezTo>
                  <a:cubicBezTo>
                    <a:pt x="215" y="167"/>
                    <a:pt x="216" y="166"/>
                    <a:pt x="218" y="166"/>
                  </a:cubicBezTo>
                  <a:cubicBezTo>
                    <a:pt x="219" y="165"/>
                    <a:pt x="220" y="165"/>
                    <a:pt x="222" y="165"/>
                  </a:cubicBezTo>
                  <a:cubicBezTo>
                    <a:pt x="224" y="165"/>
                    <a:pt x="225" y="165"/>
                    <a:pt x="226" y="166"/>
                  </a:cubicBezTo>
                  <a:cubicBezTo>
                    <a:pt x="227" y="167"/>
                    <a:pt x="228" y="168"/>
                    <a:pt x="229" y="168"/>
                  </a:cubicBezTo>
                  <a:cubicBezTo>
                    <a:pt x="231" y="168"/>
                    <a:pt x="234" y="166"/>
                    <a:pt x="235" y="167"/>
                  </a:cubicBezTo>
                  <a:cubicBezTo>
                    <a:pt x="235" y="168"/>
                    <a:pt x="234" y="172"/>
                    <a:pt x="234" y="172"/>
                  </a:cubicBezTo>
                  <a:cubicBezTo>
                    <a:pt x="234" y="173"/>
                    <a:pt x="234" y="173"/>
                    <a:pt x="231" y="174"/>
                  </a:cubicBezTo>
                  <a:cubicBezTo>
                    <a:pt x="227" y="175"/>
                    <a:pt x="225" y="174"/>
                    <a:pt x="224" y="176"/>
                  </a:cubicBezTo>
                  <a:cubicBezTo>
                    <a:pt x="223" y="177"/>
                    <a:pt x="222" y="178"/>
                    <a:pt x="221" y="179"/>
                  </a:cubicBezTo>
                  <a:cubicBezTo>
                    <a:pt x="220" y="180"/>
                    <a:pt x="218" y="180"/>
                    <a:pt x="216" y="182"/>
                  </a:cubicBezTo>
                  <a:cubicBezTo>
                    <a:pt x="214" y="183"/>
                    <a:pt x="212" y="183"/>
                    <a:pt x="212" y="184"/>
                  </a:cubicBezTo>
                  <a:cubicBezTo>
                    <a:pt x="211" y="186"/>
                    <a:pt x="213" y="187"/>
                    <a:pt x="216" y="187"/>
                  </a:cubicBezTo>
                  <a:cubicBezTo>
                    <a:pt x="218" y="188"/>
                    <a:pt x="221" y="188"/>
                    <a:pt x="223" y="189"/>
                  </a:cubicBezTo>
                  <a:cubicBezTo>
                    <a:pt x="225" y="191"/>
                    <a:pt x="227" y="191"/>
                    <a:pt x="229" y="191"/>
                  </a:cubicBezTo>
                  <a:cubicBezTo>
                    <a:pt x="231" y="192"/>
                    <a:pt x="232" y="192"/>
                    <a:pt x="233" y="193"/>
                  </a:cubicBezTo>
                  <a:cubicBezTo>
                    <a:pt x="233" y="194"/>
                    <a:pt x="232" y="197"/>
                    <a:pt x="232" y="198"/>
                  </a:cubicBezTo>
                  <a:cubicBezTo>
                    <a:pt x="233" y="200"/>
                    <a:pt x="233" y="201"/>
                    <a:pt x="233" y="203"/>
                  </a:cubicBezTo>
                  <a:cubicBezTo>
                    <a:pt x="233" y="204"/>
                    <a:pt x="232" y="205"/>
                    <a:pt x="231" y="206"/>
                  </a:cubicBezTo>
                  <a:cubicBezTo>
                    <a:pt x="231" y="207"/>
                    <a:pt x="230" y="207"/>
                    <a:pt x="232" y="208"/>
                  </a:cubicBezTo>
                  <a:cubicBezTo>
                    <a:pt x="233" y="209"/>
                    <a:pt x="233" y="210"/>
                    <a:pt x="235" y="210"/>
                  </a:cubicBezTo>
                  <a:cubicBezTo>
                    <a:pt x="237" y="210"/>
                    <a:pt x="239" y="210"/>
                    <a:pt x="240" y="208"/>
                  </a:cubicBezTo>
                  <a:cubicBezTo>
                    <a:pt x="242" y="207"/>
                    <a:pt x="243" y="206"/>
                    <a:pt x="245" y="206"/>
                  </a:cubicBezTo>
                  <a:cubicBezTo>
                    <a:pt x="247" y="205"/>
                    <a:pt x="248" y="205"/>
                    <a:pt x="249" y="203"/>
                  </a:cubicBezTo>
                  <a:cubicBezTo>
                    <a:pt x="251" y="202"/>
                    <a:pt x="251" y="202"/>
                    <a:pt x="254" y="201"/>
                  </a:cubicBezTo>
                  <a:cubicBezTo>
                    <a:pt x="256" y="200"/>
                    <a:pt x="256" y="200"/>
                    <a:pt x="258" y="198"/>
                  </a:cubicBezTo>
                  <a:cubicBezTo>
                    <a:pt x="260" y="197"/>
                    <a:pt x="260" y="197"/>
                    <a:pt x="262" y="196"/>
                  </a:cubicBezTo>
                  <a:cubicBezTo>
                    <a:pt x="264" y="195"/>
                    <a:pt x="266" y="195"/>
                    <a:pt x="268" y="194"/>
                  </a:cubicBezTo>
                  <a:cubicBezTo>
                    <a:pt x="270" y="193"/>
                    <a:pt x="268" y="192"/>
                    <a:pt x="271" y="191"/>
                  </a:cubicBezTo>
                  <a:cubicBezTo>
                    <a:pt x="273" y="191"/>
                    <a:pt x="273" y="192"/>
                    <a:pt x="275" y="193"/>
                  </a:cubicBezTo>
                  <a:cubicBezTo>
                    <a:pt x="277" y="193"/>
                    <a:pt x="279" y="194"/>
                    <a:pt x="282" y="193"/>
                  </a:cubicBezTo>
                  <a:cubicBezTo>
                    <a:pt x="284" y="193"/>
                    <a:pt x="284" y="193"/>
                    <a:pt x="286" y="193"/>
                  </a:cubicBezTo>
                  <a:cubicBezTo>
                    <a:pt x="288" y="193"/>
                    <a:pt x="289" y="193"/>
                    <a:pt x="290" y="192"/>
                  </a:cubicBezTo>
                  <a:cubicBezTo>
                    <a:pt x="290" y="190"/>
                    <a:pt x="290" y="189"/>
                    <a:pt x="291" y="188"/>
                  </a:cubicBezTo>
                  <a:cubicBezTo>
                    <a:pt x="292" y="187"/>
                    <a:pt x="293" y="187"/>
                    <a:pt x="291" y="187"/>
                  </a:cubicBezTo>
                  <a:cubicBezTo>
                    <a:pt x="290" y="187"/>
                    <a:pt x="290" y="187"/>
                    <a:pt x="287" y="186"/>
                  </a:cubicBezTo>
                  <a:cubicBezTo>
                    <a:pt x="283" y="186"/>
                    <a:pt x="282" y="185"/>
                    <a:pt x="280" y="185"/>
                  </a:cubicBezTo>
                  <a:cubicBezTo>
                    <a:pt x="277" y="186"/>
                    <a:pt x="278" y="186"/>
                    <a:pt x="275" y="187"/>
                  </a:cubicBezTo>
                  <a:cubicBezTo>
                    <a:pt x="273" y="188"/>
                    <a:pt x="272" y="189"/>
                    <a:pt x="271" y="187"/>
                  </a:cubicBezTo>
                  <a:cubicBezTo>
                    <a:pt x="270" y="185"/>
                    <a:pt x="269" y="184"/>
                    <a:pt x="268" y="182"/>
                  </a:cubicBezTo>
                  <a:cubicBezTo>
                    <a:pt x="267" y="181"/>
                    <a:pt x="265" y="179"/>
                    <a:pt x="264" y="178"/>
                  </a:cubicBezTo>
                  <a:cubicBezTo>
                    <a:pt x="263" y="177"/>
                    <a:pt x="262" y="175"/>
                    <a:pt x="262" y="173"/>
                  </a:cubicBezTo>
                  <a:cubicBezTo>
                    <a:pt x="261" y="172"/>
                    <a:pt x="260" y="168"/>
                    <a:pt x="259" y="168"/>
                  </a:cubicBezTo>
                  <a:cubicBezTo>
                    <a:pt x="259" y="168"/>
                    <a:pt x="258" y="169"/>
                    <a:pt x="259" y="171"/>
                  </a:cubicBezTo>
                  <a:cubicBezTo>
                    <a:pt x="259" y="172"/>
                    <a:pt x="261" y="175"/>
                    <a:pt x="261" y="176"/>
                  </a:cubicBezTo>
                  <a:cubicBezTo>
                    <a:pt x="262" y="177"/>
                    <a:pt x="262" y="178"/>
                    <a:pt x="263" y="179"/>
                  </a:cubicBezTo>
                  <a:cubicBezTo>
                    <a:pt x="265" y="180"/>
                    <a:pt x="266" y="181"/>
                    <a:pt x="266" y="183"/>
                  </a:cubicBezTo>
                  <a:cubicBezTo>
                    <a:pt x="267" y="184"/>
                    <a:pt x="268" y="185"/>
                    <a:pt x="268" y="186"/>
                  </a:cubicBezTo>
                  <a:cubicBezTo>
                    <a:pt x="268" y="187"/>
                    <a:pt x="269" y="188"/>
                    <a:pt x="268" y="188"/>
                  </a:cubicBezTo>
                  <a:cubicBezTo>
                    <a:pt x="267" y="188"/>
                    <a:pt x="265" y="190"/>
                    <a:pt x="264" y="188"/>
                  </a:cubicBezTo>
                  <a:cubicBezTo>
                    <a:pt x="264" y="186"/>
                    <a:pt x="264" y="184"/>
                    <a:pt x="263" y="183"/>
                  </a:cubicBezTo>
                  <a:cubicBezTo>
                    <a:pt x="263" y="181"/>
                    <a:pt x="262" y="179"/>
                    <a:pt x="261" y="178"/>
                  </a:cubicBezTo>
                  <a:cubicBezTo>
                    <a:pt x="260" y="177"/>
                    <a:pt x="258" y="176"/>
                    <a:pt x="257" y="176"/>
                  </a:cubicBezTo>
                  <a:cubicBezTo>
                    <a:pt x="255" y="175"/>
                    <a:pt x="254" y="175"/>
                    <a:pt x="252" y="175"/>
                  </a:cubicBezTo>
                  <a:cubicBezTo>
                    <a:pt x="251" y="175"/>
                    <a:pt x="250" y="175"/>
                    <a:pt x="250" y="174"/>
                  </a:cubicBezTo>
                  <a:cubicBezTo>
                    <a:pt x="249" y="172"/>
                    <a:pt x="250" y="171"/>
                    <a:pt x="250" y="170"/>
                  </a:cubicBezTo>
                  <a:cubicBezTo>
                    <a:pt x="250" y="169"/>
                    <a:pt x="247" y="168"/>
                    <a:pt x="246" y="169"/>
                  </a:cubicBezTo>
                  <a:cubicBezTo>
                    <a:pt x="245" y="170"/>
                    <a:pt x="243" y="170"/>
                    <a:pt x="242" y="169"/>
                  </a:cubicBezTo>
                  <a:cubicBezTo>
                    <a:pt x="241" y="168"/>
                    <a:pt x="240" y="167"/>
                    <a:pt x="238" y="166"/>
                  </a:cubicBezTo>
                  <a:cubicBezTo>
                    <a:pt x="237" y="166"/>
                    <a:pt x="236" y="165"/>
                    <a:pt x="237" y="165"/>
                  </a:cubicBezTo>
                  <a:cubicBezTo>
                    <a:pt x="238" y="164"/>
                    <a:pt x="239" y="164"/>
                    <a:pt x="241" y="164"/>
                  </a:cubicBezTo>
                  <a:cubicBezTo>
                    <a:pt x="243" y="164"/>
                    <a:pt x="243" y="165"/>
                    <a:pt x="245" y="164"/>
                  </a:cubicBezTo>
                  <a:cubicBezTo>
                    <a:pt x="246" y="163"/>
                    <a:pt x="250" y="163"/>
                    <a:pt x="250" y="164"/>
                  </a:cubicBezTo>
                  <a:cubicBezTo>
                    <a:pt x="250" y="165"/>
                    <a:pt x="250" y="166"/>
                    <a:pt x="251" y="167"/>
                  </a:cubicBezTo>
                  <a:cubicBezTo>
                    <a:pt x="253" y="168"/>
                    <a:pt x="254" y="168"/>
                    <a:pt x="256" y="167"/>
                  </a:cubicBezTo>
                  <a:cubicBezTo>
                    <a:pt x="258" y="165"/>
                    <a:pt x="258" y="167"/>
                    <a:pt x="260" y="164"/>
                  </a:cubicBezTo>
                  <a:cubicBezTo>
                    <a:pt x="263" y="162"/>
                    <a:pt x="263" y="162"/>
                    <a:pt x="264" y="160"/>
                  </a:cubicBezTo>
                  <a:cubicBezTo>
                    <a:pt x="265" y="158"/>
                    <a:pt x="264" y="156"/>
                    <a:pt x="266" y="157"/>
                  </a:cubicBezTo>
                  <a:cubicBezTo>
                    <a:pt x="267" y="158"/>
                    <a:pt x="268" y="159"/>
                    <a:pt x="267" y="160"/>
                  </a:cubicBezTo>
                  <a:cubicBezTo>
                    <a:pt x="266" y="162"/>
                    <a:pt x="263" y="164"/>
                    <a:pt x="263" y="165"/>
                  </a:cubicBezTo>
                  <a:cubicBezTo>
                    <a:pt x="264" y="165"/>
                    <a:pt x="267" y="163"/>
                    <a:pt x="269" y="162"/>
                  </a:cubicBezTo>
                  <a:cubicBezTo>
                    <a:pt x="271" y="160"/>
                    <a:pt x="273" y="158"/>
                    <a:pt x="274" y="157"/>
                  </a:cubicBezTo>
                  <a:cubicBezTo>
                    <a:pt x="275" y="156"/>
                    <a:pt x="279" y="154"/>
                    <a:pt x="282" y="153"/>
                  </a:cubicBezTo>
                  <a:cubicBezTo>
                    <a:pt x="285" y="153"/>
                    <a:pt x="285" y="153"/>
                    <a:pt x="287" y="152"/>
                  </a:cubicBezTo>
                  <a:cubicBezTo>
                    <a:pt x="290" y="152"/>
                    <a:pt x="289" y="151"/>
                    <a:pt x="291" y="151"/>
                  </a:cubicBezTo>
                  <a:cubicBezTo>
                    <a:pt x="294" y="150"/>
                    <a:pt x="295" y="149"/>
                    <a:pt x="296" y="150"/>
                  </a:cubicBezTo>
                  <a:cubicBezTo>
                    <a:pt x="298" y="150"/>
                    <a:pt x="296" y="153"/>
                    <a:pt x="298" y="153"/>
                  </a:cubicBezTo>
                  <a:cubicBezTo>
                    <a:pt x="300" y="153"/>
                    <a:pt x="302" y="151"/>
                    <a:pt x="303" y="149"/>
                  </a:cubicBezTo>
                  <a:cubicBezTo>
                    <a:pt x="304" y="148"/>
                    <a:pt x="304" y="147"/>
                    <a:pt x="306" y="147"/>
                  </a:cubicBezTo>
                  <a:cubicBezTo>
                    <a:pt x="308" y="147"/>
                    <a:pt x="309" y="148"/>
                    <a:pt x="311" y="146"/>
                  </a:cubicBezTo>
                  <a:cubicBezTo>
                    <a:pt x="313" y="145"/>
                    <a:pt x="312" y="144"/>
                    <a:pt x="314" y="143"/>
                  </a:cubicBezTo>
                  <a:cubicBezTo>
                    <a:pt x="316" y="141"/>
                    <a:pt x="316" y="141"/>
                    <a:pt x="319" y="141"/>
                  </a:cubicBezTo>
                  <a:cubicBezTo>
                    <a:pt x="323" y="141"/>
                    <a:pt x="322" y="141"/>
                    <a:pt x="324" y="140"/>
                  </a:cubicBezTo>
                  <a:cubicBezTo>
                    <a:pt x="325" y="140"/>
                    <a:pt x="325" y="140"/>
                    <a:pt x="326" y="140"/>
                  </a:cubicBezTo>
                  <a:cubicBezTo>
                    <a:pt x="327" y="137"/>
                    <a:pt x="329" y="130"/>
                    <a:pt x="331" y="127"/>
                  </a:cubicBezTo>
                  <a:cubicBezTo>
                    <a:pt x="332" y="125"/>
                    <a:pt x="333" y="124"/>
                    <a:pt x="336" y="123"/>
                  </a:cubicBezTo>
                  <a:cubicBezTo>
                    <a:pt x="339" y="121"/>
                    <a:pt x="343" y="120"/>
                    <a:pt x="344" y="120"/>
                  </a:cubicBezTo>
                  <a:cubicBezTo>
                    <a:pt x="345" y="120"/>
                    <a:pt x="348" y="120"/>
                    <a:pt x="351" y="120"/>
                  </a:cubicBezTo>
                  <a:cubicBezTo>
                    <a:pt x="353" y="120"/>
                    <a:pt x="355" y="120"/>
                    <a:pt x="356" y="120"/>
                  </a:cubicBezTo>
                  <a:cubicBezTo>
                    <a:pt x="358" y="120"/>
                    <a:pt x="358" y="120"/>
                    <a:pt x="360" y="118"/>
                  </a:cubicBezTo>
                  <a:cubicBezTo>
                    <a:pt x="360" y="118"/>
                    <a:pt x="360" y="118"/>
                    <a:pt x="360" y="118"/>
                  </a:cubicBezTo>
                  <a:cubicBezTo>
                    <a:pt x="360" y="117"/>
                    <a:pt x="360" y="117"/>
                    <a:pt x="360" y="117"/>
                  </a:cubicBezTo>
                  <a:cubicBezTo>
                    <a:pt x="361" y="115"/>
                    <a:pt x="362" y="113"/>
                    <a:pt x="362" y="110"/>
                  </a:cubicBezTo>
                  <a:cubicBezTo>
                    <a:pt x="362" y="110"/>
                    <a:pt x="362" y="110"/>
                    <a:pt x="362" y="110"/>
                  </a:cubicBezTo>
                  <a:cubicBezTo>
                    <a:pt x="362" y="110"/>
                    <a:pt x="362" y="110"/>
                    <a:pt x="362" y="110"/>
                  </a:cubicBezTo>
                  <a:cubicBezTo>
                    <a:pt x="362" y="110"/>
                    <a:pt x="362" y="110"/>
                    <a:pt x="362" y="110"/>
                  </a:cubicBezTo>
                  <a:cubicBezTo>
                    <a:pt x="362" y="109"/>
                    <a:pt x="362" y="108"/>
                    <a:pt x="362" y="108"/>
                  </a:cubicBezTo>
                  <a:cubicBezTo>
                    <a:pt x="362" y="107"/>
                    <a:pt x="361" y="107"/>
                    <a:pt x="360" y="105"/>
                  </a:cubicBezTo>
                  <a:cubicBezTo>
                    <a:pt x="360" y="105"/>
                    <a:pt x="359" y="105"/>
                    <a:pt x="359" y="105"/>
                  </a:cubicBezTo>
                  <a:cubicBezTo>
                    <a:pt x="357" y="103"/>
                    <a:pt x="357" y="102"/>
                    <a:pt x="357" y="100"/>
                  </a:cubicBezTo>
                  <a:cubicBezTo>
                    <a:pt x="358" y="98"/>
                    <a:pt x="359" y="97"/>
                    <a:pt x="361" y="97"/>
                  </a:cubicBezTo>
                  <a:cubicBezTo>
                    <a:pt x="361" y="97"/>
                    <a:pt x="362" y="96"/>
                    <a:pt x="362" y="96"/>
                  </a:cubicBezTo>
                  <a:cubicBezTo>
                    <a:pt x="362" y="96"/>
                    <a:pt x="362" y="96"/>
                    <a:pt x="362" y="96"/>
                  </a:cubicBezTo>
                  <a:cubicBezTo>
                    <a:pt x="363" y="96"/>
                    <a:pt x="363" y="96"/>
                    <a:pt x="363" y="96"/>
                  </a:cubicBezTo>
                  <a:cubicBezTo>
                    <a:pt x="363" y="95"/>
                    <a:pt x="362" y="94"/>
                    <a:pt x="362" y="94"/>
                  </a:cubicBezTo>
                  <a:cubicBezTo>
                    <a:pt x="361" y="92"/>
                    <a:pt x="360" y="92"/>
                    <a:pt x="360" y="90"/>
                  </a:cubicBezTo>
                  <a:cubicBezTo>
                    <a:pt x="361" y="88"/>
                    <a:pt x="362" y="87"/>
                    <a:pt x="364" y="86"/>
                  </a:cubicBezTo>
                  <a:cubicBezTo>
                    <a:pt x="365" y="85"/>
                    <a:pt x="367" y="85"/>
                    <a:pt x="367" y="84"/>
                  </a:cubicBezTo>
                  <a:cubicBezTo>
                    <a:pt x="367" y="83"/>
                    <a:pt x="367" y="82"/>
                    <a:pt x="367" y="80"/>
                  </a:cubicBezTo>
                  <a:cubicBezTo>
                    <a:pt x="367" y="79"/>
                    <a:pt x="367" y="78"/>
                    <a:pt x="366" y="77"/>
                  </a:cubicBezTo>
                  <a:cubicBezTo>
                    <a:pt x="366" y="76"/>
                    <a:pt x="365" y="76"/>
                    <a:pt x="364" y="76"/>
                  </a:cubicBezTo>
                  <a:cubicBezTo>
                    <a:pt x="363" y="77"/>
                    <a:pt x="361" y="77"/>
                    <a:pt x="360" y="77"/>
                  </a:cubicBezTo>
                  <a:cubicBezTo>
                    <a:pt x="357" y="77"/>
                    <a:pt x="355" y="75"/>
                    <a:pt x="354" y="73"/>
                  </a:cubicBezTo>
                  <a:cubicBezTo>
                    <a:pt x="352" y="71"/>
                    <a:pt x="351" y="70"/>
                    <a:pt x="350" y="70"/>
                  </a:cubicBezTo>
                  <a:cubicBezTo>
                    <a:pt x="349" y="70"/>
                    <a:pt x="348" y="70"/>
                    <a:pt x="347" y="70"/>
                  </a:cubicBezTo>
                  <a:cubicBezTo>
                    <a:pt x="346" y="70"/>
                    <a:pt x="345" y="70"/>
                    <a:pt x="343" y="69"/>
                  </a:cubicBezTo>
                  <a:cubicBezTo>
                    <a:pt x="341" y="68"/>
                    <a:pt x="339" y="68"/>
                    <a:pt x="338" y="67"/>
                  </a:cubicBezTo>
                  <a:cubicBezTo>
                    <a:pt x="337" y="66"/>
                    <a:pt x="336" y="65"/>
                    <a:pt x="334" y="65"/>
                  </a:cubicBezTo>
                  <a:cubicBezTo>
                    <a:pt x="333" y="65"/>
                    <a:pt x="331" y="66"/>
                    <a:pt x="330" y="66"/>
                  </a:cubicBezTo>
                  <a:cubicBezTo>
                    <a:pt x="328" y="66"/>
                    <a:pt x="326" y="67"/>
                    <a:pt x="324" y="66"/>
                  </a:cubicBezTo>
                  <a:cubicBezTo>
                    <a:pt x="321" y="65"/>
                    <a:pt x="320" y="64"/>
                    <a:pt x="319" y="62"/>
                  </a:cubicBezTo>
                  <a:cubicBezTo>
                    <a:pt x="318" y="61"/>
                    <a:pt x="318" y="60"/>
                    <a:pt x="317" y="59"/>
                  </a:cubicBezTo>
                  <a:cubicBezTo>
                    <a:pt x="316" y="59"/>
                    <a:pt x="315" y="58"/>
                    <a:pt x="315" y="57"/>
                  </a:cubicBezTo>
                  <a:cubicBezTo>
                    <a:pt x="313" y="55"/>
                    <a:pt x="312" y="54"/>
                    <a:pt x="310" y="54"/>
                  </a:cubicBezTo>
                  <a:cubicBezTo>
                    <a:pt x="308" y="54"/>
                    <a:pt x="305" y="55"/>
                    <a:pt x="302" y="56"/>
                  </a:cubicBezTo>
                  <a:cubicBezTo>
                    <a:pt x="299" y="57"/>
                    <a:pt x="296" y="57"/>
                    <a:pt x="293" y="57"/>
                  </a:cubicBezTo>
                  <a:cubicBezTo>
                    <a:pt x="290" y="57"/>
                    <a:pt x="289" y="57"/>
                    <a:pt x="287" y="56"/>
                  </a:cubicBezTo>
                  <a:cubicBezTo>
                    <a:pt x="286" y="55"/>
                    <a:pt x="285" y="55"/>
                    <a:pt x="284" y="55"/>
                  </a:cubicBezTo>
                  <a:cubicBezTo>
                    <a:pt x="283" y="55"/>
                    <a:pt x="282" y="55"/>
                    <a:pt x="281" y="55"/>
                  </a:cubicBezTo>
                  <a:cubicBezTo>
                    <a:pt x="279" y="56"/>
                    <a:pt x="277" y="56"/>
                    <a:pt x="274" y="55"/>
                  </a:cubicBezTo>
                  <a:cubicBezTo>
                    <a:pt x="271" y="54"/>
                    <a:pt x="271" y="52"/>
                    <a:pt x="270" y="49"/>
                  </a:cubicBezTo>
                  <a:cubicBezTo>
                    <a:pt x="270" y="48"/>
                    <a:pt x="270" y="47"/>
                    <a:pt x="270" y="46"/>
                  </a:cubicBezTo>
                  <a:cubicBezTo>
                    <a:pt x="269" y="44"/>
                    <a:pt x="269" y="43"/>
                    <a:pt x="268" y="41"/>
                  </a:cubicBezTo>
                  <a:cubicBezTo>
                    <a:pt x="268" y="40"/>
                    <a:pt x="268" y="39"/>
                    <a:pt x="268" y="37"/>
                  </a:cubicBezTo>
                  <a:cubicBezTo>
                    <a:pt x="267" y="36"/>
                    <a:pt x="267" y="35"/>
                    <a:pt x="265" y="34"/>
                  </a:cubicBezTo>
                  <a:cubicBezTo>
                    <a:pt x="264" y="34"/>
                    <a:pt x="262" y="33"/>
                    <a:pt x="261" y="33"/>
                  </a:cubicBezTo>
                  <a:cubicBezTo>
                    <a:pt x="257" y="33"/>
                    <a:pt x="256" y="33"/>
                    <a:pt x="253" y="33"/>
                  </a:cubicBezTo>
                  <a:cubicBezTo>
                    <a:pt x="252" y="33"/>
                    <a:pt x="252" y="33"/>
                    <a:pt x="252" y="33"/>
                  </a:cubicBezTo>
                  <a:cubicBezTo>
                    <a:pt x="246" y="32"/>
                    <a:pt x="246" y="30"/>
                    <a:pt x="246" y="27"/>
                  </a:cubicBezTo>
                  <a:cubicBezTo>
                    <a:pt x="246" y="27"/>
                    <a:pt x="246" y="27"/>
                    <a:pt x="246" y="27"/>
                  </a:cubicBezTo>
                  <a:cubicBezTo>
                    <a:pt x="246" y="26"/>
                    <a:pt x="245" y="25"/>
                    <a:pt x="245" y="24"/>
                  </a:cubicBezTo>
                  <a:cubicBezTo>
                    <a:pt x="244" y="22"/>
                    <a:pt x="243" y="20"/>
                    <a:pt x="245" y="18"/>
                  </a:cubicBezTo>
                  <a:cubicBezTo>
                    <a:pt x="245" y="18"/>
                    <a:pt x="246" y="17"/>
                    <a:pt x="246" y="17"/>
                  </a:cubicBezTo>
                  <a:cubicBezTo>
                    <a:pt x="247" y="17"/>
                    <a:pt x="247" y="16"/>
                    <a:pt x="247" y="16"/>
                  </a:cubicBezTo>
                  <a:cubicBezTo>
                    <a:pt x="248" y="15"/>
                    <a:pt x="248" y="15"/>
                    <a:pt x="247" y="15"/>
                  </a:cubicBezTo>
                  <a:cubicBezTo>
                    <a:pt x="247" y="14"/>
                    <a:pt x="246" y="14"/>
                    <a:pt x="246" y="14"/>
                  </a:cubicBezTo>
                  <a:cubicBezTo>
                    <a:pt x="244" y="12"/>
                    <a:pt x="242" y="11"/>
                    <a:pt x="241" y="8"/>
                  </a:cubicBezTo>
                  <a:cubicBezTo>
                    <a:pt x="241" y="8"/>
                    <a:pt x="241" y="8"/>
                    <a:pt x="241" y="8"/>
                  </a:cubicBezTo>
                  <a:cubicBezTo>
                    <a:pt x="241" y="8"/>
                    <a:pt x="241" y="8"/>
                    <a:pt x="241" y="8"/>
                  </a:cubicBezTo>
                  <a:cubicBezTo>
                    <a:pt x="241" y="8"/>
                    <a:pt x="241" y="8"/>
                    <a:pt x="241" y="8"/>
                  </a:cubicBezTo>
                  <a:cubicBezTo>
                    <a:pt x="241" y="6"/>
                    <a:pt x="241" y="5"/>
                    <a:pt x="240" y="5"/>
                  </a:cubicBezTo>
                  <a:cubicBezTo>
                    <a:pt x="240" y="4"/>
                    <a:pt x="239" y="4"/>
                    <a:pt x="238" y="3"/>
                  </a:cubicBezTo>
                  <a:cubicBezTo>
                    <a:pt x="237" y="3"/>
                    <a:pt x="237" y="3"/>
                    <a:pt x="237" y="3"/>
                  </a:cubicBezTo>
                  <a:cubicBezTo>
                    <a:pt x="235" y="1"/>
                    <a:pt x="234" y="1"/>
                    <a:pt x="233" y="1"/>
                  </a:cubicBezTo>
                  <a:cubicBezTo>
                    <a:pt x="232" y="0"/>
                    <a:pt x="232" y="0"/>
                    <a:pt x="231" y="1"/>
                  </a:cubicBezTo>
                  <a:cubicBezTo>
                    <a:pt x="230" y="1"/>
                    <a:pt x="230" y="1"/>
                    <a:pt x="229" y="1"/>
                  </a:cubicBezTo>
                  <a:cubicBezTo>
                    <a:pt x="229" y="1"/>
                    <a:pt x="229" y="1"/>
                    <a:pt x="229" y="1"/>
                  </a:cubicBezTo>
                  <a:cubicBezTo>
                    <a:pt x="227" y="2"/>
                    <a:pt x="223" y="3"/>
                    <a:pt x="220" y="3"/>
                  </a:cubicBezTo>
                  <a:cubicBezTo>
                    <a:pt x="219" y="3"/>
                    <a:pt x="218" y="3"/>
                    <a:pt x="217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3" name="Freeform 418">
              <a:extLst>
                <a:ext uri="{FF2B5EF4-FFF2-40B4-BE49-F238E27FC236}">
                  <a16:creationId xmlns:a16="http://schemas.microsoft.com/office/drawing/2014/main" id="{16D6D05A-4E54-3D6A-7920-0AC8B1789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2316" y="2006428"/>
              <a:ext cx="149501" cy="63467"/>
            </a:xfrm>
            <a:custGeom>
              <a:avLst/>
              <a:gdLst>
                <a:gd name="T0" fmla="*/ 108 w 136"/>
                <a:gd name="T1" fmla="*/ 24 h 59"/>
                <a:gd name="T2" fmla="*/ 101 w 136"/>
                <a:gd name="T3" fmla="*/ 23 h 59"/>
                <a:gd name="T4" fmla="*/ 90 w 136"/>
                <a:gd name="T5" fmla="*/ 22 h 59"/>
                <a:gd name="T6" fmla="*/ 82 w 136"/>
                <a:gd name="T7" fmla="*/ 25 h 59"/>
                <a:gd name="T8" fmla="*/ 77 w 136"/>
                <a:gd name="T9" fmla="*/ 24 h 59"/>
                <a:gd name="T10" fmla="*/ 72 w 136"/>
                <a:gd name="T11" fmla="*/ 18 h 59"/>
                <a:gd name="T12" fmla="*/ 62 w 136"/>
                <a:gd name="T13" fmla="*/ 14 h 59"/>
                <a:gd name="T14" fmla="*/ 54 w 136"/>
                <a:gd name="T15" fmla="*/ 9 h 59"/>
                <a:gd name="T16" fmla="*/ 35 w 136"/>
                <a:gd name="T17" fmla="*/ 10 h 59"/>
                <a:gd name="T18" fmla="*/ 21 w 136"/>
                <a:gd name="T19" fmla="*/ 4 h 59"/>
                <a:gd name="T20" fmla="*/ 14 w 136"/>
                <a:gd name="T21" fmla="*/ 1 h 59"/>
                <a:gd name="T22" fmla="*/ 8 w 136"/>
                <a:gd name="T23" fmla="*/ 1 h 59"/>
                <a:gd name="T24" fmla="*/ 2 w 136"/>
                <a:gd name="T25" fmla="*/ 1 h 59"/>
                <a:gd name="T26" fmla="*/ 0 w 136"/>
                <a:gd name="T27" fmla="*/ 4 h 59"/>
                <a:gd name="T28" fmla="*/ 7 w 136"/>
                <a:gd name="T29" fmla="*/ 10 h 59"/>
                <a:gd name="T30" fmla="*/ 20 w 136"/>
                <a:gd name="T31" fmla="*/ 16 h 59"/>
                <a:gd name="T32" fmla="*/ 30 w 136"/>
                <a:gd name="T33" fmla="*/ 23 h 59"/>
                <a:gd name="T34" fmla="*/ 32 w 136"/>
                <a:gd name="T35" fmla="*/ 33 h 59"/>
                <a:gd name="T36" fmla="*/ 34 w 136"/>
                <a:gd name="T37" fmla="*/ 44 h 59"/>
                <a:gd name="T38" fmla="*/ 30 w 136"/>
                <a:gd name="T39" fmla="*/ 50 h 59"/>
                <a:gd name="T40" fmla="*/ 39 w 136"/>
                <a:gd name="T41" fmla="*/ 50 h 59"/>
                <a:gd name="T42" fmla="*/ 49 w 136"/>
                <a:gd name="T43" fmla="*/ 50 h 59"/>
                <a:gd name="T44" fmla="*/ 58 w 136"/>
                <a:gd name="T45" fmla="*/ 48 h 59"/>
                <a:gd name="T46" fmla="*/ 66 w 136"/>
                <a:gd name="T47" fmla="*/ 54 h 59"/>
                <a:gd name="T48" fmla="*/ 72 w 136"/>
                <a:gd name="T49" fmla="*/ 59 h 59"/>
                <a:gd name="T50" fmla="*/ 83 w 136"/>
                <a:gd name="T51" fmla="*/ 57 h 59"/>
                <a:gd name="T52" fmla="*/ 99 w 136"/>
                <a:gd name="T53" fmla="*/ 57 h 59"/>
                <a:gd name="T54" fmla="*/ 105 w 136"/>
                <a:gd name="T55" fmla="*/ 54 h 59"/>
                <a:gd name="T56" fmla="*/ 113 w 136"/>
                <a:gd name="T57" fmla="*/ 52 h 59"/>
                <a:gd name="T58" fmla="*/ 123 w 136"/>
                <a:gd name="T59" fmla="*/ 57 h 59"/>
                <a:gd name="T60" fmla="*/ 134 w 136"/>
                <a:gd name="T61" fmla="*/ 59 h 59"/>
                <a:gd name="T62" fmla="*/ 136 w 136"/>
                <a:gd name="T63" fmla="*/ 58 h 59"/>
                <a:gd name="T64" fmla="*/ 135 w 136"/>
                <a:gd name="T65" fmla="*/ 56 h 59"/>
                <a:gd name="T66" fmla="*/ 127 w 136"/>
                <a:gd name="T67" fmla="*/ 47 h 59"/>
                <a:gd name="T68" fmla="*/ 129 w 136"/>
                <a:gd name="T69" fmla="*/ 41 h 59"/>
                <a:gd name="T70" fmla="*/ 114 w 136"/>
                <a:gd name="T71" fmla="*/ 34 h 59"/>
                <a:gd name="T72" fmla="*/ 114 w 136"/>
                <a:gd name="T73" fmla="*/ 2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6" h="59">
                  <a:moveTo>
                    <a:pt x="114" y="27"/>
                  </a:moveTo>
                  <a:cubicBezTo>
                    <a:pt x="112" y="26"/>
                    <a:pt x="111" y="25"/>
                    <a:pt x="108" y="24"/>
                  </a:cubicBezTo>
                  <a:cubicBezTo>
                    <a:pt x="106" y="23"/>
                    <a:pt x="104" y="23"/>
                    <a:pt x="102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98" y="23"/>
                    <a:pt x="97" y="23"/>
                    <a:pt x="93" y="22"/>
                  </a:cubicBezTo>
                  <a:cubicBezTo>
                    <a:pt x="92" y="21"/>
                    <a:pt x="91" y="22"/>
                    <a:pt x="90" y="22"/>
                  </a:cubicBezTo>
                  <a:cubicBezTo>
                    <a:pt x="89" y="23"/>
                    <a:pt x="88" y="23"/>
                    <a:pt x="87" y="24"/>
                  </a:cubicBezTo>
                  <a:cubicBezTo>
                    <a:pt x="86" y="25"/>
                    <a:pt x="84" y="25"/>
                    <a:pt x="82" y="25"/>
                  </a:cubicBezTo>
                  <a:cubicBezTo>
                    <a:pt x="80" y="25"/>
                    <a:pt x="79" y="24"/>
                    <a:pt x="77" y="24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76" y="23"/>
                    <a:pt x="75" y="22"/>
                    <a:pt x="75" y="21"/>
                  </a:cubicBezTo>
                  <a:cubicBezTo>
                    <a:pt x="75" y="20"/>
                    <a:pt x="74" y="19"/>
                    <a:pt x="72" y="18"/>
                  </a:cubicBezTo>
                  <a:cubicBezTo>
                    <a:pt x="70" y="17"/>
                    <a:pt x="69" y="17"/>
                    <a:pt x="68" y="17"/>
                  </a:cubicBezTo>
                  <a:cubicBezTo>
                    <a:pt x="66" y="16"/>
                    <a:pt x="65" y="16"/>
                    <a:pt x="62" y="14"/>
                  </a:cubicBezTo>
                  <a:cubicBezTo>
                    <a:pt x="60" y="13"/>
                    <a:pt x="59" y="12"/>
                    <a:pt x="58" y="11"/>
                  </a:cubicBezTo>
                  <a:cubicBezTo>
                    <a:pt x="56" y="10"/>
                    <a:pt x="55" y="9"/>
                    <a:pt x="54" y="9"/>
                  </a:cubicBezTo>
                  <a:cubicBezTo>
                    <a:pt x="53" y="9"/>
                    <a:pt x="51" y="9"/>
                    <a:pt x="49" y="9"/>
                  </a:cubicBezTo>
                  <a:cubicBezTo>
                    <a:pt x="45" y="10"/>
                    <a:pt x="39" y="10"/>
                    <a:pt x="35" y="10"/>
                  </a:cubicBezTo>
                  <a:cubicBezTo>
                    <a:pt x="29" y="9"/>
                    <a:pt x="25" y="7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4"/>
                    <a:pt x="19" y="3"/>
                    <a:pt x="18" y="3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3" y="2"/>
                    <a:pt x="12" y="2"/>
                    <a:pt x="10" y="2"/>
                  </a:cubicBezTo>
                  <a:cubicBezTo>
                    <a:pt x="10" y="1"/>
                    <a:pt x="9" y="1"/>
                    <a:pt x="8" y="1"/>
                  </a:cubicBezTo>
                  <a:cubicBezTo>
                    <a:pt x="6" y="1"/>
                    <a:pt x="4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2"/>
                    <a:pt x="1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1" y="5"/>
                    <a:pt x="2" y="6"/>
                  </a:cubicBezTo>
                  <a:cubicBezTo>
                    <a:pt x="3" y="8"/>
                    <a:pt x="5" y="9"/>
                    <a:pt x="7" y="10"/>
                  </a:cubicBezTo>
                  <a:cubicBezTo>
                    <a:pt x="9" y="12"/>
                    <a:pt x="12" y="11"/>
                    <a:pt x="16" y="12"/>
                  </a:cubicBezTo>
                  <a:cubicBezTo>
                    <a:pt x="19" y="13"/>
                    <a:pt x="18" y="13"/>
                    <a:pt x="20" y="16"/>
                  </a:cubicBezTo>
                  <a:cubicBezTo>
                    <a:pt x="22" y="18"/>
                    <a:pt x="23" y="19"/>
                    <a:pt x="25" y="20"/>
                  </a:cubicBezTo>
                  <a:cubicBezTo>
                    <a:pt x="27" y="21"/>
                    <a:pt x="29" y="21"/>
                    <a:pt x="30" y="23"/>
                  </a:cubicBezTo>
                  <a:cubicBezTo>
                    <a:pt x="31" y="25"/>
                    <a:pt x="31" y="25"/>
                    <a:pt x="31" y="28"/>
                  </a:cubicBezTo>
                  <a:cubicBezTo>
                    <a:pt x="31" y="32"/>
                    <a:pt x="32" y="31"/>
                    <a:pt x="32" y="33"/>
                  </a:cubicBezTo>
                  <a:cubicBezTo>
                    <a:pt x="33" y="35"/>
                    <a:pt x="35" y="36"/>
                    <a:pt x="35" y="39"/>
                  </a:cubicBezTo>
                  <a:cubicBezTo>
                    <a:pt x="35" y="41"/>
                    <a:pt x="35" y="41"/>
                    <a:pt x="34" y="44"/>
                  </a:cubicBezTo>
                  <a:cubicBezTo>
                    <a:pt x="34" y="46"/>
                    <a:pt x="33" y="46"/>
                    <a:pt x="31" y="49"/>
                  </a:cubicBezTo>
                  <a:cubicBezTo>
                    <a:pt x="31" y="49"/>
                    <a:pt x="31" y="50"/>
                    <a:pt x="30" y="50"/>
                  </a:cubicBezTo>
                  <a:cubicBezTo>
                    <a:pt x="31" y="50"/>
                    <a:pt x="32" y="50"/>
                    <a:pt x="34" y="50"/>
                  </a:cubicBezTo>
                  <a:cubicBezTo>
                    <a:pt x="36" y="50"/>
                    <a:pt x="38" y="50"/>
                    <a:pt x="39" y="50"/>
                  </a:cubicBezTo>
                  <a:cubicBezTo>
                    <a:pt x="41" y="49"/>
                    <a:pt x="43" y="49"/>
                    <a:pt x="46" y="50"/>
                  </a:cubicBezTo>
                  <a:cubicBezTo>
                    <a:pt x="48" y="51"/>
                    <a:pt x="49" y="51"/>
                    <a:pt x="49" y="50"/>
                  </a:cubicBezTo>
                  <a:cubicBezTo>
                    <a:pt x="50" y="50"/>
                    <a:pt x="51" y="49"/>
                    <a:pt x="53" y="48"/>
                  </a:cubicBezTo>
                  <a:cubicBezTo>
                    <a:pt x="55" y="48"/>
                    <a:pt x="56" y="48"/>
                    <a:pt x="58" y="48"/>
                  </a:cubicBezTo>
                  <a:cubicBezTo>
                    <a:pt x="60" y="49"/>
                    <a:pt x="61" y="50"/>
                    <a:pt x="62" y="51"/>
                  </a:cubicBezTo>
                  <a:cubicBezTo>
                    <a:pt x="63" y="52"/>
                    <a:pt x="65" y="53"/>
                    <a:pt x="66" y="54"/>
                  </a:cubicBezTo>
                  <a:cubicBezTo>
                    <a:pt x="67" y="55"/>
                    <a:pt x="69" y="57"/>
                    <a:pt x="71" y="58"/>
                  </a:cubicBezTo>
                  <a:cubicBezTo>
                    <a:pt x="71" y="59"/>
                    <a:pt x="72" y="59"/>
                    <a:pt x="72" y="59"/>
                  </a:cubicBezTo>
                  <a:cubicBezTo>
                    <a:pt x="74" y="58"/>
                    <a:pt x="76" y="58"/>
                    <a:pt x="80" y="58"/>
                  </a:cubicBezTo>
                  <a:cubicBezTo>
                    <a:pt x="81" y="58"/>
                    <a:pt x="82" y="58"/>
                    <a:pt x="83" y="57"/>
                  </a:cubicBezTo>
                  <a:cubicBezTo>
                    <a:pt x="86" y="57"/>
                    <a:pt x="90" y="57"/>
                    <a:pt x="93" y="57"/>
                  </a:cubicBezTo>
                  <a:cubicBezTo>
                    <a:pt x="95" y="57"/>
                    <a:pt x="98" y="57"/>
                    <a:pt x="99" y="57"/>
                  </a:cubicBezTo>
                  <a:cubicBezTo>
                    <a:pt x="101" y="57"/>
                    <a:pt x="102" y="57"/>
                    <a:pt x="103" y="56"/>
                  </a:cubicBezTo>
                  <a:cubicBezTo>
                    <a:pt x="104" y="56"/>
                    <a:pt x="104" y="55"/>
                    <a:pt x="105" y="54"/>
                  </a:cubicBezTo>
                  <a:cubicBezTo>
                    <a:pt x="105" y="53"/>
                    <a:pt x="106" y="52"/>
                    <a:pt x="108" y="52"/>
                  </a:cubicBezTo>
                  <a:cubicBezTo>
                    <a:pt x="109" y="52"/>
                    <a:pt x="111" y="52"/>
                    <a:pt x="113" y="52"/>
                  </a:cubicBezTo>
                  <a:cubicBezTo>
                    <a:pt x="114" y="53"/>
                    <a:pt x="116" y="54"/>
                    <a:pt x="117" y="54"/>
                  </a:cubicBezTo>
                  <a:cubicBezTo>
                    <a:pt x="119" y="55"/>
                    <a:pt x="121" y="57"/>
                    <a:pt x="123" y="57"/>
                  </a:cubicBezTo>
                  <a:cubicBezTo>
                    <a:pt x="124" y="57"/>
                    <a:pt x="126" y="57"/>
                    <a:pt x="128" y="58"/>
                  </a:cubicBezTo>
                  <a:cubicBezTo>
                    <a:pt x="130" y="58"/>
                    <a:pt x="133" y="59"/>
                    <a:pt x="134" y="59"/>
                  </a:cubicBezTo>
                  <a:cubicBezTo>
                    <a:pt x="135" y="59"/>
                    <a:pt x="136" y="59"/>
                    <a:pt x="136" y="58"/>
                  </a:cubicBezTo>
                  <a:cubicBezTo>
                    <a:pt x="136" y="58"/>
                    <a:pt x="136" y="58"/>
                    <a:pt x="136" y="58"/>
                  </a:cubicBezTo>
                  <a:cubicBezTo>
                    <a:pt x="136" y="58"/>
                    <a:pt x="136" y="58"/>
                    <a:pt x="136" y="58"/>
                  </a:cubicBezTo>
                  <a:cubicBezTo>
                    <a:pt x="136" y="57"/>
                    <a:pt x="136" y="57"/>
                    <a:pt x="135" y="56"/>
                  </a:cubicBezTo>
                  <a:cubicBezTo>
                    <a:pt x="134" y="55"/>
                    <a:pt x="133" y="53"/>
                    <a:pt x="132" y="52"/>
                  </a:cubicBezTo>
                  <a:cubicBezTo>
                    <a:pt x="129" y="50"/>
                    <a:pt x="128" y="48"/>
                    <a:pt x="127" y="47"/>
                  </a:cubicBezTo>
                  <a:cubicBezTo>
                    <a:pt x="127" y="45"/>
                    <a:pt x="128" y="43"/>
                    <a:pt x="129" y="41"/>
                  </a:cubicBezTo>
                  <a:cubicBezTo>
                    <a:pt x="129" y="41"/>
                    <a:pt x="129" y="41"/>
                    <a:pt x="129" y="41"/>
                  </a:cubicBezTo>
                  <a:cubicBezTo>
                    <a:pt x="127" y="41"/>
                    <a:pt x="124" y="39"/>
                    <a:pt x="121" y="38"/>
                  </a:cubicBezTo>
                  <a:cubicBezTo>
                    <a:pt x="118" y="37"/>
                    <a:pt x="115" y="35"/>
                    <a:pt x="114" y="34"/>
                  </a:cubicBezTo>
                  <a:cubicBezTo>
                    <a:pt x="113" y="32"/>
                    <a:pt x="114" y="31"/>
                    <a:pt x="114" y="30"/>
                  </a:cubicBezTo>
                  <a:cubicBezTo>
                    <a:pt x="114" y="29"/>
                    <a:pt x="115" y="28"/>
                    <a:pt x="114" y="2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4" name="Freeform 419">
              <a:extLst>
                <a:ext uri="{FF2B5EF4-FFF2-40B4-BE49-F238E27FC236}">
                  <a16:creationId xmlns:a16="http://schemas.microsoft.com/office/drawing/2014/main" id="{9C934D25-716C-20A4-3977-0EFC8BFA4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153" y="1529717"/>
              <a:ext cx="101548" cy="66288"/>
            </a:xfrm>
            <a:custGeom>
              <a:avLst/>
              <a:gdLst>
                <a:gd name="T0" fmla="*/ 82 w 93"/>
                <a:gd name="T1" fmla="*/ 25 h 62"/>
                <a:gd name="T2" fmla="*/ 88 w 93"/>
                <a:gd name="T3" fmla="*/ 17 h 62"/>
                <a:gd name="T4" fmla="*/ 93 w 93"/>
                <a:gd name="T5" fmla="*/ 10 h 62"/>
                <a:gd name="T6" fmla="*/ 93 w 93"/>
                <a:gd name="T7" fmla="*/ 5 h 62"/>
                <a:gd name="T8" fmla="*/ 93 w 93"/>
                <a:gd name="T9" fmla="*/ 5 h 62"/>
                <a:gd name="T10" fmla="*/ 90 w 93"/>
                <a:gd name="T11" fmla="*/ 7 h 62"/>
                <a:gd name="T12" fmla="*/ 84 w 93"/>
                <a:gd name="T13" fmla="*/ 6 h 62"/>
                <a:gd name="T14" fmla="*/ 77 w 93"/>
                <a:gd name="T15" fmla="*/ 6 h 62"/>
                <a:gd name="T16" fmla="*/ 69 w 93"/>
                <a:gd name="T17" fmla="*/ 5 h 62"/>
                <a:gd name="T18" fmla="*/ 63 w 93"/>
                <a:gd name="T19" fmla="*/ 3 h 62"/>
                <a:gd name="T20" fmla="*/ 56 w 93"/>
                <a:gd name="T21" fmla="*/ 3 h 62"/>
                <a:gd name="T22" fmla="*/ 49 w 93"/>
                <a:gd name="T23" fmla="*/ 3 h 62"/>
                <a:gd name="T24" fmla="*/ 43 w 93"/>
                <a:gd name="T25" fmla="*/ 1 h 62"/>
                <a:gd name="T26" fmla="*/ 42 w 93"/>
                <a:gd name="T27" fmla="*/ 4 h 62"/>
                <a:gd name="T28" fmla="*/ 28 w 93"/>
                <a:gd name="T29" fmla="*/ 5 h 62"/>
                <a:gd name="T30" fmla="*/ 20 w 93"/>
                <a:gd name="T31" fmla="*/ 6 h 62"/>
                <a:gd name="T32" fmla="*/ 16 w 93"/>
                <a:gd name="T33" fmla="*/ 9 h 62"/>
                <a:gd name="T34" fmla="*/ 10 w 93"/>
                <a:gd name="T35" fmla="*/ 11 h 62"/>
                <a:gd name="T36" fmla="*/ 5 w 93"/>
                <a:gd name="T37" fmla="*/ 13 h 62"/>
                <a:gd name="T38" fmla="*/ 1 w 93"/>
                <a:gd name="T39" fmla="*/ 14 h 62"/>
                <a:gd name="T40" fmla="*/ 1 w 93"/>
                <a:gd name="T41" fmla="*/ 17 h 62"/>
                <a:gd name="T42" fmla="*/ 4 w 93"/>
                <a:gd name="T43" fmla="*/ 19 h 62"/>
                <a:gd name="T44" fmla="*/ 2 w 93"/>
                <a:gd name="T45" fmla="*/ 21 h 62"/>
                <a:gd name="T46" fmla="*/ 1 w 93"/>
                <a:gd name="T47" fmla="*/ 25 h 62"/>
                <a:gd name="T48" fmla="*/ 4 w 93"/>
                <a:gd name="T49" fmla="*/ 26 h 62"/>
                <a:gd name="T50" fmla="*/ 7 w 93"/>
                <a:gd name="T51" fmla="*/ 26 h 62"/>
                <a:gd name="T52" fmla="*/ 6 w 93"/>
                <a:gd name="T53" fmla="*/ 28 h 62"/>
                <a:gd name="T54" fmla="*/ 3 w 93"/>
                <a:gd name="T55" fmla="*/ 29 h 62"/>
                <a:gd name="T56" fmla="*/ 3 w 93"/>
                <a:gd name="T57" fmla="*/ 33 h 62"/>
                <a:gd name="T58" fmla="*/ 7 w 93"/>
                <a:gd name="T59" fmla="*/ 37 h 62"/>
                <a:gd name="T60" fmla="*/ 11 w 93"/>
                <a:gd name="T61" fmla="*/ 41 h 62"/>
                <a:gd name="T62" fmla="*/ 15 w 93"/>
                <a:gd name="T63" fmla="*/ 42 h 62"/>
                <a:gd name="T64" fmla="*/ 18 w 93"/>
                <a:gd name="T65" fmla="*/ 39 h 62"/>
                <a:gd name="T66" fmla="*/ 21 w 93"/>
                <a:gd name="T67" fmla="*/ 38 h 62"/>
                <a:gd name="T68" fmla="*/ 22 w 93"/>
                <a:gd name="T69" fmla="*/ 43 h 62"/>
                <a:gd name="T70" fmla="*/ 19 w 93"/>
                <a:gd name="T71" fmla="*/ 48 h 62"/>
                <a:gd name="T72" fmla="*/ 18 w 93"/>
                <a:gd name="T73" fmla="*/ 52 h 62"/>
                <a:gd name="T74" fmla="*/ 20 w 93"/>
                <a:gd name="T75" fmla="*/ 51 h 62"/>
                <a:gd name="T76" fmla="*/ 24 w 93"/>
                <a:gd name="T77" fmla="*/ 50 h 62"/>
                <a:gd name="T78" fmla="*/ 26 w 93"/>
                <a:gd name="T79" fmla="*/ 49 h 62"/>
                <a:gd name="T80" fmla="*/ 33 w 93"/>
                <a:gd name="T81" fmla="*/ 47 h 62"/>
                <a:gd name="T82" fmla="*/ 41 w 93"/>
                <a:gd name="T83" fmla="*/ 48 h 62"/>
                <a:gd name="T84" fmla="*/ 49 w 93"/>
                <a:gd name="T85" fmla="*/ 51 h 62"/>
                <a:gd name="T86" fmla="*/ 54 w 93"/>
                <a:gd name="T87" fmla="*/ 55 h 62"/>
                <a:gd name="T88" fmla="*/ 59 w 93"/>
                <a:gd name="T89" fmla="*/ 60 h 62"/>
                <a:gd name="T90" fmla="*/ 64 w 93"/>
                <a:gd name="T91" fmla="*/ 61 h 62"/>
                <a:gd name="T92" fmla="*/ 68 w 93"/>
                <a:gd name="T93" fmla="*/ 61 h 62"/>
                <a:gd name="T94" fmla="*/ 75 w 93"/>
                <a:gd name="T95" fmla="*/ 62 h 62"/>
                <a:gd name="T96" fmla="*/ 75 w 93"/>
                <a:gd name="T97" fmla="*/ 62 h 62"/>
                <a:gd name="T98" fmla="*/ 77 w 93"/>
                <a:gd name="T99" fmla="*/ 62 h 62"/>
                <a:gd name="T100" fmla="*/ 80 w 93"/>
                <a:gd name="T101" fmla="*/ 62 h 62"/>
                <a:gd name="T102" fmla="*/ 81 w 93"/>
                <a:gd name="T103" fmla="*/ 60 h 62"/>
                <a:gd name="T104" fmla="*/ 82 w 93"/>
                <a:gd name="T105" fmla="*/ 56 h 62"/>
                <a:gd name="T106" fmla="*/ 86 w 93"/>
                <a:gd name="T107" fmla="*/ 54 h 62"/>
                <a:gd name="T108" fmla="*/ 86 w 93"/>
                <a:gd name="T109" fmla="*/ 54 h 62"/>
                <a:gd name="T110" fmla="*/ 88 w 93"/>
                <a:gd name="T111" fmla="*/ 53 h 62"/>
                <a:gd name="T112" fmla="*/ 86 w 93"/>
                <a:gd name="T113" fmla="*/ 49 h 62"/>
                <a:gd name="T114" fmla="*/ 81 w 93"/>
                <a:gd name="T115" fmla="*/ 40 h 62"/>
                <a:gd name="T116" fmla="*/ 81 w 93"/>
                <a:gd name="T117" fmla="*/ 26 h 62"/>
                <a:gd name="T118" fmla="*/ 82 w 93"/>
                <a:gd name="T119" fmla="*/ 25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3" h="62">
                  <a:moveTo>
                    <a:pt x="82" y="25"/>
                  </a:moveTo>
                  <a:cubicBezTo>
                    <a:pt x="82" y="23"/>
                    <a:pt x="85" y="20"/>
                    <a:pt x="88" y="17"/>
                  </a:cubicBezTo>
                  <a:cubicBezTo>
                    <a:pt x="90" y="14"/>
                    <a:pt x="93" y="12"/>
                    <a:pt x="93" y="10"/>
                  </a:cubicBezTo>
                  <a:cubicBezTo>
                    <a:pt x="93" y="8"/>
                    <a:pt x="93" y="6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2" y="6"/>
                    <a:pt x="91" y="7"/>
                    <a:pt x="90" y="7"/>
                  </a:cubicBezTo>
                  <a:cubicBezTo>
                    <a:pt x="89" y="7"/>
                    <a:pt x="86" y="6"/>
                    <a:pt x="84" y="6"/>
                  </a:cubicBezTo>
                  <a:cubicBezTo>
                    <a:pt x="83" y="6"/>
                    <a:pt x="80" y="5"/>
                    <a:pt x="77" y="6"/>
                  </a:cubicBezTo>
                  <a:cubicBezTo>
                    <a:pt x="75" y="6"/>
                    <a:pt x="71" y="7"/>
                    <a:pt x="69" y="5"/>
                  </a:cubicBezTo>
                  <a:cubicBezTo>
                    <a:pt x="67" y="4"/>
                    <a:pt x="67" y="3"/>
                    <a:pt x="63" y="3"/>
                  </a:cubicBezTo>
                  <a:cubicBezTo>
                    <a:pt x="60" y="3"/>
                    <a:pt x="58" y="3"/>
                    <a:pt x="56" y="3"/>
                  </a:cubicBezTo>
                  <a:cubicBezTo>
                    <a:pt x="54" y="3"/>
                    <a:pt x="51" y="4"/>
                    <a:pt x="49" y="3"/>
                  </a:cubicBezTo>
                  <a:cubicBezTo>
                    <a:pt x="47" y="3"/>
                    <a:pt x="43" y="0"/>
                    <a:pt x="43" y="1"/>
                  </a:cubicBezTo>
                  <a:cubicBezTo>
                    <a:pt x="42" y="1"/>
                    <a:pt x="44" y="4"/>
                    <a:pt x="42" y="4"/>
                  </a:cubicBezTo>
                  <a:cubicBezTo>
                    <a:pt x="40" y="4"/>
                    <a:pt x="32" y="4"/>
                    <a:pt x="28" y="5"/>
                  </a:cubicBezTo>
                  <a:cubicBezTo>
                    <a:pt x="25" y="5"/>
                    <a:pt x="22" y="5"/>
                    <a:pt x="20" y="6"/>
                  </a:cubicBezTo>
                  <a:cubicBezTo>
                    <a:pt x="19" y="8"/>
                    <a:pt x="18" y="6"/>
                    <a:pt x="16" y="9"/>
                  </a:cubicBezTo>
                  <a:cubicBezTo>
                    <a:pt x="13" y="11"/>
                    <a:pt x="12" y="11"/>
                    <a:pt x="10" y="11"/>
                  </a:cubicBezTo>
                  <a:cubicBezTo>
                    <a:pt x="8" y="12"/>
                    <a:pt x="6" y="12"/>
                    <a:pt x="5" y="13"/>
                  </a:cubicBezTo>
                  <a:cubicBezTo>
                    <a:pt x="4" y="14"/>
                    <a:pt x="3" y="12"/>
                    <a:pt x="1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8"/>
                    <a:pt x="4" y="18"/>
                    <a:pt x="4" y="19"/>
                  </a:cubicBezTo>
                  <a:cubicBezTo>
                    <a:pt x="4" y="21"/>
                    <a:pt x="3" y="20"/>
                    <a:pt x="2" y="21"/>
                  </a:cubicBezTo>
                  <a:cubicBezTo>
                    <a:pt x="0" y="23"/>
                    <a:pt x="0" y="24"/>
                    <a:pt x="1" y="25"/>
                  </a:cubicBezTo>
                  <a:cubicBezTo>
                    <a:pt x="2" y="26"/>
                    <a:pt x="2" y="26"/>
                    <a:pt x="4" y="26"/>
                  </a:cubicBezTo>
                  <a:cubicBezTo>
                    <a:pt x="6" y="26"/>
                    <a:pt x="6" y="25"/>
                    <a:pt x="7" y="26"/>
                  </a:cubicBezTo>
                  <a:cubicBezTo>
                    <a:pt x="8" y="28"/>
                    <a:pt x="7" y="28"/>
                    <a:pt x="6" y="28"/>
                  </a:cubicBezTo>
                  <a:cubicBezTo>
                    <a:pt x="4" y="28"/>
                    <a:pt x="3" y="27"/>
                    <a:pt x="3" y="29"/>
                  </a:cubicBezTo>
                  <a:cubicBezTo>
                    <a:pt x="2" y="30"/>
                    <a:pt x="2" y="31"/>
                    <a:pt x="3" y="33"/>
                  </a:cubicBezTo>
                  <a:cubicBezTo>
                    <a:pt x="4" y="36"/>
                    <a:pt x="5" y="36"/>
                    <a:pt x="7" y="37"/>
                  </a:cubicBezTo>
                  <a:cubicBezTo>
                    <a:pt x="9" y="38"/>
                    <a:pt x="9" y="39"/>
                    <a:pt x="11" y="41"/>
                  </a:cubicBezTo>
                  <a:cubicBezTo>
                    <a:pt x="12" y="42"/>
                    <a:pt x="14" y="42"/>
                    <a:pt x="15" y="42"/>
                  </a:cubicBezTo>
                  <a:cubicBezTo>
                    <a:pt x="16" y="41"/>
                    <a:pt x="17" y="41"/>
                    <a:pt x="18" y="39"/>
                  </a:cubicBezTo>
                  <a:cubicBezTo>
                    <a:pt x="18" y="38"/>
                    <a:pt x="20" y="37"/>
                    <a:pt x="21" y="38"/>
                  </a:cubicBezTo>
                  <a:cubicBezTo>
                    <a:pt x="22" y="39"/>
                    <a:pt x="23" y="41"/>
                    <a:pt x="22" y="43"/>
                  </a:cubicBezTo>
                  <a:cubicBezTo>
                    <a:pt x="21" y="44"/>
                    <a:pt x="21" y="47"/>
                    <a:pt x="19" y="48"/>
                  </a:cubicBezTo>
                  <a:cubicBezTo>
                    <a:pt x="18" y="50"/>
                    <a:pt x="18" y="50"/>
                    <a:pt x="18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5" y="49"/>
                    <a:pt x="26" y="49"/>
                    <a:pt x="26" y="49"/>
                  </a:cubicBezTo>
                  <a:cubicBezTo>
                    <a:pt x="29" y="48"/>
                    <a:pt x="30" y="47"/>
                    <a:pt x="33" y="47"/>
                  </a:cubicBezTo>
                  <a:cubicBezTo>
                    <a:pt x="35" y="47"/>
                    <a:pt x="38" y="47"/>
                    <a:pt x="41" y="48"/>
                  </a:cubicBezTo>
                  <a:cubicBezTo>
                    <a:pt x="44" y="48"/>
                    <a:pt x="47" y="49"/>
                    <a:pt x="49" y="51"/>
                  </a:cubicBezTo>
                  <a:cubicBezTo>
                    <a:pt x="51" y="53"/>
                    <a:pt x="52" y="54"/>
                    <a:pt x="54" y="55"/>
                  </a:cubicBezTo>
                  <a:cubicBezTo>
                    <a:pt x="55" y="57"/>
                    <a:pt x="56" y="58"/>
                    <a:pt x="59" y="60"/>
                  </a:cubicBezTo>
                  <a:cubicBezTo>
                    <a:pt x="62" y="62"/>
                    <a:pt x="63" y="62"/>
                    <a:pt x="64" y="61"/>
                  </a:cubicBezTo>
                  <a:cubicBezTo>
                    <a:pt x="65" y="61"/>
                    <a:pt x="67" y="61"/>
                    <a:pt x="68" y="61"/>
                  </a:cubicBezTo>
                  <a:cubicBezTo>
                    <a:pt x="72" y="60"/>
                    <a:pt x="74" y="61"/>
                    <a:pt x="75" y="62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76" y="62"/>
                    <a:pt x="76" y="62"/>
                    <a:pt x="77" y="62"/>
                  </a:cubicBezTo>
                  <a:cubicBezTo>
                    <a:pt x="78" y="62"/>
                    <a:pt x="80" y="62"/>
                    <a:pt x="80" y="62"/>
                  </a:cubicBezTo>
                  <a:cubicBezTo>
                    <a:pt x="80" y="61"/>
                    <a:pt x="80" y="61"/>
                    <a:pt x="81" y="60"/>
                  </a:cubicBezTo>
                  <a:cubicBezTo>
                    <a:pt x="81" y="59"/>
                    <a:pt x="81" y="57"/>
                    <a:pt x="82" y="56"/>
                  </a:cubicBezTo>
                  <a:cubicBezTo>
                    <a:pt x="83" y="55"/>
                    <a:pt x="84" y="55"/>
                    <a:pt x="86" y="54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7" y="53"/>
                    <a:pt x="88" y="53"/>
                    <a:pt x="88" y="53"/>
                  </a:cubicBezTo>
                  <a:cubicBezTo>
                    <a:pt x="88" y="52"/>
                    <a:pt x="87" y="51"/>
                    <a:pt x="86" y="49"/>
                  </a:cubicBezTo>
                  <a:cubicBezTo>
                    <a:pt x="84" y="47"/>
                    <a:pt x="82" y="43"/>
                    <a:pt x="81" y="40"/>
                  </a:cubicBezTo>
                  <a:cubicBezTo>
                    <a:pt x="80" y="35"/>
                    <a:pt x="81" y="31"/>
                    <a:pt x="81" y="26"/>
                  </a:cubicBezTo>
                  <a:cubicBezTo>
                    <a:pt x="82" y="25"/>
                    <a:pt x="82" y="25"/>
                    <a:pt x="82" y="2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5" name="Freeform 420">
              <a:extLst>
                <a:ext uri="{FF2B5EF4-FFF2-40B4-BE49-F238E27FC236}">
                  <a16:creationId xmlns:a16="http://schemas.microsoft.com/office/drawing/2014/main" id="{7A36A9E7-D328-8B54-9F7B-A76F254B58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3645" y="2058612"/>
              <a:ext cx="418885" cy="432989"/>
            </a:xfrm>
            <a:custGeom>
              <a:avLst/>
              <a:gdLst>
                <a:gd name="T0" fmla="*/ 165 w 381"/>
                <a:gd name="T1" fmla="*/ 165 h 402"/>
                <a:gd name="T2" fmla="*/ 151 w 381"/>
                <a:gd name="T3" fmla="*/ 181 h 402"/>
                <a:gd name="T4" fmla="*/ 174 w 381"/>
                <a:gd name="T5" fmla="*/ 185 h 402"/>
                <a:gd name="T6" fmla="*/ 189 w 381"/>
                <a:gd name="T7" fmla="*/ 176 h 402"/>
                <a:gd name="T8" fmla="*/ 214 w 381"/>
                <a:gd name="T9" fmla="*/ 168 h 402"/>
                <a:gd name="T10" fmla="*/ 242 w 381"/>
                <a:gd name="T11" fmla="*/ 166 h 402"/>
                <a:gd name="T12" fmla="*/ 236 w 381"/>
                <a:gd name="T13" fmla="*/ 182 h 402"/>
                <a:gd name="T14" fmla="*/ 251 w 381"/>
                <a:gd name="T15" fmla="*/ 192 h 402"/>
                <a:gd name="T16" fmla="*/ 271 w 381"/>
                <a:gd name="T17" fmla="*/ 174 h 402"/>
                <a:gd name="T18" fmla="*/ 271 w 381"/>
                <a:gd name="T19" fmla="*/ 156 h 402"/>
                <a:gd name="T20" fmla="*/ 277 w 381"/>
                <a:gd name="T21" fmla="*/ 167 h 402"/>
                <a:gd name="T22" fmla="*/ 303 w 381"/>
                <a:gd name="T23" fmla="*/ 163 h 402"/>
                <a:gd name="T24" fmla="*/ 312 w 381"/>
                <a:gd name="T25" fmla="*/ 164 h 402"/>
                <a:gd name="T26" fmla="*/ 325 w 381"/>
                <a:gd name="T27" fmla="*/ 153 h 402"/>
                <a:gd name="T28" fmla="*/ 336 w 381"/>
                <a:gd name="T29" fmla="*/ 149 h 402"/>
                <a:gd name="T30" fmla="*/ 341 w 381"/>
                <a:gd name="T31" fmla="*/ 156 h 402"/>
                <a:gd name="T32" fmla="*/ 354 w 381"/>
                <a:gd name="T33" fmla="*/ 137 h 402"/>
                <a:gd name="T34" fmla="*/ 356 w 381"/>
                <a:gd name="T35" fmla="*/ 111 h 402"/>
                <a:gd name="T36" fmla="*/ 357 w 381"/>
                <a:gd name="T37" fmla="*/ 84 h 402"/>
                <a:gd name="T38" fmla="*/ 368 w 381"/>
                <a:gd name="T39" fmla="*/ 75 h 402"/>
                <a:gd name="T40" fmla="*/ 378 w 381"/>
                <a:gd name="T41" fmla="*/ 53 h 402"/>
                <a:gd name="T42" fmla="*/ 371 w 381"/>
                <a:gd name="T43" fmla="*/ 25 h 402"/>
                <a:gd name="T44" fmla="*/ 366 w 381"/>
                <a:gd name="T45" fmla="*/ 4 h 402"/>
                <a:gd name="T46" fmla="*/ 356 w 381"/>
                <a:gd name="T47" fmla="*/ 9 h 402"/>
                <a:gd name="T48" fmla="*/ 357 w 381"/>
                <a:gd name="T49" fmla="*/ 18 h 402"/>
                <a:gd name="T50" fmla="*/ 343 w 381"/>
                <a:gd name="T51" fmla="*/ 9 h 402"/>
                <a:gd name="T52" fmla="*/ 335 w 381"/>
                <a:gd name="T53" fmla="*/ 30 h 402"/>
                <a:gd name="T54" fmla="*/ 336 w 381"/>
                <a:gd name="T55" fmla="*/ 48 h 402"/>
                <a:gd name="T56" fmla="*/ 326 w 381"/>
                <a:gd name="T57" fmla="*/ 80 h 402"/>
                <a:gd name="T58" fmla="*/ 299 w 381"/>
                <a:gd name="T59" fmla="*/ 107 h 402"/>
                <a:gd name="T60" fmla="*/ 275 w 381"/>
                <a:gd name="T61" fmla="*/ 110 h 402"/>
                <a:gd name="T62" fmla="*/ 257 w 381"/>
                <a:gd name="T63" fmla="*/ 131 h 402"/>
                <a:gd name="T64" fmla="*/ 244 w 381"/>
                <a:gd name="T65" fmla="*/ 144 h 402"/>
                <a:gd name="T66" fmla="*/ 232 w 381"/>
                <a:gd name="T67" fmla="*/ 142 h 402"/>
                <a:gd name="T68" fmla="*/ 187 w 381"/>
                <a:gd name="T69" fmla="*/ 147 h 402"/>
                <a:gd name="T70" fmla="*/ 88 w 381"/>
                <a:gd name="T71" fmla="*/ 347 h 402"/>
                <a:gd name="T72" fmla="*/ 84 w 381"/>
                <a:gd name="T73" fmla="*/ 358 h 402"/>
                <a:gd name="T74" fmla="*/ 94 w 381"/>
                <a:gd name="T75" fmla="*/ 347 h 402"/>
                <a:gd name="T76" fmla="*/ 33 w 381"/>
                <a:gd name="T77" fmla="*/ 387 h 402"/>
                <a:gd name="T78" fmla="*/ 3 w 381"/>
                <a:gd name="T79" fmla="*/ 397 h 402"/>
                <a:gd name="T80" fmla="*/ 118 w 381"/>
                <a:gd name="T81" fmla="*/ 310 h 402"/>
                <a:gd name="T82" fmla="*/ 122 w 381"/>
                <a:gd name="T83" fmla="*/ 309 h 402"/>
                <a:gd name="T84" fmla="*/ 104 w 381"/>
                <a:gd name="T85" fmla="*/ 329 h 402"/>
                <a:gd name="T86" fmla="*/ 104 w 381"/>
                <a:gd name="T87" fmla="*/ 210 h 402"/>
                <a:gd name="T88" fmla="*/ 109 w 381"/>
                <a:gd name="T89" fmla="*/ 324 h 402"/>
                <a:gd name="T90" fmla="*/ 109 w 381"/>
                <a:gd name="T91" fmla="*/ 324 h 402"/>
                <a:gd name="T92" fmla="*/ 136 w 381"/>
                <a:gd name="T93" fmla="*/ 213 h 402"/>
                <a:gd name="T94" fmla="*/ 111 w 381"/>
                <a:gd name="T95" fmla="*/ 204 h 402"/>
                <a:gd name="T96" fmla="*/ 152 w 381"/>
                <a:gd name="T97" fmla="*/ 261 h 402"/>
                <a:gd name="T98" fmla="*/ 151 w 381"/>
                <a:gd name="T99" fmla="*/ 257 h 402"/>
                <a:gd name="T100" fmla="*/ 134 w 381"/>
                <a:gd name="T101" fmla="*/ 219 h 402"/>
                <a:gd name="T102" fmla="*/ 142 w 381"/>
                <a:gd name="T103" fmla="*/ 267 h 402"/>
                <a:gd name="T104" fmla="*/ 142 w 381"/>
                <a:gd name="T105" fmla="*/ 267 h 402"/>
                <a:gd name="T106" fmla="*/ 158 w 381"/>
                <a:gd name="T107" fmla="*/ 367 h 402"/>
                <a:gd name="T108" fmla="*/ 10 w 381"/>
                <a:gd name="T109" fmla="*/ 397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1" h="402">
                  <a:moveTo>
                    <a:pt x="187" y="147"/>
                  </a:moveTo>
                  <a:cubicBezTo>
                    <a:pt x="186" y="149"/>
                    <a:pt x="185" y="152"/>
                    <a:pt x="183" y="153"/>
                  </a:cubicBezTo>
                  <a:cubicBezTo>
                    <a:pt x="181" y="154"/>
                    <a:pt x="181" y="155"/>
                    <a:pt x="175" y="158"/>
                  </a:cubicBezTo>
                  <a:cubicBezTo>
                    <a:pt x="170" y="161"/>
                    <a:pt x="167" y="162"/>
                    <a:pt x="165" y="165"/>
                  </a:cubicBezTo>
                  <a:cubicBezTo>
                    <a:pt x="163" y="168"/>
                    <a:pt x="161" y="170"/>
                    <a:pt x="160" y="171"/>
                  </a:cubicBezTo>
                  <a:cubicBezTo>
                    <a:pt x="160" y="171"/>
                    <a:pt x="155" y="170"/>
                    <a:pt x="152" y="171"/>
                  </a:cubicBezTo>
                  <a:cubicBezTo>
                    <a:pt x="150" y="171"/>
                    <a:pt x="149" y="176"/>
                    <a:pt x="150" y="178"/>
                  </a:cubicBezTo>
                  <a:cubicBezTo>
                    <a:pt x="150" y="180"/>
                    <a:pt x="149" y="181"/>
                    <a:pt x="151" y="181"/>
                  </a:cubicBezTo>
                  <a:cubicBezTo>
                    <a:pt x="153" y="181"/>
                    <a:pt x="155" y="182"/>
                    <a:pt x="158" y="181"/>
                  </a:cubicBezTo>
                  <a:cubicBezTo>
                    <a:pt x="161" y="180"/>
                    <a:pt x="162" y="179"/>
                    <a:pt x="165" y="180"/>
                  </a:cubicBezTo>
                  <a:cubicBezTo>
                    <a:pt x="168" y="181"/>
                    <a:pt x="170" y="180"/>
                    <a:pt x="172" y="183"/>
                  </a:cubicBezTo>
                  <a:cubicBezTo>
                    <a:pt x="173" y="185"/>
                    <a:pt x="173" y="187"/>
                    <a:pt x="174" y="185"/>
                  </a:cubicBezTo>
                  <a:cubicBezTo>
                    <a:pt x="175" y="183"/>
                    <a:pt x="174" y="183"/>
                    <a:pt x="175" y="180"/>
                  </a:cubicBezTo>
                  <a:cubicBezTo>
                    <a:pt x="176" y="177"/>
                    <a:pt x="176" y="175"/>
                    <a:pt x="178" y="174"/>
                  </a:cubicBezTo>
                  <a:cubicBezTo>
                    <a:pt x="179" y="173"/>
                    <a:pt x="181" y="172"/>
                    <a:pt x="183" y="174"/>
                  </a:cubicBezTo>
                  <a:cubicBezTo>
                    <a:pt x="186" y="177"/>
                    <a:pt x="187" y="177"/>
                    <a:pt x="189" y="176"/>
                  </a:cubicBezTo>
                  <a:cubicBezTo>
                    <a:pt x="192" y="175"/>
                    <a:pt x="191" y="173"/>
                    <a:pt x="194" y="173"/>
                  </a:cubicBezTo>
                  <a:cubicBezTo>
                    <a:pt x="197" y="173"/>
                    <a:pt x="198" y="173"/>
                    <a:pt x="200" y="171"/>
                  </a:cubicBezTo>
                  <a:cubicBezTo>
                    <a:pt x="202" y="169"/>
                    <a:pt x="205" y="168"/>
                    <a:pt x="207" y="169"/>
                  </a:cubicBezTo>
                  <a:cubicBezTo>
                    <a:pt x="210" y="170"/>
                    <a:pt x="212" y="169"/>
                    <a:pt x="214" y="168"/>
                  </a:cubicBezTo>
                  <a:cubicBezTo>
                    <a:pt x="216" y="166"/>
                    <a:pt x="216" y="165"/>
                    <a:pt x="219" y="165"/>
                  </a:cubicBezTo>
                  <a:cubicBezTo>
                    <a:pt x="222" y="165"/>
                    <a:pt x="224" y="164"/>
                    <a:pt x="227" y="165"/>
                  </a:cubicBezTo>
                  <a:cubicBezTo>
                    <a:pt x="230" y="165"/>
                    <a:pt x="232" y="165"/>
                    <a:pt x="234" y="165"/>
                  </a:cubicBezTo>
                  <a:cubicBezTo>
                    <a:pt x="237" y="165"/>
                    <a:pt x="240" y="164"/>
                    <a:pt x="242" y="166"/>
                  </a:cubicBezTo>
                  <a:cubicBezTo>
                    <a:pt x="243" y="167"/>
                    <a:pt x="244" y="167"/>
                    <a:pt x="241" y="169"/>
                  </a:cubicBezTo>
                  <a:cubicBezTo>
                    <a:pt x="239" y="171"/>
                    <a:pt x="237" y="170"/>
                    <a:pt x="237" y="173"/>
                  </a:cubicBezTo>
                  <a:cubicBezTo>
                    <a:pt x="237" y="175"/>
                    <a:pt x="237" y="174"/>
                    <a:pt x="238" y="177"/>
                  </a:cubicBezTo>
                  <a:cubicBezTo>
                    <a:pt x="238" y="180"/>
                    <a:pt x="236" y="179"/>
                    <a:pt x="236" y="182"/>
                  </a:cubicBezTo>
                  <a:cubicBezTo>
                    <a:pt x="237" y="185"/>
                    <a:pt x="238" y="183"/>
                    <a:pt x="240" y="186"/>
                  </a:cubicBezTo>
                  <a:cubicBezTo>
                    <a:pt x="243" y="188"/>
                    <a:pt x="243" y="188"/>
                    <a:pt x="243" y="189"/>
                  </a:cubicBezTo>
                  <a:cubicBezTo>
                    <a:pt x="244" y="191"/>
                    <a:pt x="245" y="191"/>
                    <a:pt x="247" y="192"/>
                  </a:cubicBezTo>
                  <a:cubicBezTo>
                    <a:pt x="249" y="193"/>
                    <a:pt x="250" y="196"/>
                    <a:pt x="251" y="192"/>
                  </a:cubicBezTo>
                  <a:cubicBezTo>
                    <a:pt x="253" y="188"/>
                    <a:pt x="252" y="187"/>
                    <a:pt x="255" y="185"/>
                  </a:cubicBezTo>
                  <a:cubicBezTo>
                    <a:pt x="259" y="182"/>
                    <a:pt x="260" y="182"/>
                    <a:pt x="263" y="179"/>
                  </a:cubicBezTo>
                  <a:cubicBezTo>
                    <a:pt x="265" y="175"/>
                    <a:pt x="264" y="175"/>
                    <a:pt x="266" y="174"/>
                  </a:cubicBezTo>
                  <a:cubicBezTo>
                    <a:pt x="269" y="173"/>
                    <a:pt x="271" y="176"/>
                    <a:pt x="271" y="174"/>
                  </a:cubicBezTo>
                  <a:cubicBezTo>
                    <a:pt x="272" y="171"/>
                    <a:pt x="269" y="170"/>
                    <a:pt x="267" y="168"/>
                  </a:cubicBezTo>
                  <a:cubicBezTo>
                    <a:pt x="265" y="166"/>
                    <a:pt x="264" y="165"/>
                    <a:pt x="266" y="163"/>
                  </a:cubicBezTo>
                  <a:cubicBezTo>
                    <a:pt x="268" y="162"/>
                    <a:pt x="268" y="163"/>
                    <a:pt x="269" y="160"/>
                  </a:cubicBezTo>
                  <a:cubicBezTo>
                    <a:pt x="269" y="158"/>
                    <a:pt x="270" y="155"/>
                    <a:pt x="271" y="156"/>
                  </a:cubicBezTo>
                  <a:cubicBezTo>
                    <a:pt x="273" y="156"/>
                    <a:pt x="273" y="157"/>
                    <a:pt x="273" y="160"/>
                  </a:cubicBezTo>
                  <a:cubicBezTo>
                    <a:pt x="273" y="162"/>
                    <a:pt x="272" y="162"/>
                    <a:pt x="275" y="163"/>
                  </a:cubicBezTo>
                  <a:cubicBezTo>
                    <a:pt x="277" y="163"/>
                    <a:pt x="278" y="163"/>
                    <a:pt x="278" y="164"/>
                  </a:cubicBezTo>
                  <a:cubicBezTo>
                    <a:pt x="279" y="166"/>
                    <a:pt x="276" y="166"/>
                    <a:pt x="277" y="167"/>
                  </a:cubicBezTo>
                  <a:cubicBezTo>
                    <a:pt x="278" y="169"/>
                    <a:pt x="280" y="168"/>
                    <a:pt x="282" y="167"/>
                  </a:cubicBezTo>
                  <a:cubicBezTo>
                    <a:pt x="284" y="167"/>
                    <a:pt x="286" y="166"/>
                    <a:pt x="289" y="166"/>
                  </a:cubicBezTo>
                  <a:cubicBezTo>
                    <a:pt x="292" y="167"/>
                    <a:pt x="293" y="166"/>
                    <a:pt x="296" y="165"/>
                  </a:cubicBezTo>
                  <a:cubicBezTo>
                    <a:pt x="300" y="164"/>
                    <a:pt x="301" y="165"/>
                    <a:pt x="303" y="163"/>
                  </a:cubicBezTo>
                  <a:cubicBezTo>
                    <a:pt x="304" y="161"/>
                    <a:pt x="304" y="159"/>
                    <a:pt x="306" y="157"/>
                  </a:cubicBezTo>
                  <a:cubicBezTo>
                    <a:pt x="308" y="155"/>
                    <a:pt x="309" y="154"/>
                    <a:pt x="311" y="154"/>
                  </a:cubicBezTo>
                  <a:cubicBezTo>
                    <a:pt x="313" y="155"/>
                    <a:pt x="313" y="155"/>
                    <a:pt x="313" y="158"/>
                  </a:cubicBezTo>
                  <a:cubicBezTo>
                    <a:pt x="312" y="161"/>
                    <a:pt x="311" y="162"/>
                    <a:pt x="312" y="164"/>
                  </a:cubicBezTo>
                  <a:cubicBezTo>
                    <a:pt x="313" y="167"/>
                    <a:pt x="314" y="169"/>
                    <a:pt x="315" y="167"/>
                  </a:cubicBezTo>
                  <a:cubicBezTo>
                    <a:pt x="316" y="165"/>
                    <a:pt x="317" y="164"/>
                    <a:pt x="319" y="162"/>
                  </a:cubicBezTo>
                  <a:cubicBezTo>
                    <a:pt x="321" y="160"/>
                    <a:pt x="321" y="157"/>
                    <a:pt x="321" y="156"/>
                  </a:cubicBezTo>
                  <a:cubicBezTo>
                    <a:pt x="322" y="154"/>
                    <a:pt x="322" y="154"/>
                    <a:pt x="325" y="153"/>
                  </a:cubicBezTo>
                  <a:cubicBezTo>
                    <a:pt x="328" y="152"/>
                    <a:pt x="329" y="152"/>
                    <a:pt x="330" y="150"/>
                  </a:cubicBezTo>
                  <a:cubicBezTo>
                    <a:pt x="331" y="148"/>
                    <a:pt x="329" y="148"/>
                    <a:pt x="331" y="146"/>
                  </a:cubicBezTo>
                  <a:cubicBezTo>
                    <a:pt x="333" y="144"/>
                    <a:pt x="334" y="145"/>
                    <a:pt x="337" y="146"/>
                  </a:cubicBezTo>
                  <a:cubicBezTo>
                    <a:pt x="340" y="146"/>
                    <a:pt x="338" y="147"/>
                    <a:pt x="336" y="149"/>
                  </a:cubicBezTo>
                  <a:cubicBezTo>
                    <a:pt x="334" y="151"/>
                    <a:pt x="333" y="151"/>
                    <a:pt x="334" y="153"/>
                  </a:cubicBezTo>
                  <a:cubicBezTo>
                    <a:pt x="335" y="156"/>
                    <a:pt x="334" y="156"/>
                    <a:pt x="334" y="158"/>
                  </a:cubicBezTo>
                  <a:cubicBezTo>
                    <a:pt x="334" y="160"/>
                    <a:pt x="334" y="161"/>
                    <a:pt x="336" y="160"/>
                  </a:cubicBezTo>
                  <a:cubicBezTo>
                    <a:pt x="338" y="160"/>
                    <a:pt x="338" y="157"/>
                    <a:pt x="341" y="156"/>
                  </a:cubicBezTo>
                  <a:cubicBezTo>
                    <a:pt x="345" y="155"/>
                    <a:pt x="347" y="153"/>
                    <a:pt x="347" y="151"/>
                  </a:cubicBezTo>
                  <a:cubicBezTo>
                    <a:pt x="347" y="148"/>
                    <a:pt x="346" y="146"/>
                    <a:pt x="349" y="145"/>
                  </a:cubicBezTo>
                  <a:cubicBezTo>
                    <a:pt x="352" y="143"/>
                    <a:pt x="355" y="143"/>
                    <a:pt x="355" y="142"/>
                  </a:cubicBezTo>
                  <a:cubicBezTo>
                    <a:pt x="356" y="141"/>
                    <a:pt x="357" y="139"/>
                    <a:pt x="354" y="137"/>
                  </a:cubicBezTo>
                  <a:cubicBezTo>
                    <a:pt x="351" y="135"/>
                    <a:pt x="349" y="134"/>
                    <a:pt x="350" y="131"/>
                  </a:cubicBezTo>
                  <a:cubicBezTo>
                    <a:pt x="350" y="127"/>
                    <a:pt x="351" y="126"/>
                    <a:pt x="352" y="123"/>
                  </a:cubicBezTo>
                  <a:cubicBezTo>
                    <a:pt x="353" y="121"/>
                    <a:pt x="353" y="120"/>
                    <a:pt x="353" y="117"/>
                  </a:cubicBezTo>
                  <a:cubicBezTo>
                    <a:pt x="354" y="115"/>
                    <a:pt x="353" y="114"/>
                    <a:pt x="356" y="111"/>
                  </a:cubicBezTo>
                  <a:cubicBezTo>
                    <a:pt x="358" y="109"/>
                    <a:pt x="359" y="107"/>
                    <a:pt x="359" y="104"/>
                  </a:cubicBezTo>
                  <a:cubicBezTo>
                    <a:pt x="359" y="100"/>
                    <a:pt x="358" y="102"/>
                    <a:pt x="358" y="99"/>
                  </a:cubicBezTo>
                  <a:cubicBezTo>
                    <a:pt x="358" y="95"/>
                    <a:pt x="357" y="95"/>
                    <a:pt x="357" y="91"/>
                  </a:cubicBezTo>
                  <a:cubicBezTo>
                    <a:pt x="357" y="87"/>
                    <a:pt x="356" y="88"/>
                    <a:pt x="357" y="84"/>
                  </a:cubicBezTo>
                  <a:cubicBezTo>
                    <a:pt x="359" y="81"/>
                    <a:pt x="357" y="80"/>
                    <a:pt x="360" y="79"/>
                  </a:cubicBezTo>
                  <a:cubicBezTo>
                    <a:pt x="363" y="78"/>
                    <a:pt x="364" y="77"/>
                    <a:pt x="366" y="79"/>
                  </a:cubicBezTo>
                  <a:cubicBezTo>
                    <a:pt x="369" y="82"/>
                    <a:pt x="370" y="81"/>
                    <a:pt x="370" y="79"/>
                  </a:cubicBezTo>
                  <a:cubicBezTo>
                    <a:pt x="369" y="78"/>
                    <a:pt x="368" y="78"/>
                    <a:pt x="368" y="75"/>
                  </a:cubicBezTo>
                  <a:cubicBezTo>
                    <a:pt x="368" y="71"/>
                    <a:pt x="367" y="70"/>
                    <a:pt x="370" y="68"/>
                  </a:cubicBezTo>
                  <a:cubicBezTo>
                    <a:pt x="372" y="65"/>
                    <a:pt x="371" y="64"/>
                    <a:pt x="374" y="63"/>
                  </a:cubicBezTo>
                  <a:cubicBezTo>
                    <a:pt x="376" y="61"/>
                    <a:pt x="377" y="62"/>
                    <a:pt x="377" y="59"/>
                  </a:cubicBezTo>
                  <a:cubicBezTo>
                    <a:pt x="377" y="56"/>
                    <a:pt x="376" y="56"/>
                    <a:pt x="378" y="53"/>
                  </a:cubicBezTo>
                  <a:cubicBezTo>
                    <a:pt x="380" y="50"/>
                    <a:pt x="381" y="48"/>
                    <a:pt x="380" y="47"/>
                  </a:cubicBezTo>
                  <a:cubicBezTo>
                    <a:pt x="378" y="45"/>
                    <a:pt x="376" y="42"/>
                    <a:pt x="376" y="40"/>
                  </a:cubicBezTo>
                  <a:cubicBezTo>
                    <a:pt x="376" y="37"/>
                    <a:pt x="374" y="32"/>
                    <a:pt x="374" y="30"/>
                  </a:cubicBezTo>
                  <a:cubicBezTo>
                    <a:pt x="373" y="29"/>
                    <a:pt x="373" y="27"/>
                    <a:pt x="371" y="25"/>
                  </a:cubicBezTo>
                  <a:cubicBezTo>
                    <a:pt x="368" y="23"/>
                    <a:pt x="368" y="25"/>
                    <a:pt x="368" y="22"/>
                  </a:cubicBezTo>
                  <a:cubicBezTo>
                    <a:pt x="367" y="19"/>
                    <a:pt x="367" y="18"/>
                    <a:pt x="367" y="13"/>
                  </a:cubicBezTo>
                  <a:cubicBezTo>
                    <a:pt x="368" y="9"/>
                    <a:pt x="369" y="7"/>
                    <a:pt x="368" y="6"/>
                  </a:cubicBezTo>
                  <a:cubicBezTo>
                    <a:pt x="367" y="4"/>
                    <a:pt x="369" y="4"/>
                    <a:pt x="366" y="4"/>
                  </a:cubicBezTo>
                  <a:cubicBezTo>
                    <a:pt x="363" y="4"/>
                    <a:pt x="364" y="5"/>
                    <a:pt x="361" y="3"/>
                  </a:cubicBezTo>
                  <a:cubicBezTo>
                    <a:pt x="358" y="2"/>
                    <a:pt x="358" y="0"/>
                    <a:pt x="356" y="2"/>
                  </a:cubicBezTo>
                  <a:cubicBezTo>
                    <a:pt x="355" y="3"/>
                    <a:pt x="354" y="5"/>
                    <a:pt x="354" y="7"/>
                  </a:cubicBezTo>
                  <a:cubicBezTo>
                    <a:pt x="354" y="9"/>
                    <a:pt x="353" y="10"/>
                    <a:pt x="356" y="9"/>
                  </a:cubicBezTo>
                  <a:cubicBezTo>
                    <a:pt x="359" y="9"/>
                    <a:pt x="360" y="7"/>
                    <a:pt x="362" y="8"/>
                  </a:cubicBezTo>
                  <a:cubicBezTo>
                    <a:pt x="363" y="9"/>
                    <a:pt x="364" y="8"/>
                    <a:pt x="363" y="10"/>
                  </a:cubicBezTo>
                  <a:cubicBezTo>
                    <a:pt x="361" y="13"/>
                    <a:pt x="361" y="13"/>
                    <a:pt x="360" y="15"/>
                  </a:cubicBezTo>
                  <a:cubicBezTo>
                    <a:pt x="360" y="17"/>
                    <a:pt x="359" y="18"/>
                    <a:pt x="357" y="18"/>
                  </a:cubicBezTo>
                  <a:cubicBezTo>
                    <a:pt x="355" y="18"/>
                    <a:pt x="352" y="18"/>
                    <a:pt x="352" y="16"/>
                  </a:cubicBezTo>
                  <a:cubicBezTo>
                    <a:pt x="352" y="14"/>
                    <a:pt x="354" y="12"/>
                    <a:pt x="352" y="11"/>
                  </a:cubicBezTo>
                  <a:cubicBezTo>
                    <a:pt x="350" y="11"/>
                    <a:pt x="348" y="11"/>
                    <a:pt x="347" y="10"/>
                  </a:cubicBezTo>
                  <a:cubicBezTo>
                    <a:pt x="345" y="9"/>
                    <a:pt x="344" y="7"/>
                    <a:pt x="343" y="9"/>
                  </a:cubicBezTo>
                  <a:cubicBezTo>
                    <a:pt x="343" y="11"/>
                    <a:pt x="344" y="10"/>
                    <a:pt x="344" y="13"/>
                  </a:cubicBezTo>
                  <a:cubicBezTo>
                    <a:pt x="344" y="15"/>
                    <a:pt x="342" y="14"/>
                    <a:pt x="342" y="17"/>
                  </a:cubicBezTo>
                  <a:cubicBezTo>
                    <a:pt x="340" y="21"/>
                    <a:pt x="338" y="21"/>
                    <a:pt x="336" y="22"/>
                  </a:cubicBezTo>
                  <a:cubicBezTo>
                    <a:pt x="334" y="24"/>
                    <a:pt x="335" y="28"/>
                    <a:pt x="335" y="30"/>
                  </a:cubicBezTo>
                  <a:cubicBezTo>
                    <a:pt x="335" y="33"/>
                    <a:pt x="335" y="34"/>
                    <a:pt x="334" y="36"/>
                  </a:cubicBezTo>
                  <a:cubicBezTo>
                    <a:pt x="333" y="38"/>
                    <a:pt x="332" y="37"/>
                    <a:pt x="332" y="39"/>
                  </a:cubicBezTo>
                  <a:cubicBezTo>
                    <a:pt x="333" y="42"/>
                    <a:pt x="334" y="42"/>
                    <a:pt x="335" y="44"/>
                  </a:cubicBezTo>
                  <a:cubicBezTo>
                    <a:pt x="336" y="45"/>
                    <a:pt x="337" y="43"/>
                    <a:pt x="336" y="48"/>
                  </a:cubicBezTo>
                  <a:cubicBezTo>
                    <a:pt x="336" y="53"/>
                    <a:pt x="335" y="53"/>
                    <a:pt x="334" y="56"/>
                  </a:cubicBezTo>
                  <a:cubicBezTo>
                    <a:pt x="334" y="60"/>
                    <a:pt x="336" y="59"/>
                    <a:pt x="333" y="63"/>
                  </a:cubicBezTo>
                  <a:cubicBezTo>
                    <a:pt x="329" y="67"/>
                    <a:pt x="328" y="67"/>
                    <a:pt x="327" y="71"/>
                  </a:cubicBezTo>
                  <a:cubicBezTo>
                    <a:pt x="326" y="76"/>
                    <a:pt x="326" y="76"/>
                    <a:pt x="326" y="80"/>
                  </a:cubicBezTo>
                  <a:cubicBezTo>
                    <a:pt x="326" y="84"/>
                    <a:pt x="324" y="86"/>
                    <a:pt x="320" y="88"/>
                  </a:cubicBezTo>
                  <a:cubicBezTo>
                    <a:pt x="316" y="91"/>
                    <a:pt x="314" y="92"/>
                    <a:pt x="312" y="95"/>
                  </a:cubicBezTo>
                  <a:cubicBezTo>
                    <a:pt x="310" y="99"/>
                    <a:pt x="309" y="100"/>
                    <a:pt x="306" y="101"/>
                  </a:cubicBezTo>
                  <a:cubicBezTo>
                    <a:pt x="303" y="103"/>
                    <a:pt x="301" y="105"/>
                    <a:pt x="299" y="107"/>
                  </a:cubicBezTo>
                  <a:cubicBezTo>
                    <a:pt x="296" y="109"/>
                    <a:pt x="289" y="108"/>
                    <a:pt x="287" y="110"/>
                  </a:cubicBezTo>
                  <a:cubicBezTo>
                    <a:pt x="285" y="113"/>
                    <a:pt x="285" y="114"/>
                    <a:pt x="282" y="115"/>
                  </a:cubicBezTo>
                  <a:cubicBezTo>
                    <a:pt x="280" y="116"/>
                    <a:pt x="276" y="116"/>
                    <a:pt x="276" y="114"/>
                  </a:cubicBezTo>
                  <a:cubicBezTo>
                    <a:pt x="276" y="112"/>
                    <a:pt x="277" y="110"/>
                    <a:pt x="275" y="110"/>
                  </a:cubicBezTo>
                  <a:cubicBezTo>
                    <a:pt x="273" y="110"/>
                    <a:pt x="271" y="109"/>
                    <a:pt x="270" y="111"/>
                  </a:cubicBezTo>
                  <a:cubicBezTo>
                    <a:pt x="270" y="114"/>
                    <a:pt x="269" y="115"/>
                    <a:pt x="268" y="116"/>
                  </a:cubicBezTo>
                  <a:cubicBezTo>
                    <a:pt x="266" y="118"/>
                    <a:pt x="268" y="120"/>
                    <a:pt x="263" y="123"/>
                  </a:cubicBezTo>
                  <a:cubicBezTo>
                    <a:pt x="259" y="127"/>
                    <a:pt x="257" y="128"/>
                    <a:pt x="257" y="131"/>
                  </a:cubicBezTo>
                  <a:cubicBezTo>
                    <a:pt x="257" y="133"/>
                    <a:pt x="255" y="132"/>
                    <a:pt x="255" y="136"/>
                  </a:cubicBezTo>
                  <a:cubicBezTo>
                    <a:pt x="254" y="140"/>
                    <a:pt x="256" y="140"/>
                    <a:pt x="254" y="143"/>
                  </a:cubicBezTo>
                  <a:cubicBezTo>
                    <a:pt x="252" y="145"/>
                    <a:pt x="250" y="147"/>
                    <a:pt x="248" y="146"/>
                  </a:cubicBezTo>
                  <a:cubicBezTo>
                    <a:pt x="247" y="145"/>
                    <a:pt x="246" y="144"/>
                    <a:pt x="244" y="144"/>
                  </a:cubicBezTo>
                  <a:cubicBezTo>
                    <a:pt x="242" y="145"/>
                    <a:pt x="242" y="147"/>
                    <a:pt x="241" y="147"/>
                  </a:cubicBezTo>
                  <a:cubicBezTo>
                    <a:pt x="240" y="147"/>
                    <a:pt x="239" y="147"/>
                    <a:pt x="239" y="145"/>
                  </a:cubicBezTo>
                  <a:cubicBezTo>
                    <a:pt x="239" y="143"/>
                    <a:pt x="240" y="141"/>
                    <a:pt x="239" y="141"/>
                  </a:cubicBezTo>
                  <a:cubicBezTo>
                    <a:pt x="237" y="141"/>
                    <a:pt x="235" y="140"/>
                    <a:pt x="232" y="142"/>
                  </a:cubicBezTo>
                  <a:cubicBezTo>
                    <a:pt x="230" y="144"/>
                    <a:pt x="223" y="144"/>
                    <a:pt x="219" y="144"/>
                  </a:cubicBezTo>
                  <a:cubicBezTo>
                    <a:pt x="215" y="144"/>
                    <a:pt x="209" y="143"/>
                    <a:pt x="206" y="144"/>
                  </a:cubicBezTo>
                  <a:cubicBezTo>
                    <a:pt x="202" y="146"/>
                    <a:pt x="198" y="147"/>
                    <a:pt x="195" y="147"/>
                  </a:cubicBezTo>
                  <a:cubicBezTo>
                    <a:pt x="192" y="147"/>
                    <a:pt x="188" y="145"/>
                    <a:pt x="187" y="147"/>
                  </a:cubicBezTo>
                  <a:close/>
                  <a:moveTo>
                    <a:pt x="94" y="347"/>
                  </a:moveTo>
                  <a:cubicBezTo>
                    <a:pt x="94" y="346"/>
                    <a:pt x="94" y="344"/>
                    <a:pt x="93" y="345"/>
                  </a:cubicBezTo>
                  <a:cubicBezTo>
                    <a:pt x="92" y="347"/>
                    <a:pt x="92" y="347"/>
                    <a:pt x="91" y="347"/>
                  </a:cubicBezTo>
                  <a:cubicBezTo>
                    <a:pt x="89" y="347"/>
                    <a:pt x="88" y="346"/>
                    <a:pt x="88" y="347"/>
                  </a:cubicBezTo>
                  <a:cubicBezTo>
                    <a:pt x="88" y="348"/>
                    <a:pt x="88" y="349"/>
                    <a:pt x="88" y="350"/>
                  </a:cubicBezTo>
                  <a:cubicBezTo>
                    <a:pt x="88" y="350"/>
                    <a:pt x="87" y="350"/>
                    <a:pt x="85" y="351"/>
                  </a:cubicBezTo>
                  <a:cubicBezTo>
                    <a:pt x="84" y="351"/>
                    <a:pt x="83" y="355"/>
                    <a:pt x="83" y="356"/>
                  </a:cubicBezTo>
                  <a:cubicBezTo>
                    <a:pt x="83" y="358"/>
                    <a:pt x="83" y="358"/>
                    <a:pt x="84" y="358"/>
                  </a:cubicBezTo>
                  <a:cubicBezTo>
                    <a:pt x="85" y="358"/>
                    <a:pt x="85" y="356"/>
                    <a:pt x="86" y="355"/>
                  </a:cubicBezTo>
                  <a:cubicBezTo>
                    <a:pt x="86" y="354"/>
                    <a:pt x="87" y="353"/>
                    <a:pt x="88" y="352"/>
                  </a:cubicBezTo>
                  <a:cubicBezTo>
                    <a:pt x="90" y="352"/>
                    <a:pt x="89" y="351"/>
                    <a:pt x="91" y="350"/>
                  </a:cubicBezTo>
                  <a:cubicBezTo>
                    <a:pt x="92" y="348"/>
                    <a:pt x="93" y="348"/>
                    <a:pt x="94" y="347"/>
                  </a:cubicBezTo>
                  <a:close/>
                  <a:moveTo>
                    <a:pt x="33" y="389"/>
                  </a:moveTo>
                  <a:cubicBezTo>
                    <a:pt x="34" y="390"/>
                    <a:pt x="36" y="391"/>
                    <a:pt x="37" y="390"/>
                  </a:cubicBezTo>
                  <a:cubicBezTo>
                    <a:pt x="38" y="390"/>
                    <a:pt x="37" y="387"/>
                    <a:pt x="36" y="387"/>
                  </a:cubicBezTo>
                  <a:cubicBezTo>
                    <a:pt x="36" y="387"/>
                    <a:pt x="33" y="386"/>
                    <a:pt x="33" y="387"/>
                  </a:cubicBezTo>
                  <a:cubicBezTo>
                    <a:pt x="33" y="388"/>
                    <a:pt x="32" y="388"/>
                    <a:pt x="33" y="389"/>
                  </a:cubicBezTo>
                  <a:close/>
                  <a:moveTo>
                    <a:pt x="4" y="401"/>
                  </a:moveTo>
                  <a:cubicBezTo>
                    <a:pt x="5" y="400"/>
                    <a:pt x="5" y="399"/>
                    <a:pt x="5" y="399"/>
                  </a:cubicBezTo>
                  <a:cubicBezTo>
                    <a:pt x="5" y="398"/>
                    <a:pt x="4" y="397"/>
                    <a:pt x="3" y="397"/>
                  </a:cubicBezTo>
                  <a:cubicBezTo>
                    <a:pt x="1" y="397"/>
                    <a:pt x="0" y="398"/>
                    <a:pt x="1" y="399"/>
                  </a:cubicBezTo>
                  <a:cubicBezTo>
                    <a:pt x="2" y="400"/>
                    <a:pt x="3" y="402"/>
                    <a:pt x="4" y="401"/>
                  </a:cubicBezTo>
                  <a:close/>
                  <a:moveTo>
                    <a:pt x="121" y="309"/>
                  </a:moveTo>
                  <a:cubicBezTo>
                    <a:pt x="119" y="310"/>
                    <a:pt x="120" y="310"/>
                    <a:pt x="118" y="310"/>
                  </a:cubicBezTo>
                  <a:cubicBezTo>
                    <a:pt x="115" y="311"/>
                    <a:pt x="114" y="311"/>
                    <a:pt x="114" y="312"/>
                  </a:cubicBezTo>
                  <a:cubicBezTo>
                    <a:pt x="114" y="313"/>
                    <a:pt x="114" y="313"/>
                    <a:pt x="116" y="314"/>
                  </a:cubicBezTo>
                  <a:cubicBezTo>
                    <a:pt x="117" y="315"/>
                    <a:pt x="119" y="316"/>
                    <a:pt x="119" y="315"/>
                  </a:cubicBezTo>
                  <a:cubicBezTo>
                    <a:pt x="120" y="313"/>
                    <a:pt x="122" y="310"/>
                    <a:pt x="122" y="309"/>
                  </a:cubicBezTo>
                  <a:cubicBezTo>
                    <a:pt x="122" y="308"/>
                    <a:pt x="121" y="308"/>
                    <a:pt x="121" y="309"/>
                  </a:cubicBezTo>
                  <a:close/>
                  <a:moveTo>
                    <a:pt x="102" y="331"/>
                  </a:moveTo>
                  <a:cubicBezTo>
                    <a:pt x="102" y="331"/>
                    <a:pt x="102" y="332"/>
                    <a:pt x="103" y="331"/>
                  </a:cubicBezTo>
                  <a:cubicBezTo>
                    <a:pt x="104" y="331"/>
                    <a:pt x="105" y="329"/>
                    <a:pt x="104" y="329"/>
                  </a:cubicBezTo>
                  <a:cubicBezTo>
                    <a:pt x="103" y="329"/>
                    <a:pt x="102" y="329"/>
                    <a:pt x="101" y="329"/>
                  </a:cubicBezTo>
                  <a:cubicBezTo>
                    <a:pt x="101" y="330"/>
                    <a:pt x="101" y="331"/>
                    <a:pt x="102" y="331"/>
                  </a:cubicBezTo>
                  <a:close/>
                  <a:moveTo>
                    <a:pt x="108" y="212"/>
                  </a:moveTo>
                  <a:cubicBezTo>
                    <a:pt x="108" y="211"/>
                    <a:pt x="107" y="209"/>
                    <a:pt x="104" y="210"/>
                  </a:cubicBezTo>
                  <a:cubicBezTo>
                    <a:pt x="104" y="211"/>
                    <a:pt x="103" y="211"/>
                    <a:pt x="103" y="212"/>
                  </a:cubicBezTo>
                  <a:cubicBezTo>
                    <a:pt x="104" y="213"/>
                    <a:pt x="104" y="214"/>
                    <a:pt x="105" y="214"/>
                  </a:cubicBezTo>
                  <a:cubicBezTo>
                    <a:pt x="106" y="214"/>
                    <a:pt x="107" y="214"/>
                    <a:pt x="108" y="212"/>
                  </a:cubicBezTo>
                  <a:close/>
                  <a:moveTo>
                    <a:pt x="109" y="324"/>
                  </a:moveTo>
                  <a:cubicBezTo>
                    <a:pt x="109" y="324"/>
                    <a:pt x="110" y="324"/>
                    <a:pt x="110" y="323"/>
                  </a:cubicBezTo>
                  <a:cubicBezTo>
                    <a:pt x="110" y="322"/>
                    <a:pt x="110" y="320"/>
                    <a:pt x="109" y="320"/>
                  </a:cubicBezTo>
                  <a:cubicBezTo>
                    <a:pt x="109" y="321"/>
                    <a:pt x="108" y="320"/>
                    <a:pt x="109" y="321"/>
                  </a:cubicBezTo>
                  <a:cubicBezTo>
                    <a:pt x="109" y="322"/>
                    <a:pt x="108" y="323"/>
                    <a:pt x="109" y="324"/>
                  </a:cubicBezTo>
                  <a:close/>
                  <a:moveTo>
                    <a:pt x="136" y="213"/>
                  </a:moveTo>
                  <a:cubicBezTo>
                    <a:pt x="137" y="212"/>
                    <a:pt x="138" y="212"/>
                    <a:pt x="138" y="211"/>
                  </a:cubicBezTo>
                  <a:cubicBezTo>
                    <a:pt x="138" y="210"/>
                    <a:pt x="136" y="210"/>
                    <a:pt x="136" y="211"/>
                  </a:cubicBezTo>
                  <a:cubicBezTo>
                    <a:pt x="136" y="212"/>
                    <a:pt x="135" y="213"/>
                    <a:pt x="136" y="213"/>
                  </a:cubicBezTo>
                  <a:close/>
                  <a:moveTo>
                    <a:pt x="111" y="204"/>
                  </a:moveTo>
                  <a:cubicBezTo>
                    <a:pt x="111" y="204"/>
                    <a:pt x="110" y="205"/>
                    <a:pt x="111" y="206"/>
                  </a:cubicBezTo>
                  <a:cubicBezTo>
                    <a:pt x="111" y="207"/>
                    <a:pt x="113" y="206"/>
                    <a:pt x="113" y="205"/>
                  </a:cubicBezTo>
                  <a:cubicBezTo>
                    <a:pt x="113" y="205"/>
                    <a:pt x="113" y="203"/>
                    <a:pt x="111" y="204"/>
                  </a:cubicBezTo>
                  <a:close/>
                  <a:moveTo>
                    <a:pt x="149" y="262"/>
                  </a:moveTo>
                  <a:cubicBezTo>
                    <a:pt x="148" y="264"/>
                    <a:pt x="148" y="265"/>
                    <a:pt x="149" y="265"/>
                  </a:cubicBezTo>
                  <a:cubicBezTo>
                    <a:pt x="150" y="265"/>
                    <a:pt x="150" y="263"/>
                    <a:pt x="150" y="262"/>
                  </a:cubicBezTo>
                  <a:cubicBezTo>
                    <a:pt x="150" y="261"/>
                    <a:pt x="151" y="261"/>
                    <a:pt x="152" y="261"/>
                  </a:cubicBezTo>
                  <a:cubicBezTo>
                    <a:pt x="152" y="260"/>
                    <a:pt x="153" y="259"/>
                    <a:pt x="153" y="258"/>
                  </a:cubicBezTo>
                  <a:cubicBezTo>
                    <a:pt x="153" y="257"/>
                    <a:pt x="153" y="256"/>
                    <a:pt x="153" y="256"/>
                  </a:cubicBezTo>
                  <a:cubicBezTo>
                    <a:pt x="154" y="255"/>
                    <a:pt x="153" y="253"/>
                    <a:pt x="152" y="254"/>
                  </a:cubicBezTo>
                  <a:cubicBezTo>
                    <a:pt x="151" y="255"/>
                    <a:pt x="151" y="255"/>
                    <a:pt x="151" y="257"/>
                  </a:cubicBezTo>
                  <a:cubicBezTo>
                    <a:pt x="151" y="258"/>
                    <a:pt x="151" y="258"/>
                    <a:pt x="151" y="259"/>
                  </a:cubicBezTo>
                  <a:cubicBezTo>
                    <a:pt x="150" y="260"/>
                    <a:pt x="149" y="261"/>
                    <a:pt x="149" y="262"/>
                  </a:cubicBezTo>
                  <a:close/>
                  <a:moveTo>
                    <a:pt x="132" y="221"/>
                  </a:moveTo>
                  <a:cubicBezTo>
                    <a:pt x="133" y="221"/>
                    <a:pt x="134" y="221"/>
                    <a:pt x="134" y="219"/>
                  </a:cubicBezTo>
                  <a:cubicBezTo>
                    <a:pt x="135" y="217"/>
                    <a:pt x="133" y="214"/>
                    <a:pt x="132" y="217"/>
                  </a:cubicBezTo>
                  <a:cubicBezTo>
                    <a:pt x="132" y="218"/>
                    <a:pt x="132" y="218"/>
                    <a:pt x="132" y="219"/>
                  </a:cubicBezTo>
                  <a:cubicBezTo>
                    <a:pt x="132" y="220"/>
                    <a:pt x="130" y="221"/>
                    <a:pt x="132" y="221"/>
                  </a:cubicBezTo>
                  <a:close/>
                  <a:moveTo>
                    <a:pt x="142" y="267"/>
                  </a:moveTo>
                  <a:cubicBezTo>
                    <a:pt x="143" y="267"/>
                    <a:pt x="144" y="267"/>
                    <a:pt x="144" y="265"/>
                  </a:cubicBezTo>
                  <a:cubicBezTo>
                    <a:pt x="144" y="264"/>
                    <a:pt x="142" y="263"/>
                    <a:pt x="140" y="263"/>
                  </a:cubicBezTo>
                  <a:cubicBezTo>
                    <a:pt x="139" y="264"/>
                    <a:pt x="139" y="264"/>
                    <a:pt x="140" y="265"/>
                  </a:cubicBezTo>
                  <a:cubicBezTo>
                    <a:pt x="141" y="266"/>
                    <a:pt x="141" y="267"/>
                    <a:pt x="142" y="267"/>
                  </a:cubicBezTo>
                  <a:close/>
                  <a:moveTo>
                    <a:pt x="160" y="363"/>
                  </a:moveTo>
                  <a:cubicBezTo>
                    <a:pt x="160" y="362"/>
                    <a:pt x="156" y="359"/>
                    <a:pt x="156" y="362"/>
                  </a:cubicBezTo>
                  <a:cubicBezTo>
                    <a:pt x="155" y="363"/>
                    <a:pt x="154" y="365"/>
                    <a:pt x="155" y="366"/>
                  </a:cubicBezTo>
                  <a:cubicBezTo>
                    <a:pt x="156" y="367"/>
                    <a:pt x="156" y="369"/>
                    <a:pt x="158" y="367"/>
                  </a:cubicBezTo>
                  <a:cubicBezTo>
                    <a:pt x="160" y="366"/>
                    <a:pt x="160" y="365"/>
                    <a:pt x="160" y="363"/>
                  </a:cubicBezTo>
                  <a:close/>
                  <a:moveTo>
                    <a:pt x="13" y="393"/>
                  </a:moveTo>
                  <a:cubicBezTo>
                    <a:pt x="12" y="394"/>
                    <a:pt x="11" y="393"/>
                    <a:pt x="10" y="394"/>
                  </a:cubicBezTo>
                  <a:cubicBezTo>
                    <a:pt x="10" y="395"/>
                    <a:pt x="9" y="396"/>
                    <a:pt x="10" y="397"/>
                  </a:cubicBezTo>
                  <a:cubicBezTo>
                    <a:pt x="11" y="399"/>
                    <a:pt x="13" y="398"/>
                    <a:pt x="13" y="396"/>
                  </a:cubicBezTo>
                  <a:cubicBezTo>
                    <a:pt x="13" y="395"/>
                    <a:pt x="15" y="393"/>
                    <a:pt x="13" y="39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6" name="Freeform 421">
              <a:extLst>
                <a:ext uri="{FF2B5EF4-FFF2-40B4-BE49-F238E27FC236}">
                  <a16:creationId xmlns:a16="http://schemas.microsoft.com/office/drawing/2014/main" id="{3AB7C436-0926-973C-BDDD-8517DD361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8472" y="2512757"/>
              <a:ext cx="163605" cy="296181"/>
            </a:xfrm>
            <a:custGeom>
              <a:avLst/>
              <a:gdLst>
                <a:gd name="T0" fmla="*/ 141 w 149"/>
                <a:gd name="T1" fmla="*/ 249 h 276"/>
                <a:gd name="T2" fmla="*/ 144 w 149"/>
                <a:gd name="T3" fmla="*/ 234 h 276"/>
                <a:gd name="T4" fmla="*/ 149 w 149"/>
                <a:gd name="T5" fmla="*/ 219 h 276"/>
                <a:gd name="T6" fmla="*/ 146 w 149"/>
                <a:gd name="T7" fmla="*/ 198 h 276"/>
                <a:gd name="T8" fmla="*/ 137 w 149"/>
                <a:gd name="T9" fmla="*/ 169 h 276"/>
                <a:gd name="T10" fmla="*/ 120 w 149"/>
                <a:gd name="T11" fmla="*/ 149 h 276"/>
                <a:gd name="T12" fmla="*/ 96 w 149"/>
                <a:gd name="T13" fmla="*/ 130 h 276"/>
                <a:gd name="T14" fmla="*/ 87 w 149"/>
                <a:gd name="T15" fmla="*/ 114 h 276"/>
                <a:gd name="T16" fmla="*/ 72 w 149"/>
                <a:gd name="T17" fmla="*/ 98 h 276"/>
                <a:gd name="T18" fmla="*/ 73 w 149"/>
                <a:gd name="T19" fmla="*/ 83 h 276"/>
                <a:gd name="T20" fmla="*/ 87 w 149"/>
                <a:gd name="T21" fmla="*/ 64 h 276"/>
                <a:gd name="T22" fmla="*/ 93 w 149"/>
                <a:gd name="T23" fmla="*/ 54 h 276"/>
                <a:gd name="T24" fmla="*/ 93 w 149"/>
                <a:gd name="T25" fmla="*/ 48 h 276"/>
                <a:gd name="T26" fmla="*/ 107 w 149"/>
                <a:gd name="T27" fmla="*/ 43 h 276"/>
                <a:gd name="T28" fmla="*/ 109 w 149"/>
                <a:gd name="T29" fmla="*/ 36 h 276"/>
                <a:gd name="T30" fmla="*/ 98 w 149"/>
                <a:gd name="T31" fmla="*/ 30 h 276"/>
                <a:gd name="T32" fmla="*/ 88 w 149"/>
                <a:gd name="T33" fmla="*/ 17 h 276"/>
                <a:gd name="T34" fmla="*/ 91 w 149"/>
                <a:gd name="T35" fmla="*/ 9 h 276"/>
                <a:gd name="T36" fmla="*/ 70 w 149"/>
                <a:gd name="T37" fmla="*/ 6 h 276"/>
                <a:gd name="T38" fmla="*/ 58 w 149"/>
                <a:gd name="T39" fmla="*/ 3 h 276"/>
                <a:gd name="T40" fmla="*/ 42 w 149"/>
                <a:gd name="T41" fmla="*/ 12 h 276"/>
                <a:gd name="T42" fmla="*/ 29 w 149"/>
                <a:gd name="T43" fmla="*/ 14 h 276"/>
                <a:gd name="T44" fmla="*/ 24 w 149"/>
                <a:gd name="T45" fmla="*/ 13 h 276"/>
                <a:gd name="T46" fmla="*/ 16 w 149"/>
                <a:gd name="T47" fmla="*/ 18 h 276"/>
                <a:gd name="T48" fmla="*/ 6 w 149"/>
                <a:gd name="T49" fmla="*/ 13 h 276"/>
                <a:gd name="T50" fmla="*/ 0 w 149"/>
                <a:gd name="T51" fmla="*/ 18 h 276"/>
                <a:gd name="T52" fmla="*/ 5 w 149"/>
                <a:gd name="T53" fmla="*/ 23 h 276"/>
                <a:gd name="T54" fmla="*/ 12 w 149"/>
                <a:gd name="T55" fmla="*/ 33 h 276"/>
                <a:gd name="T56" fmla="*/ 16 w 149"/>
                <a:gd name="T57" fmla="*/ 43 h 276"/>
                <a:gd name="T58" fmla="*/ 30 w 149"/>
                <a:gd name="T59" fmla="*/ 54 h 276"/>
                <a:gd name="T60" fmla="*/ 46 w 149"/>
                <a:gd name="T61" fmla="*/ 52 h 276"/>
                <a:gd name="T62" fmla="*/ 52 w 149"/>
                <a:gd name="T63" fmla="*/ 62 h 276"/>
                <a:gd name="T64" fmla="*/ 58 w 149"/>
                <a:gd name="T65" fmla="*/ 68 h 276"/>
                <a:gd name="T66" fmla="*/ 48 w 149"/>
                <a:gd name="T67" fmla="*/ 80 h 276"/>
                <a:gd name="T68" fmla="*/ 39 w 149"/>
                <a:gd name="T69" fmla="*/ 83 h 276"/>
                <a:gd name="T70" fmla="*/ 47 w 149"/>
                <a:gd name="T71" fmla="*/ 91 h 276"/>
                <a:gd name="T72" fmla="*/ 62 w 149"/>
                <a:gd name="T73" fmla="*/ 105 h 276"/>
                <a:gd name="T74" fmla="*/ 73 w 149"/>
                <a:gd name="T75" fmla="*/ 115 h 276"/>
                <a:gd name="T76" fmla="*/ 85 w 149"/>
                <a:gd name="T77" fmla="*/ 128 h 276"/>
                <a:gd name="T78" fmla="*/ 95 w 149"/>
                <a:gd name="T79" fmla="*/ 144 h 276"/>
                <a:gd name="T80" fmla="*/ 105 w 149"/>
                <a:gd name="T81" fmla="*/ 149 h 276"/>
                <a:gd name="T82" fmla="*/ 104 w 149"/>
                <a:gd name="T83" fmla="*/ 160 h 276"/>
                <a:gd name="T84" fmla="*/ 113 w 149"/>
                <a:gd name="T85" fmla="*/ 172 h 276"/>
                <a:gd name="T86" fmla="*/ 109 w 149"/>
                <a:gd name="T87" fmla="*/ 183 h 276"/>
                <a:gd name="T88" fmla="*/ 109 w 149"/>
                <a:gd name="T89" fmla="*/ 195 h 276"/>
                <a:gd name="T90" fmla="*/ 107 w 149"/>
                <a:gd name="T91" fmla="*/ 229 h 276"/>
                <a:gd name="T92" fmla="*/ 88 w 149"/>
                <a:gd name="T93" fmla="*/ 245 h 276"/>
                <a:gd name="T94" fmla="*/ 77 w 149"/>
                <a:gd name="T95" fmla="*/ 250 h 276"/>
                <a:gd name="T96" fmla="*/ 71 w 149"/>
                <a:gd name="T97" fmla="*/ 262 h 276"/>
                <a:gd name="T98" fmla="*/ 74 w 149"/>
                <a:gd name="T99" fmla="*/ 273 h 276"/>
                <a:gd name="T100" fmla="*/ 92 w 149"/>
                <a:gd name="T101" fmla="*/ 274 h 276"/>
                <a:gd name="T102" fmla="*/ 101 w 149"/>
                <a:gd name="T103" fmla="*/ 274 h 276"/>
                <a:gd name="T104" fmla="*/ 129 w 149"/>
                <a:gd name="T105" fmla="*/ 25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" h="276">
                  <a:moveTo>
                    <a:pt x="129" y="258"/>
                  </a:moveTo>
                  <a:cubicBezTo>
                    <a:pt x="130" y="257"/>
                    <a:pt x="134" y="255"/>
                    <a:pt x="135" y="255"/>
                  </a:cubicBezTo>
                  <a:cubicBezTo>
                    <a:pt x="136" y="254"/>
                    <a:pt x="138" y="253"/>
                    <a:pt x="139" y="252"/>
                  </a:cubicBezTo>
                  <a:cubicBezTo>
                    <a:pt x="140" y="252"/>
                    <a:pt x="140" y="250"/>
                    <a:pt x="141" y="249"/>
                  </a:cubicBezTo>
                  <a:cubicBezTo>
                    <a:pt x="141" y="248"/>
                    <a:pt x="143" y="247"/>
                    <a:pt x="143" y="245"/>
                  </a:cubicBezTo>
                  <a:cubicBezTo>
                    <a:pt x="144" y="244"/>
                    <a:pt x="143" y="243"/>
                    <a:pt x="142" y="242"/>
                  </a:cubicBezTo>
                  <a:cubicBezTo>
                    <a:pt x="141" y="241"/>
                    <a:pt x="142" y="240"/>
                    <a:pt x="143" y="238"/>
                  </a:cubicBezTo>
                  <a:cubicBezTo>
                    <a:pt x="143" y="237"/>
                    <a:pt x="144" y="236"/>
                    <a:pt x="144" y="234"/>
                  </a:cubicBezTo>
                  <a:cubicBezTo>
                    <a:pt x="143" y="232"/>
                    <a:pt x="144" y="231"/>
                    <a:pt x="144" y="230"/>
                  </a:cubicBezTo>
                  <a:cubicBezTo>
                    <a:pt x="145" y="229"/>
                    <a:pt x="145" y="228"/>
                    <a:pt x="145" y="227"/>
                  </a:cubicBezTo>
                  <a:cubicBezTo>
                    <a:pt x="145" y="226"/>
                    <a:pt x="146" y="224"/>
                    <a:pt x="146" y="223"/>
                  </a:cubicBezTo>
                  <a:cubicBezTo>
                    <a:pt x="147" y="221"/>
                    <a:pt x="149" y="220"/>
                    <a:pt x="149" y="219"/>
                  </a:cubicBezTo>
                  <a:cubicBezTo>
                    <a:pt x="149" y="217"/>
                    <a:pt x="149" y="215"/>
                    <a:pt x="148" y="213"/>
                  </a:cubicBezTo>
                  <a:cubicBezTo>
                    <a:pt x="147" y="212"/>
                    <a:pt x="146" y="209"/>
                    <a:pt x="145" y="207"/>
                  </a:cubicBezTo>
                  <a:cubicBezTo>
                    <a:pt x="145" y="205"/>
                    <a:pt x="146" y="204"/>
                    <a:pt x="146" y="202"/>
                  </a:cubicBezTo>
                  <a:cubicBezTo>
                    <a:pt x="146" y="200"/>
                    <a:pt x="146" y="199"/>
                    <a:pt x="146" y="198"/>
                  </a:cubicBezTo>
                  <a:cubicBezTo>
                    <a:pt x="145" y="196"/>
                    <a:pt x="144" y="193"/>
                    <a:pt x="143" y="191"/>
                  </a:cubicBezTo>
                  <a:cubicBezTo>
                    <a:pt x="142" y="188"/>
                    <a:pt x="142" y="186"/>
                    <a:pt x="141" y="185"/>
                  </a:cubicBezTo>
                  <a:cubicBezTo>
                    <a:pt x="140" y="183"/>
                    <a:pt x="139" y="178"/>
                    <a:pt x="139" y="176"/>
                  </a:cubicBezTo>
                  <a:cubicBezTo>
                    <a:pt x="139" y="175"/>
                    <a:pt x="138" y="171"/>
                    <a:pt x="137" y="169"/>
                  </a:cubicBezTo>
                  <a:cubicBezTo>
                    <a:pt x="136" y="168"/>
                    <a:pt x="135" y="167"/>
                    <a:pt x="134" y="165"/>
                  </a:cubicBezTo>
                  <a:cubicBezTo>
                    <a:pt x="132" y="163"/>
                    <a:pt x="129" y="161"/>
                    <a:pt x="127" y="159"/>
                  </a:cubicBezTo>
                  <a:cubicBezTo>
                    <a:pt x="125" y="157"/>
                    <a:pt x="124" y="156"/>
                    <a:pt x="124" y="154"/>
                  </a:cubicBezTo>
                  <a:cubicBezTo>
                    <a:pt x="123" y="152"/>
                    <a:pt x="122" y="151"/>
                    <a:pt x="120" y="149"/>
                  </a:cubicBezTo>
                  <a:cubicBezTo>
                    <a:pt x="117" y="148"/>
                    <a:pt x="114" y="147"/>
                    <a:pt x="112" y="145"/>
                  </a:cubicBezTo>
                  <a:cubicBezTo>
                    <a:pt x="109" y="143"/>
                    <a:pt x="106" y="141"/>
                    <a:pt x="104" y="139"/>
                  </a:cubicBezTo>
                  <a:cubicBezTo>
                    <a:pt x="102" y="138"/>
                    <a:pt x="101" y="136"/>
                    <a:pt x="99" y="134"/>
                  </a:cubicBezTo>
                  <a:cubicBezTo>
                    <a:pt x="98" y="132"/>
                    <a:pt x="98" y="132"/>
                    <a:pt x="96" y="130"/>
                  </a:cubicBezTo>
                  <a:cubicBezTo>
                    <a:pt x="94" y="128"/>
                    <a:pt x="93" y="127"/>
                    <a:pt x="90" y="125"/>
                  </a:cubicBezTo>
                  <a:cubicBezTo>
                    <a:pt x="87" y="123"/>
                    <a:pt x="86" y="123"/>
                    <a:pt x="84" y="121"/>
                  </a:cubicBezTo>
                  <a:cubicBezTo>
                    <a:pt x="83" y="119"/>
                    <a:pt x="83" y="119"/>
                    <a:pt x="84" y="118"/>
                  </a:cubicBezTo>
                  <a:cubicBezTo>
                    <a:pt x="85" y="116"/>
                    <a:pt x="86" y="116"/>
                    <a:pt x="87" y="114"/>
                  </a:cubicBezTo>
                  <a:cubicBezTo>
                    <a:pt x="87" y="113"/>
                    <a:pt x="86" y="112"/>
                    <a:pt x="85" y="111"/>
                  </a:cubicBezTo>
                  <a:cubicBezTo>
                    <a:pt x="84" y="109"/>
                    <a:pt x="82" y="107"/>
                    <a:pt x="80" y="106"/>
                  </a:cubicBezTo>
                  <a:cubicBezTo>
                    <a:pt x="78" y="105"/>
                    <a:pt x="76" y="103"/>
                    <a:pt x="75" y="102"/>
                  </a:cubicBezTo>
                  <a:cubicBezTo>
                    <a:pt x="74" y="100"/>
                    <a:pt x="73" y="99"/>
                    <a:pt x="72" y="98"/>
                  </a:cubicBezTo>
                  <a:cubicBezTo>
                    <a:pt x="71" y="97"/>
                    <a:pt x="70" y="95"/>
                    <a:pt x="70" y="93"/>
                  </a:cubicBezTo>
                  <a:cubicBezTo>
                    <a:pt x="70" y="92"/>
                    <a:pt x="70" y="91"/>
                    <a:pt x="71" y="90"/>
                  </a:cubicBezTo>
                  <a:cubicBezTo>
                    <a:pt x="72" y="89"/>
                    <a:pt x="72" y="88"/>
                    <a:pt x="73" y="86"/>
                  </a:cubicBezTo>
                  <a:cubicBezTo>
                    <a:pt x="73" y="85"/>
                    <a:pt x="73" y="84"/>
                    <a:pt x="73" y="83"/>
                  </a:cubicBezTo>
                  <a:cubicBezTo>
                    <a:pt x="73" y="82"/>
                    <a:pt x="73" y="80"/>
                    <a:pt x="73" y="79"/>
                  </a:cubicBezTo>
                  <a:cubicBezTo>
                    <a:pt x="73" y="77"/>
                    <a:pt x="74" y="75"/>
                    <a:pt x="75" y="73"/>
                  </a:cubicBezTo>
                  <a:cubicBezTo>
                    <a:pt x="77" y="71"/>
                    <a:pt x="79" y="70"/>
                    <a:pt x="81" y="68"/>
                  </a:cubicBezTo>
                  <a:cubicBezTo>
                    <a:pt x="84" y="67"/>
                    <a:pt x="86" y="65"/>
                    <a:pt x="87" y="64"/>
                  </a:cubicBezTo>
                  <a:cubicBezTo>
                    <a:pt x="89" y="63"/>
                    <a:pt x="90" y="60"/>
                    <a:pt x="90" y="60"/>
                  </a:cubicBezTo>
                  <a:cubicBezTo>
                    <a:pt x="90" y="59"/>
                    <a:pt x="90" y="58"/>
                    <a:pt x="90" y="57"/>
                  </a:cubicBezTo>
                  <a:cubicBezTo>
                    <a:pt x="90" y="56"/>
                    <a:pt x="90" y="56"/>
                    <a:pt x="91" y="55"/>
                  </a:cubicBezTo>
                  <a:cubicBezTo>
                    <a:pt x="92" y="54"/>
                    <a:pt x="93" y="54"/>
                    <a:pt x="93" y="54"/>
                  </a:cubicBezTo>
                  <a:cubicBezTo>
                    <a:pt x="93" y="53"/>
                    <a:pt x="93" y="53"/>
                    <a:pt x="92" y="52"/>
                  </a:cubicBezTo>
                  <a:cubicBezTo>
                    <a:pt x="92" y="51"/>
                    <a:pt x="92" y="51"/>
                    <a:pt x="91" y="50"/>
                  </a:cubicBezTo>
                  <a:cubicBezTo>
                    <a:pt x="91" y="50"/>
                    <a:pt x="91" y="49"/>
                    <a:pt x="91" y="48"/>
                  </a:cubicBezTo>
                  <a:cubicBezTo>
                    <a:pt x="91" y="48"/>
                    <a:pt x="93" y="48"/>
                    <a:pt x="93" y="48"/>
                  </a:cubicBezTo>
                  <a:cubicBezTo>
                    <a:pt x="94" y="49"/>
                    <a:pt x="96" y="50"/>
                    <a:pt x="97" y="50"/>
                  </a:cubicBezTo>
                  <a:cubicBezTo>
                    <a:pt x="98" y="50"/>
                    <a:pt x="99" y="50"/>
                    <a:pt x="100" y="50"/>
                  </a:cubicBezTo>
                  <a:cubicBezTo>
                    <a:pt x="102" y="50"/>
                    <a:pt x="104" y="48"/>
                    <a:pt x="104" y="48"/>
                  </a:cubicBezTo>
                  <a:cubicBezTo>
                    <a:pt x="105" y="47"/>
                    <a:pt x="106" y="45"/>
                    <a:pt x="107" y="43"/>
                  </a:cubicBezTo>
                  <a:cubicBezTo>
                    <a:pt x="108" y="42"/>
                    <a:pt x="110" y="42"/>
                    <a:pt x="111" y="40"/>
                  </a:cubicBezTo>
                  <a:cubicBezTo>
                    <a:pt x="112" y="39"/>
                    <a:pt x="114" y="38"/>
                    <a:pt x="115" y="37"/>
                  </a:cubicBezTo>
                  <a:cubicBezTo>
                    <a:pt x="114" y="37"/>
                    <a:pt x="114" y="37"/>
                    <a:pt x="114" y="37"/>
                  </a:cubicBezTo>
                  <a:cubicBezTo>
                    <a:pt x="111" y="36"/>
                    <a:pt x="110" y="36"/>
                    <a:pt x="109" y="36"/>
                  </a:cubicBezTo>
                  <a:cubicBezTo>
                    <a:pt x="108" y="36"/>
                    <a:pt x="107" y="36"/>
                    <a:pt x="104" y="35"/>
                  </a:cubicBezTo>
                  <a:cubicBezTo>
                    <a:pt x="101" y="34"/>
                    <a:pt x="101" y="33"/>
                    <a:pt x="100" y="31"/>
                  </a:cubicBezTo>
                  <a:cubicBezTo>
                    <a:pt x="100" y="31"/>
                    <a:pt x="100" y="31"/>
                    <a:pt x="100" y="30"/>
                  </a:cubicBezTo>
                  <a:cubicBezTo>
                    <a:pt x="99" y="30"/>
                    <a:pt x="98" y="30"/>
                    <a:pt x="98" y="30"/>
                  </a:cubicBezTo>
                  <a:cubicBezTo>
                    <a:pt x="96" y="30"/>
                    <a:pt x="95" y="29"/>
                    <a:pt x="93" y="29"/>
                  </a:cubicBezTo>
                  <a:cubicBezTo>
                    <a:pt x="90" y="27"/>
                    <a:pt x="90" y="27"/>
                    <a:pt x="90" y="25"/>
                  </a:cubicBezTo>
                  <a:cubicBezTo>
                    <a:pt x="91" y="24"/>
                    <a:pt x="91" y="23"/>
                    <a:pt x="90" y="22"/>
                  </a:cubicBezTo>
                  <a:cubicBezTo>
                    <a:pt x="89" y="20"/>
                    <a:pt x="89" y="18"/>
                    <a:pt x="88" y="17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88" y="16"/>
                    <a:pt x="89" y="15"/>
                    <a:pt x="90" y="14"/>
                  </a:cubicBezTo>
                  <a:cubicBezTo>
                    <a:pt x="90" y="13"/>
                    <a:pt x="91" y="11"/>
                    <a:pt x="91" y="11"/>
                  </a:cubicBezTo>
                  <a:cubicBezTo>
                    <a:pt x="91" y="10"/>
                    <a:pt x="91" y="10"/>
                    <a:pt x="91" y="9"/>
                  </a:cubicBezTo>
                  <a:cubicBezTo>
                    <a:pt x="91" y="9"/>
                    <a:pt x="89" y="9"/>
                    <a:pt x="86" y="9"/>
                  </a:cubicBezTo>
                  <a:cubicBezTo>
                    <a:pt x="85" y="9"/>
                    <a:pt x="84" y="9"/>
                    <a:pt x="84" y="9"/>
                  </a:cubicBezTo>
                  <a:cubicBezTo>
                    <a:pt x="83" y="9"/>
                    <a:pt x="83" y="9"/>
                    <a:pt x="82" y="9"/>
                  </a:cubicBezTo>
                  <a:cubicBezTo>
                    <a:pt x="78" y="9"/>
                    <a:pt x="75" y="9"/>
                    <a:pt x="70" y="6"/>
                  </a:cubicBezTo>
                  <a:cubicBezTo>
                    <a:pt x="68" y="4"/>
                    <a:pt x="67" y="3"/>
                    <a:pt x="66" y="2"/>
                  </a:cubicBezTo>
                  <a:cubicBezTo>
                    <a:pt x="65" y="1"/>
                    <a:pt x="64" y="0"/>
                    <a:pt x="63" y="0"/>
                  </a:cubicBezTo>
                  <a:cubicBezTo>
                    <a:pt x="61" y="0"/>
                    <a:pt x="61" y="1"/>
                    <a:pt x="59" y="2"/>
                  </a:cubicBezTo>
                  <a:cubicBezTo>
                    <a:pt x="59" y="3"/>
                    <a:pt x="58" y="3"/>
                    <a:pt x="58" y="3"/>
                  </a:cubicBezTo>
                  <a:cubicBezTo>
                    <a:pt x="57" y="4"/>
                    <a:pt x="56" y="5"/>
                    <a:pt x="55" y="6"/>
                  </a:cubicBezTo>
                  <a:cubicBezTo>
                    <a:pt x="52" y="9"/>
                    <a:pt x="49" y="12"/>
                    <a:pt x="47" y="12"/>
                  </a:cubicBezTo>
                  <a:cubicBezTo>
                    <a:pt x="46" y="12"/>
                    <a:pt x="45" y="12"/>
                    <a:pt x="45" y="12"/>
                  </a:cubicBezTo>
                  <a:cubicBezTo>
                    <a:pt x="44" y="12"/>
                    <a:pt x="43" y="12"/>
                    <a:pt x="42" y="12"/>
                  </a:cubicBezTo>
                  <a:cubicBezTo>
                    <a:pt x="41" y="13"/>
                    <a:pt x="40" y="13"/>
                    <a:pt x="39" y="14"/>
                  </a:cubicBezTo>
                  <a:cubicBezTo>
                    <a:pt x="37" y="16"/>
                    <a:pt x="36" y="17"/>
                    <a:pt x="34" y="16"/>
                  </a:cubicBezTo>
                  <a:cubicBezTo>
                    <a:pt x="32" y="14"/>
                    <a:pt x="31" y="14"/>
                    <a:pt x="30" y="14"/>
                  </a:cubicBezTo>
                  <a:cubicBezTo>
                    <a:pt x="30" y="14"/>
                    <a:pt x="30" y="14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8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5" y="14"/>
                    <a:pt x="24" y="13"/>
                  </a:cubicBezTo>
                  <a:cubicBezTo>
                    <a:pt x="24" y="13"/>
                    <a:pt x="23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2" y="13"/>
                    <a:pt x="21" y="14"/>
                  </a:cubicBezTo>
                  <a:cubicBezTo>
                    <a:pt x="20" y="16"/>
                    <a:pt x="18" y="18"/>
                    <a:pt x="16" y="18"/>
                  </a:cubicBezTo>
                  <a:cubicBezTo>
                    <a:pt x="14" y="18"/>
                    <a:pt x="12" y="17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9" y="15"/>
                    <a:pt x="9" y="14"/>
                    <a:pt x="8" y="14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3"/>
                    <a:pt x="5" y="13"/>
                    <a:pt x="4" y="14"/>
                  </a:cubicBezTo>
                  <a:cubicBezTo>
                    <a:pt x="4" y="14"/>
                    <a:pt x="3" y="15"/>
                    <a:pt x="3" y="16"/>
                  </a:cubicBezTo>
                  <a:cubicBezTo>
                    <a:pt x="2" y="16"/>
                    <a:pt x="1" y="17"/>
                    <a:pt x="0" y="18"/>
                  </a:cubicBezTo>
                  <a:cubicBezTo>
                    <a:pt x="2" y="20"/>
                    <a:pt x="4" y="22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4"/>
                    <a:pt x="7" y="26"/>
                    <a:pt x="8" y="27"/>
                  </a:cubicBezTo>
                  <a:cubicBezTo>
                    <a:pt x="8" y="28"/>
                    <a:pt x="8" y="28"/>
                    <a:pt x="8" y="29"/>
                  </a:cubicBezTo>
                  <a:cubicBezTo>
                    <a:pt x="9" y="29"/>
                    <a:pt x="9" y="30"/>
                    <a:pt x="10" y="32"/>
                  </a:cubicBezTo>
                  <a:cubicBezTo>
                    <a:pt x="11" y="33"/>
                    <a:pt x="12" y="33"/>
                    <a:pt x="12" y="33"/>
                  </a:cubicBezTo>
                  <a:cubicBezTo>
                    <a:pt x="13" y="33"/>
                    <a:pt x="13" y="33"/>
                    <a:pt x="14" y="33"/>
                  </a:cubicBezTo>
                  <a:cubicBezTo>
                    <a:pt x="15" y="34"/>
                    <a:pt x="16" y="34"/>
                    <a:pt x="16" y="36"/>
                  </a:cubicBezTo>
                  <a:cubicBezTo>
                    <a:pt x="16" y="37"/>
                    <a:pt x="16" y="38"/>
                    <a:pt x="16" y="40"/>
                  </a:cubicBezTo>
                  <a:cubicBezTo>
                    <a:pt x="16" y="41"/>
                    <a:pt x="16" y="42"/>
                    <a:pt x="16" y="43"/>
                  </a:cubicBezTo>
                  <a:cubicBezTo>
                    <a:pt x="16" y="44"/>
                    <a:pt x="17" y="45"/>
                    <a:pt x="17" y="46"/>
                  </a:cubicBezTo>
                  <a:cubicBezTo>
                    <a:pt x="18" y="47"/>
                    <a:pt x="20" y="48"/>
                    <a:pt x="21" y="50"/>
                  </a:cubicBezTo>
                  <a:cubicBezTo>
                    <a:pt x="22" y="51"/>
                    <a:pt x="24" y="52"/>
                    <a:pt x="25" y="52"/>
                  </a:cubicBezTo>
                  <a:cubicBezTo>
                    <a:pt x="26" y="53"/>
                    <a:pt x="28" y="54"/>
                    <a:pt x="30" y="54"/>
                  </a:cubicBezTo>
                  <a:cubicBezTo>
                    <a:pt x="32" y="54"/>
                    <a:pt x="33" y="54"/>
                    <a:pt x="34" y="53"/>
                  </a:cubicBezTo>
                  <a:cubicBezTo>
                    <a:pt x="35" y="53"/>
                    <a:pt x="35" y="53"/>
                    <a:pt x="36" y="52"/>
                  </a:cubicBezTo>
                  <a:cubicBezTo>
                    <a:pt x="37" y="51"/>
                    <a:pt x="38" y="49"/>
                    <a:pt x="41" y="50"/>
                  </a:cubicBezTo>
                  <a:cubicBezTo>
                    <a:pt x="42" y="50"/>
                    <a:pt x="44" y="51"/>
                    <a:pt x="46" y="52"/>
                  </a:cubicBezTo>
                  <a:cubicBezTo>
                    <a:pt x="48" y="54"/>
                    <a:pt x="49" y="55"/>
                    <a:pt x="50" y="56"/>
                  </a:cubicBezTo>
                  <a:cubicBezTo>
                    <a:pt x="50" y="58"/>
                    <a:pt x="50" y="58"/>
                    <a:pt x="50" y="59"/>
                  </a:cubicBezTo>
                  <a:cubicBezTo>
                    <a:pt x="50" y="60"/>
                    <a:pt x="50" y="60"/>
                    <a:pt x="50" y="61"/>
                  </a:cubicBezTo>
                  <a:cubicBezTo>
                    <a:pt x="50" y="62"/>
                    <a:pt x="51" y="62"/>
                    <a:pt x="52" y="62"/>
                  </a:cubicBezTo>
                  <a:cubicBezTo>
                    <a:pt x="52" y="62"/>
                    <a:pt x="52" y="62"/>
                    <a:pt x="52" y="62"/>
                  </a:cubicBezTo>
                  <a:cubicBezTo>
                    <a:pt x="53" y="62"/>
                    <a:pt x="54" y="62"/>
                    <a:pt x="55" y="63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56" y="65"/>
                    <a:pt x="57" y="67"/>
                    <a:pt x="58" y="68"/>
                  </a:cubicBezTo>
                  <a:cubicBezTo>
                    <a:pt x="58" y="70"/>
                    <a:pt x="58" y="72"/>
                    <a:pt x="57" y="73"/>
                  </a:cubicBezTo>
                  <a:cubicBezTo>
                    <a:pt x="57" y="73"/>
                    <a:pt x="57" y="73"/>
                    <a:pt x="57" y="74"/>
                  </a:cubicBezTo>
                  <a:cubicBezTo>
                    <a:pt x="56" y="74"/>
                    <a:pt x="56" y="75"/>
                    <a:pt x="55" y="75"/>
                  </a:cubicBezTo>
                  <a:cubicBezTo>
                    <a:pt x="53" y="77"/>
                    <a:pt x="51" y="80"/>
                    <a:pt x="48" y="80"/>
                  </a:cubicBezTo>
                  <a:cubicBezTo>
                    <a:pt x="47" y="80"/>
                    <a:pt x="45" y="80"/>
                    <a:pt x="43" y="80"/>
                  </a:cubicBezTo>
                  <a:cubicBezTo>
                    <a:pt x="41" y="80"/>
                    <a:pt x="40" y="80"/>
                    <a:pt x="40" y="80"/>
                  </a:cubicBezTo>
                  <a:cubicBezTo>
                    <a:pt x="40" y="80"/>
                    <a:pt x="39" y="81"/>
                    <a:pt x="39" y="81"/>
                  </a:cubicBezTo>
                  <a:cubicBezTo>
                    <a:pt x="39" y="82"/>
                    <a:pt x="39" y="83"/>
                    <a:pt x="39" y="83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8" y="85"/>
                    <a:pt x="38" y="86"/>
                    <a:pt x="39" y="87"/>
                  </a:cubicBezTo>
                  <a:cubicBezTo>
                    <a:pt x="40" y="88"/>
                    <a:pt x="43" y="89"/>
                    <a:pt x="45" y="90"/>
                  </a:cubicBezTo>
                  <a:cubicBezTo>
                    <a:pt x="46" y="91"/>
                    <a:pt x="46" y="91"/>
                    <a:pt x="47" y="91"/>
                  </a:cubicBezTo>
                  <a:cubicBezTo>
                    <a:pt x="48" y="92"/>
                    <a:pt x="51" y="93"/>
                    <a:pt x="54" y="94"/>
                  </a:cubicBezTo>
                  <a:cubicBezTo>
                    <a:pt x="56" y="95"/>
                    <a:pt x="58" y="96"/>
                    <a:pt x="59" y="97"/>
                  </a:cubicBezTo>
                  <a:cubicBezTo>
                    <a:pt x="60" y="98"/>
                    <a:pt x="60" y="99"/>
                    <a:pt x="61" y="100"/>
                  </a:cubicBezTo>
                  <a:cubicBezTo>
                    <a:pt x="62" y="101"/>
                    <a:pt x="62" y="103"/>
                    <a:pt x="62" y="105"/>
                  </a:cubicBezTo>
                  <a:cubicBezTo>
                    <a:pt x="62" y="106"/>
                    <a:pt x="63" y="107"/>
                    <a:pt x="64" y="107"/>
                  </a:cubicBezTo>
                  <a:cubicBezTo>
                    <a:pt x="64" y="107"/>
                    <a:pt x="65" y="108"/>
                    <a:pt x="66" y="109"/>
                  </a:cubicBezTo>
                  <a:cubicBezTo>
                    <a:pt x="66" y="109"/>
                    <a:pt x="67" y="109"/>
                    <a:pt x="67" y="110"/>
                  </a:cubicBezTo>
                  <a:cubicBezTo>
                    <a:pt x="69" y="111"/>
                    <a:pt x="71" y="113"/>
                    <a:pt x="73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75" y="119"/>
                    <a:pt x="77" y="122"/>
                    <a:pt x="81" y="125"/>
                  </a:cubicBezTo>
                  <a:cubicBezTo>
                    <a:pt x="83" y="126"/>
                    <a:pt x="84" y="127"/>
                    <a:pt x="85" y="128"/>
                  </a:cubicBezTo>
                  <a:cubicBezTo>
                    <a:pt x="87" y="129"/>
                    <a:pt x="89" y="130"/>
                    <a:pt x="91" y="133"/>
                  </a:cubicBezTo>
                  <a:cubicBezTo>
                    <a:pt x="93" y="136"/>
                    <a:pt x="93" y="138"/>
                    <a:pt x="93" y="140"/>
                  </a:cubicBezTo>
                  <a:cubicBezTo>
                    <a:pt x="93" y="141"/>
                    <a:pt x="93" y="142"/>
                    <a:pt x="93" y="143"/>
                  </a:cubicBezTo>
                  <a:cubicBezTo>
                    <a:pt x="93" y="144"/>
                    <a:pt x="94" y="144"/>
                    <a:pt x="95" y="144"/>
                  </a:cubicBezTo>
                  <a:cubicBezTo>
                    <a:pt x="96" y="144"/>
                    <a:pt x="97" y="144"/>
                    <a:pt x="98" y="144"/>
                  </a:cubicBezTo>
                  <a:cubicBezTo>
                    <a:pt x="98" y="145"/>
                    <a:pt x="98" y="145"/>
                    <a:pt x="99" y="145"/>
                  </a:cubicBezTo>
                  <a:cubicBezTo>
                    <a:pt x="100" y="146"/>
                    <a:pt x="101" y="147"/>
                    <a:pt x="104" y="149"/>
                  </a:cubicBezTo>
                  <a:cubicBezTo>
                    <a:pt x="104" y="149"/>
                    <a:pt x="105" y="149"/>
                    <a:pt x="105" y="149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07" y="150"/>
                    <a:pt x="108" y="150"/>
                    <a:pt x="109" y="154"/>
                  </a:cubicBezTo>
                  <a:cubicBezTo>
                    <a:pt x="110" y="157"/>
                    <a:pt x="107" y="158"/>
                    <a:pt x="105" y="159"/>
                  </a:cubicBezTo>
                  <a:cubicBezTo>
                    <a:pt x="104" y="160"/>
                    <a:pt x="104" y="160"/>
                    <a:pt x="104" y="160"/>
                  </a:cubicBezTo>
                  <a:cubicBezTo>
                    <a:pt x="104" y="160"/>
                    <a:pt x="104" y="161"/>
                    <a:pt x="105" y="162"/>
                  </a:cubicBezTo>
                  <a:cubicBezTo>
                    <a:pt x="106" y="163"/>
                    <a:pt x="107" y="164"/>
                    <a:pt x="108" y="164"/>
                  </a:cubicBezTo>
                  <a:cubicBezTo>
                    <a:pt x="109" y="165"/>
                    <a:pt x="110" y="166"/>
                    <a:pt x="111" y="168"/>
                  </a:cubicBezTo>
                  <a:cubicBezTo>
                    <a:pt x="112" y="169"/>
                    <a:pt x="113" y="170"/>
                    <a:pt x="113" y="172"/>
                  </a:cubicBezTo>
                  <a:cubicBezTo>
                    <a:pt x="113" y="173"/>
                    <a:pt x="112" y="174"/>
                    <a:pt x="112" y="175"/>
                  </a:cubicBezTo>
                  <a:cubicBezTo>
                    <a:pt x="111" y="176"/>
                    <a:pt x="110" y="177"/>
                    <a:pt x="110" y="179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10" y="182"/>
                    <a:pt x="109" y="182"/>
                    <a:pt x="109" y="183"/>
                  </a:cubicBezTo>
                  <a:cubicBezTo>
                    <a:pt x="110" y="184"/>
                    <a:pt x="110" y="184"/>
                    <a:pt x="111" y="185"/>
                  </a:cubicBezTo>
                  <a:cubicBezTo>
                    <a:pt x="111" y="186"/>
                    <a:pt x="112" y="187"/>
                    <a:pt x="112" y="188"/>
                  </a:cubicBezTo>
                  <a:cubicBezTo>
                    <a:pt x="112" y="190"/>
                    <a:pt x="111" y="191"/>
                    <a:pt x="111" y="192"/>
                  </a:cubicBezTo>
                  <a:cubicBezTo>
                    <a:pt x="110" y="193"/>
                    <a:pt x="110" y="194"/>
                    <a:pt x="109" y="195"/>
                  </a:cubicBezTo>
                  <a:cubicBezTo>
                    <a:pt x="108" y="198"/>
                    <a:pt x="111" y="204"/>
                    <a:pt x="113" y="209"/>
                  </a:cubicBezTo>
                  <a:cubicBezTo>
                    <a:pt x="113" y="209"/>
                    <a:pt x="113" y="209"/>
                    <a:pt x="113" y="209"/>
                  </a:cubicBezTo>
                  <a:cubicBezTo>
                    <a:pt x="115" y="214"/>
                    <a:pt x="113" y="218"/>
                    <a:pt x="109" y="226"/>
                  </a:cubicBezTo>
                  <a:cubicBezTo>
                    <a:pt x="108" y="227"/>
                    <a:pt x="108" y="228"/>
                    <a:pt x="107" y="229"/>
                  </a:cubicBezTo>
                  <a:cubicBezTo>
                    <a:pt x="103" y="236"/>
                    <a:pt x="98" y="238"/>
                    <a:pt x="95" y="239"/>
                  </a:cubicBezTo>
                  <a:cubicBezTo>
                    <a:pt x="94" y="239"/>
                    <a:pt x="93" y="239"/>
                    <a:pt x="93" y="239"/>
                  </a:cubicBezTo>
                  <a:cubicBezTo>
                    <a:pt x="90" y="241"/>
                    <a:pt x="90" y="242"/>
                    <a:pt x="88" y="244"/>
                  </a:cubicBezTo>
                  <a:cubicBezTo>
                    <a:pt x="88" y="245"/>
                    <a:pt x="88" y="245"/>
                    <a:pt x="88" y="245"/>
                  </a:cubicBezTo>
                  <a:cubicBezTo>
                    <a:pt x="86" y="248"/>
                    <a:pt x="85" y="248"/>
                    <a:pt x="82" y="247"/>
                  </a:cubicBezTo>
                  <a:cubicBezTo>
                    <a:pt x="81" y="247"/>
                    <a:pt x="81" y="247"/>
                    <a:pt x="80" y="246"/>
                  </a:cubicBezTo>
                  <a:cubicBezTo>
                    <a:pt x="78" y="246"/>
                    <a:pt x="78" y="246"/>
                    <a:pt x="78" y="247"/>
                  </a:cubicBezTo>
                  <a:cubicBezTo>
                    <a:pt x="77" y="247"/>
                    <a:pt x="77" y="248"/>
                    <a:pt x="77" y="250"/>
                  </a:cubicBezTo>
                  <a:cubicBezTo>
                    <a:pt x="77" y="252"/>
                    <a:pt x="78" y="253"/>
                    <a:pt x="78" y="254"/>
                  </a:cubicBezTo>
                  <a:cubicBezTo>
                    <a:pt x="78" y="254"/>
                    <a:pt x="78" y="254"/>
                    <a:pt x="78" y="254"/>
                  </a:cubicBezTo>
                  <a:cubicBezTo>
                    <a:pt x="79" y="256"/>
                    <a:pt x="79" y="257"/>
                    <a:pt x="79" y="259"/>
                  </a:cubicBezTo>
                  <a:cubicBezTo>
                    <a:pt x="78" y="263"/>
                    <a:pt x="73" y="263"/>
                    <a:pt x="71" y="262"/>
                  </a:cubicBezTo>
                  <a:cubicBezTo>
                    <a:pt x="70" y="262"/>
                    <a:pt x="69" y="262"/>
                    <a:pt x="69" y="262"/>
                  </a:cubicBezTo>
                  <a:cubicBezTo>
                    <a:pt x="69" y="262"/>
                    <a:pt x="68" y="263"/>
                    <a:pt x="67" y="264"/>
                  </a:cubicBezTo>
                  <a:cubicBezTo>
                    <a:pt x="67" y="265"/>
                    <a:pt x="68" y="266"/>
                    <a:pt x="68" y="267"/>
                  </a:cubicBezTo>
                  <a:cubicBezTo>
                    <a:pt x="70" y="270"/>
                    <a:pt x="72" y="271"/>
                    <a:pt x="74" y="273"/>
                  </a:cubicBezTo>
                  <a:cubicBezTo>
                    <a:pt x="76" y="274"/>
                    <a:pt x="77" y="274"/>
                    <a:pt x="79" y="274"/>
                  </a:cubicBezTo>
                  <a:cubicBezTo>
                    <a:pt x="80" y="274"/>
                    <a:pt x="83" y="275"/>
                    <a:pt x="86" y="275"/>
                  </a:cubicBezTo>
                  <a:cubicBezTo>
                    <a:pt x="88" y="276"/>
                    <a:pt x="90" y="276"/>
                    <a:pt x="91" y="276"/>
                  </a:cubicBezTo>
                  <a:cubicBezTo>
                    <a:pt x="93" y="276"/>
                    <a:pt x="92" y="275"/>
                    <a:pt x="92" y="274"/>
                  </a:cubicBezTo>
                  <a:cubicBezTo>
                    <a:pt x="91" y="273"/>
                    <a:pt x="92" y="270"/>
                    <a:pt x="92" y="270"/>
                  </a:cubicBezTo>
                  <a:cubicBezTo>
                    <a:pt x="93" y="269"/>
                    <a:pt x="95" y="270"/>
                    <a:pt x="97" y="270"/>
                  </a:cubicBezTo>
                  <a:cubicBezTo>
                    <a:pt x="98" y="269"/>
                    <a:pt x="99" y="268"/>
                    <a:pt x="100" y="269"/>
                  </a:cubicBezTo>
                  <a:cubicBezTo>
                    <a:pt x="100" y="270"/>
                    <a:pt x="100" y="273"/>
                    <a:pt x="101" y="274"/>
                  </a:cubicBezTo>
                  <a:cubicBezTo>
                    <a:pt x="102" y="275"/>
                    <a:pt x="105" y="272"/>
                    <a:pt x="106" y="271"/>
                  </a:cubicBezTo>
                  <a:cubicBezTo>
                    <a:pt x="108" y="270"/>
                    <a:pt x="108" y="270"/>
                    <a:pt x="111" y="268"/>
                  </a:cubicBezTo>
                  <a:cubicBezTo>
                    <a:pt x="114" y="266"/>
                    <a:pt x="118" y="264"/>
                    <a:pt x="122" y="263"/>
                  </a:cubicBezTo>
                  <a:cubicBezTo>
                    <a:pt x="126" y="261"/>
                    <a:pt x="128" y="260"/>
                    <a:pt x="129" y="25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7" name="Freeform 422">
              <a:extLst>
                <a:ext uri="{FF2B5EF4-FFF2-40B4-BE49-F238E27FC236}">
                  <a16:creationId xmlns:a16="http://schemas.microsoft.com/office/drawing/2014/main" id="{12E10DA1-54CA-C9D7-92A5-34E486124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0676" y="2926000"/>
              <a:ext cx="25387" cy="18335"/>
            </a:xfrm>
            <a:custGeom>
              <a:avLst/>
              <a:gdLst>
                <a:gd name="T0" fmla="*/ 12 w 22"/>
                <a:gd name="T1" fmla="*/ 11 h 17"/>
                <a:gd name="T2" fmla="*/ 17 w 22"/>
                <a:gd name="T3" fmla="*/ 10 h 17"/>
                <a:gd name="T4" fmla="*/ 19 w 22"/>
                <a:gd name="T5" fmla="*/ 11 h 17"/>
                <a:gd name="T6" fmla="*/ 20 w 22"/>
                <a:gd name="T7" fmla="*/ 11 h 17"/>
                <a:gd name="T8" fmla="*/ 21 w 22"/>
                <a:gd name="T9" fmla="*/ 9 h 17"/>
                <a:gd name="T10" fmla="*/ 20 w 22"/>
                <a:gd name="T11" fmla="*/ 1 h 17"/>
                <a:gd name="T12" fmla="*/ 19 w 22"/>
                <a:gd name="T13" fmla="*/ 1 h 17"/>
                <a:gd name="T14" fmla="*/ 12 w 22"/>
                <a:gd name="T15" fmla="*/ 2 h 17"/>
                <a:gd name="T16" fmla="*/ 6 w 22"/>
                <a:gd name="T17" fmla="*/ 7 h 17"/>
                <a:gd name="T18" fmla="*/ 0 w 22"/>
                <a:gd name="T19" fmla="*/ 9 h 17"/>
                <a:gd name="T20" fmla="*/ 6 w 22"/>
                <a:gd name="T21" fmla="*/ 16 h 17"/>
                <a:gd name="T22" fmla="*/ 8 w 22"/>
                <a:gd name="T23" fmla="*/ 17 h 17"/>
                <a:gd name="T24" fmla="*/ 10 w 22"/>
                <a:gd name="T25" fmla="*/ 17 h 17"/>
                <a:gd name="T26" fmla="*/ 11 w 22"/>
                <a:gd name="T27" fmla="*/ 17 h 17"/>
                <a:gd name="T28" fmla="*/ 11 w 22"/>
                <a:gd name="T29" fmla="*/ 17 h 17"/>
                <a:gd name="T30" fmla="*/ 11 w 22"/>
                <a:gd name="T31" fmla="*/ 15 h 17"/>
                <a:gd name="T32" fmla="*/ 12 w 22"/>
                <a:gd name="T33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17">
                  <a:moveTo>
                    <a:pt x="12" y="11"/>
                  </a:moveTo>
                  <a:cubicBezTo>
                    <a:pt x="14" y="9"/>
                    <a:pt x="15" y="10"/>
                    <a:pt x="17" y="10"/>
                  </a:cubicBezTo>
                  <a:cubicBezTo>
                    <a:pt x="17" y="11"/>
                    <a:pt x="18" y="11"/>
                    <a:pt x="19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0"/>
                    <a:pt x="21" y="9"/>
                    <a:pt x="21" y="9"/>
                  </a:cubicBezTo>
                  <a:cubicBezTo>
                    <a:pt x="22" y="7"/>
                    <a:pt x="21" y="3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7" y="0"/>
                    <a:pt x="15" y="1"/>
                    <a:pt x="12" y="2"/>
                  </a:cubicBezTo>
                  <a:cubicBezTo>
                    <a:pt x="9" y="2"/>
                    <a:pt x="9" y="4"/>
                    <a:pt x="6" y="7"/>
                  </a:cubicBezTo>
                  <a:cubicBezTo>
                    <a:pt x="3" y="9"/>
                    <a:pt x="3" y="8"/>
                    <a:pt x="0" y="9"/>
                  </a:cubicBezTo>
                  <a:cubicBezTo>
                    <a:pt x="2" y="12"/>
                    <a:pt x="5" y="15"/>
                    <a:pt x="6" y="16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0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1" y="16"/>
                    <a:pt x="11" y="15"/>
                  </a:cubicBezTo>
                  <a:cubicBezTo>
                    <a:pt x="11" y="13"/>
                    <a:pt x="11" y="12"/>
                    <a:pt x="12" y="1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8" name="Freeform 423">
              <a:extLst>
                <a:ext uri="{FF2B5EF4-FFF2-40B4-BE49-F238E27FC236}">
                  <a16:creationId xmlns:a16="http://schemas.microsoft.com/office/drawing/2014/main" id="{E94D4C4E-AB26-6E20-446C-3B1230F47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656" y="2800476"/>
              <a:ext cx="38080" cy="45132"/>
            </a:xfrm>
            <a:custGeom>
              <a:avLst/>
              <a:gdLst>
                <a:gd name="T0" fmla="*/ 14 w 34"/>
                <a:gd name="T1" fmla="*/ 41 h 42"/>
                <a:gd name="T2" fmla="*/ 20 w 34"/>
                <a:gd name="T3" fmla="*/ 33 h 42"/>
                <a:gd name="T4" fmla="*/ 25 w 34"/>
                <a:gd name="T5" fmla="*/ 29 h 42"/>
                <a:gd name="T6" fmla="*/ 33 w 34"/>
                <a:gd name="T7" fmla="*/ 26 h 42"/>
                <a:gd name="T8" fmla="*/ 31 w 34"/>
                <a:gd name="T9" fmla="*/ 19 h 42"/>
                <a:gd name="T10" fmla="*/ 26 w 34"/>
                <a:gd name="T11" fmla="*/ 14 h 42"/>
                <a:gd name="T12" fmla="*/ 21 w 34"/>
                <a:gd name="T13" fmla="*/ 10 h 42"/>
                <a:gd name="T14" fmla="*/ 17 w 34"/>
                <a:gd name="T15" fmla="*/ 4 h 42"/>
                <a:gd name="T16" fmla="*/ 13 w 34"/>
                <a:gd name="T17" fmla="*/ 0 h 42"/>
                <a:gd name="T18" fmla="*/ 13 w 34"/>
                <a:gd name="T19" fmla="*/ 0 h 42"/>
                <a:gd name="T20" fmla="*/ 10 w 34"/>
                <a:gd name="T21" fmla="*/ 1 h 42"/>
                <a:gd name="T22" fmla="*/ 1 w 34"/>
                <a:gd name="T23" fmla="*/ 5 h 42"/>
                <a:gd name="T24" fmla="*/ 0 w 34"/>
                <a:gd name="T25" fmla="*/ 6 h 42"/>
                <a:gd name="T26" fmla="*/ 4 w 34"/>
                <a:gd name="T27" fmla="*/ 11 h 42"/>
                <a:gd name="T28" fmla="*/ 10 w 34"/>
                <a:gd name="T29" fmla="*/ 13 h 42"/>
                <a:gd name="T30" fmla="*/ 12 w 34"/>
                <a:gd name="T31" fmla="*/ 16 h 42"/>
                <a:gd name="T32" fmla="*/ 9 w 34"/>
                <a:gd name="T33" fmla="*/ 18 h 42"/>
                <a:gd name="T34" fmla="*/ 7 w 34"/>
                <a:gd name="T35" fmla="*/ 22 h 42"/>
                <a:gd name="T36" fmla="*/ 7 w 34"/>
                <a:gd name="T37" fmla="*/ 29 h 42"/>
                <a:gd name="T38" fmla="*/ 5 w 34"/>
                <a:gd name="T39" fmla="*/ 37 h 42"/>
                <a:gd name="T40" fmla="*/ 9 w 34"/>
                <a:gd name="T41" fmla="*/ 40 h 42"/>
                <a:gd name="T42" fmla="*/ 14 w 34"/>
                <a:gd name="T43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" h="42">
                  <a:moveTo>
                    <a:pt x="14" y="41"/>
                  </a:moveTo>
                  <a:cubicBezTo>
                    <a:pt x="16" y="39"/>
                    <a:pt x="18" y="36"/>
                    <a:pt x="20" y="33"/>
                  </a:cubicBezTo>
                  <a:cubicBezTo>
                    <a:pt x="21" y="31"/>
                    <a:pt x="24" y="30"/>
                    <a:pt x="25" y="29"/>
                  </a:cubicBezTo>
                  <a:cubicBezTo>
                    <a:pt x="27" y="29"/>
                    <a:pt x="32" y="27"/>
                    <a:pt x="33" y="26"/>
                  </a:cubicBezTo>
                  <a:cubicBezTo>
                    <a:pt x="34" y="24"/>
                    <a:pt x="33" y="22"/>
                    <a:pt x="31" y="19"/>
                  </a:cubicBezTo>
                  <a:cubicBezTo>
                    <a:pt x="30" y="17"/>
                    <a:pt x="27" y="16"/>
                    <a:pt x="26" y="14"/>
                  </a:cubicBezTo>
                  <a:cubicBezTo>
                    <a:pt x="25" y="12"/>
                    <a:pt x="23" y="11"/>
                    <a:pt x="21" y="10"/>
                  </a:cubicBezTo>
                  <a:cubicBezTo>
                    <a:pt x="19" y="8"/>
                    <a:pt x="18" y="6"/>
                    <a:pt x="17" y="4"/>
                  </a:cubicBezTo>
                  <a:cubicBezTo>
                    <a:pt x="15" y="1"/>
                    <a:pt x="14" y="1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0"/>
                    <a:pt x="11" y="1"/>
                    <a:pt x="10" y="1"/>
                  </a:cubicBezTo>
                  <a:cubicBezTo>
                    <a:pt x="9" y="2"/>
                    <a:pt x="5" y="4"/>
                    <a:pt x="1" y="5"/>
                  </a:cubicBezTo>
                  <a:cubicBezTo>
                    <a:pt x="1" y="5"/>
                    <a:pt x="1" y="6"/>
                    <a:pt x="0" y="6"/>
                  </a:cubicBezTo>
                  <a:cubicBezTo>
                    <a:pt x="1" y="8"/>
                    <a:pt x="3" y="9"/>
                    <a:pt x="4" y="11"/>
                  </a:cubicBezTo>
                  <a:cubicBezTo>
                    <a:pt x="5" y="13"/>
                    <a:pt x="8" y="13"/>
                    <a:pt x="10" y="13"/>
                  </a:cubicBezTo>
                  <a:cubicBezTo>
                    <a:pt x="12" y="14"/>
                    <a:pt x="12" y="14"/>
                    <a:pt x="12" y="16"/>
                  </a:cubicBezTo>
                  <a:cubicBezTo>
                    <a:pt x="12" y="17"/>
                    <a:pt x="10" y="17"/>
                    <a:pt x="9" y="18"/>
                  </a:cubicBezTo>
                  <a:cubicBezTo>
                    <a:pt x="8" y="19"/>
                    <a:pt x="7" y="20"/>
                    <a:pt x="7" y="22"/>
                  </a:cubicBezTo>
                  <a:cubicBezTo>
                    <a:pt x="6" y="24"/>
                    <a:pt x="7" y="26"/>
                    <a:pt x="7" y="29"/>
                  </a:cubicBezTo>
                  <a:cubicBezTo>
                    <a:pt x="6" y="32"/>
                    <a:pt x="6" y="35"/>
                    <a:pt x="5" y="37"/>
                  </a:cubicBezTo>
                  <a:cubicBezTo>
                    <a:pt x="5" y="40"/>
                    <a:pt x="7" y="39"/>
                    <a:pt x="9" y="40"/>
                  </a:cubicBezTo>
                  <a:cubicBezTo>
                    <a:pt x="10" y="42"/>
                    <a:pt x="11" y="42"/>
                    <a:pt x="14" y="4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79" name="Freeform 424">
              <a:extLst>
                <a:ext uri="{FF2B5EF4-FFF2-40B4-BE49-F238E27FC236}">
                  <a16:creationId xmlns:a16="http://schemas.microsoft.com/office/drawing/2014/main" id="{CF1C1D9A-B5B9-5FC5-8F8C-736C95300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2968" y="2810349"/>
              <a:ext cx="7052" cy="7052"/>
            </a:xfrm>
            <a:custGeom>
              <a:avLst/>
              <a:gdLst>
                <a:gd name="T0" fmla="*/ 4 w 6"/>
                <a:gd name="T1" fmla="*/ 5 h 7"/>
                <a:gd name="T2" fmla="*/ 4 w 6"/>
                <a:gd name="T3" fmla="*/ 2 h 7"/>
                <a:gd name="T4" fmla="*/ 1 w 6"/>
                <a:gd name="T5" fmla="*/ 2 h 7"/>
                <a:gd name="T6" fmla="*/ 1 w 6"/>
                <a:gd name="T7" fmla="*/ 5 h 7"/>
                <a:gd name="T8" fmla="*/ 4 w 6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7">
                  <a:moveTo>
                    <a:pt x="4" y="5"/>
                  </a:moveTo>
                  <a:cubicBezTo>
                    <a:pt x="4" y="4"/>
                    <a:pt x="6" y="3"/>
                    <a:pt x="4" y="2"/>
                  </a:cubicBezTo>
                  <a:cubicBezTo>
                    <a:pt x="3" y="1"/>
                    <a:pt x="2" y="0"/>
                    <a:pt x="1" y="2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3" y="6"/>
                    <a:pt x="4" y="7"/>
                    <a:pt x="4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0" name="Freeform 425">
              <a:extLst>
                <a:ext uri="{FF2B5EF4-FFF2-40B4-BE49-F238E27FC236}">
                  <a16:creationId xmlns:a16="http://schemas.microsoft.com/office/drawing/2014/main" id="{02BE4E2E-726C-09D1-0907-BBEF3523B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4633" y="2806117"/>
              <a:ext cx="23977" cy="19745"/>
            </a:xfrm>
            <a:custGeom>
              <a:avLst/>
              <a:gdLst>
                <a:gd name="T0" fmla="*/ 15 w 22"/>
                <a:gd name="T1" fmla="*/ 10 h 19"/>
                <a:gd name="T2" fmla="*/ 11 w 22"/>
                <a:gd name="T3" fmla="*/ 6 h 19"/>
                <a:gd name="T4" fmla="*/ 2 w 22"/>
                <a:gd name="T5" fmla="*/ 1 h 19"/>
                <a:gd name="T6" fmla="*/ 2 w 22"/>
                <a:gd name="T7" fmla="*/ 5 h 19"/>
                <a:gd name="T8" fmla="*/ 8 w 22"/>
                <a:gd name="T9" fmla="*/ 7 h 19"/>
                <a:gd name="T10" fmla="*/ 14 w 22"/>
                <a:gd name="T11" fmla="*/ 13 h 19"/>
                <a:gd name="T12" fmla="*/ 19 w 22"/>
                <a:gd name="T13" fmla="*/ 18 h 19"/>
                <a:gd name="T14" fmla="*/ 20 w 22"/>
                <a:gd name="T15" fmla="*/ 15 h 19"/>
                <a:gd name="T16" fmla="*/ 15 w 22"/>
                <a:gd name="T17" fmla="*/ 1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19">
                  <a:moveTo>
                    <a:pt x="15" y="10"/>
                  </a:moveTo>
                  <a:cubicBezTo>
                    <a:pt x="14" y="8"/>
                    <a:pt x="14" y="9"/>
                    <a:pt x="11" y="6"/>
                  </a:cubicBezTo>
                  <a:cubicBezTo>
                    <a:pt x="9" y="4"/>
                    <a:pt x="2" y="0"/>
                    <a:pt x="2" y="1"/>
                  </a:cubicBezTo>
                  <a:cubicBezTo>
                    <a:pt x="1" y="2"/>
                    <a:pt x="0" y="3"/>
                    <a:pt x="2" y="5"/>
                  </a:cubicBezTo>
                  <a:cubicBezTo>
                    <a:pt x="5" y="6"/>
                    <a:pt x="6" y="5"/>
                    <a:pt x="8" y="7"/>
                  </a:cubicBezTo>
                  <a:cubicBezTo>
                    <a:pt x="10" y="10"/>
                    <a:pt x="11" y="10"/>
                    <a:pt x="14" y="13"/>
                  </a:cubicBezTo>
                  <a:cubicBezTo>
                    <a:pt x="16" y="16"/>
                    <a:pt x="18" y="19"/>
                    <a:pt x="19" y="18"/>
                  </a:cubicBezTo>
                  <a:cubicBezTo>
                    <a:pt x="20" y="16"/>
                    <a:pt x="22" y="16"/>
                    <a:pt x="20" y="15"/>
                  </a:cubicBezTo>
                  <a:cubicBezTo>
                    <a:pt x="17" y="13"/>
                    <a:pt x="16" y="12"/>
                    <a:pt x="15" y="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1" name="Freeform 426">
              <a:extLst>
                <a:ext uri="{FF2B5EF4-FFF2-40B4-BE49-F238E27FC236}">
                  <a16:creationId xmlns:a16="http://schemas.microsoft.com/office/drawing/2014/main" id="{A656E69D-2DD8-FE5D-B4BA-61A81F60A3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55656" y="3271545"/>
              <a:ext cx="95906" cy="221431"/>
            </a:xfrm>
            <a:custGeom>
              <a:avLst/>
              <a:gdLst>
                <a:gd name="T0" fmla="*/ 24 w 87"/>
                <a:gd name="T1" fmla="*/ 24 h 206"/>
                <a:gd name="T2" fmla="*/ 22 w 87"/>
                <a:gd name="T3" fmla="*/ 19 h 206"/>
                <a:gd name="T4" fmla="*/ 18 w 87"/>
                <a:gd name="T5" fmla="*/ 52 h 206"/>
                <a:gd name="T6" fmla="*/ 17 w 87"/>
                <a:gd name="T7" fmla="*/ 54 h 206"/>
                <a:gd name="T8" fmla="*/ 3 w 87"/>
                <a:gd name="T9" fmla="*/ 2 h 206"/>
                <a:gd name="T10" fmla="*/ 6 w 87"/>
                <a:gd name="T11" fmla="*/ 4 h 206"/>
                <a:gd name="T12" fmla="*/ 3 w 87"/>
                <a:gd name="T13" fmla="*/ 2 h 206"/>
                <a:gd name="T14" fmla="*/ 37 w 87"/>
                <a:gd name="T15" fmla="*/ 79 h 206"/>
                <a:gd name="T16" fmla="*/ 36 w 87"/>
                <a:gd name="T17" fmla="*/ 75 h 206"/>
                <a:gd name="T18" fmla="*/ 31 w 87"/>
                <a:gd name="T19" fmla="*/ 112 h 206"/>
                <a:gd name="T20" fmla="*/ 35 w 87"/>
                <a:gd name="T21" fmla="*/ 118 h 206"/>
                <a:gd name="T22" fmla="*/ 38 w 87"/>
                <a:gd name="T23" fmla="*/ 126 h 206"/>
                <a:gd name="T24" fmla="*/ 40 w 87"/>
                <a:gd name="T25" fmla="*/ 118 h 206"/>
                <a:gd name="T26" fmla="*/ 31 w 87"/>
                <a:gd name="T27" fmla="*/ 112 h 206"/>
                <a:gd name="T28" fmla="*/ 36 w 87"/>
                <a:gd name="T29" fmla="*/ 66 h 206"/>
                <a:gd name="T30" fmla="*/ 39 w 87"/>
                <a:gd name="T31" fmla="*/ 70 h 206"/>
                <a:gd name="T32" fmla="*/ 42 w 87"/>
                <a:gd name="T33" fmla="*/ 64 h 206"/>
                <a:gd name="T34" fmla="*/ 45 w 87"/>
                <a:gd name="T35" fmla="*/ 100 h 206"/>
                <a:gd name="T36" fmla="*/ 42 w 87"/>
                <a:gd name="T37" fmla="*/ 103 h 206"/>
                <a:gd name="T38" fmla="*/ 47 w 87"/>
                <a:gd name="T39" fmla="*/ 101 h 206"/>
                <a:gd name="T40" fmla="*/ 84 w 87"/>
                <a:gd name="T41" fmla="*/ 203 h 206"/>
                <a:gd name="T42" fmla="*/ 85 w 87"/>
                <a:gd name="T43" fmla="*/ 202 h 206"/>
                <a:gd name="T44" fmla="*/ 84 w 87"/>
                <a:gd name="T45" fmla="*/ 203 h 206"/>
                <a:gd name="T46" fmla="*/ 69 w 87"/>
                <a:gd name="T47" fmla="*/ 169 h 206"/>
                <a:gd name="T48" fmla="*/ 73 w 87"/>
                <a:gd name="T49" fmla="*/ 175 h 206"/>
                <a:gd name="T50" fmla="*/ 73 w 87"/>
                <a:gd name="T51" fmla="*/ 172 h 206"/>
                <a:gd name="T52" fmla="*/ 75 w 87"/>
                <a:gd name="T53" fmla="*/ 191 h 206"/>
                <a:gd name="T54" fmla="*/ 77 w 87"/>
                <a:gd name="T55" fmla="*/ 188 h 206"/>
                <a:gd name="T56" fmla="*/ 53 w 87"/>
                <a:gd name="T57" fmla="*/ 147 h 206"/>
                <a:gd name="T58" fmla="*/ 55 w 87"/>
                <a:gd name="T59" fmla="*/ 152 h 206"/>
                <a:gd name="T60" fmla="*/ 58 w 87"/>
                <a:gd name="T61" fmla="*/ 148 h 206"/>
                <a:gd name="T62" fmla="*/ 18 w 87"/>
                <a:gd name="T63" fmla="*/ 89 h 206"/>
                <a:gd name="T64" fmla="*/ 20 w 87"/>
                <a:gd name="T65" fmla="*/ 103 h 206"/>
                <a:gd name="T66" fmla="*/ 28 w 87"/>
                <a:gd name="T67" fmla="*/ 105 h 206"/>
                <a:gd name="T68" fmla="*/ 30 w 87"/>
                <a:gd name="T69" fmla="*/ 100 h 206"/>
                <a:gd name="T70" fmla="*/ 27 w 87"/>
                <a:gd name="T71" fmla="*/ 92 h 206"/>
                <a:gd name="T72" fmla="*/ 23 w 87"/>
                <a:gd name="T73" fmla="*/ 92 h 206"/>
                <a:gd name="T74" fmla="*/ 18 w 87"/>
                <a:gd name="T75" fmla="*/ 89 h 206"/>
                <a:gd name="T76" fmla="*/ 50 w 87"/>
                <a:gd name="T77" fmla="*/ 96 h 206"/>
                <a:gd name="T78" fmla="*/ 51 w 87"/>
                <a:gd name="T79" fmla="*/ 96 h 206"/>
                <a:gd name="T80" fmla="*/ 51 w 87"/>
                <a:gd name="T81" fmla="*/ 103 h 206"/>
                <a:gd name="T82" fmla="*/ 51 w 87"/>
                <a:gd name="T83" fmla="*/ 109 h 206"/>
                <a:gd name="T84" fmla="*/ 52 w 87"/>
                <a:gd name="T85" fmla="*/ 111 h 206"/>
                <a:gd name="T86" fmla="*/ 51 w 87"/>
                <a:gd name="T87" fmla="*/ 105 h 206"/>
                <a:gd name="T88" fmla="*/ 48 w 87"/>
                <a:gd name="T89" fmla="*/ 118 h 206"/>
                <a:gd name="T90" fmla="*/ 53 w 87"/>
                <a:gd name="T91" fmla="*/ 120 h 206"/>
                <a:gd name="T92" fmla="*/ 49 w 87"/>
                <a:gd name="T93" fmla="*/ 116 h 206"/>
                <a:gd name="T94" fmla="*/ 57 w 87"/>
                <a:gd name="T95" fmla="*/ 130 h 206"/>
                <a:gd name="T96" fmla="*/ 51 w 87"/>
                <a:gd name="T97" fmla="*/ 127 h 206"/>
                <a:gd name="T98" fmla="*/ 53 w 87"/>
                <a:gd name="T99" fmla="*/ 131 h 206"/>
                <a:gd name="T100" fmla="*/ 57 w 87"/>
                <a:gd name="T101" fmla="*/ 13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" h="206">
                  <a:moveTo>
                    <a:pt x="22" y="19"/>
                  </a:moveTo>
                  <a:cubicBezTo>
                    <a:pt x="21" y="21"/>
                    <a:pt x="23" y="24"/>
                    <a:pt x="24" y="24"/>
                  </a:cubicBezTo>
                  <a:cubicBezTo>
                    <a:pt x="25" y="25"/>
                    <a:pt x="26" y="25"/>
                    <a:pt x="27" y="23"/>
                  </a:cubicBezTo>
                  <a:cubicBezTo>
                    <a:pt x="27" y="22"/>
                    <a:pt x="22" y="16"/>
                    <a:pt x="22" y="19"/>
                  </a:cubicBezTo>
                  <a:close/>
                  <a:moveTo>
                    <a:pt x="18" y="55"/>
                  </a:moveTo>
                  <a:cubicBezTo>
                    <a:pt x="19" y="54"/>
                    <a:pt x="18" y="54"/>
                    <a:pt x="18" y="52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6" y="52"/>
                    <a:pt x="16" y="53"/>
                    <a:pt x="17" y="54"/>
                  </a:cubicBezTo>
                  <a:cubicBezTo>
                    <a:pt x="17" y="55"/>
                    <a:pt x="18" y="56"/>
                    <a:pt x="18" y="55"/>
                  </a:cubicBezTo>
                  <a:close/>
                  <a:moveTo>
                    <a:pt x="3" y="2"/>
                  </a:moveTo>
                  <a:cubicBezTo>
                    <a:pt x="1" y="5"/>
                    <a:pt x="0" y="7"/>
                    <a:pt x="2" y="7"/>
                  </a:cubicBezTo>
                  <a:cubicBezTo>
                    <a:pt x="4" y="7"/>
                    <a:pt x="4" y="6"/>
                    <a:pt x="6" y="4"/>
                  </a:cubicBezTo>
                  <a:cubicBezTo>
                    <a:pt x="8" y="3"/>
                    <a:pt x="10" y="6"/>
                    <a:pt x="10" y="3"/>
                  </a:cubicBezTo>
                  <a:cubicBezTo>
                    <a:pt x="10" y="0"/>
                    <a:pt x="6" y="1"/>
                    <a:pt x="3" y="2"/>
                  </a:cubicBezTo>
                  <a:close/>
                  <a:moveTo>
                    <a:pt x="35" y="78"/>
                  </a:moveTo>
                  <a:cubicBezTo>
                    <a:pt x="35" y="79"/>
                    <a:pt x="36" y="80"/>
                    <a:pt x="37" y="79"/>
                  </a:cubicBezTo>
                  <a:cubicBezTo>
                    <a:pt x="39" y="78"/>
                    <a:pt x="41" y="78"/>
                    <a:pt x="40" y="76"/>
                  </a:cubicBezTo>
                  <a:cubicBezTo>
                    <a:pt x="39" y="74"/>
                    <a:pt x="37" y="74"/>
                    <a:pt x="36" y="75"/>
                  </a:cubicBezTo>
                  <a:cubicBezTo>
                    <a:pt x="36" y="76"/>
                    <a:pt x="34" y="76"/>
                    <a:pt x="35" y="78"/>
                  </a:cubicBezTo>
                  <a:close/>
                  <a:moveTo>
                    <a:pt x="31" y="112"/>
                  </a:moveTo>
                  <a:cubicBezTo>
                    <a:pt x="30" y="114"/>
                    <a:pt x="28" y="115"/>
                    <a:pt x="30" y="116"/>
                  </a:cubicBezTo>
                  <a:cubicBezTo>
                    <a:pt x="33" y="118"/>
                    <a:pt x="34" y="116"/>
                    <a:pt x="35" y="118"/>
                  </a:cubicBezTo>
                  <a:cubicBezTo>
                    <a:pt x="35" y="120"/>
                    <a:pt x="35" y="120"/>
                    <a:pt x="35" y="122"/>
                  </a:cubicBezTo>
                  <a:cubicBezTo>
                    <a:pt x="36" y="125"/>
                    <a:pt x="36" y="126"/>
                    <a:pt x="38" y="126"/>
                  </a:cubicBezTo>
                  <a:cubicBezTo>
                    <a:pt x="41" y="125"/>
                    <a:pt x="42" y="126"/>
                    <a:pt x="42" y="123"/>
                  </a:cubicBezTo>
                  <a:cubicBezTo>
                    <a:pt x="42" y="121"/>
                    <a:pt x="43" y="120"/>
                    <a:pt x="40" y="118"/>
                  </a:cubicBezTo>
                  <a:cubicBezTo>
                    <a:pt x="38" y="117"/>
                    <a:pt x="37" y="117"/>
                    <a:pt x="36" y="115"/>
                  </a:cubicBezTo>
                  <a:cubicBezTo>
                    <a:pt x="35" y="113"/>
                    <a:pt x="33" y="111"/>
                    <a:pt x="31" y="112"/>
                  </a:cubicBezTo>
                  <a:close/>
                  <a:moveTo>
                    <a:pt x="39" y="65"/>
                  </a:moveTo>
                  <a:cubicBezTo>
                    <a:pt x="38" y="66"/>
                    <a:pt x="37" y="64"/>
                    <a:pt x="36" y="66"/>
                  </a:cubicBezTo>
                  <a:cubicBezTo>
                    <a:pt x="36" y="67"/>
                    <a:pt x="36" y="69"/>
                    <a:pt x="37" y="70"/>
                  </a:cubicBezTo>
                  <a:cubicBezTo>
                    <a:pt x="37" y="71"/>
                    <a:pt x="38" y="72"/>
                    <a:pt x="39" y="70"/>
                  </a:cubicBezTo>
                  <a:cubicBezTo>
                    <a:pt x="39" y="68"/>
                    <a:pt x="38" y="68"/>
                    <a:pt x="40" y="67"/>
                  </a:cubicBezTo>
                  <a:cubicBezTo>
                    <a:pt x="42" y="65"/>
                    <a:pt x="43" y="64"/>
                    <a:pt x="42" y="64"/>
                  </a:cubicBezTo>
                  <a:cubicBezTo>
                    <a:pt x="41" y="64"/>
                    <a:pt x="40" y="64"/>
                    <a:pt x="39" y="65"/>
                  </a:cubicBezTo>
                  <a:close/>
                  <a:moveTo>
                    <a:pt x="45" y="100"/>
                  </a:moveTo>
                  <a:cubicBezTo>
                    <a:pt x="43" y="100"/>
                    <a:pt x="42" y="100"/>
                    <a:pt x="42" y="101"/>
                  </a:cubicBezTo>
                  <a:cubicBezTo>
                    <a:pt x="41" y="101"/>
                    <a:pt x="41" y="102"/>
                    <a:pt x="42" y="103"/>
                  </a:cubicBezTo>
                  <a:cubicBezTo>
                    <a:pt x="43" y="103"/>
                    <a:pt x="44" y="104"/>
                    <a:pt x="45" y="103"/>
                  </a:cubicBezTo>
                  <a:cubicBezTo>
                    <a:pt x="46" y="102"/>
                    <a:pt x="46" y="102"/>
                    <a:pt x="47" y="101"/>
                  </a:cubicBezTo>
                  <a:cubicBezTo>
                    <a:pt x="47" y="99"/>
                    <a:pt x="46" y="99"/>
                    <a:pt x="45" y="100"/>
                  </a:cubicBezTo>
                  <a:close/>
                  <a:moveTo>
                    <a:pt x="84" y="203"/>
                  </a:moveTo>
                  <a:cubicBezTo>
                    <a:pt x="85" y="204"/>
                    <a:pt x="86" y="206"/>
                    <a:pt x="86" y="204"/>
                  </a:cubicBezTo>
                  <a:cubicBezTo>
                    <a:pt x="87" y="203"/>
                    <a:pt x="86" y="203"/>
                    <a:pt x="85" y="202"/>
                  </a:cubicBezTo>
                  <a:cubicBezTo>
                    <a:pt x="85" y="200"/>
                    <a:pt x="83" y="200"/>
                    <a:pt x="83" y="201"/>
                  </a:cubicBezTo>
                  <a:cubicBezTo>
                    <a:pt x="82" y="202"/>
                    <a:pt x="83" y="202"/>
                    <a:pt x="84" y="203"/>
                  </a:cubicBezTo>
                  <a:close/>
                  <a:moveTo>
                    <a:pt x="73" y="172"/>
                  </a:moveTo>
                  <a:cubicBezTo>
                    <a:pt x="73" y="169"/>
                    <a:pt x="69" y="168"/>
                    <a:pt x="69" y="169"/>
                  </a:cubicBezTo>
                  <a:cubicBezTo>
                    <a:pt x="68" y="171"/>
                    <a:pt x="67" y="172"/>
                    <a:pt x="68" y="173"/>
                  </a:cubicBezTo>
                  <a:cubicBezTo>
                    <a:pt x="69" y="174"/>
                    <a:pt x="71" y="175"/>
                    <a:pt x="73" y="175"/>
                  </a:cubicBezTo>
                  <a:cubicBezTo>
                    <a:pt x="75" y="176"/>
                    <a:pt x="76" y="177"/>
                    <a:pt x="76" y="175"/>
                  </a:cubicBezTo>
                  <a:cubicBezTo>
                    <a:pt x="75" y="174"/>
                    <a:pt x="73" y="174"/>
                    <a:pt x="73" y="172"/>
                  </a:cubicBezTo>
                  <a:close/>
                  <a:moveTo>
                    <a:pt x="73" y="186"/>
                  </a:moveTo>
                  <a:cubicBezTo>
                    <a:pt x="74" y="189"/>
                    <a:pt x="73" y="190"/>
                    <a:pt x="75" y="191"/>
                  </a:cubicBezTo>
                  <a:cubicBezTo>
                    <a:pt x="77" y="192"/>
                    <a:pt x="78" y="192"/>
                    <a:pt x="78" y="191"/>
                  </a:cubicBezTo>
                  <a:cubicBezTo>
                    <a:pt x="79" y="189"/>
                    <a:pt x="78" y="190"/>
                    <a:pt x="77" y="188"/>
                  </a:cubicBezTo>
                  <a:cubicBezTo>
                    <a:pt x="76" y="186"/>
                    <a:pt x="71" y="182"/>
                    <a:pt x="73" y="186"/>
                  </a:cubicBezTo>
                  <a:close/>
                  <a:moveTo>
                    <a:pt x="53" y="147"/>
                  </a:moveTo>
                  <a:cubicBezTo>
                    <a:pt x="51" y="149"/>
                    <a:pt x="50" y="149"/>
                    <a:pt x="51" y="150"/>
                  </a:cubicBezTo>
                  <a:cubicBezTo>
                    <a:pt x="52" y="151"/>
                    <a:pt x="54" y="152"/>
                    <a:pt x="55" y="152"/>
                  </a:cubicBezTo>
                  <a:cubicBezTo>
                    <a:pt x="57" y="152"/>
                    <a:pt x="59" y="152"/>
                    <a:pt x="59" y="151"/>
                  </a:cubicBezTo>
                  <a:cubicBezTo>
                    <a:pt x="59" y="150"/>
                    <a:pt x="58" y="150"/>
                    <a:pt x="58" y="148"/>
                  </a:cubicBezTo>
                  <a:cubicBezTo>
                    <a:pt x="57" y="147"/>
                    <a:pt x="55" y="146"/>
                    <a:pt x="53" y="147"/>
                  </a:cubicBezTo>
                  <a:close/>
                  <a:moveTo>
                    <a:pt x="18" y="89"/>
                  </a:moveTo>
                  <a:cubicBezTo>
                    <a:pt x="19" y="93"/>
                    <a:pt x="18" y="93"/>
                    <a:pt x="18" y="96"/>
                  </a:cubicBezTo>
                  <a:cubicBezTo>
                    <a:pt x="18" y="100"/>
                    <a:pt x="20" y="101"/>
                    <a:pt x="20" y="103"/>
                  </a:cubicBezTo>
                  <a:cubicBezTo>
                    <a:pt x="21" y="106"/>
                    <a:pt x="22" y="107"/>
                    <a:pt x="24" y="106"/>
                  </a:cubicBezTo>
                  <a:cubicBezTo>
                    <a:pt x="26" y="105"/>
                    <a:pt x="26" y="104"/>
                    <a:pt x="28" y="105"/>
                  </a:cubicBezTo>
                  <a:cubicBezTo>
                    <a:pt x="30" y="107"/>
                    <a:pt x="33" y="108"/>
                    <a:pt x="32" y="105"/>
                  </a:cubicBezTo>
                  <a:cubicBezTo>
                    <a:pt x="31" y="103"/>
                    <a:pt x="30" y="102"/>
                    <a:pt x="30" y="100"/>
                  </a:cubicBezTo>
                  <a:cubicBezTo>
                    <a:pt x="31" y="98"/>
                    <a:pt x="30" y="98"/>
                    <a:pt x="29" y="95"/>
                  </a:cubicBezTo>
                  <a:cubicBezTo>
                    <a:pt x="28" y="92"/>
                    <a:pt x="29" y="90"/>
                    <a:pt x="27" y="92"/>
                  </a:cubicBezTo>
                  <a:cubicBezTo>
                    <a:pt x="25" y="93"/>
                    <a:pt x="26" y="97"/>
                    <a:pt x="24" y="96"/>
                  </a:cubicBezTo>
                  <a:cubicBezTo>
                    <a:pt x="23" y="94"/>
                    <a:pt x="22" y="94"/>
                    <a:pt x="23" y="92"/>
                  </a:cubicBezTo>
                  <a:cubicBezTo>
                    <a:pt x="23" y="90"/>
                    <a:pt x="23" y="90"/>
                    <a:pt x="22" y="88"/>
                  </a:cubicBezTo>
                  <a:cubicBezTo>
                    <a:pt x="21" y="86"/>
                    <a:pt x="16" y="83"/>
                    <a:pt x="18" y="89"/>
                  </a:cubicBezTo>
                  <a:close/>
                  <a:moveTo>
                    <a:pt x="50" y="92"/>
                  </a:moveTo>
                  <a:cubicBezTo>
                    <a:pt x="50" y="94"/>
                    <a:pt x="50" y="94"/>
                    <a:pt x="50" y="96"/>
                  </a:cubicBezTo>
                  <a:cubicBezTo>
                    <a:pt x="49" y="98"/>
                    <a:pt x="49" y="99"/>
                    <a:pt x="50" y="99"/>
                  </a:cubicBezTo>
                  <a:cubicBezTo>
                    <a:pt x="51" y="99"/>
                    <a:pt x="51" y="98"/>
                    <a:pt x="51" y="96"/>
                  </a:cubicBezTo>
                  <a:cubicBezTo>
                    <a:pt x="51" y="95"/>
                    <a:pt x="50" y="89"/>
                    <a:pt x="50" y="92"/>
                  </a:cubicBezTo>
                  <a:close/>
                  <a:moveTo>
                    <a:pt x="51" y="103"/>
                  </a:moveTo>
                  <a:cubicBezTo>
                    <a:pt x="51" y="104"/>
                    <a:pt x="49" y="104"/>
                    <a:pt x="50" y="106"/>
                  </a:cubicBezTo>
                  <a:cubicBezTo>
                    <a:pt x="51" y="108"/>
                    <a:pt x="51" y="107"/>
                    <a:pt x="51" y="109"/>
                  </a:cubicBezTo>
                  <a:cubicBezTo>
                    <a:pt x="51" y="110"/>
                    <a:pt x="51" y="113"/>
                    <a:pt x="52" y="113"/>
                  </a:cubicBezTo>
                  <a:cubicBezTo>
                    <a:pt x="52" y="113"/>
                    <a:pt x="53" y="112"/>
                    <a:pt x="52" y="111"/>
                  </a:cubicBezTo>
                  <a:cubicBezTo>
                    <a:pt x="52" y="110"/>
                    <a:pt x="52" y="108"/>
                    <a:pt x="52" y="108"/>
                  </a:cubicBezTo>
                  <a:cubicBezTo>
                    <a:pt x="53" y="107"/>
                    <a:pt x="51" y="106"/>
                    <a:pt x="51" y="105"/>
                  </a:cubicBezTo>
                  <a:cubicBezTo>
                    <a:pt x="51" y="104"/>
                    <a:pt x="53" y="102"/>
                    <a:pt x="51" y="103"/>
                  </a:cubicBezTo>
                  <a:close/>
                  <a:moveTo>
                    <a:pt x="48" y="118"/>
                  </a:moveTo>
                  <a:cubicBezTo>
                    <a:pt x="49" y="120"/>
                    <a:pt x="50" y="121"/>
                    <a:pt x="51" y="121"/>
                  </a:cubicBezTo>
                  <a:cubicBezTo>
                    <a:pt x="52" y="121"/>
                    <a:pt x="54" y="122"/>
                    <a:pt x="53" y="120"/>
                  </a:cubicBezTo>
                  <a:cubicBezTo>
                    <a:pt x="53" y="118"/>
                    <a:pt x="53" y="118"/>
                    <a:pt x="52" y="117"/>
                  </a:cubicBezTo>
                  <a:cubicBezTo>
                    <a:pt x="52" y="116"/>
                    <a:pt x="50" y="116"/>
                    <a:pt x="49" y="116"/>
                  </a:cubicBezTo>
                  <a:cubicBezTo>
                    <a:pt x="48" y="117"/>
                    <a:pt x="46" y="117"/>
                    <a:pt x="48" y="118"/>
                  </a:cubicBezTo>
                  <a:close/>
                  <a:moveTo>
                    <a:pt x="57" y="130"/>
                  </a:moveTo>
                  <a:cubicBezTo>
                    <a:pt x="55" y="129"/>
                    <a:pt x="55" y="129"/>
                    <a:pt x="54" y="128"/>
                  </a:cubicBezTo>
                  <a:cubicBezTo>
                    <a:pt x="54" y="127"/>
                    <a:pt x="51" y="125"/>
                    <a:pt x="51" y="127"/>
                  </a:cubicBezTo>
                  <a:cubicBezTo>
                    <a:pt x="50" y="129"/>
                    <a:pt x="49" y="129"/>
                    <a:pt x="50" y="130"/>
                  </a:cubicBezTo>
                  <a:cubicBezTo>
                    <a:pt x="50" y="131"/>
                    <a:pt x="51" y="131"/>
                    <a:pt x="53" y="131"/>
                  </a:cubicBezTo>
                  <a:cubicBezTo>
                    <a:pt x="54" y="131"/>
                    <a:pt x="54" y="132"/>
                    <a:pt x="56" y="132"/>
                  </a:cubicBezTo>
                  <a:cubicBezTo>
                    <a:pt x="57" y="131"/>
                    <a:pt x="59" y="131"/>
                    <a:pt x="57" y="13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2" name="Freeform 427">
              <a:extLst>
                <a:ext uri="{FF2B5EF4-FFF2-40B4-BE49-F238E27FC236}">
                  <a16:creationId xmlns:a16="http://schemas.microsoft.com/office/drawing/2014/main" id="{70093B43-67D5-0B45-D21F-9157CCE9B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9760" y="4127650"/>
              <a:ext cx="5642" cy="5642"/>
            </a:xfrm>
            <a:custGeom>
              <a:avLst/>
              <a:gdLst>
                <a:gd name="T0" fmla="*/ 2 w 5"/>
                <a:gd name="T1" fmla="*/ 2 h 6"/>
                <a:gd name="T2" fmla="*/ 2 w 5"/>
                <a:gd name="T3" fmla="*/ 5 h 6"/>
                <a:gd name="T4" fmla="*/ 5 w 5"/>
                <a:gd name="T5" fmla="*/ 4 h 6"/>
                <a:gd name="T6" fmla="*/ 2 w 5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2" y="2"/>
                  </a:moveTo>
                  <a:cubicBezTo>
                    <a:pt x="1" y="4"/>
                    <a:pt x="0" y="5"/>
                    <a:pt x="2" y="5"/>
                  </a:cubicBezTo>
                  <a:cubicBezTo>
                    <a:pt x="4" y="5"/>
                    <a:pt x="5" y="6"/>
                    <a:pt x="5" y="4"/>
                  </a:cubicBezTo>
                  <a:cubicBezTo>
                    <a:pt x="5" y="3"/>
                    <a:pt x="2" y="0"/>
                    <a:pt x="2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3" name="Freeform 428">
              <a:extLst>
                <a:ext uri="{FF2B5EF4-FFF2-40B4-BE49-F238E27FC236}">
                  <a16:creationId xmlns:a16="http://schemas.microsoft.com/office/drawing/2014/main" id="{272B30A4-633A-4D4F-BF41-202B8BB49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7616" y="2181316"/>
              <a:ext cx="365290" cy="317337"/>
            </a:xfrm>
            <a:custGeom>
              <a:avLst/>
              <a:gdLst>
                <a:gd name="T0" fmla="*/ 157 w 333"/>
                <a:gd name="T1" fmla="*/ 289 h 296"/>
                <a:gd name="T2" fmla="*/ 176 w 333"/>
                <a:gd name="T3" fmla="*/ 286 h 296"/>
                <a:gd name="T4" fmla="*/ 199 w 333"/>
                <a:gd name="T5" fmla="*/ 284 h 296"/>
                <a:gd name="T6" fmla="*/ 205 w 333"/>
                <a:gd name="T7" fmla="*/ 284 h 296"/>
                <a:gd name="T8" fmla="*/ 203 w 333"/>
                <a:gd name="T9" fmla="*/ 267 h 296"/>
                <a:gd name="T10" fmla="*/ 187 w 333"/>
                <a:gd name="T11" fmla="*/ 251 h 296"/>
                <a:gd name="T12" fmla="*/ 186 w 333"/>
                <a:gd name="T13" fmla="*/ 238 h 296"/>
                <a:gd name="T14" fmla="*/ 175 w 333"/>
                <a:gd name="T15" fmla="*/ 223 h 296"/>
                <a:gd name="T16" fmla="*/ 199 w 333"/>
                <a:gd name="T17" fmla="*/ 206 h 296"/>
                <a:gd name="T18" fmla="*/ 216 w 333"/>
                <a:gd name="T19" fmla="*/ 206 h 296"/>
                <a:gd name="T20" fmla="*/ 233 w 333"/>
                <a:gd name="T21" fmla="*/ 186 h 296"/>
                <a:gd name="T22" fmla="*/ 249 w 333"/>
                <a:gd name="T23" fmla="*/ 169 h 296"/>
                <a:gd name="T24" fmla="*/ 263 w 333"/>
                <a:gd name="T25" fmla="*/ 155 h 296"/>
                <a:gd name="T26" fmla="*/ 276 w 333"/>
                <a:gd name="T27" fmla="*/ 138 h 296"/>
                <a:gd name="T28" fmla="*/ 278 w 333"/>
                <a:gd name="T29" fmla="*/ 117 h 296"/>
                <a:gd name="T30" fmla="*/ 292 w 333"/>
                <a:gd name="T31" fmla="*/ 110 h 296"/>
                <a:gd name="T32" fmla="*/ 291 w 333"/>
                <a:gd name="T33" fmla="*/ 106 h 296"/>
                <a:gd name="T34" fmla="*/ 282 w 333"/>
                <a:gd name="T35" fmla="*/ 100 h 296"/>
                <a:gd name="T36" fmla="*/ 275 w 333"/>
                <a:gd name="T37" fmla="*/ 97 h 296"/>
                <a:gd name="T38" fmla="*/ 269 w 333"/>
                <a:gd name="T39" fmla="*/ 82 h 296"/>
                <a:gd name="T40" fmla="*/ 270 w 333"/>
                <a:gd name="T41" fmla="*/ 70 h 296"/>
                <a:gd name="T42" fmla="*/ 265 w 333"/>
                <a:gd name="T43" fmla="*/ 67 h 296"/>
                <a:gd name="T44" fmla="*/ 264 w 333"/>
                <a:gd name="T45" fmla="*/ 61 h 296"/>
                <a:gd name="T46" fmla="*/ 278 w 333"/>
                <a:gd name="T47" fmla="*/ 50 h 296"/>
                <a:gd name="T48" fmla="*/ 301 w 333"/>
                <a:gd name="T49" fmla="*/ 55 h 296"/>
                <a:gd name="T50" fmla="*/ 318 w 333"/>
                <a:gd name="T51" fmla="*/ 50 h 296"/>
                <a:gd name="T52" fmla="*/ 324 w 333"/>
                <a:gd name="T53" fmla="*/ 31 h 296"/>
                <a:gd name="T54" fmla="*/ 316 w 333"/>
                <a:gd name="T55" fmla="*/ 26 h 296"/>
                <a:gd name="T56" fmla="*/ 307 w 333"/>
                <a:gd name="T57" fmla="*/ 16 h 296"/>
                <a:gd name="T58" fmla="*/ 291 w 333"/>
                <a:gd name="T59" fmla="*/ 0 h 296"/>
                <a:gd name="T60" fmla="*/ 268 w 333"/>
                <a:gd name="T61" fmla="*/ 4 h 296"/>
                <a:gd name="T62" fmla="*/ 244 w 333"/>
                <a:gd name="T63" fmla="*/ 5 h 296"/>
                <a:gd name="T64" fmla="*/ 223 w 333"/>
                <a:gd name="T65" fmla="*/ 13 h 296"/>
                <a:gd name="T66" fmla="*/ 213 w 333"/>
                <a:gd name="T67" fmla="*/ 19 h 296"/>
                <a:gd name="T68" fmla="*/ 220 w 333"/>
                <a:gd name="T69" fmla="*/ 35 h 296"/>
                <a:gd name="T70" fmla="*/ 210 w 333"/>
                <a:gd name="T71" fmla="*/ 52 h 296"/>
                <a:gd name="T72" fmla="*/ 206 w 333"/>
                <a:gd name="T73" fmla="*/ 68 h 296"/>
                <a:gd name="T74" fmla="*/ 184 w 333"/>
                <a:gd name="T75" fmla="*/ 69 h 296"/>
                <a:gd name="T76" fmla="*/ 187 w 333"/>
                <a:gd name="T77" fmla="*/ 76 h 296"/>
                <a:gd name="T78" fmla="*/ 179 w 333"/>
                <a:gd name="T79" fmla="*/ 91 h 296"/>
                <a:gd name="T80" fmla="*/ 173 w 333"/>
                <a:gd name="T81" fmla="*/ 101 h 296"/>
                <a:gd name="T82" fmla="*/ 170 w 333"/>
                <a:gd name="T83" fmla="*/ 117 h 296"/>
                <a:gd name="T84" fmla="*/ 147 w 333"/>
                <a:gd name="T85" fmla="*/ 122 h 296"/>
                <a:gd name="T86" fmla="*/ 138 w 333"/>
                <a:gd name="T87" fmla="*/ 127 h 296"/>
                <a:gd name="T88" fmla="*/ 125 w 333"/>
                <a:gd name="T89" fmla="*/ 133 h 296"/>
                <a:gd name="T90" fmla="*/ 111 w 333"/>
                <a:gd name="T91" fmla="*/ 143 h 296"/>
                <a:gd name="T92" fmla="*/ 101 w 333"/>
                <a:gd name="T93" fmla="*/ 167 h 296"/>
                <a:gd name="T94" fmla="*/ 73 w 333"/>
                <a:gd name="T95" fmla="*/ 170 h 296"/>
                <a:gd name="T96" fmla="*/ 54 w 333"/>
                <a:gd name="T97" fmla="*/ 172 h 296"/>
                <a:gd name="T98" fmla="*/ 16 w 333"/>
                <a:gd name="T99" fmla="*/ 170 h 296"/>
                <a:gd name="T100" fmla="*/ 19 w 333"/>
                <a:gd name="T101" fmla="*/ 191 h 296"/>
                <a:gd name="T102" fmla="*/ 37 w 333"/>
                <a:gd name="T103" fmla="*/ 219 h 296"/>
                <a:gd name="T104" fmla="*/ 45 w 333"/>
                <a:gd name="T105" fmla="*/ 233 h 296"/>
                <a:gd name="T106" fmla="*/ 33 w 333"/>
                <a:gd name="T107" fmla="*/ 238 h 296"/>
                <a:gd name="T108" fmla="*/ 17 w 333"/>
                <a:gd name="T109" fmla="*/ 247 h 296"/>
                <a:gd name="T110" fmla="*/ 23 w 333"/>
                <a:gd name="T111" fmla="*/ 267 h 296"/>
                <a:gd name="T112" fmla="*/ 50 w 333"/>
                <a:gd name="T113" fmla="*/ 267 h 296"/>
                <a:gd name="T114" fmla="*/ 65 w 333"/>
                <a:gd name="T115" fmla="*/ 263 h 296"/>
                <a:gd name="T116" fmla="*/ 95 w 333"/>
                <a:gd name="T117" fmla="*/ 262 h 296"/>
                <a:gd name="T118" fmla="*/ 116 w 333"/>
                <a:gd name="T119" fmla="*/ 265 h 296"/>
                <a:gd name="T120" fmla="*/ 130 w 333"/>
                <a:gd name="T121" fmla="*/ 289 h 296"/>
                <a:gd name="T122" fmla="*/ 148 w 333"/>
                <a:gd name="T123" fmla="*/ 295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3" h="296">
                  <a:moveTo>
                    <a:pt x="148" y="295"/>
                  </a:moveTo>
                  <a:cubicBezTo>
                    <a:pt x="148" y="294"/>
                    <a:pt x="149" y="293"/>
                    <a:pt x="150" y="292"/>
                  </a:cubicBezTo>
                  <a:cubicBezTo>
                    <a:pt x="151" y="291"/>
                    <a:pt x="152" y="291"/>
                    <a:pt x="154" y="291"/>
                  </a:cubicBezTo>
                  <a:cubicBezTo>
                    <a:pt x="155" y="290"/>
                    <a:pt x="156" y="290"/>
                    <a:pt x="157" y="289"/>
                  </a:cubicBezTo>
                  <a:cubicBezTo>
                    <a:pt x="157" y="289"/>
                    <a:pt x="157" y="288"/>
                    <a:pt x="157" y="287"/>
                  </a:cubicBezTo>
                  <a:cubicBezTo>
                    <a:pt x="157" y="286"/>
                    <a:pt x="157" y="285"/>
                    <a:pt x="159" y="284"/>
                  </a:cubicBezTo>
                  <a:cubicBezTo>
                    <a:pt x="160" y="284"/>
                    <a:pt x="169" y="285"/>
                    <a:pt x="176" y="286"/>
                  </a:cubicBezTo>
                  <a:cubicBezTo>
                    <a:pt x="176" y="286"/>
                    <a:pt x="176" y="286"/>
                    <a:pt x="176" y="286"/>
                  </a:cubicBezTo>
                  <a:cubicBezTo>
                    <a:pt x="181" y="286"/>
                    <a:pt x="184" y="287"/>
                    <a:pt x="185" y="287"/>
                  </a:cubicBezTo>
                  <a:cubicBezTo>
                    <a:pt x="187" y="287"/>
                    <a:pt x="188" y="286"/>
                    <a:pt x="190" y="285"/>
                  </a:cubicBezTo>
                  <a:cubicBezTo>
                    <a:pt x="192" y="283"/>
                    <a:pt x="194" y="282"/>
                    <a:pt x="196" y="282"/>
                  </a:cubicBezTo>
                  <a:cubicBezTo>
                    <a:pt x="198" y="282"/>
                    <a:pt x="199" y="283"/>
                    <a:pt x="199" y="284"/>
                  </a:cubicBezTo>
                  <a:cubicBezTo>
                    <a:pt x="200" y="285"/>
                    <a:pt x="200" y="286"/>
                    <a:pt x="201" y="286"/>
                  </a:cubicBezTo>
                  <a:cubicBezTo>
                    <a:pt x="202" y="286"/>
                    <a:pt x="203" y="286"/>
                    <a:pt x="203" y="286"/>
                  </a:cubicBezTo>
                  <a:cubicBezTo>
                    <a:pt x="204" y="285"/>
                    <a:pt x="204" y="285"/>
                    <a:pt x="205" y="285"/>
                  </a:cubicBezTo>
                  <a:cubicBezTo>
                    <a:pt x="205" y="284"/>
                    <a:pt x="205" y="284"/>
                    <a:pt x="205" y="284"/>
                  </a:cubicBezTo>
                  <a:cubicBezTo>
                    <a:pt x="205" y="284"/>
                    <a:pt x="205" y="284"/>
                    <a:pt x="205" y="284"/>
                  </a:cubicBezTo>
                  <a:cubicBezTo>
                    <a:pt x="205" y="282"/>
                    <a:pt x="205" y="281"/>
                    <a:pt x="205" y="278"/>
                  </a:cubicBezTo>
                  <a:cubicBezTo>
                    <a:pt x="206" y="277"/>
                    <a:pt x="206" y="277"/>
                    <a:pt x="206" y="277"/>
                  </a:cubicBezTo>
                  <a:cubicBezTo>
                    <a:pt x="206" y="276"/>
                    <a:pt x="204" y="272"/>
                    <a:pt x="203" y="267"/>
                  </a:cubicBezTo>
                  <a:cubicBezTo>
                    <a:pt x="201" y="262"/>
                    <a:pt x="199" y="257"/>
                    <a:pt x="198" y="257"/>
                  </a:cubicBezTo>
                  <a:cubicBezTo>
                    <a:pt x="198" y="257"/>
                    <a:pt x="197" y="257"/>
                    <a:pt x="195" y="257"/>
                  </a:cubicBezTo>
                  <a:cubicBezTo>
                    <a:pt x="193" y="257"/>
                    <a:pt x="190" y="257"/>
                    <a:pt x="189" y="255"/>
                  </a:cubicBezTo>
                  <a:cubicBezTo>
                    <a:pt x="188" y="254"/>
                    <a:pt x="187" y="253"/>
                    <a:pt x="187" y="251"/>
                  </a:cubicBezTo>
                  <a:cubicBezTo>
                    <a:pt x="186" y="249"/>
                    <a:pt x="186" y="248"/>
                    <a:pt x="186" y="245"/>
                  </a:cubicBezTo>
                  <a:cubicBezTo>
                    <a:pt x="186" y="243"/>
                    <a:pt x="186" y="242"/>
                    <a:pt x="186" y="241"/>
                  </a:cubicBezTo>
                  <a:cubicBezTo>
                    <a:pt x="186" y="239"/>
                    <a:pt x="186" y="239"/>
                    <a:pt x="186" y="238"/>
                  </a:cubicBezTo>
                  <a:cubicBezTo>
                    <a:pt x="186" y="238"/>
                    <a:pt x="186" y="238"/>
                    <a:pt x="186" y="238"/>
                  </a:cubicBezTo>
                  <a:cubicBezTo>
                    <a:pt x="186" y="238"/>
                    <a:pt x="183" y="236"/>
                    <a:pt x="180" y="235"/>
                  </a:cubicBezTo>
                  <a:cubicBezTo>
                    <a:pt x="178" y="234"/>
                    <a:pt x="176" y="233"/>
                    <a:pt x="175" y="233"/>
                  </a:cubicBezTo>
                  <a:cubicBezTo>
                    <a:pt x="174" y="232"/>
                    <a:pt x="173" y="230"/>
                    <a:pt x="174" y="228"/>
                  </a:cubicBezTo>
                  <a:cubicBezTo>
                    <a:pt x="174" y="226"/>
                    <a:pt x="174" y="224"/>
                    <a:pt x="175" y="223"/>
                  </a:cubicBezTo>
                  <a:cubicBezTo>
                    <a:pt x="176" y="221"/>
                    <a:pt x="181" y="215"/>
                    <a:pt x="185" y="211"/>
                  </a:cubicBezTo>
                  <a:cubicBezTo>
                    <a:pt x="187" y="208"/>
                    <a:pt x="189" y="206"/>
                    <a:pt x="190" y="205"/>
                  </a:cubicBezTo>
                  <a:cubicBezTo>
                    <a:pt x="192" y="204"/>
                    <a:pt x="193" y="203"/>
                    <a:pt x="195" y="204"/>
                  </a:cubicBezTo>
                  <a:cubicBezTo>
                    <a:pt x="196" y="204"/>
                    <a:pt x="198" y="205"/>
                    <a:pt x="199" y="206"/>
                  </a:cubicBezTo>
                  <a:cubicBezTo>
                    <a:pt x="200" y="207"/>
                    <a:pt x="201" y="207"/>
                    <a:pt x="201" y="208"/>
                  </a:cubicBezTo>
                  <a:cubicBezTo>
                    <a:pt x="202" y="209"/>
                    <a:pt x="203" y="209"/>
                    <a:pt x="206" y="209"/>
                  </a:cubicBezTo>
                  <a:cubicBezTo>
                    <a:pt x="207" y="208"/>
                    <a:pt x="209" y="208"/>
                    <a:pt x="210" y="207"/>
                  </a:cubicBezTo>
                  <a:cubicBezTo>
                    <a:pt x="212" y="206"/>
                    <a:pt x="214" y="206"/>
                    <a:pt x="216" y="206"/>
                  </a:cubicBezTo>
                  <a:cubicBezTo>
                    <a:pt x="216" y="206"/>
                    <a:pt x="217" y="206"/>
                    <a:pt x="217" y="206"/>
                  </a:cubicBezTo>
                  <a:cubicBezTo>
                    <a:pt x="219" y="206"/>
                    <a:pt x="221" y="206"/>
                    <a:pt x="222" y="204"/>
                  </a:cubicBezTo>
                  <a:cubicBezTo>
                    <a:pt x="222" y="204"/>
                    <a:pt x="224" y="202"/>
                    <a:pt x="225" y="199"/>
                  </a:cubicBezTo>
                  <a:cubicBezTo>
                    <a:pt x="228" y="194"/>
                    <a:pt x="231" y="188"/>
                    <a:pt x="233" y="186"/>
                  </a:cubicBezTo>
                  <a:cubicBezTo>
                    <a:pt x="235" y="185"/>
                    <a:pt x="238" y="183"/>
                    <a:pt x="240" y="182"/>
                  </a:cubicBezTo>
                  <a:cubicBezTo>
                    <a:pt x="242" y="181"/>
                    <a:pt x="244" y="180"/>
                    <a:pt x="245" y="179"/>
                  </a:cubicBezTo>
                  <a:cubicBezTo>
                    <a:pt x="246" y="178"/>
                    <a:pt x="246" y="177"/>
                    <a:pt x="247" y="175"/>
                  </a:cubicBezTo>
                  <a:cubicBezTo>
                    <a:pt x="247" y="173"/>
                    <a:pt x="248" y="171"/>
                    <a:pt x="249" y="169"/>
                  </a:cubicBezTo>
                  <a:cubicBezTo>
                    <a:pt x="250" y="167"/>
                    <a:pt x="251" y="165"/>
                    <a:pt x="251" y="164"/>
                  </a:cubicBezTo>
                  <a:cubicBezTo>
                    <a:pt x="252" y="162"/>
                    <a:pt x="252" y="160"/>
                    <a:pt x="255" y="158"/>
                  </a:cubicBezTo>
                  <a:cubicBezTo>
                    <a:pt x="256" y="158"/>
                    <a:pt x="258" y="157"/>
                    <a:pt x="260" y="156"/>
                  </a:cubicBezTo>
                  <a:cubicBezTo>
                    <a:pt x="262" y="156"/>
                    <a:pt x="263" y="155"/>
                    <a:pt x="263" y="155"/>
                  </a:cubicBezTo>
                  <a:cubicBezTo>
                    <a:pt x="264" y="154"/>
                    <a:pt x="263" y="154"/>
                    <a:pt x="263" y="153"/>
                  </a:cubicBezTo>
                  <a:cubicBezTo>
                    <a:pt x="263" y="152"/>
                    <a:pt x="262" y="150"/>
                    <a:pt x="263" y="149"/>
                  </a:cubicBezTo>
                  <a:cubicBezTo>
                    <a:pt x="264" y="147"/>
                    <a:pt x="268" y="144"/>
                    <a:pt x="272" y="141"/>
                  </a:cubicBezTo>
                  <a:cubicBezTo>
                    <a:pt x="274" y="140"/>
                    <a:pt x="275" y="138"/>
                    <a:pt x="276" y="138"/>
                  </a:cubicBezTo>
                  <a:cubicBezTo>
                    <a:pt x="277" y="137"/>
                    <a:pt x="277" y="136"/>
                    <a:pt x="277" y="135"/>
                  </a:cubicBezTo>
                  <a:cubicBezTo>
                    <a:pt x="277" y="134"/>
                    <a:pt x="277" y="132"/>
                    <a:pt x="277" y="130"/>
                  </a:cubicBezTo>
                  <a:cubicBezTo>
                    <a:pt x="277" y="128"/>
                    <a:pt x="277" y="125"/>
                    <a:pt x="277" y="122"/>
                  </a:cubicBezTo>
                  <a:cubicBezTo>
                    <a:pt x="277" y="120"/>
                    <a:pt x="277" y="118"/>
                    <a:pt x="278" y="117"/>
                  </a:cubicBezTo>
                  <a:cubicBezTo>
                    <a:pt x="279" y="116"/>
                    <a:pt x="280" y="115"/>
                    <a:pt x="281" y="115"/>
                  </a:cubicBezTo>
                  <a:cubicBezTo>
                    <a:pt x="283" y="114"/>
                    <a:pt x="284" y="113"/>
                    <a:pt x="285" y="113"/>
                  </a:cubicBezTo>
                  <a:cubicBezTo>
                    <a:pt x="286" y="112"/>
                    <a:pt x="287" y="112"/>
                    <a:pt x="288" y="112"/>
                  </a:cubicBezTo>
                  <a:cubicBezTo>
                    <a:pt x="290" y="111"/>
                    <a:pt x="291" y="110"/>
                    <a:pt x="292" y="110"/>
                  </a:cubicBezTo>
                  <a:cubicBezTo>
                    <a:pt x="292" y="109"/>
                    <a:pt x="292" y="109"/>
                    <a:pt x="292" y="109"/>
                  </a:cubicBezTo>
                  <a:cubicBezTo>
                    <a:pt x="292" y="109"/>
                    <a:pt x="292" y="108"/>
                    <a:pt x="292" y="108"/>
                  </a:cubicBezTo>
                  <a:cubicBezTo>
                    <a:pt x="292" y="107"/>
                    <a:pt x="292" y="107"/>
                    <a:pt x="292" y="106"/>
                  </a:cubicBezTo>
                  <a:cubicBezTo>
                    <a:pt x="292" y="106"/>
                    <a:pt x="291" y="106"/>
                    <a:pt x="291" y="106"/>
                  </a:cubicBezTo>
                  <a:cubicBezTo>
                    <a:pt x="290" y="106"/>
                    <a:pt x="289" y="106"/>
                    <a:pt x="288" y="106"/>
                  </a:cubicBezTo>
                  <a:cubicBezTo>
                    <a:pt x="286" y="106"/>
                    <a:pt x="284" y="105"/>
                    <a:pt x="283" y="104"/>
                  </a:cubicBezTo>
                  <a:cubicBezTo>
                    <a:pt x="283" y="104"/>
                    <a:pt x="283" y="104"/>
                    <a:pt x="283" y="104"/>
                  </a:cubicBezTo>
                  <a:cubicBezTo>
                    <a:pt x="282" y="103"/>
                    <a:pt x="282" y="101"/>
                    <a:pt x="282" y="100"/>
                  </a:cubicBezTo>
                  <a:cubicBezTo>
                    <a:pt x="282" y="99"/>
                    <a:pt x="282" y="98"/>
                    <a:pt x="281" y="98"/>
                  </a:cubicBezTo>
                  <a:cubicBezTo>
                    <a:pt x="281" y="97"/>
                    <a:pt x="280" y="97"/>
                    <a:pt x="279" y="97"/>
                  </a:cubicBezTo>
                  <a:cubicBezTo>
                    <a:pt x="278" y="98"/>
                    <a:pt x="276" y="98"/>
                    <a:pt x="275" y="97"/>
                  </a:cubicBezTo>
                  <a:cubicBezTo>
                    <a:pt x="275" y="97"/>
                    <a:pt x="275" y="97"/>
                    <a:pt x="275" y="97"/>
                  </a:cubicBezTo>
                  <a:cubicBezTo>
                    <a:pt x="273" y="96"/>
                    <a:pt x="271" y="94"/>
                    <a:pt x="270" y="92"/>
                  </a:cubicBezTo>
                  <a:cubicBezTo>
                    <a:pt x="268" y="91"/>
                    <a:pt x="267" y="89"/>
                    <a:pt x="267" y="87"/>
                  </a:cubicBezTo>
                  <a:cubicBezTo>
                    <a:pt x="267" y="86"/>
                    <a:pt x="268" y="85"/>
                    <a:pt x="268" y="84"/>
                  </a:cubicBezTo>
                  <a:cubicBezTo>
                    <a:pt x="269" y="84"/>
                    <a:pt x="269" y="83"/>
                    <a:pt x="269" y="82"/>
                  </a:cubicBezTo>
                  <a:cubicBezTo>
                    <a:pt x="269" y="80"/>
                    <a:pt x="269" y="79"/>
                    <a:pt x="268" y="78"/>
                  </a:cubicBezTo>
                  <a:cubicBezTo>
                    <a:pt x="268" y="77"/>
                    <a:pt x="267" y="76"/>
                    <a:pt x="267" y="75"/>
                  </a:cubicBezTo>
                  <a:cubicBezTo>
                    <a:pt x="267" y="73"/>
                    <a:pt x="268" y="72"/>
                    <a:pt x="269" y="71"/>
                  </a:cubicBezTo>
                  <a:cubicBezTo>
                    <a:pt x="270" y="71"/>
                    <a:pt x="270" y="70"/>
                    <a:pt x="270" y="70"/>
                  </a:cubicBezTo>
                  <a:cubicBezTo>
                    <a:pt x="270" y="70"/>
                    <a:pt x="270" y="70"/>
                    <a:pt x="269" y="69"/>
                  </a:cubicBezTo>
                  <a:cubicBezTo>
                    <a:pt x="269" y="69"/>
                    <a:pt x="269" y="69"/>
                    <a:pt x="269" y="69"/>
                  </a:cubicBezTo>
                  <a:cubicBezTo>
                    <a:pt x="267" y="69"/>
                    <a:pt x="266" y="69"/>
                    <a:pt x="265" y="67"/>
                  </a:cubicBezTo>
                  <a:cubicBezTo>
                    <a:pt x="265" y="67"/>
                    <a:pt x="265" y="67"/>
                    <a:pt x="265" y="67"/>
                  </a:cubicBezTo>
                  <a:cubicBezTo>
                    <a:pt x="265" y="65"/>
                    <a:pt x="265" y="64"/>
                    <a:pt x="265" y="63"/>
                  </a:cubicBezTo>
                  <a:cubicBezTo>
                    <a:pt x="265" y="63"/>
                    <a:pt x="265" y="63"/>
                    <a:pt x="265" y="63"/>
                  </a:cubicBezTo>
                  <a:cubicBezTo>
                    <a:pt x="265" y="63"/>
                    <a:pt x="265" y="62"/>
                    <a:pt x="265" y="62"/>
                  </a:cubicBezTo>
                  <a:cubicBezTo>
                    <a:pt x="265" y="62"/>
                    <a:pt x="264" y="61"/>
                    <a:pt x="264" y="61"/>
                  </a:cubicBezTo>
                  <a:cubicBezTo>
                    <a:pt x="263" y="60"/>
                    <a:pt x="262" y="59"/>
                    <a:pt x="263" y="57"/>
                  </a:cubicBezTo>
                  <a:cubicBezTo>
                    <a:pt x="264" y="55"/>
                    <a:pt x="264" y="54"/>
                    <a:pt x="266" y="53"/>
                  </a:cubicBezTo>
                  <a:cubicBezTo>
                    <a:pt x="267" y="52"/>
                    <a:pt x="268" y="51"/>
                    <a:pt x="269" y="51"/>
                  </a:cubicBezTo>
                  <a:cubicBezTo>
                    <a:pt x="271" y="51"/>
                    <a:pt x="275" y="50"/>
                    <a:pt x="278" y="50"/>
                  </a:cubicBezTo>
                  <a:cubicBezTo>
                    <a:pt x="281" y="50"/>
                    <a:pt x="284" y="50"/>
                    <a:pt x="286" y="51"/>
                  </a:cubicBezTo>
                  <a:cubicBezTo>
                    <a:pt x="290" y="51"/>
                    <a:pt x="292" y="52"/>
                    <a:pt x="294" y="53"/>
                  </a:cubicBezTo>
                  <a:cubicBezTo>
                    <a:pt x="296" y="53"/>
                    <a:pt x="297" y="53"/>
                    <a:pt x="298" y="54"/>
                  </a:cubicBezTo>
                  <a:cubicBezTo>
                    <a:pt x="300" y="54"/>
                    <a:pt x="300" y="54"/>
                    <a:pt x="301" y="55"/>
                  </a:cubicBezTo>
                  <a:cubicBezTo>
                    <a:pt x="302" y="55"/>
                    <a:pt x="303" y="56"/>
                    <a:pt x="306" y="54"/>
                  </a:cubicBezTo>
                  <a:cubicBezTo>
                    <a:pt x="306" y="54"/>
                    <a:pt x="306" y="54"/>
                    <a:pt x="306" y="54"/>
                  </a:cubicBezTo>
                  <a:cubicBezTo>
                    <a:pt x="311" y="50"/>
                    <a:pt x="312" y="50"/>
                    <a:pt x="317" y="50"/>
                  </a:cubicBezTo>
                  <a:cubicBezTo>
                    <a:pt x="317" y="50"/>
                    <a:pt x="317" y="50"/>
                    <a:pt x="318" y="50"/>
                  </a:cubicBezTo>
                  <a:cubicBezTo>
                    <a:pt x="320" y="50"/>
                    <a:pt x="321" y="50"/>
                    <a:pt x="323" y="48"/>
                  </a:cubicBezTo>
                  <a:cubicBezTo>
                    <a:pt x="326" y="45"/>
                    <a:pt x="329" y="41"/>
                    <a:pt x="329" y="41"/>
                  </a:cubicBezTo>
                  <a:cubicBezTo>
                    <a:pt x="330" y="40"/>
                    <a:pt x="331" y="36"/>
                    <a:pt x="333" y="33"/>
                  </a:cubicBezTo>
                  <a:cubicBezTo>
                    <a:pt x="330" y="33"/>
                    <a:pt x="327" y="32"/>
                    <a:pt x="324" y="31"/>
                  </a:cubicBezTo>
                  <a:cubicBezTo>
                    <a:pt x="321" y="30"/>
                    <a:pt x="320" y="29"/>
                    <a:pt x="320" y="28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20" y="27"/>
                    <a:pt x="319" y="27"/>
                    <a:pt x="319" y="26"/>
                  </a:cubicBezTo>
                  <a:cubicBezTo>
                    <a:pt x="318" y="26"/>
                    <a:pt x="317" y="26"/>
                    <a:pt x="316" y="26"/>
                  </a:cubicBezTo>
                  <a:cubicBezTo>
                    <a:pt x="314" y="26"/>
                    <a:pt x="313" y="27"/>
                    <a:pt x="310" y="25"/>
                  </a:cubicBezTo>
                  <a:cubicBezTo>
                    <a:pt x="307" y="22"/>
                    <a:pt x="307" y="22"/>
                    <a:pt x="307" y="16"/>
                  </a:cubicBezTo>
                  <a:cubicBezTo>
                    <a:pt x="307" y="16"/>
                    <a:pt x="307" y="16"/>
                    <a:pt x="307" y="16"/>
                  </a:cubicBezTo>
                  <a:cubicBezTo>
                    <a:pt x="307" y="16"/>
                    <a:pt x="307" y="16"/>
                    <a:pt x="307" y="16"/>
                  </a:cubicBezTo>
                  <a:cubicBezTo>
                    <a:pt x="307" y="16"/>
                    <a:pt x="307" y="15"/>
                    <a:pt x="307" y="14"/>
                  </a:cubicBezTo>
                  <a:cubicBezTo>
                    <a:pt x="307" y="11"/>
                    <a:pt x="307" y="10"/>
                    <a:pt x="304" y="8"/>
                  </a:cubicBezTo>
                  <a:cubicBezTo>
                    <a:pt x="303" y="7"/>
                    <a:pt x="299" y="5"/>
                    <a:pt x="296" y="3"/>
                  </a:cubicBezTo>
                  <a:cubicBezTo>
                    <a:pt x="294" y="2"/>
                    <a:pt x="292" y="1"/>
                    <a:pt x="291" y="0"/>
                  </a:cubicBezTo>
                  <a:cubicBezTo>
                    <a:pt x="290" y="0"/>
                    <a:pt x="288" y="0"/>
                    <a:pt x="286" y="0"/>
                  </a:cubicBezTo>
                  <a:cubicBezTo>
                    <a:pt x="283" y="0"/>
                    <a:pt x="279" y="0"/>
                    <a:pt x="278" y="0"/>
                  </a:cubicBezTo>
                  <a:cubicBezTo>
                    <a:pt x="276" y="1"/>
                    <a:pt x="275" y="1"/>
                    <a:pt x="274" y="2"/>
                  </a:cubicBezTo>
                  <a:cubicBezTo>
                    <a:pt x="272" y="3"/>
                    <a:pt x="271" y="4"/>
                    <a:pt x="268" y="4"/>
                  </a:cubicBezTo>
                  <a:cubicBezTo>
                    <a:pt x="265" y="5"/>
                    <a:pt x="264" y="5"/>
                    <a:pt x="263" y="4"/>
                  </a:cubicBezTo>
                  <a:cubicBezTo>
                    <a:pt x="262" y="4"/>
                    <a:pt x="262" y="3"/>
                    <a:pt x="261" y="3"/>
                  </a:cubicBezTo>
                  <a:cubicBezTo>
                    <a:pt x="260" y="3"/>
                    <a:pt x="257" y="4"/>
                    <a:pt x="253" y="4"/>
                  </a:cubicBezTo>
                  <a:cubicBezTo>
                    <a:pt x="250" y="4"/>
                    <a:pt x="247" y="4"/>
                    <a:pt x="244" y="5"/>
                  </a:cubicBezTo>
                  <a:cubicBezTo>
                    <a:pt x="244" y="5"/>
                    <a:pt x="243" y="5"/>
                    <a:pt x="242" y="5"/>
                  </a:cubicBezTo>
                  <a:cubicBezTo>
                    <a:pt x="239" y="5"/>
                    <a:pt x="238" y="5"/>
                    <a:pt x="235" y="6"/>
                  </a:cubicBezTo>
                  <a:cubicBezTo>
                    <a:pt x="234" y="7"/>
                    <a:pt x="233" y="8"/>
                    <a:pt x="231" y="9"/>
                  </a:cubicBezTo>
                  <a:cubicBezTo>
                    <a:pt x="228" y="11"/>
                    <a:pt x="225" y="13"/>
                    <a:pt x="223" y="13"/>
                  </a:cubicBezTo>
                  <a:cubicBezTo>
                    <a:pt x="223" y="13"/>
                    <a:pt x="223" y="13"/>
                    <a:pt x="223" y="13"/>
                  </a:cubicBezTo>
                  <a:cubicBezTo>
                    <a:pt x="223" y="13"/>
                    <a:pt x="223" y="13"/>
                    <a:pt x="223" y="13"/>
                  </a:cubicBezTo>
                  <a:cubicBezTo>
                    <a:pt x="220" y="13"/>
                    <a:pt x="220" y="13"/>
                    <a:pt x="217" y="16"/>
                  </a:cubicBezTo>
                  <a:cubicBezTo>
                    <a:pt x="215" y="17"/>
                    <a:pt x="214" y="18"/>
                    <a:pt x="213" y="19"/>
                  </a:cubicBezTo>
                  <a:cubicBezTo>
                    <a:pt x="212" y="20"/>
                    <a:pt x="212" y="21"/>
                    <a:pt x="212" y="21"/>
                  </a:cubicBezTo>
                  <a:cubicBezTo>
                    <a:pt x="212" y="22"/>
                    <a:pt x="213" y="24"/>
                    <a:pt x="215" y="26"/>
                  </a:cubicBezTo>
                  <a:cubicBezTo>
                    <a:pt x="216" y="28"/>
                    <a:pt x="217" y="29"/>
                    <a:pt x="218" y="31"/>
                  </a:cubicBezTo>
                  <a:cubicBezTo>
                    <a:pt x="219" y="32"/>
                    <a:pt x="220" y="34"/>
                    <a:pt x="220" y="35"/>
                  </a:cubicBezTo>
                  <a:cubicBezTo>
                    <a:pt x="220" y="36"/>
                    <a:pt x="220" y="38"/>
                    <a:pt x="219" y="40"/>
                  </a:cubicBezTo>
                  <a:cubicBezTo>
                    <a:pt x="218" y="42"/>
                    <a:pt x="218" y="43"/>
                    <a:pt x="217" y="45"/>
                  </a:cubicBezTo>
                  <a:cubicBezTo>
                    <a:pt x="216" y="46"/>
                    <a:pt x="215" y="47"/>
                    <a:pt x="214" y="48"/>
                  </a:cubicBezTo>
                  <a:cubicBezTo>
                    <a:pt x="213" y="49"/>
                    <a:pt x="211" y="50"/>
                    <a:pt x="210" y="52"/>
                  </a:cubicBezTo>
                  <a:cubicBezTo>
                    <a:pt x="209" y="53"/>
                    <a:pt x="208" y="55"/>
                    <a:pt x="208" y="56"/>
                  </a:cubicBezTo>
                  <a:cubicBezTo>
                    <a:pt x="207" y="57"/>
                    <a:pt x="208" y="58"/>
                    <a:pt x="208" y="59"/>
                  </a:cubicBezTo>
                  <a:cubicBezTo>
                    <a:pt x="209" y="60"/>
                    <a:pt x="210" y="61"/>
                    <a:pt x="209" y="64"/>
                  </a:cubicBezTo>
                  <a:cubicBezTo>
                    <a:pt x="208" y="65"/>
                    <a:pt x="207" y="67"/>
                    <a:pt x="206" y="68"/>
                  </a:cubicBezTo>
                  <a:cubicBezTo>
                    <a:pt x="204" y="69"/>
                    <a:pt x="202" y="70"/>
                    <a:pt x="199" y="70"/>
                  </a:cubicBezTo>
                  <a:cubicBezTo>
                    <a:pt x="196" y="71"/>
                    <a:pt x="195" y="70"/>
                    <a:pt x="193" y="70"/>
                  </a:cubicBezTo>
                  <a:cubicBezTo>
                    <a:pt x="192" y="69"/>
                    <a:pt x="190" y="69"/>
                    <a:pt x="187" y="69"/>
                  </a:cubicBezTo>
                  <a:cubicBezTo>
                    <a:pt x="185" y="68"/>
                    <a:pt x="184" y="69"/>
                    <a:pt x="184" y="69"/>
                  </a:cubicBezTo>
                  <a:cubicBezTo>
                    <a:pt x="184" y="70"/>
                    <a:pt x="185" y="71"/>
                    <a:pt x="185" y="7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85" y="73"/>
                    <a:pt x="186" y="74"/>
                    <a:pt x="187" y="76"/>
                  </a:cubicBezTo>
                  <a:cubicBezTo>
                    <a:pt x="189" y="79"/>
                    <a:pt x="192" y="82"/>
                    <a:pt x="191" y="84"/>
                  </a:cubicBezTo>
                  <a:cubicBezTo>
                    <a:pt x="191" y="85"/>
                    <a:pt x="190" y="87"/>
                    <a:pt x="188" y="88"/>
                  </a:cubicBezTo>
                  <a:cubicBezTo>
                    <a:pt x="187" y="89"/>
                    <a:pt x="186" y="90"/>
                    <a:pt x="184" y="90"/>
                  </a:cubicBezTo>
                  <a:cubicBezTo>
                    <a:pt x="182" y="91"/>
                    <a:pt x="180" y="91"/>
                    <a:pt x="179" y="91"/>
                  </a:cubicBezTo>
                  <a:cubicBezTo>
                    <a:pt x="178" y="91"/>
                    <a:pt x="177" y="91"/>
                    <a:pt x="176" y="91"/>
                  </a:cubicBezTo>
                  <a:cubicBezTo>
                    <a:pt x="175" y="92"/>
                    <a:pt x="175" y="94"/>
                    <a:pt x="175" y="95"/>
                  </a:cubicBezTo>
                  <a:cubicBezTo>
                    <a:pt x="175" y="97"/>
                    <a:pt x="175" y="98"/>
                    <a:pt x="175" y="99"/>
                  </a:cubicBezTo>
                  <a:cubicBezTo>
                    <a:pt x="174" y="100"/>
                    <a:pt x="174" y="101"/>
                    <a:pt x="173" y="101"/>
                  </a:cubicBezTo>
                  <a:cubicBezTo>
                    <a:pt x="172" y="102"/>
                    <a:pt x="172" y="103"/>
                    <a:pt x="171" y="104"/>
                  </a:cubicBezTo>
                  <a:cubicBezTo>
                    <a:pt x="170" y="105"/>
                    <a:pt x="171" y="108"/>
                    <a:pt x="171" y="110"/>
                  </a:cubicBezTo>
                  <a:cubicBezTo>
                    <a:pt x="171" y="113"/>
                    <a:pt x="172" y="115"/>
                    <a:pt x="170" y="117"/>
                  </a:cubicBezTo>
                  <a:cubicBezTo>
                    <a:pt x="170" y="117"/>
                    <a:pt x="170" y="117"/>
                    <a:pt x="170" y="117"/>
                  </a:cubicBezTo>
                  <a:cubicBezTo>
                    <a:pt x="168" y="119"/>
                    <a:pt x="164" y="124"/>
                    <a:pt x="160" y="124"/>
                  </a:cubicBezTo>
                  <a:cubicBezTo>
                    <a:pt x="157" y="124"/>
                    <a:pt x="156" y="122"/>
                    <a:pt x="155" y="121"/>
                  </a:cubicBezTo>
                  <a:cubicBezTo>
                    <a:pt x="154" y="120"/>
                    <a:pt x="154" y="120"/>
                    <a:pt x="153" y="120"/>
                  </a:cubicBezTo>
                  <a:cubicBezTo>
                    <a:pt x="151" y="120"/>
                    <a:pt x="149" y="121"/>
                    <a:pt x="147" y="122"/>
                  </a:cubicBezTo>
                  <a:cubicBezTo>
                    <a:pt x="146" y="122"/>
                    <a:pt x="145" y="123"/>
                    <a:pt x="144" y="123"/>
                  </a:cubicBezTo>
                  <a:cubicBezTo>
                    <a:pt x="139" y="125"/>
                    <a:pt x="139" y="125"/>
                    <a:pt x="138" y="126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38" y="126"/>
                    <a:pt x="138" y="127"/>
                    <a:pt x="138" y="127"/>
                  </a:cubicBezTo>
                  <a:cubicBezTo>
                    <a:pt x="139" y="128"/>
                    <a:pt x="139" y="129"/>
                    <a:pt x="138" y="130"/>
                  </a:cubicBezTo>
                  <a:cubicBezTo>
                    <a:pt x="137" y="131"/>
                    <a:pt x="136" y="132"/>
                    <a:pt x="134" y="133"/>
                  </a:cubicBezTo>
                  <a:cubicBezTo>
                    <a:pt x="133" y="134"/>
                    <a:pt x="132" y="134"/>
                    <a:pt x="131" y="134"/>
                  </a:cubicBezTo>
                  <a:cubicBezTo>
                    <a:pt x="129" y="135"/>
                    <a:pt x="127" y="134"/>
                    <a:pt x="125" y="133"/>
                  </a:cubicBezTo>
                  <a:cubicBezTo>
                    <a:pt x="124" y="132"/>
                    <a:pt x="122" y="132"/>
                    <a:pt x="122" y="132"/>
                  </a:cubicBezTo>
                  <a:cubicBezTo>
                    <a:pt x="121" y="132"/>
                    <a:pt x="119" y="133"/>
                    <a:pt x="117" y="135"/>
                  </a:cubicBezTo>
                  <a:cubicBezTo>
                    <a:pt x="115" y="137"/>
                    <a:pt x="112" y="139"/>
                    <a:pt x="111" y="140"/>
                  </a:cubicBezTo>
                  <a:cubicBezTo>
                    <a:pt x="111" y="141"/>
                    <a:pt x="111" y="142"/>
                    <a:pt x="111" y="143"/>
                  </a:cubicBezTo>
                  <a:cubicBezTo>
                    <a:pt x="111" y="144"/>
                    <a:pt x="111" y="146"/>
                    <a:pt x="110" y="148"/>
                  </a:cubicBezTo>
                  <a:cubicBezTo>
                    <a:pt x="110" y="150"/>
                    <a:pt x="110" y="152"/>
                    <a:pt x="110" y="154"/>
                  </a:cubicBezTo>
                  <a:cubicBezTo>
                    <a:pt x="110" y="157"/>
                    <a:pt x="110" y="160"/>
                    <a:pt x="109" y="163"/>
                  </a:cubicBezTo>
                  <a:cubicBezTo>
                    <a:pt x="107" y="166"/>
                    <a:pt x="104" y="166"/>
                    <a:pt x="101" y="167"/>
                  </a:cubicBezTo>
                  <a:cubicBezTo>
                    <a:pt x="101" y="167"/>
                    <a:pt x="101" y="167"/>
                    <a:pt x="101" y="167"/>
                  </a:cubicBezTo>
                  <a:cubicBezTo>
                    <a:pt x="99" y="167"/>
                    <a:pt x="98" y="167"/>
                    <a:pt x="97" y="168"/>
                  </a:cubicBezTo>
                  <a:cubicBezTo>
                    <a:pt x="93" y="170"/>
                    <a:pt x="83" y="170"/>
                    <a:pt x="76" y="170"/>
                  </a:cubicBezTo>
                  <a:cubicBezTo>
                    <a:pt x="75" y="170"/>
                    <a:pt x="74" y="170"/>
                    <a:pt x="73" y="170"/>
                  </a:cubicBezTo>
                  <a:cubicBezTo>
                    <a:pt x="70" y="171"/>
                    <a:pt x="68" y="172"/>
                    <a:pt x="67" y="172"/>
                  </a:cubicBezTo>
                  <a:cubicBezTo>
                    <a:pt x="66" y="173"/>
                    <a:pt x="65" y="174"/>
                    <a:pt x="63" y="174"/>
                  </a:cubicBezTo>
                  <a:cubicBezTo>
                    <a:pt x="60" y="175"/>
                    <a:pt x="58" y="174"/>
                    <a:pt x="57" y="173"/>
                  </a:cubicBezTo>
                  <a:cubicBezTo>
                    <a:pt x="56" y="173"/>
                    <a:pt x="55" y="173"/>
                    <a:pt x="54" y="172"/>
                  </a:cubicBezTo>
                  <a:cubicBezTo>
                    <a:pt x="52" y="172"/>
                    <a:pt x="50" y="172"/>
                    <a:pt x="47" y="173"/>
                  </a:cubicBezTo>
                  <a:cubicBezTo>
                    <a:pt x="45" y="173"/>
                    <a:pt x="43" y="173"/>
                    <a:pt x="40" y="173"/>
                  </a:cubicBezTo>
                  <a:cubicBezTo>
                    <a:pt x="36" y="174"/>
                    <a:pt x="32" y="173"/>
                    <a:pt x="28" y="173"/>
                  </a:cubicBezTo>
                  <a:cubicBezTo>
                    <a:pt x="24" y="172"/>
                    <a:pt x="20" y="171"/>
                    <a:pt x="16" y="170"/>
                  </a:cubicBezTo>
                  <a:cubicBezTo>
                    <a:pt x="14" y="169"/>
                    <a:pt x="11" y="168"/>
                    <a:pt x="8" y="167"/>
                  </a:cubicBezTo>
                  <a:cubicBezTo>
                    <a:pt x="5" y="166"/>
                    <a:pt x="2" y="165"/>
                    <a:pt x="0" y="165"/>
                  </a:cubicBezTo>
                  <a:cubicBezTo>
                    <a:pt x="1" y="166"/>
                    <a:pt x="3" y="169"/>
                    <a:pt x="4" y="171"/>
                  </a:cubicBezTo>
                  <a:cubicBezTo>
                    <a:pt x="10" y="179"/>
                    <a:pt x="17" y="189"/>
                    <a:pt x="19" y="191"/>
                  </a:cubicBezTo>
                  <a:cubicBezTo>
                    <a:pt x="20" y="191"/>
                    <a:pt x="23" y="192"/>
                    <a:pt x="26" y="194"/>
                  </a:cubicBezTo>
                  <a:cubicBezTo>
                    <a:pt x="31" y="195"/>
                    <a:pt x="36" y="197"/>
                    <a:pt x="37" y="199"/>
                  </a:cubicBezTo>
                  <a:cubicBezTo>
                    <a:pt x="37" y="201"/>
                    <a:pt x="37" y="206"/>
                    <a:pt x="37" y="210"/>
                  </a:cubicBezTo>
                  <a:cubicBezTo>
                    <a:pt x="37" y="215"/>
                    <a:pt x="37" y="219"/>
                    <a:pt x="37" y="219"/>
                  </a:cubicBezTo>
                  <a:cubicBezTo>
                    <a:pt x="37" y="220"/>
                    <a:pt x="39" y="220"/>
                    <a:pt x="41" y="220"/>
                  </a:cubicBezTo>
                  <a:cubicBezTo>
                    <a:pt x="44" y="220"/>
                    <a:pt x="46" y="220"/>
                    <a:pt x="47" y="221"/>
                  </a:cubicBezTo>
                  <a:cubicBezTo>
                    <a:pt x="47" y="222"/>
                    <a:pt x="46" y="227"/>
                    <a:pt x="46" y="230"/>
                  </a:cubicBezTo>
                  <a:cubicBezTo>
                    <a:pt x="45" y="232"/>
                    <a:pt x="45" y="232"/>
                    <a:pt x="45" y="233"/>
                  </a:cubicBezTo>
                  <a:cubicBezTo>
                    <a:pt x="45" y="235"/>
                    <a:pt x="44" y="235"/>
                    <a:pt x="41" y="237"/>
                  </a:cubicBezTo>
                  <a:cubicBezTo>
                    <a:pt x="41" y="237"/>
                    <a:pt x="41" y="237"/>
                    <a:pt x="41" y="237"/>
                  </a:cubicBezTo>
                  <a:cubicBezTo>
                    <a:pt x="40" y="237"/>
                    <a:pt x="40" y="237"/>
                    <a:pt x="40" y="237"/>
                  </a:cubicBezTo>
                  <a:cubicBezTo>
                    <a:pt x="38" y="237"/>
                    <a:pt x="36" y="238"/>
                    <a:pt x="33" y="238"/>
                  </a:cubicBezTo>
                  <a:cubicBezTo>
                    <a:pt x="32" y="238"/>
                    <a:pt x="30" y="238"/>
                    <a:pt x="28" y="238"/>
                  </a:cubicBezTo>
                  <a:cubicBezTo>
                    <a:pt x="27" y="239"/>
                    <a:pt x="25" y="240"/>
                    <a:pt x="23" y="241"/>
                  </a:cubicBezTo>
                  <a:cubicBezTo>
                    <a:pt x="21" y="242"/>
                    <a:pt x="19" y="244"/>
                    <a:pt x="19" y="244"/>
                  </a:cubicBezTo>
                  <a:cubicBezTo>
                    <a:pt x="18" y="245"/>
                    <a:pt x="18" y="246"/>
                    <a:pt x="17" y="247"/>
                  </a:cubicBezTo>
                  <a:cubicBezTo>
                    <a:pt x="17" y="249"/>
                    <a:pt x="17" y="250"/>
                    <a:pt x="17" y="253"/>
                  </a:cubicBezTo>
                  <a:cubicBezTo>
                    <a:pt x="16" y="256"/>
                    <a:pt x="14" y="263"/>
                    <a:pt x="13" y="267"/>
                  </a:cubicBezTo>
                  <a:cubicBezTo>
                    <a:pt x="14" y="268"/>
                    <a:pt x="13" y="269"/>
                    <a:pt x="15" y="269"/>
                  </a:cubicBezTo>
                  <a:cubicBezTo>
                    <a:pt x="18" y="270"/>
                    <a:pt x="19" y="267"/>
                    <a:pt x="23" y="267"/>
                  </a:cubicBezTo>
                  <a:cubicBezTo>
                    <a:pt x="26" y="267"/>
                    <a:pt x="24" y="268"/>
                    <a:pt x="27" y="268"/>
                  </a:cubicBezTo>
                  <a:cubicBezTo>
                    <a:pt x="31" y="269"/>
                    <a:pt x="32" y="266"/>
                    <a:pt x="33" y="265"/>
                  </a:cubicBezTo>
                  <a:cubicBezTo>
                    <a:pt x="35" y="264"/>
                    <a:pt x="38" y="265"/>
                    <a:pt x="42" y="265"/>
                  </a:cubicBezTo>
                  <a:cubicBezTo>
                    <a:pt x="45" y="265"/>
                    <a:pt x="46" y="267"/>
                    <a:pt x="50" y="267"/>
                  </a:cubicBezTo>
                  <a:cubicBezTo>
                    <a:pt x="54" y="267"/>
                    <a:pt x="52" y="266"/>
                    <a:pt x="55" y="264"/>
                  </a:cubicBezTo>
                  <a:cubicBezTo>
                    <a:pt x="57" y="262"/>
                    <a:pt x="57" y="264"/>
                    <a:pt x="59" y="264"/>
                  </a:cubicBezTo>
                  <a:cubicBezTo>
                    <a:pt x="61" y="264"/>
                    <a:pt x="59" y="261"/>
                    <a:pt x="62" y="260"/>
                  </a:cubicBezTo>
                  <a:cubicBezTo>
                    <a:pt x="64" y="259"/>
                    <a:pt x="64" y="261"/>
                    <a:pt x="65" y="263"/>
                  </a:cubicBezTo>
                  <a:cubicBezTo>
                    <a:pt x="65" y="264"/>
                    <a:pt x="66" y="264"/>
                    <a:pt x="69" y="265"/>
                  </a:cubicBezTo>
                  <a:cubicBezTo>
                    <a:pt x="71" y="266"/>
                    <a:pt x="75" y="268"/>
                    <a:pt x="78" y="267"/>
                  </a:cubicBezTo>
                  <a:cubicBezTo>
                    <a:pt x="81" y="267"/>
                    <a:pt x="81" y="266"/>
                    <a:pt x="84" y="264"/>
                  </a:cubicBezTo>
                  <a:cubicBezTo>
                    <a:pt x="88" y="262"/>
                    <a:pt x="92" y="263"/>
                    <a:pt x="95" y="262"/>
                  </a:cubicBezTo>
                  <a:cubicBezTo>
                    <a:pt x="99" y="262"/>
                    <a:pt x="100" y="263"/>
                    <a:pt x="104" y="263"/>
                  </a:cubicBezTo>
                  <a:cubicBezTo>
                    <a:pt x="107" y="263"/>
                    <a:pt x="111" y="263"/>
                    <a:pt x="111" y="261"/>
                  </a:cubicBezTo>
                  <a:cubicBezTo>
                    <a:pt x="111" y="260"/>
                    <a:pt x="110" y="258"/>
                    <a:pt x="112" y="258"/>
                  </a:cubicBezTo>
                  <a:cubicBezTo>
                    <a:pt x="114" y="258"/>
                    <a:pt x="115" y="262"/>
                    <a:pt x="116" y="265"/>
                  </a:cubicBezTo>
                  <a:cubicBezTo>
                    <a:pt x="118" y="268"/>
                    <a:pt x="117" y="269"/>
                    <a:pt x="117" y="272"/>
                  </a:cubicBezTo>
                  <a:cubicBezTo>
                    <a:pt x="117" y="275"/>
                    <a:pt x="120" y="275"/>
                    <a:pt x="121" y="275"/>
                  </a:cubicBezTo>
                  <a:cubicBezTo>
                    <a:pt x="123" y="275"/>
                    <a:pt x="126" y="277"/>
                    <a:pt x="128" y="280"/>
                  </a:cubicBezTo>
                  <a:cubicBezTo>
                    <a:pt x="131" y="284"/>
                    <a:pt x="127" y="285"/>
                    <a:pt x="130" y="289"/>
                  </a:cubicBezTo>
                  <a:cubicBezTo>
                    <a:pt x="132" y="294"/>
                    <a:pt x="135" y="292"/>
                    <a:pt x="138" y="292"/>
                  </a:cubicBezTo>
                  <a:cubicBezTo>
                    <a:pt x="142" y="292"/>
                    <a:pt x="141" y="293"/>
                    <a:pt x="143" y="294"/>
                  </a:cubicBezTo>
                  <a:cubicBezTo>
                    <a:pt x="144" y="296"/>
                    <a:pt x="145" y="296"/>
                    <a:pt x="147" y="296"/>
                  </a:cubicBezTo>
                  <a:cubicBezTo>
                    <a:pt x="148" y="296"/>
                    <a:pt x="148" y="295"/>
                    <a:pt x="148" y="29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4" name="Freeform 429">
              <a:extLst>
                <a:ext uri="{FF2B5EF4-FFF2-40B4-BE49-F238E27FC236}">
                  <a16:creationId xmlns:a16="http://schemas.microsoft.com/office/drawing/2014/main" id="{AAEBC773-81EC-96F0-675C-C4F297013C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91399" y="2390053"/>
              <a:ext cx="203096" cy="427347"/>
            </a:xfrm>
            <a:custGeom>
              <a:avLst/>
              <a:gdLst>
                <a:gd name="T0" fmla="*/ 72 w 184"/>
                <a:gd name="T1" fmla="*/ 266 h 398"/>
                <a:gd name="T2" fmla="*/ 96 w 184"/>
                <a:gd name="T3" fmla="*/ 240 h 398"/>
                <a:gd name="T4" fmla="*/ 111 w 184"/>
                <a:gd name="T5" fmla="*/ 265 h 398"/>
                <a:gd name="T6" fmla="*/ 122 w 184"/>
                <a:gd name="T7" fmla="*/ 312 h 398"/>
                <a:gd name="T8" fmla="*/ 135 w 184"/>
                <a:gd name="T9" fmla="*/ 338 h 398"/>
                <a:gd name="T10" fmla="*/ 134 w 184"/>
                <a:gd name="T11" fmla="*/ 359 h 398"/>
                <a:gd name="T12" fmla="*/ 131 w 184"/>
                <a:gd name="T13" fmla="*/ 387 h 398"/>
                <a:gd name="T14" fmla="*/ 144 w 184"/>
                <a:gd name="T15" fmla="*/ 371 h 398"/>
                <a:gd name="T16" fmla="*/ 147 w 184"/>
                <a:gd name="T17" fmla="*/ 341 h 398"/>
                <a:gd name="T18" fmla="*/ 142 w 184"/>
                <a:gd name="T19" fmla="*/ 316 h 398"/>
                <a:gd name="T20" fmla="*/ 128 w 184"/>
                <a:gd name="T21" fmla="*/ 284 h 398"/>
                <a:gd name="T22" fmla="*/ 131 w 184"/>
                <a:gd name="T23" fmla="*/ 274 h 398"/>
                <a:gd name="T24" fmla="*/ 137 w 184"/>
                <a:gd name="T25" fmla="*/ 264 h 398"/>
                <a:gd name="T26" fmla="*/ 126 w 184"/>
                <a:gd name="T27" fmla="*/ 248 h 398"/>
                <a:gd name="T28" fmla="*/ 113 w 184"/>
                <a:gd name="T29" fmla="*/ 227 h 398"/>
                <a:gd name="T30" fmla="*/ 111 w 184"/>
                <a:gd name="T31" fmla="*/ 214 h 398"/>
                <a:gd name="T32" fmla="*/ 116 w 184"/>
                <a:gd name="T33" fmla="*/ 200 h 398"/>
                <a:gd name="T34" fmla="*/ 131 w 184"/>
                <a:gd name="T35" fmla="*/ 190 h 398"/>
                <a:gd name="T36" fmla="*/ 149 w 184"/>
                <a:gd name="T37" fmla="*/ 180 h 398"/>
                <a:gd name="T38" fmla="*/ 160 w 184"/>
                <a:gd name="T39" fmla="*/ 175 h 398"/>
                <a:gd name="T40" fmla="*/ 173 w 184"/>
                <a:gd name="T41" fmla="*/ 162 h 398"/>
                <a:gd name="T42" fmla="*/ 180 w 184"/>
                <a:gd name="T43" fmla="*/ 148 h 398"/>
                <a:gd name="T44" fmla="*/ 163 w 184"/>
                <a:gd name="T45" fmla="*/ 152 h 398"/>
                <a:gd name="T46" fmla="*/ 146 w 184"/>
                <a:gd name="T47" fmla="*/ 139 h 398"/>
                <a:gd name="T48" fmla="*/ 149 w 184"/>
                <a:gd name="T49" fmla="*/ 121 h 398"/>
                <a:gd name="T50" fmla="*/ 136 w 184"/>
                <a:gd name="T51" fmla="*/ 109 h 398"/>
                <a:gd name="T52" fmla="*/ 132 w 184"/>
                <a:gd name="T53" fmla="*/ 97 h 398"/>
                <a:gd name="T54" fmla="*/ 112 w 184"/>
                <a:gd name="T55" fmla="*/ 101 h 398"/>
                <a:gd name="T56" fmla="*/ 110 w 184"/>
                <a:gd name="T57" fmla="*/ 87 h 398"/>
                <a:gd name="T58" fmla="*/ 116 w 184"/>
                <a:gd name="T59" fmla="*/ 70 h 398"/>
                <a:gd name="T60" fmla="*/ 123 w 184"/>
                <a:gd name="T61" fmla="*/ 63 h 398"/>
                <a:gd name="T62" fmla="*/ 132 w 184"/>
                <a:gd name="T63" fmla="*/ 54 h 398"/>
                <a:gd name="T64" fmla="*/ 134 w 184"/>
                <a:gd name="T65" fmla="*/ 32 h 398"/>
                <a:gd name="T66" fmla="*/ 123 w 184"/>
                <a:gd name="T67" fmla="*/ 16 h 398"/>
                <a:gd name="T68" fmla="*/ 112 w 184"/>
                <a:gd name="T69" fmla="*/ 0 h 398"/>
                <a:gd name="T70" fmla="*/ 104 w 184"/>
                <a:gd name="T71" fmla="*/ 13 h 398"/>
                <a:gd name="T72" fmla="*/ 102 w 184"/>
                <a:gd name="T73" fmla="*/ 25 h 398"/>
                <a:gd name="T74" fmla="*/ 86 w 184"/>
                <a:gd name="T75" fmla="*/ 27 h 398"/>
                <a:gd name="T76" fmla="*/ 63 w 184"/>
                <a:gd name="T77" fmla="*/ 42 h 398"/>
                <a:gd name="T78" fmla="*/ 59 w 184"/>
                <a:gd name="T79" fmla="*/ 60 h 398"/>
                <a:gd name="T80" fmla="*/ 52 w 184"/>
                <a:gd name="T81" fmla="*/ 79 h 398"/>
                <a:gd name="T82" fmla="*/ 42 w 184"/>
                <a:gd name="T83" fmla="*/ 102 h 398"/>
                <a:gd name="T84" fmla="*/ 27 w 184"/>
                <a:gd name="T85" fmla="*/ 99 h 398"/>
                <a:gd name="T86" fmla="*/ 26 w 184"/>
                <a:gd name="T87" fmla="*/ 112 h 398"/>
                <a:gd name="T88" fmla="*/ 21 w 184"/>
                <a:gd name="T89" fmla="*/ 132 h 398"/>
                <a:gd name="T90" fmla="*/ 13 w 184"/>
                <a:gd name="T91" fmla="*/ 140 h 398"/>
                <a:gd name="T92" fmla="*/ 10 w 184"/>
                <a:gd name="T93" fmla="*/ 155 h 398"/>
                <a:gd name="T94" fmla="*/ 0 w 184"/>
                <a:gd name="T95" fmla="*/ 161 h 398"/>
                <a:gd name="T96" fmla="*/ 18 w 184"/>
                <a:gd name="T97" fmla="*/ 177 h 398"/>
                <a:gd name="T98" fmla="*/ 31 w 184"/>
                <a:gd name="T99" fmla="*/ 188 h 398"/>
                <a:gd name="T100" fmla="*/ 48 w 184"/>
                <a:gd name="T101" fmla="*/ 238 h 398"/>
                <a:gd name="T102" fmla="*/ 52 w 184"/>
                <a:gd name="T103" fmla="*/ 265 h 398"/>
                <a:gd name="T104" fmla="*/ 128 w 184"/>
                <a:gd name="T105" fmla="*/ 360 h 398"/>
                <a:gd name="T106" fmla="*/ 126 w 184"/>
                <a:gd name="T107" fmla="*/ 332 h 398"/>
                <a:gd name="T108" fmla="*/ 126 w 184"/>
                <a:gd name="T109" fmla="*/ 377 h 398"/>
                <a:gd name="T110" fmla="*/ 126 w 184"/>
                <a:gd name="T111" fmla="*/ 347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4" h="398">
                  <a:moveTo>
                    <a:pt x="60" y="270"/>
                  </a:moveTo>
                  <a:cubicBezTo>
                    <a:pt x="60" y="272"/>
                    <a:pt x="60" y="273"/>
                    <a:pt x="62" y="272"/>
                  </a:cubicBezTo>
                  <a:cubicBezTo>
                    <a:pt x="64" y="271"/>
                    <a:pt x="63" y="268"/>
                    <a:pt x="64" y="268"/>
                  </a:cubicBezTo>
                  <a:cubicBezTo>
                    <a:pt x="66" y="269"/>
                    <a:pt x="64" y="270"/>
                    <a:pt x="64" y="273"/>
                  </a:cubicBezTo>
                  <a:cubicBezTo>
                    <a:pt x="65" y="276"/>
                    <a:pt x="65" y="275"/>
                    <a:pt x="68" y="274"/>
                  </a:cubicBezTo>
                  <a:cubicBezTo>
                    <a:pt x="71" y="273"/>
                    <a:pt x="71" y="271"/>
                    <a:pt x="72" y="266"/>
                  </a:cubicBezTo>
                  <a:cubicBezTo>
                    <a:pt x="74" y="261"/>
                    <a:pt x="74" y="265"/>
                    <a:pt x="77" y="264"/>
                  </a:cubicBezTo>
                  <a:cubicBezTo>
                    <a:pt x="80" y="263"/>
                    <a:pt x="78" y="263"/>
                    <a:pt x="81" y="262"/>
                  </a:cubicBezTo>
                  <a:cubicBezTo>
                    <a:pt x="85" y="262"/>
                    <a:pt x="84" y="261"/>
                    <a:pt x="88" y="258"/>
                  </a:cubicBezTo>
                  <a:cubicBezTo>
                    <a:pt x="92" y="256"/>
                    <a:pt x="92" y="257"/>
                    <a:pt x="95" y="256"/>
                  </a:cubicBezTo>
                  <a:cubicBezTo>
                    <a:pt x="99" y="254"/>
                    <a:pt x="96" y="252"/>
                    <a:pt x="96" y="248"/>
                  </a:cubicBezTo>
                  <a:cubicBezTo>
                    <a:pt x="96" y="245"/>
                    <a:pt x="96" y="244"/>
                    <a:pt x="96" y="240"/>
                  </a:cubicBezTo>
                  <a:cubicBezTo>
                    <a:pt x="97" y="237"/>
                    <a:pt x="97" y="240"/>
                    <a:pt x="101" y="242"/>
                  </a:cubicBezTo>
                  <a:cubicBezTo>
                    <a:pt x="104" y="245"/>
                    <a:pt x="104" y="244"/>
                    <a:pt x="105" y="247"/>
                  </a:cubicBezTo>
                  <a:cubicBezTo>
                    <a:pt x="105" y="250"/>
                    <a:pt x="105" y="250"/>
                    <a:pt x="105" y="253"/>
                  </a:cubicBezTo>
                  <a:cubicBezTo>
                    <a:pt x="105" y="257"/>
                    <a:pt x="107" y="258"/>
                    <a:pt x="108" y="258"/>
                  </a:cubicBezTo>
                  <a:cubicBezTo>
                    <a:pt x="110" y="258"/>
                    <a:pt x="114" y="258"/>
                    <a:pt x="114" y="260"/>
                  </a:cubicBezTo>
                  <a:cubicBezTo>
                    <a:pt x="113" y="261"/>
                    <a:pt x="111" y="262"/>
                    <a:pt x="111" y="265"/>
                  </a:cubicBezTo>
                  <a:cubicBezTo>
                    <a:pt x="111" y="267"/>
                    <a:pt x="111" y="269"/>
                    <a:pt x="113" y="272"/>
                  </a:cubicBezTo>
                  <a:cubicBezTo>
                    <a:pt x="114" y="276"/>
                    <a:pt x="115" y="277"/>
                    <a:pt x="115" y="281"/>
                  </a:cubicBezTo>
                  <a:cubicBezTo>
                    <a:pt x="115" y="286"/>
                    <a:pt x="114" y="288"/>
                    <a:pt x="115" y="292"/>
                  </a:cubicBezTo>
                  <a:cubicBezTo>
                    <a:pt x="116" y="296"/>
                    <a:pt x="119" y="297"/>
                    <a:pt x="120" y="299"/>
                  </a:cubicBezTo>
                  <a:cubicBezTo>
                    <a:pt x="121" y="301"/>
                    <a:pt x="120" y="303"/>
                    <a:pt x="121" y="306"/>
                  </a:cubicBezTo>
                  <a:cubicBezTo>
                    <a:pt x="121" y="308"/>
                    <a:pt x="121" y="309"/>
                    <a:pt x="122" y="312"/>
                  </a:cubicBezTo>
                  <a:cubicBezTo>
                    <a:pt x="122" y="315"/>
                    <a:pt x="122" y="316"/>
                    <a:pt x="123" y="316"/>
                  </a:cubicBezTo>
                  <a:cubicBezTo>
                    <a:pt x="124" y="316"/>
                    <a:pt x="124" y="314"/>
                    <a:pt x="125" y="314"/>
                  </a:cubicBezTo>
                  <a:cubicBezTo>
                    <a:pt x="126" y="314"/>
                    <a:pt x="126" y="315"/>
                    <a:pt x="127" y="317"/>
                  </a:cubicBezTo>
                  <a:cubicBezTo>
                    <a:pt x="128" y="319"/>
                    <a:pt x="128" y="322"/>
                    <a:pt x="130" y="326"/>
                  </a:cubicBezTo>
                  <a:cubicBezTo>
                    <a:pt x="132" y="329"/>
                    <a:pt x="133" y="331"/>
                    <a:pt x="133" y="333"/>
                  </a:cubicBezTo>
                  <a:cubicBezTo>
                    <a:pt x="134" y="335"/>
                    <a:pt x="135" y="336"/>
                    <a:pt x="135" y="338"/>
                  </a:cubicBezTo>
                  <a:cubicBezTo>
                    <a:pt x="135" y="340"/>
                    <a:pt x="132" y="343"/>
                    <a:pt x="132" y="345"/>
                  </a:cubicBezTo>
                  <a:cubicBezTo>
                    <a:pt x="131" y="346"/>
                    <a:pt x="132" y="347"/>
                    <a:pt x="133" y="348"/>
                  </a:cubicBezTo>
                  <a:cubicBezTo>
                    <a:pt x="134" y="349"/>
                    <a:pt x="135" y="349"/>
                    <a:pt x="135" y="350"/>
                  </a:cubicBezTo>
                  <a:cubicBezTo>
                    <a:pt x="136" y="351"/>
                    <a:pt x="135" y="351"/>
                    <a:pt x="134" y="353"/>
                  </a:cubicBezTo>
                  <a:cubicBezTo>
                    <a:pt x="133" y="355"/>
                    <a:pt x="133" y="355"/>
                    <a:pt x="133" y="357"/>
                  </a:cubicBezTo>
                  <a:cubicBezTo>
                    <a:pt x="132" y="359"/>
                    <a:pt x="133" y="359"/>
                    <a:pt x="134" y="359"/>
                  </a:cubicBezTo>
                  <a:cubicBezTo>
                    <a:pt x="136" y="359"/>
                    <a:pt x="137" y="358"/>
                    <a:pt x="137" y="359"/>
                  </a:cubicBezTo>
                  <a:cubicBezTo>
                    <a:pt x="137" y="360"/>
                    <a:pt x="137" y="362"/>
                    <a:pt x="136" y="364"/>
                  </a:cubicBezTo>
                  <a:cubicBezTo>
                    <a:pt x="136" y="366"/>
                    <a:pt x="136" y="367"/>
                    <a:pt x="135" y="372"/>
                  </a:cubicBezTo>
                  <a:cubicBezTo>
                    <a:pt x="135" y="376"/>
                    <a:pt x="135" y="375"/>
                    <a:pt x="134" y="377"/>
                  </a:cubicBezTo>
                  <a:cubicBezTo>
                    <a:pt x="132" y="378"/>
                    <a:pt x="131" y="378"/>
                    <a:pt x="131" y="380"/>
                  </a:cubicBezTo>
                  <a:cubicBezTo>
                    <a:pt x="131" y="383"/>
                    <a:pt x="131" y="385"/>
                    <a:pt x="131" y="387"/>
                  </a:cubicBezTo>
                  <a:cubicBezTo>
                    <a:pt x="131" y="388"/>
                    <a:pt x="131" y="390"/>
                    <a:pt x="132" y="392"/>
                  </a:cubicBezTo>
                  <a:cubicBezTo>
                    <a:pt x="133" y="390"/>
                    <a:pt x="134" y="389"/>
                    <a:pt x="134" y="388"/>
                  </a:cubicBezTo>
                  <a:cubicBezTo>
                    <a:pt x="135" y="387"/>
                    <a:pt x="135" y="386"/>
                    <a:pt x="135" y="385"/>
                  </a:cubicBezTo>
                  <a:cubicBezTo>
                    <a:pt x="135" y="383"/>
                    <a:pt x="135" y="382"/>
                    <a:pt x="137" y="379"/>
                  </a:cubicBezTo>
                  <a:cubicBezTo>
                    <a:pt x="138" y="378"/>
                    <a:pt x="139" y="376"/>
                    <a:pt x="141" y="375"/>
                  </a:cubicBezTo>
                  <a:cubicBezTo>
                    <a:pt x="142" y="374"/>
                    <a:pt x="143" y="372"/>
                    <a:pt x="144" y="371"/>
                  </a:cubicBezTo>
                  <a:cubicBezTo>
                    <a:pt x="144" y="371"/>
                    <a:pt x="145" y="370"/>
                    <a:pt x="145" y="369"/>
                  </a:cubicBezTo>
                  <a:cubicBezTo>
                    <a:pt x="147" y="366"/>
                    <a:pt x="151" y="362"/>
                    <a:pt x="152" y="359"/>
                  </a:cubicBezTo>
                  <a:cubicBezTo>
                    <a:pt x="152" y="358"/>
                    <a:pt x="152" y="356"/>
                    <a:pt x="152" y="354"/>
                  </a:cubicBezTo>
                  <a:cubicBezTo>
                    <a:pt x="151" y="353"/>
                    <a:pt x="151" y="351"/>
                    <a:pt x="150" y="349"/>
                  </a:cubicBezTo>
                  <a:cubicBezTo>
                    <a:pt x="150" y="348"/>
                    <a:pt x="149" y="347"/>
                    <a:pt x="149" y="346"/>
                  </a:cubicBezTo>
                  <a:cubicBezTo>
                    <a:pt x="149" y="345"/>
                    <a:pt x="149" y="344"/>
                    <a:pt x="147" y="341"/>
                  </a:cubicBezTo>
                  <a:cubicBezTo>
                    <a:pt x="146" y="340"/>
                    <a:pt x="146" y="339"/>
                    <a:pt x="145" y="339"/>
                  </a:cubicBezTo>
                  <a:cubicBezTo>
                    <a:pt x="143" y="337"/>
                    <a:pt x="142" y="335"/>
                    <a:pt x="142" y="332"/>
                  </a:cubicBezTo>
                  <a:cubicBezTo>
                    <a:pt x="142" y="330"/>
                    <a:pt x="143" y="328"/>
                    <a:pt x="143" y="327"/>
                  </a:cubicBezTo>
                  <a:cubicBezTo>
                    <a:pt x="143" y="326"/>
                    <a:pt x="144" y="325"/>
                    <a:pt x="143" y="323"/>
                  </a:cubicBezTo>
                  <a:cubicBezTo>
                    <a:pt x="143" y="322"/>
                    <a:pt x="143" y="321"/>
                    <a:pt x="143" y="320"/>
                  </a:cubicBezTo>
                  <a:cubicBezTo>
                    <a:pt x="143" y="319"/>
                    <a:pt x="143" y="318"/>
                    <a:pt x="142" y="316"/>
                  </a:cubicBezTo>
                  <a:cubicBezTo>
                    <a:pt x="141" y="315"/>
                    <a:pt x="140" y="314"/>
                    <a:pt x="138" y="312"/>
                  </a:cubicBezTo>
                  <a:cubicBezTo>
                    <a:pt x="134" y="307"/>
                    <a:pt x="127" y="300"/>
                    <a:pt x="126" y="298"/>
                  </a:cubicBezTo>
                  <a:cubicBezTo>
                    <a:pt x="126" y="298"/>
                    <a:pt x="126" y="298"/>
                    <a:pt x="126" y="298"/>
                  </a:cubicBezTo>
                  <a:cubicBezTo>
                    <a:pt x="126" y="297"/>
                    <a:pt x="126" y="297"/>
                    <a:pt x="126" y="297"/>
                  </a:cubicBezTo>
                  <a:cubicBezTo>
                    <a:pt x="125" y="295"/>
                    <a:pt x="123" y="291"/>
                    <a:pt x="123" y="288"/>
                  </a:cubicBezTo>
                  <a:cubicBezTo>
                    <a:pt x="124" y="285"/>
                    <a:pt x="125" y="285"/>
                    <a:pt x="128" y="284"/>
                  </a:cubicBezTo>
                  <a:cubicBezTo>
                    <a:pt x="128" y="284"/>
                    <a:pt x="128" y="284"/>
                    <a:pt x="128" y="284"/>
                  </a:cubicBezTo>
                  <a:cubicBezTo>
                    <a:pt x="129" y="284"/>
                    <a:pt x="129" y="284"/>
                    <a:pt x="129" y="284"/>
                  </a:cubicBezTo>
                  <a:cubicBezTo>
                    <a:pt x="129" y="284"/>
                    <a:pt x="129" y="284"/>
                    <a:pt x="129" y="284"/>
                  </a:cubicBezTo>
                  <a:cubicBezTo>
                    <a:pt x="130" y="283"/>
                    <a:pt x="130" y="282"/>
                    <a:pt x="131" y="281"/>
                  </a:cubicBezTo>
                  <a:cubicBezTo>
                    <a:pt x="131" y="281"/>
                    <a:pt x="131" y="280"/>
                    <a:pt x="131" y="279"/>
                  </a:cubicBezTo>
                  <a:cubicBezTo>
                    <a:pt x="131" y="278"/>
                    <a:pt x="131" y="276"/>
                    <a:pt x="131" y="274"/>
                  </a:cubicBezTo>
                  <a:cubicBezTo>
                    <a:pt x="131" y="273"/>
                    <a:pt x="131" y="271"/>
                    <a:pt x="131" y="270"/>
                  </a:cubicBezTo>
                  <a:cubicBezTo>
                    <a:pt x="132" y="268"/>
                    <a:pt x="133" y="267"/>
                    <a:pt x="135" y="267"/>
                  </a:cubicBezTo>
                  <a:cubicBezTo>
                    <a:pt x="135" y="267"/>
                    <a:pt x="135" y="267"/>
                    <a:pt x="135" y="266"/>
                  </a:cubicBezTo>
                  <a:cubicBezTo>
                    <a:pt x="136" y="266"/>
                    <a:pt x="136" y="266"/>
                    <a:pt x="137" y="265"/>
                  </a:cubicBezTo>
                  <a:cubicBezTo>
                    <a:pt x="137" y="265"/>
                    <a:pt x="137" y="265"/>
                    <a:pt x="137" y="264"/>
                  </a:cubicBezTo>
                  <a:cubicBezTo>
                    <a:pt x="137" y="264"/>
                    <a:pt x="137" y="264"/>
                    <a:pt x="137" y="264"/>
                  </a:cubicBezTo>
                  <a:cubicBezTo>
                    <a:pt x="137" y="263"/>
                    <a:pt x="137" y="262"/>
                    <a:pt x="137" y="262"/>
                  </a:cubicBezTo>
                  <a:cubicBezTo>
                    <a:pt x="137" y="262"/>
                    <a:pt x="136" y="262"/>
                    <a:pt x="136" y="262"/>
                  </a:cubicBezTo>
                  <a:cubicBezTo>
                    <a:pt x="135" y="262"/>
                    <a:pt x="134" y="262"/>
                    <a:pt x="133" y="260"/>
                  </a:cubicBezTo>
                  <a:cubicBezTo>
                    <a:pt x="132" y="259"/>
                    <a:pt x="132" y="257"/>
                    <a:pt x="132" y="256"/>
                  </a:cubicBezTo>
                  <a:cubicBezTo>
                    <a:pt x="132" y="254"/>
                    <a:pt x="131" y="253"/>
                    <a:pt x="131" y="252"/>
                  </a:cubicBezTo>
                  <a:cubicBezTo>
                    <a:pt x="130" y="251"/>
                    <a:pt x="127" y="249"/>
                    <a:pt x="126" y="248"/>
                  </a:cubicBezTo>
                  <a:cubicBezTo>
                    <a:pt x="125" y="247"/>
                    <a:pt x="125" y="247"/>
                    <a:pt x="125" y="247"/>
                  </a:cubicBezTo>
                  <a:cubicBezTo>
                    <a:pt x="125" y="247"/>
                    <a:pt x="125" y="247"/>
                    <a:pt x="125" y="247"/>
                  </a:cubicBezTo>
                  <a:cubicBezTo>
                    <a:pt x="124" y="247"/>
                    <a:pt x="122" y="243"/>
                    <a:pt x="119" y="239"/>
                  </a:cubicBezTo>
                  <a:cubicBezTo>
                    <a:pt x="117" y="237"/>
                    <a:pt x="115" y="234"/>
                    <a:pt x="115" y="234"/>
                  </a:cubicBezTo>
                  <a:cubicBezTo>
                    <a:pt x="114" y="233"/>
                    <a:pt x="114" y="232"/>
                    <a:pt x="114" y="231"/>
                  </a:cubicBezTo>
                  <a:cubicBezTo>
                    <a:pt x="114" y="230"/>
                    <a:pt x="113" y="229"/>
                    <a:pt x="113" y="227"/>
                  </a:cubicBezTo>
                  <a:cubicBezTo>
                    <a:pt x="113" y="227"/>
                    <a:pt x="113" y="227"/>
                    <a:pt x="113" y="227"/>
                  </a:cubicBezTo>
                  <a:cubicBezTo>
                    <a:pt x="113" y="227"/>
                    <a:pt x="113" y="227"/>
                    <a:pt x="113" y="227"/>
                  </a:cubicBezTo>
                  <a:cubicBezTo>
                    <a:pt x="113" y="225"/>
                    <a:pt x="113" y="225"/>
                    <a:pt x="110" y="222"/>
                  </a:cubicBezTo>
                  <a:cubicBezTo>
                    <a:pt x="108" y="221"/>
                    <a:pt x="107" y="219"/>
                    <a:pt x="107" y="218"/>
                  </a:cubicBezTo>
                  <a:cubicBezTo>
                    <a:pt x="106" y="217"/>
                    <a:pt x="106" y="216"/>
                    <a:pt x="107" y="215"/>
                  </a:cubicBezTo>
                  <a:cubicBezTo>
                    <a:pt x="108" y="214"/>
                    <a:pt x="109" y="214"/>
                    <a:pt x="111" y="214"/>
                  </a:cubicBezTo>
                  <a:cubicBezTo>
                    <a:pt x="111" y="214"/>
                    <a:pt x="112" y="214"/>
                    <a:pt x="114" y="213"/>
                  </a:cubicBezTo>
                  <a:cubicBezTo>
                    <a:pt x="114" y="213"/>
                    <a:pt x="114" y="212"/>
                    <a:pt x="114" y="211"/>
                  </a:cubicBezTo>
                  <a:cubicBezTo>
                    <a:pt x="114" y="210"/>
                    <a:pt x="114" y="209"/>
                    <a:pt x="114" y="207"/>
                  </a:cubicBezTo>
                  <a:cubicBezTo>
                    <a:pt x="114" y="206"/>
                    <a:pt x="114" y="204"/>
                    <a:pt x="115" y="203"/>
                  </a:cubicBezTo>
                  <a:cubicBezTo>
                    <a:pt x="115" y="202"/>
                    <a:pt x="115" y="201"/>
                    <a:pt x="116" y="200"/>
                  </a:cubicBezTo>
                  <a:cubicBezTo>
                    <a:pt x="116" y="200"/>
                    <a:pt x="116" y="200"/>
                    <a:pt x="116" y="200"/>
                  </a:cubicBezTo>
                  <a:cubicBezTo>
                    <a:pt x="116" y="199"/>
                    <a:pt x="116" y="198"/>
                    <a:pt x="116" y="197"/>
                  </a:cubicBezTo>
                  <a:cubicBezTo>
                    <a:pt x="116" y="195"/>
                    <a:pt x="116" y="194"/>
                    <a:pt x="117" y="192"/>
                  </a:cubicBezTo>
                  <a:cubicBezTo>
                    <a:pt x="118" y="191"/>
                    <a:pt x="119" y="190"/>
                    <a:pt x="120" y="189"/>
                  </a:cubicBezTo>
                  <a:cubicBezTo>
                    <a:pt x="120" y="188"/>
                    <a:pt x="121" y="188"/>
                    <a:pt x="122" y="187"/>
                  </a:cubicBezTo>
                  <a:cubicBezTo>
                    <a:pt x="124" y="187"/>
                    <a:pt x="124" y="188"/>
                    <a:pt x="125" y="188"/>
                  </a:cubicBezTo>
                  <a:cubicBezTo>
                    <a:pt x="126" y="189"/>
                    <a:pt x="128" y="190"/>
                    <a:pt x="131" y="190"/>
                  </a:cubicBezTo>
                  <a:cubicBezTo>
                    <a:pt x="133" y="190"/>
                    <a:pt x="135" y="190"/>
                    <a:pt x="136" y="190"/>
                  </a:cubicBezTo>
                  <a:cubicBezTo>
                    <a:pt x="137" y="189"/>
                    <a:pt x="138" y="189"/>
                    <a:pt x="139" y="188"/>
                  </a:cubicBezTo>
                  <a:cubicBezTo>
                    <a:pt x="140" y="187"/>
                    <a:pt x="140" y="186"/>
                    <a:pt x="140" y="185"/>
                  </a:cubicBezTo>
                  <a:cubicBezTo>
                    <a:pt x="141" y="183"/>
                    <a:pt x="142" y="181"/>
                    <a:pt x="143" y="180"/>
                  </a:cubicBezTo>
                  <a:cubicBezTo>
                    <a:pt x="145" y="180"/>
                    <a:pt x="146" y="180"/>
                    <a:pt x="147" y="180"/>
                  </a:cubicBezTo>
                  <a:cubicBezTo>
                    <a:pt x="148" y="180"/>
                    <a:pt x="149" y="180"/>
                    <a:pt x="149" y="180"/>
                  </a:cubicBezTo>
                  <a:cubicBezTo>
                    <a:pt x="150" y="179"/>
                    <a:pt x="150" y="179"/>
                    <a:pt x="150" y="178"/>
                  </a:cubicBezTo>
                  <a:cubicBezTo>
                    <a:pt x="151" y="177"/>
                    <a:pt x="151" y="177"/>
                    <a:pt x="153" y="176"/>
                  </a:cubicBezTo>
                  <a:cubicBezTo>
                    <a:pt x="153" y="176"/>
                    <a:pt x="153" y="176"/>
                    <a:pt x="153" y="176"/>
                  </a:cubicBezTo>
                  <a:cubicBezTo>
                    <a:pt x="154" y="176"/>
                    <a:pt x="154" y="176"/>
                    <a:pt x="154" y="176"/>
                  </a:cubicBezTo>
                  <a:cubicBezTo>
                    <a:pt x="156" y="175"/>
                    <a:pt x="158" y="174"/>
                    <a:pt x="159" y="174"/>
                  </a:cubicBezTo>
                  <a:cubicBezTo>
                    <a:pt x="159" y="174"/>
                    <a:pt x="160" y="174"/>
                    <a:pt x="160" y="175"/>
                  </a:cubicBezTo>
                  <a:cubicBezTo>
                    <a:pt x="161" y="175"/>
                    <a:pt x="161" y="175"/>
                    <a:pt x="162" y="175"/>
                  </a:cubicBezTo>
                  <a:cubicBezTo>
                    <a:pt x="163" y="175"/>
                    <a:pt x="163" y="174"/>
                    <a:pt x="164" y="173"/>
                  </a:cubicBezTo>
                  <a:cubicBezTo>
                    <a:pt x="164" y="172"/>
                    <a:pt x="164" y="171"/>
                    <a:pt x="165" y="170"/>
                  </a:cubicBezTo>
                  <a:cubicBezTo>
                    <a:pt x="165" y="170"/>
                    <a:pt x="165" y="170"/>
                    <a:pt x="165" y="170"/>
                  </a:cubicBezTo>
                  <a:cubicBezTo>
                    <a:pt x="167" y="168"/>
                    <a:pt x="167" y="167"/>
                    <a:pt x="171" y="166"/>
                  </a:cubicBezTo>
                  <a:cubicBezTo>
                    <a:pt x="172" y="165"/>
                    <a:pt x="173" y="164"/>
                    <a:pt x="173" y="162"/>
                  </a:cubicBezTo>
                  <a:cubicBezTo>
                    <a:pt x="173" y="162"/>
                    <a:pt x="173" y="161"/>
                    <a:pt x="173" y="161"/>
                  </a:cubicBezTo>
                  <a:cubicBezTo>
                    <a:pt x="173" y="160"/>
                    <a:pt x="173" y="160"/>
                    <a:pt x="173" y="159"/>
                  </a:cubicBezTo>
                  <a:cubicBezTo>
                    <a:pt x="173" y="158"/>
                    <a:pt x="173" y="156"/>
                    <a:pt x="177" y="154"/>
                  </a:cubicBezTo>
                  <a:cubicBezTo>
                    <a:pt x="179" y="152"/>
                    <a:pt x="182" y="151"/>
                    <a:pt x="184" y="150"/>
                  </a:cubicBezTo>
                  <a:cubicBezTo>
                    <a:pt x="184" y="149"/>
                    <a:pt x="183" y="149"/>
                    <a:pt x="183" y="149"/>
                  </a:cubicBezTo>
                  <a:cubicBezTo>
                    <a:pt x="182" y="148"/>
                    <a:pt x="181" y="148"/>
                    <a:pt x="180" y="148"/>
                  </a:cubicBezTo>
                  <a:cubicBezTo>
                    <a:pt x="179" y="149"/>
                    <a:pt x="178" y="149"/>
                    <a:pt x="177" y="149"/>
                  </a:cubicBezTo>
                  <a:cubicBezTo>
                    <a:pt x="175" y="150"/>
                    <a:pt x="174" y="151"/>
                    <a:pt x="172" y="151"/>
                  </a:cubicBezTo>
                  <a:cubicBezTo>
                    <a:pt x="171" y="152"/>
                    <a:pt x="170" y="153"/>
                    <a:pt x="170" y="153"/>
                  </a:cubicBezTo>
                  <a:cubicBezTo>
                    <a:pt x="168" y="154"/>
                    <a:pt x="168" y="155"/>
                    <a:pt x="166" y="154"/>
                  </a:cubicBezTo>
                  <a:cubicBezTo>
                    <a:pt x="165" y="154"/>
                    <a:pt x="163" y="153"/>
                    <a:pt x="163" y="152"/>
                  </a:cubicBezTo>
                  <a:cubicBezTo>
                    <a:pt x="163" y="152"/>
                    <a:pt x="163" y="152"/>
                    <a:pt x="163" y="152"/>
                  </a:cubicBezTo>
                  <a:cubicBezTo>
                    <a:pt x="161" y="150"/>
                    <a:pt x="160" y="148"/>
                    <a:pt x="160" y="147"/>
                  </a:cubicBezTo>
                  <a:cubicBezTo>
                    <a:pt x="160" y="146"/>
                    <a:pt x="160" y="145"/>
                    <a:pt x="160" y="144"/>
                  </a:cubicBezTo>
                  <a:cubicBezTo>
                    <a:pt x="160" y="142"/>
                    <a:pt x="160" y="141"/>
                    <a:pt x="158" y="140"/>
                  </a:cubicBezTo>
                  <a:cubicBezTo>
                    <a:pt x="156" y="140"/>
                    <a:pt x="155" y="140"/>
                    <a:pt x="154" y="140"/>
                  </a:cubicBezTo>
                  <a:cubicBezTo>
                    <a:pt x="153" y="140"/>
                    <a:pt x="152" y="140"/>
                    <a:pt x="151" y="140"/>
                  </a:cubicBezTo>
                  <a:cubicBezTo>
                    <a:pt x="149" y="140"/>
                    <a:pt x="147" y="139"/>
                    <a:pt x="146" y="139"/>
                  </a:cubicBezTo>
                  <a:cubicBezTo>
                    <a:pt x="145" y="139"/>
                    <a:pt x="144" y="138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ubicBezTo>
                    <a:pt x="144" y="135"/>
                    <a:pt x="144" y="132"/>
                    <a:pt x="145" y="130"/>
                  </a:cubicBezTo>
                  <a:cubicBezTo>
                    <a:pt x="145" y="129"/>
                    <a:pt x="145" y="129"/>
                    <a:pt x="145" y="128"/>
                  </a:cubicBezTo>
                  <a:cubicBezTo>
                    <a:pt x="146" y="126"/>
                    <a:pt x="147" y="124"/>
                    <a:pt x="148" y="123"/>
                  </a:cubicBezTo>
                  <a:cubicBezTo>
                    <a:pt x="149" y="122"/>
                    <a:pt x="149" y="122"/>
                    <a:pt x="149" y="121"/>
                  </a:cubicBezTo>
                  <a:cubicBezTo>
                    <a:pt x="149" y="121"/>
                    <a:pt x="149" y="121"/>
                    <a:pt x="149" y="120"/>
                  </a:cubicBezTo>
                  <a:cubicBezTo>
                    <a:pt x="149" y="120"/>
                    <a:pt x="149" y="119"/>
                    <a:pt x="148" y="119"/>
                  </a:cubicBezTo>
                  <a:cubicBezTo>
                    <a:pt x="148" y="119"/>
                    <a:pt x="147" y="118"/>
                    <a:pt x="146" y="118"/>
                  </a:cubicBezTo>
                  <a:cubicBezTo>
                    <a:pt x="144" y="118"/>
                    <a:pt x="143" y="117"/>
                    <a:pt x="142" y="117"/>
                  </a:cubicBezTo>
                  <a:cubicBezTo>
                    <a:pt x="139" y="115"/>
                    <a:pt x="138" y="113"/>
                    <a:pt x="137" y="111"/>
                  </a:cubicBezTo>
                  <a:cubicBezTo>
                    <a:pt x="137" y="110"/>
                    <a:pt x="137" y="110"/>
                    <a:pt x="136" y="109"/>
                  </a:cubicBezTo>
                  <a:cubicBezTo>
                    <a:pt x="136" y="107"/>
                    <a:pt x="135" y="106"/>
                    <a:pt x="135" y="105"/>
                  </a:cubicBezTo>
                  <a:cubicBezTo>
                    <a:pt x="134" y="103"/>
                    <a:pt x="134" y="102"/>
                    <a:pt x="134" y="101"/>
                  </a:cubicBezTo>
                  <a:cubicBezTo>
                    <a:pt x="134" y="100"/>
                    <a:pt x="135" y="99"/>
                    <a:pt x="136" y="97"/>
                  </a:cubicBezTo>
                  <a:cubicBezTo>
                    <a:pt x="136" y="96"/>
                    <a:pt x="137" y="95"/>
                    <a:pt x="137" y="95"/>
                  </a:cubicBezTo>
                  <a:cubicBezTo>
                    <a:pt x="136" y="95"/>
                    <a:pt x="135" y="95"/>
                    <a:pt x="134" y="96"/>
                  </a:cubicBezTo>
                  <a:cubicBezTo>
                    <a:pt x="134" y="96"/>
                    <a:pt x="133" y="97"/>
                    <a:pt x="132" y="97"/>
                  </a:cubicBezTo>
                  <a:cubicBezTo>
                    <a:pt x="130" y="98"/>
                    <a:pt x="129" y="97"/>
                    <a:pt x="127" y="97"/>
                  </a:cubicBezTo>
                  <a:cubicBezTo>
                    <a:pt x="127" y="97"/>
                    <a:pt x="126" y="97"/>
                    <a:pt x="125" y="97"/>
                  </a:cubicBezTo>
                  <a:cubicBezTo>
                    <a:pt x="123" y="97"/>
                    <a:pt x="123" y="97"/>
                    <a:pt x="122" y="98"/>
                  </a:cubicBezTo>
                  <a:cubicBezTo>
                    <a:pt x="122" y="98"/>
                    <a:pt x="121" y="98"/>
                    <a:pt x="120" y="99"/>
                  </a:cubicBezTo>
                  <a:cubicBezTo>
                    <a:pt x="120" y="99"/>
                    <a:pt x="120" y="99"/>
                    <a:pt x="119" y="99"/>
                  </a:cubicBezTo>
                  <a:cubicBezTo>
                    <a:pt x="117" y="101"/>
                    <a:pt x="115" y="102"/>
                    <a:pt x="112" y="101"/>
                  </a:cubicBezTo>
                  <a:cubicBezTo>
                    <a:pt x="111" y="100"/>
                    <a:pt x="110" y="99"/>
                    <a:pt x="110" y="98"/>
                  </a:cubicBezTo>
                  <a:cubicBezTo>
                    <a:pt x="110" y="97"/>
                    <a:pt x="110" y="96"/>
                    <a:pt x="110" y="95"/>
                  </a:cubicBezTo>
                  <a:cubicBezTo>
                    <a:pt x="111" y="94"/>
                    <a:pt x="111" y="94"/>
                    <a:pt x="112" y="93"/>
                  </a:cubicBezTo>
                  <a:cubicBezTo>
                    <a:pt x="112" y="93"/>
                    <a:pt x="113" y="92"/>
                    <a:pt x="113" y="91"/>
                  </a:cubicBezTo>
                  <a:cubicBezTo>
                    <a:pt x="112" y="91"/>
                    <a:pt x="112" y="90"/>
                    <a:pt x="112" y="90"/>
                  </a:cubicBezTo>
                  <a:cubicBezTo>
                    <a:pt x="111" y="89"/>
                    <a:pt x="110" y="89"/>
                    <a:pt x="110" y="87"/>
                  </a:cubicBezTo>
                  <a:cubicBezTo>
                    <a:pt x="109" y="85"/>
                    <a:pt x="110" y="84"/>
                    <a:pt x="110" y="82"/>
                  </a:cubicBezTo>
                  <a:cubicBezTo>
                    <a:pt x="111" y="81"/>
                    <a:pt x="111" y="81"/>
                    <a:pt x="111" y="81"/>
                  </a:cubicBezTo>
                  <a:cubicBezTo>
                    <a:pt x="112" y="80"/>
                    <a:pt x="112" y="79"/>
                    <a:pt x="113" y="79"/>
                  </a:cubicBezTo>
                  <a:cubicBezTo>
                    <a:pt x="114" y="78"/>
                    <a:pt x="114" y="78"/>
                    <a:pt x="115" y="77"/>
                  </a:cubicBezTo>
                  <a:cubicBezTo>
                    <a:pt x="115" y="76"/>
                    <a:pt x="115" y="75"/>
                    <a:pt x="115" y="74"/>
                  </a:cubicBezTo>
                  <a:cubicBezTo>
                    <a:pt x="115" y="72"/>
                    <a:pt x="115" y="71"/>
                    <a:pt x="116" y="70"/>
                  </a:cubicBezTo>
                  <a:cubicBezTo>
                    <a:pt x="116" y="70"/>
                    <a:pt x="116" y="70"/>
                    <a:pt x="116" y="70"/>
                  </a:cubicBezTo>
                  <a:cubicBezTo>
                    <a:pt x="116" y="69"/>
                    <a:pt x="117" y="69"/>
                    <a:pt x="118" y="68"/>
                  </a:cubicBezTo>
                  <a:cubicBezTo>
                    <a:pt x="118" y="68"/>
                    <a:pt x="118" y="68"/>
                    <a:pt x="118" y="68"/>
                  </a:cubicBezTo>
                  <a:cubicBezTo>
                    <a:pt x="119" y="68"/>
                    <a:pt x="120" y="67"/>
                    <a:pt x="121" y="67"/>
                  </a:cubicBezTo>
                  <a:cubicBezTo>
                    <a:pt x="121" y="66"/>
                    <a:pt x="121" y="66"/>
                    <a:pt x="121" y="65"/>
                  </a:cubicBezTo>
                  <a:cubicBezTo>
                    <a:pt x="121" y="64"/>
                    <a:pt x="121" y="63"/>
                    <a:pt x="123" y="63"/>
                  </a:cubicBezTo>
                  <a:cubicBezTo>
                    <a:pt x="124" y="62"/>
                    <a:pt x="125" y="62"/>
                    <a:pt x="126" y="62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26" y="62"/>
                    <a:pt x="127" y="62"/>
                    <a:pt x="127" y="62"/>
                  </a:cubicBezTo>
                  <a:cubicBezTo>
                    <a:pt x="128" y="61"/>
                    <a:pt x="129" y="60"/>
                    <a:pt x="131" y="59"/>
                  </a:cubicBezTo>
                  <a:cubicBezTo>
                    <a:pt x="132" y="58"/>
                    <a:pt x="132" y="57"/>
                    <a:pt x="133" y="56"/>
                  </a:cubicBezTo>
                  <a:cubicBezTo>
                    <a:pt x="133" y="56"/>
                    <a:pt x="133" y="55"/>
                    <a:pt x="132" y="54"/>
                  </a:cubicBezTo>
                  <a:cubicBezTo>
                    <a:pt x="132" y="53"/>
                    <a:pt x="131" y="53"/>
                    <a:pt x="131" y="51"/>
                  </a:cubicBezTo>
                  <a:cubicBezTo>
                    <a:pt x="130" y="49"/>
                    <a:pt x="131" y="48"/>
                    <a:pt x="132" y="46"/>
                  </a:cubicBezTo>
                  <a:cubicBezTo>
                    <a:pt x="132" y="46"/>
                    <a:pt x="132" y="46"/>
                    <a:pt x="133" y="45"/>
                  </a:cubicBezTo>
                  <a:cubicBezTo>
                    <a:pt x="133" y="44"/>
                    <a:pt x="133" y="44"/>
                    <a:pt x="133" y="44"/>
                  </a:cubicBezTo>
                  <a:cubicBezTo>
                    <a:pt x="134" y="42"/>
                    <a:pt x="135" y="41"/>
                    <a:pt x="134" y="36"/>
                  </a:cubicBezTo>
                  <a:cubicBezTo>
                    <a:pt x="134" y="34"/>
                    <a:pt x="134" y="33"/>
                    <a:pt x="134" y="32"/>
                  </a:cubicBezTo>
                  <a:cubicBezTo>
                    <a:pt x="133" y="30"/>
                    <a:pt x="133" y="29"/>
                    <a:pt x="133" y="26"/>
                  </a:cubicBezTo>
                  <a:cubicBezTo>
                    <a:pt x="133" y="25"/>
                    <a:pt x="133" y="25"/>
                    <a:pt x="133" y="25"/>
                  </a:cubicBezTo>
                  <a:cubicBezTo>
                    <a:pt x="133" y="25"/>
                    <a:pt x="133" y="25"/>
                    <a:pt x="133" y="25"/>
                  </a:cubicBezTo>
                  <a:cubicBezTo>
                    <a:pt x="133" y="21"/>
                    <a:pt x="134" y="20"/>
                    <a:pt x="132" y="19"/>
                  </a:cubicBezTo>
                  <a:cubicBezTo>
                    <a:pt x="131" y="18"/>
                    <a:pt x="130" y="18"/>
                    <a:pt x="129" y="18"/>
                  </a:cubicBezTo>
                  <a:cubicBezTo>
                    <a:pt x="127" y="18"/>
                    <a:pt x="125" y="18"/>
                    <a:pt x="123" y="16"/>
                  </a:cubicBezTo>
                  <a:cubicBezTo>
                    <a:pt x="123" y="16"/>
                    <a:pt x="123" y="16"/>
                    <a:pt x="123" y="16"/>
                  </a:cubicBezTo>
                  <a:cubicBezTo>
                    <a:pt x="122" y="15"/>
                    <a:pt x="122" y="13"/>
                    <a:pt x="122" y="10"/>
                  </a:cubicBezTo>
                  <a:cubicBezTo>
                    <a:pt x="122" y="9"/>
                    <a:pt x="122" y="8"/>
                    <a:pt x="121" y="7"/>
                  </a:cubicBezTo>
                  <a:cubicBezTo>
                    <a:pt x="121" y="6"/>
                    <a:pt x="120" y="5"/>
                    <a:pt x="119" y="5"/>
                  </a:cubicBezTo>
                  <a:cubicBezTo>
                    <a:pt x="118" y="4"/>
                    <a:pt x="116" y="3"/>
                    <a:pt x="115" y="2"/>
                  </a:cubicBezTo>
                  <a:cubicBezTo>
                    <a:pt x="114" y="1"/>
                    <a:pt x="113" y="0"/>
                    <a:pt x="112" y="0"/>
                  </a:cubicBezTo>
                  <a:cubicBezTo>
                    <a:pt x="112" y="0"/>
                    <a:pt x="112" y="0"/>
                    <a:pt x="111" y="0"/>
                  </a:cubicBezTo>
                  <a:cubicBezTo>
                    <a:pt x="111" y="0"/>
                    <a:pt x="110" y="1"/>
                    <a:pt x="109" y="3"/>
                  </a:cubicBezTo>
                  <a:cubicBezTo>
                    <a:pt x="108" y="4"/>
                    <a:pt x="108" y="5"/>
                    <a:pt x="107" y="5"/>
                  </a:cubicBezTo>
                  <a:cubicBezTo>
                    <a:pt x="107" y="6"/>
                    <a:pt x="107" y="6"/>
                    <a:pt x="107" y="7"/>
                  </a:cubicBezTo>
                  <a:cubicBezTo>
                    <a:pt x="108" y="8"/>
                    <a:pt x="108" y="9"/>
                    <a:pt x="107" y="10"/>
                  </a:cubicBezTo>
                  <a:cubicBezTo>
                    <a:pt x="106" y="12"/>
                    <a:pt x="105" y="13"/>
                    <a:pt x="104" y="13"/>
                  </a:cubicBezTo>
                  <a:cubicBezTo>
                    <a:pt x="103" y="14"/>
                    <a:pt x="103" y="14"/>
                    <a:pt x="102" y="15"/>
                  </a:cubicBezTo>
                  <a:cubicBezTo>
                    <a:pt x="101" y="16"/>
                    <a:pt x="100" y="17"/>
                    <a:pt x="100" y="17"/>
                  </a:cubicBezTo>
                  <a:cubicBezTo>
                    <a:pt x="100" y="18"/>
                    <a:pt x="99" y="19"/>
                    <a:pt x="100" y="19"/>
                  </a:cubicBezTo>
                  <a:cubicBezTo>
                    <a:pt x="100" y="20"/>
                    <a:pt x="101" y="21"/>
                    <a:pt x="101" y="23"/>
                  </a:cubicBezTo>
                  <a:cubicBezTo>
                    <a:pt x="102" y="24"/>
                    <a:pt x="102" y="24"/>
                    <a:pt x="102" y="25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103" y="27"/>
                    <a:pt x="104" y="29"/>
                    <a:pt x="103" y="31"/>
                  </a:cubicBezTo>
                  <a:cubicBezTo>
                    <a:pt x="102" y="32"/>
                    <a:pt x="101" y="32"/>
                    <a:pt x="99" y="31"/>
                  </a:cubicBezTo>
                  <a:cubicBezTo>
                    <a:pt x="98" y="31"/>
                    <a:pt x="97" y="30"/>
                    <a:pt x="95" y="29"/>
                  </a:cubicBezTo>
                  <a:cubicBezTo>
                    <a:pt x="94" y="28"/>
                    <a:pt x="93" y="27"/>
                    <a:pt x="92" y="27"/>
                  </a:cubicBezTo>
                  <a:cubicBezTo>
                    <a:pt x="91" y="26"/>
                    <a:pt x="90" y="26"/>
                    <a:pt x="89" y="26"/>
                  </a:cubicBezTo>
                  <a:cubicBezTo>
                    <a:pt x="88" y="27"/>
                    <a:pt x="87" y="27"/>
                    <a:pt x="86" y="27"/>
                  </a:cubicBezTo>
                  <a:cubicBezTo>
                    <a:pt x="85" y="28"/>
                    <a:pt x="84" y="28"/>
                    <a:pt x="82" y="29"/>
                  </a:cubicBezTo>
                  <a:cubicBezTo>
                    <a:pt x="81" y="30"/>
                    <a:pt x="79" y="31"/>
                    <a:pt x="78" y="32"/>
                  </a:cubicBezTo>
                  <a:cubicBezTo>
                    <a:pt x="76" y="33"/>
                    <a:pt x="75" y="35"/>
                    <a:pt x="73" y="36"/>
                  </a:cubicBezTo>
                  <a:cubicBezTo>
                    <a:pt x="71" y="37"/>
                    <a:pt x="70" y="37"/>
                    <a:pt x="69" y="38"/>
                  </a:cubicBezTo>
                  <a:cubicBezTo>
                    <a:pt x="68" y="39"/>
                    <a:pt x="67" y="39"/>
                    <a:pt x="66" y="39"/>
                  </a:cubicBezTo>
                  <a:cubicBezTo>
                    <a:pt x="65" y="40"/>
                    <a:pt x="64" y="41"/>
                    <a:pt x="63" y="42"/>
                  </a:cubicBezTo>
                  <a:cubicBezTo>
                    <a:pt x="63" y="42"/>
                    <a:pt x="62" y="43"/>
                    <a:pt x="62" y="44"/>
                  </a:cubicBezTo>
                  <a:cubicBezTo>
                    <a:pt x="62" y="45"/>
                    <a:pt x="62" y="46"/>
                    <a:pt x="62" y="48"/>
                  </a:cubicBezTo>
                  <a:cubicBezTo>
                    <a:pt x="62" y="49"/>
                    <a:pt x="62" y="50"/>
                    <a:pt x="62" y="52"/>
                  </a:cubicBezTo>
                  <a:cubicBezTo>
                    <a:pt x="62" y="54"/>
                    <a:pt x="62" y="55"/>
                    <a:pt x="61" y="56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0" y="59"/>
                    <a:pt x="59" y="60"/>
                  </a:cubicBezTo>
                  <a:cubicBezTo>
                    <a:pt x="58" y="61"/>
                    <a:pt x="57" y="63"/>
                    <a:pt x="56" y="64"/>
                  </a:cubicBezTo>
                  <a:cubicBezTo>
                    <a:pt x="55" y="64"/>
                    <a:pt x="55" y="65"/>
                    <a:pt x="54" y="66"/>
                  </a:cubicBezTo>
                  <a:cubicBezTo>
                    <a:pt x="53" y="66"/>
                    <a:pt x="53" y="67"/>
                    <a:pt x="53" y="68"/>
                  </a:cubicBezTo>
                  <a:cubicBezTo>
                    <a:pt x="52" y="69"/>
                    <a:pt x="53" y="69"/>
                    <a:pt x="53" y="70"/>
                  </a:cubicBezTo>
                  <a:cubicBezTo>
                    <a:pt x="53" y="71"/>
                    <a:pt x="53" y="72"/>
                    <a:pt x="53" y="74"/>
                  </a:cubicBezTo>
                  <a:cubicBezTo>
                    <a:pt x="53" y="75"/>
                    <a:pt x="53" y="77"/>
                    <a:pt x="52" y="79"/>
                  </a:cubicBezTo>
                  <a:cubicBezTo>
                    <a:pt x="51" y="81"/>
                    <a:pt x="50" y="83"/>
                    <a:pt x="50" y="84"/>
                  </a:cubicBezTo>
                  <a:cubicBezTo>
                    <a:pt x="50" y="84"/>
                    <a:pt x="50" y="84"/>
                    <a:pt x="50" y="84"/>
                  </a:cubicBezTo>
                  <a:cubicBezTo>
                    <a:pt x="49" y="85"/>
                    <a:pt x="49" y="85"/>
                    <a:pt x="49" y="85"/>
                  </a:cubicBezTo>
                  <a:cubicBezTo>
                    <a:pt x="48" y="88"/>
                    <a:pt x="45" y="92"/>
                    <a:pt x="45" y="94"/>
                  </a:cubicBezTo>
                  <a:cubicBezTo>
                    <a:pt x="44" y="95"/>
                    <a:pt x="44" y="97"/>
                    <a:pt x="43" y="99"/>
                  </a:cubicBezTo>
                  <a:cubicBezTo>
                    <a:pt x="43" y="100"/>
                    <a:pt x="42" y="101"/>
                    <a:pt x="42" y="102"/>
                  </a:cubicBezTo>
                  <a:cubicBezTo>
                    <a:pt x="41" y="102"/>
                    <a:pt x="40" y="103"/>
                    <a:pt x="38" y="102"/>
                  </a:cubicBezTo>
                  <a:cubicBezTo>
                    <a:pt x="37" y="102"/>
                    <a:pt x="36" y="102"/>
                    <a:pt x="35" y="101"/>
                  </a:cubicBezTo>
                  <a:cubicBezTo>
                    <a:pt x="34" y="100"/>
                    <a:pt x="32" y="100"/>
                    <a:pt x="31" y="100"/>
                  </a:cubicBezTo>
                  <a:cubicBezTo>
                    <a:pt x="30" y="100"/>
                    <a:pt x="29" y="99"/>
                    <a:pt x="28" y="99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8" y="99"/>
                    <a:pt x="27" y="99"/>
                    <a:pt x="27" y="99"/>
                  </a:cubicBezTo>
                  <a:cubicBezTo>
                    <a:pt x="26" y="99"/>
                    <a:pt x="26" y="99"/>
                    <a:pt x="26" y="99"/>
                  </a:cubicBezTo>
                  <a:cubicBezTo>
                    <a:pt x="26" y="99"/>
                    <a:pt x="26" y="99"/>
                    <a:pt x="26" y="99"/>
                  </a:cubicBezTo>
                  <a:cubicBezTo>
                    <a:pt x="26" y="99"/>
                    <a:pt x="26" y="99"/>
                    <a:pt x="26" y="99"/>
                  </a:cubicBezTo>
                  <a:cubicBezTo>
                    <a:pt x="26" y="100"/>
                    <a:pt x="26" y="101"/>
                    <a:pt x="26" y="102"/>
                  </a:cubicBezTo>
                  <a:cubicBezTo>
                    <a:pt x="26" y="103"/>
                    <a:pt x="26" y="104"/>
                    <a:pt x="26" y="105"/>
                  </a:cubicBezTo>
                  <a:cubicBezTo>
                    <a:pt x="26" y="107"/>
                    <a:pt x="26" y="110"/>
                    <a:pt x="26" y="112"/>
                  </a:cubicBezTo>
                  <a:cubicBezTo>
                    <a:pt x="26" y="114"/>
                    <a:pt x="26" y="116"/>
                    <a:pt x="26" y="116"/>
                  </a:cubicBezTo>
                  <a:cubicBezTo>
                    <a:pt x="26" y="118"/>
                    <a:pt x="26" y="119"/>
                    <a:pt x="25" y="120"/>
                  </a:cubicBezTo>
                  <a:cubicBezTo>
                    <a:pt x="24" y="121"/>
                    <a:pt x="23" y="121"/>
                    <a:pt x="22" y="121"/>
                  </a:cubicBezTo>
                  <a:cubicBezTo>
                    <a:pt x="22" y="121"/>
                    <a:pt x="21" y="121"/>
                    <a:pt x="21" y="122"/>
                  </a:cubicBezTo>
                  <a:cubicBezTo>
                    <a:pt x="20" y="122"/>
                    <a:pt x="20" y="123"/>
                    <a:pt x="20" y="124"/>
                  </a:cubicBezTo>
                  <a:cubicBezTo>
                    <a:pt x="20" y="127"/>
                    <a:pt x="20" y="129"/>
                    <a:pt x="21" y="132"/>
                  </a:cubicBezTo>
                  <a:cubicBezTo>
                    <a:pt x="21" y="132"/>
                    <a:pt x="21" y="132"/>
                    <a:pt x="21" y="132"/>
                  </a:cubicBezTo>
                  <a:cubicBezTo>
                    <a:pt x="21" y="132"/>
                    <a:pt x="21" y="132"/>
                    <a:pt x="21" y="132"/>
                  </a:cubicBezTo>
                  <a:cubicBezTo>
                    <a:pt x="22" y="134"/>
                    <a:pt x="22" y="136"/>
                    <a:pt x="21" y="137"/>
                  </a:cubicBezTo>
                  <a:cubicBezTo>
                    <a:pt x="21" y="138"/>
                    <a:pt x="20" y="139"/>
                    <a:pt x="20" y="140"/>
                  </a:cubicBezTo>
                  <a:cubicBezTo>
                    <a:pt x="19" y="141"/>
                    <a:pt x="18" y="141"/>
                    <a:pt x="16" y="141"/>
                  </a:cubicBezTo>
                  <a:cubicBezTo>
                    <a:pt x="15" y="141"/>
                    <a:pt x="14" y="141"/>
                    <a:pt x="13" y="140"/>
                  </a:cubicBezTo>
                  <a:cubicBezTo>
                    <a:pt x="13" y="140"/>
                    <a:pt x="13" y="140"/>
                    <a:pt x="13" y="140"/>
                  </a:cubicBezTo>
                  <a:cubicBezTo>
                    <a:pt x="11" y="139"/>
                    <a:pt x="10" y="139"/>
                    <a:pt x="10" y="139"/>
                  </a:cubicBezTo>
                  <a:cubicBezTo>
                    <a:pt x="10" y="140"/>
                    <a:pt x="10" y="140"/>
                    <a:pt x="10" y="140"/>
                  </a:cubicBezTo>
                  <a:cubicBezTo>
                    <a:pt x="10" y="141"/>
                    <a:pt x="10" y="142"/>
                    <a:pt x="10" y="144"/>
                  </a:cubicBezTo>
                  <a:cubicBezTo>
                    <a:pt x="10" y="146"/>
                    <a:pt x="11" y="148"/>
                    <a:pt x="11" y="150"/>
                  </a:cubicBezTo>
                  <a:cubicBezTo>
                    <a:pt x="11" y="152"/>
                    <a:pt x="11" y="154"/>
                    <a:pt x="10" y="155"/>
                  </a:cubicBezTo>
                  <a:cubicBezTo>
                    <a:pt x="10" y="155"/>
                    <a:pt x="10" y="155"/>
                    <a:pt x="10" y="155"/>
                  </a:cubicBezTo>
                  <a:cubicBezTo>
                    <a:pt x="10" y="155"/>
                    <a:pt x="10" y="155"/>
                    <a:pt x="10" y="155"/>
                  </a:cubicBezTo>
                  <a:cubicBezTo>
                    <a:pt x="9" y="156"/>
                    <a:pt x="9" y="157"/>
                    <a:pt x="6" y="156"/>
                  </a:cubicBezTo>
                  <a:cubicBezTo>
                    <a:pt x="6" y="156"/>
                    <a:pt x="5" y="156"/>
                    <a:pt x="5" y="156"/>
                  </a:cubicBezTo>
                  <a:cubicBezTo>
                    <a:pt x="4" y="156"/>
                    <a:pt x="4" y="156"/>
                    <a:pt x="3" y="156"/>
                  </a:cubicBezTo>
                  <a:cubicBezTo>
                    <a:pt x="2" y="156"/>
                    <a:pt x="1" y="159"/>
                    <a:pt x="0" y="161"/>
                  </a:cubicBezTo>
                  <a:cubicBezTo>
                    <a:pt x="0" y="162"/>
                    <a:pt x="1" y="163"/>
                    <a:pt x="1" y="164"/>
                  </a:cubicBezTo>
                  <a:cubicBezTo>
                    <a:pt x="2" y="166"/>
                    <a:pt x="2" y="165"/>
                    <a:pt x="4" y="167"/>
                  </a:cubicBezTo>
                  <a:cubicBezTo>
                    <a:pt x="5" y="168"/>
                    <a:pt x="4" y="169"/>
                    <a:pt x="6" y="171"/>
                  </a:cubicBezTo>
                  <a:cubicBezTo>
                    <a:pt x="8" y="173"/>
                    <a:pt x="11" y="171"/>
                    <a:pt x="12" y="175"/>
                  </a:cubicBezTo>
                  <a:cubicBezTo>
                    <a:pt x="13" y="178"/>
                    <a:pt x="14" y="176"/>
                    <a:pt x="16" y="175"/>
                  </a:cubicBezTo>
                  <a:cubicBezTo>
                    <a:pt x="18" y="175"/>
                    <a:pt x="18" y="176"/>
                    <a:pt x="18" y="177"/>
                  </a:cubicBezTo>
                  <a:cubicBezTo>
                    <a:pt x="19" y="179"/>
                    <a:pt x="18" y="180"/>
                    <a:pt x="17" y="183"/>
                  </a:cubicBezTo>
                  <a:cubicBezTo>
                    <a:pt x="16" y="185"/>
                    <a:pt x="17" y="184"/>
                    <a:pt x="18" y="185"/>
                  </a:cubicBezTo>
                  <a:cubicBezTo>
                    <a:pt x="19" y="186"/>
                    <a:pt x="20" y="185"/>
                    <a:pt x="22" y="183"/>
                  </a:cubicBezTo>
                  <a:cubicBezTo>
                    <a:pt x="23" y="182"/>
                    <a:pt x="23" y="183"/>
                    <a:pt x="26" y="184"/>
                  </a:cubicBezTo>
                  <a:cubicBezTo>
                    <a:pt x="28" y="184"/>
                    <a:pt x="29" y="184"/>
                    <a:pt x="30" y="185"/>
                  </a:cubicBezTo>
                  <a:cubicBezTo>
                    <a:pt x="32" y="186"/>
                    <a:pt x="31" y="186"/>
                    <a:pt x="31" y="188"/>
                  </a:cubicBezTo>
                  <a:cubicBezTo>
                    <a:pt x="31" y="190"/>
                    <a:pt x="31" y="192"/>
                    <a:pt x="33" y="193"/>
                  </a:cubicBezTo>
                  <a:cubicBezTo>
                    <a:pt x="35" y="194"/>
                    <a:pt x="37" y="198"/>
                    <a:pt x="37" y="199"/>
                  </a:cubicBezTo>
                  <a:cubicBezTo>
                    <a:pt x="38" y="201"/>
                    <a:pt x="37" y="206"/>
                    <a:pt x="37" y="207"/>
                  </a:cubicBezTo>
                  <a:cubicBezTo>
                    <a:pt x="37" y="209"/>
                    <a:pt x="39" y="209"/>
                    <a:pt x="41" y="212"/>
                  </a:cubicBezTo>
                  <a:cubicBezTo>
                    <a:pt x="43" y="215"/>
                    <a:pt x="44" y="220"/>
                    <a:pt x="46" y="223"/>
                  </a:cubicBezTo>
                  <a:cubicBezTo>
                    <a:pt x="48" y="227"/>
                    <a:pt x="48" y="233"/>
                    <a:pt x="48" y="238"/>
                  </a:cubicBezTo>
                  <a:cubicBezTo>
                    <a:pt x="47" y="244"/>
                    <a:pt x="45" y="255"/>
                    <a:pt x="45" y="258"/>
                  </a:cubicBezTo>
                  <a:cubicBezTo>
                    <a:pt x="44" y="261"/>
                    <a:pt x="43" y="267"/>
                    <a:pt x="43" y="269"/>
                  </a:cubicBezTo>
                  <a:cubicBezTo>
                    <a:pt x="43" y="271"/>
                    <a:pt x="44" y="268"/>
                    <a:pt x="47" y="268"/>
                  </a:cubicBezTo>
                  <a:cubicBezTo>
                    <a:pt x="49" y="267"/>
                    <a:pt x="48" y="266"/>
                    <a:pt x="48" y="264"/>
                  </a:cubicBezTo>
                  <a:cubicBezTo>
                    <a:pt x="49" y="262"/>
                    <a:pt x="51" y="261"/>
                    <a:pt x="52" y="262"/>
                  </a:cubicBezTo>
                  <a:cubicBezTo>
                    <a:pt x="52" y="263"/>
                    <a:pt x="52" y="263"/>
                    <a:pt x="52" y="265"/>
                  </a:cubicBezTo>
                  <a:cubicBezTo>
                    <a:pt x="52" y="267"/>
                    <a:pt x="52" y="268"/>
                    <a:pt x="52" y="269"/>
                  </a:cubicBezTo>
                  <a:cubicBezTo>
                    <a:pt x="52" y="271"/>
                    <a:pt x="52" y="271"/>
                    <a:pt x="54" y="271"/>
                  </a:cubicBezTo>
                  <a:cubicBezTo>
                    <a:pt x="56" y="271"/>
                    <a:pt x="55" y="270"/>
                    <a:pt x="56" y="269"/>
                  </a:cubicBezTo>
                  <a:cubicBezTo>
                    <a:pt x="58" y="268"/>
                    <a:pt x="58" y="267"/>
                    <a:pt x="59" y="267"/>
                  </a:cubicBezTo>
                  <a:cubicBezTo>
                    <a:pt x="61" y="267"/>
                    <a:pt x="60" y="268"/>
                    <a:pt x="60" y="270"/>
                  </a:cubicBezTo>
                  <a:close/>
                  <a:moveTo>
                    <a:pt x="128" y="360"/>
                  </a:moveTo>
                  <a:cubicBezTo>
                    <a:pt x="128" y="361"/>
                    <a:pt x="128" y="363"/>
                    <a:pt x="129" y="363"/>
                  </a:cubicBezTo>
                  <a:cubicBezTo>
                    <a:pt x="130" y="363"/>
                    <a:pt x="131" y="364"/>
                    <a:pt x="131" y="363"/>
                  </a:cubicBezTo>
                  <a:cubicBezTo>
                    <a:pt x="131" y="362"/>
                    <a:pt x="129" y="358"/>
                    <a:pt x="128" y="360"/>
                  </a:cubicBezTo>
                  <a:close/>
                  <a:moveTo>
                    <a:pt x="124" y="327"/>
                  </a:moveTo>
                  <a:cubicBezTo>
                    <a:pt x="123" y="332"/>
                    <a:pt x="121" y="333"/>
                    <a:pt x="123" y="334"/>
                  </a:cubicBezTo>
                  <a:cubicBezTo>
                    <a:pt x="125" y="334"/>
                    <a:pt x="126" y="334"/>
                    <a:pt x="126" y="332"/>
                  </a:cubicBezTo>
                  <a:cubicBezTo>
                    <a:pt x="126" y="329"/>
                    <a:pt x="124" y="326"/>
                    <a:pt x="124" y="327"/>
                  </a:cubicBezTo>
                  <a:close/>
                  <a:moveTo>
                    <a:pt x="123" y="397"/>
                  </a:moveTo>
                  <a:cubicBezTo>
                    <a:pt x="124" y="398"/>
                    <a:pt x="127" y="396"/>
                    <a:pt x="127" y="394"/>
                  </a:cubicBezTo>
                  <a:cubicBezTo>
                    <a:pt x="127" y="392"/>
                    <a:pt x="124" y="390"/>
                    <a:pt x="124" y="393"/>
                  </a:cubicBezTo>
                  <a:cubicBezTo>
                    <a:pt x="124" y="396"/>
                    <a:pt x="122" y="397"/>
                    <a:pt x="123" y="397"/>
                  </a:cubicBezTo>
                  <a:close/>
                  <a:moveTo>
                    <a:pt x="126" y="377"/>
                  </a:moveTo>
                  <a:cubicBezTo>
                    <a:pt x="126" y="376"/>
                    <a:pt x="123" y="374"/>
                    <a:pt x="123" y="375"/>
                  </a:cubicBezTo>
                  <a:cubicBezTo>
                    <a:pt x="122" y="376"/>
                    <a:pt x="123" y="378"/>
                    <a:pt x="124" y="379"/>
                  </a:cubicBezTo>
                  <a:cubicBezTo>
                    <a:pt x="125" y="380"/>
                    <a:pt x="126" y="379"/>
                    <a:pt x="126" y="377"/>
                  </a:cubicBezTo>
                  <a:close/>
                  <a:moveTo>
                    <a:pt x="126" y="340"/>
                  </a:moveTo>
                  <a:cubicBezTo>
                    <a:pt x="125" y="342"/>
                    <a:pt x="125" y="343"/>
                    <a:pt x="125" y="345"/>
                  </a:cubicBezTo>
                  <a:cubicBezTo>
                    <a:pt x="124" y="347"/>
                    <a:pt x="125" y="348"/>
                    <a:pt x="126" y="347"/>
                  </a:cubicBezTo>
                  <a:cubicBezTo>
                    <a:pt x="127" y="346"/>
                    <a:pt x="128" y="343"/>
                    <a:pt x="128" y="342"/>
                  </a:cubicBezTo>
                  <a:cubicBezTo>
                    <a:pt x="129" y="341"/>
                    <a:pt x="127" y="338"/>
                    <a:pt x="126" y="34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5" name="Freeform 430">
              <a:extLst>
                <a:ext uri="{FF2B5EF4-FFF2-40B4-BE49-F238E27FC236}">
                  <a16:creationId xmlns:a16="http://schemas.microsoft.com/office/drawing/2014/main" id="{1D90514F-B396-3EF9-1E48-99BC930C42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2240" y="3335013"/>
              <a:ext cx="50774" cy="22566"/>
            </a:xfrm>
            <a:custGeom>
              <a:avLst/>
              <a:gdLst>
                <a:gd name="T0" fmla="*/ 22 w 46"/>
                <a:gd name="T1" fmla="*/ 9 h 21"/>
                <a:gd name="T2" fmla="*/ 16 w 46"/>
                <a:gd name="T3" fmla="*/ 10 h 21"/>
                <a:gd name="T4" fmla="*/ 22 w 46"/>
                <a:gd name="T5" fmla="*/ 13 h 21"/>
                <a:gd name="T6" fmla="*/ 26 w 46"/>
                <a:gd name="T7" fmla="*/ 12 h 21"/>
                <a:gd name="T8" fmla="*/ 25 w 46"/>
                <a:gd name="T9" fmla="*/ 10 h 21"/>
                <a:gd name="T10" fmla="*/ 22 w 46"/>
                <a:gd name="T11" fmla="*/ 9 h 21"/>
                <a:gd name="T12" fmla="*/ 10 w 46"/>
                <a:gd name="T13" fmla="*/ 2 h 21"/>
                <a:gd name="T14" fmla="*/ 7 w 46"/>
                <a:gd name="T15" fmla="*/ 1 h 21"/>
                <a:gd name="T16" fmla="*/ 1 w 46"/>
                <a:gd name="T17" fmla="*/ 2 h 21"/>
                <a:gd name="T18" fmla="*/ 3 w 46"/>
                <a:gd name="T19" fmla="*/ 5 h 21"/>
                <a:gd name="T20" fmla="*/ 8 w 46"/>
                <a:gd name="T21" fmla="*/ 8 h 21"/>
                <a:gd name="T22" fmla="*/ 11 w 46"/>
                <a:gd name="T23" fmla="*/ 6 h 21"/>
                <a:gd name="T24" fmla="*/ 10 w 46"/>
                <a:gd name="T25" fmla="*/ 2 h 21"/>
                <a:gd name="T26" fmla="*/ 41 w 46"/>
                <a:gd name="T27" fmla="*/ 18 h 21"/>
                <a:gd name="T28" fmla="*/ 39 w 46"/>
                <a:gd name="T29" fmla="*/ 20 h 21"/>
                <a:gd name="T30" fmla="*/ 42 w 46"/>
                <a:gd name="T31" fmla="*/ 20 h 21"/>
                <a:gd name="T32" fmla="*/ 44 w 46"/>
                <a:gd name="T33" fmla="*/ 19 h 21"/>
                <a:gd name="T34" fmla="*/ 41 w 46"/>
                <a:gd name="T35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" h="21">
                  <a:moveTo>
                    <a:pt x="22" y="9"/>
                  </a:moveTo>
                  <a:cubicBezTo>
                    <a:pt x="19" y="8"/>
                    <a:pt x="16" y="8"/>
                    <a:pt x="16" y="10"/>
                  </a:cubicBezTo>
                  <a:cubicBezTo>
                    <a:pt x="17" y="12"/>
                    <a:pt x="19" y="13"/>
                    <a:pt x="22" y="13"/>
                  </a:cubicBezTo>
                  <a:cubicBezTo>
                    <a:pt x="26" y="13"/>
                    <a:pt x="25" y="13"/>
                    <a:pt x="26" y="12"/>
                  </a:cubicBezTo>
                  <a:cubicBezTo>
                    <a:pt x="26" y="11"/>
                    <a:pt x="25" y="11"/>
                    <a:pt x="25" y="10"/>
                  </a:cubicBezTo>
                  <a:cubicBezTo>
                    <a:pt x="24" y="9"/>
                    <a:pt x="23" y="9"/>
                    <a:pt x="22" y="9"/>
                  </a:cubicBezTo>
                  <a:close/>
                  <a:moveTo>
                    <a:pt x="10" y="2"/>
                  </a:moveTo>
                  <a:cubicBezTo>
                    <a:pt x="9" y="1"/>
                    <a:pt x="7" y="1"/>
                    <a:pt x="7" y="1"/>
                  </a:cubicBezTo>
                  <a:cubicBezTo>
                    <a:pt x="3" y="2"/>
                    <a:pt x="1" y="0"/>
                    <a:pt x="1" y="2"/>
                  </a:cubicBezTo>
                  <a:cubicBezTo>
                    <a:pt x="0" y="3"/>
                    <a:pt x="1" y="5"/>
                    <a:pt x="3" y="5"/>
                  </a:cubicBezTo>
                  <a:cubicBezTo>
                    <a:pt x="4" y="6"/>
                    <a:pt x="5" y="7"/>
                    <a:pt x="8" y="8"/>
                  </a:cubicBezTo>
                  <a:cubicBezTo>
                    <a:pt x="10" y="8"/>
                    <a:pt x="11" y="9"/>
                    <a:pt x="11" y="6"/>
                  </a:cubicBezTo>
                  <a:cubicBezTo>
                    <a:pt x="10" y="4"/>
                    <a:pt x="11" y="3"/>
                    <a:pt x="10" y="2"/>
                  </a:cubicBezTo>
                  <a:close/>
                  <a:moveTo>
                    <a:pt x="41" y="18"/>
                  </a:moveTo>
                  <a:cubicBezTo>
                    <a:pt x="39" y="18"/>
                    <a:pt x="38" y="20"/>
                    <a:pt x="39" y="20"/>
                  </a:cubicBezTo>
                  <a:cubicBezTo>
                    <a:pt x="40" y="21"/>
                    <a:pt x="42" y="21"/>
                    <a:pt x="42" y="20"/>
                  </a:cubicBezTo>
                  <a:cubicBezTo>
                    <a:pt x="43" y="20"/>
                    <a:pt x="43" y="19"/>
                    <a:pt x="44" y="19"/>
                  </a:cubicBezTo>
                  <a:cubicBezTo>
                    <a:pt x="46" y="18"/>
                    <a:pt x="44" y="16"/>
                    <a:pt x="41" y="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6" name="Freeform 431">
              <a:extLst>
                <a:ext uri="{FF2B5EF4-FFF2-40B4-BE49-F238E27FC236}">
                  <a16:creationId xmlns:a16="http://schemas.microsoft.com/office/drawing/2014/main" id="{7C70EF31-86B6-6413-F173-267C12774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8222" y="3985201"/>
              <a:ext cx="172067" cy="167836"/>
            </a:xfrm>
            <a:custGeom>
              <a:avLst/>
              <a:gdLst>
                <a:gd name="T0" fmla="*/ 151 w 158"/>
                <a:gd name="T1" fmla="*/ 19 h 156"/>
                <a:gd name="T2" fmla="*/ 149 w 158"/>
                <a:gd name="T3" fmla="*/ 14 h 156"/>
                <a:gd name="T4" fmla="*/ 145 w 158"/>
                <a:gd name="T5" fmla="*/ 12 h 156"/>
                <a:gd name="T6" fmla="*/ 137 w 158"/>
                <a:gd name="T7" fmla="*/ 20 h 156"/>
                <a:gd name="T8" fmla="*/ 133 w 158"/>
                <a:gd name="T9" fmla="*/ 12 h 156"/>
                <a:gd name="T10" fmla="*/ 126 w 158"/>
                <a:gd name="T11" fmla="*/ 7 h 156"/>
                <a:gd name="T12" fmla="*/ 131 w 158"/>
                <a:gd name="T13" fmla="*/ 2 h 156"/>
                <a:gd name="T14" fmla="*/ 122 w 158"/>
                <a:gd name="T15" fmla="*/ 0 h 156"/>
                <a:gd name="T16" fmla="*/ 114 w 158"/>
                <a:gd name="T17" fmla="*/ 7 h 156"/>
                <a:gd name="T18" fmla="*/ 111 w 158"/>
                <a:gd name="T19" fmla="*/ 22 h 156"/>
                <a:gd name="T20" fmla="*/ 100 w 158"/>
                <a:gd name="T21" fmla="*/ 30 h 156"/>
                <a:gd name="T22" fmla="*/ 94 w 158"/>
                <a:gd name="T23" fmla="*/ 42 h 156"/>
                <a:gd name="T24" fmla="*/ 86 w 158"/>
                <a:gd name="T25" fmla="*/ 56 h 156"/>
                <a:gd name="T26" fmla="*/ 68 w 158"/>
                <a:gd name="T27" fmla="*/ 71 h 156"/>
                <a:gd name="T28" fmla="*/ 46 w 158"/>
                <a:gd name="T29" fmla="*/ 86 h 156"/>
                <a:gd name="T30" fmla="*/ 32 w 158"/>
                <a:gd name="T31" fmla="*/ 92 h 156"/>
                <a:gd name="T32" fmla="*/ 25 w 158"/>
                <a:gd name="T33" fmla="*/ 101 h 156"/>
                <a:gd name="T34" fmla="*/ 17 w 158"/>
                <a:gd name="T35" fmla="*/ 107 h 156"/>
                <a:gd name="T36" fmla="*/ 13 w 158"/>
                <a:gd name="T37" fmla="*/ 111 h 156"/>
                <a:gd name="T38" fmla="*/ 9 w 158"/>
                <a:gd name="T39" fmla="*/ 120 h 156"/>
                <a:gd name="T40" fmla="*/ 7 w 158"/>
                <a:gd name="T41" fmla="*/ 124 h 156"/>
                <a:gd name="T42" fmla="*/ 2 w 158"/>
                <a:gd name="T43" fmla="*/ 123 h 156"/>
                <a:gd name="T44" fmla="*/ 6 w 158"/>
                <a:gd name="T45" fmla="*/ 129 h 156"/>
                <a:gd name="T46" fmla="*/ 0 w 158"/>
                <a:gd name="T47" fmla="*/ 134 h 156"/>
                <a:gd name="T48" fmla="*/ 4 w 158"/>
                <a:gd name="T49" fmla="*/ 139 h 156"/>
                <a:gd name="T50" fmla="*/ 1 w 158"/>
                <a:gd name="T51" fmla="*/ 143 h 156"/>
                <a:gd name="T52" fmla="*/ 21 w 158"/>
                <a:gd name="T53" fmla="*/ 144 h 156"/>
                <a:gd name="T54" fmla="*/ 35 w 158"/>
                <a:gd name="T55" fmla="*/ 151 h 156"/>
                <a:gd name="T56" fmla="*/ 48 w 158"/>
                <a:gd name="T57" fmla="*/ 155 h 156"/>
                <a:gd name="T58" fmla="*/ 68 w 158"/>
                <a:gd name="T59" fmla="*/ 147 h 156"/>
                <a:gd name="T60" fmla="*/ 79 w 158"/>
                <a:gd name="T61" fmla="*/ 137 h 156"/>
                <a:gd name="T62" fmla="*/ 82 w 158"/>
                <a:gd name="T63" fmla="*/ 134 h 156"/>
                <a:gd name="T64" fmla="*/ 85 w 158"/>
                <a:gd name="T65" fmla="*/ 123 h 156"/>
                <a:gd name="T66" fmla="*/ 94 w 158"/>
                <a:gd name="T67" fmla="*/ 103 h 156"/>
                <a:gd name="T68" fmla="*/ 106 w 158"/>
                <a:gd name="T69" fmla="*/ 90 h 156"/>
                <a:gd name="T70" fmla="*/ 121 w 158"/>
                <a:gd name="T71" fmla="*/ 81 h 156"/>
                <a:gd name="T72" fmla="*/ 132 w 158"/>
                <a:gd name="T73" fmla="*/ 83 h 156"/>
                <a:gd name="T74" fmla="*/ 126 w 158"/>
                <a:gd name="T75" fmla="*/ 78 h 156"/>
                <a:gd name="T76" fmla="*/ 126 w 158"/>
                <a:gd name="T77" fmla="*/ 69 h 156"/>
                <a:gd name="T78" fmla="*/ 144 w 158"/>
                <a:gd name="T79" fmla="*/ 49 h 156"/>
                <a:gd name="T80" fmla="*/ 154 w 158"/>
                <a:gd name="T81" fmla="*/ 33 h 156"/>
                <a:gd name="T82" fmla="*/ 154 w 158"/>
                <a:gd name="T83" fmla="*/ 2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8" h="156">
                  <a:moveTo>
                    <a:pt x="154" y="21"/>
                  </a:moveTo>
                  <a:cubicBezTo>
                    <a:pt x="154" y="19"/>
                    <a:pt x="153" y="20"/>
                    <a:pt x="151" y="19"/>
                  </a:cubicBezTo>
                  <a:cubicBezTo>
                    <a:pt x="149" y="19"/>
                    <a:pt x="148" y="19"/>
                    <a:pt x="147" y="18"/>
                  </a:cubicBezTo>
                  <a:cubicBezTo>
                    <a:pt x="146" y="17"/>
                    <a:pt x="148" y="16"/>
                    <a:pt x="149" y="14"/>
                  </a:cubicBezTo>
                  <a:cubicBezTo>
                    <a:pt x="150" y="12"/>
                    <a:pt x="152" y="11"/>
                    <a:pt x="151" y="10"/>
                  </a:cubicBezTo>
                  <a:cubicBezTo>
                    <a:pt x="150" y="10"/>
                    <a:pt x="147" y="12"/>
                    <a:pt x="145" y="12"/>
                  </a:cubicBezTo>
                  <a:cubicBezTo>
                    <a:pt x="144" y="13"/>
                    <a:pt x="142" y="14"/>
                    <a:pt x="140" y="15"/>
                  </a:cubicBezTo>
                  <a:cubicBezTo>
                    <a:pt x="138" y="17"/>
                    <a:pt x="138" y="17"/>
                    <a:pt x="137" y="20"/>
                  </a:cubicBezTo>
                  <a:cubicBezTo>
                    <a:pt x="135" y="22"/>
                    <a:pt x="133" y="19"/>
                    <a:pt x="132" y="18"/>
                  </a:cubicBezTo>
                  <a:cubicBezTo>
                    <a:pt x="132" y="17"/>
                    <a:pt x="133" y="15"/>
                    <a:pt x="133" y="12"/>
                  </a:cubicBezTo>
                  <a:cubicBezTo>
                    <a:pt x="133" y="8"/>
                    <a:pt x="132" y="8"/>
                    <a:pt x="130" y="7"/>
                  </a:cubicBezTo>
                  <a:cubicBezTo>
                    <a:pt x="129" y="6"/>
                    <a:pt x="127" y="7"/>
                    <a:pt x="126" y="7"/>
                  </a:cubicBezTo>
                  <a:cubicBezTo>
                    <a:pt x="124" y="6"/>
                    <a:pt x="125" y="4"/>
                    <a:pt x="126" y="3"/>
                  </a:cubicBezTo>
                  <a:cubicBezTo>
                    <a:pt x="127" y="1"/>
                    <a:pt x="130" y="2"/>
                    <a:pt x="131" y="2"/>
                  </a:cubicBezTo>
                  <a:cubicBezTo>
                    <a:pt x="132" y="1"/>
                    <a:pt x="130" y="0"/>
                    <a:pt x="129" y="0"/>
                  </a:cubicBezTo>
                  <a:cubicBezTo>
                    <a:pt x="127" y="0"/>
                    <a:pt x="125" y="0"/>
                    <a:pt x="122" y="0"/>
                  </a:cubicBezTo>
                  <a:cubicBezTo>
                    <a:pt x="120" y="1"/>
                    <a:pt x="121" y="1"/>
                    <a:pt x="118" y="3"/>
                  </a:cubicBezTo>
                  <a:cubicBezTo>
                    <a:pt x="116" y="5"/>
                    <a:pt x="117" y="5"/>
                    <a:pt x="114" y="7"/>
                  </a:cubicBezTo>
                  <a:cubicBezTo>
                    <a:pt x="110" y="9"/>
                    <a:pt x="113" y="9"/>
                    <a:pt x="113" y="13"/>
                  </a:cubicBezTo>
                  <a:cubicBezTo>
                    <a:pt x="113" y="17"/>
                    <a:pt x="112" y="19"/>
                    <a:pt x="111" y="22"/>
                  </a:cubicBezTo>
                  <a:cubicBezTo>
                    <a:pt x="109" y="25"/>
                    <a:pt x="109" y="25"/>
                    <a:pt x="106" y="27"/>
                  </a:cubicBezTo>
                  <a:cubicBezTo>
                    <a:pt x="104" y="28"/>
                    <a:pt x="103" y="28"/>
                    <a:pt x="100" y="30"/>
                  </a:cubicBezTo>
                  <a:cubicBezTo>
                    <a:pt x="97" y="31"/>
                    <a:pt x="98" y="32"/>
                    <a:pt x="97" y="35"/>
                  </a:cubicBezTo>
                  <a:cubicBezTo>
                    <a:pt x="96" y="38"/>
                    <a:pt x="96" y="38"/>
                    <a:pt x="94" y="42"/>
                  </a:cubicBezTo>
                  <a:cubicBezTo>
                    <a:pt x="93" y="45"/>
                    <a:pt x="93" y="48"/>
                    <a:pt x="93" y="51"/>
                  </a:cubicBezTo>
                  <a:cubicBezTo>
                    <a:pt x="92" y="55"/>
                    <a:pt x="89" y="54"/>
                    <a:pt x="86" y="56"/>
                  </a:cubicBezTo>
                  <a:cubicBezTo>
                    <a:pt x="82" y="59"/>
                    <a:pt x="81" y="60"/>
                    <a:pt x="79" y="62"/>
                  </a:cubicBezTo>
                  <a:cubicBezTo>
                    <a:pt x="74" y="66"/>
                    <a:pt x="71" y="68"/>
                    <a:pt x="68" y="71"/>
                  </a:cubicBezTo>
                  <a:cubicBezTo>
                    <a:pt x="64" y="74"/>
                    <a:pt x="61" y="76"/>
                    <a:pt x="57" y="78"/>
                  </a:cubicBezTo>
                  <a:cubicBezTo>
                    <a:pt x="53" y="80"/>
                    <a:pt x="49" y="84"/>
                    <a:pt x="46" y="86"/>
                  </a:cubicBezTo>
                  <a:cubicBezTo>
                    <a:pt x="43" y="89"/>
                    <a:pt x="40" y="87"/>
                    <a:pt x="37" y="88"/>
                  </a:cubicBezTo>
                  <a:cubicBezTo>
                    <a:pt x="34" y="89"/>
                    <a:pt x="35" y="89"/>
                    <a:pt x="32" y="92"/>
                  </a:cubicBezTo>
                  <a:cubicBezTo>
                    <a:pt x="30" y="94"/>
                    <a:pt x="29" y="95"/>
                    <a:pt x="27" y="97"/>
                  </a:cubicBezTo>
                  <a:cubicBezTo>
                    <a:pt x="24" y="100"/>
                    <a:pt x="26" y="99"/>
                    <a:pt x="25" y="101"/>
                  </a:cubicBezTo>
                  <a:cubicBezTo>
                    <a:pt x="24" y="104"/>
                    <a:pt x="25" y="104"/>
                    <a:pt x="23" y="105"/>
                  </a:cubicBezTo>
                  <a:cubicBezTo>
                    <a:pt x="21" y="107"/>
                    <a:pt x="20" y="106"/>
                    <a:pt x="17" y="107"/>
                  </a:cubicBezTo>
                  <a:cubicBezTo>
                    <a:pt x="15" y="108"/>
                    <a:pt x="15" y="108"/>
                    <a:pt x="15" y="110"/>
                  </a:cubicBezTo>
                  <a:cubicBezTo>
                    <a:pt x="14" y="111"/>
                    <a:pt x="14" y="110"/>
                    <a:pt x="13" y="111"/>
                  </a:cubicBezTo>
                  <a:cubicBezTo>
                    <a:pt x="12" y="112"/>
                    <a:pt x="11" y="113"/>
                    <a:pt x="10" y="115"/>
                  </a:cubicBezTo>
                  <a:cubicBezTo>
                    <a:pt x="9" y="117"/>
                    <a:pt x="10" y="117"/>
                    <a:pt x="9" y="120"/>
                  </a:cubicBezTo>
                  <a:cubicBezTo>
                    <a:pt x="9" y="122"/>
                    <a:pt x="9" y="122"/>
                    <a:pt x="9" y="124"/>
                  </a:cubicBezTo>
                  <a:cubicBezTo>
                    <a:pt x="9" y="125"/>
                    <a:pt x="9" y="124"/>
                    <a:pt x="7" y="124"/>
                  </a:cubicBezTo>
                  <a:cubicBezTo>
                    <a:pt x="6" y="123"/>
                    <a:pt x="6" y="122"/>
                    <a:pt x="4" y="122"/>
                  </a:cubicBezTo>
                  <a:cubicBezTo>
                    <a:pt x="2" y="121"/>
                    <a:pt x="2" y="123"/>
                    <a:pt x="2" y="123"/>
                  </a:cubicBezTo>
                  <a:cubicBezTo>
                    <a:pt x="1" y="124"/>
                    <a:pt x="1" y="126"/>
                    <a:pt x="3" y="127"/>
                  </a:cubicBezTo>
                  <a:cubicBezTo>
                    <a:pt x="4" y="127"/>
                    <a:pt x="5" y="127"/>
                    <a:pt x="6" y="129"/>
                  </a:cubicBezTo>
                  <a:cubicBezTo>
                    <a:pt x="7" y="131"/>
                    <a:pt x="5" y="131"/>
                    <a:pt x="4" y="132"/>
                  </a:cubicBezTo>
                  <a:cubicBezTo>
                    <a:pt x="2" y="133"/>
                    <a:pt x="1" y="133"/>
                    <a:pt x="0" y="134"/>
                  </a:cubicBezTo>
                  <a:cubicBezTo>
                    <a:pt x="0" y="135"/>
                    <a:pt x="0" y="136"/>
                    <a:pt x="1" y="137"/>
                  </a:cubicBezTo>
                  <a:cubicBezTo>
                    <a:pt x="2" y="139"/>
                    <a:pt x="4" y="138"/>
                    <a:pt x="4" y="139"/>
                  </a:cubicBezTo>
                  <a:cubicBezTo>
                    <a:pt x="5" y="140"/>
                    <a:pt x="3" y="140"/>
                    <a:pt x="2" y="140"/>
                  </a:cubicBezTo>
                  <a:cubicBezTo>
                    <a:pt x="0" y="141"/>
                    <a:pt x="0" y="142"/>
                    <a:pt x="1" y="143"/>
                  </a:cubicBezTo>
                  <a:cubicBezTo>
                    <a:pt x="1" y="144"/>
                    <a:pt x="5" y="144"/>
                    <a:pt x="9" y="144"/>
                  </a:cubicBezTo>
                  <a:cubicBezTo>
                    <a:pt x="12" y="144"/>
                    <a:pt x="18" y="141"/>
                    <a:pt x="21" y="144"/>
                  </a:cubicBezTo>
                  <a:cubicBezTo>
                    <a:pt x="24" y="146"/>
                    <a:pt x="24" y="148"/>
                    <a:pt x="27" y="148"/>
                  </a:cubicBezTo>
                  <a:cubicBezTo>
                    <a:pt x="29" y="149"/>
                    <a:pt x="32" y="149"/>
                    <a:pt x="35" y="151"/>
                  </a:cubicBezTo>
                  <a:cubicBezTo>
                    <a:pt x="37" y="153"/>
                    <a:pt x="36" y="153"/>
                    <a:pt x="39" y="155"/>
                  </a:cubicBezTo>
                  <a:cubicBezTo>
                    <a:pt x="42" y="156"/>
                    <a:pt x="45" y="155"/>
                    <a:pt x="48" y="155"/>
                  </a:cubicBezTo>
                  <a:cubicBezTo>
                    <a:pt x="51" y="155"/>
                    <a:pt x="54" y="155"/>
                    <a:pt x="58" y="154"/>
                  </a:cubicBezTo>
                  <a:cubicBezTo>
                    <a:pt x="61" y="153"/>
                    <a:pt x="64" y="151"/>
                    <a:pt x="68" y="147"/>
                  </a:cubicBezTo>
                  <a:cubicBezTo>
                    <a:pt x="73" y="142"/>
                    <a:pt x="71" y="143"/>
                    <a:pt x="73" y="141"/>
                  </a:cubicBezTo>
                  <a:cubicBezTo>
                    <a:pt x="75" y="139"/>
                    <a:pt x="77" y="139"/>
                    <a:pt x="79" y="137"/>
                  </a:cubicBezTo>
                  <a:cubicBezTo>
                    <a:pt x="81" y="136"/>
                    <a:pt x="84" y="137"/>
                    <a:pt x="84" y="136"/>
                  </a:cubicBezTo>
                  <a:cubicBezTo>
                    <a:pt x="85" y="135"/>
                    <a:pt x="84" y="135"/>
                    <a:pt x="82" y="134"/>
                  </a:cubicBezTo>
                  <a:cubicBezTo>
                    <a:pt x="80" y="134"/>
                    <a:pt x="81" y="134"/>
                    <a:pt x="81" y="131"/>
                  </a:cubicBezTo>
                  <a:cubicBezTo>
                    <a:pt x="81" y="128"/>
                    <a:pt x="84" y="125"/>
                    <a:pt x="85" y="123"/>
                  </a:cubicBezTo>
                  <a:cubicBezTo>
                    <a:pt x="86" y="121"/>
                    <a:pt x="91" y="118"/>
                    <a:pt x="93" y="113"/>
                  </a:cubicBezTo>
                  <a:cubicBezTo>
                    <a:pt x="95" y="108"/>
                    <a:pt x="94" y="108"/>
                    <a:pt x="94" y="103"/>
                  </a:cubicBezTo>
                  <a:cubicBezTo>
                    <a:pt x="95" y="98"/>
                    <a:pt x="95" y="99"/>
                    <a:pt x="97" y="95"/>
                  </a:cubicBezTo>
                  <a:cubicBezTo>
                    <a:pt x="99" y="91"/>
                    <a:pt x="104" y="92"/>
                    <a:pt x="106" y="90"/>
                  </a:cubicBezTo>
                  <a:cubicBezTo>
                    <a:pt x="107" y="88"/>
                    <a:pt x="111" y="87"/>
                    <a:pt x="112" y="85"/>
                  </a:cubicBezTo>
                  <a:cubicBezTo>
                    <a:pt x="114" y="84"/>
                    <a:pt x="118" y="81"/>
                    <a:pt x="121" y="81"/>
                  </a:cubicBezTo>
                  <a:cubicBezTo>
                    <a:pt x="124" y="81"/>
                    <a:pt x="124" y="83"/>
                    <a:pt x="125" y="84"/>
                  </a:cubicBezTo>
                  <a:cubicBezTo>
                    <a:pt x="126" y="84"/>
                    <a:pt x="130" y="85"/>
                    <a:pt x="132" y="83"/>
                  </a:cubicBezTo>
                  <a:cubicBezTo>
                    <a:pt x="133" y="82"/>
                    <a:pt x="132" y="82"/>
                    <a:pt x="131" y="79"/>
                  </a:cubicBezTo>
                  <a:cubicBezTo>
                    <a:pt x="130" y="77"/>
                    <a:pt x="128" y="78"/>
                    <a:pt x="126" y="78"/>
                  </a:cubicBezTo>
                  <a:cubicBezTo>
                    <a:pt x="124" y="78"/>
                    <a:pt x="125" y="78"/>
                    <a:pt x="124" y="75"/>
                  </a:cubicBezTo>
                  <a:cubicBezTo>
                    <a:pt x="123" y="71"/>
                    <a:pt x="125" y="72"/>
                    <a:pt x="126" y="69"/>
                  </a:cubicBezTo>
                  <a:cubicBezTo>
                    <a:pt x="128" y="66"/>
                    <a:pt x="131" y="64"/>
                    <a:pt x="133" y="62"/>
                  </a:cubicBezTo>
                  <a:cubicBezTo>
                    <a:pt x="136" y="59"/>
                    <a:pt x="140" y="55"/>
                    <a:pt x="144" y="49"/>
                  </a:cubicBezTo>
                  <a:cubicBezTo>
                    <a:pt x="149" y="43"/>
                    <a:pt x="147" y="45"/>
                    <a:pt x="148" y="40"/>
                  </a:cubicBezTo>
                  <a:cubicBezTo>
                    <a:pt x="149" y="36"/>
                    <a:pt x="151" y="36"/>
                    <a:pt x="154" y="33"/>
                  </a:cubicBezTo>
                  <a:cubicBezTo>
                    <a:pt x="157" y="31"/>
                    <a:pt x="157" y="32"/>
                    <a:pt x="157" y="31"/>
                  </a:cubicBezTo>
                  <a:cubicBezTo>
                    <a:pt x="158" y="29"/>
                    <a:pt x="155" y="26"/>
                    <a:pt x="154" y="24"/>
                  </a:cubicBezTo>
                  <a:cubicBezTo>
                    <a:pt x="154" y="22"/>
                    <a:pt x="154" y="23"/>
                    <a:pt x="154" y="2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7" name="Freeform 432">
              <a:extLst>
                <a:ext uri="{FF2B5EF4-FFF2-40B4-BE49-F238E27FC236}">
                  <a16:creationId xmlns:a16="http://schemas.microsoft.com/office/drawing/2014/main" id="{1C4621A2-2E2E-74FB-9C43-287EF50A7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7968" y="4153037"/>
              <a:ext cx="14104" cy="15514"/>
            </a:xfrm>
            <a:custGeom>
              <a:avLst/>
              <a:gdLst>
                <a:gd name="T0" fmla="*/ 12 w 14"/>
                <a:gd name="T1" fmla="*/ 8 h 15"/>
                <a:gd name="T2" fmla="*/ 9 w 14"/>
                <a:gd name="T3" fmla="*/ 5 h 15"/>
                <a:gd name="T4" fmla="*/ 10 w 14"/>
                <a:gd name="T5" fmla="*/ 3 h 15"/>
                <a:gd name="T6" fmla="*/ 5 w 14"/>
                <a:gd name="T7" fmla="*/ 2 h 15"/>
                <a:gd name="T8" fmla="*/ 4 w 14"/>
                <a:gd name="T9" fmla="*/ 7 h 15"/>
                <a:gd name="T10" fmla="*/ 1 w 14"/>
                <a:gd name="T11" fmla="*/ 12 h 15"/>
                <a:gd name="T12" fmla="*/ 2 w 14"/>
                <a:gd name="T13" fmla="*/ 14 h 15"/>
                <a:gd name="T14" fmla="*/ 7 w 14"/>
                <a:gd name="T15" fmla="*/ 12 h 15"/>
                <a:gd name="T16" fmla="*/ 12 w 14"/>
                <a:gd name="T17" fmla="*/ 11 h 15"/>
                <a:gd name="T18" fmla="*/ 12 w 14"/>
                <a:gd name="T19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15">
                  <a:moveTo>
                    <a:pt x="12" y="8"/>
                  </a:moveTo>
                  <a:cubicBezTo>
                    <a:pt x="10" y="7"/>
                    <a:pt x="8" y="6"/>
                    <a:pt x="9" y="5"/>
                  </a:cubicBezTo>
                  <a:cubicBezTo>
                    <a:pt x="9" y="4"/>
                    <a:pt x="11" y="4"/>
                    <a:pt x="10" y="3"/>
                  </a:cubicBezTo>
                  <a:cubicBezTo>
                    <a:pt x="10" y="1"/>
                    <a:pt x="5" y="0"/>
                    <a:pt x="5" y="2"/>
                  </a:cubicBezTo>
                  <a:cubicBezTo>
                    <a:pt x="4" y="5"/>
                    <a:pt x="5" y="5"/>
                    <a:pt x="4" y="7"/>
                  </a:cubicBezTo>
                  <a:cubicBezTo>
                    <a:pt x="3" y="10"/>
                    <a:pt x="1" y="9"/>
                    <a:pt x="1" y="12"/>
                  </a:cubicBezTo>
                  <a:cubicBezTo>
                    <a:pt x="1" y="15"/>
                    <a:pt x="0" y="15"/>
                    <a:pt x="2" y="14"/>
                  </a:cubicBezTo>
                  <a:cubicBezTo>
                    <a:pt x="4" y="13"/>
                    <a:pt x="4" y="13"/>
                    <a:pt x="7" y="12"/>
                  </a:cubicBezTo>
                  <a:cubicBezTo>
                    <a:pt x="9" y="11"/>
                    <a:pt x="11" y="12"/>
                    <a:pt x="12" y="11"/>
                  </a:cubicBezTo>
                  <a:cubicBezTo>
                    <a:pt x="13" y="10"/>
                    <a:pt x="14" y="8"/>
                    <a:pt x="12" y="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8" name="Freeform 433">
              <a:extLst>
                <a:ext uri="{FF2B5EF4-FFF2-40B4-BE49-F238E27FC236}">
                  <a16:creationId xmlns:a16="http://schemas.microsoft.com/office/drawing/2014/main" id="{0D183335-D271-3E61-7190-C33AD754B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3620" y="3828648"/>
              <a:ext cx="131166" cy="186171"/>
            </a:xfrm>
            <a:custGeom>
              <a:avLst/>
              <a:gdLst>
                <a:gd name="T0" fmla="*/ 112 w 120"/>
                <a:gd name="T1" fmla="*/ 76 h 173"/>
                <a:gd name="T2" fmla="*/ 91 w 120"/>
                <a:gd name="T3" fmla="*/ 87 h 173"/>
                <a:gd name="T4" fmla="*/ 70 w 120"/>
                <a:gd name="T5" fmla="*/ 78 h 173"/>
                <a:gd name="T6" fmla="*/ 63 w 120"/>
                <a:gd name="T7" fmla="*/ 57 h 173"/>
                <a:gd name="T8" fmla="*/ 58 w 120"/>
                <a:gd name="T9" fmla="*/ 50 h 173"/>
                <a:gd name="T10" fmla="*/ 58 w 120"/>
                <a:gd name="T11" fmla="*/ 58 h 173"/>
                <a:gd name="T12" fmla="*/ 53 w 120"/>
                <a:gd name="T13" fmla="*/ 62 h 173"/>
                <a:gd name="T14" fmla="*/ 44 w 120"/>
                <a:gd name="T15" fmla="*/ 56 h 173"/>
                <a:gd name="T16" fmla="*/ 43 w 120"/>
                <a:gd name="T17" fmla="*/ 48 h 173"/>
                <a:gd name="T18" fmla="*/ 37 w 120"/>
                <a:gd name="T19" fmla="*/ 39 h 173"/>
                <a:gd name="T20" fmla="*/ 34 w 120"/>
                <a:gd name="T21" fmla="*/ 27 h 173"/>
                <a:gd name="T22" fmla="*/ 32 w 120"/>
                <a:gd name="T23" fmla="*/ 22 h 173"/>
                <a:gd name="T24" fmla="*/ 27 w 120"/>
                <a:gd name="T25" fmla="*/ 17 h 173"/>
                <a:gd name="T26" fmla="*/ 18 w 120"/>
                <a:gd name="T27" fmla="*/ 14 h 173"/>
                <a:gd name="T28" fmla="*/ 13 w 120"/>
                <a:gd name="T29" fmla="*/ 14 h 173"/>
                <a:gd name="T30" fmla="*/ 8 w 120"/>
                <a:gd name="T31" fmla="*/ 9 h 173"/>
                <a:gd name="T32" fmla="*/ 7 w 120"/>
                <a:gd name="T33" fmla="*/ 3 h 173"/>
                <a:gd name="T34" fmla="*/ 4 w 120"/>
                <a:gd name="T35" fmla="*/ 1 h 173"/>
                <a:gd name="T36" fmla="*/ 3 w 120"/>
                <a:gd name="T37" fmla="*/ 6 h 173"/>
                <a:gd name="T38" fmla="*/ 8 w 120"/>
                <a:gd name="T39" fmla="*/ 14 h 173"/>
                <a:gd name="T40" fmla="*/ 13 w 120"/>
                <a:gd name="T41" fmla="*/ 25 h 173"/>
                <a:gd name="T42" fmla="*/ 18 w 120"/>
                <a:gd name="T43" fmla="*/ 23 h 173"/>
                <a:gd name="T44" fmla="*/ 18 w 120"/>
                <a:gd name="T45" fmla="*/ 27 h 173"/>
                <a:gd name="T46" fmla="*/ 25 w 120"/>
                <a:gd name="T47" fmla="*/ 39 h 173"/>
                <a:gd name="T48" fmla="*/ 30 w 120"/>
                <a:gd name="T49" fmla="*/ 44 h 173"/>
                <a:gd name="T50" fmla="*/ 34 w 120"/>
                <a:gd name="T51" fmla="*/ 47 h 173"/>
                <a:gd name="T52" fmla="*/ 34 w 120"/>
                <a:gd name="T53" fmla="*/ 52 h 173"/>
                <a:gd name="T54" fmla="*/ 34 w 120"/>
                <a:gd name="T55" fmla="*/ 56 h 173"/>
                <a:gd name="T56" fmla="*/ 38 w 120"/>
                <a:gd name="T57" fmla="*/ 63 h 173"/>
                <a:gd name="T58" fmla="*/ 43 w 120"/>
                <a:gd name="T59" fmla="*/ 61 h 173"/>
                <a:gd name="T60" fmla="*/ 43 w 120"/>
                <a:gd name="T61" fmla="*/ 67 h 173"/>
                <a:gd name="T62" fmla="*/ 43 w 120"/>
                <a:gd name="T63" fmla="*/ 73 h 173"/>
                <a:gd name="T64" fmla="*/ 45 w 120"/>
                <a:gd name="T65" fmla="*/ 86 h 173"/>
                <a:gd name="T66" fmla="*/ 39 w 120"/>
                <a:gd name="T67" fmla="*/ 105 h 173"/>
                <a:gd name="T68" fmla="*/ 26 w 120"/>
                <a:gd name="T69" fmla="*/ 114 h 173"/>
                <a:gd name="T70" fmla="*/ 28 w 120"/>
                <a:gd name="T71" fmla="*/ 123 h 173"/>
                <a:gd name="T72" fmla="*/ 44 w 120"/>
                <a:gd name="T73" fmla="*/ 132 h 173"/>
                <a:gd name="T74" fmla="*/ 53 w 120"/>
                <a:gd name="T75" fmla="*/ 143 h 173"/>
                <a:gd name="T76" fmla="*/ 46 w 120"/>
                <a:gd name="T77" fmla="*/ 159 h 173"/>
                <a:gd name="T78" fmla="*/ 45 w 120"/>
                <a:gd name="T79" fmla="*/ 167 h 173"/>
                <a:gd name="T80" fmla="*/ 51 w 120"/>
                <a:gd name="T81" fmla="*/ 169 h 173"/>
                <a:gd name="T82" fmla="*/ 57 w 120"/>
                <a:gd name="T83" fmla="*/ 171 h 173"/>
                <a:gd name="T84" fmla="*/ 70 w 120"/>
                <a:gd name="T85" fmla="*/ 162 h 173"/>
                <a:gd name="T86" fmla="*/ 82 w 120"/>
                <a:gd name="T87" fmla="*/ 147 h 173"/>
                <a:gd name="T88" fmla="*/ 91 w 120"/>
                <a:gd name="T89" fmla="*/ 126 h 173"/>
                <a:gd name="T90" fmla="*/ 95 w 120"/>
                <a:gd name="T91" fmla="*/ 113 h 173"/>
                <a:gd name="T92" fmla="*/ 109 w 120"/>
                <a:gd name="T93" fmla="*/ 114 h 173"/>
                <a:gd name="T94" fmla="*/ 109 w 120"/>
                <a:gd name="T95" fmla="*/ 108 h 173"/>
                <a:gd name="T96" fmla="*/ 116 w 120"/>
                <a:gd name="T97" fmla="*/ 95 h 173"/>
                <a:gd name="T98" fmla="*/ 119 w 120"/>
                <a:gd name="T99" fmla="*/ 8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0" h="173">
                  <a:moveTo>
                    <a:pt x="118" y="78"/>
                  </a:moveTo>
                  <a:cubicBezTo>
                    <a:pt x="115" y="78"/>
                    <a:pt x="115" y="75"/>
                    <a:pt x="112" y="76"/>
                  </a:cubicBezTo>
                  <a:cubicBezTo>
                    <a:pt x="109" y="77"/>
                    <a:pt x="106" y="78"/>
                    <a:pt x="104" y="80"/>
                  </a:cubicBezTo>
                  <a:cubicBezTo>
                    <a:pt x="102" y="83"/>
                    <a:pt x="94" y="86"/>
                    <a:pt x="91" y="87"/>
                  </a:cubicBezTo>
                  <a:cubicBezTo>
                    <a:pt x="88" y="87"/>
                    <a:pt x="86" y="85"/>
                    <a:pt x="82" y="83"/>
                  </a:cubicBezTo>
                  <a:cubicBezTo>
                    <a:pt x="77" y="82"/>
                    <a:pt x="73" y="81"/>
                    <a:pt x="70" y="78"/>
                  </a:cubicBezTo>
                  <a:cubicBezTo>
                    <a:pt x="67" y="75"/>
                    <a:pt x="66" y="69"/>
                    <a:pt x="66" y="64"/>
                  </a:cubicBezTo>
                  <a:cubicBezTo>
                    <a:pt x="66" y="60"/>
                    <a:pt x="64" y="58"/>
                    <a:pt x="63" y="57"/>
                  </a:cubicBezTo>
                  <a:cubicBezTo>
                    <a:pt x="62" y="55"/>
                    <a:pt x="63" y="53"/>
                    <a:pt x="61" y="53"/>
                  </a:cubicBezTo>
                  <a:cubicBezTo>
                    <a:pt x="60" y="52"/>
                    <a:pt x="60" y="51"/>
                    <a:pt x="58" y="50"/>
                  </a:cubicBezTo>
                  <a:cubicBezTo>
                    <a:pt x="57" y="50"/>
                    <a:pt x="55" y="51"/>
                    <a:pt x="57" y="53"/>
                  </a:cubicBezTo>
                  <a:cubicBezTo>
                    <a:pt x="58" y="54"/>
                    <a:pt x="58" y="55"/>
                    <a:pt x="58" y="58"/>
                  </a:cubicBezTo>
                  <a:cubicBezTo>
                    <a:pt x="58" y="62"/>
                    <a:pt x="60" y="65"/>
                    <a:pt x="58" y="65"/>
                  </a:cubicBezTo>
                  <a:cubicBezTo>
                    <a:pt x="56" y="65"/>
                    <a:pt x="55" y="64"/>
                    <a:pt x="53" y="62"/>
                  </a:cubicBezTo>
                  <a:cubicBezTo>
                    <a:pt x="51" y="60"/>
                    <a:pt x="50" y="60"/>
                    <a:pt x="48" y="59"/>
                  </a:cubicBezTo>
                  <a:cubicBezTo>
                    <a:pt x="45" y="58"/>
                    <a:pt x="44" y="58"/>
                    <a:pt x="44" y="56"/>
                  </a:cubicBezTo>
                  <a:cubicBezTo>
                    <a:pt x="44" y="55"/>
                    <a:pt x="45" y="54"/>
                    <a:pt x="43" y="53"/>
                  </a:cubicBezTo>
                  <a:cubicBezTo>
                    <a:pt x="42" y="51"/>
                    <a:pt x="41" y="50"/>
                    <a:pt x="43" y="48"/>
                  </a:cubicBezTo>
                  <a:cubicBezTo>
                    <a:pt x="44" y="46"/>
                    <a:pt x="42" y="44"/>
                    <a:pt x="41" y="42"/>
                  </a:cubicBezTo>
                  <a:cubicBezTo>
                    <a:pt x="39" y="41"/>
                    <a:pt x="38" y="42"/>
                    <a:pt x="37" y="39"/>
                  </a:cubicBezTo>
                  <a:cubicBezTo>
                    <a:pt x="37" y="37"/>
                    <a:pt x="36" y="36"/>
                    <a:pt x="35" y="34"/>
                  </a:cubicBezTo>
                  <a:cubicBezTo>
                    <a:pt x="33" y="31"/>
                    <a:pt x="34" y="31"/>
                    <a:pt x="34" y="27"/>
                  </a:cubicBezTo>
                  <a:cubicBezTo>
                    <a:pt x="34" y="24"/>
                    <a:pt x="34" y="22"/>
                    <a:pt x="33" y="21"/>
                  </a:cubicBezTo>
                  <a:cubicBezTo>
                    <a:pt x="33" y="20"/>
                    <a:pt x="33" y="21"/>
                    <a:pt x="32" y="22"/>
                  </a:cubicBezTo>
                  <a:cubicBezTo>
                    <a:pt x="30" y="22"/>
                    <a:pt x="29" y="24"/>
                    <a:pt x="28" y="22"/>
                  </a:cubicBezTo>
                  <a:cubicBezTo>
                    <a:pt x="27" y="20"/>
                    <a:pt x="28" y="19"/>
                    <a:pt x="27" y="17"/>
                  </a:cubicBezTo>
                  <a:cubicBezTo>
                    <a:pt x="26" y="15"/>
                    <a:pt x="26" y="15"/>
                    <a:pt x="23" y="15"/>
                  </a:cubicBezTo>
                  <a:cubicBezTo>
                    <a:pt x="20" y="15"/>
                    <a:pt x="18" y="16"/>
                    <a:pt x="18" y="14"/>
                  </a:cubicBezTo>
                  <a:cubicBezTo>
                    <a:pt x="17" y="13"/>
                    <a:pt x="15" y="11"/>
                    <a:pt x="14" y="11"/>
                  </a:cubicBezTo>
                  <a:cubicBezTo>
                    <a:pt x="13" y="12"/>
                    <a:pt x="14" y="14"/>
                    <a:pt x="13" y="14"/>
                  </a:cubicBezTo>
                  <a:cubicBezTo>
                    <a:pt x="12" y="14"/>
                    <a:pt x="11" y="13"/>
                    <a:pt x="10" y="12"/>
                  </a:cubicBezTo>
                  <a:cubicBezTo>
                    <a:pt x="8" y="11"/>
                    <a:pt x="8" y="11"/>
                    <a:pt x="8" y="9"/>
                  </a:cubicBezTo>
                  <a:cubicBezTo>
                    <a:pt x="7" y="7"/>
                    <a:pt x="6" y="7"/>
                    <a:pt x="6" y="5"/>
                  </a:cubicBezTo>
                  <a:cubicBezTo>
                    <a:pt x="6" y="4"/>
                    <a:pt x="6" y="4"/>
                    <a:pt x="7" y="3"/>
                  </a:cubicBezTo>
                  <a:cubicBezTo>
                    <a:pt x="7" y="2"/>
                    <a:pt x="8" y="2"/>
                    <a:pt x="8" y="1"/>
                  </a:cubicBezTo>
                  <a:cubicBezTo>
                    <a:pt x="7" y="0"/>
                    <a:pt x="6" y="1"/>
                    <a:pt x="4" y="1"/>
                  </a:cubicBezTo>
                  <a:cubicBezTo>
                    <a:pt x="1" y="1"/>
                    <a:pt x="0" y="0"/>
                    <a:pt x="0" y="2"/>
                  </a:cubicBezTo>
                  <a:cubicBezTo>
                    <a:pt x="0" y="3"/>
                    <a:pt x="1" y="5"/>
                    <a:pt x="3" y="6"/>
                  </a:cubicBezTo>
                  <a:cubicBezTo>
                    <a:pt x="4" y="7"/>
                    <a:pt x="5" y="8"/>
                    <a:pt x="6" y="10"/>
                  </a:cubicBezTo>
                  <a:cubicBezTo>
                    <a:pt x="6" y="12"/>
                    <a:pt x="6" y="12"/>
                    <a:pt x="8" y="14"/>
                  </a:cubicBezTo>
                  <a:cubicBezTo>
                    <a:pt x="10" y="16"/>
                    <a:pt x="9" y="15"/>
                    <a:pt x="10" y="18"/>
                  </a:cubicBezTo>
                  <a:cubicBezTo>
                    <a:pt x="11" y="22"/>
                    <a:pt x="12" y="25"/>
                    <a:pt x="13" y="25"/>
                  </a:cubicBezTo>
                  <a:cubicBezTo>
                    <a:pt x="15" y="26"/>
                    <a:pt x="16" y="26"/>
                    <a:pt x="16" y="25"/>
                  </a:cubicBezTo>
                  <a:cubicBezTo>
                    <a:pt x="16" y="24"/>
                    <a:pt x="16" y="22"/>
                    <a:pt x="18" y="23"/>
                  </a:cubicBezTo>
                  <a:cubicBezTo>
                    <a:pt x="20" y="23"/>
                    <a:pt x="20" y="24"/>
                    <a:pt x="20" y="25"/>
                  </a:cubicBezTo>
                  <a:cubicBezTo>
                    <a:pt x="19" y="26"/>
                    <a:pt x="18" y="25"/>
                    <a:pt x="18" y="27"/>
                  </a:cubicBezTo>
                  <a:cubicBezTo>
                    <a:pt x="19" y="29"/>
                    <a:pt x="18" y="31"/>
                    <a:pt x="21" y="34"/>
                  </a:cubicBezTo>
                  <a:cubicBezTo>
                    <a:pt x="23" y="37"/>
                    <a:pt x="25" y="37"/>
                    <a:pt x="25" y="39"/>
                  </a:cubicBezTo>
                  <a:cubicBezTo>
                    <a:pt x="25" y="41"/>
                    <a:pt x="25" y="44"/>
                    <a:pt x="26" y="45"/>
                  </a:cubicBezTo>
                  <a:cubicBezTo>
                    <a:pt x="28" y="46"/>
                    <a:pt x="30" y="45"/>
                    <a:pt x="30" y="44"/>
                  </a:cubicBezTo>
                  <a:cubicBezTo>
                    <a:pt x="30" y="43"/>
                    <a:pt x="31" y="40"/>
                    <a:pt x="34" y="42"/>
                  </a:cubicBezTo>
                  <a:cubicBezTo>
                    <a:pt x="37" y="44"/>
                    <a:pt x="35" y="46"/>
                    <a:pt x="34" y="47"/>
                  </a:cubicBezTo>
                  <a:cubicBezTo>
                    <a:pt x="33" y="47"/>
                    <a:pt x="33" y="49"/>
                    <a:pt x="33" y="50"/>
                  </a:cubicBezTo>
                  <a:cubicBezTo>
                    <a:pt x="34" y="50"/>
                    <a:pt x="35" y="51"/>
                    <a:pt x="34" y="52"/>
                  </a:cubicBezTo>
                  <a:cubicBezTo>
                    <a:pt x="34" y="52"/>
                    <a:pt x="32" y="50"/>
                    <a:pt x="31" y="51"/>
                  </a:cubicBezTo>
                  <a:cubicBezTo>
                    <a:pt x="31" y="52"/>
                    <a:pt x="33" y="55"/>
                    <a:pt x="34" y="56"/>
                  </a:cubicBezTo>
                  <a:cubicBezTo>
                    <a:pt x="35" y="56"/>
                    <a:pt x="35" y="58"/>
                    <a:pt x="35" y="59"/>
                  </a:cubicBezTo>
                  <a:cubicBezTo>
                    <a:pt x="36" y="61"/>
                    <a:pt x="37" y="63"/>
                    <a:pt x="38" y="63"/>
                  </a:cubicBezTo>
                  <a:cubicBezTo>
                    <a:pt x="39" y="63"/>
                    <a:pt x="40" y="64"/>
                    <a:pt x="41" y="62"/>
                  </a:cubicBezTo>
                  <a:cubicBezTo>
                    <a:pt x="41" y="61"/>
                    <a:pt x="41" y="59"/>
                    <a:pt x="43" y="61"/>
                  </a:cubicBezTo>
                  <a:cubicBezTo>
                    <a:pt x="44" y="62"/>
                    <a:pt x="45" y="63"/>
                    <a:pt x="45" y="64"/>
                  </a:cubicBezTo>
                  <a:cubicBezTo>
                    <a:pt x="46" y="66"/>
                    <a:pt x="44" y="67"/>
                    <a:pt x="43" y="67"/>
                  </a:cubicBezTo>
                  <a:cubicBezTo>
                    <a:pt x="42" y="67"/>
                    <a:pt x="40" y="67"/>
                    <a:pt x="41" y="69"/>
                  </a:cubicBezTo>
                  <a:cubicBezTo>
                    <a:pt x="42" y="70"/>
                    <a:pt x="41" y="71"/>
                    <a:pt x="43" y="73"/>
                  </a:cubicBezTo>
                  <a:cubicBezTo>
                    <a:pt x="45" y="76"/>
                    <a:pt x="46" y="77"/>
                    <a:pt x="46" y="79"/>
                  </a:cubicBezTo>
                  <a:cubicBezTo>
                    <a:pt x="46" y="82"/>
                    <a:pt x="47" y="83"/>
                    <a:pt x="45" y="86"/>
                  </a:cubicBezTo>
                  <a:cubicBezTo>
                    <a:pt x="44" y="89"/>
                    <a:pt x="43" y="92"/>
                    <a:pt x="43" y="96"/>
                  </a:cubicBezTo>
                  <a:cubicBezTo>
                    <a:pt x="43" y="99"/>
                    <a:pt x="40" y="103"/>
                    <a:pt x="39" y="105"/>
                  </a:cubicBezTo>
                  <a:cubicBezTo>
                    <a:pt x="38" y="106"/>
                    <a:pt x="38" y="106"/>
                    <a:pt x="35" y="109"/>
                  </a:cubicBezTo>
                  <a:cubicBezTo>
                    <a:pt x="31" y="111"/>
                    <a:pt x="28" y="113"/>
                    <a:pt x="26" y="114"/>
                  </a:cubicBezTo>
                  <a:cubicBezTo>
                    <a:pt x="24" y="115"/>
                    <a:pt x="23" y="116"/>
                    <a:pt x="23" y="118"/>
                  </a:cubicBezTo>
                  <a:cubicBezTo>
                    <a:pt x="24" y="119"/>
                    <a:pt x="24" y="122"/>
                    <a:pt x="28" y="123"/>
                  </a:cubicBezTo>
                  <a:cubicBezTo>
                    <a:pt x="32" y="125"/>
                    <a:pt x="34" y="127"/>
                    <a:pt x="37" y="129"/>
                  </a:cubicBezTo>
                  <a:cubicBezTo>
                    <a:pt x="40" y="131"/>
                    <a:pt x="41" y="130"/>
                    <a:pt x="44" y="132"/>
                  </a:cubicBezTo>
                  <a:cubicBezTo>
                    <a:pt x="46" y="133"/>
                    <a:pt x="48" y="133"/>
                    <a:pt x="50" y="135"/>
                  </a:cubicBezTo>
                  <a:cubicBezTo>
                    <a:pt x="52" y="138"/>
                    <a:pt x="53" y="139"/>
                    <a:pt x="53" y="143"/>
                  </a:cubicBezTo>
                  <a:cubicBezTo>
                    <a:pt x="53" y="146"/>
                    <a:pt x="54" y="147"/>
                    <a:pt x="52" y="150"/>
                  </a:cubicBezTo>
                  <a:cubicBezTo>
                    <a:pt x="49" y="154"/>
                    <a:pt x="49" y="155"/>
                    <a:pt x="46" y="159"/>
                  </a:cubicBezTo>
                  <a:cubicBezTo>
                    <a:pt x="44" y="163"/>
                    <a:pt x="42" y="163"/>
                    <a:pt x="41" y="165"/>
                  </a:cubicBezTo>
                  <a:cubicBezTo>
                    <a:pt x="40" y="167"/>
                    <a:pt x="43" y="167"/>
                    <a:pt x="45" y="167"/>
                  </a:cubicBezTo>
                  <a:cubicBezTo>
                    <a:pt x="46" y="167"/>
                    <a:pt x="46" y="168"/>
                    <a:pt x="48" y="168"/>
                  </a:cubicBezTo>
                  <a:cubicBezTo>
                    <a:pt x="50" y="169"/>
                    <a:pt x="50" y="168"/>
                    <a:pt x="51" y="169"/>
                  </a:cubicBezTo>
                  <a:cubicBezTo>
                    <a:pt x="52" y="170"/>
                    <a:pt x="50" y="173"/>
                    <a:pt x="53" y="173"/>
                  </a:cubicBezTo>
                  <a:cubicBezTo>
                    <a:pt x="55" y="173"/>
                    <a:pt x="55" y="173"/>
                    <a:pt x="57" y="171"/>
                  </a:cubicBezTo>
                  <a:cubicBezTo>
                    <a:pt x="59" y="168"/>
                    <a:pt x="60" y="168"/>
                    <a:pt x="63" y="166"/>
                  </a:cubicBezTo>
                  <a:cubicBezTo>
                    <a:pt x="67" y="164"/>
                    <a:pt x="68" y="165"/>
                    <a:pt x="70" y="162"/>
                  </a:cubicBezTo>
                  <a:cubicBezTo>
                    <a:pt x="71" y="159"/>
                    <a:pt x="70" y="159"/>
                    <a:pt x="74" y="154"/>
                  </a:cubicBezTo>
                  <a:cubicBezTo>
                    <a:pt x="79" y="149"/>
                    <a:pt x="81" y="150"/>
                    <a:pt x="82" y="147"/>
                  </a:cubicBezTo>
                  <a:cubicBezTo>
                    <a:pt x="82" y="143"/>
                    <a:pt x="86" y="138"/>
                    <a:pt x="88" y="135"/>
                  </a:cubicBezTo>
                  <a:cubicBezTo>
                    <a:pt x="89" y="131"/>
                    <a:pt x="92" y="129"/>
                    <a:pt x="91" y="126"/>
                  </a:cubicBezTo>
                  <a:cubicBezTo>
                    <a:pt x="90" y="124"/>
                    <a:pt x="88" y="123"/>
                    <a:pt x="88" y="120"/>
                  </a:cubicBezTo>
                  <a:cubicBezTo>
                    <a:pt x="88" y="117"/>
                    <a:pt x="93" y="113"/>
                    <a:pt x="95" y="113"/>
                  </a:cubicBezTo>
                  <a:cubicBezTo>
                    <a:pt x="97" y="112"/>
                    <a:pt x="101" y="112"/>
                    <a:pt x="103" y="112"/>
                  </a:cubicBezTo>
                  <a:cubicBezTo>
                    <a:pt x="106" y="112"/>
                    <a:pt x="106" y="115"/>
                    <a:pt x="109" y="114"/>
                  </a:cubicBezTo>
                  <a:cubicBezTo>
                    <a:pt x="111" y="112"/>
                    <a:pt x="112" y="112"/>
                    <a:pt x="111" y="111"/>
                  </a:cubicBezTo>
                  <a:cubicBezTo>
                    <a:pt x="110" y="110"/>
                    <a:pt x="107" y="110"/>
                    <a:pt x="109" y="108"/>
                  </a:cubicBezTo>
                  <a:cubicBezTo>
                    <a:pt x="110" y="106"/>
                    <a:pt x="111" y="104"/>
                    <a:pt x="114" y="102"/>
                  </a:cubicBezTo>
                  <a:cubicBezTo>
                    <a:pt x="116" y="100"/>
                    <a:pt x="116" y="99"/>
                    <a:pt x="116" y="95"/>
                  </a:cubicBezTo>
                  <a:cubicBezTo>
                    <a:pt x="116" y="92"/>
                    <a:pt x="115" y="89"/>
                    <a:pt x="117" y="86"/>
                  </a:cubicBezTo>
                  <a:cubicBezTo>
                    <a:pt x="118" y="83"/>
                    <a:pt x="119" y="84"/>
                    <a:pt x="119" y="82"/>
                  </a:cubicBezTo>
                  <a:cubicBezTo>
                    <a:pt x="119" y="80"/>
                    <a:pt x="120" y="79"/>
                    <a:pt x="118" y="7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89" name="Freeform 434">
              <a:extLst>
                <a:ext uri="{FF2B5EF4-FFF2-40B4-BE49-F238E27FC236}">
                  <a16:creationId xmlns:a16="http://schemas.microsoft.com/office/drawing/2014/main" id="{775360C3-C191-52E4-0B47-D46DA8AE5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924" y="2635461"/>
              <a:ext cx="149501" cy="124114"/>
            </a:xfrm>
            <a:custGeom>
              <a:avLst/>
              <a:gdLst>
                <a:gd name="T0" fmla="*/ 125 w 136"/>
                <a:gd name="T1" fmla="*/ 101 h 115"/>
                <a:gd name="T2" fmla="*/ 120 w 136"/>
                <a:gd name="T3" fmla="*/ 97 h 115"/>
                <a:gd name="T4" fmla="*/ 111 w 136"/>
                <a:gd name="T5" fmla="*/ 86 h 115"/>
                <a:gd name="T6" fmla="*/ 100 w 136"/>
                <a:gd name="T7" fmla="*/ 75 h 115"/>
                <a:gd name="T8" fmla="*/ 93 w 136"/>
                <a:gd name="T9" fmla="*/ 68 h 115"/>
                <a:gd name="T10" fmla="*/ 82 w 136"/>
                <a:gd name="T11" fmla="*/ 62 h 115"/>
                <a:gd name="T12" fmla="*/ 72 w 136"/>
                <a:gd name="T13" fmla="*/ 55 h 115"/>
                <a:gd name="T14" fmla="*/ 68 w 136"/>
                <a:gd name="T15" fmla="*/ 54 h 115"/>
                <a:gd name="T16" fmla="*/ 66 w 136"/>
                <a:gd name="T17" fmla="*/ 58 h 115"/>
                <a:gd name="T18" fmla="*/ 62 w 136"/>
                <a:gd name="T19" fmla="*/ 50 h 115"/>
                <a:gd name="T20" fmla="*/ 56 w 136"/>
                <a:gd name="T21" fmla="*/ 39 h 115"/>
                <a:gd name="T22" fmla="*/ 53 w 136"/>
                <a:gd name="T23" fmla="*/ 20 h 115"/>
                <a:gd name="T24" fmla="*/ 46 w 136"/>
                <a:gd name="T25" fmla="*/ 5 h 115"/>
                <a:gd name="T26" fmla="*/ 42 w 136"/>
                <a:gd name="T27" fmla="*/ 1 h 115"/>
                <a:gd name="T28" fmla="*/ 34 w 136"/>
                <a:gd name="T29" fmla="*/ 9 h 115"/>
                <a:gd name="T30" fmla="*/ 25 w 136"/>
                <a:gd name="T31" fmla="*/ 15 h 115"/>
                <a:gd name="T32" fmla="*/ 15 w 136"/>
                <a:gd name="T33" fmla="*/ 20 h 115"/>
                <a:gd name="T34" fmla="*/ 10 w 136"/>
                <a:gd name="T35" fmla="*/ 23 h 115"/>
                <a:gd name="T36" fmla="*/ 9 w 136"/>
                <a:gd name="T37" fmla="*/ 34 h 115"/>
                <a:gd name="T38" fmla="*/ 4 w 136"/>
                <a:gd name="T39" fmla="*/ 48 h 115"/>
                <a:gd name="T40" fmla="*/ 2 w 136"/>
                <a:gd name="T41" fmla="*/ 59 h 115"/>
                <a:gd name="T42" fmla="*/ 1 w 136"/>
                <a:gd name="T43" fmla="*/ 69 h 115"/>
                <a:gd name="T44" fmla="*/ 6 w 136"/>
                <a:gd name="T45" fmla="*/ 76 h 115"/>
                <a:gd name="T46" fmla="*/ 14 w 136"/>
                <a:gd name="T47" fmla="*/ 75 h 115"/>
                <a:gd name="T48" fmla="*/ 17 w 136"/>
                <a:gd name="T49" fmla="*/ 73 h 115"/>
                <a:gd name="T50" fmla="*/ 20 w 136"/>
                <a:gd name="T51" fmla="*/ 74 h 115"/>
                <a:gd name="T52" fmla="*/ 21 w 136"/>
                <a:gd name="T53" fmla="*/ 74 h 115"/>
                <a:gd name="T54" fmla="*/ 21 w 136"/>
                <a:gd name="T55" fmla="*/ 74 h 115"/>
                <a:gd name="T56" fmla="*/ 23 w 136"/>
                <a:gd name="T57" fmla="*/ 73 h 115"/>
                <a:gd name="T58" fmla="*/ 27 w 136"/>
                <a:gd name="T59" fmla="*/ 66 h 115"/>
                <a:gd name="T60" fmla="*/ 35 w 136"/>
                <a:gd name="T61" fmla="*/ 66 h 115"/>
                <a:gd name="T62" fmla="*/ 40 w 136"/>
                <a:gd name="T63" fmla="*/ 72 h 115"/>
                <a:gd name="T64" fmla="*/ 52 w 136"/>
                <a:gd name="T65" fmla="*/ 68 h 115"/>
                <a:gd name="T66" fmla="*/ 57 w 136"/>
                <a:gd name="T67" fmla="*/ 70 h 115"/>
                <a:gd name="T68" fmla="*/ 58 w 136"/>
                <a:gd name="T69" fmla="*/ 71 h 115"/>
                <a:gd name="T70" fmla="*/ 60 w 136"/>
                <a:gd name="T71" fmla="*/ 71 h 115"/>
                <a:gd name="T72" fmla="*/ 60 w 136"/>
                <a:gd name="T73" fmla="*/ 71 h 115"/>
                <a:gd name="T74" fmla="*/ 68 w 136"/>
                <a:gd name="T75" fmla="*/ 71 h 115"/>
                <a:gd name="T76" fmla="*/ 73 w 136"/>
                <a:gd name="T77" fmla="*/ 71 h 115"/>
                <a:gd name="T78" fmla="*/ 82 w 136"/>
                <a:gd name="T79" fmla="*/ 74 h 115"/>
                <a:gd name="T80" fmla="*/ 89 w 136"/>
                <a:gd name="T81" fmla="*/ 77 h 115"/>
                <a:gd name="T82" fmla="*/ 98 w 136"/>
                <a:gd name="T83" fmla="*/ 86 h 115"/>
                <a:gd name="T84" fmla="*/ 112 w 136"/>
                <a:gd name="T85" fmla="*/ 102 h 115"/>
                <a:gd name="T86" fmla="*/ 123 w 136"/>
                <a:gd name="T87" fmla="*/ 114 h 115"/>
                <a:gd name="T88" fmla="*/ 128 w 136"/>
                <a:gd name="T89" fmla="*/ 115 h 115"/>
                <a:gd name="T90" fmla="*/ 131 w 136"/>
                <a:gd name="T91" fmla="*/ 10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6" h="115">
                  <a:moveTo>
                    <a:pt x="128" y="104"/>
                  </a:moveTo>
                  <a:cubicBezTo>
                    <a:pt x="127" y="103"/>
                    <a:pt x="127" y="102"/>
                    <a:pt x="125" y="101"/>
                  </a:cubicBezTo>
                  <a:cubicBezTo>
                    <a:pt x="124" y="100"/>
                    <a:pt x="123" y="100"/>
                    <a:pt x="122" y="99"/>
                  </a:cubicBezTo>
                  <a:cubicBezTo>
                    <a:pt x="121" y="98"/>
                    <a:pt x="121" y="98"/>
                    <a:pt x="120" y="97"/>
                  </a:cubicBezTo>
                  <a:cubicBezTo>
                    <a:pt x="120" y="96"/>
                    <a:pt x="119" y="91"/>
                    <a:pt x="117" y="90"/>
                  </a:cubicBezTo>
                  <a:cubicBezTo>
                    <a:pt x="115" y="89"/>
                    <a:pt x="113" y="88"/>
                    <a:pt x="111" y="86"/>
                  </a:cubicBezTo>
                  <a:cubicBezTo>
                    <a:pt x="109" y="85"/>
                    <a:pt x="108" y="85"/>
                    <a:pt x="107" y="84"/>
                  </a:cubicBezTo>
                  <a:cubicBezTo>
                    <a:pt x="106" y="82"/>
                    <a:pt x="101" y="77"/>
                    <a:pt x="100" y="75"/>
                  </a:cubicBezTo>
                  <a:cubicBezTo>
                    <a:pt x="99" y="73"/>
                    <a:pt x="99" y="73"/>
                    <a:pt x="97" y="71"/>
                  </a:cubicBezTo>
                  <a:cubicBezTo>
                    <a:pt x="95" y="69"/>
                    <a:pt x="95" y="69"/>
                    <a:pt x="93" y="68"/>
                  </a:cubicBezTo>
                  <a:cubicBezTo>
                    <a:pt x="91" y="66"/>
                    <a:pt x="90" y="66"/>
                    <a:pt x="88" y="65"/>
                  </a:cubicBezTo>
                  <a:cubicBezTo>
                    <a:pt x="86" y="64"/>
                    <a:pt x="85" y="63"/>
                    <a:pt x="82" y="62"/>
                  </a:cubicBezTo>
                  <a:cubicBezTo>
                    <a:pt x="78" y="62"/>
                    <a:pt x="76" y="63"/>
                    <a:pt x="75" y="61"/>
                  </a:cubicBezTo>
                  <a:cubicBezTo>
                    <a:pt x="74" y="59"/>
                    <a:pt x="73" y="56"/>
                    <a:pt x="72" y="55"/>
                  </a:cubicBezTo>
                  <a:cubicBezTo>
                    <a:pt x="71" y="53"/>
                    <a:pt x="70" y="51"/>
                    <a:pt x="69" y="52"/>
                  </a:cubicBezTo>
                  <a:cubicBezTo>
                    <a:pt x="67" y="52"/>
                    <a:pt x="67" y="52"/>
                    <a:pt x="68" y="54"/>
                  </a:cubicBezTo>
                  <a:cubicBezTo>
                    <a:pt x="68" y="56"/>
                    <a:pt x="69" y="57"/>
                    <a:pt x="68" y="58"/>
                  </a:cubicBezTo>
                  <a:cubicBezTo>
                    <a:pt x="67" y="58"/>
                    <a:pt x="67" y="59"/>
                    <a:pt x="66" y="58"/>
                  </a:cubicBezTo>
                  <a:cubicBezTo>
                    <a:pt x="65" y="56"/>
                    <a:pt x="64" y="55"/>
                    <a:pt x="64" y="54"/>
                  </a:cubicBezTo>
                  <a:cubicBezTo>
                    <a:pt x="64" y="53"/>
                    <a:pt x="64" y="53"/>
                    <a:pt x="62" y="50"/>
                  </a:cubicBezTo>
                  <a:cubicBezTo>
                    <a:pt x="60" y="48"/>
                    <a:pt x="60" y="50"/>
                    <a:pt x="59" y="47"/>
                  </a:cubicBezTo>
                  <a:cubicBezTo>
                    <a:pt x="59" y="44"/>
                    <a:pt x="58" y="41"/>
                    <a:pt x="56" y="39"/>
                  </a:cubicBezTo>
                  <a:cubicBezTo>
                    <a:pt x="55" y="37"/>
                    <a:pt x="55" y="33"/>
                    <a:pt x="54" y="29"/>
                  </a:cubicBezTo>
                  <a:cubicBezTo>
                    <a:pt x="54" y="25"/>
                    <a:pt x="54" y="24"/>
                    <a:pt x="53" y="20"/>
                  </a:cubicBezTo>
                  <a:cubicBezTo>
                    <a:pt x="51" y="16"/>
                    <a:pt x="53" y="16"/>
                    <a:pt x="51" y="12"/>
                  </a:cubicBezTo>
                  <a:cubicBezTo>
                    <a:pt x="49" y="8"/>
                    <a:pt x="48" y="8"/>
                    <a:pt x="46" y="5"/>
                  </a:cubicBezTo>
                  <a:cubicBezTo>
                    <a:pt x="45" y="3"/>
                    <a:pt x="44" y="1"/>
                    <a:pt x="43" y="0"/>
                  </a:cubicBezTo>
                  <a:cubicBezTo>
                    <a:pt x="43" y="0"/>
                    <a:pt x="43" y="1"/>
                    <a:pt x="42" y="1"/>
                  </a:cubicBezTo>
                  <a:cubicBezTo>
                    <a:pt x="41" y="4"/>
                    <a:pt x="39" y="6"/>
                    <a:pt x="38" y="7"/>
                  </a:cubicBezTo>
                  <a:cubicBezTo>
                    <a:pt x="37" y="8"/>
                    <a:pt x="36" y="8"/>
                    <a:pt x="34" y="9"/>
                  </a:cubicBezTo>
                  <a:cubicBezTo>
                    <a:pt x="32" y="9"/>
                    <a:pt x="30" y="10"/>
                    <a:pt x="30" y="10"/>
                  </a:cubicBezTo>
                  <a:cubicBezTo>
                    <a:pt x="29" y="11"/>
                    <a:pt x="27" y="13"/>
                    <a:pt x="25" y="15"/>
                  </a:cubicBezTo>
                  <a:cubicBezTo>
                    <a:pt x="24" y="17"/>
                    <a:pt x="23" y="18"/>
                    <a:pt x="21" y="19"/>
                  </a:cubicBezTo>
                  <a:cubicBezTo>
                    <a:pt x="20" y="20"/>
                    <a:pt x="17" y="20"/>
                    <a:pt x="15" y="20"/>
                  </a:cubicBezTo>
                  <a:cubicBezTo>
                    <a:pt x="14" y="19"/>
                    <a:pt x="13" y="19"/>
                    <a:pt x="12" y="20"/>
                  </a:cubicBezTo>
                  <a:cubicBezTo>
                    <a:pt x="11" y="20"/>
                    <a:pt x="11" y="21"/>
                    <a:pt x="10" y="23"/>
                  </a:cubicBezTo>
                  <a:cubicBezTo>
                    <a:pt x="10" y="24"/>
                    <a:pt x="10" y="26"/>
                    <a:pt x="10" y="28"/>
                  </a:cubicBezTo>
                  <a:cubicBezTo>
                    <a:pt x="10" y="31"/>
                    <a:pt x="10" y="32"/>
                    <a:pt x="9" y="34"/>
                  </a:cubicBezTo>
                  <a:cubicBezTo>
                    <a:pt x="9" y="35"/>
                    <a:pt x="8" y="37"/>
                    <a:pt x="7" y="39"/>
                  </a:cubicBezTo>
                  <a:cubicBezTo>
                    <a:pt x="7" y="42"/>
                    <a:pt x="5" y="45"/>
                    <a:pt x="4" y="48"/>
                  </a:cubicBezTo>
                  <a:cubicBezTo>
                    <a:pt x="4" y="51"/>
                    <a:pt x="3" y="54"/>
                    <a:pt x="2" y="56"/>
                  </a:cubicBezTo>
                  <a:cubicBezTo>
                    <a:pt x="2" y="57"/>
                    <a:pt x="2" y="58"/>
                    <a:pt x="2" y="59"/>
                  </a:cubicBezTo>
                  <a:cubicBezTo>
                    <a:pt x="1" y="61"/>
                    <a:pt x="0" y="63"/>
                    <a:pt x="1" y="68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2" y="72"/>
                    <a:pt x="2" y="74"/>
                    <a:pt x="3" y="76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7" y="76"/>
                    <a:pt x="8" y="76"/>
                    <a:pt x="8" y="76"/>
                  </a:cubicBezTo>
                  <a:cubicBezTo>
                    <a:pt x="11" y="76"/>
                    <a:pt x="13" y="76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4"/>
                    <a:pt x="16" y="73"/>
                    <a:pt x="17" y="73"/>
                  </a:cubicBezTo>
                  <a:cubicBezTo>
                    <a:pt x="18" y="73"/>
                    <a:pt x="19" y="73"/>
                    <a:pt x="20" y="74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0" y="74"/>
                    <a:pt x="21" y="74"/>
                    <a:pt x="21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4"/>
                    <a:pt x="23" y="74"/>
                    <a:pt x="23" y="73"/>
                  </a:cubicBezTo>
                  <a:cubicBezTo>
                    <a:pt x="23" y="73"/>
                    <a:pt x="23" y="72"/>
                    <a:pt x="24" y="71"/>
                  </a:cubicBezTo>
                  <a:cubicBezTo>
                    <a:pt x="25" y="70"/>
                    <a:pt x="26" y="67"/>
                    <a:pt x="27" y="66"/>
                  </a:cubicBezTo>
                  <a:cubicBezTo>
                    <a:pt x="28" y="65"/>
                    <a:pt x="30" y="65"/>
                    <a:pt x="31" y="65"/>
                  </a:cubicBezTo>
                  <a:cubicBezTo>
                    <a:pt x="33" y="65"/>
                    <a:pt x="34" y="65"/>
                    <a:pt x="35" y="66"/>
                  </a:cubicBezTo>
                  <a:cubicBezTo>
                    <a:pt x="36" y="67"/>
                    <a:pt x="36" y="67"/>
                    <a:pt x="36" y="68"/>
                  </a:cubicBezTo>
                  <a:cubicBezTo>
                    <a:pt x="37" y="70"/>
                    <a:pt x="38" y="71"/>
                    <a:pt x="40" y="72"/>
                  </a:cubicBezTo>
                  <a:cubicBezTo>
                    <a:pt x="42" y="72"/>
                    <a:pt x="48" y="70"/>
                    <a:pt x="51" y="69"/>
                  </a:cubicBezTo>
                  <a:cubicBezTo>
                    <a:pt x="52" y="69"/>
                    <a:pt x="52" y="68"/>
                    <a:pt x="52" y="68"/>
                  </a:cubicBezTo>
                  <a:cubicBezTo>
                    <a:pt x="53" y="68"/>
                    <a:pt x="54" y="68"/>
                    <a:pt x="55" y="69"/>
                  </a:cubicBezTo>
                  <a:cubicBezTo>
                    <a:pt x="56" y="69"/>
                    <a:pt x="57" y="70"/>
                    <a:pt x="57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1"/>
                    <a:pt x="58" y="71"/>
                    <a:pt x="58" y="71"/>
                  </a:cubicBezTo>
                  <a:cubicBezTo>
                    <a:pt x="59" y="71"/>
                    <a:pt x="59" y="71"/>
                    <a:pt x="60" y="71"/>
                  </a:cubicBezTo>
                  <a:cubicBezTo>
                    <a:pt x="60" y="71"/>
                    <a:pt x="60" y="71"/>
                    <a:pt x="60" y="71"/>
                  </a:cubicBezTo>
                  <a:cubicBezTo>
                    <a:pt x="60" y="71"/>
                    <a:pt x="60" y="71"/>
                    <a:pt x="60" y="71"/>
                  </a:cubicBezTo>
                  <a:cubicBezTo>
                    <a:pt x="60" y="71"/>
                    <a:pt x="60" y="71"/>
                    <a:pt x="60" y="71"/>
                  </a:cubicBezTo>
                  <a:cubicBezTo>
                    <a:pt x="61" y="71"/>
                    <a:pt x="63" y="70"/>
                    <a:pt x="64" y="70"/>
                  </a:cubicBezTo>
                  <a:cubicBezTo>
                    <a:pt x="66" y="70"/>
                    <a:pt x="67" y="70"/>
                    <a:pt x="68" y="71"/>
                  </a:cubicBezTo>
                  <a:cubicBezTo>
                    <a:pt x="69" y="71"/>
                    <a:pt x="70" y="71"/>
                    <a:pt x="70" y="71"/>
                  </a:cubicBezTo>
                  <a:cubicBezTo>
                    <a:pt x="71" y="71"/>
                    <a:pt x="72" y="71"/>
                    <a:pt x="73" y="71"/>
                  </a:cubicBezTo>
                  <a:cubicBezTo>
                    <a:pt x="75" y="70"/>
                    <a:pt x="76" y="71"/>
                    <a:pt x="78" y="71"/>
                  </a:cubicBezTo>
                  <a:cubicBezTo>
                    <a:pt x="80" y="72"/>
                    <a:pt x="82" y="73"/>
                    <a:pt x="82" y="74"/>
                  </a:cubicBezTo>
                  <a:cubicBezTo>
                    <a:pt x="83" y="75"/>
                    <a:pt x="85" y="75"/>
                    <a:pt x="87" y="76"/>
                  </a:cubicBezTo>
                  <a:cubicBezTo>
                    <a:pt x="87" y="77"/>
                    <a:pt x="88" y="77"/>
                    <a:pt x="89" y="77"/>
                  </a:cubicBezTo>
                  <a:cubicBezTo>
                    <a:pt x="91" y="79"/>
                    <a:pt x="94" y="81"/>
                    <a:pt x="96" y="84"/>
                  </a:cubicBezTo>
                  <a:cubicBezTo>
                    <a:pt x="97" y="85"/>
                    <a:pt x="97" y="85"/>
                    <a:pt x="98" y="86"/>
                  </a:cubicBezTo>
                  <a:cubicBezTo>
                    <a:pt x="100" y="88"/>
                    <a:pt x="106" y="95"/>
                    <a:pt x="110" y="100"/>
                  </a:cubicBezTo>
                  <a:cubicBezTo>
                    <a:pt x="112" y="102"/>
                    <a:pt x="112" y="102"/>
                    <a:pt x="112" y="102"/>
                  </a:cubicBezTo>
                  <a:cubicBezTo>
                    <a:pt x="114" y="104"/>
                    <a:pt x="116" y="107"/>
                    <a:pt x="119" y="109"/>
                  </a:cubicBezTo>
                  <a:cubicBezTo>
                    <a:pt x="121" y="112"/>
                    <a:pt x="123" y="113"/>
                    <a:pt x="123" y="114"/>
                  </a:cubicBezTo>
                  <a:cubicBezTo>
                    <a:pt x="124" y="114"/>
                    <a:pt x="125" y="115"/>
                    <a:pt x="126" y="115"/>
                  </a:cubicBezTo>
                  <a:cubicBezTo>
                    <a:pt x="127" y="115"/>
                    <a:pt x="127" y="115"/>
                    <a:pt x="128" y="115"/>
                  </a:cubicBezTo>
                  <a:cubicBezTo>
                    <a:pt x="129" y="114"/>
                    <a:pt x="134" y="110"/>
                    <a:pt x="136" y="107"/>
                  </a:cubicBezTo>
                  <a:cubicBezTo>
                    <a:pt x="134" y="106"/>
                    <a:pt x="133" y="107"/>
                    <a:pt x="131" y="106"/>
                  </a:cubicBezTo>
                  <a:cubicBezTo>
                    <a:pt x="130" y="106"/>
                    <a:pt x="129" y="106"/>
                    <a:pt x="128" y="10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0" name="Freeform 435">
              <a:extLst>
                <a:ext uri="{FF2B5EF4-FFF2-40B4-BE49-F238E27FC236}">
                  <a16:creationId xmlns:a16="http://schemas.microsoft.com/office/drawing/2014/main" id="{2D7D26F7-819E-EDC8-5CAC-3D0ED91A3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677" y="3062808"/>
              <a:ext cx="39491" cy="35260"/>
            </a:xfrm>
            <a:custGeom>
              <a:avLst/>
              <a:gdLst>
                <a:gd name="T0" fmla="*/ 35 w 36"/>
                <a:gd name="T1" fmla="*/ 23 h 33"/>
                <a:gd name="T2" fmla="*/ 35 w 36"/>
                <a:gd name="T3" fmla="*/ 20 h 33"/>
                <a:gd name="T4" fmla="*/ 36 w 36"/>
                <a:gd name="T5" fmla="*/ 13 h 33"/>
                <a:gd name="T6" fmla="*/ 34 w 36"/>
                <a:gd name="T7" fmla="*/ 8 h 33"/>
                <a:gd name="T8" fmla="*/ 33 w 36"/>
                <a:gd name="T9" fmla="*/ 6 h 33"/>
                <a:gd name="T10" fmla="*/ 29 w 36"/>
                <a:gd name="T11" fmla="*/ 0 h 33"/>
                <a:gd name="T12" fmla="*/ 28 w 36"/>
                <a:gd name="T13" fmla="*/ 1 h 33"/>
                <a:gd name="T14" fmla="*/ 27 w 36"/>
                <a:gd name="T15" fmla="*/ 2 h 33"/>
                <a:gd name="T16" fmla="*/ 21 w 36"/>
                <a:gd name="T17" fmla="*/ 7 h 33"/>
                <a:gd name="T18" fmla="*/ 18 w 36"/>
                <a:gd name="T19" fmla="*/ 6 h 33"/>
                <a:gd name="T20" fmla="*/ 16 w 36"/>
                <a:gd name="T21" fmla="*/ 5 h 33"/>
                <a:gd name="T22" fmla="*/ 11 w 36"/>
                <a:gd name="T23" fmla="*/ 5 h 33"/>
                <a:gd name="T24" fmla="*/ 8 w 36"/>
                <a:gd name="T25" fmla="*/ 9 h 33"/>
                <a:gd name="T26" fmla="*/ 6 w 36"/>
                <a:gd name="T27" fmla="*/ 11 h 33"/>
                <a:gd name="T28" fmla="*/ 6 w 36"/>
                <a:gd name="T29" fmla="*/ 11 h 33"/>
                <a:gd name="T30" fmla="*/ 4 w 36"/>
                <a:gd name="T31" fmla="*/ 20 h 33"/>
                <a:gd name="T32" fmla="*/ 4 w 36"/>
                <a:gd name="T33" fmla="*/ 20 h 33"/>
                <a:gd name="T34" fmla="*/ 4 w 36"/>
                <a:gd name="T35" fmla="*/ 21 h 33"/>
                <a:gd name="T36" fmla="*/ 4 w 36"/>
                <a:gd name="T37" fmla="*/ 21 h 33"/>
                <a:gd name="T38" fmla="*/ 2 w 36"/>
                <a:gd name="T39" fmla="*/ 24 h 33"/>
                <a:gd name="T40" fmla="*/ 0 w 36"/>
                <a:gd name="T41" fmla="*/ 26 h 33"/>
                <a:gd name="T42" fmla="*/ 0 w 36"/>
                <a:gd name="T43" fmla="*/ 26 h 33"/>
                <a:gd name="T44" fmla="*/ 5 w 36"/>
                <a:gd name="T45" fmla="*/ 29 h 33"/>
                <a:gd name="T46" fmla="*/ 8 w 36"/>
                <a:gd name="T47" fmla="*/ 31 h 33"/>
                <a:gd name="T48" fmla="*/ 12 w 36"/>
                <a:gd name="T49" fmla="*/ 32 h 33"/>
                <a:gd name="T50" fmla="*/ 14 w 36"/>
                <a:gd name="T51" fmla="*/ 29 h 33"/>
                <a:gd name="T52" fmla="*/ 18 w 36"/>
                <a:gd name="T53" fmla="*/ 26 h 33"/>
                <a:gd name="T54" fmla="*/ 23 w 36"/>
                <a:gd name="T55" fmla="*/ 23 h 33"/>
                <a:gd name="T56" fmla="*/ 27 w 36"/>
                <a:gd name="T57" fmla="*/ 23 h 33"/>
                <a:gd name="T58" fmla="*/ 33 w 36"/>
                <a:gd name="T59" fmla="*/ 25 h 33"/>
                <a:gd name="T60" fmla="*/ 35 w 36"/>
                <a:gd name="T61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6" h="33">
                  <a:moveTo>
                    <a:pt x="35" y="23"/>
                  </a:moveTo>
                  <a:cubicBezTo>
                    <a:pt x="35" y="23"/>
                    <a:pt x="35" y="22"/>
                    <a:pt x="35" y="20"/>
                  </a:cubicBezTo>
                  <a:cubicBezTo>
                    <a:pt x="36" y="18"/>
                    <a:pt x="36" y="15"/>
                    <a:pt x="36" y="13"/>
                  </a:cubicBezTo>
                  <a:cubicBezTo>
                    <a:pt x="36" y="10"/>
                    <a:pt x="35" y="9"/>
                    <a:pt x="34" y="8"/>
                  </a:cubicBezTo>
                  <a:cubicBezTo>
                    <a:pt x="34" y="7"/>
                    <a:pt x="34" y="7"/>
                    <a:pt x="33" y="6"/>
                  </a:cubicBezTo>
                  <a:cubicBezTo>
                    <a:pt x="32" y="4"/>
                    <a:pt x="30" y="2"/>
                    <a:pt x="29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1"/>
                    <a:pt x="27" y="2"/>
                    <a:pt x="27" y="2"/>
                  </a:cubicBezTo>
                  <a:cubicBezTo>
                    <a:pt x="25" y="4"/>
                    <a:pt x="23" y="6"/>
                    <a:pt x="21" y="7"/>
                  </a:cubicBezTo>
                  <a:cubicBezTo>
                    <a:pt x="19" y="7"/>
                    <a:pt x="19" y="7"/>
                    <a:pt x="18" y="6"/>
                  </a:cubicBezTo>
                  <a:cubicBezTo>
                    <a:pt x="17" y="6"/>
                    <a:pt x="17" y="6"/>
                    <a:pt x="16" y="5"/>
                  </a:cubicBezTo>
                  <a:cubicBezTo>
                    <a:pt x="14" y="5"/>
                    <a:pt x="12" y="5"/>
                    <a:pt x="11" y="5"/>
                  </a:cubicBezTo>
                  <a:cubicBezTo>
                    <a:pt x="11" y="6"/>
                    <a:pt x="10" y="8"/>
                    <a:pt x="8" y="9"/>
                  </a:cubicBezTo>
                  <a:cubicBezTo>
                    <a:pt x="8" y="10"/>
                    <a:pt x="7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3"/>
                    <a:pt x="5" y="18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2"/>
                    <a:pt x="3" y="23"/>
                    <a:pt x="2" y="24"/>
                  </a:cubicBezTo>
                  <a:cubicBezTo>
                    <a:pt x="2" y="25"/>
                    <a:pt x="1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" y="27"/>
                    <a:pt x="2" y="27"/>
                    <a:pt x="5" y="29"/>
                  </a:cubicBezTo>
                  <a:cubicBezTo>
                    <a:pt x="6" y="30"/>
                    <a:pt x="7" y="31"/>
                    <a:pt x="8" y="31"/>
                  </a:cubicBezTo>
                  <a:cubicBezTo>
                    <a:pt x="10" y="32"/>
                    <a:pt x="10" y="33"/>
                    <a:pt x="12" y="32"/>
                  </a:cubicBezTo>
                  <a:cubicBezTo>
                    <a:pt x="13" y="31"/>
                    <a:pt x="14" y="30"/>
                    <a:pt x="14" y="29"/>
                  </a:cubicBezTo>
                  <a:cubicBezTo>
                    <a:pt x="15" y="28"/>
                    <a:pt x="16" y="27"/>
                    <a:pt x="18" y="26"/>
                  </a:cubicBezTo>
                  <a:cubicBezTo>
                    <a:pt x="20" y="24"/>
                    <a:pt x="21" y="24"/>
                    <a:pt x="23" y="23"/>
                  </a:cubicBezTo>
                  <a:cubicBezTo>
                    <a:pt x="24" y="23"/>
                    <a:pt x="26" y="23"/>
                    <a:pt x="27" y="23"/>
                  </a:cubicBezTo>
                  <a:cubicBezTo>
                    <a:pt x="29" y="23"/>
                    <a:pt x="31" y="24"/>
                    <a:pt x="33" y="25"/>
                  </a:cubicBezTo>
                  <a:cubicBezTo>
                    <a:pt x="33" y="24"/>
                    <a:pt x="34" y="23"/>
                    <a:pt x="35" y="2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1" name="Freeform 436">
              <a:extLst>
                <a:ext uri="{FF2B5EF4-FFF2-40B4-BE49-F238E27FC236}">
                  <a16:creationId xmlns:a16="http://schemas.microsoft.com/office/drawing/2014/main" id="{123E3AB7-CF64-85E2-FD54-1E5E61493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675" y="1959885"/>
              <a:ext cx="80392" cy="66288"/>
            </a:xfrm>
            <a:custGeom>
              <a:avLst/>
              <a:gdLst>
                <a:gd name="T0" fmla="*/ 59 w 73"/>
                <a:gd name="T1" fmla="*/ 49 h 61"/>
                <a:gd name="T2" fmla="*/ 64 w 73"/>
                <a:gd name="T3" fmla="*/ 46 h 61"/>
                <a:gd name="T4" fmla="*/ 66 w 73"/>
                <a:gd name="T5" fmla="*/ 44 h 61"/>
                <a:gd name="T6" fmla="*/ 69 w 73"/>
                <a:gd name="T7" fmla="*/ 42 h 61"/>
                <a:gd name="T8" fmla="*/ 73 w 73"/>
                <a:gd name="T9" fmla="*/ 40 h 61"/>
                <a:gd name="T10" fmla="*/ 73 w 73"/>
                <a:gd name="T11" fmla="*/ 39 h 61"/>
                <a:gd name="T12" fmla="*/ 72 w 73"/>
                <a:gd name="T13" fmla="*/ 37 h 61"/>
                <a:gd name="T14" fmla="*/ 71 w 73"/>
                <a:gd name="T15" fmla="*/ 33 h 61"/>
                <a:gd name="T16" fmla="*/ 73 w 73"/>
                <a:gd name="T17" fmla="*/ 31 h 61"/>
                <a:gd name="T18" fmla="*/ 73 w 73"/>
                <a:gd name="T19" fmla="*/ 29 h 61"/>
                <a:gd name="T20" fmla="*/ 72 w 73"/>
                <a:gd name="T21" fmla="*/ 27 h 61"/>
                <a:gd name="T22" fmla="*/ 69 w 73"/>
                <a:gd name="T23" fmla="*/ 23 h 61"/>
                <a:gd name="T24" fmla="*/ 69 w 73"/>
                <a:gd name="T25" fmla="*/ 22 h 61"/>
                <a:gd name="T26" fmla="*/ 69 w 73"/>
                <a:gd name="T27" fmla="*/ 22 h 61"/>
                <a:gd name="T28" fmla="*/ 70 w 73"/>
                <a:gd name="T29" fmla="*/ 15 h 61"/>
                <a:gd name="T30" fmla="*/ 69 w 73"/>
                <a:gd name="T31" fmla="*/ 11 h 61"/>
                <a:gd name="T32" fmla="*/ 63 w 73"/>
                <a:gd name="T33" fmla="*/ 12 h 61"/>
                <a:gd name="T34" fmla="*/ 59 w 73"/>
                <a:gd name="T35" fmla="*/ 8 h 61"/>
                <a:gd name="T36" fmla="*/ 58 w 73"/>
                <a:gd name="T37" fmla="*/ 6 h 61"/>
                <a:gd name="T38" fmla="*/ 53 w 73"/>
                <a:gd name="T39" fmla="*/ 5 h 61"/>
                <a:gd name="T40" fmla="*/ 48 w 73"/>
                <a:gd name="T41" fmla="*/ 5 h 61"/>
                <a:gd name="T42" fmla="*/ 38 w 73"/>
                <a:gd name="T43" fmla="*/ 5 h 61"/>
                <a:gd name="T44" fmla="*/ 35 w 73"/>
                <a:gd name="T45" fmla="*/ 5 h 61"/>
                <a:gd name="T46" fmla="*/ 33 w 73"/>
                <a:gd name="T47" fmla="*/ 5 h 61"/>
                <a:gd name="T48" fmla="*/ 29 w 73"/>
                <a:gd name="T49" fmla="*/ 5 h 61"/>
                <a:gd name="T50" fmla="*/ 24 w 73"/>
                <a:gd name="T51" fmla="*/ 3 h 61"/>
                <a:gd name="T52" fmla="*/ 24 w 73"/>
                <a:gd name="T53" fmla="*/ 3 h 61"/>
                <a:gd name="T54" fmla="*/ 17 w 73"/>
                <a:gd name="T55" fmla="*/ 2 h 61"/>
                <a:gd name="T56" fmla="*/ 16 w 73"/>
                <a:gd name="T57" fmla="*/ 3 h 61"/>
                <a:gd name="T58" fmla="*/ 14 w 73"/>
                <a:gd name="T59" fmla="*/ 5 h 61"/>
                <a:gd name="T60" fmla="*/ 14 w 73"/>
                <a:gd name="T61" fmla="*/ 5 h 61"/>
                <a:gd name="T62" fmla="*/ 10 w 73"/>
                <a:gd name="T63" fmla="*/ 8 h 61"/>
                <a:gd name="T64" fmla="*/ 5 w 73"/>
                <a:gd name="T65" fmla="*/ 5 h 61"/>
                <a:gd name="T66" fmla="*/ 2 w 73"/>
                <a:gd name="T67" fmla="*/ 3 h 61"/>
                <a:gd name="T68" fmla="*/ 1 w 73"/>
                <a:gd name="T69" fmla="*/ 8 h 61"/>
                <a:gd name="T70" fmla="*/ 1 w 73"/>
                <a:gd name="T71" fmla="*/ 11 h 61"/>
                <a:gd name="T72" fmla="*/ 6 w 73"/>
                <a:gd name="T73" fmla="*/ 15 h 61"/>
                <a:gd name="T74" fmla="*/ 9 w 73"/>
                <a:gd name="T75" fmla="*/ 18 h 61"/>
                <a:gd name="T76" fmla="*/ 13 w 73"/>
                <a:gd name="T77" fmla="*/ 24 h 61"/>
                <a:gd name="T78" fmla="*/ 14 w 73"/>
                <a:gd name="T79" fmla="*/ 27 h 61"/>
                <a:gd name="T80" fmla="*/ 21 w 73"/>
                <a:gd name="T81" fmla="*/ 33 h 61"/>
                <a:gd name="T82" fmla="*/ 26 w 73"/>
                <a:gd name="T83" fmla="*/ 37 h 61"/>
                <a:gd name="T84" fmla="*/ 31 w 73"/>
                <a:gd name="T85" fmla="*/ 40 h 61"/>
                <a:gd name="T86" fmla="*/ 35 w 73"/>
                <a:gd name="T87" fmla="*/ 43 h 61"/>
                <a:gd name="T88" fmla="*/ 39 w 73"/>
                <a:gd name="T89" fmla="*/ 47 h 61"/>
                <a:gd name="T90" fmla="*/ 42 w 73"/>
                <a:gd name="T91" fmla="*/ 52 h 61"/>
                <a:gd name="T92" fmla="*/ 47 w 73"/>
                <a:gd name="T93" fmla="*/ 56 h 61"/>
                <a:gd name="T94" fmla="*/ 50 w 73"/>
                <a:gd name="T95" fmla="*/ 58 h 61"/>
                <a:gd name="T96" fmla="*/ 54 w 73"/>
                <a:gd name="T97" fmla="*/ 61 h 61"/>
                <a:gd name="T98" fmla="*/ 55 w 73"/>
                <a:gd name="T99" fmla="*/ 54 h 61"/>
                <a:gd name="T100" fmla="*/ 59 w 73"/>
                <a:gd name="T101" fmla="*/ 4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" h="61">
                  <a:moveTo>
                    <a:pt x="59" y="49"/>
                  </a:moveTo>
                  <a:cubicBezTo>
                    <a:pt x="61" y="48"/>
                    <a:pt x="62" y="46"/>
                    <a:pt x="64" y="46"/>
                  </a:cubicBezTo>
                  <a:cubicBezTo>
                    <a:pt x="65" y="45"/>
                    <a:pt x="65" y="45"/>
                    <a:pt x="66" y="44"/>
                  </a:cubicBezTo>
                  <a:cubicBezTo>
                    <a:pt x="66" y="44"/>
                    <a:pt x="67" y="43"/>
                    <a:pt x="69" y="42"/>
                  </a:cubicBezTo>
                  <a:cubicBezTo>
                    <a:pt x="71" y="41"/>
                    <a:pt x="72" y="41"/>
                    <a:pt x="73" y="40"/>
                  </a:cubicBezTo>
                  <a:cubicBezTo>
                    <a:pt x="73" y="40"/>
                    <a:pt x="73" y="40"/>
                    <a:pt x="73" y="39"/>
                  </a:cubicBezTo>
                  <a:cubicBezTo>
                    <a:pt x="73" y="38"/>
                    <a:pt x="73" y="38"/>
                    <a:pt x="72" y="37"/>
                  </a:cubicBezTo>
                  <a:cubicBezTo>
                    <a:pt x="72" y="36"/>
                    <a:pt x="71" y="35"/>
                    <a:pt x="71" y="33"/>
                  </a:cubicBezTo>
                  <a:cubicBezTo>
                    <a:pt x="72" y="32"/>
                    <a:pt x="72" y="31"/>
                    <a:pt x="73" y="31"/>
                  </a:cubicBezTo>
                  <a:cubicBezTo>
                    <a:pt x="73" y="30"/>
                    <a:pt x="73" y="30"/>
                    <a:pt x="73" y="29"/>
                  </a:cubicBezTo>
                  <a:cubicBezTo>
                    <a:pt x="73" y="28"/>
                    <a:pt x="73" y="28"/>
                    <a:pt x="72" y="27"/>
                  </a:cubicBezTo>
                  <a:cubicBezTo>
                    <a:pt x="71" y="26"/>
                    <a:pt x="70" y="25"/>
                    <a:pt x="69" y="23"/>
                  </a:cubicBezTo>
                  <a:cubicBezTo>
                    <a:pt x="69" y="23"/>
                    <a:pt x="69" y="23"/>
                    <a:pt x="69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8" y="20"/>
                    <a:pt x="68" y="19"/>
                    <a:pt x="70" y="15"/>
                  </a:cubicBezTo>
                  <a:cubicBezTo>
                    <a:pt x="71" y="13"/>
                    <a:pt x="70" y="12"/>
                    <a:pt x="69" y="11"/>
                  </a:cubicBezTo>
                  <a:cubicBezTo>
                    <a:pt x="68" y="11"/>
                    <a:pt x="65" y="12"/>
                    <a:pt x="63" y="12"/>
                  </a:cubicBezTo>
                  <a:cubicBezTo>
                    <a:pt x="60" y="11"/>
                    <a:pt x="59" y="10"/>
                    <a:pt x="59" y="8"/>
                  </a:cubicBezTo>
                  <a:cubicBezTo>
                    <a:pt x="59" y="8"/>
                    <a:pt x="58" y="7"/>
                    <a:pt x="58" y="6"/>
                  </a:cubicBezTo>
                  <a:cubicBezTo>
                    <a:pt x="56" y="4"/>
                    <a:pt x="55" y="5"/>
                    <a:pt x="53" y="5"/>
                  </a:cubicBezTo>
                  <a:cubicBezTo>
                    <a:pt x="51" y="5"/>
                    <a:pt x="50" y="5"/>
                    <a:pt x="48" y="5"/>
                  </a:cubicBezTo>
                  <a:cubicBezTo>
                    <a:pt x="44" y="4"/>
                    <a:pt x="42" y="4"/>
                    <a:pt x="38" y="5"/>
                  </a:cubicBezTo>
                  <a:cubicBezTo>
                    <a:pt x="37" y="5"/>
                    <a:pt x="36" y="5"/>
                    <a:pt x="35" y="5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31" y="6"/>
                    <a:pt x="30" y="6"/>
                    <a:pt x="29" y="5"/>
                  </a:cubicBezTo>
                  <a:cubicBezTo>
                    <a:pt x="27" y="5"/>
                    <a:pt x="26" y="4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0" y="0"/>
                    <a:pt x="19" y="1"/>
                    <a:pt x="17" y="2"/>
                  </a:cubicBezTo>
                  <a:cubicBezTo>
                    <a:pt x="17" y="3"/>
                    <a:pt x="16" y="3"/>
                    <a:pt x="16" y="3"/>
                  </a:cubicBezTo>
                  <a:cubicBezTo>
                    <a:pt x="15" y="4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7"/>
                    <a:pt x="13" y="8"/>
                    <a:pt x="10" y="8"/>
                  </a:cubicBezTo>
                  <a:cubicBezTo>
                    <a:pt x="8" y="8"/>
                    <a:pt x="7" y="6"/>
                    <a:pt x="5" y="5"/>
                  </a:cubicBezTo>
                  <a:cubicBezTo>
                    <a:pt x="4" y="4"/>
                    <a:pt x="3" y="2"/>
                    <a:pt x="2" y="3"/>
                  </a:cubicBezTo>
                  <a:cubicBezTo>
                    <a:pt x="0" y="3"/>
                    <a:pt x="1" y="6"/>
                    <a:pt x="1" y="8"/>
                  </a:cubicBezTo>
                  <a:cubicBezTo>
                    <a:pt x="1" y="9"/>
                    <a:pt x="1" y="10"/>
                    <a:pt x="1" y="11"/>
                  </a:cubicBezTo>
                  <a:cubicBezTo>
                    <a:pt x="1" y="12"/>
                    <a:pt x="3" y="14"/>
                    <a:pt x="6" y="15"/>
                  </a:cubicBezTo>
                  <a:cubicBezTo>
                    <a:pt x="7" y="16"/>
                    <a:pt x="8" y="17"/>
                    <a:pt x="9" y="18"/>
                  </a:cubicBezTo>
                  <a:cubicBezTo>
                    <a:pt x="12" y="20"/>
                    <a:pt x="12" y="22"/>
                    <a:pt x="13" y="24"/>
                  </a:cubicBezTo>
                  <a:cubicBezTo>
                    <a:pt x="13" y="25"/>
                    <a:pt x="13" y="25"/>
                    <a:pt x="14" y="27"/>
                  </a:cubicBezTo>
                  <a:cubicBezTo>
                    <a:pt x="14" y="28"/>
                    <a:pt x="17" y="31"/>
                    <a:pt x="21" y="33"/>
                  </a:cubicBezTo>
                  <a:cubicBezTo>
                    <a:pt x="22" y="34"/>
                    <a:pt x="24" y="35"/>
                    <a:pt x="26" y="37"/>
                  </a:cubicBezTo>
                  <a:cubicBezTo>
                    <a:pt x="28" y="39"/>
                    <a:pt x="30" y="40"/>
                    <a:pt x="31" y="40"/>
                  </a:cubicBezTo>
                  <a:cubicBezTo>
                    <a:pt x="33" y="41"/>
                    <a:pt x="34" y="42"/>
                    <a:pt x="35" y="43"/>
                  </a:cubicBezTo>
                  <a:cubicBezTo>
                    <a:pt x="37" y="44"/>
                    <a:pt x="38" y="45"/>
                    <a:pt x="39" y="47"/>
                  </a:cubicBezTo>
                  <a:cubicBezTo>
                    <a:pt x="41" y="49"/>
                    <a:pt x="41" y="50"/>
                    <a:pt x="42" y="52"/>
                  </a:cubicBezTo>
                  <a:cubicBezTo>
                    <a:pt x="43" y="54"/>
                    <a:pt x="45" y="55"/>
                    <a:pt x="47" y="56"/>
                  </a:cubicBezTo>
                  <a:cubicBezTo>
                    <a:pt x="48" y="57"/>
                    <a:pt x="49" y="57"/>
                    <a:pt x="50" y="58"/>
                  </a:cubicBezTo>
                  <a:cubicBezTo>
                    <a:pt x="52" y="59"/>
                    <a:pt x="53" y="60"/>
                    <a:pt x="54" y="61"/>
                  </a:cubicBezTo>
                  <a:cubicBezTo>
                    <a:pt x="54" y="58"/>
                    <a:pt x="54" y="56"/>
                    <a:pt x="55" y="54"/>
                  </a:cubicBezTo>
                  <a:cubicBezTo>
                    <a:pt x="57" y="52"/>
                    <a:pt x="58" y="51"/>
                    <a:pt x="59" y="4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2" name="Freeform 437">
              <a:extLst>
                <a:ext uri="{FF2B5EF4-FFF2-40B4-BE49-F238E27FC236}">
                  <a16:creationId xmlns:a16="http://schemas.microsoft.com/office/drawing/2014/main" id="{8CDD16B9-37FE-CFC3-1DE1-9AB89F7AB1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7728" y="1438042"/>
              <a:ext cx="217200" cy="387856"/>
            </a:xfrm>
            <a:custGeom>
              <a:avLst/>
              <a:gdLst>
                <a:gd name="T0" fmla="*/ 59 w 198"/>
                <a:gd name="T1" fmla="*/ 173 h 361"/>
                <a:gd name="T2" fmla="*/ 48 w 198"/>
                <a:gd name="T3" fmla="*/ 191 h 361"/>
                <a:gd name="T4" fmla="*/ 50 w 198"/>
                <a:gd name="T5" fmla="*/ 205 h 361"/>
                <a:gd name="T6" fmla="*/ 54 w 198"/>
                <a:gd name="T7" fmla="*/ 189 h 361"/>
                <a:gd name="T8" fmla="*/ 66 w 198"/>
                <a:gd name="T9" fmla="*/ 192 h 361"/>
                <a:gd name="T10" fmla="*/ 58 w 198"/>
                <a:gd name="T11" fmla="*/ 223 h 361"/>
                <a:gd name="T12" fmla="*/ 72 w 198"/>
                <a:gd name="T13" fmla="*/ 225 h 361"/>
                <a:gd name="T14" fmla="*/ 94 w 198"/>
                <a:gd name="T15" fmla="*/ 225 h 361"/>
                <a:gd name="T16" fmla="*/ 103 w 198"/>
                <a:gd name="T17" fmla="*/ 250 h 361"/>
                <a:gd name="T18" fmla="*/ 100 w 198"/>
                <a:gd name="T19" fmla="*/ 269 h 361"/>
                <a:gd name="T20" fmla="*/ 70 w 198"/>
                <a:gd name="T21" fmla="*/ 283 h 361"/>
                <a:gd name="T22" fmla="*/ 63 w 198"/>
                <a:gd name="T23" fmla="*/ 306 h 361"/>
                <a:gd name="T24" fmla="*/ 84 w 198"/>
                <a:gd name="T25" fmla="*/ 319 h 361"/>
                <a:gd name="T26" fmla="*/ 95 w 198"/>
                <a:gd name="T27" fmla="*/ 329 h 361"/>
                <a:gd name="T28" fmla="*/ 61 w 198"/>
                <a:gd name="T29" fmla="*/ 348 h 361"/>
                <a:gd name="T30" fmla="*/ 60 w 198"/>
                <a:gd name="T31" fmla="*/ 354 h 361"/>
                <a:gd name="T32" fmla="*/ 97 w 198"/>
                <a:gd name="T33" fmla="*/ 340 h 361"/>
                <a:gd name="T34" fmla="*/ 135 w 198"/>
                <a:gd name="T35" fmla="*/ 336 h 361"/>
                <a:gd name="T36" fmla="*/ 188 w 198"/>
                <a:gd name="T37" fmla="*/ 324 h 361"/>
                <a:gd name="T38" fmla="*/ 176 w 198"/>
                <a:gd name="T39" fmla="*/ 316 h 361"/>
                <a:gd name="T40" fmla="*/ 196 w 198"/>
                <a:gd name="T41" fmla="*/ 299 h 361"/>
                <a:gd name="T42" fmla="*/ 168 w 198"/>
                <a:gd name="T43" fmla="*/ 276 h 361"/>
                <a:gd name="T44" fmla="*/ 164 w 198"/>
                <a:gd name="T45" fmla="*/ 262 h 361"/>
                <a:gd name="T46" fmla="*/ 125 w 198"/>
                <a:gd name="T47" fmla="*/ 203 h 361"/>
                <a:gd name="T48" fmla="*/ 106 w 198"/>
                <a:gd name="T49" fmla="*/ 187 h 361"/>
                <a:gd name="T50" fmla="*/ 119 w 198"/>
                <a:gd name="T51" fmla="*/ 158 h 361"/>
                <a:gd name="T52" fmla="*/ 72 w 198"/>
                <a:gd name="T53" fmla="*/ 148 h 361"/>
                <a:gd name="T54" fmla="*/ 78 w 198"/>
                <a:gd name="T55" fmla="*/ 136 h 361"/>
                <a:gd name="T56" fmla="*/ 88 w 198"/>
                <a:gd name="T57" fmla="*/ 117 h 361"/>
                <a:gd name="T58" fmla="*/ 66 w 198"/>
                <a:gd name="T59" fmla="*/ 121 h 361"/>
                <a:gd name="T60" fmla="*/ 60 w 198"/>
                <a:gd name="T61" fmla="*/ 126 h 361"/>
                <a:gd name="T62" fmla="*/ 59 w 198"/>
                <a:gd name="T63" fmla="*/ 140 h 361"/>
                <a:gd name="T64" fmla="*/ 45 w 198"/>
                <a:gd name="T65" fmla="*/ 148 h 361"/>
                <a:gd name="T66" fmla="*/ 47 w 198"/>
                <a:gd name="T67" fmla="*/ 163 h 361"/>
                <a:gd name="T68" fmla="*/ 140 w 198"/>
                <a:gd name="T69" fmla="*/ 342 h 361"/>
                <a:gd name="T70" fmla="*/ 22 w 198"/>
                <a:gd name="T71" fmla="*/ 16 h 361"/>
                <a:gd name="T72" fmla="*/ 18 w 198"/>
                <a:gd name="T73" fmla="*/ 6 h 361"/>
                <a:gd name="T74" fmla="*/ 12 w 198"/>
                <a:gd name="T75" fmla="*/ 157 h 361"/>
                <a:gd name="T76" fmla="*/ 10 w 198"/>
                <a:gd name="T77" fmla="*/ 147 h 361"/>
                <a:gd name="T78" fmla="*/ 31 w 198"/>
                <a:gd name="T79" fmla="*/ 148 h 361"/>
                <a:gd name="T80" fmla="*/ 35 w 198"/>
                <a:gd name="T81" fmla="*/ 151 h 361"/>
                <a:gd name="T82" fmla="*/ 16 w 198"/>
                <a:gd name="T83" fmla="*/ 130 h 361"/>
                <a:gd name="T84" fmla="*/ 32 w 198"/>
                <a:gd name="T85" fmla="*/ 122 h 361"/>
                <a:gd name="T86" fmla="*/ 10 w 198"/>
                <a:gd name="T87" fmla="*/ 164 h 361"/>
                <a:gd name="T88" fmla="*/ 68 w 198"/>
                <a:gd name="T89" fmla="*/ 243 h 361"/>
                <a:gd name="T90" fmla="*/ 94 w 198"/>
                <a:gd name="T91" fmla="*/ 109 h 361"/>
                <a:gd name="T92" fmla="*/ 106 w 198"/>
                <a:gd name="T93" fmla="*/ 107 h 361"/>
                <a:gd name="T94" fmla="*/ 40 w 198"/>
                <a:gd name="T95" fmla="*/ 158 h 361"/>
                <a:gd name="T96" fmla="*/ 136 w 198"/>
                <a:gd name="T97" fmla="*/ 68 h 361"/>
                <a:gd name="T98" fmla="*/ 140 w 198"/>
                <a:gd name="T99" fmla="*/ 64 h 361"/>
                <a:gd name="T100" fmla="*/ 131 w 198"/>
                <a:gd name="T101" fmla="*/ 64 h 361"/>
                <a:gd name="T102" fmla="*/ 39 w 198"/>
                <a:gd name="T103" fmla="*/ 195 h 361"/>
                <a:gd name="T104" fmla="*/ 39 w 198"/>
                <a:gd name="T105" fmla="*/ 180 h 361"/>
                <a:gd name="T106" fmla="*/ 37 w 198"/>
                <a:gd name="T107" fmla="*/ 250 h 361"/>
                <a:gd name="T108" fmla="*/ 42 w 198"/>
                <a:gd name="T109" fmla="*/ 225 h 361"/>
                <a:gd name="T110" fmla="*/ 5 w 198"/>
                <a:gd name="T111" fmla="*/ 232 h 361"/>
                <a:gd name="T112" fmla="*/ 20 w 198"/>
                <a:gd name="T113" fmla="*/ 241 h 361"/>
                <a:gd name="T114" fmla="*/ 33 w 198"/>
                <a:gd name="T115" fmla="*/ 185 h 361"/>
                <a:gd name="T116" fmla="*/ 22 w 198"/>
                <a:gd name="T117" fmla="*/ 17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8" h="361">
                  <a:moveTo>
                    <a:pt x="40" y="175"/>
                  </a:moveTo>
                  <a:cubicBezTo>
                    <a:pt x="41" y="176"/>
                    <a:pt x="41" y="175"/>
                    <a:pt x="42" y="176"/>
                  </a:cubicBezTo>
                  <a:cubicBezTo>
                    <a:pt x="43" y="176"/>
                    <a:pt x="43" y="177"/>
                    <a:pt x="44" y="177"/>
                  </a:cubicBezTo>
                  <a:cubicBezTo>
                    <a:pt x="45" y="178"/>
                    <a:pt x="46" y="177"/>
                    <a:pt x="47" y="177"/>
                  </a:cubicBezTo>
                  <a:cubicBezTo>
                    <a:pt x="47" y="176"/>
                    <a:pt x="48" y="176"/>
                    <a:pt x="49" y="175"/>
                  </a:cubicBezTo>
                  <a:cubicBezTo>
                    <a:pt x="49" y="174"/>
                    <a:pt x="49" y="174"/>
                    <a:pt x="51" y="173"/>
                  </a:cubicBezTo>
                  <a:cubicBezTo>
                    <a:pt x="52" y="173"/>
                    <a:pt x="53" y="172"/>
                    <a:pt x="53" y="171"/>
                  </a:cubicBezTo>
                  <a:cubicBezTo>
                    <a:pt x="54" y="170"/>
                    <a:pt x="55" y="169"/>
                    <a:pt x="57" y="169"/>
                  </a:cubicBezTo>
                  <a:cubicBezTo>
                    <a:pt x="58" y="169"/>
                    <a:pt x="57" y="170"/>
                    <a:pt x="57" y="171"/>
                  </a:cubicBezTo>
                  <a:cubicBezTo>
                    <a:pt x="58" y="172"/>
                    <a:pt x="58" y="171"/>
                    <a:pt x="59" y="172"/>
                  </a:cubicBezTo>
                  <a:cubicBezTo>
                    <a:pt x="60" y="172"/>
                    <a:pt x="60" y="173"/>
                    <a:pt x="59" y="173"/>
                  </a:cubicBezTo>
                  <a:cubicBezTo>
                    <a:pt x="59" y="174"/>
                    <a:pt x="58" y="174"/>
                    <a:pt x="57" y="174"/>
                  </a:cubicBezTo>
                  <a:cubicBezTo>
                    <a:pt x="56" y="174"/>
                    <a:pt x="56" y="175"/>
                    <a:pt x="55" y="176"/>
                  </a:cubicBezTo>
                  <a:cubicBezTo>
                    <a:pt x="54" y="177"/>
                    <a:pt x="54" y="177"/>
                    <a:pt x="54" y="178"/>
                  </a:cubicBezTo>
                  <a:cubicBezTo>
                    <a:pt x="54" y="178"/>
                    <a:pt x="55" y="178"/>
                    <a:pt x="56" y="178"/>
                  </a:cubicBezTo>
                  <a:cubicBezTo>
                    <a:pt x="57" y="178"/>
                    <a:pt x="58" y="178"/>
                    <a:pt x="58" y="178"/>
                  </a:cubicBezTo>
                  <a:cubicBezTo>
                    <a:pt x="58" y="178"/>
                    <a:pt x="58" y="179"/>
                    <a:pt x="58" y="179"/>
                  </a:cubicBezTo>
                  <a:cubicBezTo>
                    <a:pt x="58" y="180"/>
                    <a:pt x="56" y="181"/>
                    <a:pt x="54" y="182"/>
                  </a:cubicBezTo>
                  <a:cubicBezTo>
                    <a:pt x="53" y="182"/>
                    <a:pt x="53" y="182"/>
                    <a:pt x="51" y="182"/>
                  </a:cubicBezTo>
                  <a:cubicBezTo>
                    <a:pt x="50" y="182"/>
                    <a:pt x="49" y="183"/>
                    <a:pt x="49" y="184"/>
                  </a:cubicBezTo>
                  <a:cubicBezTo>
                    <a:pt x="48" y="185"/>
                    <a:pt x="48" y="185"/>
                    <a:pt x="48" y="187"/>
                  </a:cubicBezTo>
                  <a:cubicBezTo>
                    <a:pt x="47" y="189"/>
                    <a:pt x="48" y="190"/>
                    <a:pt x="48" y="191"/>
                  </a:cubicBezTo>
                  <a:cubicBezTo>
                    <a:pt x="47" y="193"/>
                    <a:pt x="47" y="193"/>
                    <a:pt x="46" y="195"/>
                  </a:cubicBezTo>
                  <a:cubicBezTo>
                    <a:pt x="46" y="197"/>
                    <a:pt x="47" y="197"/>
                    <a:pt x="47" y="197"/>
                  </a:cubicBezTo>
                  <a:cubicBezTo>
                    <a:pt x="48" y="198"/>
                    <a:pt x="48" y="198"/>
                    <a:pt x="48" y="199"/>
                  </a:cubicBezTo>
                  <a:cubicBezTo>
                    <a:pt x="48" y="200"/>
                    <a:pt x="48" y="200"/>
                    <a:pt x="46" y="201"/>
                  </a:cubicBezTo>
                  <a:cubicBezTo>
                    <a:pt x="45" y="202"/>
                    <a:pt x="45" y="203"/>
                    <a:pt x="45" y="204"/>
                  </a:cubicBezTo>
                  <a:cubicBezTo>
                    <a:pt x="45" y="205"/>
                    <a:pt x="45" y="207"/>
                    <a:pt x="44" y="208"/>
                  </a:cubicBezTo>
                  <a:cubicBezTo>
                    <a:pt x="44" y="209"/>
                    <a:pt x="43" y="211"/>
                    <a:pt x="43" y="212"/>
                  </a:cubicBezTo>
                  <a:cubicBezTo>
                    <a:pt x="44" y="213"/>
                    <a:pt x="46" y="212"/>
                    <a:pt x="47" y="212"/>
                  </a:cubicBezTo>
                  <a:cubicBezTo>
                    <a:pt x="48" y="212"/>
                    <a:pt x="50" y="211"/>
                    <a:pt x="50" y="211"/>
                  </a:cubicBezTo>
                  <a:cubicBezTo>
                    <a:pt x="50" y="211"/>
                    <a:pt x="50" y="209"/>
                    <a:pt x="50" y="208"/>
                  </a:cubicBezTo>
                  <a:cubicBezTo>
                    <a:pt x="50" y="207"/>
                    <a:pt x="50" y="206"/>
                    <a:pt x="50" y="205"/>
                  </a:cubicBezTo>
                  <a:cubicBezTo>
                    <a:pt x="50" y="203"/>
                    <a:pt x="50" y="203"/>
                    <a:pt x="51" y="202"/>
                  </a:cubicBezTo>
                  <a:cubicBezTo>
                    <a:pt x="51" y="202"/>
                    <a:pt x="52" y="203"/>
                    <a:pt x="52" y="204"/>
                  </a:cubicBezTo>
                  <a:cubicBezTo>
                    <a:pt x="53" y="205"/>
                    <a:pt x="53" y="207"/>
                    <a:pt x="53" y="208"/>
                  </a:cubicBezTo>
                  <a:cubicBezTo>
                    <a:pt x="53" y="209"/>
                    <a:pt x="55" y="209"/>
                    <a:pt x="56" y="208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9" y="207"/>
                    <a:pt x="58" y="206"/>
                    <a:pt x="57" y="205"/>
                  </a:cubicBezTo>
                  <a:cubicBezTo>
                    <a:pt x="56" y="204"/>
                    <a:pt x="55" y="203"/>
                    <a:pt x="53" y="201"/>
                  </a:cubicBezTo>
                  <a:cubicBezTo>
                    <a:pt x="52" y="199"/>
                    <a:pt x="53" y="199"/>
                    <a:pt x="52" y="198"/>
                  </a:cubicBezTo>
                  <a:cubicBezTo>
                    <a:pt x="51" y="197"/>
                    <a:pt x="51" y="196"/>
                    <a:pt x="50" y="195"/>
                  </a:cubicBezTo>
                  <a:cubicBezTo>
                    <a:pt x="50" y="193"/>
                    <a:pt x="50" y="193"/>
                    <a:pt x="51" y="192"/>
                  </a:cubicBezTo>
                  <a:cubicBezTo>
                    <a:pt x="51" y="191"/>
                    <a:pt x="52" y="190"/>
                    <a:pt x="54" y="189"/>
                  </a:cubicBezTo>
                  <a:cubicBezTo>
                    <a:pt x="56" y="188"/>
                    <a:pt x="56" y="189"/>
                    <a:pt x="57" y="188"/>
                  </a:cubicBezTo>
                  <a:cubicBezTo>
                    <a:pt x="58" y="187"/>
                    <a:pt x="58" y="186"/>
                    <a:pt x="60" y="185"/>
                  </a:cubicBezTo>
                  <a:cubicBezTo>
                    <a:pt x="61" y="185"/>
                    <a:pt x="61" y="186"/>
                    <a:pt x="61" y="186"/>
                  </a:cubicBezTo>
                  <a:cubicBezTo>
                    <a:pt x="60" y="187"/>
                    <a:pt x="60" y="188"/>
                    <a:pt x="59" y="189"/>
                  </a:cubicBezTo>
                  <a:cubicBezTo>
                    <a:pt x="58" y="190"/>
                    <a:pt x="58" y="191"/>
                    <a:pt x="57" y="191"/>
                  </a:cubicBezTo>
                  <a:cubicBezTo>
                    <a:pt x="55" y="192"/>
                    <a:pt x="55" y="193"/>
                    <a:pt x="56" y="194"/>
                  </a:cubicBezTo>
                  <a:cubicBezTo>
                    <a:pt x="56" y="195"/>
                    <a:pt x="57" y="194"/>
                    <a:pt x="59" y="194"/>
                  </a:cubicBezTo>
                  <a:cubicBezTo>
                    <a:pt x="60" y="194"/>
                    <a:pt x="60" y="193"/>
                    <a:pt x="61" y="192"/>
                  </a:cubicBezTo>
                  <a:cubicBezTo>
                    <a:pt x="61" y="191"/>
                    <a:pt x="61" y="190"/>
                    <a:pt x="62" y="189"/>
                  </a:cubicBezTo>
                  <a:cubicBezTo>
                    <a:pt x="63" y="187"/>
                    <a:pt x="64" y="188"/>
                    <a:pt x="65" y="188"/>
                  </a:cubicBezTo>
                  <a:cubicBezTo>
                    <a:pt x="66" y="188"/>
                    <a:pt x="66" y="190"/>
                    <a:pt x="66" y="192"/>
                  </a:cubicBezTo>
                  <a:cubicBezTo>
                    <a:pt x="66" y="194"/>
                    <a:pt x="67" y="194"/>
                    <a:pt x="69" y="194"/>
                  </a:cubicBezTo>
                  <a:cubicBezTo>
                    <a:pt x="70" y="195"/>
                    <a:pt x="71" y="195"/>
                    <a:pt x="71" y="195"/>
                  </a:cubicBezTo>
                  <a:cubicBezTo>
                    <a:pt x="71" y="196"/>
                    <a:pt x="70" y="197"/>
                    <a:pt x="68" y="196"/>
                  </a:cubicBezTo>
                  <a:cubicBezTo>
                    <a:pt x="66" y="196"/>
                    <a:pt x="65" y="196"/>
                    <a:pt x="64" y="197"/>
                  </a:cubicBezTo>
                  <a:cubicBezTo>
                    <a:pt x="63" y="197"/>
                    <a:pt x="63" y="197"/>
                    <a:pt x="64" y="199"/>
                  </a:cubicBezTo>
                  <a:cubicBezTo>
                    <a:pt x="64" y="201"/>
                    <a:pt x="64" y="202"/>
                    <a:pt x="64" y="203"/>
                  </a:cubicBezTo>
                  <a:cubicBezTo>
                    <a:pt x="64" y="205"/>
                    <a:pt x="64" y="205"/>
                    <a:pt x="66" y="206"/>
                  </a:cubicBezTo>
                  <a:cubicBezTo>
                    <a:pt x="67" y="208"/>
                    <a:pt x="67" y="208"/>
                    <a:pt x="68" y="209"/>
                  </a:cubicBezTo>
                  <a:cubicBezTo>
                    <a:pt x="68" y="211"/>
                    <a:pt x="67" y="211"/>
                    <a:pt x="64" y="213"/>
                  </a:cubicBezTo>
                  <a:cubicBezTo>
                    <a:pt x="62" y="215"/>
                    <a:pt x="63" y="217"/>
                    <a:pt x="62" y="220"/>
                  </a:cubicBezTo>
                  <a:cubicBezTo>
                    <a:pt x="60" y="223"/>
                    <a:pt x="59" y="222"/>
                    <a:pt x="58" y="223"/>
                  </a:cubicBezTo>
                  <a:cubicBezTo>
                    <a:pt x="57" y="225"/>
                    <a:pt x="57" y="225"/>
                    <a:pt x="58" y="226"/>
                  </a:cubicBezTo>
                  <a:cubicBezTo>
                    <a:pt x="59" y="227"/>
                    <a:pt x="59" y="227"/>
                    <a:pt x="59" y="229"/>
                  </a:cubicBezTo>
                  <a:cubicBezTo>
                    <a:pt x="60" y="230"/>
                    <a:pt x="60" y="230"/>
                    <a:pt x="61" y="230"/>
                  </a:cubicBezTo>
                  <a:cubicBezTo>
                    <a:pt x="61" y="230"/>
                    <a:pt x="61" y="229"/>
                    <a:pt x="61" y="228"/>
                  </a:cubicBezTo>
                  <a:cubicBezTo>
                    <a:pt x="60" y="227"/>
                    <a:pt x="60" y="227"/>
                    <a:pt x="61" y="227"/>
                  </a:cubicBezTo>
                  <a:cubicBezTo>
                    <a:pt x="62" y="226"/>
                    <a:pt x="62" y="225"/>
                    <a:pt x="63" y="225"/>
                  </a:cubicBezTo>
                  <a:cubicBezTo>
                    <a:pt x="64" y="225"/>
                    <a:pt x="66" y="226"/>
                    <a:pt x="66" y="227"/>
                  </a:cubicBezTo>
                  <a:cubicBezTo>
                    <a:pt x="66" y="229"/>
                    <a:pt x="68" y="229"/>
                    <a:pt x="70" y="230"/>
                  </a:cubicBezTo>
                  <a:cubicBezTo>
                    <a:pt x="71" y="231"/>
                    <a:pt x="71" y="231"/>
                    <a:pt x="71" y="229"/>
                  </a:cubicBezTo>
                  <a:cubicBezTo>
                    <a:pt x="72" y="228"/>
                    <a:pt x="71" y="227"/>
                    <a:pt x="71" y="226"/>
                  </a:cubicBezTo>
                  <a:cubicBezTo>
                    <a:pt x="71" y="225"/>
                    <a:pt x="71" y="225"/>
                    <a:pt x="72" y="225"/>
                  </a:cubicBezTo>
                  <a:cubicBezTo>
                    <a:pt x="74" y="224"/>
                    <a:pt x="73" y="226"/>
                    <a:pt x="75" y="226"/>
                  </a:cubicBezTo>
                  <a:cubicBezTo>
                    <a:pt x="76" y="226"/>
                    <a:pt x="78" y="227"/>
                    <a:pt x="78" y="228"/>
                  </a:cubicBezTo>
                  <a:cubicBezTo>
                    <a:pt x="79" y="229"/>
                    <a:pt x="79" y="229"/>
                    <a:pt x="81" y="229"/>
                  </a:cubicBezTo>
                  <a:cubicBezTo>
                    <a:pt x="83" y="229"/>
                    <a:pt x="82" y="228"/>
                    <a:pt x="84" y="227"/>
                  </a:cubicBezTo>
                  <a:cubicBezTo>
                    <a:pt x="85" y="226"/>
                    <a:pt x="85" y="226"/>
                    <a:pt x="86" y="225"/>
                  </a:cubicBezTo>
                  <a:cubicBezTo>
                    <a:pt x="86" y="224"/>
                    <a:pt x="87" y="223"/>
                    <a:pt x="88" y="222"/>
                  </a:cubicBezTo>
                  <a:cubicBezTo>
                    <a:pt x="90" y="222"/>
                    <a:pt x="91" y="223"/>
                    <a:pt x="92" y="223"/>
                  </a:cubicBezTo>
                  <a:cubicBezTo>
                    <a:pt x="93" y="223"/>
                    <a:pt x="94" y="223"/>
                    <a:pt x="96" y="222"/>
                  </a:cubicBezTo>
                  <a:cubicBezTo>
                    <a:pt x="98" y="222"/>
                    <a:pt x="98" y="223"/>
                    <a:pt x="98" y="223"/>
                  </a:cubicBezTo>
                  <a:cubicBezTo>
                    <a:pt x="99" y="224"/>
                    <a:pt x="98" y="224"/>
                    <a:pt x="97" y="224"/>
                  </a:cubicBezTo>
                  <a:cubicBezTo>
                    <a:pt x="96" y="224"/>
                    <a:pt x="95" y="225"/>
                    <a:pt x="94" y="225"/>
                  </a:cubicBezTo>
                  <a:cubicBezTo>
                    <a:pt x="93" y="226"/>
                    <a:pt x="93" y="226"/>
                    <a:pt x="92" y="227"/>
                  </a:cubicBezTo>
                  <a:cubicBezTo>
                    <a:pt x="91" y="228"/>
                    <a:pt x="91" y="229"/>
                    <a:pt x="91" y="231"/>
                  </a:cubicBezTo>
                  <a:cubicBezTo>
                    <a:pt x="90" y="232"/>
                    <a:pt x="90" y="232"/>
                    <a:pt x="89" y="234"/>
                  </a:cubicBezTo>
                  <a:cubicBezTo>
                    <a:pt x="88" y="235"/>
                    <a:pt x="88" y="236"/>
                    <a:pt x="90" y="238"/>
                  </a:cubicBezTo>
                  <a:cubicBezTo>
                    <a:pt x="91" y="239"/>
                    <a:pt x="91" y="239"/>
                    <a:pt x="92" y="240"/>
                  </a:cubicBezTo>
                  <a:cubicBezTo>
                    <a:pt x="93" y="242"/>
                    <a:pt x="93" y="242"/>
                    <a:pt x="95" y="243"/>
                  </a:cubicBezTo>
                  <a:cubicBezTo>
                    <a:pt x="96" y="244"/>
                    <a:pt x="96" y="244"/>
                    <a:pt x="96" y="246"/>
                  </a:cubicBezTo>
                  <a:cubicBezTo>
                    <a:pt x="97" y="247"/>
                    <a:pt x="97" y="247"/>
                    <a:pt x="99" y="247"/>
                  </a:cubicBezTo>
                  <a:cubicBezTo>
                    <a:pt x="100" y="246"/>
                    <a:pt x="100" y="245"/>
                    <a:pt x="101" y="245"/>
                  </a:cubicBezTo>
                  <a:cubicBezTo>
                    <a:pt x="103" y="244"/>
                    <a:pt x="103" y="245"/>
                    <a:pt x="104" y="246"/>
                  </a:cubicBezTo>
                  <a:cubicBezTo>
                    <a:pt x="105" y="247"/>
                    <a:pt x="104" y="250"/>
                    <a:pt x="103" y="250"/>
                  </a:cubicBezTo>
                  <a:cubicBezTo>
                    <a:pt x="102" y="251"/>
                    <a:pt x="101" y="253"/>
                    <a:pt x="101" y="253"/>
                  </a:cubicBezTo>
                  <a:cubicBezTo>
                    <a:pt x="101" y="254"/>
                    <a:pt x="101" y="256"/>
                    <a:pt x="101" y="256"/>
                  </a:cubicBezTo>
                  <a:cubicBezTo>
                    <a:pt x="101" y="257"/>
                    <a:pt x="102" y="258"/>
                    <a:pt x="103" y="259"/>
                  </a:cubicBezTo>
                  <a:cubicBezTo>
                    <a:pt x="103" y="260"/>
                    <a:pt x="103" y="260"/>
                    <a:pt x="102" y="261"/>
                  </a:cubicBezTo>
                  <a:cubicBezTo>
                    <a:pt x="101" y="262"/>
                    <a:pt x="100" y="261"/>
                    <a:pt x="99" y="263"/>
                  </a:cubicBezTo>
                  <a:cubicBezTo>
                    <a:pt x="98" y="265"/>
                    <a:pt x="100" y="264"/>
                    <a:pt x="101" y="264"/>
                  </a:cubicBezTo>
                  <a:cubicBezTo>
                    <a:pt x="102" y="265"/>
                    <a:pt x="102" y="265"/>
                    <a:pt x="103" y="267"/>
                  </a:cubicBezTo>
                  <a:cubicBezTo>
                    <a:pt x="104" y="269"/>
                    <a:pt x="105" y="268"/>
                    <a:pt x="105" y="269"/>
                  </a:cubicBezTo>
                  <a:cubicBezTo>
                    <a:pt x="106" y="269"/>
                    <a:pt x="106" y="271"/>
                    <a:pt x="105" y="271"/>
                  </a:cubicBezTo>
                  <a:cubicBezTo>
                    <a:pt x="104" y="272"/>
                    <a:pt x="102" y="271"/>
                    <a:pt x="101" y="271"/>
                  </a:cubicBezTo>
                  <a:cubicBezTo>
                    <a:pt x="100" y="270"/>
                    <a:pt x="101" y="269"/>
                    <a:pt x="100" y="269"/>
                  </a:cubicBezTo>
                  <a:cubicBezTo>
                    <a:pt x="100" y="268"/>
                    <a:pt x="99" y="269"/>
                    <a:pt x="99" y="270"/>
                  </a:cubicBezTo>
                  <a:cubicBezTo>
                    <a:pt x="100" y="271"/>
                    <a:pt x="100" y="272"/>
                    <a:pt x="100" y="273"/>
                  </a:cubicBezTo>
                  <a:cubicBezTo>
                    <a:pt x="99" y="274"/>
                    <a:pt x="98" y="273"/>
                    <a:pt x="96" y="273"/>
                  </a:cubicBezTo>
                  <a:cubicBezTo>
                    <a:pt x="95" y="272"/>
                    <a:pt x="94" y="272"/>
                    <a:pt x="93" y="272"/>
                  </a:cubicBezTo>
                  <a:cubicBezTo>
                    <a:pt x="91" y="272"/>
                    <a:pt x="90" y="273"/>
                    <a:pt x="88" y="272"/>
                  </a:cubicBezTo>
                  <a:cubicBezTo>
                    <a:pt x="86" y="272"/>
                    <a:pt x="86" y="271"/>
                    <a:pt x="83" y="271"/>
                  </a:cubicBezTo>
                  <a:cubicBezTo>
                    <a:pt x="81" y="271"/>
                    <a:pt x="81" y="272"/>
                    <a:pt x="80" y="273"/>
                  </a:cubicBezTo>
                  <a:cubicBezTo>
                    <a:pt x="79" y="274"/>
                    <a:pt x="77" y="274"/>
                    <a:pt x="75" y="275"/>
                  </a:cubicBezTo>
                  <a:cubicBezTo>
                    <a:pt x="74" y="276"/>
                    <a:pt x="74" y="276"/>
                    <a:pt x="73" y="278"/>
                  </a:cubicBezTo>
                  <a:cubicBezTo>
                    <a:pt x="72" y="280"/>
                    <a:pt x="72" y="280"/>
                    <a:pt x="70" y="281"/>
                  </a:cubicBezTo>
                  <a:cubicBezTo>
                    <a:pt x="68" y="282"/>
                    <a:pt x="69" y="282"/>
                    <a:pt x="70" y="283"/>
                  </a:cubicBezTo>
                  <a:cubicBezTo>
                    <a:pt x="71" y="283"/>
                    <a:pt x="72" y="283"/>
                    <a:pt x="73" y="282"/>
                  </a:cubicBezTo>
                  <a:cubicBezTo>
                    <a:pt x="75" y="281"/>
                    <a:pt x="76" y="281"/>
                    <a:pt x="77" y="281"/>
                  </a:cubicBezTo>
                  <a:cubicBezTo>
                    <a:pt x="79" y="281"/>
                    <a:pt x="79" y="282"/>
                    <a:pt x="79" y="283"/>
                  </a:cubicBezTo>
                  <a:cubicBezTo>
                    <a:pt x="79" y="284"/>
                    <a:pt x="79" y="286"/>
                    <a:pt x="79" y="287"/>
                  </a:cubicBezTo>
                  <a:cubicBezTo>
                    <a:pt x="79" y="288"/>
                    <a:pt x="78" y="288"/>
                    <a:pt x="80" y="290"/>
                  </a:cubicBezTo>
                  <a:cubicBezTo>
                    <a:pt x="82" y="291"/>
                    <a:pt x="83" y="291"/>
                    <a:pt x="83" y="291"/>
                  </a:cubicBezTo>
                  <a:cubicBezTo>
                    <a:pt x="83" y="292"/>
                    <a:pt x="83" y="293"/>
                    <a:pt x="82" y="294"/>
                  </a:cubicBezTo>
                  <a:cubicBezTo>
                    <a:pt x="81" y="294"/>
                    <a:pt x="80" y="295"/>
                    <a:pt x="79" y="296"/>
                  </a:cubicBezTo>
                  <a:cubicBezTo>
                    <a:pt x="78" y="298"/>
                    <a:pt x="77" y="298"/>
                    <a:pt x="76" y="299"/>
                  </a:cubicBezTo>
                  <a:cubicBezTo>
                    <a:pt x="75" y="300"/>
                    <a:pt x="74" y="302"/>
                    <a:pt x="72" y="303"/>
                  </a:cubicBezTo>
                  <a:cubicBezTo>
                    <a:pt x="70" y="304"/>
                    <a:pt x="67" y="306"/>
                    <a:pt x="63" y="306"/>
                  </a:cubicBezTo>
                  <a:cubicBezTo>
                    <a:pt x="60" y="306"/>
                    <a:pt x="58" y="307"/>
                    <a:pt x="57" y="308"/>
                  </a:cubicBezTo>
                  <a:cubicBezTo>
                    <a:pt x="57" y="308"/>
                    <a:pt x="53" y="309"/>
                    <a:pt x="55" y="310"/>
                  </a:cubicBezTo>
                  <a:cubicBezTo>
                    <a:pt x="56" y="311"/>
                    <a:pt x="56" y="312"/>
                    <a:pt x="57" y="312"/>
                  </a:cubicBezTo>
                  <a:cubicBezTo>
                    <a:pt x="58" y="313"/>
                    <a:pt x="59" y="312"/>
                    <a:pt x="60" y="312"/>
                  </a:cubicBezTo>
                  <a:cubicBezTo>
                    <a:pt x="61" y="311"/>
                    <a:pt x="62" y="312"/>
                    <a:pt x="62" y="313"/>
                  </a:cubicBezTo>
                  <a:cubicBezTo>
                    <a:pt x="62" y="313"/>
                    <a:pt x="63" y="315"/>
                    <a:pt x="65" y="314"/>
                  </a:cubicBezTo>
                  <a:cubicBezTo>
                    <a:pt x="68" y="313"/>
                    <a:pt x="70" y="312"/>
                    <a:pt x="72" y="312"/>
                  </a:cubicBezTo>
                  <a:cubicBezTo>
                    <a:pt x="74" y="312"/>
                    <a:pt x="73" y="313"/>
                    <a:pt x="75" y="314"/>
                  </a:cubicBezTo>
                  <a:cubicBezTo>
                    <a:pt x="77" y="314"/>
                    <a:pt x="79" y="315"/>
                    <a:pt x="79" y="316"/>
                  </a:cubicBezTo>
                  <a:cubicBezTo>
                    <a:pt x="79" y="317"/>
                    <a:pt x="78" y="318"/>
                    <a:pt x="79" y="319"/>
                  </a:cubicBezTo>
                  <a:cubicBezTo>
                    <a:pt x="80" y="319"/>
                    <a:pt x="80" y="319"/>
                    <a:pt x="84" y="319"/>
                  </a:cubicBezTo>
                  <a:cubicBezTo>
                    <a:pt x="87" y="319"/>
                    <a:pt x="86" y="319"/>
                    <a:pt x="87" y="320"/>
                  </a:cubicBezTo>
                  <a:cubicBezTo>
                    <a:pt x="88" y="322"/>
                    <a:pt x="90" y="322"/>
                    <a:pt x="92" y="322"/>
                  </a:cubicBezTo>
                  <a:cubicBezTo>
                    <a:pt x="93" y="321"/>
                    <a:pt x="94" y="321"/>
                    <a:pt x="97" y="320"/>
                  </a:cubicBezTo>
                  <a:cubicBezTo>
                    <a:pt x="99" y="320"/>
                    <a:pt x="100" y="320"/>
                    <a:pt x="101" y="320"/>
                  </a:cubicBezTo>
                  <a:cubicBezTo>
                    <a:pt x="102" y="320"/>
                    <a:pt x="107" y="317"/>
                    <a:pt x="109" y="316"/>
                  </a:cubicBezTo>
                  <a:cubicBezTo>
                    <a:pt x="110" y="315"/>
                    <a:pt x="111" y="316"/>
                    <a:pt x="111" y="317"/>
                  </a:cubicBezTo>
                  <a:cubicBezTo>
                    <a:pt x="110" y="317"/>
                    <a:pt x="109" y="319"/>
                    <a:pt x="107" y="320"/>
                  </a:cubicBezTo>
                  <a:cubicBezTo>
                    <a:pt x="105" y="322"/>
                    <a:pt x="105" y="323"/>
                    <a:pt x="103" y="324"/>
                  </a:cubicBezTo>
                  <a:cubicBezTo>
                    <a:pt x="102" y="325"/>
                    <a:pt x="102" y="325"/>
                    <a:pt x="102" y="327"/>
                  </a:cubicBezTo>
                  <a:cubicBezTo>
                    <a:pt x="101" y="328"/>
                    <a:pt x="102" y="330"/>
                    <a:pt x="99" y="330"/>
                  </a:cubicBezTo>
                  <a:cubicBezTo>
                    <a:pt x="97" y="330"/>
                    <a:pt x="96" y="329"/>
                    <a:pt x="95" y="329"/>
                  </a:cubicBezTo>
                  <a:cubicBezTo>
                    <a:pt x="93" y="329"/>
                    <a:pt x="93" y="329"/>
                    <a:pt x="91" y="330"/>
                  </a:cubicBezTo>
                  <a:cubicBezTo>
                    <a:pt x="90" y="330"/>
                    <a:pt x="89" y="330"/>
                    <a:pt x="86" y="330"/>
                  </a:cubicBezTo>
                  <a:cubicBezTo>
                    <a:pt x="84" y="330"/>
                    <a:pt x="83" y="330"/>
                    <a:pt x="83" y="330"/>
                  </a:cubicBezTo>
                  <a:cubicBezTo>
                    <a:pt x="82" y="329"/>
                    <a:pt x="81" y="329"/>
                    <a:pt x="79" y="329"/>
                  </a:cubicBezTo>
                  <a:cubicBezTo>
                    <a:pt x="77" y="329"/>
                    <a:pt x="77" y="330"/>
                    <a:pt x="75" y="330"/>
                  </a:cubicBezTo>
                  <a:cubicBezTo>
                    <a:pt x="74" y="330"/>
                    <a:pt x="72" y="333"/>
                    <a:pt x="71" y="333"/>
                  </a:cubicBezTo>
                  <a:cubicBezTo>
                    <a:pt x="71" y="334"/>
                    <a:pt x="71" y="335"/>
                    <a:pt x="69" y="336"/>
                  </a:cubicBezTo>
                  <a:cubicBezTo>
                    <a:pt x="68" y="337"/>
                    <a:pt x="68" y="338"/>
                    <a:pt x="68" y="340"/>
                  </a:cubicBezTo>
                  <a:cubicBezTo>
                    <a:pt x="68" y="341"/>
                    <a:pt x="67" y="342"/>
                    <a:pt x="66" y="343"/>
                  </a:cubicBezTo>
                  <a:cubicBezTo>
                    <a:pt x="65" y="344"/>
                    <a:pt x="65" y="345"/>
                    <a:pt x="64" y="346"/>
                  </a:cubicBezTo>
                  <a:cubicBezTo>
                    <a:pt x="64" y="348"/>
                    <a:pt x="63" y="348"/>
                    <a:pt x="61" y="348"/>
                  </a:cubicBezTo>
                  <a:cubicBezTo>
                    <a:pt x="59" y="349"/>
                    <a:pt x="58" y="349"/>
                    <a:pt x="57" y="350"/>
                  </a:cubicBezTo>
                  <a:cubicBezTo>
                    <a:pt x="56" y="351"/>
                    <a:pt x="55" y="352"/>
                    <a:pt x="54" y="352"/>
                  </a:cubicBezTo>
                  <a:cubicBezTo>
                    <a:pt x="52" y="353"/>
                    <a:pt x="52" y="353"/>
                    <a:pt x="51" y="355"/>
                  </a:cubicBezTo>
                  <a:cubicBezTo>
                    <a:pt x="50" y="356"/>
                    <a:pt x="49" y="356"/>
                    <a:pt x="48" y="357"/>
                  </a:cubicBezTo>
                  <a:cubicBezTo>
                    <a:pt x="47" y="358"/>
                    <a:pt x="46" y="358"/>
                    <a:pt x="46" y="359"/>
                  </a:cubicBezTo>
                  <a:cubicBezTo>
                    <a:pt x="46" y="359"/>
                    <a:pt x="47" y="359"/>
                    <a:pt x="49" y="359"/>
                  </a:cubicBezTo>
                  <a:cubicBezTo>
                    <a:pt x="51" y="358"/>
                    <a:pt x="50" y="359"/>
                    <a:pt x="52" y="359"/>
                  </a:cubicBezTo>
                  <a:cubicBezTo>
                    <a:pt x="54" y="359"/>
                    <a:pt x="53" y="359"/>
                    <a:pt x="53" y="360"/>
                  </a:cubicBezTo>
                  <a:cubicBezTo>
                    <a:pt x="54" y="361"/>
                    <a:pt x="55" y="361"/>
                    <a:pt x="56" y="360"/>
                  </a:cubicBezTo>
                  <a:cubicBezTo>
                    <a:pt x="57" y="359"/>
                    <a:pt x="56" y="358"/>
                    <a:pt x="56" y="357"/>
                  </a:cubicBezTo>
                  <a:cubicBezTo>
                    <a:pt x="56" y="356"/>
                    <a:pt x="58" y="355"/>
                    <a:pt x="60" y="354"/>
                  </a:cubicBezTo>
                  <a:cubicBezTo>
                    <a:pt x="61" y="354"/>
                    <a:pt x="63" y="354"/>
                    <a:pt x="64" y="354"/>
                  </a:cubicBezTo>
                  <a:cubicBezTo>
                    <a:pt x="65" y="353"/>
                    <a:pt x="68" y="353"/>
                    <a:pt x="70" y="353"/>
                  </a:cubicBezTo>
                  <a:cubicBezTo>
                    <a:pt x="72" y="352"/>
                    <a:pt x="72" y="352"/>
                    <a:pt x="73" y="352"/>
                  </a:cubicBezTo>
                  <a:cubicBezTo>
                    <a:pt x="74" y="351"/>
                    <a:pt x="74" y="350"/>
                    <a:pt x="74" y="349"/>
                  </a:cubicBezTo>
                  <a:cubicBezTo>
                    <a:pt x="74" y="348"/>
                    <a:pt x="76" y="348"/>
                    <a:pt x="77" y="349"/>
                  </a:cubicBezTo>
                  <a:cubicBezTo>
                    <a:pt x="78" y="349"/>
                    <a:pt x="78" y="351"/>
                    <a:pt x="78" y="352"/>
                  </a:cubicBezTo>
                  <a:cubicBezTo>
                    <a:pt x="78" y="352"/>
                    <a:pt x="83" y="355"/>
                    <a:pt x="84" y="355"/>
                  </a:cubicBezTo>
                  <a:cubicBezTo>
                    <a:pt x="86" y="354"/>
                    <a:pt x="85" y="352"/>
                    <a:pt x="86" y="351"/>
                  </a:cubicBezTo>
                  <a:cubicBezTo>
                    <a:pt x="87" y="349"/>
                    <a:pt x="88" y="347"/>
                    <a:pt x="88" y="345"/>
                  </a:cubicBezTo>
                  <a:cubicBezTo>
                    <a:pt x="88" y="343"/>
                    <a:pt x="90" y="342"/>
                    <a:pt x="92" y="341"/>
                  </a:cubicBezTo>
                  <a:cubicBezTo>
                    <a:pt x="93" y="340"/>
                    <a:pt x="95" y="341"/>
                    <a:pt x="97" y="340"/>
                  </a:cubicBezTo>
                  <a:cubicBezTo>
                    <a:pt x="100" y="340"/>
                    <a:pt x="100" y="340"/>
                    <a:pt x="101" y="340"/>
                  </a:cubicBezTo>
                  <a:cubicBezTo>
                    <a:pt x="103" y="340"/>
                    <a:pt x="103" y="341"/>
                    <a:pt x="104" y="342"/>
                  </a:cubicBezTo>
                  <a:cubicBezTo>
                    <a:pt x="106" y="342"/>
                    <a:pt x="107" y="343"/>
                    <a:pt x="107" y="343"/>
                  </a:cubicBezTo>
                  <a:cubicBezTo>
                    <a:pt x="108" y="344"/>
                    <a:pt x="110" y="346"/>
                    <a:pt x="112" y="346"/>
                  </a:cubicBezTo>
                  <a:cubicBezTo>
                    <a:pt x="113" y="346"/>
                    <a:pt x="114" y="345"/>
                    <a:pt x="115" y="345"/>
                  </a:cubicBezTo>
                  <a:cubicBezTo>
                    <a:pt x="117" y="344"/>
                    <a:pt x="119" y="345"/>
                    <a:pt x="119" y="344"/>
                  </a:cubicBezTo>
                  <a:cubicBezTo>
                    <a:pt x="120" y="342"/>
                    <a:pt x="119" y="343"/>
                    <a:pt x="119" y="341"/>
                  </a:cubicBezTo>
                  <a:cubicBezTo>
                    <a:pt x="120" y="340"/>
                    <a:pt x="122" y="340"/>
                    <a:pt x="123" y="341"/>
                  </a:cubicBezTo>
                  <a:cubicBezTo>
                    <a:pt x="124" y="341"/>
                    <a:pt x="126" y="341"/>
                    <a:pt x="128" y="341"/>
                  </a:cubicBezTo>
                  <a:cubicBezTo>
                    <a:pt x="129" y="340"/>
                    <a:pt x="130" y="339"/>
                    <a:pt x="131" y="337"/>
                  </a:cubicBezTo>
                  <a:cubicBezTo>
                    <a:pt x="131" y="336"/>
                    <a:pt x="134" y="336"/>
                    <a:pt x="135" y="336"/>
                  </a:cubicBezTo>
                  <a:cubicBezTo>
                    <a:pt x="136" y="337"/>
                    <a:pt x="138" y="337"/>
                    <a:pt x="140" y="337"/>
                  </a:cubicBezTo>
                  <a:cubicBezTo>
                    <a:pt x="142" y="337"/>
                    <a:pt x="143" y="338"/>
                    <a:pt x="145" y="339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53" y="339"/>
                    <a:pt x="155" y="339"/>
                  </a:cubicBezTo>
                  <a:cubicBezTo>
                    <a:pt x="157" y="339"/>
                    <a:pt x="160" y="340"/>
                    <a:pt x="163" y="341"/>
                  </a:cubicBezTo>
                  <a:cubicBezTo>
                    <a:pt x="166" y="341"/>
                    <a:pt x="169" y="341"/>
                    <a:pt x="170" y="340"/>
                  </a:cubicBezTo>
                  <a:cubicBezTo>
                    <a:pt x="172" y="340"/>
                    <a:pt x="177" y="337"/>
                    <a:pt x="179" y="336"/>
                  </a:cubicBezTo>
                  <a:cubicBezTo>
                    <a:pt x="181" y="334"/>
                    <a:pt x="184" y="333"/>
                    <a:pt x="186" y="332"/>
                  </a:cubicBezTo>
                  <a:cubicBezTo>
                    <a:pt x="188" y="332"/>
                    <a:pt x="190" y="331"/>
                    <a:pt x="191" y="330"/>
                  </a:cubicBezTo>
                  <a:cubicBezTo>
                    <a:pt x="192" y="328"/>
                    <a:pt x="192" y="326"/>
                    <a:pt x="192" y="325"/>
                  </a:cubicBezTo>
                  <a:cubicBezTo>
                    <a:pt x="191" y="324"/>
                    <a:pt x="189" y="324"/>
                    <a:pt x="188" y="324"/>
                  </a:cubicBezTo>
                  <a:cubicBezTo>
                    <a:pt x="187" y="323"/>
                    <a:pt x="184" y="324"/>
                    <a:pt x="184" y="324"/>
                  </a:cubicBezTo>
                  <a:cubicBezTo>
                    <a:pt x="183" y="324"/>
                    <a:pt x="182" y="324"/>
                    <a:pt x="182" y="325"/>
                  </a:cubicBezTo>
                  <a:cubicBezTo>
                    <a:pt x="181" y="325"/>
                    <a:pt x="180" y="325"/>
                    <a:pt x="180" y="324"/>
                  </a:cubicBezTo>
                  <a:cubicBezTo>
                    <a:pt x="179" y="324"/>
                    <a:pt x="178" y="324"/>
                    <a:pt x="176" y="323"/>
                  </a:cubicBezTo>
                  <a:cubicBezTo>
                    <a:pt x="174" y="323"/>
                    <a:pt x="174" y="323"/>
                    <a:pt x="172" y="323"/>
                  </a:cubicBezTo>
                  <a:cubicBezTo>
                    <a:pt x="171" y="323"/>
                    <a:pt x="169" y="322"/>
                    <a:pt x="169" y="322"/>
                  </a:cubicBezTo>
                  <a:cubicBezTo>
                    <a:pt x="170" y="321"/>
                    <a:pt x="171" y="321"/>
                    <a:pt x="173" y="320"/>
                  </a:cubicBezTo>
                  <a:cubicBezTo>
                    <a:pt x="175" y="319"/>
                    <a:pt x="176" y="319"/>
                    <a:pt x="177" y="319"/>
                  </a:cubicBezTo>
                  <a:cubicBezTo>
                    <a:pt x="179" y="319"/>
                    <a:pt x="180" y="319"/>
                    <a:pt x="180" y="318"/>
                  </a:cubicBezTo>
                  <a:cubicBezTo>
                    <a:pt x="181" y="318"/>
                    <a:pt x="181" y="317"/>
                    <a:pt x="180" y="316"/>
                  </a:cubicBezTo>
                  <a:cubicBezTo>
                    <a:pt x="179" y="315"/>
                    <a:pt x="178" y="316"/>
                    <a:pt x="176" y="316"/>
                  </a:cubicBezTo>
                  <a:cubicBezTo>
                    <a:pt x="174" y="316"/>
                    <a:pt x="176" y="315"/>
                    <a:pt x="177" y="314"/>
                  </a:cubicBezTo>
                  <a:cubicBezTo>
                    <a:pt x="178" y="313"/>
                    <a:pt x="180" y="314"/>
                    <a:pt x="181" y="313"/>
                  </a:cubicBezTo>
                  <a:cubicBezTo>
                    <a:pt x="183" y="312"/>
                    <a:pt x="184" y="313"/>
                    <a:pt x="185" y="313"/>
                  </a:cubicBezTo>
                  <a:cubicBezTo>
                    <a:pt x="187" y="313"/>
                    <a:pt x="188" y="312"/>
                    <a:pt x="188" y="312"/>
                  </a:cubicBezTo>
                  <a:cubicBezTo>
                    <a:pt x="188" y="311"/>
                    <a:pt x="187" y="310"/>
                    <a:pt x="185" y="310"/>
                  </a:cubicBezTo>
                  <a:cubicBezTo>
                    <a:pt x="184" y="309"/>
                    <a:pt x="184" y="309"/>
                    <a:pt x="184" y="308"/>
                  </a:cubicBezTo>
                  <a:cubicBezTo>
                    <a:pt x="184" y="307"/>
                    <a:pt x="185" y="307"/>
                    <a:pt x="186" y="306"/>
                  </a:cubicBezTo>
                  <a:cubicBezTo>
                    <a:pt x="186" y="306"/>
                    <a:pt x="187" y="307"/>
                    <a:pt x="188" y="307"/>
                  </a:cubicBezTo>
                  <a:cubicBezTo>
                    <a:pt x="189" y="308"/>
                    <a:pt x="190" y="309"/>
                    <a:pt x="191" y="308"/>
                  </a:cubicBezTo>
                  <a:cubicBezTo>
                    <a:pt x="192" y="307"/>
                    <a:pt x="195" y="306"/>
                    <a:pt x="195" y="305"/>
                  </a:cubicBezTo>
                  <a:cubicBezTo>
                    <a:pt x="196" y="303"/>
                    <a:pt x="196" y="301"/>
                    <a:pt x="196" y="299"/>
                  </a:cubicBezTo>
                  <a:cubicBezTo>
                    <a:pt x="196" y="298"/>
                    <a:pt x="198" y="296"/>
                    <a:pt x="198" y="294"/>
                  </a:cubicBezTo>
                  <a:cubicBezTo>
                    <a:pt x="198" y="292"/>
                    <a:pt x="198" y="291"/>
                    <a:pt x="197" y="289"/>
                  </a:cubicBezTo>
                  <a:cubicBezTo>
                    <a:pt x="196" y="287"/>
                    <a:pt x="194" y="285"/>
                    <a:pt x="193" y="284"/>
                  </a:cubicBezTo>
                  <a:cubicBezTo>
                    <a:pt x="192" y="283"/>
                    <a:pt x="190" y="282"/>
                    <a:pt x="188" y="282"/>
                  </a:cubicBezTo>
                  <a:cubicBezTo>
                    <a:pt x="187" y="281"/>
                    <a:pt x="184" y="282"/>
                    <a:pt x="182" y="281"/>
                  </a:cubicBezTo>
                  <a:cubicBezTo>
                    <a:pt x="179" y="280"/>
                    <a:pt x="180" y="280"/>
                    <a:pt x="178" y="280"/>
                  </a:cubicBezTo>
                  <a:cubicBezTo>
                    <a:pt x="177" y="280"/>
                    <a:pt x="174" y="281"/>
                    <a:pt x="173" y="282"/>
                  </a:cubicBezTo>
                  <a:cubicBezTo>
                    <a:pt x="171" y="283"/>
                    <a:pt x="171" y="284"/>
                    <a:pt x="169" y="284"/>
                  </a:cubicBezTo>
                  <a:cubicBezTo>
                    <a:pt x="168" y="284"/>
                    <a:pt x="165" y="284"/>
                    <a:pt x="164" y="283"/>
                  </a:cubicBezTo>
                  <a:cubicBezTo>
                    <a:pt x="163" y="282"/>
                    <a:pt x="163" y="281"/>
                    <a:pt x="164" y="279"/>
                  </a:cubicBezTo>
                  <a:cubicBezTo>
                    <a:pt x="164" y="278"/>
                    <a:pt x="166" y="278"/>
                    <a:pt x="168" y="276"/>
                  </a:cubicBezTo>
                  <a:cubicBezTo>
                    <a:pt x="170" y="275"/>
                    <a:pt x="169" y="275"/>
                    <a:pt x="169" y="274"/>
                  </a:cubicBezTo>
                  <a:cubicBezTo>
                    <a:pt x="169" y="273"/>
                    <a:pt x="168" y="270"/>
                    <a:pt x="167" y="269"/>
                  </a:cubicBezTo>
                  <a:cubicBezTo>
                    <a:pt x="165" y="267"/>
                    <a:pt x="161" y="266"/>
                    <a:pt x="161" y="265"/>
                  </a:cubicBezTo>
                  <a:cubicBezTo>
                    <a:pt x="161" y="264"/>
                    <a:pt x="159" y="262"/>
                    <a:pt x="158" y="261"/>
                  </a:cubicBezTo>
                  <a:cubicBezTo>
                    <a:pt x="157" y="260"/>
                    <a:pt x="155" y="260"/>
                    <a:pt x="154" y="261"/>
                  </a:cubicBezTo>
                  <a:cubicBezTo>
                    <a:pt x="152" y="261"/>
                    <a:pt x="151" y="261"/>
                    <a:pt x="149" y="261"/>
                  </a:cubicBezTo>
                  <a:cubicBezTo>
                    <a:pt x="147" y="261"/>
                    <a:pt x="148" y="259"/>
                    <a:pt x="149" y="259"/>
                  </a:cubicBezTo>
                  <a:cubicBezTo>
                    <a:pt x="150" y="259"/>
                    <a:pt x="151" y="259"/>
                    <a:pt x="152" y="258"/>
                  </a:cubicBezTo>
                  <a:cubicBezTo>
                    <a:pt x="153" y="258"/>
                    <a:pt x="156" y="258"/>
                    <a:pt x="157" y="258"/>
                  </a:cubicBezTo>
                  <a:cubicBezTo>
                    <a:pt x="158" y="258"/>
                    <a:pt x="159" y="260"/>
                    <a:pt x="161" y="261"/>
                  </a:cubicBezTo>
                  <a:cubicBezTo>
                    <a:pt x="162" y="263"/>
                    <a:pt x="163" y="262"/>
                    <a:pt x="164" y="262"/>
                  </a:cubicBezTo>
                  <a:cubicBezTo>
                    <a:pt x="164" y="262"/>
                    <a:pt x="163" y="260"/>
                    <a:pt x="162" y="258"/>
                  </a:cubicBezTo>
                  <a:cubicBezTo>
                    <a:pt x="162" y="257"/>
                    <a:pt x="162" y="255"/>
                    <a:pt x="161" y="253"/>
                  </a:cubicBezTo>
                  <a:cubicBezTo>
                    <a:pt x="160" y="250"/>
                    <a:pt x="158" y="247"/>
                    <a:pt x="157" y="245"/>
                  </a:cubicBezTo>
                  <a:cubicBezTo>
                    <a:pt x="155" y="243"/>
                    <a:pt x="153" y="242"/>
                    <a:pt x="152" y="241"/>
                  </a:cubicBezTo>
                  <a:cubicBezTo>
                    <a:pt x="151" y="239"/>
                    <a:pt x="148" y="237"/>
                    <a:pt x="146" y="235"/>
                  </a:cubicBezTo>
                  <a:cubicBezTo>
                    <a:pt x="145" y="233"/>
                    <a:pt x="143" y="234"/>
                    <a:pt x="141" y="232"/>
                  </a:cubicBezTo>
                  <a:cubicBezTo>
                    <a:pt x="138" y="231"/>
                    <a:pt x="137" y="231"/>
                    <a:pt x="136" y="228"/>
                  </a:cubicBezTo>
                  <a:cubicBezTo>
                    <a:pt x="135" y="225"/>
                    <a:pt x="135" y="225"/>
                    <a:pt x="133" y="223"/>
                  </a:cubicBezTo>
                  <a:cubicBezTo>
                    <a:pt x="132" y="221"/>
                    <a:pt x="131" y="220"/>
                    <a:pt x="131" y="217"/>
                  </a:cubicBezTo>
                  <a:cubicBezTo>
                    <a:pt x="130" y="215"/>
                    <a:pt x="130" y="213"/>
                    <a:pt x="129" y="209"/>
                  </a:cubicBezTo>
                  <a:cubicBezTo>
                    <a:pt x="129" y="206"/>
                    <a:pt x="128" y="205"/>
                    <a:pt x="125" y="203"/>
                  </a:cubicBezTo>
                  <a:cubicBezTo>
                    <a:pt x="123" y="201"/>
                    <a:pt x="118" y="197"/>
                    <a:pt x="116" y="196"/>
                  </a:cubicBezTo>
                  <a:cubicBezTo>
                    <a:pt x="114" y="195"/>
                    <a:pt x="112" y="195"/>
                    <a:pt x="108" y="195"/>
                  </a:cubicBezTo>
                  <a:cubicBezTo>
                    <a:pt x="105" y="194"/>
                    <a:pt x="105" y="195"/>
                    <a:pt x="103" y="195"/>
                  </a:cubicBezTo>
                  <a:cubicBezTo>
                    <a:pt x="100" y="195"/>
                    <a:pt x="99" y="195"/>
                    <a:pt x="95" y="195"/>
                  </a:cubicBezTo>
                  <a:cubicBezTo>
                    <a:pt x="92" y="195"/>
                    <a:pt x="90" y="195"/>
                    <a:pt x="87" y="195"/>
                  </a:cubicBezTo>
                  <a:cubicBezTo>
                    <a:pt x="85" y="194"/>
                    <a:pt x="85" y="193"/>
                    <a:pt x="85" y="191"/>
                  </a:cubicBezTo>
                  <a:cubicBezTo>
                    <a:pt x="86" y="190"/>
                    <a:pt x="87" y="191"/>
                    <a:pt x="89" y="192"/>
                  </a:cubicBezTo>
                  <a:cubicBezTo>
                    <a:pt x="91" y="193"/>
                    <a:pt x="92" y="192"/>
                    <a:pt x="94" y="192"/>
                  </a:cubicBezTo>
                  <a:cubicBezTo>
                    <a:pt x="95" y="192"/>
                    <a:pt x="97" y="190"/>
                    <a:pt x="98" y="190"/>
                  </a:cubicBezTo>
                  <a:cubicBezTo>
                    <a:pt x="99" y="189"/>
                    <a:pt x="100" y="188"/>
                    <a:pt x="102" y="188"/>
                  </a:cubicBezTo>
                  <a:cubicBezTo>
                    <a:pt x="104" y="188"/>
                    <a:pt x="106" y="188"/>
                    <a:pt x="106" y="187"/>
                  </a:cubicBezTo>
                  <a:cubicBezTo>
                    <a:pt x="106" y="185"/>
                    <a:pt x="105" y="185"/>
                    <a:pt x="105" y="184"/>
                  </a:cubicBezTo>
                  <a:cubicBezTo>
                    <a:pt x="105" y="183"/>
                    <a:pt x="105" y="182"/>
                    <a:pt x="104" y="181"/>
                  </a:cubicBezTo>
                  <a:cubicBezTo>
                    <a:pt x="102" y="181"/>
                    <a:pt x="101" y="182"/>
                    <a:pt x="99" y="182"/>
                  </a:cubicBezTo>
                  <a:cubicBezTo>
                    <a:pt x="97" y="183"/>
                    <a:pt x="96" y="183"/>
                    <a:pt x="95" y="183"/>
                  </a:cubicBezTo>
                  <a:cubicBezTo>
                    <a:pt x="94" y="182"/>
                    <a:pt x="96" y="182"/>
                    <a:pt x="97" y="181"/>
                  </a:cubicBezTo>
                  <a:cubicBezTo>
                    <a:pt x="98" y="180"/>
                    <a:pt x="101" y="180"/>
                    <a:pt x="103" y="180"/>
                  </a:cubicBezTo>
                  <a:cubicBezTo>
                    <a:pt x="105" y="180"/>
                    <a:pt x="105" y="179"/>
                    <a:pt x="107" y="178"/>
                  </a:cubicBezTo>
                  <a:cubicBezTo>
                    <a:pt x="108" y="177"/>
                    <a:pt x="109" y="175"/>
                    <a:pt x="110" y="173"/>
                  </a:cubicBezTo>
                  <a:cubicBezTo>
                    <a:pt x="111" y="170"/>
                    <a:pt x="112" y="170"/>
                    <a:pt x="115" y="169"/>
                  </a:cubicBezTo>
                  <a:cubicBezTo>
                    <a:pt x="118" y="167"/>
                    <a:pt x="118" y="167"/>
                    <a:pt x="118" y="165"/>
                  </a:cubicBezTo>
                  <a:cubicBezTo>
                    <a:pt x="118" y="163"/>
                    <a:pt x="118" y="160"/>
                    <a:pt x="119" y="158"/>
                  </a:cubicBezTo>
                  <a:cubicBezTo>
                    <a:pt x="120" y="155"/>
                    <a:pt x="122" y="155"/>
                    <a:pt x="124" y="153"/>
                  </a:cubicBezTo>
                  <a:cubicBezTo>
                    <a:pt x="127" y="152"/>
                    <a:pt x="126" y="149"/>
                    <a:pt x="125" y="147"/>
                  </a:cubicBezTo>
                  <a:cubicBezTo>
                    <a:pt x="124" y="145"/>
                    <a:pt x="120" y="146"/>
                    <a:pt x="118" y="145"/>
                  </a:cubicBezTo>
                  <a:cubicBezTo>
                    <a:pt x="116" y="145"/>
                    <a:pt x="112" y="145"/>
                    <a:pt x="109" y="145"/>
                  </a:cubicBezTo>
                  <a:cubicBezTo>
                    <a:pt x="107" y="145"/>
                    <a:pt x="103" y="145"/>
                    <a:pt x="100" y="144"/>
                  </a:cubicBezTo>
                  <a:cubicBezTo>
                    <a:pt x="97" y="141"/>
                    <a:pt x="94" y="143"/>
                    <a:pt x="92" y="144"/>
                  </a:cubicBezTo>
                  <a:cubicBezTo>
                    <a:pt x="91" y="145"/>
                    <a:pt x="89" y="145"/>
                    <a:pt x="87" y="146"/>
                  </a:cubicBezTo>
                  <a:cubicBezTo>
                    <a:pt x="85" y="146"/>
                    <a:pt x="82" y="147"/>
                    <a:pt x="81" y="148"/>
                  </a:cubicBezTo>
                  <a:cubicBezTo>
                    <a:pt x="80" y="149"/>
                    <a:pt x="78" y="150"/>
                    <a:pt x="77" y="150"/>
                  </a:cubicBezTo>
                  <a:cubicBezTo>
                    <a:pt x="76" y="150"/>
                    <a:pt x="76" y="149"/>
                    <a:pt x="75" y="148"/>
                  </a:cubicBezTo>
                  <a:cubicBezTo>
                    <a:pt x="75" y="147"/>
                    <a:pt x="74" y="148"/>
                    <a:pt x="72" y="148"/>
                  </a:cubicBezTo>
                  <a:cubicBezTo>
                    <a:pt x="71" y="148"/>
                    <a:pt x="70" y="148"/>
                    <a:pt x="70" y="147"/>
                  </a:cubicBezTo>
                  <a:cubicBezTo>
                    <a:pt x="70" y="147"/>
                    <a:pt x="72" y="146"/>
                    <a:pt x="73" y="146"/>
                  </a:cubicBezTo>
                  <a:cubicBezTo>
                    <a:pt x="74" y="145"/>
                    <a:pt x="75" y="145"/>
                    <a:pt x="76" y="144"/>
                  </a:cubicBezTo>
                  <a:cubicBezTo>
                    <a:pt x="78" y="142"/>
                    <a:pt x="77" y="144"/>
                    <a:pt x="79" y="143"/>
                  </a:cubicBezTo>
                  <a:cubicBezTo>
                    <a:pt x="80" y="143"/>
                    <a:pt x="81" y="142"/>
                    <a:pt x="79" y="141"/>
                  </a:cubicBezTo>
                  <a:cubicBezTo>
                    <a:pt x="78" y="140"/>
                    <a:pt x="78" y="140"/>
                    <a:pt x="77" y="140"/>
                  </a:cubicBezTo>
                  <a:cubicBezTo>
                    <a:pt x="76" y="139"/>
                    <a:pt x="75" y="139"/>
                    <a:pt x="73" y="139"/>
                  </a:cubicBezTo>
                  <a:cubicBezTo>
                    <a:pt x="72" y="139"/>
                    <a:pt x="72" y="138"/>
                    <a:pt x="72" y="138"/>
                  </a:cubicBezTo>
                  <a:cubicBezTo>
                    <a:pt x="72" y="137"/>
                    <a:pt x="73" y="137"/>
                    <a:pt x="74" y="137"/>
                  </a:cubicBezTo>
                  <a:cubicBezTo>
                    <a:pt x="75" y="137"/>
                    <a:pt x="75" y="138"/>
                    <a:pt x="77" y="138"/>
                  </a:cubicBezTo>
                  <a:cubicBezTo>
                    <a:pt x="78" y="138"/>
                    <a:pt x="77" y="138"/>
                    <a:pt x="78" y="136"/>
                  </a:cubicBezTo>
                  <a:cubicBezTo>
                    <a:pt x="79" y="135"/>
                    <a:pt x="81" y="135"/>
                    <a:pt x="82" y="134"/>
                  </a:cubicBezTo>
                  <a:cubicBezTo>
                    <a:pt x="83" y="134"/>
                    <a:pt x="84" y="133"/>
                    <a:pt x="85" y="132"/>
                  </a:cubicBezTo>
                  <a:cubicBezTo>
                    <a:pt x="87" y="131"/>
                    <a:pt x="88" y="131"/>
                    <a:pt x="89" y="130"/>
                  </a:cubicBezTo>
                  <a:cubicBezTo>
                    <a:pt x="91" y="130"/>
                    <a:pt x="91" y="128"/>
                    <a:pt x="92" y="127"/>
                  </a:cubicBezTo>
                  <a:cubicBezTo>
                    <a:pt x="93" y="126"/>
                    <a:pt x="96" y="126"/>
                    <a:pt x="97" y="125"/>
                  </a:cubicBezTo>
                  <a:cubicBezTo>
                    <a:pt x="98" y="124"/>
                    <a:pt x="97" y="124"/>
                    <a:pt x="98" y="123"/>
                  </a:cubicBezTo>
                  <a:cubicBezTo>
                    <a:pt x="98" y="121"/>
                    <a:pt x="98" y="121"/>
                    <a:pt x="99" y="120"/>
                  </a:cubicBezTo>
                  <a:cubicBezTo>
                    <a:pt x="99" y="119"/>
                    <a:pt x="100" y="117"/>
                    <a:pt x="100" y="117"/>
                  </a:cubicBezTo>
                  <a:cubicBezTo>
                    <a:pt x="100" y="116"/>
                    <a:pt x="99" y="115"/>
                    <a:pt x="98" y="116"/>
                  </a:cubicBezTo>
                  <a:cubicBezTo>
                    <a:pt x="96" y="116"/>
                    <a:pt x="95" y="116"/>
                    <a:pt x="93" y="116"/>
                  </a:cubicBezTo>
                  <a:cubicBezTo>
                    <a:pt x="91" y="116"/>
                    <a:pt x="89" y="117"/>
                    <a:pt x="88" y="117"/>
                  </a:cubicBezTo>
                  <a:cubicBezTo>
                    <a:pt x="87" y="117"/>
                    <a:pt x="86" y="117"/>
                    <a:pt x="85" y="117"/>
                  </a:cubicBezTo>
                  <a:cubicBezTo>
                    <a:pt x="83" y="117"/>
                    <a:pt x="82" y="117"/>
                    <a:pt x="81" y="117"/>
                  </a:cubicBezTo>
                  <a:cubicBezTo>
                    <a:pt x="80" y="117"/>
                    <a:pt x="79" y="117"/>
                    <a:pt x="78" y="118"/>
                  </a:cubicBezTo>
                  <a:cubicBezTo>
                    <a:pt x="76" y="119"/>
                    <a:pt x="76" y="120"/>
                    <a:pt x="75" y="120"/>
                  </a:cubicBezTo>
                  <a:cubicBezTo>
                    <a:pt x="75" y="120"/>
                    <a:pt x="74" y="121"/>
                    <a:pt x="74" y="121"/>
                  </a:cubicBezTo>
                  <a:cubicBezTo>
                    <a:pt x="73" y="122"/>
                    <a:pt x="72" y="122"/>
                    <a:pt x="71" y="122"/>
                  </a:cubicBezTo>
                  <a:cubicBezTo>
                    <a:pt x="70" y="122"/>
                    <a:pt x="70" y="122"/>
                    <a:pt x="70" y="122"/>
                  </a:cubicBezTo>
                  <a:cubicBezTo>
                    <a:pt x="70" y="121"/>
                    <a:pt x="71" y="121"/>
                    <a:pt x="71" y="120"/>
                  </a:cubicBezTo>
                  <a:cubicBezTo>
                    <a:pt x="72" y="119"/>
                    <a:pt x="71" y="119"/>
                    <a:pt x="70" y="119"/>
                  </a:cubicBezTo>
                  <a:cubicBezTo>
                    <a:pt x="69" y="118"/>
                    <a:pt x="68" y="119"/>
                    <a:pt x="67" y="119"/>
                  </a:cubicBezTo>
                  <a:cubicBezTo>
                    <a:pt x="67" y="119"/>
                    <a:pt x="67" y="120"/>
                    <a:pt x="66" y="121"/>
                  </a:cubicBezTo>
                  <a:cubicBezTo>
                    <a:pt x="66" y="121"/>
                    <a:pt x="66" y="122"/>
                    <a:pt x="65" y="122"/>
                  </a:cubicBezTo>
                  <a:cubicBezTo>
                    <a:pt x="64" y="122"/>
                    <a:pt x="64" y="122"/>
                    <a:pt x="63" y="122"/>
                  </a:cubicBezTo>
                  <a:cubicBezTo>
                    <a:pt x="63" y="122"/>
                    <a:pt x="63" y="121"/>
                    <a:pt x="64" y="120"/>
                  </a:cubicBezTo>
                  <a:cubicBezTo>
                    <a:pt x="64" y="120"/>
                    <a:pt x="64" y="119"/>
                    <a:pt x="64" y="118"/>
                  </a:cubicBezTo>
                  <a:cubicBezTo>
                    <a:pt x="64" y="117"/>
                    <a:pt x="64" y="118"/>
                    <a:pt x="63" y="117"/>
                  </a:cubicBezTo>
                  <a:cubicBezTo>
                    <a:pt x="62" y="117"/>
                    <a:pt x="61" y="117"/>
                    <a:pt x="61" y="117"/>
                  </a:cubicBezTo>
                  <a:cubicBezTo>
                    <a:pt x="60" y="117"/>
                    <a:pt x="60" y="118"/>
                    <a:pt x="59" y="118"/>
                  </a:cubicBezTo>
                  <a:cubicBezTo>
                    <a:pt x="59" y="119"/>
                    <a:pt x="59" y="120"/>
                    <a:pt x="58" y="121"/>
                  </a:cubicBezTo>
                  <a:cubicBezTo>
                    <a:pt x="58" y="122"/>
                    <a:pt x="57" y="122"/>
                    <a:pt x="57" y="123"/>
                  </a:cubicBezTo>
                  <a:cubicBezTo>
                    <a:pt x="57" y="124"/>
                    <a:pt x="58" y="125"/>
                    <a:pt x="59" y="125"/>
                  </a:cubicBezTo>
                  <a:cubicBezTo>
                    <a:pt x="59" y="126"/>
                    <a:pt x="60" y="126"/>
                    <a:pt x="60" y="126"/>
                  </a:cubicBezTo>
                  <a:cubicBezTo>
                    <a:pt x="61" y="127"/>
                    <a:pt x="60" y="127"/>
                    <a:pt x="60" y="127"/>
                  </a:cubicBezTo>
                  <a:cubicBezTo>
                    <a:pt x="60" y="128"/>
                    <a:pt x="60" y="128"/>
                    <a:pt x="60" y="128"/>
                  </a:cubicBezTo>
                  <a:cubicBezTo>
                    <a:pt x="59" y="128"/>
                    <a:pt x="58" y="128"/>
                    <a:pt x="58" y="128"/>
                  </a:cubicBezTo>
                  <a:cubicBezTo>
                    <a:pt x="57" y="128"/>
                    <a:pt x="56" y="128"/>
                    <a:pt x="56" y="128"/>
                  </a:cubicBezTo>
                  <a:cubicBezTo>
                    <a:pt x="55" y="128"/>
                    <a:pt x="55" y="129"/>
                    <a:pt x="54" y="129"/>
                  </a:cubicBezTo>
                  <a:cubicBezTo>
                    <a:pt x="54" y="130"/>
                    <a:pt x="54" y="131"/>
                    <a:pt x="54" y="131"/>
                  </a:cubicBezTo>
                  <a:cubicBezTo>
                    <a:pt x="54" y="132"/>
                    <a:pt x="53" y="132"/>
                    <a:pt x="52" y="133"/>
                  </a:cubicBezTo>
                  <a:cubicBezTo>
                    <a:pt x="52" y="133"/>
                    <a:pt x="53" y="134"/>
                    <a:pt x="54" y="134"/>
                  </a:cubicBezTo>
                  <a:cubicBezTo>
                    <a:pt x="55" y="135"/>
                    <a:pt x="54" y="135"/>
                    <a:pt x="55" y="137"/>
                  </a:cubicBezTo>
                  <a:cubicBezTo>
                    <a:pt x="56" y="138"/>
                    <a:pt x="57" y="137"/>
                    <a:pt x="58" y="138"/>
                  </a:cubicBezTo>
                  <a:cubicBezTo>
                    <a:pt x="59" y="139"/>
                    <a:pt x="59" y="139"/>
                    <a:pt x="59" y="140"/>
                  </a:cubicBezTo>
                  <a:cubicBezTo>
                    <a:pt x="59" y="140"/>
                    <a:pt x="58" y="140"/>
                    <a:pt x="57" y="140"/>
                  </a:cubicBezTo>
                  <a:cubicBezTo>
                    <a:pt x="57" y="140"/>
                    <a:pt x="56" y="140"/>
                    <a:pt x="55" y="140"/>
                  </a:cubicBezTo>
                  <a:cubicBezTo>
                    <a:pt x="54" y="140"/>
                    <a:pt x="54" y="140"/>
                    <a:pt x="52" y="140"/>
                  </a:cubicBezTo>
                  <a:cubicBezTo>
                    <a:pt x="51" y="140"/>
                    <a:pt x="51" y="140"/>
                    <a:pt x="50" y="139"/>
                  </a:cubicBezTo>
                  <a:cubicBezTo>
                    <a:pt x="50" y="138"/>
                    <a:pt x="49" y="138"/>
                    <a:pt x="48" y="138"/>
                  </a:cubicBezTo>
                  <a:cubicBezTo>
                    <a:pt x="47" y="138"/>
                    <a:pt x="47" y="139"/>
                    <a:pt x="47" y="140"/>
                  </a:cubicBezTo>
                  <a:cubicBezTo>
                    <a:pt x="46" y="141"/>
                    <a:pt x="46" y="140"/>
                    <a:pt x="45" y="141"/>
                  </a:cubicBezTo>
                  <a:cubicBezTo>
                    <a:pt x="45" y="143"/>
                    <a:pt x="46" y="144"/>
                    <a:pt x="47" y="145"/>
                  </a:cubicBezTo>
                  <a:cubicBezTo>
                    <a:pt x="47" y="146"/>
                    <a:pt x="49" y="146"/>
                    <a:pt x="49" y="147"/>
                  </a:cubicBezTo>
                  <a:cubicBezTo>
                    <a:pt x="49" y="149"/>
                    <a:pt x="49" y="149"/>
                    <a:pt x="48" y="149"/>
                  </a:cubicBezTo>
                  <a:cubicBezTo>
                    <a:pt x="48" y="150"/>
                    <a:pt x="46" y="149"/>
                    <a:pt x="45" y="148"/>
                  </a:cubicBezTo>
                  <a:cubicBezTo>
                    <a:pt x="44" y="148"/>
                    <a:pt x="44" y="148"/>
                    <a:pt x="43" y="149"/>
                  </a:cubicBezTo>
                  <a:cubicBezTo>
                    <a:pt x="42" y="149"/>
                    <a:pt x="43" y="149"/>
                    <a:pt x="43" y="150"/>
                  </a:cubicBezTo>
                  <a:cubicBezTo>
                    <a:pt x="44" y="151"/>
                    <a:pt x="45" y="151"/>
                    <a:pt x="45" y="152"/>
                  </a:cubicBezTo>
                  <a:cubicBezTo>
                    <a:pt x="46" y="153"/>
                    <a:pt x="47" y="152"/>
                    <a:pt x="48" y="152"/>
                  </a:cubicBezTo>
                  <a:cubicBezTo>
                    <a:pt x="50" y="151"/>
                    <a:pt x="50" y="152"/>
                    <a:pt x="51" y="153"/>
                  </a:cubicBezTo>
                  <a:cubicBezTo>
                    <a:pt x="51" y="154"/>
                    <a:pt x="50" y="154"/>
                    <a:pt x="50" y="156"/>
                  </a:cubicBezTo>
                  <a:cubicBezTo>
                    <a:pt x="50" y="158"/>
                    <a:pt x="49" y="157"/>
                    <a:pt x="49" y="157"/>
                  </a:cubicBezTo>
                  <a:cubicBezTo>
                    <a:pt x="48" y="158"/>
                    <a:pt x="48" y="159"/>
                    <a:pt x="49" y="159"/>
                  </a:cubicBezTo>
                  <a:cubicBezTo>
                    <a:pt x="50" y="160"/>
                    <a:pt x="51" y="160"/>
                    <a:pt x="51" y="160"/>
                  </a:cubicBezTo>
                  <a:cubicBezTo>
                    <a:pt x="51" y="161"/>
                    <a:pt x="50" y="162"/>
                    <a:pt x="49" y="162"/>
                  </a:cubicBezTo>
                  <a:cubicBezTo>
                    <a:pt x="48" y="162"/>
                    <a:pt x="47" y="163"/>
                    <a:pt x="47" y="163"/>
                  </a:cubicBezTo>
                  <a:cubicBezTo>
                    <a:pt x="47" y="164"/>
                    <a:pt x="48" y="164"/>
                    <a:pt x="48" y="165"/>
                  </a:cubicBezTo>
                  <a:cubicBezTo>
                    <a:pt x="49" y="165"/>
                    <a:pt x="49" y="165"/>
                    <a:pt x="48" y="166"/>
                  </a:cubicBezTo>
                  <a:cubicBezTo>
                    <a:pt x="46" y="166"/>
                    <a:pt x="45" y="166"/>
                    <a:pt x="44" y="166"/>
                  </a:cubicBezTo>
                  <a:cubicBezTo>
                    <a:pt x="43" y="166"/>
                    <a:pt x="42" y="167"/>
                    <a:pt x="42" y="168"/>
                  </a:cubicBezTo>
                  <a:cubicBezTo>
                    <a:pt x="41" y="169"/>
                    <a:pt x="42" y="170"/>
                    <a:pt x="43" y="171"/>
                  </a:cubicBezTo>
                  <a:cubicBezTo>
                    <a:pt x="43" y="172"/>
                    <a:pt x="42" y="172"/>
                    <a:pt x="41" y="172"/>
                  </a:cubicBezTo>
                  <a:cubicBezTo>
                    <a:pt x="40" y="172"/>
                    <a:pt x="38" y="173"/>
                    <a:pt x="38" y="173"/>
                  </a:cubicBezTo>
                  <a:cubicBezTo>
                    <a:pt x="37" y="174"/>
                    <a:pt x="38" y="175"/>
                    <a:pt x="40" y="175"/>
                  </a:cubicBezTo>
                  <a:close/>
                  <a:moveTo>
                    <a:pt x="133" y="345"/>
                  </a:moveTo>
                  <a:cubicBezTo>
                    <a:pt x="135" y="345"/>
                    <a:pt x="136" y="346"/>
                    <a:pt x="137" y="345"/>
                  </a:cubicBezTo>
                  <a:cubicBezTo>
                    <a:pt x="138" y="343"/>
                    <a:pt x="140" y="344"/>
                    <a:pt x="140" y="342"/>
                  </a:cubicBezTo>
                  <a:cubicBezTo>
                    <a:pt x="139" y="341"/>
                    <a:pt x="139" y="341"/>
                    <a:pt x="138" y="341"/>
                  </a:cubicBezTo>
                  <a:cubicBezTo>
                    <a:pt x="137" y="341"/>
                    <a:pt x="134" y="339"/>
                    <a:pt x="133" y="341"/>
                  </a:cubicBezTo>
                  <a:cubicBezTo>
                    <a:pt x="133" y="341"/>
                    <a:pt x="134" y="342"/>
                    <a:pt x="133" y="343"/>
                  </a:cubicBezTo>
                  <a:cubicBezTo>
                    <a:pt x="132" y="345"/>
                    <a:pt x="131" y="345"/>
                    <a:pt x="133" y="345"/>
                  </a:cubicBezTo>
                  <a:close/>
                  <a:moveTo>
                    <a:pt x="12" y="9"/>
                  </a:moveTo>
                  <a:cubicBezTo>
                    <a:pt x="13" y="10"/>
                    <a:pt x="12" y="10"/>
                    <a:pt x="13" y="10"/>
                  </a:cubicBezTo>
                  <a:cubicBezTo>
                    <a:pt x="14" y="11"/>
                    <a:pt x="15" y="11"/>
                    <a:pt x="15" y="10"/>
                  </a:cubicBezTo>
                  <a:cubicBezTo>
                    <a:pt x="16" y="9"/>
                    <a:pt x="15" y="9"/>
                    <a:pt x="14" y="8"/>
                  </a:cubicBezTo>
                  <a:cubicBezTo>
                    <a:pt x="13" y="8"/>
                    <a:pt x="12" y="6"/>
                    <a:pt x="11" y="7"/>
                  </a:cubicBezTo>
                  <a:cubicBezTo>
                    <a:pt x="11" y="8"/>
                    <a:pt x="11" y="8"/>
                    <a:pt x="12" y="9"/>
                  </a:cubicBezTo>
                  <a:close/>
                  <a:moveTo>
                    <a:pt x="22" y="16"/>
                  </a:moveTo>
                  <a:cubicBezTo>
                    <a:pt x="22" y="17"/>
                    <a:pt x="22" y="17"/>
                    <a:pt x="23" y="18"/>
                  </a:cubicBezTo>
                  <a:cubicBezTo>
                    <a:pt x="23" y="19"/>
                    <a:pt x="23" y="19"/>
                    <a:pt x="24" y="19"/>
                  </a:cubicBezTo>
                  <a:cubicBezTo>
                    <a:pt x="25" y="18"/>
                    <a:pt x="26" y="17"/>
                    <a:pt x="25" y="16"/>
                  </a:cubicBezTo>
                  <a:cubicBezTo>
                    <a:pt x="25" y="15"/>
                    <a:pt x="23" y="15"/>
                    <a:pt x="22" y="16"/>
                  </a:cubicBezTo>
                  <a:close/>
                  <a:moveTo>
                    <a:pt x="16" y="7"/>
                  </a:moveTo>
                  <a:cubicBezTo>
                    <a:pt x="18" y="8"/>
                    <a:pt x="19" y="8"/>
                    <a:pt x="19" y="9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2"/>
                    <a:pt x="22" y="14"/>
                    <a:pt x="23" y="13"/>
                  </a:cubicBezTo>
                  <a:cubicBezTo>
                    <a:pt x="23" y="13"/>
                    <a:pt x="22" y="11"/>
                    <a:pt x="22" y="9"/>
                  </a:cubicBezTo>
                  <a:cubicBezTo>
                    <a:pt x="22" y="8"/>
                    <a:pt x="23" y="8"/>
                    <a:pt x="21" y="7"/>
                  </a:cubicBezTo>
                  <a:cubicBezTo>
                    <a:pt x="19" y="6"/>
                    <a:pt x="19" y="7"/>
                    <a:pt x="18" y="6"/>
                  </a:cubicBezTo>
                  <a:cubicBezTo>
                    <a:pt x="18" y="5"/>
                    <a:pt x="16" y="4"/>
                    <a:pt x="16" y="5"/>
                  </a:cubicBezTo>
                  <a:cubicBezTo>
                    <a:pt x="15" y="6"/>
                    <a:pt x="14" y="6"/>
                    <a:pt x="16" y="7"/>
                  </a:cubicBezTo>
                  <a:close/>
                  <a:moveTo>
                    <a:pt x="19" y="3"/>
                  </a:moveTo>
                  <a:cubicBezTo>
                    <a:pt x="20" y="4"/>
                    <a:pt x="20" y="4"/>
                    <a:pt x="21" y="5"/>
                  </a:cubicBezTo>
                  <a:cubicBezTo>
                    <a:pt x="22" y="6"/>
                    <a:pt x="23" y="7"/>
                    <a:pt x="24" y="6"/>
                  </a:cubicBezTo>
                  <a:cubicBezTo>
                    <a:pt x="25" y="5"/>
                    <a:pt x="25" y="5"/>
                    <a:pt x="24" y="4"/>
                  </a:cubicBezTo>
                  <a:cubicBezTo>
                    <a:pt x="23" y="4"/>
                    <a:pt x="23" y="3"/>
                    <a:pt x="23" y="3"/>
                  </a:cubicBezTo>
                  <a:cubicBezTo>
                    <a:pt x="22" y="2"/>
                    <a:pt x="21" y="1"/>
                    <a:pt x="20" y="1"/>
                  </a:cubicBezTo>
                  <a:cubicBezTo>
                    <a:pt x="19" y="2"/>
                    <a:pt x="18" y="2"/>
                    <a:pt x="19" y="3"/>
                  </a:cubicBezTo>
                  <a:close/>
                  <a:moveTo>
                    <a:pt x="10" y="156"/>
                  </a:moveTo>
                  <a:cubicBezTo>
                    <a:pt x="11" y="157"/>
                    <a:pt x="11" y="157"/>
                    <a:pt x="12" y="157"/>
                  </a:cubicBezTo>
                  <a:cubicBezTo>
                    <a:pt x="13" y="156"/>
                    <a:pt x="13" y="156"/>
                    <a:pt x="13" y="155"/>
                  </a:cubicBezTo>
                  <a:cubicBezTo>
                    <a:pt x="13" y="154"/>
                    <a:pt x="13" y="153"/>
                    <a:pt x="11" y="154"/>
                  </a:cubicBezTo>
                  <a:cubicBezTo>
                    <a:pt x="10" y="154"/>
                    <a:pt x="9" y="154"/>
                    <a:pt x="9" y="155"/>
                  </a:cubicBezTo>
                  <a:cubicBezTo>
                    <a:pt x="9" y="156"/>
                    <a:pt x="9" y="156"/>
                    <a:pt x="10" y="156"/>
                  </a:cubicBezTo>
                  <a:close/>
                  <a:moveTo>
                    <a:pt x="10" y="147"/>
                  </a:moveTo>
                  <a:cubicBezTo>
                    <a:pt x="11" y="148"/>
                    <a:pt x="12" y="148"/>
                    <a:pt x="12" y="149"/>
                  </a:cubicBezTo>
                  <a:cubicBezTo>
                    <a:pt x="13" y="149"/>
                    <a:pt x="13" y="149"/>
                    <a:pt x="14" y="148"/>
                  </a:cubicBezTo>
                  <a:cubicBezTo>
                    <a:pt x="15" y="148"/>
                    <a:pt x="15" y="148"/>
                    <a:pt x="15" y="147"/>
                  </a:cubicBezTo>
                  <a:cubicBezTo>
                    <a:pt x="16" y="145"/>
                    <a:pt x="15" y="146"/>
                    <a:pt x="13" y="146"/>
                  </a:cubicBezTo>
                  <a:cubicBezTo>
                    <a:pt x="12" y="146"/>
                    <a:pt x="12" y="145"/>
                    <a:pt x="10" y="145"/>
                  </a:cubicBezTo>
                  <a:cubicBezTo>
                    <a:pt x="10" y="146"/>
                    <a:pt x="9" y="146"/>
                    <a:pt x="10" y="147"/>
                  </a:cubicBezTo>
                  <a:close/>
                  <a:moveTo>
                    <a:pt x="23" y="30"/>
                  </a:moveTo>
                  <a:cubicBezTo>
                    <a:pt x="24" y="31"/>
                    <a:pt x="25" y="29"/>
                    <a:pt x="25" y="28"/>
                  </a:cubicBezTo>
                  <a:cubicBezTo>
                    <a:pt x="25" y="26"/>
                    <a:pt x="23" y="24"/>
                    <a:pt x="21" y="25"/>
                  </a:cubicBezTo>
                  <a:cubicBezTo>
                    <a:pt x="20" y="26"/>
                    <a:pt x="19" y="25"/>
                    <a:pt x="21" y="27"/>
                  </a:cubicBezTo>
                  <a:cubicBezTo>
                    <a:pt x="23" y="28"/>
                    <a:pt x="22" y="28"/>
                    <a:pt x="23" y="30"/>
                  </a:cubicBezTo>
                  <a:close/>
                  <a:moveTo>
                    <a:pt x="34" y="178"/>
                  </a:moveTo>
                  <a:cubicBezTo>
                    <a:pt x="35" y="178"/>
                    <a:pt x="35" y="178"/>
                    <a:pt x="37" y="178"/>
                  </a:cubicBezTo>
                  <a:cubicBezTo>
                    <a:pt x="38" y="178"/>
                    <a:pt x="35" y="176"/>
                    <a:pt x="34" y="176"/>
                  </a:cubicBezTo>
                  <a:cubicBezTo>
                    <a:pt x="33" y="177"/>
                    <a:pt x="33" y="178"/>
                    <a:pt x="34" y="178"/>
                  </a:cubicBezTo>
                  <a:close/>
                  <a:moveTo>
                    <a:pt x="32" y="146"/>
                  </a:moveTo>
                  <a:cubicBezTo>
                    <a:pt x="31" y="146"/>
                    <a:pt x="31" y="147"/>
                    <a:pt x="31" y="148"/>
                  </a:cubicBezTo>
                  <a:cubicBezTo>
                    <a:pt x="31" y="149"/>
                    <a:pt x="31" y="150"/>
                    <a:pt x="30" y="150"/>
                  </a:cubicBezTo>
                  <a:cubicBezTo>
                    <a:pt x="29" y="150"/>
                    <a:pt x="29" y="150"/>
                    <a:pt x="28" y="150"/>
                  </a:cubicBezTo>
                  <a:cubicBezTo>
                    <a:pt x="28" y="149"/>
                    <a:pt x="27" y="149"/>
                    <a:pt x="26" y="150"/>
                  </a:cubicBezTo>
                  <a:cubicBezTo>
                    <a:pt x="26" y="150"/>
                    <a:pt x="25" y="150"/>
                    <a:pt x="26" y="151"/>
                  </a:cubicBezTo>
                  <a:cubicBezTo>
                    <a:pt x="26" y="152"/>
                    <a:pt x="27" y="152"/>
                    <a:pt x="28" y="153"/>
                  </a:cubicBezTo>
                  <a:cubicBezTo>
                    <a:pt x="28" y="153"/>
                    <a:pt x="29" y="152"/>
                    <a:pt x="30" y="153"/>
                  </a:cubicBezTo>
                  <a:cubicBezTo>
                    <a:pt x="30" y="154"/>
                    <a:pt x="30" y="154"/>
                    <a:pt x="31" y="155"/>
                  </a:cubicBezTo>
                  <a:cubicBezTo>
                    <a:pt x="31" y="156"/>
                    <a:pt x="31" y="156"/>
                    <a:pt x="32" y="157"/>
                  </a:cubicBezTo>
                  <a:cubicBezTo>
                    <a:pt x="33" y="157"/>
                    <a:pt x="33" y="158"/>
                    <a:pt x="35" y="157"/>
                  </a:cubicBezTo>
                  <a:cubicBezTo>
                    <a:pt x="36" y="157"/>
                    <a:pt x="36" y="156"/>
                    <a:pt x="36" y="154"/>
                  </a:cubicBezTo>
                  <a:cubicBezTo>
                    <a:pt x="35" y="152"/>
                    <a:pt x="35" y="152"/>
                    <a:pt x="35" y="151"/>
                  </a:cubicBezTo>
                  <a:cubicBezTo>
                    <a:pt x="35" y="149"/>
                    <a:pt x="36" y="149"/>
                    <a:pt x="36" y="148"/>
                  </a:cubicBezTo>
                  <a:cubicBezTo>
                    <a:pt x="35" y="147"/>
                    <a:pt x="35" y="147"/>
                    <a:pt x="35" y="146"/>
                  </a:cubicBezTo>
                  <a:cubicBezTo>
                    <a:pt x="35" y="146"/>
                    <a:pt x="33" y="145"/>
                    <a:pt x="32" y="146"/>
                  </a:cubicBezTo>
                  <a:close/>
                  <a:moveTo>
                    <a:pt x="28" y="136"/>
                  </a:moveTo>
                  <a:cubicBezTo>
                    <a:pt x="28" y="135"/>
                    <a:pt x="30" y="135"/>
                    <a:pt x="30" y="134"/>
                  </a:cubicBezTo>
                  <a:cubicBezTo>
                    <a:pt x="30" y="133"/>
                    <a:pt x="28" y="133"/>
                    <a:pt x="27" y="134"/>
                  </a:cubicBezTo>
                  <a:cubicBezTo>
                    <a:pt x="26" y="134"/>
                    <a:pt x="25" y="134"/>
                    <a:pt x="26" y="135"/>
                  </a:cubicBezTo>
                  <a:cubicBezTo>
                    <a:pt x="26" y="136"/>
                    <a:pt x="27" y="137"/>
                    <a:pt x="28" y="136"/>
                  </a:cubicBezTo>
                  <a:close/>
                  <a:moveTo>
                    <a:pt x="23" y="127"/>
                  </a:moveTo>
                  <a:cubicBezTo>
                    <a:pt x="21" y="128"/>
                    <a:pt x="20" y="128"/>
                    <a:pt x="18" y="129"/>
                  </a:cubicBezTo>
                  <a:cubicBezTo>
                    <a:pt x="17" y="129"/>
                    <a:pt x="16" y="129"/>
                    <a:pt x="16" y="130"/>
                  </a:cubicBezTo>
                  <a:cubicBezTo>
                    <a:pt x="16" y="132"/>
                    <a:pt x="16" y="133"/>
                    <a:pt x="17" y="134"/>
                  </a:cubicBezTo>
                  <a:cubicBezTo>
                    <a:pt x="18" y="135"/>
                    <a:pt x="18" y="134"/>
                    <a:pt x="19" y="135"/>
                  </a:cubicBezTo>
                  <a:cubicBezTo>
                    <a:pt x="20" y="135"/>
                    <a:pt x="20" y="135"/>
                    <a:pt x="21" y="137"/>
                  </a:cubicBezTo>
                  <a:cubicBezTo>
                    <a:pt x="21" y="138"/>
                    <a:pt x="24" y="138"/>
                    <a:pt x="24" y="136"/>
                  </a:cubicBezTo>
                  <a:cubicBezTo>
                    <a:pt x="24" y="135"/>
                    <a:pt x="23" y="134"/>
                    <a:pt x="24" y="133"/>
                  </a:cubicBezTo>
                  <a:cubicBezTo>
                    <a:pt x="25" y="132"/>
                    <a:pt x="27" y="131"/>
                    <a:pt x="28" y="131"/>
                  </a:cubicBezTo>
                  <a:cubicBezTo>
                    <a:pt x="29" y="130"/>
                    <a:pt x="29" y="128"/>
                    <a:pt x="30" y="128"/>
                  </a:cubicBezTo>
                  <a:cubicBezTo>
                    <a:pt x="30" y="128"/>
                    <a:pt x="31" y="127"/>
                    <a:pt x="32" y="127"/>
                  </a:cubicBezTo>
                  <a:cubicBezTo>
                    <a:pt x="33" y="127"/>
                    <a:pt x="35" y="126"/>
                    <a:pt x="35" y="125"/>
                  </a:cubicBezTo>
                  <a:cubicBezTo>
                    <a:pt x="35" y="124"/>
                    <a:pt x="35" y="122"/>
                    <a:pt x="34" y="121"/>
                  </a:cubicBezTo>
                  <a:cubicBezTo>
                    <a:pt x="34" y="121"/>
                    <a:pt x="33" y="122"/>
                    <a:pt x="32" y="122"/>
                  </a:cubicBezTo>
                  <a:cubicBezTo>
                    <a:pt x="32" y="122"/>
                    <a:pt x="31" y="122"/>
                    <a:pt x="30" y="122"/>
                  </a:cubicBezTo>
                  <a:cubicBezTo>
                    <a:pt x="28" y="122"/>
                    <a:pt x="26" y="124"/>
                    <a:pt x="26" y="125"/>
                  </a:cubicBezTo>
                  <a:cubicBezTo>
                    <a:pt x="25" y="126"/>
                    <a:pt x="25" y="126"/>
                    <a:pt x="23" y="127"/>
                  </a:cubicBezTo>
                  <a:close/>
                  <a:moveTo>
                    <a:pt x="28" y="4"/>
                  </a:moveTo>
                  <a:cubicBezTo>
                    <a:pt x="29" y="4"/>
                    <a:pt x="29" y="4"/>
                    <a:pt x="30" y="4"/>
                  </a:cubicBezTo>
                  <a:cubicBezTo>
                    <a:pt x="30" y="3"/>
                    <a:pt x="30" y="3"/>
                    <a:pt x="30" y="2"/>
                  </a:cubicBezTo>
                  <a:cubicBezTo>
                    <a:pt x="30" y="1"/>
                    <a:pt x="28" y="0"/>
                    <a:pt x="28" y="1"/>
                  </a:cubicBezTo>
                  <a:cubicBezTo>
                    <a:pt x="28" y="3"/>
                    <a:pt x="28" y="4"/>
                    <a:pt x="28" y="4"/>
                  </a:cubicBezTo>
                  <a:close/>
                  <a:moveTo>
                    <a:pt x="10" y="165"/>
                  </a:moveTo>
                  <a:cubicBezTo>
                    <a:pt x="11" y="165"/>
                    <a:pt x="12" y="164"/>
                    <a:pt x="12" y="164"/>
                  </a:cubicBezTo>
                  <a:cubicBezTo>
                    <a:pt x="12" y="164"/>
                    <a:pt x="10" y="163"/>
                    <a:pt x="10" y="164"/>
                  </a:cubicBezTo>
                  <a:cubicBezTo>
                    <a:pt x="9" y="164"/>
                    <a:pt x="8" y="166"/>
                    <a:pt x="10" y="165"/>
                  </a:cubicBezTo>
                  <a:close/>
                  <a:moveTo>
                    <a:pt x="70" y="268"/>
                  </a:moveTo>
                  <a:cubicBezTo>
                    <a:pt x="69" y="269"/>
                    <a:pt x="69" y="269"/>
                    <a:pt x="70" y="270"/>
                  </a:cubicBezTo>
                  <a:cubicBezTo>
                    <a:pt x="71" y="271"/>
                    <a:pt x="71" y="272"/>
                    <a:pt x="72" y="273"/>
                  </a:cubicBezTo>
                  <a:cubicBezTo>
                    <a:pt x="73" y="273"/>
                    <a:pt x="73" y="274"/>
                    <a:pt x="74" y="273"/>
                  </a:cubicBezTo>
                  <a:cubicBezTo>
                    <a:pt x="75" y="272"/>
                    <a:pt x="74" y="271"/>
                    <a:pt x="75" y="271"/>
                  </a:cubicBezTo>
                  <a:cubicBezTo>
                    <a:pt x="76" y="271"/>
                    <a:pt x="78" y="271"/>
                    <a:pt x="77" y="270"/>
                  </a:cubicBezTo>
                  <a:cubicBezTo>
                    <a:pt x="77" y="268"/>
                    <a:pt x="76" y="269"/>
                    <a:pt x="74" y="268"/>
                  </a:cubicBezTo>
                  <a:cubicBezTo>
                    <a:pt x="73" y="268"/>
                    <a:pt x="71" y="267"/>
                    <a:pt x="70" y="268"/>
                  </a:cubicBezTo>
                  <a:close/>
                  <a:moveTo>
                    <a:pt x="73" y="240"/>
                  </a:moveTo>
                  <a:cubicBezTo>
                    <a:pt x="72" y="240"/>
                    <a:pt x="69" y="240"/>
                    <a:pt x="68" y="243"/>
                  </a:cubicBezTo>
                  <a:cubicBezTo>
                    <a:pt x="67" y="244"/>
                    <a:pt x="68" y="244"/>
                    <a:pt x="67" y="245"/>
                  </a:cubicBezTo>
                  <a:cubicBezTo>
                    <a:pt x="65" y="246"/>
                    <a:pt x="65" y="247"/>
                    <a:pt x="64" y="248"/>
                  </a:cubicBezTo>
                  <a:cubicBezTo>
                    <a:pt x="64" y="250"/>
                    <a:pt x="64" y="250"/>
                    <a:pt x="65" y="250"/>
                  </a:cubicBezTo>
                  <a:cubicBezTo>
                    <a:pt x="66" y="250"/>
                    <a:pt x="67" y="249"/>
                    <a:pt x="68" y="248"/>
                  </a:cubicBezTo>
                  <a:cubicBezTo>
                    <a:pt x="69" y="248"/>
                    <a:pt x="69" y="247"/>
                    <a:pt x="70" y="246"/>
                  </a:cubicBezTo>
                  <a:cubicBezTo>
                    <a:pt x="72" y="245"/>
                    <a:pt x="72" y="245"/>
                    <a:pt x="73" y="243"/>
                  </a:cubicBezTo>
                  <a:cubicBezTo>
                    <a:pt x="74" y="241"/>
                    <a:pt x="74" y="240"/>
                    <a:pt x="73" y="240"/>
                  </a:cubicBezTo>
                  <a:close/>
                  <a:moveTo>
                    <a:pt x="94" y="109"/>
                  </a:moveTo>
                  <a:cubicBezTo>
                    <a:pt x="94" y="109"/>
                    <a:pt x="94" y="110"/>
                    <a:pt x="95" y="111"/>
                  </a:cubicBezTo>
                  <a:cubicBezTo>
                    <a:pt x="95" y="111"/>
                    <a:pt x="96" y="111"/>
                    <a:pt x="96" y="110"/>
                  </a:cubicBezTo>
                  <a:cubicBezTo>
                    <a:pt x="96" y="109"/>
                    <a:pt x="95" y="108"/>
                    <a:pt x="94" y="109"/>
                  </a:cubicBezTo>
                  <a:close/>
                  <a:moveTo>
                    <a:pt x="93" y="106"/>
                  </a:moveTo>
                  <a:cubicBezTo>
                    <a:pt x="94" y="107"/>
                    <a:pt x="96" y="107"/>
                    <a:pt x="96" y="107"/>
                  </a:cubicBezTo>
                  <a:cubicBezTo>
                    <a:pt x="97" y="106"/>
                    <a:pt x="98" y="107"/>
                    <a:pt x="98" y="106"/>
                  </a:cubicBezTo>
                  <a:cubicBezTo>
                    <a:pt x="99" y="105"/>
                    <a:pt x="99" y="104"/>
                    <a:pt x="99" y="103"/>
                  </a:cubicBezTo>
                  <a:cubicBezTo>
                    <a:pt x="100" y="103"/>
                    <a:pt x="101" y="103"/>
                    <a:pt x="101" y="102"/>
                  </a:cubicBezTo>
                  <a:cubicBezTo>
                    <a:pt x="101" y="101"/>
                    <a:pt x="100" y="100"/>
                    <a:pt x="98" y="101"/>
                  </a:cubicBezTo>
                  <a:cubicBezTo>
                    <a:pt x="96" y="101"/>
                    <a:pt x="94" y="100"/>
                    <a:pt x="94" y="101"/>
                  </a:cubicBezTo>
                  <a:cubicBezTo>
                    <a:pt x="94" y="102"/>
                    <a:pt x="94" y="103"/>
                    <a:pt x="93" y="104"/>
                  </a:cubicBezTo>
                  <a:cubicBezTo>
                    <a:pt x="93" y="105"/>
                    <a:pt x="92" y="105"/>
                    <a:pt x="93" y="106"/>
                  </a:cubicBezTo>
                  <a:close/>
                  <a:moveTo>
                    <a:pt x="104" y="108"/>
                  </a:moveTo>
                  <a:cubicBezTo>
                    <a:pt x="105" y="108"/>
                    <a:pt x="105" y="107"/>
                    <a:pt x="106" y="107"/>
                  </a:cubicBezTo>
                  <a:cubicBezTo>
                    <a:pt x="106" y="107"/>
                    <a:pt x="105" y="106"/>
                    <a:pt x="103" y="106"/>
                  </a:cubicBezTo>
                  <a:cubicBezTo>
                    <a:pt x="102" y="106"/>
                    <a:pt x="102" y="106"/>
                    <a:pt x="102" y="107"/>
                  </a:cubicBezTo>
                  <a:cubicBezTo>
                    <a:pt x="102" y="108"/>
                    <a:pt x="103" y="108"/>
                    <a:pt x="104" y="108"/>
                  </a:cubicBezTo>
                  <a:close/>
                  <a:moveTo>
                    <a:pt x="40" y="158"/>
                  </a:moveTo>
                  <a:cubicBezTo>
                    <a:pt x="41" y="158"/>
                    <a:pt x="41" y="158"/>
                    <a:pt x="41" y="159"/>
                  </a:cubicBezTo>
                  <a:cubicBezTo>
                    <a:pt x="42" y="159"/>
                    <a:pt x="42" y="160"/>
                    <a:pt x="43" y="160"/>
                  </a:cubicBezTo>
                  <a:cubicBezTo>
                    <a:pt x="43" y="159"/>
                    <a:pt x="44" y="159"/>
                    <a:pt x="44" y="159"/>
                  </a:cubicBezTo>
                  <a:cubicBezTo>
                    <a:pt x="44" y="158"/>
                    <a:pt x="44" y="158"/>
                    <a:pt x="43" y="157"/>
                  </a:cubicBezTo>
                  <a:cubicBezTo>
                    <a:pt x="42" y="157"/>
                    <a:pt x="40" y="156"/>
                    <a:pt x="39" y="156"/>
                  </a:cubicBezTo>
                  <a:cubicBezTo>
                    <a:pt x="38" y="156"/>
                    <a:pt x="37" y="157"/>
                    <a:pt x="38" y="157"/>
                  </a:cubicBezTo>
                  <a:cubicBezTo>
                    <a:pt x="38" y="158"/>
                    <a:pt x="39" y="158"/>
                    <a:pt x="40" y="158"/>
                  </a:cubicBezTo>
                  <a:close/>
                  <a:moveTo>
                    <a:pt x="143" y="54"/>
                  </a:moveTo>
                  <a:cubicBezTo>
                    <a:pt x="144" y="54"/>
                    <a:pt x="144" y="54"/>
                    <a:pt x="145" y="53"/>
                  </a:cubicBezTo>
                  <a:cubicBezTo>
                    <a:pt x="146" y="52"/>
                    <a:pt x="147" y="51"/>
                    <a:pt x="147" y="51"/>
                  </a:cubicBezTo>
                  <a:cubicBezTo>
                    <a:pt x="147" y="50"/>
                    <a:pt x="145" y="49"/>
                    <a:pt x="144" y="49"/>
                  </a:cubicBezTo>
                  <a:cubicBezTo>
                    <a:pt x="143" y="50"/>
                    <a:pt x="144" y="51"/>
                    <a:pt x="143" y="52"/>
                  </a:cubicBezTo>
                  <a:cubicBezTo>
                    <a:pt x="143" y="53"/>
                    <a:pt x="142" y="54"/>
                    <a:pt x="143" y="54"/>
                  </a:cubicBezTo>
                  <a:close/>
                  <a:moveTo>
                    <a:pt x="130" y="67"/>
                  </a:moveTo>
                  <a:cubicBezTo>
                    <a:pt x="131" y="68"/>
                    <a:pt x="131" y="69"/>
                    <a:pt x="131" y="69"/>
                  </a:cubicBezTo>
                  <a:cubicBezTo>
                    <a:pt x="132" y="68"/>
                    <a:pt x="133" y="68"/>
                    <a:pt x="133" y="68"/>
                  </a:cubicBezTo>
                  <a:cubicBezTo>
                    <a:pt x="133" y="67"/>
                    <a:pt x="134" y="67"/>
                    <a:pt x="134" y="67"/>
                  </a:cubicBezTo>
                  <a:cubicBezTo>
                    <a:pt x="135" y="67"/>
                    <a:pt x="136" y="67"/>
                    <a:pt x="136" y="68"/>
                  </a:cubicBezTo>
                  <a:cubicBezTo>
                    <a:pt x="136" y="69"/>
                    <a:pt x="136" y="69"/>
                    <a:pt x="135" y="70"/>
                  </a:cubicBezTo>
                  <a:cubicBezTo>
                    <a:pt x="135" y="70"/>
                    <a:pt x="134" y="71"/>
                    <a:pt x="135" y="72"/>
                  </a:cubicBezTo>
                  <a:cubicBezTo>
                    <a:pt x="135" y="73"/>
                    <a:pt x="135" y="72"/>
                    <a:pt x="135" y="74"/>
                  </a:cubicBezTo>
                  <a:cubicBezTo>
                    <a:pt x="135" y="75"/>
                    <a:pt x="134" y="75"/>
                    <a:pt x="135" y="76"/>
                  </a:cubicBezTo>
                  <a:cubicBezTo>
                    <a:pt x="135" y="77"/>
                    <a:pt x="134" y="78"/>
                    <a:pt x="135" y="78"/>
                  </a:cubicBezTo>
                  <a:cubicBezTo>
                    <a:pt x="136" y="77"/>
                    <a:pt x="137" y="77"/>
                    <a:pt x="137" y="76"/>
                  </a:cubicBezTo>
                  <a:cubicBezTo>
                    <a:pt x="137" y="75"/>
                    <a:pt x="137" y="74"/>
                    <a:pt x="137" y="73"/>
                  </a:cubicBezTo>
                  <a:cubicBezTo>
                    <a:pt x="137" y="73"/>
                    <a:pt x="137" y="72"/>
                    <a:pt x="137" y="71"/>
                  </a:cubicBezTo>
                  <a:cubicBezTo>
                    <a:pt x="138" y="71"/>
                    <a:pt x="139" y="69"/>
                    <a:pt x="139" y="68"/>
                  </a:cubicBezTo>
                  <a:cubicBezTo>
                    <a:pt x="139" y="67"/>
                    <a:pt x="138" y="67"/>
                    <a:pt x="139" y="66"/>
                  </a:cubicBezTo>
                  <a:cubicBezTo>
                    <a:pt x="140" y="65"/>
                    <a:pt x="140" y="65"/>
                    <a:pt x="140" y="64"/>
                  </a:cubicBezTo>
                  <a:cubicBezTo>
                    <a:pt x="140" y="62"/>
                    <a:pt x="139" y="63"/>
                    <a:pt x="139" y="62"/>
                  </a:cubicBezTo>
                  <a:cubicBezTo>
                    <a:pt x="138" y="61"/>
                    <a:pt x="137" y="60"/>
                    <a:pt x="137" y="59"/>
                  </a:cubicBezTo>
                  <a:cubicBezTo>
                    <a:pt x="137" y="58"/>
                    <a:pt x="136" y="59"/>
                    <a:pt x="136" y="58"/>
                  </a:cubicBezTo>
                  <a:cubicBezTo>
                    <a:pt x="136" y="56"/>
                    <a:pt x="134" y="55"/>
                    <a:pt x="133" y="56"/>
                  </a:cubicBezTo>
                  <a:cubicBezTo>
                    <a:pt x="133" y="57"/>
                    <a:pt x="133" y="57"/>
                    <a:pt x="132" y="58"/>
                  </a:cubicBezTo>
                  <a:cubicBezTo>
                    <a:pt x="131" y="58"/>
                    <a:pt x="130" y="59"/>
                    <a:pt x="132" y="60"/>
                  </a:cubicBezTo>
                  <a:cubicBezTo>
                    <a:pt x="133" y="61"/>
                    <a:pt x="133" y="60"/>
                    <a:pt x="134" y="61"/>
                  </a:cubicBezTo>
                  <a:cubicBezTo>
                    <a:pt x="135" y="62"/>
                    <a:pt x="136" y="62"/>
                    <a:pt x="136" y="63"/>
                  </a:cubicBezTo>
                  <a:cubicBezTo>
                    <a:pt x="136" y="64"/>
                    <a:pt x="136" y="64"/>
                    <a:pt x="135" y="64"/>
                  </a:cubicBezTo>
                  <a:cubicBezTo>
                    <a:pt x="134" y="64"/>
                    <a:pt x="135" y="64"/>
                    <a:pt x="133" y="64"/>
                  </a:cubicBezTo>
                  <a:cubicBezTo>
                    <a:pt x="132" y="64"/>
                    <a:pt x="132" y="63"/>
                    <a:pt x="131" y="64"/>
                  </a:cubicBezTo>
                  <a:cubicBezTo>
                    <a:pt x="130" y="65"/>
                    <a:pt x="129" y="64"/>
                    <a:pt x="129" y="65"/>
                  </a:cubicBezTo>
                  <a:cubicBezTo>
                    <a:pt x="130" y="66"/>
                    <a:pt x="130" y="66"/>
                    <a:pt x="130" y="67"/>
                  </a:cubicBezTo>
                  <a:close/>
                  <a:moveTo>
                    <a:pt x="34" y="205"/>
                  </a:moveTo>
                  <a:cubicBezTo>
                    <a:pt x="35" y="204"/>
                    <a:pt x="35" y="204"/>
                    <a:pt x="36" y="203"/>
                  </a:cubicBezTo>
                  <a:cubicBezTo>
                    <a:pt x="36" y="202"/>
                    <a:pt x="36" y="201"/>
                    <a:pt x="36" y="200"/>
                  </a:cubicBezTo>
                  <a:cubicBezTo>
                    <a:pt x="36" y="199"/>
                    <a:pt x="36" y="198"/>
                    <a:pt x="36" y="197"/>
                  </a:cubicBezTo>
                  <a:cubicBezTo>
                    <a:pt x="35" y="197"/>
                    <a:pt x="32" y="197"/>
                    <a:pt x="31" y="199"/>
                  </a:cubicBezTo>
                  <a:cubicBezTo>
                    <a:pt x="31" y="200"/>
                    <a:pt x="32" y="199"/>
                    <a:pt x="33" y="200"/>
                  </a:cubicBezTo>
                  <a:cubicBezTo>
                    <a:pt x="34" y="201"/>
                    <a:pt x="34" y="202"/>
                    <a:pt x="34" y="203"/>
                  </a:cubicBezTo>
                  <a:cubicBezTo>
                    <a:pt x="33" y="205"/>
                    <a:pt x="33" y="206"/>
                    <a:pt x="34" y="205"/>
                  </a:cubicBezTo>
                  <a:close/>
                  <a:moveTo>
                    <a:pt x="39" y="195"/>
                  </a:moveTo>
                  <a:cubicBezTo>
                    <a:pt x="38" y="196"/>
                    <a:pt x="38" y="196"/>
                    <a:pt x="39" y="197"/>
                  </a:cubicBezTo>
                  <a:cubicBezTo>
                    <a:pt x="39" y="198"/>
                    <a:pt x="40" y="199"/>
                    <a:pt x="41" y="198"/>
                  </a:cubicBezTo>
                  <a:cubicBezTo>
                    <a:pt x="41" y="197"/>
                    <a:pt x="41" y="196"/>
                    <a:pt x="41" y="195"/>
                  </a:cubicBezTo>
                  <a:cubicBezTo>
                    <a:pt x="42" y="194"/>
                    <a:pt x="43" y="193"/>
                    <a:pt x="42" y="193"/>
                  </a:cubicBezTo>
                  <a:cubicBezTo>
                    <a:pt x="41" y="193"/>
                    <a:pt x="40" y="193"/>
                    <a:pt x="39" y="195"/>
                  </a:cubicBezTo>
                  <a:close/>
                  <a:moveTo>
                    <a:pt x="31" y="163"/>
                  </a:moveTo>
                  <a:cubicBezTo>
                    <a:pt x="30" y="164"/>
                    <a:pt x="30" y="165"/>
                    <a:pt x="31" y="165"/>
                  </a:cubicBezTo>
                  <a:cubicBezTo>
                    <a:pt x="32" y="165"/>
                    <a:pt x="33" y="166"/>
                    <a:pt x="33" y="165"/>
                  </a:cubicBezTo>
                  <a:cubicBezTo>
                    <a:pt x="33" y="164"/>
                    <a:pt x="32" y="163"/>
                    <a:pt x="31" y="163"/>
                  </a:cubicBezTo>
                  <a:close/>
                  <a:moveTo>
                    <a:pt x="44" y="180"/>
                  </a:moveTo>
                  <a:cubicBezTo>
                    <a:pt x="43" y="180"/>
                    <a:pt x="41" y="179"/>
                    <a:pt x="39" y="180"/>
                  </a:cubicBezTo>
                  <a:cubicBezTo>
                    <a:pt x="38" y="180"/>
                    <a:pt x="38" y="181"/>
                    <a:pt x="38" y="182"/>
                  </a:cubicBezTo>
                  <a:cubicBezTo>
                    <a:pt x="38" y="183"/>
                    <a:pt x="37" y="183"/>
                    <a:pt x="37" y="184"/>
                  </a:cubicBezTo>
                  <a:cubicBezTo>
                    <a:pt x="37" y="185"/>
                    <a:pt x="38" y="185"/>
                    <a:pt x="39" y="185"/>
                  </a:cubicBezTo>
                  <a:cubicBezTo>
                    <a:pt x="40" y="184"/>
                    <a:pt x="40" y="183"/>
                    <a:pt x="41" y="183"/>
                  </a:cubicBezTo>
                  <a:cubicBezTo>
                    <a:pt x="42" y="182"/>
                    <a:pt x="42" y="183"/>
                    <a:pt x="43" y="182"/>
                  </a:cubicBezTo>
                  <a:cubicBezTo>
                    <a:pt x="44" y="181"/>
                    <a:pt x="45" y="181"/>
                    <a:pt x="44" y="180"/>
                  </a:cubicBezTo>
                  <a:close/>
                  <a:moveTo>
                    <a:pt x="20" y="241"/>
                  </a:moveTo>
                  <a:cubicBezTo>
                    <a:pt x="22" y="242"/>
                    <a:pt x="24" y="242"/>
                    <a:pt x="26" y="245"/>
                  </a:cubicBezTo>
                  <a:cubicBezTo>
                    <a:pt x="26" y="247"/>
                    <a:pt x="27" y="247"/>
                    <a:pt x="28" y="247"/>
                  </a:cubicBezTo>
                  <a:cubicBezTo>
                    <a:pt x="29" y="247"/>
                    <a:pt x="30" y="247"/>
                    <a:pt x="31" y="247"/>
                  </a:cubicBezTo>
                  <a:cubicBezTo>
                    <a:pt x="33" y="247"/>
                    <a:pt x="35" y="249"/>
                    <a:pt x="37" y="250"/>
                  </a:cubicBezTo>
                  <a:cubicBezTo>
                    <a:pt x="38" y="250"/>
                    <a:pt x="39" y="250"/>
                    <a:pt x="39" y="248"/>
                  </a:cubicBezTo>
                  <a:cubicBezTo>
                    <a:pt x="40" y="246"/>
                    <a:pt x="41" y="246"/>
                    <a:pt x="42" y="245"/>
                  </a:cubicBezTo>
                  <a:cubicBezTo>
                    <a:pt x="44" y="245"/>
                    <a:pt x="45" y="245"/>
                    <a:pt x="46" y="243"/>
                  </a:cubicBezTo>
                  <a:cubicBezTo>
                    <a:pt x="47" y="240"/>
                    <a:pt x="46" y="242"/>
                    <a:pt x="46" y="240"/>
                  </a:cubicBezTo>
                  <a:cubicBezTo>
                    <a:pt x="46" y="238"/>
                    <a:pt x="46" y="239"/>
                    <a:pt x="47" y="238"/>
                  </a:cubicBezTo>
                  <a:cubicBezTo>
                    <a:pt x="48" y="238"/>
                    <a:pt x="48" y="237"/>
                    <a:pt x="47" y="234"/>
                  </a:cubicBezTo>
                  <a:cubicBezTo>
                    <a:pt x="47" y="231"/>
                    <a:pt x="46" y="233"/>
                    <a:pt x="44" y="233"/>
                  </a:cubicBezTo>
                  <a:cubicBezTo>
                    <a:pt x="43" y="233"/>
                    <a:pt x="43" y="233"/>
                    <a:pt x="41" y="232"/>
                  </a:cubicBezTo>
                  <a:cubicBezTo>
                    <a:pt x="40" y="232"/>
                    <a:pt x="42" y="231"/>
                    <a:pt x="43" y="230"/>
                  </a:cubicBezTo>
                  <a:cubicBezTo>
                    <a:pt x="44" y="229"/>
                    <a:pt x="45" y="230"/>
                    <a:pt x="45" y="228"/>
                  </a:cubicBezTo>
                  <a:cubicBezTo>
                    <a:pt x="46" y="226"/>
                    <a:pt x="44" y="226"/>
                    <a:pt x="42" y="225"/>
                  </a:cubicBezTo>
                  <a:cubicBezTo>
                    <a:pt x="39" y="223"/>
                    <a:pt x="39" y="223"/>
                    <a:pt x="38" y="220"/>
                  </a:cubicBezTo>
                  <a:cubicBezTo>
                    <a:pt x="37" y="218"/>
                    <a:pt x="37" y="217"/>
                    <a:pt x="35" y="217"/>
                  </a:cubicBezTo>
                  <a:cubicBezTo>
                    <a:pt x="32" y="216"/>
                    <a:pt x="31" y="217"/>
                    <a:pt x="28" y="216"/>
                  </a:cubicBezTo>
                  <a:cubicBezTo>
                    <a:pt x="26" y="216"/>
                    <a:pt x="24" y="218"/>
                    <a:pt x="23" y="219"/>
                  </a:cubicBezTo>
                  <a:cubicBezTo>
                    <a:pt x="22" y="219"/>
                    <a:pt x="21" y="219"/>
                    <a:pt x="19" y="220"/>
                  </a:cubicBezTo>
                  <a:cubicBezTo>
                    <a:pt x="17" y="220"/>
                    <a:pt x="17" y="221"/>
                    <a:pt x="16" y="222"/>
                  </a:cubicBezTo>
                  <a:cubicBezTo>
                    <a:pt x="16" y="223"/>
                    <a:pt x="15" y="222"/>
                    <a:pt x="15" y="222"/>
                  </a:cubicBezTo>
                  <a:cubicBezTo>
                    <a:pt x="14" y="222"/>
                    <a:pt x="14" y="223"/>
                    <a:pt x="14" y="223"/>
                  </a:cubicBezTo>
                  <a:cubicBezTo>
                    <a:pt x="13" y="223"/>
                    <a:pt x="13" y="223"/>
                    <a:pt x="13" y="223"/>
                  </a:cubicBezTo>
                  <a:cubicBezTo>
                    <a:pt x="11" y="225"/>
                    <a:pt x="10" y="225"/>
                    <a:pt x="9" y="228"/>
                  </a:cubicBezTo>
                  <a:cubicBezTo>
                    <a:pt x="8" y="231"/>
                    <a:pt x="7" y="231"/>
                    <a:pt x="5" y="232"/>
                  </a:cubicBezTo>
                  <a:cubicBezTo>
                    <a:pt x="5" y="232"/>
                    <a:pt x="5" y="232"/>
                    <a:pt x="4" y="232"/>
                  </a:cubicBezTo>
                  <a:cubicBezTo>
                    <a:pt x="3" y="233"/>
                    <a:pt x="2" y="234"/>
                    <a:pt x="1" y="236"/>
                  </a:cubicBezTo>
                  <a:cubicBezTo>
                    <a:pt x="0" y="237"/>
                    <a:pt x="0" y="238"/>
                    <a:pt x="0" y="239"/>
                  </a:cubicBezTo>
                  <a:cubicBezTo>
                    <a:pt x="1" y="240"/>
                    <a:pt x="1" y="241"/>
                    <a:pt x="2" y="242"/>
                  </a:cubicBezTo>
                  <a:cubicBezTo>
                    <a:pt x="3" y="243"/>
                    <a:pt x="4" y="244"/>
                    <a:pt x="6" y="244"/>
                  </a:cubicBezTo>
                  <a:cubicBezTo>
                    <a:pt x="8" y="244"/>
                    <a:pt x="9" y="244"/>
                    <a:pt x="10" y="244"/>
                  </a:cubicBezTo>
                  <a:cubicBezTo>
                    <a:pt x="11" y="244"/>
                    <a:pt x="12" y="244"/>
                    <a:pt x="12" y="243"/>
                  </a:cubicBezTo>
                  <a:cubicBezTo>
                    <a:pt x="13" y="243"/>
                    <a:pt x="13" y="243"/>
                    <a:pt x="13" y="242"/>
                  </a:cubicBezTo>
                  <a:cubicBezTo>
                    <a:pt x="14" y="241"/>
                    <a:pt x="15" y="240"/>
                    <a:pt x="18" y="241"/>
                  </a:cubicBezTo>
                  <a:cubicBezTo>
                    <a:pt x="18" y="241"/>
                    <a:pt x="18" y="241"/>
                    <a:pt x="18" y="241"/>
                  </a:cubicBezTo>
                  <a:cubicBezTo>
                    <a:pt x="18" y="241"/>
                    <a:pt x="19" y="241"/>
                    <a:pt x="20" y="241"/>
                  </a:cubicBezTo>
                  <a:close/>
                  <a:moveTo>
                    <a:pt x="21" y="139"/>
                  </a:moveTo>
                  <a:cubicBezTo>
                    <a:pt x="21" y="138"/>
                    <a:pt x="20" y="139"/>
                    <a:pt x="19" y="139"/>
                  </a:cubicBezTo>
                  <a:cubicBezTo>
                    <a:pt x="18" y="139"/>
                    <a:pt x="17" y="139"/>
                    <a:pt x="17" y="140"/>
                  </a:cubicBezTo>
                  <a:cubicBezTo>
                    <a:pt x="17" y="141"/>
                    <a:pt x="16" y="142"/>
                    <a:pt x="17" y="142"/>
                  </a:cubicBezTo>
                  <a:cubicBezTo>
                    <a:pt x="18" y="143"/>
                    <a:pt x="19" y="144"/>
                    <a:pt x="20" y="143"/>
                  </a:cubicBezTo>
                  <a:cubicBezTo>
                    <a:pt x="20" y="141"/>
                    <a:pt x="20" y="141"/>
                    <a:pt x="20" y="140"/>
                  </a:cubicBezTo>
                  <a:cubicBezTo>
                    <a:pt x="21" y="140"/>
                    <a:pt x="22" y="139"/>
                    <a:pt x="21" y="139"/>
                  </a:cubicBezTo>
                  <a:close/>
                  <a:moveTo>
                    <a:pt x="33" y="185"/>
                  </a:moveTo>
                  <a:cubicBezTo>
                    <a:pt x="33" y="185"/>
                    <a:pt x="33" y="186"/>
                    <a:pt x="34" y="186"/>
                  </a:cubicBezTo>
                  <a:cubicBezTo>
                    <a:pt x="35" y="186"/>
                    <a:pt x="35" y="185"/>
                    <a:pt x="35" y="185"/>
                  </a:cubicBezTo>
                  <a:cubicBezTo>
                    <a:pt x="35" y="184"/>
                    <a:pt x="34" y="183"/>
                    <a:pt x="33" y="185"/>
                  </a:cubicBezTo>
                  <a:close/>
                  <a:moveTo>
                    <a:pt x="35" y="191"/>
                  </a:moveTo>
                  <a:cubicBezTo>
                    <a:pt x="34" y="193"/>
                    <a:pt x="34" y="194"/>
                    <a:pt x="35" y="193"/>
                  </a:cubicBezTo>
                  <a:cubicBezTo>
                    <a:pt x="36" y="193"/>
                    <a:pt x="36" y="194"/>
                    <a:pt x="36" y="193"/>
                  </a:cubicBezTo>
                  <a:cubicBezTo>
                    <a:pt x="37" y="192"/>
                    <a:pt x="35" y="190"/>
                    <a:pt x="35" y="191"/>
                  </a:cubicBezTo>
                  <a:close/>
                  <a:moveTo>
                    <a:pt x="22" y="180"/>
                  </a:moveTo>
                  <a:cubicBezTo>
                    <a:pt x="23" y="180"/>
                    <a:pt x="23" y="179"/>
                    <a:pt x="24" y="178"/>
                  </a:cubicBezTo>
                  <a:cubicBezTo>
                    <a:pt x="25" y="177"/>
                    <a:pt x="25" y="176"/>
                    <a:pt x="27" y="176"/>
                  </a:cubicBezTo>
                  <a:cubicBezTo>
                    <a:pt x="28" y="175"/>
                    <a:pt x="29" y="175"/>
                    <a:pt x="29" y="175"/>
                  </a:cubicBezTo>
                  <a:cubicBezTo>
                    <a:pt x="29" y="174"/>
                    <a:pt x="29" y="173"/>
                    <a:pt x="28" y="174"/>
                  </a:cubicBezTo>
                  <a:cubicBezTo>
                    <a:pt x="26" y="175"/>
                    <a:pt x="25" y="176"/>
                    <a:pt x="24" y="177"/>
                  </a:cubicBezTo>
                  <a:cubicBezTo>
                    <a:pt x="23" y="178"/>
                    <a:pt x="23" y="178"/>
                    <a:pt x="22" y="179"/>
                  </a:cubicBezTo>
                  <a:cubicBezTo>
                    <a:pt x="22" y="179"/>
                    <a:pt x="20" y="181"/>
                    <a:pt x="22" y="18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3" name="Freeform 438">
              <a:extLst>
                <a:ext uri="{FF2B5EF4-FFF2-40B4-BE49-F238E27FC236}">
                  <a16:creationId xmlns:a16="http://schemas.microsoft.com/office/drawing/2014/main" id="{9BD2880E-770E-6B11-551C-0B748B8FE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8690" y="1557925"/>
              <a:ext cx="4231" cy="7052"/>
            </a:xfrm>
            <a:custGeom>
              <a:avLst/>
              <a:gdLst>
                <a:gd name="T0" fmla="*/ 4 w 4"/>
                <a:gd name="T1" fmla="*/ 5 h 7"/>
                <a:gd name="T2" fmla="*/ 2 w 4"/>
                <a:gd name="T3" fmla="*/ 2 h 7"/>
                <a:gd name="T4" fmla="*/ 1 w 4"/>
                <a:gd name="T5" fmla="*/ 4 h 7"/>
                <a:gd name="T6" fmla="*/ 4 w 4"/>
                <a:gd name="T7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7">
                  <a:moveTo>
                    <a:pt x="4" y="5"/>
                  </a:moveTo>
                  <a:cubicBezTo>
                    <a:pt x="4" y="3"/>
                    <a:pt x="3" y="0"/>
                    <a:pt x="2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2" y="5"/>
                    <a:pt x="3" y="7"/>
                    <a:pt x="4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4" name="Freeform 439">
              <a:extLst>
                <a:ext uri="{FF2B5EF4-FFF2-40B4-BE49-F238E27FC236}">
                  <a16:creationId xmlns:a16="http://schemas.microsoft.com/office/drawing/2014/main" id="{407F3C4C-2D89-D2A7-7366-203DDB4D5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9072" y="1563566"/>
              <a:ext cx="32439" cy="19745"/>
            </a:xfrm>
            <a:custGeom>
              <a:avLst/>
              <a:gdLst>
                <a:gd name="T0" fmla="*/ 2 w 29"/>
                <a:gd name="T1" fmla="*/ 3 h 18"/>
                <a:gd name="T2" fmla="*/ 4 w 29"/>
                <a:gd name="T3" fmla="*/ 6 h 18"/>
                <a:gd name="T4" fmla="*/ 2 w 29"/>
                <a:gd name="T5" fmla="*/ 9 h 18"/>
                <a:gd name="T6" fmla="*/ 5 w 29"/>
                <a:gd name="T7" fmla="*/ 11 h 18"/>
                <a:gd name="T8" fmla="*/ 8 w 29"/>
                <a:gd name="T9" fmla="*/ 14 h 18"/>
                <a:gd name="T10" fmla="*/ 7 w 29"/>
                <a:gd name="T11" fmla="*/ 17 h 18"/>
                <a:gd name="T12" fmla="*/ 10 w 29"/>
                <a:gd name="T13" fmla="*/ 14 h 18"/>
                <a:gd name="T14" fmla="*/ 14 w 29"/>
                <a:gd name="T15" fmla="*/ 10 h 18"/>
                <a:gd name="T16" fmla="*/ 20 w 29"/>
                <a:gd name="T17" fmla="*/ 9 h 18"/>
                <a:gd name="T18" fmla="*/ 23 w 29"/>
                <a:gd name="T19" fmla="*/ 7 h 18"/>
                <a:gd name="T20" fmla="*/ 27 w 29"/>
                <a:gd name="T21" fmla="*/ 4 h 18"/>
                <a:gd name="T22" fmla="*/ 28 w 29"/>
                <a:gd name="T23" fmla="*/ 2 h 18"/>
                <a:gd name="T24" fmla="*/ 24 w 29"/>
                <a:gd name="T25" fmla="*/ 2 h 18"/>
                <a:gd name="T26" fmla="*/ 18 w 29"/>
                <a:gd name="T27" fmla="*/ 0 h 18"/>
                <a:gd name="T28" fmla="*/ 11 w 29"/>
                <a:gd name="T29" fmla="*/ 2 h 18"/>
                <a:gd name="T30" fmla="*/ 6 w 29"/>
                <a:gd name="T31" fmla="*/ 4 h 18"/>
                <a:gd name="T32" fmla="*/ 2 w 29"/>
                <a:gd name="T33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18">
                  <a:moveTo>
                    <a:pt x="2" y="3"/>
                  </a:moveTo>
                  <a:cubicBezTo>
                    <a:pt x="0" y="4"/>
                    <a:pt x="3" y="5"/>
                    <a:pt x="4" y="6"/>
                  </a:cubicBezTo>
                  <a:cubicBezTo>
                    <a:pt x="5" y="7"/>
                    <a:pt x="3" y="7"/>
                    <a:pt x="2" y="9"/>
                  </a:cubicBezTo>
                  <a:cubicBezTo>
                    <a:pt x="2" y="10"/>
                    <a:pt x="3" y="11"/>
                    <a:pt x="5" y="11"/>
                  </a:cubicBezTo>
                  <a:cubicBezTo>
                    <a:pt x="8" y="12"/>
                    <a:pt x="8" y="12"/>
                    <a:pt x="8" y="14"/>
                  </a:cubicBezTo>
                  <a:cubicBezTo>
                    <a:pt x="8" y="16"/>
                    <a:pt x="7" y="16"/>
                    <a:pt x="7" y="17"/>
                  </a:cubicBezTo>
                  <a:cubicBezTo>
                    <a:pt x="7" y="18"/>
                    <a:pt x="10" y="16"/>
                    <a:pt x="10" y="14"/>
                  </a:cubicBezTo>
                  <a:cubicBezTo>
                    <a:pt x="10" y="12"/>
                    <a:pt x="11" y="12"/>
                    <a:pt x="14" y="10"/>
                  </a:cubicBezTo>
                  <a:cubicBezTo>
                    <a:pt x="17" y="8"/>
                    <a:pt x="17" y="10"/>
                    <a:pt x="20" y="9"/>
                  </a:cubicBezTo>
                  <a:cubicBezTo>
                    <a:pt x="23" y="9"/>
                    <a:pt x="22" y="9"/>
                    <a:pt x="23" y="7"/>
                  </a:cubicBezTo>
                  <a:cubicBezTo>
                    <a:pt x="25" y="5"/>
                    <a:pt x="25" y="5"/>
                    <a:pt x="27" y="4"/>
                  </a:cubicBezTo>
                  <a:cubicBezTo>
                    <a:pt x="29" y="3"/>
                    <a:pt x="29" y="3"/>
                    <a:pt x="28" y="2"/>
                  </a:cubicBezTo>
                  <a:cubicBezTo>
                    <a:pt x="26" y="1"/>
                    <a:pt x="25" y="2"/>
                    <a:pt x="24" y="2"/>
                  </a:cubicBezTo>
                  <a:cubicBezTo>
                    <a:pt x="22" y="1"/>
                    <a:pt x="21" y="0"/>
                    <a:pt x="18" y="0"/>
                  </a:cubicBezTo>
                  <a:cubicBezTo>
                    <a:pt x="16" y="0"/>
                    <a:pt x="15" y="0"/>
                    <a:pt x="11" y="2"/>
                  </a:cubicBezTo>
                  <a:cubicBezTo>
                    <a:pt x="9" y="3"/>
                    <a:pt x="8" y="4"/>
                    <a:pt x="6" y="4"/>
                  </a:cubicBezTo>
                  <a:cubicBezTo>
                    <a:pt x="4" y="4"/>
                    <a:pt x="4" y="3"/>
                    <a:pt x="2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5" name="Freeform 440">
              <a:extLst>
                <a:ext uri="{FF2B5EF4-FFF2-40B4-BE49-F238E27FC236}">
                  <a16:creationId xmlns:a16="http://schemas.microsoft.com/office/drawing/2014/main" id="{242DE475-2759-248D-76F5-557E23D4F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6124" y="1548052"/>
              <a:ext cx="18335" cy="12693"/>
            </a:xfrm>
            <a:custGeom>
              <a:avLst/>
              <a:gdLst>
                <a:gd name="T0" fmla="*/ 3 w 17"/>
                <a:gd name="T1" fmla="*/ 3 h 12"/>
                <a:gd name="T2" fmla="*/ 2 w 17"/>
                <a:gd name="T3" fmla="*/ 5 h 12"/>
                <a:gd name="T4" fmla="*/ 6 w 17"/>
                <a:gd name="T5" fmla="*/ 6 h 12"/>
                <a:gd name="T6" fmla="*/ 8 w 17"/>
                <a:gd name="T7" fmla="*/ 10 h 12"/>
                <a:gd name="T8" fmla="*/ 12 w 17"/>
                <a:gd name="T9" fmla="*/ 10 h 12"/>
                <a:gd name="T10" fmla="*/ 16 w 17"/>
                <a:gd name="T11" fmla="*/ 7 h 12"/>
                <a:gd name="T12" fmla="*/ 14 w 17"/>
                <a:gd name="T13" fmla="*/ 4 h 12"/>
                <a:gd name="T14" fmla="*/ 11 w 17"/>
                <a:gd name="T15" fmla="*/ 1 h 12"/>
                <a:gd name="T16" fmla="*/ 8 w 17"/>
                <a:gd name="T17" fmla="*/ 3 h 12"/>
                <a:gd name="T18" fmla="*/ 3 w 17"/>
                <a:gd name="T19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2">
                  <a:moveTo>
                    <a:pt x="3" y="3"/>
                  </a:moveTo>
                  <a:cubicBezTo>
                    <a:pt x="0" y="3"/>
                    <a:pt x="1" y="4"/>
                    <a:pt x="2" y="5"/>
                  </a:cubicBezTo>
                  <a:cubicBezTo>
                    <a:pt x="3" y="6"/>
                    <a:pt x="4" y="5"/>
                    <a:pt x="6" y="6"/>
                  </a:cubicBezTo>
                  <a:cubicBezTo>
                    <a:pt x="7" y="7"/>
                    <a:pt x="6" y="8"/>
                    <a:pt x="8" y="10"/>
                  </a:cubicBezTo>
                  <a:cubicBezTo>
                    <a:pt x="10" y="12"/>
                    <a:pt x="10" y="10"/>
                    <a:pt x="12" y="10"/>
                  </a:cubicBezTo>
                  <a:cubicBezTo>
                    <a:pt x="14" y="9"/>
                    <a:pt x="15" y="9"/>
                    <a:pt x="16" y="7"/>
                  </a:cubicBezTo>
                  <a:cubicBezTo>
                    <a:pt x="17" y="5"/>
                    <a:pt x="15" y="6"/>
                    <a:pt x="14" y="4"/>
                  </a:cubicBezTo>
                  <a:cubicBezTo>
                    <a:pt x="12" y="2"/>
                    <a:pt x="12" y="2"/>
                    <a:pt x="11" y="1"/>
                  </a:cubicBezTo>
                  <a:cubicBezTo>
                    <a:pt x="9" y="0"/>
                    <a:pt x="9" y="2"/>
                    <a:pt x="8" y="3"/>
                  </a:cubicBezTo>
                  <a:cubicBezTo>
                    <a:pt x="6" y="5"/>
                    <a:pt x="6" y="3"/>
                    <a:pt x="3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6" name="Freeform 441">
              <a:extLst>
                <a:ext uri="{FF2B5EF4-FFF2-40B4-BE49-F238E27FC236}">
                  <a16:creationId xmlns:a16="http://schemas.microsoft.com/office/drawing/2014/main" id="{CFD4FCB9-934C-A665-02D5-513CF8FF7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693" y="1797691"/>
              <a:ext cx="145270" cy="69109"/>
            </a:xfrm>
            <a:custGeom>
              <a:avLst/>
              <a:gdLst>
                <a:gd name="T0" fmla="*/ 9 w 132"/>
                <a:gd name="T1" fmla="*/ 40 h 64"/>
                <a:gd name="T2" fmla="*/ 22 w 132"/>
                <a:gd name="T3" fmla="*/ 50 h 64"/>
                <a:gd name="T4" fmla="*/ 31 w 132"/>
                <a:gd name="T5" fmla="*/ 57 h 64"/>
                <a:gd name="T6" fmla="*/ 40 w 132"/>
                <a:gd name="T7" fmla="*/ 63 h 64"/>
                <a:gd name="T8" fmla="*/ 50 w 132"/>
                <a:gd name="T9" fmla="*/ 63 h 64"/>
                <a:gd name="T10" fmla="*/ 56 w 132"/>
                <a:gd name="T11" fmla="*/ 54 h 64"/>
                <a:gd name="T12" fmla="*/ 66 w 132"/>
                <a:gd name="T13" fmla="*/ 54 h 64"/>
                <a:gd name="T14" fmla="*/ 73 w 132"/>
                <a:gd name="T15" fmla="*/ 56 h 64"/>
                <a:gd name="T16" fmla="*/ 82 w 132"/>
                <a:gd name="T17" fmla="*/ 59 h 64"/>
                <a:gd name="T18" fmla="*/ 89 w 132"/>
                <a:gd name="T19" fmla="*/ 57 h 64"/>
                <a:gd name="T20" fmla="*/ 96 w 132"/>
                <a:gd name="T21" fmla="*/ 61 h 64"/>
                <a:gd name="T22" fmla="*/ 102 w 132"/>
                <a:gd name="T23" fmla="*/ 57 h 64"/>
                <a:gd name="T24" fmla="*/ 110 w 132"/>
                <a:gd name="T25" fmla="*/ 55 h 64"/>
                <a:gd name="T26" fmla="*/ 111 w 132"/>
                <a:gd name="T27" fmla="*/ 54 h 64"/>
                <a:gd name="T28" fmla="*/ 123 w 132"/>
                <a:gd name="T29" fmla="*/ 44 h 64"/>
                <a:gd name="T30" fmla="*/ 132 w 132"/>
                <a:gd name="T31" fmla="*/ 38 h 64"/>
                <a:gd name="T32" fmla="*/ 123 w 132"/>
                <a:gd name="T33" fmla="*/ 28 h 64"/>
                <a:gd name="T34" fmla="*/ 112 w 132"/>
                <a:gd name="T35" fmla="*/ 27 h 64"/>
                <a:gd name="T36" fmla="*/ 108 w 132"/>
                <a:gd name="T37" fmla="*/ 20 h 64"/>
                <a:gd name="T38" fmla="*/ 98 w 132"/>
                <a:gd name="T39" fmla="*/ 18 h 64"/>
                <a:gd name="T40" fmla="*/ 90 w 132"/>
                <a:gd name="T41" fmla="*/ 23 h 64"/>
                <a:gd name="T42" fmla="*/ 81 w 132"/>
                <a:gd name="T43" fmla="*/ 16 h 64"/>
                <a:gd name="T44" fmla="*/ 82 w 132"/>
                <a:gd name="T45" fmla="*/ 10 h 64"/>
                <a:gd name="T46" fmla="*/ 71 w 132"/>
                <a:gd name="T47" fmla="*/ 8 h 64"/>
                <a:gd name="T48" fmla="*/ 59 w 132"/>
                <a:gd name="T49" fmla="*/ 3 h 64"/>
                <a:gd name="T50" fmla="*/ 53 w 132"/>
                <a:gd name="T51" fmla="*/ 2 h 64"/>
                <a:gd name="T52" fmla="*/ 45 w 132"/>
                <a:gd name="T53" fmla="*/ 0 h 64"/>
                <a:gd name="T54" fmla="*/ 41 w 132"/>
                <a:gd name="T55" fmla="*/ 4 h 64"/>
                <a:gd name="T56" fmla="*/ 39 w 132"/>
                <a:gd name="T57" fmla="*/ 5 h 64"/>
                <a:gd name="T58" fmla="*/ 34 w 132"/>
                <a:gd name="T59" fmla="*/ 6 h 64"/>
                <a:gd name="T60" fmla="*/ 22 w 132"/>
                <a:gd name="T61" fmla="*/ 11 h 64"/>
                <a:gd name="T62" fmla="*/ 12 w 132"/>
                <a:gd name="T63" fmla="*/ 16 h 64"/>
                <a:gd name="T64" fmla="*/ 2 w 132"/>
                <a:gd name="T65" fmla="*/ 19 h 64"/>
                <a:gd name="T66" fmla="*/ 0 w 132"/>
                <a:gd name="T67" fmla="*/ 21 h 64"/>
                <a:gd name="T68" fmla="*/ 2 w 132"/>
                <a:gd name="T69" fmla="*/ 24 h 64"/>
                <a:gd name="T70" fmla="*/ 4 w 132"/>
                <a:gd name="T7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" h="64">
                  <a:moveTo>
                    <a:pt x="5" y="35"/>
                  </a:moveTo>
                  <a:cubicBezTo>
                    <a:pt x="5" y="36"/>
                    <a:pt x="7" y="38"/>
                    <a:pt x="9" y="40"/>
                  </a:cubicBezTo>
                  <a:cubicBezTo>
                    <a:pt x="12" y="44"/>
                    <a:pt x="16" y="46"/>
                    <a:pt x="19" y="48"/>
                  </a:cubicBezTo>
                  <a:cubicBezTo>
                    <a:pt x="20" y="48"/>
                    <a:pt x="21" y="49"/>
                    <a:pt x="22" y="5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6" y="53"/>
                    <a:pt x="29" y="55"/>
                    <a:pt x="31" y="57"/>
                  </a:cubicBezTo>
                  <a:cubicBezTo>
                    <a:pt x="31" y="57"/>
                    <a:pt x="31" y="57"/>
                    <a:pt x="32" y="58"/>
                  </a:cubicBezTo>
                  <a:cubicBezTo>
                    <a:pt x="33" y="60"/>
                    <a:pt x="36" y="63"/>
                    <a:pt x="40" y="63"/>
                  </a:cubicBezTo>
                  <a:cubicBezTo>
                    <a:pt x="41" y="63"/>
                    <a:pt x="43" y="63"/>
                    <a:pt x="44" y="63"/>
                  </a:cubicBezTo>
                  <a:cubicBezTo>
                    <a:pt x="46" y="64"/>
                    <a:pt x="48" y="64"/>
                    <a:pt x="50" y="63"/>
                  </a:cubicBezTo>
                  <a:cubicBezTo>
                    <a:pt x="51" y="61"/>
                    <a:pt x="52" y="60"/>
                    <a:pt x="53" y="58"/>
                  </a:cubicBezTo>
                  <a:cubicBezTo>
                    <a:pt x="53" y="56"/>
                    <a:pt x="54" y="55"/>
                    <a:pt x="56" y="54"/>
                  </a:cubicBezTo>
                  <a:cubicBezTo>
                    <a:pt x="57" y="53"/>
                    <a:pt x="59" y="52"/>
                    <a:pt x="61" y="52"/>
                  </a:cubicBezTo>
                  <a:cubicBezTo>
                    <a:pt x="62" y="52"/>
                    <a:pt x="64" y="53"/>
                    <a:pt x="66" y="54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9" y="55"/>
                    <a:pt x="70" y="55"/>
                    <a:pt x="73" y="56"/>
                  </a:cubicBezTo>
                  <a:cubicBezTo>
                    <a:pt x="75" y="57"/>
                    <a:pt x="76" y="57"/>
                    <a:pt x="77" y="58"/>
                  </a:cubicBezTo>
                  <a:cubicBezTo>
                    <a:pt x="80" y="59"/>
                    <a:pt x="81" y="60"/>
                    <a:pt x="82" y="59"/>
                  </a:cubicBezTo>
                  <a:cubicBezTo>
                    <a:pt x="82" y="59"/>
                    <a:pt x="83" y="59"/>
                    <a:pt x="83" y="59"/>
                  </a:cubicBezTo>
                  <a:cubicBezTo>
                    <a:pt x="85" y="58"/>
                    <a:pt x="86" y="57"/>
                    <a:pt x="89" y="57"/>
                  </a:cubicBezTo>
                  <a:cubicBezTo>
                    <a:pt x="91" y="58"/>
                    <a:pt x="94" y="60"/>
                    <a:pt x="96" y="61"/>
                  </a:cubicBezTo>
                  <a:cubicBezTo>
                    <a:pt x="96" y="61"/>
                    <a:pt x="96" y="61"/>
                    <a:pt x="96" y="61"/>
                  </a:cubicBezTo>
                  <a:cubicBezTo>
                    <a:pt x="96" y="61"/>
                    <a:pt x="96" y="60"/>
                    <a:pt x="97" y="60"/>
                  </a:cubicBezTo>
                  <a:cubicBezTo>
                    <a:pt x="98" y="58"/>
                    <a:pt x="99" y="57"/>
                    <a:pt x="102" y="57"/>
                  </a:cubicBezTo>
                  <a:cubicBezTo>
                    <a:pt x="103" y="57"/>
                    <a:pt x="104" y="57"/>
                    <a:pt x="105" y="57"/>
                  </a:cubicBezTo>
                  <a:cubicBezTo>
                    <a:pt x="106" y="57"/>
                    <a:pt x="107" y="57"/>
                    <a:pt x="110" y="55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1" y="54"/>
                    <a:pt x="111" y="54"/>
                    <a:pt x="111" y="54"/>
                  </a:cubicBezTo>
                  <a:cubicBezTo>
                    <a:pt x="115" y="52"/>
                    <a:pt x="119" y="50"/>
                    <a:pt x="120" y="48"/>
                  </a:cubicBezTo>
                  <a:cubicBezTo>
                    <a:pt x="121" y="46"/>
                    <a:pt x="122" y="45"/>
                    <a:pt x="123" y="44"/>
                  </a:cubicBezTo>
                  <a:cubicBezTo>
                    <a:pt x="125" y="42"/>
                    <a:pt x="127" y="41"/>
                    <a:pt x="128" y="40"/>
                  </a:cubicBezTo>
                  <a:cubicBezTo>
                    <a:pt x="128" y="40"/>
                    <a:pt x="131" y="39"/>
                    <a:pt x="132" y="38"/>
                  </a:cubicBezTo>
                  <a:cubicBezTo>
                    <a:pt x="131" y="37"/>
                    <a:pt x="129" y="34"/>
                    <a:pt x="127" y="32"/>
                  </a:cubicBezTo>
                  <a:cubicBezTo>
                    <a:pt x="126" y="30"/>
                    <a:pt x="124" y="29"/>
                    <a:pt x="123" y="28"/>
                  </a:cubicBezTo>
                  <a:cubicBezTo>
                    <a:pt x="122" y="27"/>
                    <a:pt x="120" y="28"/>
                    <a:pt x="119" y="28"/>
                  </a:cubicBezTo>
                  <a:cubicBezTo>
                    <a:pt x="117" y="28"/>
                    <a:pt x="114" y="29"/>
                    <a:pt x="112" y="27"/>
                  </a:cubicBezTo>
                  <a:cubicBezTo>
                    <a:pt x="110" y="25"/>
                    <a:pt x="110" y="24"/>
                    <a:pt x="110" y="23"/>
                  </a:cubicBezTo>
                  <a:cubicBezTo>
                    <a:pt x="109" y="22"/>
                    <a:pt x="109" y="21"/>
                    <a:pt x="108" y="20"/>
                  </a:cubicBezTo>
                  <a:cubicBezTo>
                    <a:pt x="107" y="19"/>
                    <a:pt x="105" y="18"/>
                    <a:pt x="103" y="18"/>
                  </a:cubicBezTo>
                  <a:cubicBezTo>
                    <a:pt x="101" y="17"/>
                    <a:pt x="99" y="17"/>
                    <a:pt x="98" y="18"/>
                  </a:cubicBezTo>
                  <a:cubicBezTo>
                    <a:pt x="98" y="18"/>
                    <a:pt x="97" y="18"/>
                    <a:pt x="96" y="19"/>
                  </a:cubicBezTo>
                  <a:cubicBezTo>
                    <a:pt x="94" y="21"/>
                    <a:pt x="92" y="23"/>
                    <a:pt x="90" y="23"/>
                  </a:cubicBezTo>
                  <a:cubicBezTo>
                    <a:pt x="89" y="23"/>
                    <a:pt x="86" y="22"/>
                    <a:pt x="84" y="21"/>
                  </a:cubicBezTo>
                  <a:cubicBezTo>
                    <a:pt x="83" y="19"/>
                    <a:pt x="81" y="18"/>
                    <a:pt x="81" y="16"/>
                  </a:cubicBezTo>
                  <a:cubicBezTo>
                    <a:pt x="81" y="14"/>
                    <a:pt x="81" y="13"/>
                    <a:pt x="82" y="12"/>
                  </a:cubicBezTo>
                  <a:cubicBezTo>
                    <a:pt x="82" y="11"/>
                    <a:pt x="83" y="11"/>
                    <a:pt x="82" y="10"/>
                  </a:cubicBezTo>
                  <a:cubicBezTo>
                    <a:pt x="80" y="9"/>
                    <a:pt x="78" y="9"/>
                    <a:pt x="76" y="9"/>
                  </a:cubicBezTo>
                  <a:cubicBezTo>
                    <a:pt x="74" y="9"/>
                    <a:pt x="72" y="9"/>
                    <a:pt x="71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5" y="7"/>
                    <a:pt x="60" y="6"/>
                    <a:pt x="59" y="3"/>
                  </a:cubicBezTo>
                  <a:cubicBezTo>
                    <a:pt x="59" y="2"/>
                    <a:pt x="57" y="2"/>
                    <a:pt x="55" y="2"/>
                  </a:cubicBezTo>
                  <a:cubicBezTo>
                    <a:pt x="55" y="2"/>
                    <a:pt x="54" y="2"/>
                    <a:pt x="53" y="2"/>
                  </a:cubicBezTo>
                  <a:cubicBezTo>
                    <a:pt x="51" y="2"/>
                    <a:pt x="49" y="2"/>
                    <a:pt x="48" y="1"/>
                  </a:cubicBezTo>
                  <a:cubicBezTo>
                    <a:pt x="47" y="1"/>
                    <a:pt x="46" y="0"/>
                    <a:pt x="45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1"/>
                    <a:pt x="43" y="3"/>
                    <a:pt x="41" y="4"/>
                  </a:cubicBezTo>
                  <a:cubicBezTo>
                    <a:pt x="41" y="4"/>
                    <a:pt x="40" y="4"/>
                    <a:pt x="40" y="4"/>
                  </a:cubicBezTo>
                  <a:cubicBezTo>
                    <a:pt x="39" y="5"/>
                    <a:pt x="39" y="5"/>
                    <a:pt x="39" y="5"/>
                  </a:cubicBezTo>
                  <a:cubicBezTo>
                    <a:pt x="38" y="5"/>
                    <a:pt x="37" y="5"/>
                    <a:pt x="36" y="6"/>
                  </a:cubicBezTo>
                  <a:cubicBezTo>
                    <a:pt x="36" y="6"/>
                    <a:pt x="35" y="6"/>
                    <a:pt x="34" y="6"/>
                  </a:cubicBezTo>
                  <a:cubicBezTo>
                    <a:pt x="31" y="7"/>
                    <a:pt x="29" y="8"/>
                    <a:pt x="27" y="8"/>
                  </a:cubicBezTo>
                  <a:cubicBezTo>
                    <a:pt x="26" y="9"/>
                    <a:pt x="24" y="10"/>
                    <a:pt x="22" y="11"/>
                  </a:cubicBezTo>
                  <a:cubicBezTo>
                    <a:pt x="22" y="12"/>
                    <a:pt x="21" y="12"/>
                    <a:pt x="20" y="13"/>
                  </a:cubicBezTo>
                  <a:cubicBezTo>
                    <a:pt x="18" y="15"/>
                    <a:pt x="17" y="16"/>
                    <a:pt x="12" y="16"/>
                  </a:cubicBezTo>
                  <a:cubicBezTo>
                    <a:pt x="10" y="16"/>
                    <a:pt x="8" y="16"/>
                    <a:pt x="6" y="17"/>
                  </a:cubicBezTo>
                  <a:cubicBezTo>
                    <a:pt x="4" y="17"/>
                    <a:pt x="3" y="18"/>
                    <a:pt x="2" y="19"/>
                  </a:cubicBezTo>
                  <a:cubicBezTo>
                    <a:pt x="1" y="20"/>
                    <a:pt x="1" y="21"/>
                    <a:pt x="0" y="2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0" y="23"/>
                    <a:pt x="0" y="23"/>
                    <a:pt x="2" y="24"/>
                  </a:cubicBezTo>
                  <a:cubicBezTo>
                    <a:pt x="3" y="25"/>
                    <a:pt x="4" y="26"/>
                    <a:pt x="4" y="27"/>
                  </a:cubicBezTo>
                  <a:cubicBezTo>
                    <a:pt x="5" y="29"/>
                    <a:pt x="4" y="30"/>
                    <a:pt x="4" y="32"/>
                  </a:cubicBezTo>
                  <a:cubicBezTo>
                    <a:pt x="4" y="33"/>
                    <a:pt x="4" y="34"/>
                    <a:pt x="5" y="3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7" name="Freeform 442">
              <a:extLst>
                <a:ext uri="{FF2B5EF4-FFF2-40B4-BE49-F238E27FC236}">
                  <a16:creationId xmlns:a16="http://schemas.microsoft.com/office/drawing/2014/main" id="{CD18C5E5-2F95-C7C9-5120-F421D7EF4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198" y="2068485"/>
              <a:ext cx="36670" cy="60647"/>
            </a:xfrm>
            <a:custGeom>
              <a:avLst/>
              <a:gdLst>
                <a:gd name="T0" fmla="*/ 4 w 34"/>
                <a:gd name="T1" fmla="*/ 50 h 57"/>
                <a:gd name="T2" fmla="*/ 6 w 34"/>
                <a:gd name="T3" fmla="*/ 53 h 57"/>
                <a:gd name="T4" fmla="*/ 8 w 34"/>
                <a:gd name="T5" fmla="*/ 54 h 57"/>
                <a:gd name="T6" fmla="*/ 10 w 34"/>
                <a:gd name="T7" fmla="*/ 57 h 57"/>
                <a:gd name="T8" fmla="*/ 14 w 34"/>
                <a:gd name="T9" fmla="*/ 57 h 57"/>
                <a:gd name="T10" fmla="*/ 16 w 34"/>
                <a:gd name="T11" fmla="*/ 56 h 57"/>
                <a:gd name="T12" fmla="*/ 18 w 34"/>
                <a:gd name="T13" fmla="*/ 54 h 57"/>
                <a:gd name="T14" fmla="*/ 19 w 34"/>
                <a:gd name="T15" fmla="*/ 51 h 57"/>
                <a:gd name="T16" fmla="*/ 19 w 34"/>
                <a:gd name="T17" fmla="*/ 49 h 57"/>
                <a:gd name="T18" fmla="*/ 23 w 34"/>
                <a:gd name="T19" fmla="*/ 50 h 57"/>
                <a:gd name="T20" fmla="*/ 26 w 34"/>
                <a:gd name="T21" fmla="*/ 52 h 57"/>
                <a:gd name="T22" fmla="*/ 29 w 34"/>
                <a:gd name="T23" fmla="*/ 51 h 57"/>
                <a:gd name="T24" fmla="*/ 30 w 34"/>
                <a:gd name="T25" fmla="*/ 46 h 57"/>
                <a:gd name="T26" fmla="*/ 31 w 34"/>
                <a:gd name="T27" fmla="*/ 41 h 57"/>
                <a:gd name="T28" fmla="*/ 32 w 34"/>
                <a:gd name="T29" fmla="*/ 35 h 57"/>
                <a:gd name="T30" fmla="*/ 33 w 34"/>
                <a:gd name="T31" fmla="*/ 25 h 57"/>
                <a:gd name="T32" fmla="*/ 34 w 34"/>
                <a:gd name="T33" fmla="*/ 18 h 57"/>
                <a:gd name="T34" fmla="*/ 33 w 34"/>
                <a:gd name="T35" fmla="*/ 12 h 57"/>
                <a:gd name="T36" fmla="*/ 30 w 34"/>
                <a:gd name="T37" fmla="*/ 9 h 57"/>
                <a:gd name="T38" fmla="*/ 29 w 34"/>
                <a:gd name="T39" fmla="*/ 6 h 57"/>
                <a:gd name="T40" fmla="*/ 26 w 34"/>
                <a:gd name="T41" fmla="*/ 2 h 57"/>
                <a:gd name="T42" fmla="*/ 21 w 34"/>
                <a:gd name="T43" fmla="*/ 1 h 57"/>
                <a:gd name="T44" fmla="*/ 17 w 34"/>
                <a:gd name="T45" fmla="*/ 4 h 57"/>
                <a:gd name="T46" fmla="*/ 12 w 34"/>
                <a:gd name="T47" fmla="*/ 7 h 57"/>
                <a:gd name="T48" fmla="*/ 11 w 34"/>
                <a:gd name="T49" fmla="*/ 9 h 57"/>
                <a:gd name="T50" fmla="*/ 6 w 34"/>
                <a:gd name="T51" fmla="*/ 11 h 57"/>
                <a:gd name="T52" fmla="*/ 2 w 34"/>
                <a:gd name="T53" fmla="*/ 10 h 57"/>
                <a:gd name="T54" fmla="*/ 0 w 34"/>
                <a:gd name="T55" fmla="*/ 13 h 57"/>
                <a:gd name="T56" fmla="*/ 1 w 34"/>
                <a:gd name="T57" fmla="*/ 16 h 57"/>
                <a:gd name="T58" fmla="*/ 4 w 34"/>
                <a:gd name="T59" fmla="*/ 18 h 57"/>
                <a:gd name="T60" fmla="*/ 6 w 34"/>
                <a:gd name="T61" fmla="*/ 20 h 57"/>
                <a:gd name="T62" fmla="*/ 7 w 34"/>
                <a:gd name="T63" fmla="*/ 24 h 57"/>
                <a:gd name="T64" fmla="*/ 6 w 34"/>
                <a:gd name="T65" fmla="*/ 28 h 57"/>
                <a:gd name="T66" fmla="*/ 6 w 34"/>
                <a:gd name="T67" fmla="*/ 31 h 57"/>
                <a:gd name="T68" fmla="*/ 8 w 34"/>
                <a:gd name="T69" fmla="*/ 35 h 57"/>
                <a:gd name="T70" fmla="*/ 8 w 34"/>
                <a:gd name="T71" fmla="*/ 39 h 57"/>
                <a:gd name="T72" fmla="*/ 5 w 34"/>
                <a:gd name="T73" fmla="*/ 43 h 57"/>
                <a:gd name="T74" fmla="*/ 4 w 34"/>
                <a:gd name="T75" fmla="*/ 46 h 57"/>
                <a:gd name="T76" fmla="*/ 4 w 34"/>
                <a:gd name="T77" fmla="*/ 5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4" h="57">
                  <a:moveTo>
                    <a:pt x="4" y="50"/>
                  </a:moveTo>
                  <a:cubicBezTo>
                    <a:pt x="4" y="51"/>
                    <a:pt x="5" y="51"/>
                    <a:pt x="6" y="53"/>
                  </a:cubicBezTo>
                  <a:cubicBezTo>
                    <a:pt x="7" y="55"/>
                    <a:pt x="8" y="54"/>
                    <a:pt x="8" y="54"/>
                  </a:cubicBezTo>
                  <a:cubicBezTo>
                    <a:pt x="9" y="55"/>
                    <a:pt x="9" y="56"/>
                    <a:pt x="10" y="57"/>
                  </a:cubicBezTo>
                  <a:cubicBezTo>
                    <a:pt x="10" y="57"/>
                    <a:pt x="13" y="57"/>
                    <a:pt x="14" y="57"/>
                  </a:cubicBezTo>
                  <a:cubicBezTo>
                    <a:pt x="15" y="57"/>
                    <a:pt x="15" y="57"/>
                    <a:pt x="16" y="56"/>
                  </a:cubicBezTo>
                  <a:cubicBezTo>
                    <a:pt x="17" y="55"/>
                    <a:pt x="17" y="54"/>
                    <a:pt x="18" y="54"/>
                  </a:cubicBezTo>
                  <a:cubicBezTo>
                    <a:pt x="18" y="53"/>
                    <a:pt x="19" y="52"/>
                    <a:pt x="19" y="51"/>
                  </a:cubicBezTo>
                  <a:cubicBezTo>
                    <a:pt x="18" y="50"/>
                    <a:pt x="18" y="49"/>
                    <a:pt x="19" y="49"/>
                  </a:cubicBezTo>
                  <a:cubicBezTo>
                    <a:pt x="20" y="48"/>
                    <a:pt x="22" y="49"/>
                    <a:pt x="23" y="50"/>
                  </a:cubicBezTo>
                  <a:cubicBezTo>
                    <a:pt x="25" y="51"/>
                    <a:pt x="25" y="52"/>
                    <a:pt x="26" y="52"/>
                  </a:cubicBezTo>
                  <a:cubicBezTo>
                    <a:pt x="27" y="53"/>
                    <a:pt x="29" y="52"/>
                    <a:pt x="29" y="51"/>
                  </a:cubicBezTo>
                  <a:cubicBezTo>
                    <a:pt x="29" y="49"/>
                    <a:pt x="29" y="49"/>
                    <a:pt x="30" y="46"/>
                  </a:cubicBezTo>
                  <a:cubicBezTo>
                    <a:pt x="30" y="44"/>
                    <a:pt x="31" y="44"/>
                    <a:pt x="31" y="41"/>
                  </a:cubicBezTo>
                  <a:cubicBezTo>
                    <a:pt x="32" y="38"/>
                    <a:pt x="32" y="37"/>
                    <a:pt x="32" y="35"/>
                  </a:cubicBezTo>
                  <a:cubicBezTo>
                    <a:pt x="32" y="33"/>
                    <a:pt x="32" y="29"/>
                    <a:pt x="33" y="25"/>
                  </a:cubicBezTo>
                  <a:cubicBezTo>
                    <a:pt x="34" y="21"/>
                    <a:pt x="34" y="21"/>
                    <a:pt x="34" y="18"/>
                  </a:cubicBezTo>
                  <a:cubicBezTo>
                    <a:pt x="34" y="15"/>
                    <a:pt x="34" y="15"/>
                    <a:pt x="33" y="12"/>
                  </a:cubicBezTo>
                  <a:cubicBezTo>
                    <a:pt x="32" y="10"/>
                    <a:pt x="31" y="10"/>
                    <a:pt x="30" y="9"/>
                  </a:cubicBezTo>
                  <a:cubicBezTo>
                    <a:pt x="28" y="7"/>
                    <a:pt x="28" y="8"/>
                    <a:pt x="29" y="6"/>
                  </a:cubicBezTo>
                  <a:cubicBezTo>
                    <a:pt x="29" y="3"/>
                    <a:pt x="29" y="3"/>
                    <a:pt x="26" y="2"/>
                  </a:cubicBezTo>
                  <a:cubicBezTo>
                    <a:pt x="24" y="0"/>
                    <a:pt x="22" y="1"/>
                    <a:pt x="21" y="1"/>
                  </a:cubicBezTo>
                  <a:cubicBezTo>
                    <a:pt x="20" y="2"/>
                    <a:pt x="19" y="3"/>
                    <a:pt x="17" y="4"/>
                  </a:cubicBezTo>
                  <a:cubicBezTo>
                    <a:pt x="15" y="5"/>
                    <a:pt x="13" y="6"/>
                    <a:pt x="12" y="7"/>
                  </a:cubicBezTo>
                  <a:cubicBezTo>
                    <a:pt x="11" y="7"/>
                    <a:pt x="11" y="8"/>
                    <a:pt x="11" y="9"/>
                  </a:cubicBezTo>
                  <a:cubicBezTo>
                    <a:pt x="10" y="10"/>
                    <a:pt x="8" y="12"/>
                    <a:pt x="6" y="11"/>
                  </a:cubicBezTo>
                  <a:cubicBezTo>
                    <a:pt x="5" y="11"/>
                    <a:pt x="3" y="11"/>
                    <a:pt x="2" y="10"/>
                  </a:cubicBezTo>
                  <a:cubicBezTo>
                    <a:pt x="1" y="10"/>
                    <a:pt x="1" y="12"/>
                    <a:pt x="0" y="13"/>
                  </a:cubicBezTo>
                  <a:cubicBezTo>
                    <a:pt x="0" y="14"/>
                    <a:pt x="0" y="15"/>
                    <a:pt x="1" y="16"/>
                  </a:cubicBezTo>
                  <a:cubicBezTo>
                    <a:pt x="1" y="17"/>
                    <a:pt x="2" y="17"/>
                    <a:pt x="4" y="18"/>
                  </a:cubicBezTo>
                  <a:cubicBezTo>
                    <a:pt x="5" y="18"/>
                    <a:pt x="5" y="19"/>
                    <a:pt x="6" y="20"/>
                  </a:cubicBezTo>
                  <a:cubicBezTo>
                    <a:pt x="8" y="21"/>
                    <a:pt x="8" y="22"/>
                    <a:pt x="7" y="24"/>
                  </a:cubicBezTo>
                  <a:cubicBezTo>
                    <a:pt x="7" y="25"/>
                    <a:pt x="7" y="26"/>
                    <a:pt x="6" y="28"/>
                  </a:cubicBezTo>
                  <a:cubicBezTo>
                    <a:pt x="5" y="29"/>
                    <a:pt x="5" y="30"/>
                    <a:pt x="6" y="31"/>
                  </a:cubicBezTo>
                  <a:cubicBezTo>
                    <a:pt x="6" y="33"/>
                    <a:pt x="7" y="34"/>
                    <a:pt x="8" y="35"/>
                  </a:cubicBezTo>
                  <a:cubicBezTo>
                    <a:pt x="9" y="37"/>
                    <a:pt x="8" y="38"/>
                    <a:pt x="8" y="39"/>
                  </a:cubicBezTo>
                  <a:cubicBezTo>
                    <a:pt x="8" y="40"/>
                    <a:pt x="7" y="41"/>
                    <a:pt x="5" y="43"/>
                  </a:cubicBezTo>
                  <a:cubicBezTo>
                    <a:pt x="4" y="45"/>
                    <a:pt x="4" y="46"/>
                    <a:pt x="4" y="46"/>
                  </a:cubicBezTo>
                  <a:cubicBezTo>
                    <a:pt x="4" y="47"/>
                    <a:pt x="4" y="49"/>
                    <a:pt x="4" y="5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8" name="Freeform 443">
              <a:extLst>
                <a:ext uri="{FF2B5EF4-FFF2-40B4-BE49-F238E27FC236}">
                  <a16:creationId xmlns:a16="http://schemas.microsoft.com/office/drawing/2014/main" id="{98D47FAF-1ECC-D692-CA68-8A26E471E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104" y="2144646"/>
              <a:ext cx="71930" cy="43722"/>
            </a:xfrm>
            <a:custGeom>
              <a:avLst/>
              <a:gdLst>
                <a:gd name="T0" fmla="*/ 64 w 66"/>
                <a:gd name="T1" fmla="*/ 5 h 40"/>
                <a:gd name="T2" fmla="*/ 65 w 66"/>
                <a:gd name="T3" fmla="*/ 1 h 40"/>
                <a:gd name="T4" fmla="*/ 61 w 66"/>
                <a:gd name="T5" fmla="*/ 2 h 40"/>
                <a:gd name="T6" fmla="*/ 53 w 66"/>
                <a:gd name="T7" fmla="*/ 4 h 40"/>
                <a:gd name="T8" fmla="*/ 44 w 66"/>
                <a:gd name="T9" fmla="*/ 5 h 40"/>
                <a:gd name="T10" fmla="*/ 36 w 66"/>
                <a:gd name="T11" fmla="*/ 6 h 40"/>
                <a:gd name="T12" fmla="*/ 29 w 66"/>
                <a:gd name="T13" fmla="*/ 4 h 40"/>
                <a:gd name="T14" fmla="*/ 21 w 66"/>
                <a:gd name="T15" fmla="*/ 2 h 40"/>
                <a:gd name="T16" fmla="*/ 16 w 66"/>
                <a:gd name="T17" fmla="*/ 4 h 40"/>
                <a:gd name="T18" fmla="*/ 11 w 66"/>
                <a:gd name="T19" fmla="*/ 4 h 40"/>
                <a:gd name="T20" fmla="*/ 8 w 66"/>
                <a:gd name="T21" fmla="*/ 4 h 40"/>
                <a:gd name="T22" fmla="*/ 4 w 66"/>
                <a:gd name="T23" fmla="*/ 8 h 40"/>
                <a:gd name="T24" fmla="*/ 2 w 66"/>
                <a:gd name="T25" fmla="*/ 13 h 40"/>
                <a:gd name="T26" fmla="*/ 7 w 66"/>
                <a:gd name="T27" fmla="*/ 16 h 40"/>
                <a:gd name="T28" fmla="*/ 11 w 66"/>
                <a:gd name="T29" fmla="*/ 17 h 40"/>
                <a:gd name="T30" fmla="*/ 17 w 66"/>
                <a:gd name="T31" fmla="*/ 18 h 40"/>
                <a:gd name="T32" fmla="*/ 27 w 66"/>
                <a:gd name="T33" fmla="*/ 24 h 40"/>
                <a:gd name="T34" fmla="*/ 37 w 66"/>
                <a:gd name="T35" fmla="*/ 28 h 40"/>
                <a:gd name="T36" fmla="*/ 43 w 66"/>
                <a:gd name="T37" fmla="*/ 33 h 40"/>
                <a:gd name="T38" fmla="*/ 47 w 66"/>
                <a:gd name="T39" fmla="*/ 36 h 40"/>
                <a:gd name="T40" fmla="*/ 54 w 66"/>
                <a:gd name="T41" fmla="*/ 38 h 40"/>
                <a:gd name="T42" fmla="*/ 57 w 66"/>
                <a:gd name="T43" fmla="*/ 37 h 40"/>
                <a:gd name="T44" fmla="*/ 59 w 66"/>
                <a:gd name="T45" fmla="*/ 31 h 40"/>
                <a:gd name="T46" fmla="*/ 62 w 66"/>
                <a:gd name="T47" fmla="*/ 30 h 40"/>
                <a:gd name="T48" fmla="*/ 59 w 66"/>
                <a:gd name="T49" fmla="*/ 26 h 40"/>
                <a:gd name="T50" fmla="*/ 57 w 66"/>
                <a:gd name="T51" fmla="*/ 20 h 40"/>
                <a:gd name="T52" fmla="*/ 59 w 66"/>
                <a:gd name="T53" fmla="*/ 15 h 40"/>
                <a:gd name="T54" fmla="*/ 60 w 66"/>
                <a:gd name="T55" fmla="*/ 10 h 40"/>
                <a:gd name="T56" fmla="*/ 64 w 66"/>
                <a:gd name="T57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6" h="40">
                  <a:moveTo>
                    <a:pt x="64" y="5"/>
                  </a:moveTo>
                  <a:cubicBezTo>
                    <a:pt x="64" y="4"/>
                    <a:pt x="66" y="3"/>
                    <a:pt x="65" y="1"/>
                  </a:cubicBezTo>
                  <a:cubicBezTo>
                    <a:pt x="65" y="0"/>
                    <a:pt x="65" y="0"/>
                    <a:pt x="61" y="2"/>
                  </a:cubicBezTo>
                  <a:cubicBezTo>
                    <a:pt x="58" y="4"/>
                    <a:pt x="57" y="4"/>
                    <a:pt x="53" y="4"/>
                  </a:cubicBezTo>
                  <a:cubicBezTo>
                    <a:pt x="48" y="4"/>
                    <a:pt x="47" y="4"/>
                    <a:pt x="44" y="5"/>
                  </a:cubicBezTo>
                  <a:cubicBezTo>
                    <a:pt x="40" y="6"/>
                    <a:pt x="40" y="7"/>
                    <a:pt x="36" y="6"/>
                  </a:cubicBezTo>
                  <a:cubicBezTo>
                    <a:pt x="33" y="5"/>
                    <a:pt x="33" y="4"/>
                    <a:pt x="29" y="4"/>
                  </a:cubicBezTo>
                  <a:cubicBezTo>
                    <a:pt x="25" y="3"/>
                    <a:pt x="23" y="2"/>
                    <a:pt x="21" y="2"/>
                  </a:cubicBezTo>
                  <a:cubicBezTo>
                    <a:pt x="19" y="2"/>
                    <a:pt x="19" y="4"/>
                    <a:pt x="16" y="4"/>
                  </a:cubicBezTo>
                  <a:cubicBezTo>
                    <a:pt x="13" y="5"/>
                    <a:pt x="13" y="5"/>
                    <a:pt x="11" y="4"/>
                  </a:cubicBezTo>
                  <a:cubicBezTo>
                    <a:pt x="9" y="3"/>
                    <a:pt x="9" y="2"/>
                    <a:pt x="8" y="4"/>
                  </a:cubicBezTo>
                  <a:cubicBezTo>
                    <a:pt x="6" y="6"/>
                    <a:pt x="7" y="7"/>
                    <a:pt x="4" y="8"/>
                  </a:cubicBezTo>
                  <a:cubicBezTo>
                    <a:pt x="2" y="10"/>
                    <a:pt x="0" y="12"/>
                    <a:pt x="2" y="13"/>
                  </a:cubicBezTo>
                  <a:cubicBezTo>
                    <a:pt x="4" y="14"/>
                    <a:pt x="6" y="15"/>
                    <a:pt x="7" y="16"/>
                  </a:cubicBezTo>
                  <a:cubicBezTo>
                    <a:pt x="7" y="17"/>
                    <a:pt x="8" y="17"/>
                    <a:pt x="11" y="17"/>
                  </a:cubicBezTo>
                  <a:cubicBezTo>
                    <a:pt x="14" y="17"/>
                    <a:pt x="15" y="16"/>
                    <a:pt x="17" y="18"/>
                  </a:cubicBezTo>
                  <a:cubicBezTo>
                    <a:pt x="19" y="20"/>
                    <a:pt x="21" y="23"/>
                    <a:pt x="27" y="24"/>
                  </a:cubicBezTo>
                  <a:cubicBezTo>
                    <a:pt x="30" y="25"/>
                    <a:pt x="35" y="26"/>
                    <a:pt x="37" y="28"/>
                  </a:cubicBezTo>
                  <a:cubicBezTo>
                    <a:pt x="40" y="31"/>
                    <a:pt x="42" y="30"/>
                    <a:pt x="43" y="33"/>
                  </a:cubicBezTo>
                  <a:cubicBezTo>
                    <a:pt x="44" y="36"/>
                    <a:pt x="44" y="35"/>
                    <a:pt x="47" y="36"/>
                  </a:cubicBezTo>
                  <a:cubicBezTo>
                    <a:pt x="50" y="38"/>
                    <a:pt x="51" y="37"/>
                    <a:pt x="54" y="38"/>
                  </a:cubicBezTo>
                  <a:cubicBezTo>
                    <a:pt x="56" y="40"/>
                    <a:pt x="57" y="39"/>
                    <a:pt x="57" y="37"/>
                  </a:cubicBezTo>
                  <a:cubicBezTo>
                    <a:pt x="57" y="34"/>
                    <a:pt x="57" y="32"/>
                    <a:pt x="59" y="31"/>
                  </a:cubicBezTo>
                  <a:cubicBezTo>
                    <a:pt x="60" y="31"/>
                    <a:pt x="62" y="32"/>
                    <a:pt x="62" y="30"/>
                  </a:cubicBezTo>
                  <a:cubicBezTo>
                    <a:pt x="62" y="28"/>
                    <a:pt x="60" y="28"/>
                    <a:pt x="59" y="26"/>
                  </a:cubicBezTo>
                  <a:cubicBezTo>
                    <a:pt x="57" y="24"/>
                    <a:pt x="57" y="23"/>
                    <a:pt x="57" y="20"/>
                  </a:cubicBezTo>
                  <a:cubicBezTo>
                    <a:pt x="57" y="18"/>
                    <a:pt x="59" y="18"/>
                    <a:pt x="59" y="15"/>
                  </a:cubicBezTo>
                  <a:cubicBezTo>
                    <a:pt x="59" y="12"/>
                    <a:pt x="59" y="12"/>
                    <a:pt x="60" y="10"/>
                  </a:cubicBezTo>
                  <a:cubicBezTo>
                    <a:pt x="61" y="8"/>
                    <a:pt x="64" y="7"/>
                    <a:pt x="64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399" name="Freeform 444">
              <a:extLst>
                <a:ext uri="{FF2B5EF4-FFF2-40B4-BE49-F238E27FC236}">
                  <a16:creationId xmlns:a16="http://schemas.microsoft.com/office/drawing/2014/main" id="{02693F4F-7A98-0AC6-78EE-6CCAFB1E2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587" y="1990914"/>
              <a:ext cx="138218" cy="73340"/>
            </a:xfrm>
            <a:custGeom>
              <a:avLst/>
              <a:gdLst>
                <a:gd name="T0" fmla="*/ 4 w 125"/>
                <a:gd name="T1" fmla="*/ 0 h 68"/>
                <a:gd name="T2" fmla="*/ 0 w 125"/>
                <a:gd name="T3" fmla="*/ 7 h 68"/>
                <a:gd name="T4" fmla="*/ 2 w 125"/>
                <a:gd name="T5" fmla="*/ 14 h 68"/>
                <a:gd name="T6" fmla="*/ 10 w 125"/>
                <a:gd name="T7" fmla="*/ 20 h 68"/>
                <a:gd name="T8" fmla="*/ 8 w 125"/>
                <a:gd name="T9" fmla="*/ 27 h 68"/>
                <a:gd name="T10" fmla="*/ 7 w 125"/>
                <a:gd name="T11" fmla="*/ 27 h 68"/>
                <a:gd name="T12" fmla="*/ 2 w 125"/>
                <a:gd name="T13" fmla="*/ 32 h 68"/>
                <a:gd name="T14" fmla="*/ 0 w 125"/>
                <a:gd name="T15" fmla="*/ 35 h 68"/>
                <a:gd name="T16" fmla="*/ 2 w 125"/>
                <a:gd name="T17" fmla="*/ 41 h 68"/>
                <a:gd name="T18" fmla="*/ 0 w 125"/>
                <a:gd name="T19" fmla="*/ 44 h 68"/>
                <a:gd name="T20" fmla="*/ 0 w 125"/>
                <a:gd name="T21" fmla="*/ 45 h 68"/>
                <a:gd name="T22" fmla="*/ 1 w 125"/>
                <a:gd name="T23" fmla="*/ 48 h 68"/>
                <a:gd name="T24" fmla="*/ 9 w 125"/>
                <a:gd name="T25" fmla="*/ 54 h 68"/>
                <a:gd name="T26" fmla="*/ 12 w 125"/>
                <a:gd name="T27" fmla="*/ 61 h 68"/>
                <a:gd name="T28" fmla="*/ 11 w 125"/>
                <a:gd name="T29" fmla="*/ 66 h 68"/>
                <a:gd name="T30" fmla="*/ 20 w 125"/>
                <a:gd name="T31" fmla="*/ 67 h 68"/>
                <a:gd name="T32" fmla="*/ 29 w 125"/>
                <a:gd name="T33" fmla="*/ 64 h 68"/>
                <a:gd name="T34" fmla="*/ 46 w 125"/>
                <a:gd name="T35" fmla="*/ 65 h 68"/>
                <a:gd name="T36" fmla="*/ 46 w 125"/>
                <a:gd name="T37" fmla="*/ 65 h 68"/>
                <a:gd name="T38" fmla="*/ 51 w 125"/>
                <a:gd name="T39" fmla="*/ 67 h 68"/>
                <a:gd name="T40" fmla="*/ 67 w 125"/>
                <a:gd name="T41" fmla="*/ 67 h 68"/>
                <a:gd name="T42" fmla="*/ 73 w 125"/>
                <a:gd name="T43" fmla="*/ 63 h 68"/>
                <a:gd name="T44" fmla="*/ 79 w 125"/>
                <a:gd name="T45" fmla="*/ 58 h 68"/>
                <a:gd name="T46" fmla="*/ 84 w 125"/>
                <a:gd name="T47" fmla="*/ 56 h 68"/>
                <a:gd name="T48" fmla="*/ 94 w 125"/>
                <a:gd name="T49" fmla="*/ 51 h 68"/>
                <a:gd name="T50" fmla="*/ 103 w 125"/>
                <a:gd name="T51" fmla="*/ 52 h 68"/>
                <a:gd name="T52" fmla="*/ 111 w 125"/>
                <a:gd name="T53" fmla="*/ 52 h 68"/>
                <a:gd name="T54" fmla="*/ 111 w 125"/>
                <a:gd name="T55" fmla="*/ 47 h 68"/>
                <a:gd name="T56" fmla="*/ 102 w 125"/>
                <a:gd name="T57" fmla="*/ 40 h 68"/>
                <a:gd name="T58" fmla="*/ 112 w 125"/>
                <a:gd name="T59" fmla="*/ 34 h 68"/>
                <a:gd name="T60" fmla="*/ 113 w 125"/>
                <a:gd name="T61" fmla="*/ 23 h 68"/>
                <a:gd name="T62" fmla="*/ 123 w 125"/>
                <a:gd name="T63" fmla="*/ 18 h 68"/>
                <a:gd name="T64" fmla="*/ 125 w 125"/>
                <a:gd name="T65" fmla="*/ 10 h 68"/>
                <a:gd name="T66" fmla="*/ 113 w 125"/>
                <a:gd name="T67" fmla="*/ 6 h 68"/>
                <a:gd name="T68" fmla="*/ 99 w 125"/>
                <a:gd name="T69" fmla="*/ 2 h 68"/>
                <a:gd name="T70" fmla="*/ 87 w 125"/>
                <a:gd name="T71" fmla="*/ 4 h 68"/>
                <a:gd name="T72" fmla="*/ 76 w 125"/>
                <a:gd name="T73" fmla="*/ 7 h 68"/>
                <a:gd name="T74" fmla="*/ 62 w 125"/>
                <a:gd name="T75" fmla="*/ 13 h 68"/>
                <a:gd name="T76" fmla="*/ 45 w 125"/>
                <a:gd name="T77" fmla="*/ 10 h 68"/>
                <a:gd name="T78" fmla="*/ 41 w 125"/>
                <a:gd name="T79" fmla="*/ 11 h 68"/>
                <a:gd name="T80" fmla="*/ 28 w 125"/>
                <a:gd name="T81" fmla="*/ 11 h 68"/>
                <a:gd name="T82" fmla="*/ 16 w 125"/>
                <a:gd name="T83" fmla="*/ 9 h 68"/>
                <a:gd name="T84" fmla="*/ 9 w 125"/>
                <a:gd name="T85" fmla="*/ 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5" h="68">
                  <a:moveTo>
                    <a:pt x="9" y="1"/>
                  </a:moveTo>
                  <a:cubicBezTo>
                    <a:pt x="8" y="1"/>
                    <a:pt x="6" y="0"/>
                    <a:pt x="4" y="0"/>
                  </a:cubicBezTo>
                  <a:cubicBezTo>
                    <a:pt x="4" y="0"/>
                    <a:pt x="3" y="1"/>
                    <a:pt x="2" y="2"/>
                  </a:cubicBezTo>
                  <a:cubicBezTo>
                    <a:pt x="1" y="4"/>
                    <a:pt x="0" y="6"/>
                    <a:pt x="0" y="7"/>
                  </a:cubicBezTo>
                  <a:cubicBezTo>
                    <a:pt x="0" y="8"/>
                    <a:pt x="0" y="9"/>
                    <a:pt x="0" y="11"/>
                  </a:cubicBezTo>
                  <a:cubicBezTo>
                    <a:pt x="0" y="12"/>
                    <a:pt x="1" y="13"/>
                    <a:pt x="2" y="14"/>
                  </a:cubicBezTo>
                  <a:cubicBezTo>
                    <a:pt x="4" y="16"/>
                    <a:pt x="6" y="18"/>
                    <a:pt x="8" y="19"/>
                  </a:cubicBezTo>
                  <a:cubicBezTo>
                    <a:pt x="8" y="19"/>
                    <a:pt x="9" y="20"/>
                    <a:pt x="10" y="20"/>
                  </a:cubicBezTo>
                  <a:cubicBezTo>
                    <a:pt x="11" y="22"/>
                    <a:pt x="11" y="23"/>
                    <a:pt x="9" y="25"/>
                  </a:cubicBezTo>
                  <a:cubicBezTo>
                    <a:pt x="9" y="26"/>
                    <a:pt x="8" y="26"/>
                    <a:pt x="8" y="27"/>
                  </a:cubicBezTo>
                  <a:cubicBezTo>
                    <a:pt x="8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8"/>
                    <a:pt x="5" y="29"/>
                    <a:pt x="4" y="30"/>
                  </a:cubicBezTo>
                  <a:cubicBezTo>
                    <a:pt x="3" y="31"/>
                    <a:pt x="2" y="31"/>
                    <a:pt x="2" y="32"/>
                  </a:cubicBezTo>
                  <a:cubicBezTo>
                    <a:pt x="1" y="32"/>
                    <a:pt x="1" y="33"/>
                    <a:pt x="1" y="33"/>
                  </a:cubicBezTo>
                  <a:cubicBezTo>
                    <a:pt x="0" y="34"/>
                    <a:pt x="0" y="35"/>
                    <a:pt x="0" y="35"/>
                  </a:cubicBezTo>
                  <a:cubicBezTo>
                    <a:pt x="1" y="36"/>
                    <a:pt x="1" y="37"/>
                    <a:pt x="1" y="37"/>
                  </a:cubicBezTo>
                  <a:cubicBezTo>
                    <a:pt x="2" y="39"/>
                    <a:pt x="3" y="40"/>
                    <a:pt x="2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2" y="43"/>
                    <a:pt x="1" y="43"/>
                    <a:pt x="0" y="44"/>
                  </a:cubicBezTo>
                  <a:cubicBezTo>
                    <a:pt x="0" y="44"/>
                    <a:pt x="0" y="45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0" y="46"/>
                    <a:pt x="0" y="46"/>
                  </a:cubicBezTo>
                  <a:cubicBezTo>
                    <a:pt x="0" y="47"/>
                    <a:pt x="0" y="47"/>
                    <a:pt x="1" y="48"/>
                  </a:cubicBezTo>
                  <a:cubicBezTo>
                    <a:pt x="2" y="49"/>
                    <a:pt x="3" y="49"/>
                    <a:pt x="4" y="50"/>
                  </a:cubicBezTo>
                  <a:cubicBezTo>
                    <a:pt x="6" y="52"/>
                    <a:pt x="7" y="53"/>
                    <a:pt x="9" y="54"/>
                  </a:cubicBezTo>
                  <a:cubicBezTo>
                    <a:pt x="10" y="56"/>
                    <a:pt x="10" y="57"/>
                    <a:pt x="11" y="58"/>
                  </a:cubicBezTo>
                  <a:cubicBezTo>
                    <a:pt x="11" y="59"/>
                    <a:pt x="12" y="60"/>
                    <a:pt x="12" y="61"/>
                  </a:cubicBezTo>
                  <a:cubicBezTo>
                    <a:pt x="12" y="62"/>
                    <a:pt x="11" y="63"/>
                    <a:pt x="11" y="65"/>
                  </a:cubicBezTo>
                  <a:cubicBezTo>
                    <a:pt x="11" y="65"/>
                    <a:pt x="11" y="65"/>
                    <a:pt x="11" y="66"/>
                  </a:cubicBezTo>
                  <a:cubicBezTo>
                    <a:pt x="12" y="66"/>
                    <a:pt x="15" y="67"/>
                    <a:pt x="16" y="67"/>
                  </a:cubicBezTo>
                  <a:cubicBezTo>
                    <a:pt x="17" y="67"/>
                    <a:pt x="18" y="67"/>
                    <a:pt x="20" y="67"/>
                  </a:cubicBezTo>
                  <a:cubicBezTo>
                    <a:pt x="21" y="66"/>
                    <a:pt x="22" y="66"/>
                    <a:pt x="24" y="66"/>
                  </a:cubicBezTo>
                  <a:cubicBezTo>
                    <a:pt x="25" y="65"/>
                    <a:pt x="27" y="65"/>
                    <a:pt x="29" y="64"/>
                  </a:cubicBezTo>
                  <a:cubicBezTo>
                    <a:pt x="31" y="64"/>
                    <a:pt x="33" y="63"/>
                    <a:pt x="36" y="62"/>
                  </a:cubicBezTo>
                  <a:cubicBezTo>
                    <a:pt x="41" y="61"/>
                    <a:pt x="43" y="63"/>
                    <a:pt x="46" y="65"/>
                  </a:cubicBezTo>
                  <a:cubicBezTo>
                    <a:pt x="46" y="65"/>
                    <a:pt x="46" y="65"/>
                    <a:pt x="46" y="65"/>
                  </a:cubicBezTo>
                  <a:cubicBezTo>
                    <a:pt x="46" y="65"/>
                    <a:pt x="46" y="65"/>
                    <a:pt x="46" y="65"/>
                  </a:cubicBezTo>
                  <a:cubicBezTo>
                    <a:pt x="46" y="65"/>
                    <a:pt x="46" y="65"/>
                    <a:pt x="46" y="65"/>
                  </a:cubicBezTo>
                  <a:cubicBezTo>
                    <a:pt x="47" y="66"/>
                    <a:pt x="49" y="66"/>
                    <a:pt x="51" y="67"/>
                  </a:cubicBezTo>
                  <a:cubicBezTo>
                    <a:pt x="53" y="68"/>
                    <a:pt x="56" y="68"/>
                    <a:pt x="58" y="68"/>
                  </a:cubicBezTo>
                  <a:cubicBezTo>
                    <a:pt x="60" y="68"/>
                    <a:pt x="64" y="68"/>
                    <a:pt x="67" y="67"/>
                  </a:cubicBezTo>
                  <a:cubicBezTo>
                    <a:pt x="69" y="67"/>
                    <a:pt x="71" y="67"/>
                    <a:pt x="71" y="66"/>
                  </a:cubicBezTo>
                  <a:cubicBezTo>
                    <a:pt x="72" y="66"/>
                    <a:pt x="72" y="65"/>
                    <a:pt x="73" y="63"/>
                  </a:cubicBezTo>
                  <a:cubicBezTo>
                    <a:pt x="73" y="62"/>
                    <a:pt x="73" y="61"/>
                    <a:pt x="74" y="60"/>
                  </a:cubicBezTo>
                  <a:cubicBezTo>
                    <a:pt x="75" y="59"/>
                    <a:pt x="77" y="59"/>
                    <a:pt x="79" y="58"/>
                  </a:cubicBezTo>
                  <a:cubicBezTo>
                    <a:pt x="80" y="58"/>
                    <a:pt x="81" y="58"/>
                    <a:pt x="82" y="57"/>
                  </a:cubicBezTo>
                  <a:cubicBezTo>
                    <a:pt x="82" y="57"/>
                    <a:pt x="83" y="57"/>
                    <a:pt x="84" y="56"/>
                  </a:cubicBezTo>
                  <a:cubicBezTo>
                    <a:pt x="85" y="55"/>
                    <a:pt x="87" y="53"/>
                    <a:pt x="89" y="52"/>
                  </a:cubicBezTo>
                  <a:cubicBezTo>
                    <a:pt x="91" y="52"/>
                    <a:pt x="92" y="51"/>
                    <a:pt x="94" y="51"/>
                  </a:cubicBezTo>
                  <a:cubicBezTo>
                    <a:pt x="95" y="50"/>
                    <a:pt x="97" y="50"/>
                    <a:pt x="98" y="50"/>
                  </a:cubicBezTo>
                  <a:cubicBezTo>
                    <a:pt x="99" y="50"/>
                    <a:pt x="101" y="51"/>
                    <a:pt x="103" y="52"/>
                  </a:cubicBezTo>
                  <a:cubicBezTo>
                    <a:pt x="104" y="52"/>
                    <a:pt x="105" y="53"/>
                    <a:pt x="106" y="53"/>
                  </a:cubicBezTo>
                  <a:cubicBezTo>
                    <a:pt x="107" y="53"/>
                    <a:pt x="109" y="53"/>
                    <a:pt x="111" y="52"/>
                  </a:cubicBezTo>
                  <a:cubicBezTo>
                    <a:pt x="112" y="52"/>
                    <a:pt x="113" y="52"/>
                    <a:pt x="114" y="52"/>
                  </a:cubicBezTo>
                  <a:cubicBezTo>
                    <a:pt x="114" y="50"/>
                    <a:pt x="113" y="49"/>
                    <a:pt x="111" y="47"/>
                  </a:cubicBezTo>
                  <a:cubicBezTo>
                    <a:pt x="108" y="44"/>
                    <a:pt x="107" y="45"/>
                    <a:pt x="106" y="43"/>
                  </a:cubicBezTo>
                  <a:cubicBezTo>
                    <a:pt x="104" y="42"/>
                    <a:pt x="101" y="42"/>
                    <a:pt x="102" y="40"/>
                  </a:cubicBezTo>
                  <a:cubicBezTo>
                    <a:pt x="103" y="39"/>
                    <a:pt x="104" y="39"/>
                    <a:pt x="107" y="38"/>
                  </a:cubicBezTo>
                  <a:cubicBezTo>
                    <a:pt x="110" y="36"/>
                    <a:pt x="112" y="36"/>
                    <a:pt x="112" y="34"/>
                  </a:cubicBezTo>
                  <a:cubicBezTo>
                    <a:pt x="113" y="32"/>
                    <a:pt x="112" y="31"/>
                    <a:pt x="112" y="28"/>
                  </a:cubicBezTo>
                  <a:cubicBezTo>
                    <a:pt x="112" y="26"/>
                    <a:pt x="111" y="24"/>
                    <a:pt x="113" y="23"/>
                  </a:cubicBezTo>
                  <a:cubicBezTo>
                    <a:pt x="115" y="21"/>
                    <a:pt x="115" y="21"/>
                    <a:pt x="117" y="20"/>
                  </a:cubicBezTo>
                  <a:cubicBezTo>
                    <a:pt x="120" y="18"/>
                    <a:pt x="121" y="20"/>
                    <a:pt x="123" y="18"/>
                  </a:cubicBezTo>
                  <a:cubicBezTo>
                    <a:pt x="124" y="16"/>
                    <a:pt x="125" y="16"/>
                    <a:pt x="125" y="13"/>
                  </a:cubicBezTo>
                  <a:cubicBezTo>
                    <a:pt x="125" y="12"/>
                    <a:pt x="125" y="11"/>
                    <a:pt x="125" y="10"/>
                  </a:cubicBezTo>
                  <a:cubicBezTo>
                    <a:pt x="124" y="10"/>
                    <a:pt x="123" y="9"/>
                    <a:pt x="122" y="9"/>
                  </a:cubicBezTo>
                  <a:cubicBezTo>
                    <a:pt x="119" y="8"/>
                    <a:pt x="115" y="7"/>
                    <a:pt x="113" y="6"/>
                  </a:cubicBezTo>
                  <a:cubicBezTo>
                    <a:pt x="110" y="5"/>
                    <a:pt x="109" y="4"/>
                    <a:pt x="107" y="4"/>
                  </a:cubicBezTo>
                  <a:cubicBezTo>
                    <a:pt x="104" y="3"/>
                    <a:pt x="102" y="2"/>
                    <a:pt x="99" y="2"/>
                  </a:cubicBezTo>
                  <a:cubicBezTo>
                    <a:pt x="97" y="2"/>
                    <a:pt x="94" y="2"/>
                    <a:pt x="92" y="3"/>
                  </a:cubicBezTo>
                  <a:cubicBezTo>
                    <a:pt x="91" y="3"/>
                    <a:pt x="89" y="4"/>
                    <a:pt x="87" y="4"/>
                  </a:cubicBezTo>
                  <a:cubicBezTo>
                    <a:pt x="85" y="4"/>
                    <a:pt x="83" y="4"/>
                    <a:pt x="81" y="4"/>
                  </a:cubicBezTo>
                  <a:cubicBezTo>
                    <a:pt x="80" y="5"/>
                    <a:pt x="78" y="6"/>
                    <a:pt x="76" y="7"/>
                  </a:cubicBezTo>
                  <a:cubicBezTo>
                    <a:pt x="73" y="9"/>
                    <a:pt x="71" y="10"/>
                    <a:pt x="69" y="11"/>
                  </a:cubicBezTo>
                  <a:cubicBezTo>
                    <a:pt x="67" y="12"/>
                    <a:pt x="65" y="12"/>
                    <a:pt x="62" y="13"/>
                  </a:cubicBezTo>
                  <a:cubicBezTo>
                    <a:pt x="60" y="13"/>
                    <a:pt x="57" y="12"/>
                    <a:pt x="54" y="11"/>
                  </a:cubicBezTo>
                  <a:cubicBezTo>
                    <a:pt x="51" y="11"/>
                    <a:pt x="47" y="10"/>
                    <a:pt x="45" y="10"/>
                  </a:cubicBezTo>
                  <a:cubicBezTo>
                    <a:pt x="44" y="10"/>
                    <a:pt x="42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38" y="12"/>
                    <a:pt x="36" y="13"/>
                    <a:pt x="33" y="13"/>
                  </a:cubicBezTo>
                  <a:cubicBezTo>
                    <a:pt x="32" y="12"/>
                    <a:pt x="30" y="11"/>
                    <a:pt x="28" y="11"/>
                  </a:cubicBezTo>
                  <a:cubicBezTo>
                    <a:pt x="26" y="9"/>
                    <a:pt x="23" y="8"/>
                    <a:pt x="21" y="8"/>
                  </a:cubicBezTo>
                  <a:cubicBezTo>
                    <a:pt x="19" y="8"/>
                    <a:pt x="17" y="8"/>
                    <a:pt x="16" y="9"/>
                  </a:cubicBezTo>
                  <a:cubicBezTo>
                    <a:pt x="13" y="9"/>
                    <a:pt x="11" y="9"/>
                    <a:pt x="10" y="8"/>
                  </a:cubicBezTo>
                  <a:cubicBezTo>
                    <a:pt x="8" y="7"/>
                    <a:pt x="9" y="5"/>
                    <a:pt x="9" y="3"/>
                  </a:cubicBezTo>
                  <a:cubicBezTo>
                    <a:pt x="9" y="2"/>
                    <a:pt x="9" y="1"/>
                    <a:pt x="9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0" name="Freeform 445">
              <a:extLst>
                <a:ext uri="{FF2B5EF4-FFF2-40B4-BE49-F238E27FC236}">
                  <a16:creationId xmlns:a16="http://schemas.microsoft.com/office/drawing/2014/main" id="{42F72A83-147A-6B38-8872-BAB71F621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067" y="2034636"/>
              <a:ext cx="35260" cy="74751"/>
            </a:xfrm>
            <a:custGeom>
              <a:avLst/>
              <a:gdLst>
                <a:gd name="T0" fmla="*/ 2 w 33"/>
                <a:gd name="T1" fmla="*/ 55 h 69"/>
                <a:gd name="T2" fmla="*/ 8 w 33"/>
                <a:gd name="T3" fmla="*/ 58 h 69"/>
                <a:gd name="T4" fmla="*/ 11 w 33"/>
                <a:gd name="T5" fmla="*/ 60 h 69"/>
                <a:gd name="T6" fmla="*/ 12 w 33"/>
                <a:gd name="T7" fmla="*/ 65 h 69"/>
                <a:gd name="T8" fmla="*/ 14 w 33"/>
                <a:gd name="T9" fmla="*/ 69 h 69"/>
                <a:gd name="T10" fmla="*/ 18 w 33"/>
                <a:gd name="T11" fmla="*/ 67 h 69"/>
                <a:gd name="T12" fmla="*/ 19 w 33"/>
                <a:gd name="T13" fmla="*/ 66 h 69"/>
                <a:gd name="T14" fmla="*/ 19 w 33"/>
                <a:gd name="T15" fmla="*/ 65 h 69"/>
                <a:gd name="T16" fmla="*/ 19 w 33"/>
                <a:gd name="T17" fmla="*/ 63 h 69"/>
                <a:gd name="T18" fmla="*/ 20 w 33"/>
                <a:gd name="T19" fmla="*/ 59 h 69"/>
                <a:gd name="T20" fmla="*/ 23 w 33"/>
                <a:gd name="T21" fmla="*/ 59 h 69"/>
                <a:gd name="T22" fmla="*/ 26 w 33"/>
                <a:gd name="T23" fmla="*/ 58 h 69"/>
                <a:gd name="T24" fmla="*/ 27 w 33"/>
                <a:gd name="T25" fmla="*/ 54 h 69"/>
                <a:gd name="T26" fmla="*/ 30 w 33"/>
                <a:gd name="T27" fmla="*/ 50 h 69"/>
                <a:gd name="T28" fmla="*/ 30 w 33"/>
                <a:gd name="T29" fmla="*/ 50 h 69"/>
                <a:gd name="T30" fmla="*/ 30 w 33"/>
                <a:gd name="T31" fmla="*/ 50 h 69"/>
                <a:gd name="T32" fmla="*/ 33 w 33"/>
                <a:gd name="T33" fmla="*/ 47 h 69"/>
                <a:gd name="T34" fmla="*/ 33 w 33"/>
                <a:gd name="T35" fmla="*/ 45 h 69"/>
                <a:gd name="T36" fmla="*/ 33 w 33"/>
                <a:gd name="T37" fmla="*/ 42 h 69"/>
                <a:gd name="T38" fmla="*/ 32 w 33"/>
                <a:gd name="T39" fmla="*/ 42 h 69"/>
                <a:gd name="T40" fmla="*/ 27 w 33"/>
                <a:gd name="T41" fmla="*/ 37 h 69"/>
                <a:gd name="T42" fmla="*/ 25 w 33"/>
                <a:gd name="T43" fmla="*/ 31 h 69"/>
                <a:gd name="T44" fmla="*/ 25 w 33"/>
                <a:gd name="T45" fmla="*/ 25 h 69"/>
                <a:gd name="T46" fmla="*/ 25 w 33"/>
                <a:gd name="T47" fmla="*/ 21 h 69"/>
                <a:gd name="T48" fmla="*/ 25 w 33"/>
                <a:gd name="T49" fmla="*/ 15 h 69"/>
                <a:gd name="T50" fmla="*/ 24 w 33"/>
                <a:gd name="T51" fmla="*/ 11 h 69"/>
                <a:gd name="T52" fmla="*/ 23 w 33"/>
                <a:gd name="T53" fmla="*/ 8 h 69"/>
                <a:gd name="T54" fmla="*/ 20 w 33"/>
                <a:gd name="T55" fmla="*/ 5 h 69"/>
                <a:gd name="T56" fmla="*/ 16 w 33"/>
                <a:gd name="T57" fmla="*/ 2 h 69"/>
                <a:gd name="T58" fmla="*/ 13 w 33"/>
                <a:gd name="T59" fmla="*/ 2 h 69"/>
                <a:gd name="T60" fmla="*/ 10 w 33"/>
                <a:gd name="T61" fmla="*/ 1 h 69"/>
                <a:gd name="T62" fmla="*/ 8 w 33"/>
                <a:gd name="T63" fmla="*/ 0 h 69"/>
                <a:gd name="T64" fmla="*/ 7 w 33"/>
                <a:gd name="T65" fmla="*/ 1 h 69"/>
                <a:gd name="T66" fmla="*/ 4 w 33"/>
                <a:gd name="T67" fmla="*/ 3 h 69"/>
                <a:gd name="T68" fmla="*/ 3 w 33"/>
                <a:gd name="T69" fmla="*/ 5 h 69"/>
                <a:gd name="T70" fmla="*/ 3 w 33"/>
                <a:gd name="T71" fmla="*/ 8 h 69"/>
                <a:gd name="T72" fmla="*/ 1 w 33"/>
                <a:gd name="T73" fmla="*/ 14 h 69"/>
                <a:gd name="T74" fmla="*/ 1 w 33"/>
                <a:gd name="T75" fmla="*/ 14 h 69"/>
                <a:gd name="T76" fmla="*/ 4 w 33"/>
                <a:gd name="T77" fmla="*/ 19 h 69"/>
                <a:gd name="T78" fmla="*/ 3 w 33"/>
                <a:gd name="T79" fmla="*/ 24 h 69"/>
                <a:gd name="T80" fmla="*/ 2 w 33"/>
                <a:gd name="T81" fmla="*/ 27 h 69"/>
                <a:gd name="T82" fmla="*/ 3 w 33"/>
                <a:gd name="T83" fmla="*/ 31 h 69"/>
                <a:gd name="T84" fmla="*/ 3 w 33"/>
                <a:gd name="T85" fmla="*/ 35 h 69"/>
                <a:gd name="T86" fmla="*/ 2 w 33"/>
                <a:gd name="T87" fmla="*/ 40 h 69"/>
                <a:gd name="T88" fmla="*/ 1 w 33"/>
                <a:gd name="T89" fmla="*/ 43 h 69"/>
                <a:gd name="T90" fmla="*/ 1 w 33"/>
                <a:gd name="T91" fmla="*/ 48 h 69"/>
                <a:gd name="T92" fmla="*/ 1 w 33"/>
                <a:gd name="T93" fmla="*/ 51 h 69"/>
                <a:gd name="T94" fmla="*/ 2 w 33"/>
                <a:gd name="T95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" h="69">
                  <a:moveTo>
                    <a:pt x="2" y="55"/>
                  </a:moveTo>
                  <a:cubicBezTo>
                    <a:pt x="4" y="56"/>
                    <a:pt x="7" y="57"/>
                    <a:pt x="8" y="58"/>
                  </a:cubicBezTo>
                  <a:cubicBezTo>
                    <a:pt x="9" y="58"/>
                    <a:pt x="10" y="59"/>
                    <a:pt x="11" y="60"/>
                  </a:cubicBezTo>
                  <a:cubicBezTo>
                    <a:pt x="12" y="62"/>
                    <a:pt x="12" y="63"/>
                    <a:pt x="12" y="65"/>
                  </a:cubicBezTo>
                  <a:cubicBezTo>
                    <a:pt x="12" y="66"/>
                    <a:pt x="13" y="68"/>
                    <a:pt x="14" y="69"/>
                  </a:cubicBezTo>
                  <a:cubicBezTo>
                    <a:pt x="16" y="69"/>
                    <a:pt x="17" y="68"/>
                    <a:pt x="18" y="67"/>
                  </a:cubicBezTo>
                  <a:cubicBezTo>
                    <a:pt x="18" y="67"/>
                    <a:pt x="19" y="67"/>
                    <a:pt x="19" y="66"/>
                  </a:cubicBezTo>
                  <a:cubicBezTo>
                    <a:pt x="19" y="66"/>
                    <a:pt x="19" y="66"/>
                    <a:pt x="19" y="65"/>
                  </a:cubicBezTo>
                  <a:cubicBezTo>
                    <a:pt x="19" y="65"/>
                    <a:pt x="19" y="64"/>
                    <a:pt x="19" y="63"/>
                  </a:cubicBezTo>
                  <a:cubicBezTo>
                    <a:pt x="19" y="61"/>
                    <a:pt x="19" y="60"/>
                    <a:pt x="20" y="59"/>
                  </a:cubicBezTo>
                  <a:cubicBezTo>
                    <a:pt x="21" y="59"/>
                    <a:pt x="22" y="59"/>
                    <a:pt x="23" y="59"/>
                  </a:cubicBezTo>
                  <a:cubicBezTo>
                    <a:pt x="24" y="59"/>
                    <a:pt x="26" y="58"/>
                    <a:pt x="26" y="58"/>
                  </a:cubicBezTo>
                  <a:cubicBezTo>
                    <a:pt x="26" y="57"/>
                    <a:pt x="26" y="55"/>
                    <a:pt x="27" y="54"/>
                  </a:cubicBezTo>
                  <a:cubicBezTo>
                    <a:pt x="27" y="53"/>
                    <a:pt x="28" y="51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2" y="48"/>
                    <a:pt x="33" y="48"/>
                    <a:pt x="33" y="47"/>
                  </a:cubicBezTo>
                  <a:cubicBezTo>
                    <a:pt x="33" y="46"/>
                    <a:pt x="33" y="46"/>
                    <a:pt x="33" y="45"/>
                  </a:cubicBezTo>
                  <a:cubicBezTo>
                    <a:pt x="33" y="44"/>
                    <a:pt x="33" y="43"/>
                    <a:pt x="33" y="42"/>
                  </a:cubicBezTo>
                  <a:cubicBezTo>
                    <a:pt x="33" y="42"/>
                    <a:pt x="33" y="42"/>
                    <a:pt x="32" y="42"/>
                  </a:cubicBezTo>
                  <a:cubicBezTo>
                    <a:pt x="31" y="40"/>
                    <a:pt x="28" y="39"/>
                    <a:pt x="27" y="37"/>
                  </a:cubicBezTo>
                  <a:cubicBezTo>
                    <a:pt x="27" y="35"/>
                    <a:pt x="26" y="33"/>
                    <a:pt x="25" y="31"/>
                  </a:cubicBezTo>
                  <a:cubicBezTo>
                    <a:pt x="25" y="29"/>
                    <a:pt x="25" y="27"/>
                    <a:pt x="25" y="25"/>
                  </a:cubicBezTo>
                  <a:cubicBezTo>
                    <a:pt x="25" y="23"/>
                    <a:pt x="25" y="22"/>
                    <a:pt x="25" y="21"/>
                  </a:cubicBezTo>
                  <a:cubicBezTo>
                    <a:pt x="25" y="19"/>
                    <a:pt x="25" y="18"/>
                    <a:pt x="25" y="15"/>
                  </a:cubicBezTo>
                  <a:cubicBezTo>
                    <a:pt x="25" y="13"/>
                    <a:pt x="25" y="12"/>
                    <a:pt x="24" y="11"/>
                  </a:cubicBezTo>
                  <a:cubicBezTo>
                    <a:pt x="24" y="10"/>
                    <a:pt x="24" y="9"/>
                    <a:pt x="23" y="8"/>
                  </a:cubicBezTo>
                  <a:cubicBezTo>
                    <a:pt x="22" y="7"/>
                    <a:pt x="21" y="6"/>
                    <a:pt x="20" y="5"/>
                  </a:cubicBezTo>
                  <a:cubicBezTo>
                    <a:pt x="18" y="4"/>
                    <a:pt x="17" y="3"/>
                    <a:pt x="16" y="2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2" y="2"/>
                    <a:pt x="11" y="1"/>
                    <a:pt x="10" y="1"/>
                  </a:cubicBezTo>
                  <a:cubicBezTo>
                    <a:pt x="10" y="1"/>
                    <a:pt x="9" y="0"/>
                    <a:pt x="8" y="0"/>
                  </a:cubicBezTo>
                  <a:cubicBezTo>
                    <a:pt x="8" y="0"/>
                    <a:pt x="7" y="0"/>
                    <a:pt x="7" y="1"/>
                  </a:cubicBezTo>
                  <a:cubicBezTo>
                    <a:pt x="6" y="2"/>
                    <a:pt x="5" y="2"/>
                    <a:pt x="4" y="3"/>
                  </a:cubicBezTo>
                  <a:cubicBezTo>
                    <a:pt x="4" y="4"/>
                    <a:pt x="3" y="4"/>
                    <a:pt x="3" y="5"/>
                  </a:cubicBezTo>
                  <a:cubicBezTo>
                    <a:pt x="3" y="6"/>
                    <a:pt x="3" y="7"/>
                    <a:pt x="3" y="8"/>
                  </a:cubicBezTo>
                  <a:cubicBezTo>
                    <a:pt x="3" y="11"/>
                    <a:pt x="2" y="13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6"/>
                    <a:pt x="4" y="18"/>
                    <a:pt x="4" y="19"/>
                  </a:cubicBezTo>
                  <a:cubicBezTo>
                    <a:pt x="5" y="21"/>
                    <a:pt x="4" y="23"/>
                    <a:pt x="3" y="24"/>
                  </a:cubicBezTo>
                  <a:cubicBezTo>
                    <a:pt x="2" y="25"/>
                    <a:pt x="1" y="26"/>
                    <a:pt x="2" y="27"/>
                  </a:cubicBezTo>
                  <a:cubicBezTo>
                    <a:pt x="2" y="29"/>
                    <a:pt x="3" y="29"/>
                    <a:pt x="3" y="31"/>
                  </a:cubicBezTo>
                  <a:cubicBezTo>
                    <a:pt x="3" y="33"/>
                    <a:pt x="4" y="34"/>
                    <a:pt x="3" y="35"/>
                  </a:cubicBezTo>
                  <a:cubicBezTo>
                    <a:pt x="2" y="37"/>
                    <a:pt x="3" y="38"/>
                    <a:pt x="2" y="40"/>
                  </a:cubicBezTo>
                  <a:cubicBezTo>
                    <a:pt x="2" y="41"/>
                    <a:pt x="1" y="41"/>
                    <a:pt x="1" y="43"/>
                  </a:cubicBezTo>
                  <a:cubicBezTo>
                    <a:pt x="0" y="45"/>
                    <a:pt x="1" y="47"/>
                    <a:pt x="1" y="48"/>
                  </a:cubicBezTo>
                  <a:cubicBezTo>
                    <a:pt x="1" y="49"/>
                    <a:pt x="1" y="51"/>
                    <a:pt x="1" y="51"/>
                  </a:cubicBezTo>
                  <a:cubicBezTo>
                    <a:pt x="1" y="51"/>
                    <a:pt x="0" y="54"/>
                    <a:pt x="2" y="5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1" name="Freeform 446">
              <a:extLst>
                <a:ext uri="{FF2B5EF4-FFF2-40B4-BE49-F238E27FC236}">
                  <a16:creationId xmlns:a16="http://schemas.microsoft.com/office/drawing/2014/main" id="{9227FAF2-C7A6-7BD3-E5D8-9524E905F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0" y="3418225"/>
              <a:ext cx="303233" cy="275025"/>
            </a:xfrm>
            <a:custGeom>
              <a:avLst/>
              <a:gdLst>
                <a:gd name="T0" fmla="*/ 111 w 276"/>
                <a:gd name="T1" fmla="*/ 239 h 256"/>
                <a:gd name="T2" fmla="*/ 116 w 276"/>
                <a:gd name="T3" fmla="*/ 243 h 256"/>
                <a:gd name="T4" fmla="*/ 117 w 276"/>
                <a:gd name="T5" fmla="*/ 243 h 256"/>
                <a:gd name="T6" fmla="*/ 117 w 276"/>
                <a:gd name="T7" fmla="*/ 250 h 256"/>
                <a:gd name="T8" fmla="*/ 121 w 276"/>
                <a:gd name="T9" fmla="*/ 253 h 256"/>
                <a:gd name="T10" fmla="*/ 139 w 276"/>
                <a:gd name="T11" fmla="*/ 256 h 256"/>
                <a:gd name="T12" fmla="*/ 154 w 276"/>
                <a:gd name="T13" fmla="*/ 253 h 256"/>
                <a:gd name="T14" fmla="*/ 158 w 276"/>
                <a:gd name="T15" fmla="*/ 249 h 256"/>
                <a:gd name="T16" fmla="*/ 168 w 276"/>
                <a:gd name="T17" fmla="*/ 246 h 256"/>
                <a:gd name="T18" fmla="*/ 168 w 276"/>
                <a:gd name="T19" fmla="*/ 202 h 256"/>
                <a:gd name="T20" fmla="*/ 168 w 276"/>
                <a:gd name="T21" fmla="*/ 129 h 256"/>
                <a:gd name="T22" fmla="*/ 170 w 276"/>
                <a:gd name="T23" fmla="*/ 105 h 256"/>
                <a:gd name="T24" fmla="*/ 180 w 276"/>
                <a:gd name="T25" fmla="*/ 104 h 256"/>
                <a:gd name="T26" fmla="*/ 186 w 276"/>
                <a:gd name="T27" fmla="*/ 104 h 256"/>
                <a:gd name="T28" fmla="*/ 188 w 276"/>
                <a:gd name="T29" fmla="*/ 103 h 256"/>
                <a:gd name="T30" fmla="*/ 189 w 276"/>
                <a:gd name="T31" fmla="*/ 102 h 256"/>
                <a:gd name="T32" fmla="*/ 189 w 276"/>
                <a:gd name="T33" fmla="*/ 59 h 256"/>
                <a:gd name="T34" fmla="*/ 189 w 276"/>
                <a:gd name="T35" fmla="*/ 30 h 256"/>
                <a:gd name="T36" fmla="*/ 195 w 276"/>
                <a:gd name="T37" fmla="*/ 25 h 256"/>
                <a:gd name="T38" fmla="*/ 219 w 276"/>
                <a:gd name="T39" fmla="*/ 22 h 256"/>
                <a:gd name="T40" fmla="*/ 235 w 276"/>
                <a:gd name="T41" fmla="*/ 20 h 256"/>
                <a:gd name="T42" fmla="*/ 240 w 276"/>
                <a:gd name="T43" fmla="*/ 23 h 256"/>
                <a:gd name="T44" fmla="*/ 241 w 276"/>
                <a:gd name="T45" fmla="*/ 25 h 256"/>
                <a:gd name="T46" fmla="*/ 249 w 276"/>
                <a:gd name="T47" fmla="*/ 25 h 256"/>
                <a:gd name="T48" fmla="*/ 256 w 276"/>
                <a:gd name="T49" fmla="*/ 19 h 256"/>
                <a:gd name="T50" fmla="*/ 263 w 276"/>
                <a:gd name="T51" fmla="*/ 17 h 256"/>
                <a:gd name="T52" fmla="*/ 274 w 276"/>
                <a:gd name="T53" fmla="*/ 16 h 256"/>
                <a:gd name="T54" fmla="*/ 276 w 276"/>
                <a:gd name="T55" fmla="*/ 14 h 256"/>
                <a:gd name="T56" fmla="*/ 266 w 276"/>
                <a:gd name="T57" fmla="*/ 11 h 256"/>
                <a:gd name="T58" fmla="*/ 256 w 276"/>
                <a:gd name="T59" fmla="*/ 11 h 256"/>
                <a:gd name="T60" fmla="*/ 245 w 276"/>
                <a:gd name="T61" fmla="*/ 13 h 256"/>
                <a:gd name="T62" fmla="*/ 241 w 276"/>
                <a:gd name="T63" fmla="*/ 12 h 256"/>
                <a:gd name="T64" fmla="*/ 212 w 276"/>
                <a:gd name="T65" fmla="*/ 18 h 256"/>
                <a:gd name="T66" fmla="*/ 187 w 276"/>
                <a:gd name="T67" fmla="*/ 19 h 256"/>
                <a:gd name="T68" fmla="*/ 147 w 276"/>
                <a:gd name="T69" fmla="*/ 17 h 256"/>
                <a:gd name="T70" fmla="*/ 135 w 276"/>
                <a:gd name="T71" fmla="*/ 8 h 256"/>
                <a:gd name="T72" fmla="*/ 46 w 276"/>
                <a:gd name="T73" fmla="*/ 10 h 256"/>
                <a:gd name="T74" fmla="*/ 37 w 276"/>
                <a:gd name="T75" fmla="*/ 3 h 256"/>
                <a:gd name="T76" fmla="*/ 27 w 276"/>
                <a:gd name="T77" fmla="*/ 1 h 256"/>
                <a:gd name="T78" fmla="*/ 16 w 276"/>
                <a:gd name="T79" fmla="*/ 7 h 256"/>
                <a:gd name="T80" fmla="*/ 0 w 276"/>
                <a:gd name="T81" fmla="*/ 13 h 256"/>
                <a:gd name="T82" fmla="*/ 4 w 276"/>
                <a:gd name="T83" fmla="*/ 27 h 256"/>
                <a:gd name="T84" fmla="*/ 14 w 276"/>
                <a:gd name="T85" fmla="*/ 42 h 256"/>
                <a:gd name="T86" fmla="*/ 27 w 276"/>
                <a:gd name="T87" fmla="*/ 64 h 256"/>
                <a:gd name="T88" fmla="*/ 38 w 276"/>
                <a:gd name="T89" fmla="*/ 89 h 256"/>
                <a:gd name="T90" fmla="*/ 52 w 276"/>
                <a:gd name="T91" fmla="*/ 112 h 256"/>
                <a:gd name="T92" fmla="*/ 57 w 276"/>
                <a:gd name="T93" fmla="*/ 130 h 256"/>
                <a:gd name="T94" fmla="*/ 55 w 276"/>
                <a:gd name="T95" fmla="*/ 150 h 256"/>
                <a:gd name="T96" fmla="*/ 61 w 276"/>
                <a:gd name="T97" fmla="*/ 166 h 256"/>
                <a:gd name="T98" fmla="*/ 63 w 276"/>
                <a:gd name="T99" fmla="*/ 183 h 256"/>
                <a:gd name="T100" fmla="*/ 66 w 276"/>
                <a:gd name="T101" fmla="*/ 199 h 256"/>
                <a:gd name="T102" fmla="*/ 72 w 276"/>
                <a:gd name="T103" fmla="*/ 220 h 256"/>
                <a:gd name="T104" fmla="*/ 82 w 276"/>
                <a:gd name="T105" fmla="*/ 238 h 256"/>
                <a:gd name="T106" fmla="*/ 96 w 276"/>
                <a:gd name="T107" fmla="*/ 249 h 256"/>
                <a:gd name="T108" fmla="*/ 107 w 276"/>
                <a:gd name="T109" fmla="*/ 23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6" h="256">
                  <a:moveTo>
                    <a:pt x="107" y="239"/>
                  </a:moveTo>
                  <a:cubicBezTo>
                    <a:pt x="108" y="238"/>
                    <a:pt x="110" y="238"/>
                    <a:pt x="111" y="239"/>
                  </a:cubicBezTo>
                  <a:cubicBezTo>
                    <a:pt x="113" y="239"/>
                    <a:pt x="115" y="241"/>
                    <a:pt x="116" y="243"/>
                  </a:cubicBezTo>
                  <a:cubicBezTo>
                    <a:pt x="116" y="243"/>
                    <a:pt x="116" y="243"/>
                    <a:pt x="116" y="243"/>
                  </a:cubicBezTo>
                  <a:cubicBezTo>
                    <a:pt x="117" y="243"/>
                    <a:pt x="117" y="243"/>
                    <a:pt x="117" y="243"/>
                  </a:cubicBezTo>
                  <a:cubicBezTo>
                    <a:pt x="117" y="243"/>
                    <a:pt x="117" y="243"/>
                    <a:pt x="117" y="243"/>
                  </a:cubicBezTo>
                  <a:cubicBezTo>
                    <a:pt x="118" y="244"/>
                    <a:pt x="117" y="246"/>
                    <a:pt x="117" y="247"/>
                  </a:cubicBezTo>
                  <a:cubicBezTo>
                    <a:pt x="117" y="248"/>
                    <a:pt x="116" y="250"/>
                    <a:pt x="117" y="250"/>
                  </a:cubicBezTo>
                  <a:cubicBezTo>
                    <a:pt x="117" y="251"/>
                    <a:pt x="119" y="252"/>
                    <a:pt x="121" y="253"/>
                  </a:cubicBezTo>
                  <a:cubicBezTo>
                    <a:pt x="121" y="253"/>
                    <a:pt x="121" y="253"/>
                    <a:pt x="121" y="253"/>
                  </a:cubicBezTo>
                  <a:cubicBezTo>
                    <a:pt x="124" y="254"/>
                    <a:pt x="128" y="256"/>
                    <a:pt x="130" y="256"/>
                  </a:cubicBezTo>
                  <a:cubicBezTo>
                    <a:pt x="132" y="256"/>
                    <a:pt x="135" y="256"/>
                    <a:pt x="139" y="256"/>
                  </a:cubicBezTo>
                  <a:cubicBezTo>
                    <a:pt x="143" y="256"/>
                    <a:pt x="148" y="256"/>
                    <a:pt x="150" y="256"/>
                  </a:cubicBezTo>
                  <a:cubicBezTo>
                    <a:pt x="153" y="256"/>
                    <a:pt x="153" y="255"/>
                    <a:pt x="154" y="253"/>
                  </a:cubicBezTo>
                  <a:cubicBezTo>
                    <a:pt x="154" y="253"/>
                    <a:pt x="155" y="252"/>
                    <a:pt x="155" y="252"/>
                  </a:cubicBezTo>
                  <a:cubicBezTo>
                    <a:pt x="156" y="251"/>
                    <a:pt x="157" y="250"/>
                    <a:pt x="158" y="249"/>
                  </a:cubicBezTo>
                  <a:cubicBezTo>
                    <a:pt x="160" y="248"/>
                    <a:pt x="163" y="248"/>
                    <a:pt x="164" y="247"/>
                  </a:cubicBezTo>
                  <a:cubicBezTo>
                    <a:pt x="166" y="247"/>
                    <a:pt x="167" y="247"/>
                    <a:pt x="168" y="246"/>
                  </a:cubicBezTo>
                  <a:cubicBezTo>
                    <a:pt x="168" y="246"/>
                    <a:pt x="168" y="245"/>
                    <a:pt x="168" y="245"/>
                  </a:cubicBezTo>
                  <a:cubicBezTo>
                    <a:pt x="168" y="243"/>
                    <a:pt x="168" y="219"/>
                    <a:pt x="168" y="202"/>
                  </a:cubicBezTo>
                  <a:cubicBezTo>
                    <a:pt x="168" y="196"/>
                    <a:pt x="168" y="191"/>
                    <a:pt x="168" y="187"/>
                  </a:cubicBezTo>
                  <a:cubicBezTo>
                    <a:pt x="168" y="183"/>
                    <a:pt x="168" y="151"/>
                    <a:pt x="168" y="129"/>
                  </a:cubicBezTo>
                  <a:cubicBezTo>
                    <a:pt x="169" y="119"/>
                    <a:pt x="169" y="111"/>
                    <a:pt x="169" y="109"/>
                  </a:cubicBezTo>
                  <a:cubicBezTo>
                    <a:pt x="169" y="108"/>
                    <a:pt x="169" y="106"/>
                    <a:pt x="170" y="105"/>
                  </a:cubicBezTo>
                  <a:cubicBezTo>
                    <a:pt x="171" y="105"/>
                    <a:pt x="172" y="104"/>
                    <a:pt x="173" y="104"/>
                  </a:cubicBezTo>
                  <a:cubicBezTo>
                    <a:pt x="175" y="104"/>
                    <a:pt x="178" y="104"/>
                    <a:pt x="180" y="104"/>
                  </a:cubicBezTo>
                  <a:cubicBezTo>
                    <a:pt x="183" y="104"/>
                    <a:pt x="185" y="104"/>
                    <a:pt x="186" y="104"/>
                  </a:cubicBezTo>
                  <a:cubicBezTo>
                    <a:pt x="186" y="104"/>
                    <a:pt x="186" y="104"/>
                    <a:pt x="186" y="104"/>
                  </a:cubicBezTo>
                  <a:cubicBezTo>
                    <a:pt x="186" y="104"/>
                    <a:pt x="186" y="104"/>
                    <a:pt x="186" y="104"/>
                  </a:cubicBezTo>
                  <a:cubicBezTo>
                    <a:pt x="187" y="104"/>
                    <a:pt x="188" y="104"/>
                    <a:pt x="188" y="103"/>
                  </a:cubicBezTo>
                  <a:cubicBezTo>
                    <a:pt x="189" y="103"/>
                    <a:pt x="189" y="102"/>
                    <a:pt x="189" y="102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9" y="100"/>
                    <a:pt x="189" y="78"/>
                    <a:pt x="189" y="59"/>
                  </a:cubicBezTo>
                  <a:cubicBezTo>
                    <a:pt x="189" y="44"/>
                    <a:pt x="189" y="31"/>
                    <a:pt x="189" y="30"/>
                  </a:cubicBezTo>
                  <a:cubicBezTo>
                    <a:pt x="189" y="30"/>
                    <a:pt x="189" y="30"/>
                    <a:pt x="189" y="30"/>
                  </a:cubicBezTo>
                  <a:cubicBezTo>
                    <a:pt x="189" y="29"/>
                    <a:pt x="189" y="28"/>
                    <a:pt x="190" y="27"/>
                  </a:cubicBezTo>
                  <a:cubicBezTo>
                    <a:pt x="191" y="26"/>
                    <a:pt x="193" y="25"/>
                    <a:pt x="195" y="25"/>
                  </a:cubicBezTo>
                  <a:cubicBezTo>
                    <a:pt x="197" y="25"/>
                    <a:pt x="201" y="24"/>
                    <a:pt x="205" y="24"/>
                  </a:cubicBezTo>
                  <a:cubicBezTo>
                    <a:pt x="210" y="23"/>
                    <a:pt x="216" y="22"/>
                    <a:pt x="219" y="22"/>
                  </a:cubicBezTo>
                  <a:cubicBezTo>
                    <a:pt x="221" y="22"/>
                    <a:pt x="224" y="21"/>
                    <a:pt x="226" y="21"/>
                  </a:cubicBezTo>
                  <a:cubicBezTo>
                    <a:pt x="230" y="21"/>
                    <a:pt x="233" y="20"/>
                    <a:pt x="235" y="20"/>
                  </a:cubicBezTo>
                  <a:cubicBezTo>
                    <a:pt x="238" y="20"/>
                    <a:pt x="238" y="21"/>
                    <a:pt x="240" y="23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40" y="24"/>
                    <a:pt x="240" y="24"/>
                    <a:pt x="241" y="25"/>
                  </a:cubicBezTo>
                  <a:cubicBezTo>
                    <a:pt x="241" y="26"/>
                    <a:pt x="242" y="27"/>
                    <a:pt x="243" y="28"/>
                  </a:cubicBezTo>
                  <a:cubicBezTo>
                    <a:pt x="244" y="28"/>
                    <a:pt x="247" y="26"/>
                    <a:pt x="249" y="25"/>
                  </a:cubicBezTo>
                  <a:cubicBezTo>
                    <a:pt x="249" y="24"/>
                    <a:pt x="249" y="24"/>
                    <a:pt x="250" y="24"/>
                  </a:cubicBezTo>
                  <a:cubicBezTo>
                    <a:pt x="252" y="22"/>
                    <a:pt x="254" y="20"/>
                    <a:pt x="256" y="19"/>
                  </a:cubicBezTo>
                  <a:cubicBezTo>
                    <a:pt x="257" y="19"/>
                    <a:pt x="258" y="18"/>
                    <a:pt x="258" y="18"/>
                  </a:cubicBezTo>
                  <a:cubicBezTo>
                    <a:pt x="259" y="18"/>
                    <a:pt x="260" y="17"/>
                    <a:pt x="263" y="17"/>
                  </a:cubicBezTo>
                  <a:cubicBezTo>
                    <a:pt x="265" y="16"/>
                    <a:pt x="268" y="16"/>
                    <a:pt x="269" y="16"/>
                  </a:cubicBezTo>
                  <a:cubicBezTo>
                    <a:pt x="270" y="16"/>
                    <a:pt x="272" y="16"/>
                    <a:pt x="274" y="16"/>
                  </a:cubicBezTo>
                  <a:cubicBezTo>
                    <a:pt x="275" y="16"/>
                    <a:pt x="276" y="16"/>
                    <a:pt x="276" y="16"/>
                  </a:cubicBezTo>
                  <a:cubicBezTo>
                    <a:pt x="276" y="15"/>
                    <a:pt x="276" y="15"/>
                    <a:pt x="276" y="14"/>
                  </a:cubicBezTo>
                  <a:cubicBezTo>
                    <a:pt x="275" y="14"/>
                    <a:pt x="274" y="13"/>
                    <a:pt x="273" y="13"/>
                  </a:cubicBezTo>
                  <a:cubicBezTo>
                    <a:pt x="270" y="12"/>
                    <a:pt x="268" y="11"/>
                    <a:pt x="266" y="11"/>
                  </a:cubicBezTo>
                  <a:cubicBezTo>
                    <a:pt x="265" y="11"/>
                    <a:pt x="263" y="11"/>
                    <a:pt x="261" y="11"/>
                  </a:cubicBezTo>
                  <a:cubicBezTo>
                    <a:pt x="259" y="11"/>
                    <a:pt x="257" y="11"/>
                    <a:pt x="256" y="11"/>
                  </a:cubicBezTo>
                  <a:cubicBezTo>
                    <a:pt x="254" y="11"/>
                    <a:pt x="251" y="12"/>
                    <a:pt x="249" y="12"/>
                  </a:cubicBezTo>
                  <a:cubicBezTo>
                    <a:pt x="247" y="12"/>
                    <a:pt x="246" y="12"/>
                    <a:pt x="245" y="13"/>
                  </a:cubicBezTo>
                  <a:cubicBezTo>
                    <a:pt x="244" y="13"/>
                    <a:pt x="242" y="13"/>
                    <a:pt x="241" y="12"/>
                  </a:cubicBezTo>
                  <a:cubicBezTo>
                    <a:pt x="241" y="12"/>
                    <a:pt x="241" y="12"/>
                    <a:pt x="241" y="12"/>
                  </a:cubicBezTo>
                  <a:cubicBezTo>
                    <a:pt x="240" y="12"/>
                    <a:pt x="240" y="12"/>
                    <a:pt x="239" y="11"/>
                  </a:cubicBezTo>
                  <a:cubicBezTo>
                    <a:pt x="236" y="12"/>
                    <a:pt x="215" y="18"/>
                    <a:pt x="212" y="18"/>
                  </a:cubicBezTo>
                  <a:cubicBezTo>
                    <a:pt x="209" y="19"/>
                    <a:pt x="199" y="19"/>
                    <a:pt x="192" y="19"/>
                  </a:cubicBezTo>
                  <a:cubicBezTo>
                    <a:pt x="191" y="19"/>
                    <a:pt x="189" y="19"/>
                    <a:pt x="187" y="19"/>
                  </a:cubicBezTo>
                  <a:cubicBezTo>
                    <a:pt x="183" y="19"/>
                    <a:pt x="171" y="19"/>
                    <a:pt x="160" y="18"/>
                  </a:cubicBezTo>
                  <a:cubicBezTo>
                    <a:pt x="154" y="18"/>
                    <a:pt x="149" y="17"/>
                    <a:pt x="147" y="17"/>
                  </a:cubicBezTo>
                  <a:cubicBezTo>
                    <a:pt x="144" y="16"/>
                    <a:pt x="141" y="13"/>
                    <a:pt x="139" y="12"/>
                  </a:cubicBezTo>
                  <a:cubicBezTo>
                    <a:pt x="138" y="10"/>
                    <a:pt x="136" y="8"/>
                    <a:pt x="135" y="8"/>
                  </a:cubicBezTo>
                  <a:cubicBezTo>
                    <a:pt x="133" y="8"/>
                    <a:pt x="117" y="9"/>
                    <a:pt x="99" y="9"/>
                  </a:cubicBezTo>
                  <a:cubicBezTo>
                    <a:pt x="75" y="9"/>
                    <a:pt x="49" y="10"/>
                    <a:pt x="46" y="10"/>
                  </a:cubicBezTo>
                  <a:cubicBezTo>
                    <a:pt x="44" y="9"/>
                    <a:pt x="43" y="9"/>
                    <a:pt x="41" y="7"/>
                  </a:cubicBezTo>
                  <a:cubicBezTo>
                    <a:pt x="40" y="6"/>
                    <a:pt x="39" y="5"/>
                    <a:pt x="37" y="3"/>
                  </a:cubicBezTo>
                  <a:cubicBezTo>
                    <a:pt x="35" y="1"/>
                    <a:pt x="34" y="0"/>
                    <a:pt x="33" y="0"/>
                  </a:cubicBezTo>
                  <a:cubicBezTo>
                    <a:pt x="32" y="0"/>
                    <a:pt x="30" y="0"/>
                    <a:pt x="27" y="1"/>
                  </a:cubicBezTo>
                  <a:cubicBezTo>
                    <a:pt x="25" y="1"/>
                    <a:pt x="23" y="3"/>
                    <a:pt x="21" y="4"/>
                  </a:cubicBezTo>
                  <a:cubicBezTo>
                    <a:pt x="19" y="5"/>
                    <a:pt x="17" y="6"/>
                    <a:pt x="16" y="7"/>
                  </a:cubicBezTo>
                  <a:cubicBezTo>
                    <a:pt x="13" y="8"/>
                    <a:pt x="6" y="7"/>
                    <a:pt x="0" y="7"/>
                  </a:cubicBezTo>
                  <a:cubicBezTo>
                    <a:pt x="0" y="9"/>
                    <a:pt x="0" y="12"/>
                    <a:pt x="0" y="13"/>
                  </a:cubicBezTo>
                  <a:cubicBezTo>
                    <a:pt x="1" y="14"/>
                    <a:pt x="0" y="15"/>
                    <a:pt x="1" y="19"/>
                  </a:cubicBezTo>
                  <a:cubicBezTo>
                    <a:pt x="1" y="23"/>
                    <a:pt x="2" y="24"/>
                    <a:pt x="4" y="27"/>
                  </a:cubicBezTo>
                  <a:cubicBezTo>
                    <a:pt x="5" y="30"/>
                    <a:pt x="8" y="31"/>
                    <a:pt x="10" y="34"/>
                  </a:cubicBezTo>
                  <a:cubicBezTo>
                    <a:pt x="12" y="37"/>
                    <a:pt x="12" y="39"/>
                    <a:pt x="14" y="42"/>
                  </a:cubicBezTo>
                  <a:cubicBezTo>
                    <a:pt x="16" y="45"/>
                    <a:pt x="18" y="50"/>
                    <a:pt x="21" y="53"/>
                  </a:cubicBezTo>
                  <a:cubicBezTo>
                    <a:pt x="23" y="57"/>
                    <a:pt x="25" y="60"/>
                    <a:pt x="27" y="64"/>
                  </a:cubicBezTo>
                  <a:cubicBezTo>
                    <a:pt x="29" y="69"/>
                    <a:pt x="31" y="74"/>
                    <a:pt x="32" y="76"/>
                  </a:cubicBezTo>
                  <a:cubicBezTo>
                    <a:pt x="33" y="78"/>
                    <a:pt x="34" y="83"/>
                    <a:pt x="38" y="89"/>
                  </a:cubicBezTo>
                  <a:cubicBezTo>
                    <a:pt x="42" y="95"/>
                    <a:pt x="43" y="98"/>
                    <a:pt x="46" y="102"/>
                  </a:cubicBezTo>
                  <a:cubicBezTo>
                    <a:pt x="48" y="106"/>
                    <a:pt x="51" y="110"/>
                    <a:pt x="52" y="112"/>
                  </a:cubicBezTo>
                  <a:cubicBezTo>
                    <a:pt x="53" y="114"/>
                    <a:pt x="56" y="117"/>
                    <a:pt x="56" y="120"/>
                  </a:cubicBezTo>
                  <a:cubicBezTo>
                    <a:pt x="57" y="122"/>
                    <a:pt x="57" y="128"/>
                    <a:pt x="57" y="130"/>
                  </a:cubicBezTo>
                  <a:cubicBezTo>
                    <a:pt x="57" y="133"/>
                    <a:pt x="56" y="134"/>
                    <a:pt x="56" y="138"/>
                  </a:cubicBezTo>
                  <a:cubicBezTo>
                    <a:pt x="55" y="141"/>
                    <a:pt x="55" y="148"/>
                    <a:pt x="55" y="150"/>
                  </a:cubicBezTo>
                  <a:cubicBezTo>
                    <a:pt x="56" y="152"/>
                    <a:pt x="55" y="153"/>
                    <a:pt x="57" y="158"/>
                  </a:cubicBezTo>
                  <a:cubicBezTo>
                    <a:pt x="59" y="162"/>
                    <a:pt x="60" y="163"/>
                    <a:pt x="61" y="166"/>
                  </a:cubicBezTo>
                  <a:cubicBezTo>
                    <a:pt x="62" y="168"/>
                    <a:pt x="63" y="168"/>
                    <a:pt x="63" y="171"/>
                  </a:cubicBezTo>
                  <a:cubicBezTo>
                    <a:pt x="63" y="175"/>
                    <a:pt x="63" y="180"/>
                    <a:pt x="63" y="183"/>
                  </a:cubicBezTo>
                  <a:cubicBezTo>
                    <a:pt x="63" y="186"/>
                    <a:pt x="62" y="185"/>
                    <a:pt x="64" y="190"/>
                  </a:cubicBezTo>
                  <a:cubicBezTo>
                    <a:pt x="65" y="194"/>
                    <a:pt x="66" y="197"/>
                    <a:pt x="66" y="199"/>
                  </a:cubicBezTo>
                  <a:cubicBezTo>
                    <a:pt x="67" y="202"/>
                    <a:pt x="67" y="205"/>
                    <a:pt x="68" y="208"/>
                  </a:cubicBezTo>
                  <a:cubicBezTo>
                    <a:pt x="69" y="210"/>
                    <a:pt x="71" y="215"/>
                    <a:pt x="72" y="220"/>
                  </a:cubicBezTo>
                  <a:cubicBezTo>
                    <a:pt x="74" y="224"/>
                    <a:pt x="74" y="226"/>
                    <a:pt x="76" y="230"/>
                  </a:cubicBezTo>
                  <a:cubicBezTo>
                    <a:pt x="78" y="233"/>
                    <a:pt x="80" y="235"/>
                    <a:pt x="82" y="238"/>
                  </a:cubicBezTo>
                  <a:cubicBezTo>
                    <a:pt x="84" y="240"/>
                    <a:pt x="86" y="242"/>
                    <a:pt x="88" y="244"/>
                  </a:cubicBezTo>
                  <a:cubicBezTo>
                    <a:pt x="90" y="246"/>
                    <a:pt x="94" y="247"/>
                    <a:pt x="96" y="249"/>
                  </a:cubicBezTo>
                  <a:cubicBezTo>
                    <a:pt x="98" y="246"/>
                    <a:pt x="102" y="242"/>
                    <a:pt x="103" y="241"/>
                  </a:cubicBezTo>
                  <a:cubicBezTo>
                    <a:pt x="104" y="240"/>
                    <a:pt x="105" y="239"/>
                    <a:pt x="107" y="23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2" name="Freeform 447">
              <a:extLst>
                <a:ext uri="{FF2B5EF4-FFF2-40B4-BE49-F238E27FC236}">
                  <a16:creationId xmlns:a16="http://schemas.microsoft.com/office/drawing/2014/main" id="{64797824-9790-BA59-FDE4-EFAFF1271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919" y="2934463"/>
              <a:ext cx="172067" cy="204506"/>
            </a:xfrm>
            <a:custGeom>
              <a:avLst/>
              <a:gdLst>
                <a:gd name="T0" fmla="*/ 142 w 158"/>
                <a:gd name="T1" fmla="*/ 89 h 190"/>
                <a:gd name="T2" fmla="*/ 143 w 158"/>
                <a:gd name="T3" fmla="*/ 36 h 190"/>
                <a:gd name="T4" fmla="*/ 153 w 158"/>
                <a:gd name="T5" fmla="*/ 22 h 190"/>
                <a:gd name="T6" fmla="*/ 150 w 158"/>
                <a:gd name="T7" fmla="*/ 14 h 190"/>
                <a:gd name="T8" fmla="*/ 140 w 158"/>
                <a:gd name="T9" fmla="*/ 10 h 190"/>
                <a:gd name="T10" fmla="*/ 133 w 158"/>
                <a:gd name="T11" fmla="*/ 12 h 190"/>
                <a:gd name="T12" fmla="*/ 122 w 158"/>
                <a:gd name="T13" fmla="*/ 17 h 190"/>
                <a:gd name="T14" fmla="*/ 113 w 158"/>
                <a:gd name="T15" fmla="*/ 25 h 190"/>
                <a:gd name="T16" fmla="*/ 105 w 158"/>
                <a:gd name="T17" fmla="*/ 24 h 190"/>
                <a:gd name="T18" fmla="*/ 85 w 158"/>
                <a:gd name="T19" fmla="*/ 21 h 190"/>
                <a:gd name="T20" fmla="*/ 71 w 158"/>
                <a:gd name="T21" fmla="*/ 14 h 190"/>
                <a:gd name="T22" fmla="*/ 55 w 158"/>
                <a:gd name="T23" fmla="*/ 4 h 190"/>
                <a:gd name="T24" fmla="*/ 40 w 158"/>
                <a:gd name="T25" fmla="*/ 2 h 190"/>
                <a:gd name="T26" fmla="*/ 34 w 158"/>
                <a:gd name="T27" fmla="*/ 0 h 190"/>
                <a:gd name="T28" fmla="*/ 24 w 158"/>
                <a:gd name="T29" fmla="*/ 1 h 190"/>
                <a:gd name="T30" fmla="*/ 6 w 158"/>
                <a:gd name="T31" fmla="*/ 2 h 190"/>
                <a:gd name="T32" fmla="*/ 1 w 158"/>
                <a:gd name="T33" fmla="*/ 9 h 190"/>
                <a:gd name="T34" fmla="*/ 7 w 158"/>
                <a:gd name="T35" fmla="*/ 18 h 190"/>
                <a:gd name="T36" fmla="*/ 8 w 158"/>
                <a:gd name="T37" fmla="*/ 18 h 190"/>
                <a:gd name="T38" fmla="*/ 8 w 158"/>
                <a:gd name="T39" fmla="*/ 18 h 190"/>
                <a:gd name="T40" fmla="*/ 12 w 158"/>
                <a:gd name="T41" fmla="*/ 28 h 190"/>
                <a:gd name="T42" fmla="*/ 16 w 158"/>
                <a:gd name="T43" fmla="*/ 38 h 190"/>
                <a:gd name="T44" fmla="*/ 20 w 158"/>
                <a:gd name="T45" fmla="*/ 50 h 190"/>
                <a:gd name="T46" fmla="*/ 18 w 158"/>
                <a:gd name="T47" fmla="*/ 62 h 190"/>
                <a:gd name="T48" fmla="*/ 5 w 158"/>
                <a:gd name="T49" fmla="*/ 81 h 190"/>
                <a:gd name="T50" fmla="*/ 0 w 158"/>
                <a:gd name="T51" fmla="*/ 92 h 190"/>
                <a:gd name="T52" fmla="*/ 0 w 158"/>
                <a:gd name="T53" fmla="*/ 97 h 190"/>
                <a:gd name="T54" fmla="*/ 15 w 158"/>
                <a:gd name="T55" fmla="*/ 95 h 190"/>
                <a:gd name="T56" fmla="*/ 12 w 158"/>
                <a:gd name="T57" fmla="*/ 102 h 190"/>
                <a:gd name="T58" fmla="*/ 2 w 158"/>
                <a:gd name="T59" fmla="*/ 105 h 190"/>
                <a:gd name="T60" fmla="*/ 1 w 158"/>
                <a:gd name="T61" fmla="*/ 116 h 190"/>
                <a:gd name="T62" fmla="*/ 77 w 158"/>
                <a:gd name="T63" fmla="*/ 165 h 190"/>
                <a:gd name="T64" fmla="*/ 107 w 158"/>
                <a:gd name="T65" fmla="*/ 190 h 190"/>
                <a:gd name="T66" fmla="*/ 113 w 158"/>
                <a:gd name="T67" fmla="*/ 186 h 190"/>
                <a:gd name="T68" fmla="*/ 118 w 158"/>
                <a:gd name="T69" fmla="*/ 174 h 190"/>
                <a:gd name="T70" fmla="*/ 122 w 158"/>
                <a:gd name="T71" fmla="*/ 165 h 190"/>
                <a:gd name="T72" fmla="*/ 127 w 158"/>
                <a:gd name="T73" fmla="*/ 154 h 190"/>
                <a:gd name="T74" fmla="*/ 134 w 158"/>
                <a:gd name="T75" fmla="*/ 147 h 190"/>
                <a:gd name="T76" fmla="*/ 140 w 158"/>
                <a:gd name="T77" fmla="*/ 136 h 190"/>
                <a:gd name="T78" fmla="*/ 151 w 158"/>
                <a:gd name="T79" fmla="*/ 131 h 190"/>
                <a:gd name="T80" fmla="*/ 150 w 158"/>
                <a:gd name="T81" fmla="*/ 12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8" h="190">
                  <a:moveTo>
                    <a:pt x="143" y="114"/>
                  </a:moveTo>
                  <a:cubicBezTo>
                    <a:pt x="143" y="113"/>
                    <a:pt x="142" y="102"/>
                    <a:pt x="142" y="89"/>
                  </a:cubicBezTo>
                  <a:cubicBezTo>
                    <a:pt x="142" y="68"/>
                    <a:pt x="142" y="41"/>
                    <a:pt x="142" y="40"/>
                  </a:cubicBezTo>
                  <a:cubicBezTo>
                    <a:pt x="142" y="38"/>
                    <a:pt x="142" y="37"/>
                    <a:pt x="143" y="36"/>
                  </a:cubicBezTo>
                  <a:cubicBezTo>
                    <a:pt x="143" y="35"/>
                    <a:pt x="144" y="34"/>
                    <a:pt x="146" y="32"/>
                  </a:cubicBezTo>
                  <a:cubicBezTo>
                    <a:pt x="147" y="31"/>
                    <a:pt x="150" y="26"/>
                    <a:pt x="153" y="22"/>
                  </a:cubicBezTo>
                  <a:cubicBezTo>
                    <a:pt x="155" y="20"/>
                    <a:pt x="157" y="17"/>
                    <a:pt x="158" y="15"/>
                  </a:cubicBezTo>
                  <a:cubicBezTo>
                    <a:pt x="157" y="15"/>
                    <a:pt x="153" y="14"/>
                    <a:pt x="150" y="14"/>
                  </a:cubicBezTo>
                  <a:cubicBezTo>
                    <a:pt x="145" y="14"/>
                    <a:pt x="143" y="12"/>
                    <a:pt x="142" y="11"/>
                  </a:cubicBezTo>
                  <a:cubicBezTo>
                    <a:pt x="141" y="10"/>
                    <a:pt x="140" y="10"/>
                    <a:pt x="140" y="10"/>
                  </a:cubicBezTo>
                  <a:cubicBezTo>
                    <a:pt x="139" y="10"/>
                    <a:pt x="138" y="10"/>
                    <a:pt x="137" y="10"/>
                  </a:cubicBezTo>
                  <a:cubicBezTo>
                    <a:pt x="135" y="11"/>
                    <a:pt x="134" y="11"/>
                    <a:pt x="133" y="12"/>
                  </a:cubicBezTo>
                  <a:cubicBezTo>
                    <a:pt x="132" y="13"/>
                    <a:pt x="130" y="13"/>
                    <a:pt x="129" y="14"/>
                  </a:cubicBezTo>
                  <a:cubicBezTo>
                    <a:pt x="127" y="14"/>
                    <a:pt x="125" y="15"/>
                    <a:pt x="122" y="17"/>
                  </a:cubicBezTo>
                  <a:cubicBezTo>
                    <a:pt x="120" y="18"/>
                    <a:pt x="119" y="20"/>
                    <a:pt x="118" y="21"/>
                  </a:cubicBezTo>
                  <a:cubicBezTo>
                    <a:pt x="116" y="23"/>
                    <a:pt x="115" y="24"/>
                    <a:pt x="113" y="25"/>
                  </a:cubicBezTo>
                  <a:cubicBezTo>
                    <a:pt x="111" y="26"/>
                    <a:pt x="110" y="25"/>
                    <a:pt x="109" y="25"/>
                  </a:cubicBezTo>
                  <a:cubicBezTo>
                    <a:pt x="108" y="25"/>
                    <a:pt x="107" y="24"/>
                    <a:pt x="105" y="24"/>
                  </a:cubicBezTo>
                  <a:cubicBezTo>
                    <a:pt x="103" y="24"/>
                    <a:pt x="100" y="24"/>
                    <a:pt x="97" y="24"/>
                  </a:cubicBezTo>
                  <a:cubicBezTo>
                    <a:pt x="93" y="23"/>
                    <a:pt x="89" y="23"/>
                    <a:pt x="85" y="21"/>
                  </a:cubicBezTo>
                  <a:cubicBezTo>
                    <a:pt x="79" y="20"/>
                    <a:pt x="77" y="18"/>
                    <a:pt x="76" y="17"/>
                  </a:cubicBezTo>
                  <a:cubicBezTo>
                    <a:pt x="75" y="16"/>
                    <a:pt x="74" y="15"/>
                    <a:pt x="71" y="14"/>
                  </a:cubicBezTo>
                  <a:cubicBezTo>
                    <a:pt x="70" y="13"/>
                    <a:pt x="69" y="12"/>
                    <a:pt x="67" y="11"/>
                  </a:cubicBezTo>
                  <a:cubicBezTo>
                    <a:pt x="62" y="8"/>
                    <a:pt x="58" y="5"/>
                    <a:pt x="55" y="4"/>
                  </a:cubicBezTo>
                  <a:cubicBezTo>
                    <a:pt x="53" y="4"/>
                    <a:pt x="51" y="4"/>
                    <a:pt x="49" y="4"/>
                  </a:cubicBezTo>
                  <a:cubicBezTo>
                    <a:pt x="46" y="4"/>
                    <a:pt x="42" y="4"/>
                    <a:pt x="40" y="2"/>
                  </a:cubicBezTo>
                  <a:cubicBezTo>
                    <a:pt x="39" y="0"/>
                    <a:pt x="36" y="0"/>
                    <a:pt x="35" y="0"/>
                  </a:cubicBezTo>
                  <a:cubicBezTo>
                    <a:pt x="35" y="0"/>
                    <a:pt x="34" y="0"/>
                    <a:pt x="34" y="0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30" y="0"/>
                    <a:pt x="27" y="1"/>
                    <a:pt x="24" y="1"/>
                  </a:cubicBezTo>
                  <a:cubicBezTo>
                    <a:pt x="23" y="1"/>
                    <a:pt x="22" y="1"/>
                    <a:pt x="21" y="1"/>
                  </a:cubicBezTo>
                  <a:cubicBezTo>
                    <a:pt x="16" y="0"/>
                    <a:pt x="9" y="0"/>
                    <a:pt x="6" y="2"/>
                  </a:cubicBezTo>
                  <a:cubicBezTo>
                    <a:pt x="4" y="3"/>
                    <a:pt x="2" y="6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1" y="10"/>
                    <a:pt x="2" y="10"/>
                    <a:pt x="3" y="13"/>
                  </a:cubicBezTo>
                  <a:cubicBezTo>
                    <a:pt x="4" y="15"/>
                    <a:pt x="5" y="16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10" y="20"/>
                    <a:pt x="12" y="21"/>
                    <a:pt x="12" y="25"/>
                  </a:cubicBezTo>
                  <a:cubicBezTo>
                    <a:pt x="12" y="27"/>
                    <a:pt x="12" y="28"/>
                    <a:pt x="12" y="28"/>
                  </a:cubicBezTo>
                  <a:cubicBezTo>
                    <a:pt x="11" y="30"/>
                    <a:pt x="11" y="30"/>
                    <a:pt x="14" y="34"/>
                  </a:cubicBezTo>
                  <a:cubicBezTo>
                    <a:pt x="15" y="36"/>
                    <a:pt x="16" y="37"/>
                    <a:pt x="16" y="38"/>
                  </a:cubicBezTo>
                  <a:cubicBezTo>
                    <a:pt x="19" y="41"/>
                    <a:pt x="20" y="42"/>
                    <a:pt x="20" y="45"/>
                  </a:cubicBezTo>
                  <a:cubicBezTo>
                    <a:pt x="20" y="47"/>
                    <a:pt x="20" y="48"/>
                    <a:pt x="20" y="50"/>
                  </a:cubicBezTo>
                  <a:cubicBezTo>
                    <a:pt x="20" y="51"/>
                    <a:pt x="20" y="53"/>
                    <a:pt x="20" y="54"/>
                  </a:cubicBezTo>
                  <a:cubicBezTo>
                    <a:pt x="20" y="56"/>
                    <a:pt x="19" y="59"/>
                    <a:pt x="18" y="62"/>
                  </a:cubicBezTo>
                  <a:cubicBezTo>
                    <a:pt x="16" y="66"/>
                    <a:pt x="14" y="69"/>
                    <a:pt x="12" y="72"/>
                  </a:cubicBezTo>
                  <a:cubicBezTo>
                    <a:pt x="10" y="74"/>
                    <a:pt x="8" y="78"/>
                    <a:pt x="5" y="81"/>
                  </a:cubicBezTo>
                  <a:cubicBezTo>
                    <a:pt x="4" y="84"/>
                    <a:pt x="3" y="86"/>
                    <a:pt x="2" y="88"/>
                  </a:cubicBezTo>
                  <a:cubicBezTo>
                    <a:pt x="2" y="90"/>
                    <a:pt x="1" y="91"/>
                    <a:pt x="0" y="9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0" y="95"/>
                    <a:pt x="0" y="97"/>
                  </a:cubicBezTo>
                  <a:cubicBezTo>
                    <a:pt x="1" y="100"/>
                    <a:pt x="3" y="100"/>
                    <a:pt x="6" y="99"/>
                  </a:cubicBezTo>
                  <a:cubicBezTo>
                    <a:pt x="8" y="97"/>
                    <a:pt x="13" y="96"/>
                    <a:pt x="15" y="95"/>
                  </a:cubicBezTo>
                  <a:cubicBezTo>
                    <a:pt x="16" y="94"/>
                    <a:pt x="19" y="97"/>
                    <a:pt x="18" y="101"/>
                  </a:cubicBezTo>
                  <a:cubicBezTo>
                    <a:pt x="17" y="104"/>
                    <a:pt x="15" y="100"/>
                    <a:pt x="12" y="102"/>
                  </a:cubicBezTo>
                  <a:cubicBezTo>
                    <a:pt x="9" y="103"/>
                    <a:pt x="12" y="104"/>
                    <a:pt x="9" y="105"/>
                  </a:cubicBezTo>
                  <a:cubicBezTo>
                    <a:pt x="6" y="106"/>
                    <a:pt x="5" y="105"/>
                    <a:pt x="2" y="105"/>
                  </a:cubicBezTo>
                  <a:cubicBezTo>
                    <a:pt x="0" y="106"/>
                    <a:pt x="0" y="109"/>
                    <a:pt x="0" y="111"/>
                  </a:cubicBezTo>
                  <a:cubicBezTo>
                    <a:pt x="1" y="113"/>
                    <a:pt x="1" y="114"/>
                    <a:pt x="1" y="116"/>
                  </a:cubicBezTo>
                  <a:cubicBezTo>
                    <a:pt x="15" y="124"/>
                    <a:pt x="75" y="157"/>
                    <a:pt x="76" y="161"/>
                  </a:cubicBezTo>
                  <a:cubicBezTo>
                    <a:pt x="77" y="162"/>
                    <a:pt x="77" y="164"/>
                    <a:pt x="77" y="165"/>
                  </a:cubicBezTo>
                  <a:cubicBezTo>
                    <a:pt x="77" y="166"/>
                    <a:pt x="77" y="168"/>
                    <a:pt x="78" y="169"/>
                  </a:cubicBezTo>
                  <a:cubicBezTo>
                    <a:pt x="79" y="171"/>
                    <a:pt x="98" y="184"/>
                    <a:pt x="107" y="190"/>
                  </a:cubicBezTo>
                  <a:cubicBezTo>
                    <a:pt x="107" y="190"/>
                    <a:pt x="107" y="190"/>
                    <a:pt x="107" y="190"/>
                  </a:cubicBezTo>
                  <a:cubicBezTo>
                    <a:pt x="110" y="188"/>
                    <a:pt x="111" y="188"/>
                    <a:pt x="113" y="186"/>
                  </a:cubicBezTo>
                  <a:cubicBezTo>
                    <a:pt x="115" y="183"/>
                    <a:pt x="114" y="181"/>
                    <a:pt x="115" y="178"/>
                  </a:cubicBezTo>
                  <a:cubicBezTo>
                    <a:pt x="116" y="176"/>
                    <a:pt x="117" y="176"/>
                    <a:pt x="118" y="174"/>
                  </a:cubicBezTo>
                  <a:cubicBezTo>
                    <a:pt x="119" y="172"/>
                    <a:pt x="119" y="170"/>
                    <a:pt x="119" y="169"/>
                  </a:cubicBezTo>
                  <a:cubicBezTo>
                    <a:pt x="119" y="167"/>
                    <a:pt x="119" y="166"/>
                    <a:pt x="122" y="165"/>
                  </a:cubicBezTo>
                  <a:cubicBezTo>
                    <a:pt x="124" y="163"/>
                    <a:pt x="124" y="164"/>
                    <a:pt x="125" y="161"/>
                  </a:cubicBezTo>
                  <a:cubicBezTo>
                    <a:pt x="127" y="158"/>
                    <a:pt x="126" y="156"/>
                    <a:pt x="127" y="154"/>
                  </a:cubicBezTo>
                  <a:cubicBezTo>
                    <a:pt x="128" y="152"/>
                    <a:pt x="129" y="149"/>
                    <a:pt x="131" y="149"/>
                  </a:cubicBezTo>
                  <a:cubicBezTo>
                    <a:pt x="132" y="148"/>
                    <a:pt x="132" y="148"/>
                    <a:pt x="134" y="147"/>
                  </a:cubicBezTo>
                  <a:cubicBezTo>
                    <a:pt x="136" y="146"/>
                    <a:pt x="137" y="142"/>
                    <a:pt x="138" y="140"/>
                  </a:cubicBezTo>
                  <a:cubicBezTo>
                    <a:pt x="139" y="138"/>
                    <a:pt x="139" y="138"/>
                    <a:pt x="140" y="136"/>
                  </a:cubicBezTo>
                  <a:cubicBezTo>
                    <a:pt x="142" y="135"/>
                    <a:pt x="144" y="135"/>
                    <a:pt x="146" y="135"/>
                  </a:cubicBezTo>
                  <a:cubicBezTo>
                    <a:pt x="147" y="134"/>
                    <a:pt x="149" y="134"/>
                    <a:pt x="151" y="131"/>
                  </a:cubicBezTo>
                  <a:cubicBezTo>
                    <a:pt x="152" y="130"/>
                    <a:pt x="153" y="129"/>
                    <a:pt x="153" y="129"/>
                  </a:cubicBezTo>
                  <a:cubicBezTo>
                    <a:pt x="153" y="127"/>
                    <a:pt x="151" y="126"/>
                    <a:pt x="150" y="124"/>
                  </a:cubicBezTo>
                  <a:cubicBezTo>
                    <a:pt x="147" y="120"/>
                    <a:pt x="144" y="116"/>
                    <a:pt x="143" y="11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3" name="Freeform 448">
              <a:extLst>
                <a:ext uri="{FF2B5EF4-FFF2-40B4-BE49-F238E27FC236}">
                  <a16:creationId xmlns:a16="http://schemas.microsoft.com/office/drawing/2014/main" id="{42154BC0-3725-C387-3A4A-F55FF8B31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437" y="2792014"/>
              <a:ext cx="39491" cy="110010"/>
            </a:xfrm>
            <a:custGeom>
              <a:avLst/>
              <a:gdLst>
                <a:gd name="T0" fmla="*/ 35 w 36"/>
                <a:gd name="T1" fmla="*/ 96 h 102"/>
                <a:gd name="T2" fmla="*/ 34 w 36"/>
                <a:gd name="T3" fmla="*/ 94 h 102"/>
                <a:gd name="T4" fmla="*/ 32 w 36"/>
                <a:gd name="T5" fmla="*/ 89 h 102"/>
                <a:gd name="T6" fmla="*/ 32 w 36"/>
                <a:gd name="T7" fmla="*/ 83 h 102"/>
                <a:gd name="T8" fmla="*/ 33 w 36"/>
                <a:gd name="T9" fmla="*/ 76 h 102"/>
                <a:gd name="T10" fmla="*/ 33 w 36"/>
                <a:gd name="T11" fmla="*/ 61 h 102"/>
                <a:gd name="T12" fmla="*/ 33 w 36"/>
                <a:gd name="T13" fmla="*/ 56 h 102"/>
                <a:gd name="T14" fmla="*/ 32 w 36"/>
                <a:gd name="T15" fmla="*/ 47 h 102"/>
                <a:gd name="T16" fmla="*/ 31 w 36"/>
                <a:gd name="T17" fmla="*/ 40 h 102"/>
                <a:gd name="T18" fmla="*/ 31 w 36"/>
                <a:gd name="T19" fmla="*/ 40 h 102"/>
                <a:gd name="T20" fmla="*/ 30 w 36"/>
                <a:gd name="T21" fmla="*/ 39 h 102"/>
                <a:gd name="T22" fmla="*/ 28 w 36"/>
                <a:gd name="T23" fmla="*/ 33 h 102"/>
                <a:gd name="T24" fmla="*/ 27 w 36"/>
                <a:gd name="T25" fmla="*/ 25 h 102"/>
                <a:gd name="T26" fmla="*/ 27 w 36"/>
                <a:gd name="T27" fmla="*/ 22 h 102"/>
                <a:gd name="T28" fmla="*/ 23 w 36"/>
                <a:gd name="T29" fmla="*/ 19 h 102"/>
                <a:gd name="T30" fmla="*/ 18 w 36"/>
                <a:gd name="T31" fmla="*/ 14 h 102"/>
                <a:gd name="T32" fmla="*/ 16 w 36"/>
                <a:gd name="T33" fmla="*/ 10 h 102"/>
                <a:gd name="T34" fmla="*/ 16 w 36"/>
                <a:gd name="T35" fmla="*/ 5 h 102"/>
                <a:gd name="T36" fmla="*/ 17 w 36"/>
                <a:gd name="T37" fmla="*/ 3 h 102"/>
                <a:gd name="T38" fmla="*/ 8 w 36"/>
                <a:gd name="T39" fmla="*/ 1 h 102"/>
                <a:gd name="T40" fmla="*/ 0 w 36"/>
                <a:gd name="T41" fmla="*/ 0 h 102"/>
                <a:gd name="T42" fmla="*/ 0 w 36"/>
                <a:gd name="T43" fmla="*/ 0 h 102"/>
                <a:gd name="T44" fmla="*/ 0 w 36"/>
                <a:gd name="T45" fmla="*/ 4 h 102"/>
                <a:gd name="T46" fmla="*/ 1 w 36"/>
                <a:gd name="T47" fmla="*/ 7 h 102"/>
                <a:gd name="T48" fmla="*/ 3 w 36"/>
                <a:gd name="T49" fmla="*/ 10 h 102"/>
                <a:gd name="T50" fmla="*/ 9 w 36"/>
                <a:gd name="T51" fmla="*/ 19 h 102"/>
                <a:gd name="T52" fmla="*/ 9 w 36"/>
                <a:gd name="T53" fmla="*/ 25 h 102"/>
                <a:gd name="T54" fmla="*/ 7 w 36"/>
                <a:gd name="T55" fmla="*/ 28 h 102"/>
                <a:gd name="T56" fmla="*/ 8 w 36"/>
                <a:gd name="T57" fmla="*/ 34 h 102"/>
                <a:gd name="T58" fmla="*/ 9 w 36"/>
                <a:gd name="T59" fmla="*/ 36 h 102"/>
                <a:gd name="T60" fmla="*/ 10 w 36"/>
                <a:gd name="T61" fmla="*/ 41 h 102"/>
                <a:gd name="T62" fmla="*/ 9 w 36"/>
                <a:gd name="T63" fmla="*/ 45 h 102"/>
                <a:gd name="T64" fmla="*/ 12 w 36"/>
                <a:gd name="T65" fmla="*/ 52 h 102"/>
                <a:gd name="T66" fmla="*/ 14 w 36"/>
                <a:gd name="T67" fmla="*/ 59 h 102"/>
                <a:gd name="T68" fmla="*/ 14 w 36"/>
                <a:gd name="T69" fmla="*/ 66 h 102"/>
                <a:gd name="T70" fmla="*/ 13 w 36"/>
                <a:gd name="T71" fmla="*/ 69 h 102"/>
                <a:gd name="T72" fmla="*/ 13 w 36"/>
                <a:gd name="T73" fmla="*/ 74 h 102"/>
                <a:gd name="T74" fmla="*/ 14 w 36"/>
                <a:gd name="T75" fmla="*/ 76 h 102"/>
                <a:gd name="T76" fmla="*/ 14 w 36"/>
                <a:gd name="T77" fmla="*/ 80 h 102"/>
                <a:gd name="T78" fmla="*/ 13 w 36"/>
                <a:gd name="T79" fmla="*/ 85 h 102"/>
                <a:gd name="T80" fmla="*/ 17 w 36"/>
                <a:gd name="T81" fmla="*/ 94 h 102"/>
                <a:gd name="T82" fmla="*/ 19 w 36"/>
                <a:gd name="T83" fmla="*/ 95 h 102"/>
                <a:gd name="T84" fmla="*/ 26 w 36"/>
                <a:gd name="T85" fmla="*/ 102 h 102"/>
                <a:gd name="T86" fmla="*/ 31 w 36"/>
                <a:gd name="T87" fmla="*/ 100 h 102"/>
                <a:gd name="T88" fmla="*/ 35 w 36"/>
                <a:gd name="T89" fmla="*/ 99 h 102"/>
                <a:gd name="T90" fmla="*/ 36 w 36"/>
                <a:gd name="T91" fmla="*/ 99 h 102"/>
                <a:gd name="T92" fmla="*/ 35 w 36"/>
                <a:gd name="T93" fmla="*/ 96 h 102"/>
                <a:gd name="T94" fmla="*/ 35 w 36"/>
                <a:gd name="T95" fmla="*/ 9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6" h="102">
                  <a:moveTo>
                    <a:pt x="35" y="96"/>
                  </a:moveTo>
                  <a:cubicBezTo>
                    <a:pt x="35" y="95"/>
                    <a:pt x="35" y="95"/>
                    <a:pt x="34" y="94"/>
                  </a:cubicBezTo>
                  <a:cubicBezTo>
                    <a:pt x="33" y="93"/>
                    <a:pt x="32" y="92"/>
                    <a:pt x="32" y="89"/>
                  </a:cubicBezTo>
                  <a:cubicBezTo>
                    <a:pt x="32" y="87"/>
                    <a:pt x="32" y="85"/>
                    <a:pt x="32" y="83"/>
                  </a:cubicBezTo>
                  <a:cubicBezTo>
                    <a:pt x="32" y="81"/>
                    <a:pt x="32" y="79"/>
                    <a:pt x="33" y="76"/>
                  </a:cubicBezTo>
                  <a:cubicBezTo>
                    <a:pt x="34" y="72"/>
                    <a:pt x="34" y="67"/>
                    <a:pt x="33" y="61"/>
                  </a:cubicBezTo>
                  <a:cubicBezTo>
                    <a:pt x="33" y="60"/>
                    <a:pt x="33" y="58"/>
                    <a:pt x="33" y="56"/>
                  </a:cubicBezTo>
                  <a:cubicBezTo>
                    <a:pt x="33" y="53"/>
                    <a:pt x="33" y="50"/>
                    <a:pt x="32" y="47"/>
                  </a:cubicBezTo>
                  <a:cubicBezTo>
                    <a:pt x="32" y="44"/>
                    <a:pt x="32" y="42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9"/>
                    <a:pt x="30" y="39"/>
                    <a:pt x="30" y="39"/>
                  </a:cubicBezTo>
                  <a:cubicBezTo>
                    <a:pt x="29" y="38"/>
                    <a:pt x="28" y="37"/>
                    <a:pt x="28" y="33"/>
                  </a:cubicBezTo>
                  <a:cubicBezTo>
                    <a:pt x="27" y="30"/>
                    <a:pt x="27" y="27"/>
                    <a:pt x="27" y="25"/>
                  </a:cubicBezTo>
                  <a:cubicBezTo>
                    <a:pt x="27" y="24"/>
                    <a:pt x="27" y="23"/>
                    <a:pt x="27" y="22"/>
                  </a:cubicBezTo>
                  <a:cubicBezTo>
                    <a:pt x="27" y="22"/>
                    <a:pt x="25" y="21"/>
                    <a:pt x="23" y="19"/>
                  </a:cubicBezTo>
                  <a:cubicBezTo>
                    <a:pt x="21" y="17"/>
                    <a:pt x="19" y="15"/>
                    <a:pt x="18" y="14"/>
                  </a:cubicBezTo>
                  <a:cubicBezTo>
                    <a:pt x="17" y="13"/>
                    <a:pt x="16" y="11"/>
                    <a:pt x="16" y="10"/>
                  </a:cubicBezTo>
                  <a:cubicBezTo>
                    <a:pt x="16" y="8"/>
                    <a:pt x="16" y="7"/>
                    <a:pt x="16" y="5"/>
                  </a:cubicBezTo>
                  <a:cubicBezTo>
                    <a:pt x="16" y="4"/>
                    <a:pt x="17" y="4"/>
                    <a:pt x="17" y="3"/>
                  </a:cubicBezTo>
                  <a:cubicBezTo>
                    <a:pt x="15" y="2"/>
                    <a:pt x="11" y="2"/>
                    <a:pt x="8" y="1"/>
                  </a:cubicBezTo>
                  <a:cubicBezTo>
                    <a:pt x="5" y="0"/>
                    <a:pt x="3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4"/>
                  </a:cubicBezTo>
                  <a:cubicBezTo>
                    <a:pt x="0" y="5"/>
                    <a:pt x="0" y="7"/>
                    <a:pt x="1" y="7"/>
                  </a:cubicBezTo>
                  <a:cubicBezTo>
                    <a:pt x="1" y="8"/>
                    <a:pt x="2" y="9"/>
                    <a:pt x="3" y="10"/>
                  </a:cubicBezTo>
                  <a:cubicBezTo>
                    <a:pt x="5" y="13"/>
                    <a:pt x="8" y="16"/>
                    <a:pt x="9" y="19"/>
                  </a:cubicBezTo>
                  <a:cubicBezTo>
                    <a:pt x="10" y="22"/>
                    <a:pt x="10" y="23"/>
                    <a:pt x="9" y="25"/>
                  </a:cubicBezTo>
                  <a:cubicBezTo>
                    <a:pt x="8" y="26"/>
                    <a:pt x="8" y="26"/>
                    <a:pt x="7" y="28"/>
                  </a:cubicBezTo>
                  <a:cubicBezTo>
                    <a:pt x="7" y="31"/>
                    <a:pt x="7" y="32"/>
                    <a:pt x="8" y="34"/>
                  </a:cubicBezTo>
                  <a:cubicBezTo>
                    <a:pt x="8" y="35"/>
                    <a:pt x="9" y="35"/>
                    <a:pt x="9" y="36"/>
                  </a:cubicBezTo>
                  <a:cubicBezTo>
                    <a:pt x="10" y="38"/>
                    <a:pt x="10" y="40"/>
                    <a:pt x="10" y="41"/>
                  </a:cubicBezTo>
                  <a:cubicBezTo>
                    <a:pt x="9" y="42"/>
                    <a:pt x="9" y="44"/>
                    <a:pt x="9" y="45"/>
                  </a:cubicBezTo>
                  <a:cubicBezTo>
                    <a:pt x="9" y="48"/>
                    <a:pt x="10" y="50"/>
                    <a:pt x="12" y="52"/>
                  </a:cubicBezTo>
                  <a:cubicBezTo>
                    <a:pt x="13" y="54"/>
                    <a:pt x="14" y="56"/>
                    <a:pt x="14" y="59"/>
                  </a:cubicBezTo>
                  <a:cubicBezTo>
                    <a:pt x="15" y="63"/>
                    <a:pt x="15" y="64"/>
                    <a:pt x="14" y="66"/>
                  </a:cubicBezTo>
                  <a:cubicBezTo>
                    <a:pt x="14" y="67"/>
                    <a:pt x="13" y="68"/>
                    <a:pt x="13" y="69"/>
                  </a:cubicBezTo>
                  <a:cubicBezTo>
                    <a:pt x="12" y="72"/>
                    <a:pt x="12" y="73"/>
                    <a:pt x="13" y="74"/>
                  </a:cubicBezTo>
                  <a:cubicBezTo>
                    <a:pt x="13" y="74"/>
                    <a:pt x="13" y="75"/>
                    <a:pt x="14" y="76"/>
                  </a:cubicBezTo>
                  <a:cubicBezTo>
                    <a:pt x="14" y="77"/>
                    <a:pt x="14" y="78"/>
                    <a:pt x="14" y="80"/>
                  </a:cubicBezTo>
                  <a:cubicBezTo>
                    <a:pt x="13" y="81"/>
                    <a:pt x="13" y="82"/>
                    <a:pt x="13" y="85"/>
                  </a:cubicBezTo>
                  <a:cubicBezTo>
                    <a:pt x="13" y="89"/>
                    <a:pt x="15" y="91"/>
                    <a:pt x="17" y="94"/>
                  </a:cubicBezTo>
                  <a:cubicBezTo>
                    <a:pt x="18" y="94"/>
                    <a:pt x="18" y="95"/>
                    <a:pt x="19" y="95"/>
                  </a:cubicBezTo>
                  <a:cubicBezTo>
                    <a:pt x="20" y="97"/>
                    <a:pt x="23" y="100"/>
                    <a:pt x="26" y="102"/>
                  </a:cubicBezTo>
                  <a:cubicBezTo>
                    <a:pt x="28" y="101"/>
                    <a:pt x="29" y="100"/>
                    <a:pt x="31" y="100"/>
                  </a:cubicBezTo>
                  <a:cubicBezTo>
                    <a:pt x="32" y="100"/>
                    <a:pt x="32" y="99"/>
                    <a:pt x="35" y="99"/>
                  </a:cubicBezTo>
                  <a:cubicBezTo>
                    <a:pt x="35" y="99"/>
                    <a:pt x="35" y="99"/>
                    <a:pt x="36" y="99"/>
                  </a:cubicBezTo>
                  <a:cubicBezTo>
                    <a:pt x="36" y="98"/>
                    <a:pt x="36" y="97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4" name="Freeform 449">
              <a:extLst>
                <a:ext uri="{FF2B5EF4-FFF2-40B4-BE49-F238E27FC236}">
                  <a16:creationId xmlns:a16="http://schemas.microsoft.com/office/drawing/2014/main" id="{1A99EF6B-8DCE-8547-DEFF-D57A72CAF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904" y="2729956"/>
              <a:ext cx="266563" cy="211558"/>
            </a:xfrm>
            <a:custGeom>
              <a:avLst/>
              <a:gdLst>
                <a:gd name="T0" fmla="*/ 123 w 243"/>
                <a:gd name="T1" fmla="*/ 174 h 197"/>
                <a:gd name="T2" fmla="*/ 133 w 243"/>
                <a:gd name="T3" fmla="*/ 158 h 197"/>
                <a:gd name="T4" fmla="*/ 148 w 243"/>
                <a:gd name="T5" fmla="*/ 143 h 197"/>
                <a:gd name="T6" fmla="*/ 158 w 243"/>
                <a:gd name="T7" fmla="*/ 144 h 197"/>
                <a:gd name="T8" fmla="*/ 164 w 243"/>
                <a:gd name="T9" fmla="*/ 141 h 197"/>
                <a:gd name="T10" fmla="*/ 175 w 243"/>
                <a:gd name="T11" fmla="*/ 150 h 197"/>
                <a:gd name="T12" fmla="*/ 185 w 243"/>
                <a:gd name="T13" fmla="*/ 138 h 197"/>
                <a:gd name="T14" fmla="*/ 194 w 243"/>
                <a:gd name="T15" fmla="*/ 120 h 197"/>
                <a:gd name="T16" fmla="*/ 201 w 243"/>
                <a:gd name="T17" fmla="*/ 108 h 197"/>
                <a:gd name="T18" fmla="*/ 208 w 243"/>
                <a:gd name="T19" fmla="*/ 93 h 197"/>
                <a:gd name="T20" fmla="*/ 215 w 243"/>
                <a:gd name="T21" fmla="*/ 83 h 197"/>
                <a:gd name="T22" fmla="*/ 216 w 243"/>
                <a:gd name="T23" fmla="*/ 78 h 197"/>
                <a:gd name="T24" fmla="*/ 220 w 243"/>
                <a:gd name="T25" fmla="*/ 70 h 197"/>
                <a:gd name="T26" fmla="*/ 230 w 243"/>
                <a:gd name="T27" fmla="*/ 53 h 197"/>
                <a:gd name="T28" fmla="*/ 242 w 243"/>
                <a:gd name="T29" fmla="*/ 48 h 197"/>
                <a:gd name="T30" fmla="*/ 242 w 243"/>
                <a:gd name="T31" fmla="*/ 35 h 197"/>
                <a:gd name="T32" fmla="*/ 234 w 243"/>
                <a:gd name="T33" fmla="*/ 22 h 197"/>
                <a:gd name="T34" fmla="*/ 233 w 243"/>
                <a:gd name="T35" fmla="*/ 17 h 197"/>
                <a:gd name="T36" fmla="*/ 224 w 243"/>
                <a:gd name="T37" fmla="*/ 4 h 197"/>
                <a:gd name="T38" fmla="*/ 202 w 243"/>
                <a:gd name="T39" fmla="*/ 13 h 197"/>
                <a:gd name="T40" fmla="*/ 180 w 243"/>
                <a:gd name="T41" fmla="*/ 10 h 197"/>
                <a:gd name="T42" fmla="*/ 150 w 243"/>
                <a:gd name="T43" fmla="*/ 16 h 197"/>
                <a:gd name="T44" fmla="*/ 128 w 243"/>
                <a:gd name="T45" fmla="*/ 20 h 197"/>
                <a:gd name="T46" fmla="*/ 106 w 243"/>
                <a:gd name="T47" fmla="*/ 12 h 197"/>
                <a:gd name="T48" fmla="*/ 84 w 243"/>
                <a:gd name="T49" fmla="*/ 15 h 197"/>
                <a:gd name="T50" fmla="*/ 58 w 243"/>
                <a:gd name="T51" fmla="*/ 0 h 197"/>
                <a:gd name="T52" fmla="*/ 34 w 243"/>
                <a:gd name="T53" fmla="*/ 5 h 197"/>
                <a:gd name="T54" fmla="*/ 26 w 243"/>
                <a:gd name="T55" fmla="*/ 19 h 197"/>
                <a:gd name="T56" fmla="*/ 19 w 243"/>
                <a:gd name="T57" fmla="*/ 39 h 197"/>
                <a:gd name="T58" fmla="*/ 20 w 243"/>
                <a:gd name="T59" fmla="*/ 54 h 197"/>
                <a:gd name="T60" fmla="*/ 22 w 243"/>
                <a:gd name="T61" fmla="*/ 73 h 197"/>
                <a:gd name="T62" fmla="*/ 11 w 243"/>
                <a:gd name="T63" fmla="*/ 91 h 197"/>
                <a:gd name="T64" fmla="*/ 2 w 243"/>
                <a:gd name="T65" fmla="*/ 103 h 197"/>
                <a:gd name="T66" fmla="*/ 1 w 243"/>
                <a:gd name="T67" fmla="*/ 125 h 197"/>
                <a:gd name="T68" fmla="*/ 1 w 243"/>
                <a:gd name="T69" fmla="*/ 149 h 197"/>
                <a:gd name="T70" fmla="*/ 13 w 243"/>
                <a:gd name="T71" fmla="*/ 152 h 197"/>
                <a:gd name="T72" fmla="*/ 20 w 243"/>
                <a:gd name="T73" fmla="*/ 152 h 197"/>
                <a:gd name="T74" fmla="*/ 36 w 243"/>
                <a:gd name="T75" fmla="*/ 156 h 197"/>
                <a:gd name="T76" fmla="*/ 49 w 243"/>
                <a:gd name="T77" fmla="*/ 166 h 197"/>
                <a:gd name="T78" fmla="*/ 52 w 243"/>
                <a:gd name="T79" fmla="*/ 168 h 197"/>
                <a:gd name="T80" fmla="*/ 53 w 243"/>
                <a:gd name="T81" fmla="*/ 174 h 197"/>
                <a:gd name="T82" fmla="*/ 58 w 243"/>
                <a:gd name="T83" fmla="*/ 176 h 197"/>
                <a:gd name="T84" fmla="*/ 59 w 243"/>
                <a:gd name="T85" fmla="*/ 190 h 197"/>
                <a:gd name="T86" fmla="*/ 73 w 243"/>
                <a:gd name="T87" fmla="*/ 195 h 197"/>
                <a:gd name="T88" fmla="*/ 83 w 243"/>
                <a:gd name="T89" fmla="*/ 190 h 197"/>
                <a:gd name="T90" fmla="*/ 87 w 243"/>
                <a:gd name="T91" fmla="*/ 193 h 197"/>
                <a:gd name="T92" fmla="*/ 96 w 243"/>
                <a:gd name="T93" fmla="*/ 192 h 197"/>
                <a:gd name="T94" fmla="*/ 107 w 243"/>
                <a:gd name="T95" fmla="*/ 192 h 197"/>
                <a:gd name="T96" fmla="*/ 113 w 243"/>
                <a:gd name="T97" fmla="*/ 188 h 197"/>
                <a:gd name="T98" fmla="*/ 120 w 243"/>
                <a:gd name="T99" fmla="*/ 18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3" h="197">
                  <a:moveTo>
                    <a:pt x="120" y="188"/>
                  </a:moveTo>
                  <a:cubicBezTo>
                    <a:pt x="121" y="186"/>
                    <a:pt x="123" y="183"/>
                    <a:pt x="123" y="180"/>
                  </a:cubicBezTo>
                  <a:cubicBezTo>
                    <a:pt x="124" y="177"/>
                    <a:pt x="124" y="176"/>
                    <a:pt x="123" y="174"/>
                  </a:cubicBezTo>
                  <a:cubicBezTo>
                    <a:pt x="123" y="172"/>
                    <a:pt x="123" y="170"/>
                    <a:pt x="125" y="167"/>
                  </a:cubicBezTo>
                  <a:cubicBezTo>
                    <a:pt x="126" y="164"/>
                    <a:pt x="128" y="163"/>
                    <a:pt x="130" y="160"/>
                  </a:cubicBezTo>
                  <a:cubicBezTo>
                    <a:pt x="131" y="160"/>
                    <a:pt x="132" y="159"/>
                    <a:pt x="133" y="158"/>
                  </a:cubicBezTo>
                  <a:cubicBezTo>
                    <a:pt x="136" y="155"/>
                    <a:pt x="139" y="152"/>
                    <a:pt x="141" y="150"/>
                  </a:cubicBezTo>
                  <a:cubicBezTo>
                    <a:pt x="144" y="147"/>
                    <a:pt x="146" y="145"/>
                    <a:pt x="147" y="144"/>
                  </a:cubicBezTo>
                  <a:cubicBezTo>
                    <a:pt x="147" y="144"/>
                    <a:pt x="148" y="143"/>
                    <a:pt x="148" y="143"/>
                  </a:cubicBezTo>
                  <a:cubicBezTo>
                    <a:pt x="150" y="141"/>
                    <a:pt x="151" y="140"/>
                    <a:pt x="154" y="142"/>
                  </a:cubicBezTo>
                  <a:cubicBezTo>
                    <a:pt x="155" y="142"/>
                    <a:pt x="155" y="142"/>
                    <a:pt x="155" y="142"/>
                  </a:cubicBezTo>
                  <a:cubicBezTo>
                    <a:pt x="157" y="143"/>
                    <a:pt x="158" y="144"/>
                    <a:pt x="158" y="144"/>
                  </a:cubicBezTo>
                  <a:cubicBezTo>
                    <a:pt x="158" y="144"/>
                    <a:pt x="158" y="143"/>
                    <a:pt x="159" y="143"/>
                  </a:cubicBezTo>
                  <a:cubicBezTo>
                    <a:pt x="159" y="142"/>
                    <a:pt x="160" y="141"/>
                    <a:pt x="161" y="141"/>
                  </a:cubicBezTo>
                  <a:cubicBezTo>
                    <a:pt x="162" y="141"/>
                    <a:pt x="163" y="141"/>
                    <a:pt x="164" y="141"/>
                  </a:cubicBezTo>
                  <a:cubicBezTo>
                    <a:pt x="165" y="142"/>
                    <a:pt x="166" y="143"/>
                    <a:pt x="168" y="144"/>
                  </a:cubicBezTo>
                  <a:cubicBezTo>
                    <a:pt x="169" y="145"/>
                    <a:pt x="169" y="146"/>
                    <a:pt x="170" y="147"/>
                  </a:cubicBezTo>
                  <a:cubicBezTo>
                    <a:pt x="171" y="149"/>
                    <a:pt x="172" y="150"/>
                    <a:pt x="175" y="150"/>
                  </a:cubicBezTo>
                  <a:cubicBezTo>
                    <a:pt x="176" y="150"/>
                    <a:pt x="178" y="149"/>
                    <a:pt x="179" y="148"/>
                  </a:cubicBezTo>
                  <a:cubicBezTo>
                    <a:pt x="181" y="146"/>
                    <a:pt x="183" y="144"/>
                    <a:pt x="184" y="142"/>
                  </a:cubicBezTo>
                  <a:cubicBezTo>
                    <a:pt x="186" y="141"/>
                    <a:pt x="185" y="139"/>
                    <a:pt x="185" y="138"/>
                  </a:cubicBezTo>
                  <a:cubicBezTo>
                    <a:pt x="185" y="137"/>
                    <a:pt x="185" y="136"/>
                    <a:pt x="186" y="134"/>
                  </a:cubicBezTo>
                  <a:cubicBezTo>
                    <a:pt x="186" y="133"/>
                    <a:pt x="188" y="130"/>
                    <a:pt x="190" y="127"/>
                  </a:cubicBezTo>
                  <a:cubicBezTo>
                    <a:pt x="191" y="124"/>
                    <a:pt x="193" y="121"/>
                    <a:pt x="194" y="120"/>
                  </a:cubicBezTo>
                  <a:cubicBezTo>
                    <a:pt x="194" y="119"/>
                    <a:pt x="194" y="118"/>
                    <a:pt x="194" y="118"/>
                  </a:cubicBezTo>
                  <a:cubicBezTo>
                    <a:pt x="193" y="117"/>
                    <a:pt x="193" y="115"/>
                    <a:pt x="194" y="113"/>
                  </a:cubicBezTo>
                  <a:cubicBezTo>
                    <a:pt x="195" y="111"/>
                    <a:pt x="198" y="110"/>
                    <a:pt x="201" y="108"/>
                  </a:cubicBezTo>
                  <a:cubicBezTo>
                    <a:pt x="203" y="107"/>
                    <a:pt x="205" y="105"/>
                    <a:pt x="205" y="105"/>
                  </a:cubicBezTo>
                  <a:cubicBezTo>
                    <a:pt x="206" y="104"/>
                    <a:pt x="206" y="103"/>
                    <a:pt x="206" y="101"/>
                  </a:cubicBezTo>
                  <a:cubicBezTo>
                    <a:pt x="206" y="99"/>
                    <a:pt x="206" y="96"/>
                    <a:pt x="208" y="93"/>
                  </a:cubicBezTo>
                  <a:cubicBezTo>
                    <a:pt x="210" y="90"/>
                    <a:pt x="212" y="89"/>
                    <a:pt x="213" y="88"/>
                  </a:cubicBezTo>
                  <a:cubicBezTo>
                    <a:pt x="214" y="88"/>
                    <a:pt x="215" y="87"/>
                    <a:pt x="215" y="86"/>
                  </a:cubicBezTo>
                  <a:cubicBezTo>
                    <a:pt x="215" y="84"/>
                    <a:pt x="215" y="83"/>
                    <a:pt x="215" y="83"/>
                  </a:cubicBezTo>
                  <a:cubicBezTo>
                    <a:pt x="215" y="83"/>
                    <a:pt x="215" y="83"/>
                    <a:pt x="215" y="83"/>
                  </a:cubicBezTo>
                  <a:cubicBezTo>
                    <a:pt x="215" y="81"/>
                    <a:pt x="215" y="80"/>
                    <a:pt x="216" y="78"/>
                  </a:cubicBezTo>
                  <a:cubicBezTo>
                    <a:pt x="216" y="78"/>
                    <a:pt x="216" y="78"/>
                    <a:pt x="216" y="78"/>
                  </a:cubicBezTo>
                  <a:cubicBezTo>
                    <a:pt x="217" y="76"/>
                    <a:pt x="218" y="76"/>
                    <a:pt x="219" y="75"/>
                  </a:cubicBezTo>
                  <a:cubicBezTo>
                    <a:pt x="220" y="75"/>
                    <a:pt x="220" y="74"/>
                    <a:pt x="220" y="72"/>
                  </a:cubicBezTo>
                  <a:cubicBezTo>
                    <a:pt x="220" y="71"/>
                    <a:pt x="220" y="71"/>
                    <a:pt x="220" y="70"/>
                  </a:cubicBezTo>
                  <a:cubicBezTo>
                    <a:pt x="221" y="67"/>
                    <a:pt x="221" y="65"/>
                    <a:pt x="223" y="62"/>
                  </a:cubicBezTo>
                  <a:cubicBezTo>
                    <a:pt x="224" y="61"/>
                    <a:pt x="224" y="60"/>
                    <a:pt x="225" y="59"/>
                  </a:cubicBezTo>
                  <a:cubicBezTo>
                    <a:pt x="226" y="57"/>
                    <a:pt x="228" y="55"/>
                    <a:pt x="230" y="53"/>
                  </a:cubicBezTo>
                  <a:cubicBezTo>
                    <a:pt x="232" y="53"/>
                    <a:pt x="233" y="52"/>
                    <a:pt x="234" y="52"/>
                  </a:cubicBezTo>
                  <a:cubicBezTo>
                    <a:pt x="235" y="52"/>
                    <a:pt x="237" y="52"/>
                    <a:pt x="238" y="51"/>
                  </a:cubicBezTo>
                  <a:cubicBezTo>
                    <a:pt x="239" y="50"/>
                    <a:pt x="241" y="49"/>
                    <a:pt x="242" y="48"/>
                  </a:cubicBezTo>
                  <a:cubicBezTo>
                    <a:pt x="243" y="46"/>
                    <a:pt x="243" y="45"/>
                    <a:pt x="243" y="44"/>
                  </a:cubicBezTo>
                  <a:cubicBezTo>
                    <a:pt x="243" y="43"/>
                    <a:pt x="243" y="42"/>
                    <a:pt x="243" y="41"/>
                  </a:cubicBezTo>
                  <a:cubicBezTo>
                    <a:pt x="243" y="38"/>
                    <a:pt x="243" y="36"/>
                    <a:pt x="242" y="35"/>
                  </a:cubicBezTo>
                  <a:cubicBezTo>
                    <a:pt x="242" y="35"/>
                    <a:pt x="242" y="35"/>
                    <a:pt x="241" y="34"/>
                  </a:cubicBezTo>
                  <a:cubicBezTo>
                    <a:pt x="239" y="34"/>
                    <a:pt x="238" y="33"/>
                    <a:pt x="236" y="31"/>
                  </a:cubicBezTo>
                  <a:cubicBezTo>
                    <a:pt x="234" y="28"/>
                    <a:pt x="234" y="24"/>
                    <a:pt x="234" y="22"/>
                  </a:cubicBezTo>
                  <a:cubicBezTo>
                    <a:pt x="234" y="20"/>
                    <a:pt x="233" y="19"/>
                    <a:pt x="233" y="18"/>
                  </a:cubicBezTo>
                  <a:cubicBezTo>
                    <a:pt x="233" y="17"/>
                    <a:pt x="233" y="17"/>
                    <a:pt x="233" y="17"/>
                  </a:cubicBezTo>
                  <a:cubicBezTo>
                    <a:pt x="233" y="17"/>
                    <a:pt x="233" y="17"/>
                    <a:pt x="233" y="17"/>
                  </a:cubicBezTo>
                  <a:cubicBezTo>
                    <a:pt x="232" y="16"/>
                    <a:pt x="232" y="15"/>
                    <a:pt x="230" y="13"/>
                  </a:cubicBezTo>
                  <a:cubicBezTo>
                    <a:pt x="229" y="12"/>
                    <a:pt x="228" y="11"/>
                    <a:pt x="228" y="11"/>
                  </a:cubicBezTo>
                  <a:cubicBezTo>
                    <a:pt x="226" y="8"/>
                    <a:pt x="225" y="7"/>
                    <a:pt x="224" y="4"/>
                  </a:cubicBezTo>
                  <a:cubicBezTo>
                    <a:pt x="221" y="4"/>
                    <a:pt x="219" y="4"/>
                    <a:pt x="216" y="5"/>
                  </a:cubicBezTo>
                  <a:cubicBezTo>
                    <a:pt x="214" y="6"/>
                    <a:pt x="212" y="7"/>
                    <a:pt x="208" y="9"/>
                  </a:cubicBezTo>
                  <a:cubicBezTo>
                    <a:pt x="205" y="11"/>
                    <a:pt x="203" y="13"/>
                    <a:pt x="202" y="13"/>
                  </a:cubicBezTo>
                  <a:cubicBezTo>
                    <a:pt x="200" y="15"/>
                    <a:pt x="200" y="16"/>
                    <a:pt x="196" y="16"/>
                  </a:cubicBezTo>
                  <a:cubicBezTo>
                    <a:pt x="193" y="15"/>
                    <a:pt x="190" y="14"/>
                    <a:pt x="187" y="13"/>
                  </a:cubicBezTo>
                  <a:cubicBezTo>
                    <a:pt x="185" y="11"/>
                    <a:pt x="183" y="10"/>
                    <a:pt x="180" y="10"/>
                  </a:cubicBezTo>
                  <a:cubicBezTo>
                    <a:pt x="178" y="9"/>
                    <a:pt x="175" y="9"/>
                    <a:pt x="172" y="9"/>
                  </a:cubicBezTo>
                  <a:cubicBezTo>
                    <a:pt x="167" y="10"/>
                    <a:pt x="162" y="10"/>
                    <a:pt x="160" y="11"/>
                  </a:cubicBezTo>
                  <a:cubicBezTo>
                    <a:pt x="157" y="12"/>
                    <a:pt x="154" y="14"/>
                    <a:pt x="150" y="16"/>
                  </a:cubicBezTo>
                  <a:cubicBezTo>
                    <a:pt x="147" y="18"/>
                    <a:pt x="145" y="19"/>
                    <a:pt x="142" y="20"/>
                  </a:cubicBezTo>
                  <a:cubicBezTo>
                    <a:pt x="138" y="22"/>
                    <a:pt x="135" y="21"/>
                    <a:pt x="131" y="20"/>
                  </a:cubicBezTo>
                  <a:cubicBezTo>
                    <a:pt x="130" y="20"/>
                    <a:pt x="129" y="20"/>
                    <a:pt x="128" y="20"/>
                  </a:cubicBezTo>
                  <a:cubicBezTo>
                    <a:pt x="123" y="19"/>
                    <a:pt x="120" y="17"/>
                    <a:pt x="117" y="15"/>
                  </a:cubicBezTo>
                  <a:cubicBezTo>
                    <a:pt x="116" y="15"/>
                    <a:pt x="115" y="15"/>
                    <a:pt x="114" y="14"/>
                  </a:cubicBezTo>
                  <a:cubicBezTo>
                    <a:pt x="112" y="13"/>
                    <a:pt x="109" y="12"/>
                    <a:pt x="106" y="12"/>
                  </a:cubicBezTo>
                  <a:cubicBezTo>
                    <a:pt x="103" y="12"/>
                    <a:pt x="100" y="12"/>
                    <a:pt x="98" y="13"/>
                  </a:cubicBezTo>
                  <a:cubicBezTo>
                    <a:pt x="96" y="15"/>
                    <a:pt x="93" y="16"/>
                    <a:pt x="90" y="16"/>
                  </a:cubicBezTo>
                  <a:cubicBezTo>
                    <a:pt x="88" y="16"/>
                    <a:pt x="86" y="16"/>
                    <a:pt x="84" y="15"/>
                  </a:cubicBezTo>
                  <a:cubicBezTo>
                    <a:pt x="82" y="13"/>
                    <a:pt x="80" y="11"/>
                    <a:pt x="78" y="9"/>
                  </a:cubicBezTo>
                  <a:cubicBezTo>
                    <a:pt x="75" y="7"/>
                    <a:pt x="72" y="4"/>
                    <a:pt x="70" y="2"/>
                  </a:cubicBezTo>
                  <a:cubicBezTo>
                    <a:pt x="66" y="0"/>
                    <a:pt x="63" y="0"/>
                    <a:pt x="58" y="0"/>
                  </a:cubicBezTo>
                  <a:cubicBezTo>
                    <a:pt x="57" y="0"/>
                    <a:pt x="55" y="0"/>
                    <a:pt x="54" y="0"/>
                  </a:cubicBezTo>
                  <a:cubicBezTo>
                    <a:pt x="50" y="0"/>
                    <a:pt x="46" y="0"/>
                    <a:pt x="43" y="1"/>
                  </a:cubicBezTo>
                  <a:cubicBezTo>
                    <a:pt x="40" y="2"/>
                    <a:pt x="37" y="3"/>
                    <a:pt x="34" y="5"/>
                  </a:cubicBezTo>
                  <a:cubicBezTo>
                    <a:pt x="30" y="7"/>
                    <a:pt x="30" y="8"/>
                    <a:pt x="30" y="10"/>
                  </a:cubicBezTo>
                  <a:cubicBezTo>
                    <a:pt x="30" y="11"/>
                    <a:pt x="30" y="12"/>
                    <a:pt x="29" y="13"/>
                  </a:cubicBezTo>
                  <a:cubicBezTo>
                    <a:pt x="29" y="17"/>
                    <a:pt x="27" y="18"/>
                    <a:pt x="26" y="19"/>
                  </a:cubicBezTo>
                  <a:cubicBezTo>
                    <a:pt x="25" y="20"/>
                    <a:pt x="24" y="21"/>
                    <a:pt x="23" y="24"/>
                  </a:cubicBezTo>
                  <a:cubicBezTo>
                    <a:pt x="21" y="27"/>
                    <a:pt x="21" y="29"/>
                    <a:pt x="20" y="33"/>
                  </a:cubicBezTo>
                  <a:cubicBezTo>
                    <a:pt x="20" y="35"/>
                    <a:pt x="20" y="37"/>
                    <a:pt x="19" y="39"/>
                  </a:cubicBezTo>
                  <a:cubicBezTo>
                    <a:pt x="18" y="45"/>
                    <a:pt x="18" y="45"/>
                    <a:pt x="18" y="47"/>
                  </a:cubicBezTo>
                  <a:cubicBezTo>
                    <a:pt x="18" y="48"/>
                    <a:pt x="19" y="48"/>
                    <a:pt x="19" y="50"/>
                  </a:cubicBezTo>
                  <a:cubicBezTo>
                    <a:pt x="19" y="53"/>
                    <a:pt x="19" y="53"/>
                    <a:pt x="20" y="54"/>
                  </a:cubicBezTo>
                  <a:cubicBezTo>
                    <a:pt x="20" y="55"/>
                    <a:pt x="21" y="56"/>
                    <a:pt x="22" y="57"/>
                  </a:cubicBezTo>
                  <a:cubicBezTo>
                    <a:pt x="22" y="59"/>
                    <a:pt x="22" y="61"/>
                    <a:pt x="22" y="64"/>
                  </a:cubicBezTo>
                  <a:cubicBezTo>
                    <a:pt x="22" y="67"/>
                    <a:pt x="22" y="70"/>
                    <a:pt x="22" y="73"/>
                  </a:cubicBezTo>
                  <a:cubicBezTo>
                    <a:pt x="21" y="76"/>
                    <a:pt x="19" y="78"/>
                    <a:pt x="17" y="80"/>
                  </a:cubicBezTo>
                  <a:cubicBezTo>
                    <a:pt x="16" y="82"/>
                    <a:pt x="14" y="84"/>
                    <a:pt x="13" y="86"/>
                  </a:cubicBezTo>
                  <a:cubicBezTo>
                    <a:pt x="12" y="88"/>
                    <a:pt x="12" y="90"/>
                    <a:pt x="11" y="91"/>
                  </a:cubicBezTo>
                  <a:cubicBezTo>
                    <a:pt x="10" y="94"/>
                    <a:pt x="9" y="97"/>
                    <a:pt x="7" y="99"/>
                  </a:cubicBezTo>
                  <a:cubicBezTo>
                    <a:pt x="5" y="101"/>
                    <a:pt x="5" y="101"/>
                    <a:pt x="4" y="102"/>
                  </a:cubicBezTo>
                  <a:cubicBezTo>
                    <a:pt x="3" y="102"/>
                    <a:pt x="3" y="102"/>
                    <a:pt x="2" y="103"/>
                  </a:cubicBezTo>
                  <a:cubicBezTo>
                    <a:pt x="1" y="105"/>
                    <a:pt x="1" y="106"/>
                    <a:pt x="1" y="108"/>
                  </a:cubicBezTo>
                  <a:cubicBezTo>
                    <a:pt x="1" y="110"/>
                    <a:pt x="1" y="112"/>
                    <a:pt x="1" y="116"/>
                  </a:cubicBezTo>
                  <a:cubicBezTo>
                    <a:pt x="0" y="121"/>
                    <a:pt x="0" y="123"/>
                    <a:pt x="1" y="125"/>
                  </a:cubicBezTo>
                  <a:cubicBezTo>
                    <a:pt x="1" y="126"/>
                    <a:pt x="1" y="128"/>
                    <a:pt x="1" y="132"/>
                  </a:cubicBezTo>
                  <a:cubicBezTo>
                    <a:pt x="1" y="135"/>
                    <a:pt x="1" y="137"/>
                    <a:pt x="1" y="140"/>
                  </a:cubicBezTo>
                  <a:cubicBezTo>
                    <a:pt x="1" y="142"/>
                    <a:pt x="1" y="144"/>
                    <a:pt x="1" y="149"/>
                  </a:cubicBezTo>
                  <a:cubicBezTo>
                    <a:pt x="1" y="151"/>
                    <a:pt x="1" y="153"/>
                    <a:pt x="1" y="155"/>
                  </a:cubicBezTo>
                  <a:cubicBezTo>
                    <a:pt x="4" y="154"/>
                    <a:pt x="5" y="154"/>
                    <a:pt x="7" y="154"/>
                  </a:cubicBezTo>
                  <a:cubicBezTo>
                    <a:pt x="9" y="153"/>
                    <a:pt x="11" y="153"/>
                    <a:pt x="13" y="152"/>
                  </a:cubicBezTo>
                  <a:cubicBezTo>
                    <a:pt x="14" y="152"/>
                    <a:pt x="16" y="151"/>
                    <a:pt x="17" y="150"/>
                  </a:cubicBezTo>
                  <a:cubicBezTo>
                    <a:pt x="18" y="150"/>
                    <a:pt x="19" y="149"/>
                    <a:pt x="20" y="150"/>
                  </a:cubicBezTo>
                  <a:cubicBezTo>
                    <a:pt x="21" y="151"/>
                    <a:pt x="19" y="151"/>
                    <a:pt x="20" y="152"/>
                  </a:cubicBezTo>
                  <a:cubicBezTo>
                    <a:pt x="21" y="153"/>
                    <a:pt x="20" y="152"/>
                    <a:pt x="23" y="153"/>
                  </a:cubicBezTo>
                  <a:cubicBezTo>
                    <a:pt x="26" y="153"/>
                    <a:pt x="29" y="153"/>
                    <a:pt x="31" y="154"/>
                  </a:cubicBezTo>
                  <a:cubicBezTo>
                    <a:pt x="33" y="154"/>
                    <a:pt x="34" y="154"/>
                    <a:pt x="36" y="156"/>
                  </a:cubicBezTo>
                  <a:cubicBezTo>
                    <a:pt x="38" y="158"/>
                    <a:pt x="41" y="159"/>
                    <a:pt x="43" y="161"/>
                  </a:cubicBezTo>
                  <a:cubicBezTo>
                    <a:pt x="45" y="163"/>
                    <a:pt x="45" y="164"/>
                    <a:pt x="46" y="165"/>
                  </a:cubicBezTo>
                  <a:cubicBezTo>
                    <a:pt x="48" y="166"/>
                    <a:pt x="48" y="166"/>
                    <a:pt x="49" y="166"/>
                  </a:cubicBezTo>
                  <a:cubicBezTo>
                    <a:pt x="50" y="165"/>
                    <a:pt x="51" y="163"/>
                    <a:pt x="51" y="164"/>
                  </a:cubicBezTo>
                  <a:cubicBezTo>
                    <a:pt x="52" y="165"/>
                    <a:pt x="51" y="166"/>
                    <a:pt x="51" y="167"/>
                  </a:cubicBezTo>
                  <a:cubicBezTo>
                    <a:pt x="51" y="167"/>
                    <a:pt x="51" y="168"/>
                    <a:pt x="52" y="168"/>
                  </a:cubicBezTo>
                  <a:cubicBezTo>
                    <a:pt x="53" y="169"/>
                    <a:pt x="54" y="168"/>
                    <a:pt x="55" y="169"/>
                  </a:cubicBezTo>
                  <a:cubicBezTo>
                    <a:pt x="55" y="170"/>
                    <a:pt x="54" y="170"/>
                    <a:pt x="54" y="171"/>
                  </a:cubicBezTo>
                  <a:cubicBezTo>
                    <a:pt x="53" y="173"/>
                    <a:pt x="53" y="174"/>
                    <a:pt x="53" y="174"/>
                  </a:cubicBezTo>
                  <a:cubicBezTo>
                    <a:pt x="54" y="174"/>
                    <a:pt x="55" y="174"/>
                    <a:pt x="56" y="174"/>
                  </a:cubicBezTo>
                  <a:cubicBezTo>
                    <a:pt x="57" y="173"/>
                    <a:pt x="58" y="171"/>
                    <a:pt x="59" y="172"/>
                  </a:cubicBezTo>
                  <a:cubicBezTo>
                    <a:pt x="59" y="173"/>
                    <a:pt x="59" y="174"/>
                    <a:pt x="58" y="176"/>
                  </a:cubicBezTo>
                  <a:cubicBezTo>
                    <a:pt x="57" y="177"/>
                    <a:pt x="56" y="178"/>
                    <a:pt x="56" y="180"/>
                  </a:cubicBezTo>
                  <a:cubicBezTo>
                    <a:pt x="57" y="182"/>
                    <a:pt x="58" y="184"/>
                    <a:pt x="58" y="186"/>
                  </a:cubicBezTo>
                  <a:cubicBezTo>
                    <a:pt x="58" y="188"/>
                    <a:pt x="57" y="189"/>
                    <a:pt x="59" y="190"/>
                  </a:cubicBezTo>
                  <a:cubicBezTo>
                    <a:pt x="60" y="191"/>
                    <a:pt x="61" y="193"/>
                    <a:pt x="63" y="194"/>
                  </a:cubicBezTo>
                  <a:cubicBezTo>
                    <a:pt x="66" y="195"/>
                    <a:pt x="67" y="197"/>
                    <a:pt x="69" y="197"/>
                  </a:cubicBezTo>
                  <a:cubicBezTo>
                    <a:pt x="71" y="197"/>
                    <a:pt x="72" y="195"/>
                    <a:pt x="73" y="195"/>
                  </a:cubicBezTo>
                  <a:cubicBezTo>
                    <a:pt x="75" y="196"/>
                    <a:pt x="75" y="197"/>
                    <a:pt x="77" y="196"/>
                  </a:cubicBezTo>
                  <a:cubicBezTo>
                    <a:pt x="79" y="194"/>
                    <a:pt x="78" y="193"/>
                    <a:pt x="80" y="192"/>
                  </a:cubicBezTo>
                  <a:cubicBezTo>
                    <a:pt x="82" y="192"/>
                    <a:pt x="82" y="191"/>
                    <a:pt x="83" y="190"/>
                  </a:cubicBezTo>
                  <a:cubicBezTo>
                    <a:pt x="83" y="189"/>
                    <a:pt x="84" y="187"/>
                    <a:pt x="84" y="188"/>
                  </a:cubicBezTo>
                  <a:cubicBezTo>
                    <a:pt x="85" y="190"/>
                    <a:pt x="84" y="190"/>
                    <a:pt x="85" y="191"/>
                  </a:cubicBezTo>
                  <a:cubicBezTo>
                    <a:pt x="86" y="193"/>
                    <a:pt x="87" y="193"/>
                    <a:pt x="87" y="193"/>
                  </a:cubicBezTo>
                  <a:cubicBezTo>
                    <a:pt x="88" y="192"/>
                    <a:pt x="88" y="191"/>
                    <a:pt x="89" y="190"/>
                  </a:cubicBezTo>
                  <a:cubicBezTo>
                    <a:pt x="90" y="190"/>
                    <a:pt x="91" y="189"/>
                    <a:pt x="92" y="190"/>
                  </a:cubicBezTo>
                  <a:cubicBezTo>
                    <a:pt x="93" y="190"/>
                    <a:pt x="94" y="193"/>
                    <a:pt x="96" y="192"/>
                  </a:cubicBezTo>
                  <a:cubicBezTo>
                    <a:pt x="98" y="192"/>
                    <a:pt x="97" y="189"/>
                    <a:pt x="98" y="190"/>
                  </a:cubicBezTo>
                  <a:cubicBezTo>
                    <a:pt x="100" y="190"/>
                    <a:pt x="101" y="191"/>
                    <a:pt x="102" y="192"/>
                  </a:cubicBezTo>
                  <a:cubicBezTo>
                    <a:pt x="104" y="192"/>
                    <a:pt x="105" y="193"/>
                    <a:pt x="107" y="192"/>
                  </a:cubicBezTo>
                  <a:cubicBezTo>
                    <a:pt x="109" y="192"/>
                    <a:pt x="111" y="191"/>
                    <a:pt x="112" y="191"/>
                  </a:cubicBezTo>
                  <a:cubicBezTo>
                    <a:pt x="113" y="191"/>
                    <a:pt x="114" y="191"/>
                    <a:pt x="114" y="191"/>
                  </a:cubicBezTo>
                  <a:cubicBezTo>
                    <a:pt x="114" y="190"/>
                    <a:pt x="114" y="188"/>
                    <a:pt x="113" y="188"/>
                  </a:cubicBezTo>
                  <a:cubicBezTo>
                    <a:pt x="113" y="187"/>
                    <a:pt x="111" y="184"/>
                    <a:pt x="112" y="184"/>
                  </a:cubicBezTo>
                  <a:cubicBezTo>
                    <a:pt x="113" y="183"/>
                    <a:pt x="117" y="184"/>
                    <a:pt x="117" y="185"/>
                  </a:cubicBezTo>
                  <a:cubicBezTo>
                    <a:pt x="117" y="186"/>
                    <a:pt x="118" y="187"/>
                    <a:pt x="120" y="18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5" name="Freeform 450">
              <a:extLst>
                <a:ext uri="{FF2B5EF4-FFF2-40B4-BE49-F238E27FC236}">
                  <a16:creationId xmlns:a16="http://schemas.microsoft.com/office/drawing/2014/main" id="{B0672C03-BBDA-FF9F-E7BA-5A6290AEC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961" y="3064218"/>
              <a:ext cx="7052" cy="7052"/>
            </a:xfrm>
            <a:custGeom>
              <a:avLst/>
              <a:gdLst>
                <a:gd name="T0" fmla="*/ 1 w 6"/>
                <a:gd name="T1" fmla="*/ 3 h 7"/>
                <a:gd name="T2" fmla="*/ 1 w 6"/>
                <a:gd name="T3" fmla="*/ 7 h 7"/>
                <a:gd name="T4" fmla="*/ 5 w 6"/>
                <a:gd name="T5" fmla="*/ 5 h 7"/>
                <a:gd name="T6" fmla="*/ 1 w 6"/>
                <a:gd name="T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1" y="3"/>
                  </a:moveTo>
                  <a:cubicBezTo>
                    <a:pt x="1" y="5"/>
                    <a:pt x="0" y="7"/>
                    <a:pt x="1" y="7"/>
                  </a:cubicBezTo>
                  <a:cubicBezTo>
                    <a:pt x="2" y="7"/>
                    <a:pt x="4" y="6"/>
                    <a:pt x="5" y="5"/>
                  </a:cubicBezTo>
                  <a:cubicBezTo>
                    <a:pt x="6" y="3"/>
                    <a:pt x="4" y="0"/>
                    <a:pt x="1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6" name="Freeform 451">
              <a:extLst>
                <a:ext uri="{FF2B5EF4-FFF2-40B4-BE49-F238E27FC236}">
                  <a16:creationId xmlns:a16="http://schemas.microsoft.com/office/drawing/2014/main" id="{1B8AD722-A393-FAFB-E866-2BD0723EB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117" y="3024727"/>
              <a:ext cx="7052" cy="11283"/>
            </a:xfrm>
            <a:custGeom>
              <a:avLst/>
              <a:gdLst>
                <a:gd name="T0" fmla="*/ 2 w 7"/>
                <a:gd name="T1" fmla="*/ 4 h 10"/>
                <a:gd name="T2" fmla="*/ 1 w 7"/>
                <a:gd name="T3" fmla="*/ 9 h 10"/>
                <a:gd name="T4" fmla="*/ 6 w 7"/>
                <a:gd name="T5" fmla="*/ 7 h 10"/>
                <a:gd name="T6" fmla="*/ 2 w 7"/>
                <a:gd name="T7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0">
                  <a:moveTo>
                    <a:pt x="2" y="4"/>
                  </a:moveTo>
                  <a:cubicBezTo>
                    <a:pt x="1" y="6"/>
                    <a:pt x="0" y="8"/>
                    <a:pt x="1" y="9"/>
                  </a:cubicBezTo>
                  <a:cubicBezTo>
                    <a:pt x="2" y="10"/>
                    <a:pt x="4" y="10"/>
                    <a:pt x="6" y="7"/>
                  </a:cubicBezTo>
                  <a:cubicBezTo>
                    <a:pt x="7" y="5"/>
                    <a:pt x="5" y="0"/>
                    <a:pt x="2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7" name="Freeform 452">
              <a:extLst>
                <a:ext uri="{FF2B5EF4-FFF2-40B4-BE49-F238E27FC236}">
                  <a16:creationId xmlns:a16="http://schemas.microsoft.com/office/drawing/2014/main" id="{335E9B9B-9762-F67F-4E0B-D496825E4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4373" y="2612894"/>
              <a:ext cx="232714" cy="142449"/>
            </a:xfrm>
            <a:custGeom>
              <a:avLst/>
              <a:gdLst>
                <a:gd name="T0" fmla="*/ 212 w 212"/>
                <a:gd name="T1" fmla="*/ 48 h 132"/>
                <a:gd name="T2" fmla="*/ 190 w 212"/>
                <a:gd name="T3" fmla="*/ 0 h 132"/>
                <a:gd name="T4" fmla="*/ 155 w 212"/>
                <a:gd name="T5" fmla="*/ 5 h 132"/>
                <a:gd name="T6" fmla="*/ 132 w 212"/>
                <a:gd name="T7" fmla="*/ 8 h 132"/>
                <a:gd name="T8" fmla="*/ 123 w 212"/>
                <a:gd name="T9" fmla="*/ 11 h 132"/>
                <a:gd name="T10" fmla="*/ 112 w 212"/>
                <a:gd name="T11" fmla="*/ 18 h 132"/>
                <a:gd name="T12" fmla="*/ 106 w 212"/>
                <a:gd name="T13" fmla="*/ 28 h 132"/>
                <a:gd name="T14" fmla="*/ 98 w 212"/>
                <a:gd name="T15" fmla="*/ 39 h 132"/>
                <a:gd name="T16" fmla="*/ 90 w 212"/>
                <a:gd name="T17" fmla="*/ 41 h 132"/>
                <a:gd name="T18" fmla="*/ 88 w 212"/>
                <a:gd name="T19" fmla="*/ 41 h 132"/>
                <a:gd name="T20" fmla="*/ 81 w 212"/>
                <a:gd name="T21" fmla="*/ 37 h 132"/>
                <a:gd name="T22" fmla="*/ 80 w 212"/>
                <a:gd name="T23" fmla="*/ 36 h 132"/>
                <a:gd name="T24" fmla="*/ 64 w 212"/>
                <a:gd name="T25" fmla="*/ 34 h 132"/>
                <a:gd name="T26" fmla="*/ 49 w 212"/>
                <a:gd name="T27" fmla="*/ 33 h 132"/>
                <a:gd name="T28" fmla="*/ 36 w 212"/>
                <a:gd name="T29" fmla="*/ 34 h 132"/>
                <a:gd name="T30" fmla="*/ 25 w 212"/>
                <a:gd name="T31" fmla="*/ 35 h 132"/>
                <a:gd name="T32" fmla="*/ 18 w 212"/>
                <a:gd name="T33" fmla="*/ 33 h 132"/>
                <a:gd name="T34" fmla="*/ 14 w 212"/>
                <a:gd name="T35" fmla="*/ 32 h 132"/>
                <a:gd name="T36" fmla="*/ 10 w 212"/>
                <a:gd name="T37" fmla="*/ 38 h 132"/>
                <a:gd name="T38" fmla="*/ 10 w 212"/>
                <a:gd name="T39" fmla="*/ 38 h 132"/>
                <a:gd name="T40" fmla="*/ 10 w 212"/>
                <a:gd name="T41" fmla="*/ 38 h 132"/>
                <a:gd name="T42" fmla="*/ 10 w 212"/>
                <a:gd name="T43" fmla="*/ 44 h 132"/>
                <a:gd name="T44" fmla="*/ 10 w 212"/>
                <a:gd name="T45" fmla="*/ 49 h 132"/>
                <a:gd name="T46" fmla="*/ 0 w 212"/>
                <a:gd name="T47" fmla="*/ 56 h 132"/>
                <a:gd name="T48" fmla="*/ 1 w 212"/>
                <a:gd name="T49" fmla="*/ 60 h 132"/>
                <a:gd name="T50" fmla="*/ 1 w 212"/>
                <a:gd name="T51" fmla="*/ 74 h 132"/>
                <a:gd name="T52" fmla="*/ 1 w 212"/>
                <a:gd name="T53" fmla="*/ 81 h 132"/>
                <a:gd name="T54" fmla="*/ 3 w 212"/>
                <a:gd name="T55" fmla="*/ 89 h 132"/>
                <a:gd name="T56" fmla="*/ 6 w 212"/>
                <a:gd name="T57" fmla="*/ 101 h 132"/>
                <a:gd name="T58" fmla="*/ 11 w 212"/>
                <a:gd name="T59" fmla="*/ 110 h 132"/>
                <a:gd name="T60" fmla="*/ 10 w 212"/>
                <a:gd name="T61" fmla="*/ 119 h 132"/>
                <a:gd name="T62" fmla="*/ 13 w 212"/>
                <a:gd name="T63" fmla="*/ 128 h 132"/>
                <a:gd name="T64" fmla="*/ 19 w 212"/>
                <a:gd name="T65" fmla="*/ 131 h 132"/>
                <a:gd name="T66" fmla="*/ 31 w 212"/>
                <a:gd name="T67" fmla="*/ 132 h 132"/>
                <a:gd name="T68" fmla="*/ 39 w 212"/>
                <a:gd name="T69" fmla="*/ 130 h 132"/>
                <a:gd name="T70" fmla="*/ 45 w 212"/>
                <a:gd name="T71" fmla="*/ 129 h 132"/>
                <a:gd name="T72" fmla="*/ 55 w 212"/>
                <a:gd name="T73" fmla="*/ 121 h 132"/>
                <a:gd name="T74" fmla="*/ 67 w 212"/>
                <a:gd name="T75" fmla="*/ 116 h 132"/>
                <a:gd name="T76" fmla="*/ 80 w 212"/>
                <a:gd name="T77" fmla="*/ 114 h 132"/>
                <a:gd name="T78" fmla="*/ 92 w 212"/>
                <a:gd name="T79" fmla="*/ 111 h 132"/>
                <a:gd name="T80" fmla="*/ 104 w 212"/>
                <a:gd name="T81" fmla="*/ 105 h 132"/>
                <a:gd name="T82" fmla="*/ 114 w 212"/>
                <a:gd name="T83" fmla="*/ 103 h 132"/>
                <a:gd name="T84" fmla="*/ 123 w 212"/>
                <a:gd name="T85" fmla="*/ 101 h 132"/>
                <a:gd name="T86" fmla="*/ 133 w 212"/>
                <a:gd name="T87" fmla="*/ 91 h 132"/>
                <a:gd name="T88" fmla="*/ 149 w 212"/>
                <a:gd name="T89" fmla="*/ 86 h 132"/>
                <a:gd name="T90" fmla="*/ 166 w 212"/>
                <a:gd name="T91" fmla="*/ 81 h 132"/>
                <a:gd name="T92" fmla="*/ 192 w 212"/>
                <a:gd name="T93" fmla="*/ 71 h 132"/>
                <a:gd name="T94" fmla="*/ 195 w 212"/>
                <a:gd name="T95" fmla="*/ 66 h 132"/>
                <a:gd name="T96" fmla="*/ 195 w 212"/>
                <a:gd name="T97" fmla="*/ 61 h 132"/>
                <a:gd name="T98" fmla="*/ 200 w 212"/>
                <a:gd name="T99" fmla="*/ 54 h 132"/>
                <a:gd name="T100" fmla="*/ 205 w 212"/>
                <a:gd name="T101" fmla="*/ 51 h 132"/>
                <a:gd name="T102" fmla="*/ 212 w 212"/>
                <a:gd name="T103" fmla="*/ 4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2" h="132">
                  <a:moveTo>
                    <a:pt x="212" y="48"/>
                  </a:moveTo>
                  <a:cubicBezTo>
                    <a:pt x="190" y="0"/>
                    <a:pt x="190" y="0"/>
                    <a:pt x="190" y="0"/>
                  </a:cubicBezTo>
                  <a:cubicBezTo>
                    <a:pt x="185" y="1"/>
                    <a:pt x="169" y="3"/>
                    <a:pt x="155" y="5"/>
                  </a:cubicBezTo>
                  <a:cubicBezTo>
                    <a:pt x="143" y="6"/>
                    <a:pt x="133" y="7"/>
                    <a:pt x="132" y="8"/>
                  </a:cubicBezTo>
                  <a:cubicBezTo>
                    <a:pt x="130" y="8"/>
                    <a:pt x="127" y="9"/>
                    <a:pt x="123" y="11"/>
                  </a:cubicBezTo>
                  <a:cubicBezTo>
                    <a:pt x="119" y="14"/>
                    <a:pt x="114" y="17"/>
                    <a:pt x="112" y="18"/>
                  </a:cubicBezTo>
                  <a:cubicBezTo>
                    <a:pt x="111" y="19"/>
                    <a:pt x="108" y="23"/>
                    <a:pt x="106" y="28"/>
                  </a:cubicBezTo>
                  <a:cubicBezTo>
                    <a:pt x="103" y="32"/>
                    <a:pt x="100" y="37"/>
                    <a:pt x="98" y="39"/>
                  </a:cubicBezTo>
                  <a:cubicBezTo>
                    <a:pt x="95" y="41"/>
                    <a:pt x="94" y="41"/>
                    <a:pt x="90" y="41"/>
                  </a:cubicBezTo>
                  <a:cubicBezTo>
                    <a:pt x="90" y="41"/>
                    <a:pt x="90" y="41"/>
                    <a:pt x="88" y="41"/>
                  </a:cubicBezTo>
                  <a:cubicBezTo>
                    <a:pt x="84" y="41"/>
                    <a:pt x="82" y="39"/>
                    <a:pt x="81" y="37"/>
                  </a:cubicBezTo>
                  <a:cubicBezTo>
                    <a:pt x="81" y="36"/>
                    <a:pt x="80" y="36"/>
                    <a:pt x="80" y="36"/>
                  </a:cubicBezTo>
                  <a:cubicBezTo>
                    <a:pt x="78" y="35"/>
                    <a:pt x="71" y="35"/>
                    <a:pt x="64" y="34"/>
                  </a:cubicBezTo>
                  <a:cubicBezTo>
                    <a:pt x="58" y="34"/>
                    <a:pt x="52" y="33"/>
                    <a:pt x="49" y="33"/>
                  </a:cubicBezTo>
                  <a:cubicBezTo>
                    <a:pt x="45" y="33"/>
                    <a:pt x="40" y="34"/>
                    <a:pt x="36" y="34"/>
                  </a:cubicBezTo>
                  <a:cubicBezTo>
                    <a:pt x="31" y="35"/>
                    <a:pt x="28" y="35"/>
                    <a:pt x="25" y="35"/>
                  </a:cubicBezTo>
                  <a:cubicBezTo>
                    <a:pt x="23" y="35"/>
                    <a:pt x="20" y="34"/>
                    <a:pt x="18" y="33"/>
                  </a:cubicBezTo>
                  <a:cubicBezTo>
                    <a:pt x="16" y="32"/>
                    <a:pt x="15" y="32"/>
                    <a:pt x="14" y="32"/>
                  </a:cubicBezTo>
                  <a:cubicBezTo>
                    <a:pt x="12" y="33"/>
                    <a:pt x="11" y="34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41"/>
                    <a:pt x="10" y="43"/>
                    <a:pt x="10" y="44"/>
                  </a:cubicBezTo>
                  <a:cubicBezTo>
                    <a:pt x="10" y="46"/>
                    <a:pt x="11" y="47"/>
                    <a:pt x="10" y="49"/>
                  </a:cubicBezTo>
                  <a:cubicBezTo>
                    <a:pt x="9" y="51"/>
                    <a:pt x="4" y="54"/>
                    <a:pt x="0" y="56"/>
                  </a:cubicBezTo>
                  <a:cubicBezTo>
                    <a:pt x="0" y="57"/>
                    <a:pt x="1" y="58"/>
                    <a:pt x="1" y="60"/>
                  </a:cubicBezTo>
                  <a:cubicBezTo>
                    <a:pt x="1" y="65"/>
                    <a:pt x="1" y="72"/>
                    <a:pt x="1" y="74"/>
                  </a:cubicBezTo>
                  <a:cubicBezTo>
                    <a:pt x="1" y="75"/>
                    <a:pt x="0" y="78"/>
                    <a:pt x="1" y="81"/>
                  </a:cubicBezTo>
                  <a:cubicBezTo>
                    <a:pt x="2" y="84"/>
                    <a:pt x="2" y="86"/>
                    <a:pt x="3" y="89"/>
                  </a:cubicBezTo>
                  <a:cubicBezTo>
                    <a:pt x="5" y="93"/>
                    <a:pt x="6" y="98"/>
                    <a:pt x="6" y="101"/>
                  </a:cubicBezTo>
                  <a:cubicBezTo>
                    <a:pt x="6" y="104"/>
                    <a:pt x="11" y="107"/>
                    <a:pt x="11" y="110"/>
                  </a:cubicBezTo>
                  <a:cubicBezTo>
                    <a:pt x="12" y="114"/>
                    <a:pt x="11" y="114"/>
                    <a:pt x="10" y="119"/>
                  </a:cubicBezTo>
                  <a:cubicBezTo>
                    <a:pt x="9" y="124"/>
                    <a:pt x="12" y="124"/>
                    <a:pt x="13" y="128"/>
                  </a:cubicBezTo>
                  <a:cubicBezTo>
                    <a:pt x="14" y="131"/>
                    <a:pt x="16" y="130"/>
                    <a:pt x="19" y="131"/>
                  </a:cubicBezTo>
                  <a:cubicBezTo>
                    <a:pt x="23" y="131"/>
                    <a:pt x="27" y="132"/>
                    <a:pt x="31" y="132"/>
                  </a:cubicBezTo>
                  <a:cubicBezTo>
                    <a:pt x="36" y="132"/>
                    <a:pt x="35" y="132"/>
                    <a:pt x="39" y="130"/>
                  </a:cubicBezTo>
                  <a:cubicBezTo>
                    <a:pt x="43" y="128"/>
                    <a:pt x="41" y="130"/>
                    <a:pt x="45" y="129"/>
                  </a:cubicBezTo>
                  <a:cubicBezTo>
                    <a:pt x="49" y="128"/>
                    <a:pt x="51" y="125"/>
                    <a:pt x="55" y="121"/>
                  </a:cubicBezTo>
                  <a:cubicBezTo>
                    <a:pt x="60" y="117"/>
                    <a:pt x="62" y="116"/>
                    <a:pt x="67" y="116"/>
                  </a:cubicBezTo>
                  <a:cubicBezTo>
                    <a:pt x="72" y="115"/>
                    <a:pt x="74" y="114"/>
                    <a:pt x="80" y="114"/>
                  </a:cubicBezTo>
                  <a:cubicBezTo>
                    <a:pt x="87" y="113"/>
                    <a:pt x="89" y="113"/>
                    <a:pt x="92" y="111"/>
                  </a:cubicBezTo>
                  <a:cubicBezTo>
                    <a:pt x="95" y="110"/>
                    <a:pt x="100" y="108"/>
                    <a:pt x="104" y="105"/>
                  </a:cubicBezTo>
                  <a:cubicBezTo>
                    <a:pt x="107" y="101"/>
                    <a:pt x="109" y="102"/>
                    <a:pt x="114" y="103"/>
                  </a:cubicBezTo>
                  <a:cubicBezTo>
                    <a:pt x="120" y="103"/>
                    <a:pt x="121" y="103"/>
                    <a:pt x="123" y="101"/>
                  </a:cubicBezTo>
                  <a:cubicBezTo>
                    <a:pt x="125" y="99"/>
                    <a:pt x="129" y="93"/>
                    <a:pt x="133" y="91"/>
                  </a:cubicBezTo>
                  <a:cubicBezTo>
                    <a:pt x="136" y="90"/>
                    <a:pt x="144" y="88"/>
                    <a:pt x="149" y="86"/>
                  </a:cubicBezTo>
                  <a:cubicBezTo>
                    <a:pt x="154" y="84"/>
                    <a:pt x="158" y="83"/>
                    <a:pt x="166" y="81"/>
                  </a:cubicBezTo>
                  <a:cubicBezTo>
                    <a:pt x="174" y="79"/>
                    <a:pt x="190" y="72"/>
                    <a:pt x="192" y="71"/>
                  </a:cubicBezTo>
                  <a:cubicBezTo>
                    <a:pt x="194" y="70"/>
                    <a:pt x="195" y="69"/>
                    <a:pt x="195" y="66"/>
                  </a:cubicBezTo>
                  <a:cubicBezTo>
                    <a:pt x="195" y="64"/>
                    <a:pt x="194" y="62"/>
                    <a:pt x="195" y="61"/>
                  </a:cubicBezTo>
                  <a:cubicBezTo>
                    <a:pt x="196" y="60"/>
                    <a:pt x="198" y="56"/>
                    <a:pt x="200" y="54"/>
                  </a:cubicBezTo>
                  <a:cubicBezTo>
                    <a:pt x="201" y="52"/>
                    <a:pt x="203" y="52"/>
                    <a:pt x="205" y="51"/>
                  </a:cubicBezTo>
                  <a:cubicBezTo>
                    <a:pt x="207" y="51"/>
                    <a:pt x="210" y="50"/>
                    <a:pt x="212" y="4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8" name="Freeform 453">
              <a:extLst>
                <a:ext uri="{FF2B5EF4-FFF2-40B4-BE49-F238E27FC236}">
                  <a16:creationId xmlns:a16="http://schemas.microsoft.com/office/drawing/2014/main" id="{08C7954E-7D3A-4DDE-F6E1-98037B6EF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632" y="2728546"/>
              <a:ext cx="67699" cy="16925"/>
            </a:xfrm>
            <a:custGeom>
              <a:avLst/>
              <a:gdLst>
                <a:gd name="T0" fmla="*/ 24 w 61"/>
                <a:gd name="T1" fmla="*/ 9 h 16"/>
                <a:gd name="T2" fmla="*/ 18 w 61"/>
                <a:gd name="T3" fmla="*/ 10 h 16"/>
                <a:gd name="T4" fmla="*/ 13 w 61"/>
                <a:gd name="T5" fmla="*/ 13 h 16"/>
                <a:gd name="T6" fmla="*/ 9 w 61"/>
                <a:gd name="T7" fmla="*/ 13 h 16"/>
                <a:gd name="T8" fmla="*/ 7 w 61"/>
                <a:gd name="T9" fmla="*/ 10 h 16"/>
                <a:gd name="T10" fmla="*/ 3 w 61"/>
                <a:gd name="T11" fmla="*/ 8 h 16"/>
                <a:gd name="T12" fmla="*/ 1 w 61"/>
                <a:gd name="T13" fmla="*/ 13 h 16"/>
                <a:gd name="T14" fmla="*/ 4 w 61"/>
                <a:gd name="T15" fmla="*/ 15 h 16"/>
                <a:gd name="T16" fmla="*/ 18 w 61"/>
                <a:gd name="T17" fmla="*/ 15 h 16"/>
                <a:gd name="T18" fmla="*/ 28 w 61"/>
                <a:gd name="T19" fmla="*/ 10 h 16"/>
                <a:gd name="T20" fmla="*/ 28 w 61"/>
                <a:gd name="T21" fmla="*/ 9 h 16"/>
                <a:gd name="T22" fmla="*/ 35 w 61"/>
                <a:gd name="T23" fmla="*/ 8 h 16"/>
                <a:gd name="T24" fmla="*/ 43 w 61"/>
                <a:gd name="T25" fmla="*/ 9 h 16"/>
                <a:gd name="T26" fmla="*/ 51 w 61"/>
                <a:gd name="T27" fmla="*/ 11 h 16"/>
                <a:gd name="T28" fmla="*/ 57 w 61"/>
                <a:gd name="T29" fmla="*/ 11 h 16"/>
                <a:gd name="T30" fmla="*/ 58 w 61"/>
                <a:gd name="T31" fmla="*/ 11 h 16"/>
                <a:gd name="T32" fmla="*/ 61 w 61"/>
                <a:gd name="T33" fmla="*/ 10 h 16"/>
                <a:gd name="T34" fmla="*/ 61 w 61"/>
                <a:gd name="T35" fmla="*/ 8 h 16"/>
                <a:gd name="T36" fmla="*/ 61 w 61"/>
                <a:gd name="T37" fmla="*/ 8 h 16"/>
                <a:gd name="T38" fmla="*/ 61 w 61"/>
                <a:gd name="T39" fmla="*/ 8 h 16"/>
                <a:gd name="T40" fmla="*/ 58 w 61"/>
                <a:gd name="T41" fmla="*/ 7 h 16"/>
                <a:gd name="T42" fmla="*/ 55 w 61"/>
                <a:gd name="T43" fmla="*/ 7 h 16"/>
                <a:gd name="T44" fmla="*/ 48 w 61"/>
                <a:gd name="T45" fmla="*/ 5 h 16"/>
                <a:gd name="T46" fmla="*/ 41 w 61"/>
                <a:gd name="T47" fmla="*/ 2 h 16"/>
                <a:gd name="T48" fmla="*/ 35 w 61"/>
                <a:gd name="T49" fmla="*/ 1 h 16"/>
                <a:gd name="T50" fmla="*/ 32 w 61"/>
                <a:gd name="T51" fmla="*/ 1 h 16"/>
                <a:gd name="T52" fmla="*/ 27 w 61"/>
                <a:gd name="T53" fmla="*/ 3 h 16"/>
                <a:gd name="T54" fmla="*/ 23 w 61"/>
                <a:gd name="T55" fmla="*/ 4 h 16"/>
                <a:gd name="T56" fmla="*/ 19 w 61"/>
                <a:gd name="T57" fmla="*/ 5 h 16"/>
                <a:gd name="T58" fmla="*/ 12 w 61"/>
                <a:gd name="T59" fmla="*/ 6 h 16"/>
                <a:gd name="T60" fmla="*/ 7 w 61"/>
                <a:gd name="T61" fmla="*/ 6 h 16"/>
                <a:gd name="T62" fmla="*/ 9 w 61"/>
                <a:gd name="T63" fmla="*/ 8 h 16"/>
                <a:gd name="T64" fmla="*/ 14 w 61"/>
                <a:gd name="T65" fmla="*/ 8 h 16"/>
                <a:gd name="T66" fmla="*/ 19 w 61"/>
                <a:gd name="T67" fmla="*/ 6 h 16"/>
                <a:gd name="T68" fmla="*/ 26 w 61"/>
                <a:gd name="T69" fmla="*/ 5 h 16"/>
                <a:gd name="T70" fmla="*/ 29 w 61"/>
                <a:gd name="T71" fmla="*/ 6 h 16"/>
                <a:gd name="T72" fmla="*/ 24 w 61"/>
                <a:gd name="T73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16">
                  <a:moveTo>
                    <a:pt x="24" y="9"/>
                  </a:moveTo>
                  <a:cubicBezTo>
                    <a:pt x="22" y="9"/>
                    <a:pt x="20" y="8"/>
                    <a:pt x="18" y="10"/>
                  </a:cubicBezTo>
                  <a:cubicBezTo>
                    <a:pt x="15" y="12"/>
                    <a:pt x="14" y="13"/>
                    <a:pt x="13" y="13"/>
                  </a:cubicBezTo>
                  <a:cubicBezTo>
                    <a:pt x="12" y="14"/>
                    <a:pt x="10" y="14"/>
                    <a:pt x="9" y="13"/>
                  </a:cubicBezTo>
                  <a:cubicBezTo>
                    <a:pt x="8" y="12"/>
                    <a:pt x="8" y="11"/>
                    <a:pt x="7" y="10"/>
                  </a:cubicBezTo>
                  <a:cubicBezTo>
                    <a:pt x="6" y="9"/>
                    <a:pt x="4" y="7"/>
                    <a:pt x="3" y="8"/>
                  </a:cubicBezTo>
                  <a:cubicBezTo>
                    <a:pt x="1" y="10"/>
                    <a:pt x="0" y="11"/>
                    <a:pt x="1" y="13"/>
                  </a:cubicBezTo>
                  <a:cubicBezTo>
                    <a:pt x="3" y="14"/>
                    <a:pt x="4" y="14"/>
                    <a:pt x="4" y="15"/>
                  </a:cubicBezTo>
                  <a:cubicBezTo>
                    <a:pt x="8" y="16"/>
                    <a:pt x="14" y="16"/>
                    <a:pt x="18" y="15"/>
                  </a:cubicBezTo>
                  <a:cubicBezTo>
                    <a:pt x="23" y="12"/>
                    <a:pt x="25" y="11"/>
                    <a:pt x="28" y="10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0" y="8"/>
                    <a:pt x="32" y="8"/>
                    <a:pt x="35" y="8"/>
                  </a:cubicBezTo>
                  <a:cubicBezTo>
                    <a:pt x="37" y="8"/>
                    <a:pt x="40" y="8"/>
                    <a:pt x="43" y="9"/>
                  </a:cubicBezTo>
                  <a:cubicBezTo>
                    <a:pt x="46" y="10"/>
                    <a:pt x="49" y="10"/>
                    <a:pt x="51" y="11"/>
                  </a:cubicBezTo>
                  <a:cubicBezTo>
                    <a:pt x="54" y="11"/>
                    <a:pt x="56" y="11"/>
                    <a:pt x="57" y="11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9" y="11"/>
                    <a:pt x="60" y="10"/>
                    <a:pt x="61" y="10"/>
                  </a:cubicBezTo>
                  <a:cubicBezTo>
                    <a:pt x="61" y="9"/>
                    <a:pt x="61" y="9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7"/>
                    <a:pt x="60" y="7"/>
                    <a:pt x="58" y="7"/>
                  </a:cubicBezTo>
                  <a:cubicBezTo>
                    <a:pt x="57" y="7"/>
                    <a:pt x="56" y="7"/>
                    <a:pt x="55" y="7"/>
                  </a:cubicBezTo>
                  <a:cubicBezTo>
                    <a:pt x="52" y="7"/>
                    <a:pt x="50" y="6"/>
                    <a:pt x="48" y="5"/>
                  </a:cubicBezTo>
                  <a:cubicBezTo>
                    <a:pt x="46" y="5"/>
                    <a:pt x="44" y="3"/>
                    <a:pt x="41" y="2"/>
                  </a:cubicBezTo>
                  <a:cubicBezTo>
                    <a:pt x="38" y="0"/>
                    <a:pt x="37" y="0"/>
                    <a:pt x="35" y="1"/>
                  </a:cubicBezTo>
                  <a:cubicBezTo>
                    <a:pt x="34" y="1"/>
                    <a:pt x="33" y="1"/>
                    <a:pt x="32" y="1"/>
                  </a:cubicBezTo>
                  <a:cubicBezTo>
                    <a:pt x="30" y="2"/>
                    <a:pt x="28" y="2"/>
                    <a:pt x="27" y="3"/>
                  </a:cubicBezTo>
                  <a:cubicBezTo>
                    <a:pt x="26" y="3"/>
                    <a:pt x="24" y="3"/>
                    <a:pt x="23" y="4"/>
                  </a:cubicBezTo>
                  <a:cubicBezTo>
                    <a:pt x="22" y="4"/>
                    <a:pt x="20" y="4"/>
                    <a:pt x="19" y="5"/>
                  </a:cubicBezTo>
                  <a:cubicBezTo>
                    <a:pt x="17" y="5"/>
                    <a:pt x="14" y="6"/>
                    <a:pt x="12" y="6"/>
                  </a:cubicBezTo>
                  <a:cubicBezTo>
                    <a:pt x="10" y="6"/>
                    <a:pt x="9" y="6"/>
                    <a:pt x="7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1" y="8"/>
                    <a:pt x="12" y="9"/>
                    <a:pt x="14" y="8"/>
                  </a:cubicBezTo>
                  <a:cubicBezTo>
                    <a:pt x="16" y="8"/>
                    <a:pt x="17" y="7"/>
                    <a:pt x="19" y="6"/>
                  </a:cubicBezTo>
                  <a:cubicBezTo>
                    <a:pt x="21" y="6"/>
                    <a:pt x="24" y="5"/>
                    <a:pt x="26" y="5"/>
                  </a:cubicBezTo>
                  <a:cubicBezTo>
                    <a:pt x="28" y="5"/>
                    <a:pt x="29" y="5"/>
                    <a:pt x="29" y="6"/>
                  </a:cubicBezTo>
                  <a:cubicBezTo>
                    <a:pt x="28" y="7"/>
                    <a:pt x="26" y="8"/>
                    <a:pt x="24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09" name="Freeform 454">
              <a:extLst>
                <a:ext uri="{FF2B5EF4-FFF2-40B4-BE49-F238E27FC236}">
                  <a16:creationId xmlns:a16="http://schemas.microsoft.com/office/drawing/2014/main" id="{A514DF14-21B6-E0C4-EC44-510C4710F2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61817" y="1667935"/>
              <a:ext cx="916752" cy="417475"/>
            </a:xfrm>
            <a:custGeom>
              <a:avLst/>
              <a:gdLst>
                <a:gd name="T0" fmla="*/ 807 w 835"/>
                <a:gd name="T1" fmla="*/ 161 h 388"/>
                <a:gd name="T2" fmla="*/ 779 w 835"/>
                <a:gd name="T3" fmla="*/ 142 h 388"/>
                <a:gd name="T4" fmla="*/ 747 w 835"/>
                <a:gd name="T5" fmla="*/ 124 h 388"/>
                <a:gd name="T6" fmla="*/ 709 w 835"/>
                <a:gd name="T7" fmla="*/ 116 h 388"/>
                <a:gd name="T8" fmla="*/ 685 w 835"/>
                <a:gd name="T9" fmla="*/ 122 h 388"/>
                <a:gd name="T10" fmla="*/ 618 w 835"/>
                <a:gd name="T11" fmla="*/ 31 h 388"/>
                <a:gd name="T12" fmla="*/ 621 w 835"/>
                <a:gd name="T13" fmla="*/ 25 h 388"/>
                <a:gd name="T14" fmla="*/ 566 w 835"/>
                <a:gd name="T15" fmla="*/ 53 h 388"/>
                <a:gd name="T16" fmla="*/ 557 w 835"/>
                <a:gd name="T17" fmla="*/ 37 h 388"/>
                <a:gd name="T18" fmla="*/ 515 w 835"/>
                <a:gd name="T19" fmla="*/ 34 h 388"/>
                <a:gd name="T20" fmla="*/ 505 w 835"/>
                <a:gd name="T21" fmla="*/ 18 h 388"/>
                <a:gd name="T22" fmla="*/ 487 w 835"/>
                <a:gd name="T23" fmla="*/ 6 h 388"/>
                <a:gd name="T24" fmla="*/ 442 w 835"/>
                <a:gd name="T25" fmla="*/ 11 h 388"/>
                <a:gd name="T26" fmla="*/ 385 w 835"/>
                <a:gd name="T27" fmla="*/ 24 h 388"/>
                <a:gd name="T28" fmla="*/ 332 w 835"/>
                <a:gd name="T29" fmla="*/ 38 h 388"/>
                <a:gd name="T30" fmla="*/ 308 w 835"/>
                <a:gd name="T31" fmla="*/ 37 h 388"/>
                <a:gd name="T32" fmla="*/ 302 w 835"/>
                <a:gd name="T33" fmla="*/ 48 h 388"/>
                <a:gd name="T34" fmla="*/ 314 w 835"/>
                <a:gd name="T35" fmla="*/ 61 h 388"/>
                <a:gd name="T36" fmla="*/ 295 w 835"/>
                <a:gd name="T37" fmla="*/ 79 h 388"/>
                <a:gd name="T38" fmla="*/ 279 w 835"/>
                <a:gd name="T39" fmla="*/ 94 h 388"/>
                <a:gd name="T40" fmla="*/ 310 w 835"/>
                <a:gd name="T41" fmla="*/ 116 h 388"/>
                <a:gd name="T42" fmla="*/ 268 w 835"/>
                <a:gd name="T43" fmla="*/ 134 h 388"/>
                <a:gd name="T44" fmla="*/ 230 w 835"/>
                <a:gd name="T45" fmla="*/ 121 h 388"/>
                <a:gd name="T46" fmla="*/ 199 w 835"/>
                <a:gd name="T47" fmla="*/ 126 h 388"/>
                <a:gd name="T48" fmla="*/ 159 w 835"/>
                <a:gd name="T49" fmla="*/ 126 h 388"/>
                <a:gd name="T50" fmla="*/ 103 w 835"/>
                <a:gd name="T51" fmla="*/ 108 h 388"/>
                <a:gd name="T52" fmla="*/ 76 w 835"/>
                <a:gd name="T53" fmla="*/ 111 h 388"/>
                <a:gd name="T54" fmla="*/ 45 w 835"/>
                <a:gd name="T55" fmla="*/ 139 h 388"/>
                <a:gd name="T56" fmla="*/ 9 w 835"/>
                <a:gd name="T57" fmla="*/ 151 h 388"/>
                <a:gd name="T58" fmla="*/ 0 w 835"/>
                <a:gd name="T59" fmla="*/ 186 h 388"/>
                <a:gd name="T60" fmla="*/ 42 w 835"/>
                <a:gd name="T61" fmla="*/ 222 h 388"/>
                <a:gd name="T62" fmla="*/ 64 w 835"/>
                <a:gd name="T63" fmla="*/ 237 h 388"/>
                <a:gd name="T64" fmla="*/ 134 w 835"/>
                <a:gd name="T65" fmla="*/ 266 h 388"/>
                <a:gd name="T66" fmla="*/ 125 w 835"/>
                <a:gd name="T67" fmla="*/ 272 h 388"/>
                <a:gd name="T68" fmla="*/ 75 w 835"/>
                <a:gd name="T69" fmla="*/ 289 h 388"/>
                <a:gd name="T70" fmla="*/ 119 w 835"/>
                <a:gd name="T71" fmla="*/ 358 h 388"/>
                <a:gd name="T72" fmla="*/ 183 w 835"/>
                <a:gd name="T73" fmla="*/ 369 h 388"/>
                <a:gd name="T74" fmla="*/ 248 w 835"/>
                <a:gd name="T75" fmla="*/ 258 h 388"/>
                <a:gd name="T76" fmla="*/ 273 w 835"/>
                <a:gd name="T77" fmla="*/ 278 h 388"/>
                <a:gd name="T78" fmla="*/ 358 w 835"/>
                <a:gd name="T79" fmla="*/ 313 h 388"/>
                <a:gd name="T80" fmla="*/ 399 w 835"/>
                <a:gd name="T81" fmla="*/ 330 h 388"/>
                <a:gd name="T82" fmla="*/ 426 w 835"/>
                <a:gd name="T83" fmla="*/ 373 h 388"/>
                <a:gd name="T84" fmla="*/ 450 w 835"/>
                <a:gd name="T85" fmla="*/ 387 h 388"/>
                <a:gd name="T86" fmla="*/ 493 w 835"/>
                <a:gd name="T87" fmla="*/ 352 h 388"/>
                <a:gd name="T88" fmla="*/ 545 w 835"/>
                <a:gd name="T89" fmla="*/ 340 h 388"/>
                <a:gd name="T90" fmla="*/ 555 w 835"/>
                <a:gd name="T91" fmla="*/ 331 h 388"/>
                <a:gd name="T92" fmla="*/ 619 w 835"/>
                <a:gd name="T93" fmla="*/ 330 h 388"/>
                <a:gd name="T94" fmla="*/ 690 w 835"/>
                <a:gd name="T95" fmla="*/ 344 h 388"/>
                <a:gd name="T96" fmla="*/ 702 w 835"/>
                <a:gd name="T97" fmla="*/ 323 h 388"/>
                <a:gd name="T98" fmla="*/ 695 w 835"/>
                <a:gd name="T99" fmla="*/ 284 h 388"/>
                <a:gd name="T100" fmla="*/ 721 w 835"/>
                <a:gd name="T101" fmla="*/ 269 h 388"/>
                <a:gd name="T102" fmla="*/ 741 w 835"/>
                <a:gd name="T103" fmla="*/ 269 h 388"/>
                <a:gd name="T104" fmla="*/ 775 w 835"/>
                <a:gd name="T105" fmla="*/ 226 h 388"/>
                <a:gd name="T106" fmla="*/ 804 w 835"/>
                <a:gd name="T107" fmla="*/ 194 h 388"/>
                <a:gd name="T108" fmla="*/ 832 w 835"/>
                <a:gd name="T109" fmla="*/ 167 h 388"/>
                <a:gd name="T110" fmla="*/ 290 w 835"/>
                <a:gd name="T111" fmla="*/ 244 h 388"/>
                <a:gd name="T112" fmla="*/ 666 w 835"/>
                <a:gd name="T113" fmla="*/ 241 h 388"/>
                <a:gd name="T114" fmla="*/ 570 w 835"/>
                <a:gd name="T115" fmla="*/ 253 h 388"/>
                <a:gd name="T116" fmla="*/ 566 w 835"/>
                <a:gd name="T117" fmla="*/ 246 h 388"/>
                <a:gd name="T118" fmla="*/ 650 w 835"/>
                <a:gd name="T119" fmla="*/ 238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35" h="388">
                  <a:moveTo>
                    <a:pt x="832" y="167"/>
                  </a:moveTo>
                  <a:cubicBezTo>
                    <a:pt x="831" y="166"/>
                    <a:pt x="830" y="166"/>
                    <a:pt x="829" y="165"/>
                  </a:cubicBezTo>
                  <a:cubicBezTo>
                    <a:pt x="827" y="164"/>
                    <a:pt x="826" y="163"/>
                    <a:pt x="825" y="161"/>
                  </a:cubicBezTo>
                  <a:cubicBezTo>
                    <a:pt x="825" y="160"/>
                    <a:pt x="825" y="158"/>
                    <a:pt x="825" y="157"/>
                  </a:cubicBezTo>
                  <a:cubicBezTo>
                    <a:pt x="825" y="156"/>
                    <a:pt x="824" y="155"/>
                    <a:pt x="824" y="154"/>
                  </a:cubicBezTo>
                  <a:cubicBezTo>
                    <a:pt x="824" y="154"/>
                    <a:pt x="823" y="155"/>
                    <a:pt x="823" y="155"/>
                  </a:cubicBezTo>
                  <a:cubicBezTo>
                    <a:pt x="822" y="156"/>
                    <a:pt x="821" y="157"/>
                    <a:pt x="820" y="158"/>
                  </a:cubicBezTo>
                  <a:cubicBezTo>
                    <a:pt x="820" y="159"/>
                    <a:pt x="819" y="159"/>
                    <a:pt x="819" y="160"/>
                  </a:cubicBezTo>
                  <a:cubicBezTo>
                    <a:pt x="817" y="161"/>
                    <a:pt x="816" y="162"/>
                    <a:pt x="813" y="162"/>
                  </a:cubicBezTo>
                  <a:cubicBezTo>
                    <a:pt x="811" y="162"/>
                    <a:pt x="809" y="162"/>
                    <a:pt x="807" y="161"/>
                  </a:cubicBezTo>
                  <a:cubicBezTo>
                    <a:pt x="806" y="161"/>
                    <a:pt x="804" y="161"/>
                    <a:pt x="803" y="161"/>
                  </a:cubicBezTo>
                  <a:cubicBezTo>
                    <a:pt x="802" y="160"/>
                    <a:pt x="801" y="160"/>
                    <a:pt x="800" y="160"/>
                  </a:cubicBezTo>
                  <a:cubicBezTo>
                    <a:pt x="797" y="160"/>
                    <a:pt x="796" y="160"/>
                    <a:pt x="794" y="157"/>
                  </a:cubicBezTo>
                  <a:cubicBezTo>
                    <a:pt x="794" y="157"/>
                    <a:pt x="793" y="156"/>
                    <a:pt x="793" y="156"/>
                  </a:cubicBezTo>
                  <a:cubicBezTo>
                    <a:pt x="791" y="154"/>
                    <a:pt x="790" y="153"/>
                    <a:pt x="790" y="151"/>
                  </a:cubicBezTo>
                  <a:cubicBezTo>
                    <a:pt x="790" y="151"/>
                    <a:pt x="790" y="151"/>
                    <a:pt x="790" y="151"/>
                  </a:cubicBezTo>
                  <a:cubicBezTo>
                    <a:pt x="790" y="150"/>
                    <a:pt x="790" y="149"/>
                    <a:pt x="789" y="148"/>
                  </a:cubicBezTo>
                  <a:cubicBezTo>
                    <a:pt x="788" y="147"/>
                    <a:pt x="787" y="146"/>
                    <a:pt x="786" y="145"/>
                  </a:cubicBezTo>
                  <a:cubicBezTo>
                    <a:pt x="785" y="145"/>
                    <a:pt x="784" y="144"/>
                    <a:pt x="783" y="144"/>
                  </a:cubicBezTo>
                  <a:cubicBezTo>
                    <a:pt x="782" y="143"/>
                    <a:pt x="781" y="143"/>
                    <a:pt x="779" y="142"/>
                  </a:cubicBezTo>
                  <a:cubicBezTo>
                    <a:pt x="775" y="141"/>
                    <a:pt x="774" y="139"/>
                    <a:pt x="774" y="137"/>
                  </a:cubicBezTo>
                  <a:cubicBezTo>
                    <a:pt x="773" y="136"/>
                    <a:pt x="773" y="136"/>
                    <a:pt x="773" y="135"/>
                  </a:cubicBezTo>
                  <a:cubicBezTo>
                    <a:pt x="773" y="135"/>
                    <a:pt x="773" y="135"/>
                    <a:pt x="773" y="135"/>
                  </a:cubicBezTo>
                  <a:cubicBezTo>
                    <a:pt x="773" y="134"/>
                    <a:pt x="772" y="132"/>
                    <a:pt x="770" y="130"/>
                  </a:cubicBezTo>
                  <a:cubicBezTo>
                    <a:pt x="769" y="128"/>
                    <a:pt x="768" y="126"/>
                    <a:pt x="767" y="126"/>
                  </a:cubicBezTo>
                  <a:cubicBezTo>
                    <a:pt x="767" y="126"/>
                    <a:pt x="767" y="126"/>
                    <a:pt x="767" y="126"/>
                  </a:cubicBezTo>
                  <a:cubicBezTo>
                    <a:pt x="765" y="125"/>
                    <a:pt x="764" y="124"/>
                    <a:pt x="762" y="124"/>
                  </a:cubicBezTo>
                  <a:cubicBezTo>
                    <a:pt x="760" y="123"/>
                    <a:pt x="758" y="123"/>
                    <a:pt x="755" y="122"/>
                  </a:cubicBezTo>
                  <a:cubicBezTo>
                    <a:pt x="751" y="122"/>
                    <a:pt x="750" y="122"/>
                    <a:pt x="749" y="123"/>
                  </a:cubicBezTo>
                  <a:cubicBezTo>
                    <a:pt x="748" y="123"/>
                    <a:pt x="748" y="123"/>
                    <a:pt x="747" y="124"/>
                  </a:cubicBezTo>
                  <a:cubicBezTo>
                    <a:pt x="747" y="124"/>
                    <a:pt x="746" y="125"/>
                    <a:pt x="745" y="125"/>
                  </a:cubicBezTo>
                  <a:cubicBezTo>
                    <a:pt x="744" y="127"/>
                    <a:pt x="742" y="128"/>
                    <a:pt x="740" y="128"/>
                  </a:cubicBezTo>
                  <a:cubicBezTo>
                    <a:pt x="738" y="128"/>
                    <a:pt x="735" y="128"/>
                    <a:pt x="732" y="128"/>
                  </a:cubicBezTo>
                  <a:cubicBezTo>
                    <a:pt x="730" y="128"/>
                    <a:pt x="727" y="127"/>
                    <a:pt x="726" y="128"/>
                  </a:cubicBezTo>
                  <a:cubicBezTo>
                    <a:pt x="725" y="128"/>
                    <a:pt x="724" y="128"/>
                    <a:pt x="723" y="128"/>
                  </a:cubicBezTo>
                  <a:cubicBezTo>
                    <a:pt x="721" y="129"/>
                    <a:pt x="719" y="129"/>
                    <a:pt x="718" y="129"/>
                  </a:cubicBezTo>
                  <a:cubicBezTo>
                    <a:pt x="717" y="129"/>
                    <a:pt x="715" y="128"/>
                    <a:pt x="713" y="127"/>
                  </a:cubicBezTo>
                  <a:cubicBezTo>
                    <a:pt x="712" y="126"/>
                    <a:pt x="711" y="125"/>
                    <a:pt x="710" y="123"/>
                  </a:cubicBezTo>
                  <a:cubicBezTo>
                    <a:pt x="710" y="122"/>
                    <a:pt x="710" y="121"/>
                    <a:pt x="709" y="120"/>
                  </a:cubicBezTo>
                  <a:cubicBezTo>
                    <a:pt x="709" y="119"/>
                    <a:pt x="709" y="117"/>
                    <a:pt x="709" y="116"/>
                  </a:cubicBezTo>
                  <a:cubicBezTo>
                    <a:pt x="708" y="116"/>
                    <a:pt x="708" y="115"/>
                    <a:pt x="707" y="115"/>
                  </a:cubicBezTo>
                  <a:cubicBezTo>
                    <a:pt x="707" y="114"/>
                    <a:pt x="706" y="114"/>
                    <a:pt x="704" y="114"/>
                  </a:cubicBezTo>
                  <a:cubicBezTo>
                    <a:pt x="703" y="114"/>
                    <a:pt x="702" y="114"/>
                    <a:pt x="702" y="115"/>
                  </a:cubicBezTo>
                  <a:cubicBezTo>
                    <a:pt x="701" y="115"/>
                    <a:pt x="700" y="116"/>
                    <a:pt x="699" y="116"/>
                  </a:cubicBezTo>
                  <a:cubicBezTo>
                    <a:pt x="699" y="117"/>
                    <a:pt x="699" y="118"/>
                    <a:pt x="699" y="119"/>
                  </a:cubicBezTo>
                  <a:cubicBezTo>
                    <a:pt x="699" y="120"/>
                    <a:pt x="699" y="120"/>
                    <a:pt x="698" y="121"/>
                  </a:cubicBezTo>
                  <a:cubicBezTo>
                    <a:pt x="698" y="122"/>
                    <a:pt x="697" y="124"/>
                    <a:pt x="695" y="125"/>
                  </a:cubicBezTo>
                  <a:cubicBezTo>
                    <a:pt x="695" y="125"/>
                    <a:pt x="695" y="125"/>
                    <a:pt x="695" y="125"/>
                  </a:cubicBezTo>
                  <a:cubicBezTo>
                    <a:pt x="694" y="126"/>
                    <a:pt x="692" y="127"/>
                    <a:pt x="691" y="127"/>
                  </a:cubicBezTo>
                  <a:cubicBezTo>
                    <a:pt x="688" y="127"/>
                    <a:pt x="687" y="125"/>
                    <a:pt x="685" y="122"/>
                  </a:cubicBezTo>
                  <a:cubicBezTo>
                    <a:pt x="685" y="121"/>
                    <a:pt x="684" y="120"/>
                    <a:pt x="684" y="120"/>
                  </a:cubicBezTo>
                  <a:cubicBezTo>
                    <a:pt x="682" y="116"/>
                    <a:pt x="669" y="95"/>
                    <a:pt x="664" y="87"/>
                  </a:cubicBezTo>
                  <a:cubicBezTo>
                    <a:pt x="664" y="87"/>
                    <a:pt x="664" y="87"/>
                    <a:pt x="664" y="87"/>
                  </a:cubicBezTo>
                  <a:cubicBezTo>
                    <a:pt x="662" y="84"/>
                    <a:pt x="659" y="79"/>
                    <a:pt x="656" y="75"/>
                  </a:cubicBezTo>
                  <a:cubicBezTo>
                    <a:pt x="651" y="69"/>
                    <a:pt x="646" y="63"/>
                    <a:pt x="645" y="60"/>
                  </a:cubicBezTo>
                  <a:cubicBezTo>
                    <a:pt x="642" y="57"/>
                    <a:pt x="628" y="45"/>
                    <a:pt x="621" y="41"/>
                  </a:cubicBezTo>
                  <a:cubicBezTo>
                    <a:pt x="620" y="39"/>
                    <a:pt x="619" y="38"/>
                    <a:pt x="618" y="38"/>
                  </a:cubicBezTo>
                  <a:cubicBezTo>
                    <a:pt x="618" y="38"/>
                    <a:pt x="618" y="38"/>
                    <a:pt x="618" y="37"/>
                  </a:cubicBezTo>
                  <a:cubicBezTo>
                    <a:pt x="617" y="37"/>
                    <a:pt x="617" y="35"/>
                    <a:pt x="617" y="34"/>
                  </a:cubicBezTo>
                  <a:cubicBezTo>
                    <a:pt x="617" y="33"/>
                    <a:pt x="617" y="32"/>
                    <a:pt x="618" y="31"/>
                  </a:cubicBezTo>
                  <a:cubicBezTo>
                    <a:pt x="618" y="31"/>
                    <a:pt x="618" y="31"/>
                    <a:pt x="618" y="31"/>
                  </a:cubicBezTo>
                  <a:cubicBezTo>
                    <a:pt x="618" y="31"/>
                    <a:pt x="618" y="31"/>
                    <a:pt x="618" y="31"/>
                  </a:cubicBezTo>
                  <a:cubicBezTo>
                    <a:pt x="619" y="30"/>
                    <a:pt x="619" y="30"/>
                    <a:pt x="619" y="30"/>
                  </a:cubicBezTo>
                  <a:cubicBezTo>
                    <a:pt x="619" y="29"/>
                    <a:pt x="620" y="28"/>
                    <a:pt x="621" y="27"/>
                  </a:cubicBezTo>
                  <a:cubicBezTo>
                    <a:pt x="621" y="27"/>
                    <a:pt x="621" y="27"/>
                    <a:pt x="621" y="27"/>
                  </a:cubicBezTo>
                  <a:cubicBezTo>
                    <a:pt x="623" y="25"/>
                    <a:pt x="624" y="24"/>
                    <a:pt x="624" y="24"/>
                  </a:cubicBezTo>
                  <a:cubicBezTo>
                    <a:pt x="623" y="24"/>
                    <a:pt x="623" y="24"/>
                    <a:pt x="622" y="24"/>
                  </a:cubicBezTo>
                  <a:cubicBezTo>
                    <a:pt x="622" y="24"/>
                    <a:pt x="622" y="24"/>
                    <a:pt x="622" y="24"/>
                  </a:cubicBezTo>
                  <a:cubicBezTo>
                    <a:pt x="622" y="24"/>
                    <a:pt x="621" y="25"/>
                    <a:pt x="621" y="25"/>
                  </a:cubicBezTo>
                  <a:cubicBezTo>
                    <a:pt x="621" y="25"/>
                    <a:pt x="621" y="25"/>
                    <a:pt x="621" y="25"/>
                  </a:cubicBezTo>
                  <a:cubicBezTo>
                    <a:pt x="618" y="26"/>
                    <a:pt x="610" y="30"/>
                    <a:pt x="603" y="33"/>
                  </a:cubicBezTo>
                  <a:cubicBezTo>
                    <a:pt x="600" y="35"/>
                    <a:pt x="598" y="36"/>
                    <a:pt x="597" y="37"/>
                  </a:cubicBezTo>
                  <a:cubicBezTo>
                    <a:pt x="596" y="37"/>
                    <a:pt x="595" y="37"/>
                    <a:pt x="593" y="38"/>
                  </a:cubicBezTo>
                  <a:cubicBezTo>
                    <a:pt x="588" y="41"/>
                    <a:pt x="579" y="44"/>
                    <a:pt x="576" y="46"/>
                  </a:cubicBezTo>
                  <a:cubicBezTo>
                    <a:pt x="574" y="47"/>
                    <a:pt x="574" y="48"/>
                    <a:pt x="574" y="49"/>
                  </a:cubicBezTo>
                  <a:cubicBezTo>
                    <a:pt x="573" y="50"/>
                    <a:pt x="573" y="50"/>
                    <a:pt x="573" y="51"/>
                  </a:cubicBezTo>
                  <a:cubicBezTo>
                    <a:pt x="573" y="51"/>
                    <a:pt x="573" y="52"/>
                    <a:pt x="573" y="52"/>
                  </a:cubicBezTo>
                  <a:cubicBezTo>
                    <a:pt x="572" y="53"/>
                    <a:pt x="571" y="53"/>
                    <a:pt x="570" y="54"/>
                  </a:cubicBezTo>
                  <a:cubicBezTo>
                    <a:pt x="570" y="54"/>
                    <a:pt x="569" y="54"/>
                    <a:pt x="568" y="53"/>
                  </a:cubicBezTo>
                  <a:cubicBezTo>
                    <a:pt x="567" y="53"/>
                    <a:pt x="566" y="53"/>
                    <a:pt x="566" y="53"/>
                  </a:cubicBezTo>
                  <a:cubicBezTo>
                    <a:pt x="565" y="52"/>
                    <a:pt x="564" y="51"/>
                    <a:pt x="563" y="51"/>
                  </a:cubicBezTo>
                  <a:cubicBezTo>
                    <a:pt x="563" y="51"/>
                    <a:pt x="562" y="51"/>
                    <a:pt x="561" y="51"/>
                  </a:cubicBezTo>
                  <a:cubicBezTo>
                    <a:pt x="560" y="52"/>
                    <a:pt x="560" y="52"/>
                    <a:pt x="559" y="53"/>
                  </a:cubicBezTo>
                  <a:cubicBezTo>
                    <a:pt x="558" y="54"/>
                    <a:pt x="556" y="55"/>
                    <a:pt x="554" y="55"/>
                  </a:cubicBezTo>
                  <a:cubicBezTo>
                    <a:pt x="552" y="54"/>
                    <a:pt x="551" y="53"/>
                    <a:pt x="550" y="52"/>
                  </a:cubicBezTo>
                  <a:cubicBezTo>
                    <a:pt x="549" y="51"/>
                    <a:pt x="549" y="49"/>
                    <a:pt x="549" y="47"/>
                  </a:cubicBezTo>
                  <a:cubicBezTo>
                    <a:pt x="549" y="45"/>
                    <a:pt x="552" y="42"/>
                    <a:pt x="554" y="40"/>
                  </a:cubicBezTo>
                  <a:cubicBezTo>
                    <a:pt x="556" y="39"/>
                    <a:pt x="557" y="37"/>
                    <a:pt x="557" y="37"/>
                  </a:cubicBezTo>
                  <a:cubicBezTo>
                    <a:pt x="557" y="37"/>
                    <a:pt x="557" y="37"/>
                    <a:pt x="557" y="37"/>
                  </a:cubicBezTo>
                  <a:cubicBezTo>
                    <a:pt x="557" y="37"/>
                    <a:pt x="557" y="37"/>
                    <a:pt x="557" y="37"/>
                  </a:cubicBezTo>
                  <a:cubicBezTo>
                    <a:pt x="557" y="37"/>
                    <a:pt x="555" y="37"/>
                    <a:pt x="554" y="37"/>
                  </a:cubicBezTo>
                  <a:cubicBezTo>
                    <a:pt x="552" y="37"/>
                    <a:pt x="550" y="38"/>
                    <a:pt x="548" y="38"/>
                  </a:cubicBezTo>
                  <a:cubicBezTo>
                    <a:pt x="546" y="38"/>
                    <a:pt x="544" y="37"/>
                    <a:pt x="543" y="37"/>
                  </a:cubicBezTo>
                  <a:cubicBezTo>
                    <a:pt x="542" y="37"/>
                    <a:pt x="541" y="36"/>
                    <a:pt x="540" y="36"/>
                  </a:cubicBezTo>
                  <a:cubicBezTo>
                    <a:pt x="538" y="36"/>
                    <a:pt x="536" y="36"/>
                    <a:pt x="535" y="37"/>
                  </a:cubicBezTo>
                  <a:cubicBezTo>
                    <a:pt x="534" y="38"/>
                    <a:pt x="534" y="38"/>
                    <a:pt x="533" y="38"/>
                  </a:cubicBezTo>
                  <a:cubicBezTo>
                    <a:pt x="532" y="38"/>
                    <a:pt x="531" y="37"/>
                    <a:pt x="529" y="35"/>
                  </a:cubicBezTo>
                  <a:cubicBezTo>
                    <a:pt x="529" y="34"/>
                    <a:pt x="528" y="33"/>
                    <a:pt x="527" y="33"/>
                  </a:cubicBezTo>
                  <a:cubicBezTo>
                    <a:pt x="526" y="32"/>
                    <a:pt x="524" y="33"/>
                    <a:pt x="522" y="33"/>
                  </a:cubicBezTo>
                  <a:cubicBezTo>
                    <a:pt x="520" y="34"/>
                    <a:pt x="517" y="34"/>
                    <a:pt x="515" y="34"/>
                  </a:cubicBezTo>
                  <a:cubicBezTo>
                    <a:pt x="514" y="34"/>
                    <a:pt x="512" y="34"/>
                    <a:pt x="511" y="34"/>
                  </a:cubicBezTo>
                  <a:cubicBezTo>
                    <a:pt x="509" y="35"/>
                    <a:pt x="508" y="35"/>
                    <a:pt x="506" y="34"/>
                  </a:cubicBezTo>
                  <a:cubicBezTo>
                    <a:pt x="506" y="33"/>
                    <a:pt x="505" y="32"/>
                    <a:pt x="504" y="31"/>
                  </a:cubicBezTo>
                  <a:cubicBezTo>
                    <a:pt x="503" y="30"/>
                    <a:pt x="503" y="29"/>
                    <a:pt x="503" y="29"/>
                  </a:cubicBezTo>
                  <a:cubicBezTo>
                    <a:pt x="503" y="28"/>
                    <a:pt x="503" y="27"/>
                    <a:pt x="504" y="26"/>
                  </a:cubicBezTo>
                  <a:cubicBezTo>
                    <a:pt x="504" y="26"/>
                    <a:pt x="504" y="26"/>
                    <a:pt x="504" y="26"/>
                  </a:cubicBezTo>
                  <a:cubicBezTo>
                    <a:pt x="504" y="26"/>
                    <a:pt x="505" y="25"/>
                    <a:pt x="505" y="25"/>
                  </a:cubicBezTo>
                  <a:cubicBezTo>
                    <a:pt x="505" y="24"/>
                    <a:pt x="505" y="23"/>
                    <a:pt x="505" y="22"/>
                  </a:cubicBezTo>
                  <a:cubicBezTo>
                    <a:pt x="505" y="21"/>
                    <a:pt x="505" y="20"/>
                    <a:pt x="505" y="19"/>
                  </a:cubicBezTo>
                  <a:cubicBezTo>
                    <a:pt x="505" y="18"/>
                    <a:pt x="505" y="18"/>
                    <a:pt x="505" y="18"/>
                  </a:cubicBezTo>
                  <a:cubicBezTo>
                    <a:pt x="506" y="17"/>
                    <a:pt x="506" y="17"/>
                    <a:pt x="506" y="16"/>
                  </a:cubicBezTo>
                  <a:cubicBezTo>
                    <a:pt x="505" y="14"/>
                    <a:pt x="504" y="13"/>
                    <a:pt x="504" y="11"/>
                  </a:cubicBezTo>
                  <a:cubicBezTo>
                    <a:pt x="503" y="11"/>
                    <a:pt x="502" y="10"/>
                    <a:pt x="502" y="9"/>
                  </a:cubicBezTo>
                  <a:cubicBezTo>
                    <a:pt x="501" y="8"/>
                    <a:pt x="501" y="7"/>
                    <a:pt x="501" y="6"/>
                  </a:cubicBezTo>
                  <a:cubicBezTo>
                    <a:pt x="500" y="4"/>
                    <a:pt x="500" y="3"/>
                    <a:pt x="499" y="2"/>
                  </a:cubicBezTo>
                  <a:cubicBezTo>
                    <a:pt x="497" y="1"/>
                    <a:pt x="494" y="1"/>
                    <a:pt x="492" y="1"/>
                  </a:cubicBezTo>
                  <a:cubicBezTo>
                    <a:pt x="492" y="1"/>
                    <a:pt x="492" y="1"/>
                    <a:pt x="491" y="1"/>
                  </a:cubicBezTo>
                  <a:cubicBezTo>
                    <a:pt x="491" y="1"/>
                    <a:pt x="490" y="2"/>
                    <a:pt x="490" y="3"/>
                  </a:cubicBezTo>
                  <a:cubicBezTo>
                    <a:pt x="490" y="3"/>
                    <a:pt x="490" y="3"/>
                    <a:pt x="490" y="3"/>
                  </a:cubicBezTo>
                  <a:cubicBezTo>
                    <a:pt x="489" y="4"/>
                    <a:pt x="488" y="5"/>
                    <a:pt x="487" y="6"/>
                  </a:cubicBezTo>
                  <a:cubicBezTo>
                    <a:pt x="485" y="7"/>
                    <a:pt x="483" y="5"/>
                    <a:pt x="481" y="3"/>
                  </a:cubicBezTo>
                  <a:cubicBezTo>
                    <a:pt x="480" y="3"/>
                    <a:pt x="479" y="2"/>
                    <a:pt x="477" y="1"/>
                  </a:cubicBezTo>
                  <a:cubicBezTo>
                    <a:pt x="475" y="0"/>
                    <a:pt x="469" y="0"/>
                    <a:pt x="464" y="0"/>
                  </a:cubicBezTo>
                  <a:cubicBezTo>
                    <a:pt x="462" y="0"/>
                    <a:pt x="461" y="0"/>
                    <a:pt x="460" y="0"/>
                  </a:cubicBezTo>
                  <a:cubicBezTo>
                    <a:pt x="459" y="0"/>
                    <a:pt x="458" y="0"/>
                    <a:pt x="457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6" y="2"/>
                    <a:pt x="455" y="2"/>
                  </a:cubicBezTo>
                  <a:cubicBezTo>
                    <a:pt x="454" y="4"/>
                    <a:pt x="451" y="6"/>
                    <a:pt x="448" y="8"/>
                  </a:cubicBezTo>
                  <a:cubicBezTo>
                    <a:pt x="447" y="9"/>
                    <a:pt x="447" y="9"/>
                    <a:pt x="447" y="9"/>
                  </a:cubicBezTo>
                  <a:cubicBezTo>
                    <a:pt x="446" y="9"/>
                    <a:pt x="444" y="10"/>
                    <a:pt x="442" y="11"/>
                  </a:cubicBezTo>
                  <a:cubicBezTo>
                    <a:pt x="439" y="11"/>
                    <a:pt x="436" y="12"/>
                    <a:pt x="435" y="12"/>
                  </a:cubicBezTo>
                  <a:cubicBezTo>
                    <a:pt x="433" y="12"/>
                    <a:pt x="430" y="13"/>
                    <a:pt x="427" y="14"/>
                  </a:cubicBezTo>
                  <a:cubicBezTo>
                    <a:pt x="424" y="14"/>
                    <a:pt x="420" y="15"/>
                    <a:pt x="418" y="16"/>
                  </a:cubicBezTo>
                  <a:cubicBezTo>
                    <a:pt x="416" y="17"/>
                    <a:pt x="413" y="18"/>
                    <a:pt x="410" y="19"/>
                  </a:cubicBezTo>
                  <a:cubicBezTo>
                    <a:pt x="408" y="19"/>
                    <a:pt x="405" y="20"/>
                    <a:pt x="404" y="20"/>
                  </a:cubicBezTo>
                  <a:cubicBezTo>
                    <a:pt x="403" y="20"/>
                    <a:pt x="402" y="20"/>
                    <a:pt x="400" y="20"/>
                  </a:cubicBezTo>
                  <a:cubicBezTo>
                    <a:pt x="397" y="20"/>
                    <a:pt x="392" y="20"/>
                    <a:pt x="390" y="21"/>
                  </a:cubicBezTo>
                  <a:cubicBezTo>
                    <a:pt x="389" y="21"/>
                    <a:pt x="387" y="21"/>
                    <a:pt x="386" y="22"/>
                  </a:cubicBezTo>
                  <a:cubicBezTo>
                    <a:pt x="386" y="22"/>
                    <a:pt x="385" y="22"/>
                    <a:pt x="385" y="23"/>
                  </a:cubicBezTo>
                  <a:cubicBezTo>
                    <a:pt x="385" y="23"/>
                    <a:pt x="385" y="23"/>
                    <a:pt x="385" y="24"/>
                  </a:cubicBezTo>
                  <a:cubicBezTo>
                    <a:pt x="385" y="26"/>
                    <a:pt x="385" y="29"/>
                    <a:pt x="380" y="29"/>
                  </a:cubicBezTo>
                  <a:cubicBezTo>
                    <a:pt x="376" y="29"/>
                    <a:pt x="373" y="29"/>
                    <a:pt x="371" y="29"/>
                  </a:cubicBezTo>
                  <a:cubicBezTo>
                    <a:pt x="371" y="29"/>
                    <a:pt x="371" y="29"/>
                    <a:pt x="371" y="29"/>
                  </a:cubicBezTo>
                  <a:cubicBezTo>
                    <a:pt x="368" y="29"/>
                    <a:pt x="366" y="29"/>
                    <a:pt x="364" y="29"/>
                  </a:cubicBezTo>
                  <a:cubicBezTo>
                    <a:pt x="361" y="29"/>
                    <a:pt x="356" y="31"/>
                    <a:pt x="353" y="32"/>
                  </a:cubicBezTo>
                  <a:cubicBezTo>
                    <a:pt x="352" y="32"/>
                    <a:pt x="352" y="32"/>
                    <a:pt x="351" y="32"/>
                  </a:cubicBezTo>
                  <a:cubicBezTo>
                    <a:pt x="350" y="32"/>
                    <a:pt x="346" y="33"/>
                    <a:pt x="342" y="34"/>
                  </a:cubicBezTo>
                  <a:cubicBezTo>
                    <a:pt x="338" y="35"/>
                    <a:pt x="333" y="36"/>
                    <a:pt x="333" y="36"/>
                  </a:cubicBezTo>
                  <a:cubicBezTo>
                    <a:pt x="332" y="36"/>
                    <a:pt x="332" y="37"/>
                    <a:pt x="332" y="38"/>
                  </a:cubicBezTo>
                  <a:cubicBezTo>
                    <a:pt x="332" y="38"/>
                    <a:pt x="332" y="38"/>
                    <a:pt x="332" y="38"/>
                  </a:cubicBezTo>
                  <a:cubicBezTo>
                    <a:pt x="331" y="39"/>
                    <a:pt x="331" y="40"/>
                    <a:pt x="329" y="41"/>
                  </a:cubicBezTo>
                  <a:cubicBezTo>
                    <a:pt x="328" y="42"/>
                    <a:pt x="327" y="42"/>
                    <a:pt x="326" y="41"/>
                  </a:cubicBezTo>
                  <a:cubicBezTo>
                    <a:pt x="326" y="40"/>
                    <a:pt x="326" y="40"/>
                    <a:pt x="326" y="40"/>
                  </a:cubicBezTo>
                  <a:cubicBezTo>
                    <a:pt x="326" y="39"/>
                    <a:pt x="325" y="39"/>
                    <a:pt x="325" y="39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4" y="38"/>
                    <a:pt x="322" y="38"/>
                    <a:pt x="321" y="38"/>
                  </a:cubicBezTo>
                  <a:cubicBezTo>
                    <a:pt x="320" y="38"/>
                    <a:pt x="320" y="38"/>
                    <a:pt x="319" y="38"/>
                  </a:cubicBezTo>
                  <a:cubicBezTo>
                    <a:pt x="318" y="38"/>
                    <a:pt x="317" y="38"/>
                    <a:pt x="315" y="38"/>
                  </a:cubicBezTo>
                  <a:cubicBezTo>
                    <a:pt x="314" y="38"/>
                    <a:pt x="312" y="38"/>
                    <a:pt x="311" y="38"/>
                  </a:cubicBezTo>
                  <a:cubicBezTo>
                    <a:pt x="310" y="38"/>
                    <a:pt x="309" y="38"/>
                    <a:pt x="308" y="37"/>
                  </a:cubicBezTo>
                  <a:cubicBezTo>
                    <a:pt x="308" y="37"/>
                    <a:pt x="307" y="37"/>
                    <a:pt x="306" y="37"/>
                  </a:cubicBezTo>
                  <a:cubicBezTo>
                    <a:pt x="306" y="36"/>
                    <a:pt x="304" y="37"/>
                    <a:pt x="303" y="37"/>
                  </a:cubicBezTo>
                  <a:cubicBezTo>
                    <a:pt x="301" y="38"/>
                    <a:pt x="299" y="39"/>
                    <a:pt x="299" y="39"/>
                  </a:cubicBezTo>
                  <a:cubicBezTo>
                    <a:pt x="299" y="40"/>
                    <a:pt x="299" y="41"/>
                    <a:pt x="300" y="41"/>
                  </a:cubicBezTo>
                  <a:cubicBezTo>
                    <a:pt x="300" y="42"/>
                    <a:pt x="300" y="42"/>
                    <a:pt x="300" y="42"/>
                  </a:cubicBezTo>
                  <a:cubicBezTo>
                    <a:pt x="300" y="42"/>
                    <a:pt x="300" y="42"/>
                    <a:pt x="300" y="42"/>
                  </a:cubicBezTo>
                  <a:cubicBezTo>
                    <a:pt x="301" y="43"/>
                    <a:pt x="300" y="44"/>
                    <a:pt x="299" y="46"/>
                  </a:cubicBezTo>
                  <a:cubicBezTo>
                    <a:pt x="299" y="46"/>
                    <a:pt x="298" y="46"/>
                    <a:pt x="298" y="47"/>
                  </a:cubicBezTo>
                  <a:cubicBezTo>
                    <a:pt x="298" y="47"/>
                    <a:pt x="299" y="47"/>
                    <a:pt x="299" y="47"/>
                  </a:cubicBezTo>
                  <a:cubicBezTo>
                    <a:pt x="300" y="48"/>
                    <a:pt x="301" y="48"/>
                    <a:pt x="302" y="48"/>
                  </a:cubicBezTo>
                  <a:cubicBezTo>
                    <a:pt x="302" y="48"/>
                    <a:pt x="303" y="48"/>
                    <a:pt x="303" y="48"/>
                  </a:cubicBezTo>
                  <a:cubicBezTo>
                    <a:pt x="304" y="48"/>
                    <a:pt x="305" y="48"/>
                    <a:pt x="305" y="49"/>
                  </a:cubicBezTo>
                  <a:cubicBezTo>
                    <a:pt x="306" y="49"/>
                    <a:pt x="306" y="49"/>
                    <a:pt x="306" y="50"/>
                  </a:cubicBezTo>
                  <a:cubicBezTo>
                    <a:pt x="307" y="51"/>
                    <a:pt x="307" y="51"/>
                    <a:pt x="306" y="52"/>
                  </a:cubicBezTo>
                  <a:cubicBezTo>
                    <a:pt x="306" y="52"/>
                    <a:pt x="306" y="53"/>
                    <a:pt x="305" y="53"/>
                  </a:cubicBezTo>
                  <a:cubicBezTo>
                    <a:pt x="304" y="54"/>
                    <a:pt x="303" y="55"/>
                    <a:pt x="303" y="56"/>
                  </a:cubicBezTo>
                  <a:cubicBezTo>
                    <a:pt x="302" y="56"/>
                    <a:pt x="302" y="56"/>
                    <a:pt x="302" y="56"/>
                  </a:cubicBezTo>
                  <a:cubicBezTo>
                    <a:pt x="303" y="56"/>
                    <a:pt x="305" y="57"/>
                    <a:pt x="307" y="58"/>
                  </a:cubicBezTo>
                  <a:cubicBezTo>
                    <a:pt x="310" y="59"/>
                    <a:pt x="312" y="60"/>
                    <a:pt x="314" y="61"/>
                  </a:cubicBezTo>
                  <a:cubicBezTo>
                    <a:pt x="314" y="61"/>
                    <a:pt x="314" y="61"/>
                    <a:pt x="314" y="61"/>
                  </a:cubicBezTo>
                  <a:cubicBezTo>
                    <a:pt x="315" y="61"/>
                    <a:pt x="315" y="61"/>
                    <a:pt x="315" y="61"/>
                  </a:cubicBezTo>
                  <a:cubicBezTo>
                    <a:pt x="319" y="63"/>
                    <a:pt x="320" y="63"/>
                    <a:pt x="319" y="66"/>
                  </a:cubicBezTo>
                  <a:cubicBezTo>
                    <a:pt x="318" y="68"/>
                    <a:pt x="315" y="68"/>
                    <a:pt x="310" y="68"/>
                  </a:cubicBezTo>
                  <a:cubicBezTo>
                    <a:pt x="310" y="68"/>
                    <a:pt x="310" y="68"/>
                    <a:pt x="310" y="68"/>
                  </a:cubicBezTo>
                  <a:cubicBezTo>
                    <a:pt x="309" y="68"/>
                    <a:pt x="307" y="68"/>
                    <a:pt x="306" y="68"/>
                  </a:cubicBezTo>
                  <a:cubicBezTo>
                    <a:pt x="303" y="67"/>
                    <a:pt x="301" y="67"/>
                    <a:pt x="300" y="68"/>
                  </a:cubicBezTo>
                  <a:cubicBezTo>
                    <a:pt x="299" y="68"/>
                    <a:pt x="298" y="69"/>
                    <a:pt x="296" y="70"/>
                  </a:cubicBezTo>
                  <a:cubicBezTo>
                    <a:pt x="295" y="71"/>
                    <a:pt x="294" y="72"/>
                    <a:pt x="293" y="73"/>
                  </a:cubicBezTo>
                  <a:cubicBezTo>
                    <a:pt x="293" y="74"/>
                    <a:pt x="293" y="75"/>
                    <a:pt x="293" y="76"/>
                  </a:cubicBezTo>
                  <a:cubicBezTo>
                    <a:pt x="293" y="76"/>
                    <a:pt x="294" y="77"/>
                    <a:pt x="295" y="79"/>
                  </a:cubicBezTo>
                  <a:cubicBezTo>
                    <a:pt x="295" y="79"/>
                    <a:pt x="295" y="79"/>
                    <a:pt x="295" y="79"/>
                  </a:cubicBezTo>
                  <a:cubicBezTo>
                    <a:pt x="296" y="81"/>
                    <a:pt x="296" y="83"/>
                    <a:pt x="296" y="84"/>
                  </a:cubicBezTo>
                  <a:cubicBezTo>
                    <a:pt x="296" y="86"/>
                    <a:pt x="295" y="87"/>
                    <a:pt x="293" y="88"/>
                  </a:cubicBezTo>
                  <a:cubicBezTo>
                    <a:pt x="293" y="88"/>
                    <a:pt x="293" y="88"/>
                    <a:pt x="293" y="88"/>
                  </a:cubicBezTo>
                  <a:cubicBezTo>
                    <a:pt x="292" y="88"/>
                    <a:pt x="292" y="89"/>
                    <a:pt x="291" y="89"/>
                  </a:cubicBezTo>
                  <a:cubicBezTo>
                    <a:pt x="290" y="90"/>
                    <a:pt x="289" y="90"/>
                    <a:pt x="284" y="92"/>
                  </a:cubicBezTo>
                  <a:cubicBezTo>
                    <a:pt x="284" y="92"/>
                    <a:pt x="284" y="92"/>
                    <a:pt x="284" y="92"/>
                  </a:cubicBezTo>
                  <a:cubicBezTo>
                    <a:pt x="283" y="92"/>
                    <a:pt x="283" y="92"/>
                    <a:pt x="283" y="92"/>
                  </a:cubicBezTo>
                  <a:cubicBezTo>
                    <a:pt x="283" y="92"/>
                    <a:pt x="283" y="92"/>
                    <a:pt x="283" y="92"/>
                  </a:cubicBezTo>
                  <a:cubicBezTo>
                    <a:pt x="279" y="93"/>
                    <a:pt x="278" y="93"/>
                    <a:pt x="279" y="94"/>
                  </a:cubicBezTo>
                  <a:cubicBezTo>
                    <a:pt x="279" y="95"/>
                    <a:pt x="280" y="96"/>
                    <a:pt x="282" y="97"/>
                  </a:cubicBezTo>
                  <a:cubicBezTo>
                    <a:pt x="283" y="98"/>
                    <a:pt x="285" y="98"/>
                    <a:pt x="286" y="99"/>
                  </a:cubicBezTo>
                  <a:cubicBezTo>
                    <a:pt x="287" y="100"/>
                    <a:pt x="292" y="103"/>
                    <a:pt x="296" y="105"/>
                  </a:cubicBezTo>
                  <a:cubicBezTo>
                    <a:pt x="298" y="105"/>
                    <a:pt x="300" y="106"/>
                    <a:pt x="300" y="107"/>
                  </a:cubicBezTo>
                  <a:cubicBezTo>
                    <a:pt x="301" y="107"/>
                    <a:pt x="303" y="108"/>
                    <a:pt x="304" y="108"/>
                  </a:cubicBezTo>
                  <a:cubicBezTo>
                    <a:pt x="306" y="109"/>
                    <a:pt x="309" y="110"/>
                    <a:pt x="310" y="111"/>
                  </a:cubicBezTo>
                  <a:cubicBezTo>
                    <a:pt x="310" y="111"/>
                    <a:pt x="310" y="112"/>
                    <a:pt x="310" y="112"/>
                  </a:cubicBezTo>
                  <a:cubicBezTo>
                    <a:pt x="310" y="112"/>
                    <a:pt x="310" y="112"/>
                    <a:pt x="310" y="112"/>
                  </a:cubicBezTo>
                  <a:cubicBezTo>
                    <a:pt x="310" y="114"/>
                    <a:pt x="310" y="114"/>
                    <a:pt x="310" y="114"/>
                  </a:cubicBezTo>
                  <a:cubicBezTo>
                    <a:pt x="310" y="115"/>
                    <a:pt x="310" y="115"/>
                    <a:pt x="310" y="116"/>
                  </a:cubicBezTo>
                  <a:cubicBezTo>
                    <a:pt x="310" y="117"/>
                    <a:pt x="309" y="120"/>
                    <a:pt x="308" y="121"/>
                  </a:cubicBezTo>
                  <a:cubicBezTo>
                    <a:pt x="307" y="122"/>
                    <a:pt x="307" y="123"/>
                    <a:pt x="307" y="123"/>
                  </a:cubicBezTo>
                  <a:cubicBezTo>
                    <a:pt x="306" y="125"/>
                    <a:pt x="306" y="126"/>
                    <a:pt x="303" y="127"/>
                  </a:cubicBezTo>
                  <a:cubicBezTo>
                    <a:pt x="300" y="128"/>
                    <a:pt x="298" y="129"/>
                    <a:pt x="296" y="130"/>
                  </a:cubicBezTo>
                  <a:cubicBezTo>
                    <a:pt x="294" y="130"/>
                    <a:pt x="291" y="131"/>
                    <a:pt x="290" y="131"/>
                  </a:cubicBezTo>
                  <a:cubicBezTo>
                    <a:pt x="289" y="131"/>
                    <a:pt x="286" y="130"/>
                    <a:pt x="284" y="129"/>
                  </a:cubicBezTo>
                  <a:cubicBezTo>
                    <a:pt x="281" y="128"/>
                    <a:pt x="278" y="127"/>
                    <a:pt x="277" y="127"/>
                  </a:cubicBezTo>
                  <a:cubicBezTo>
                    <a:pt x="276" y="127"/>
                    <a:pt x="275" y="129"/>
                    <a:pt x="274" y="130"/>
                  </a:cubicBezTo>
                  <a:cubicBezTo>
                    <a:pt x="273" y="131"/>
                    <a:pt x="273" y="131"/>
                    <a:pt x="272" y="132"/>
                  </a:cubicBezTo>
                  <a:cubicBezTo>
                    <a:pt x="271" y="133"/>
                    <a:pt x="270" y="134"/>
                    <a:pt x="268" y="134"/>
                  </a:cubicBezTo>
                  <a:cubicBezTo>
                    <a:pt x="267" y="134"/>
                    <a:pt x="265" y="134"/>
                    <a:pt x="263" y="133"/>
                  </a:cubicBezTo>
                  <a:cubicBezTo>
                    <a:pt x="262" y="132"/>
                    <a:pt x="259" y="132"/>
                    <a:pt x="257" y="131"/>
                  </a:cubicBezTo>
                  <a:cubicBezTo>
                    <a:pt x="256" y="131"/>
                    <a:pt x="254" y="131"/>
                    <a:pt x="253" y="130"/>
                  </a:cubicBezTo>
                  <a:cubicBezTo>
                    <a:pt x="251" y="130"/>
                    <a:pt x="250" y="129"/>
                    <a:pt x="248" y="128"/>
                  </a:cubicBezTo>
                  <a:cubicBezTo>
                    <a:pt x="247" y="127"/>
                    <a:pt x="246" y="125"/>
                    <a:pt x="246" y="124"/>
                  </a:cubicBezTo>
                  <a:cubicBezTo>
                    <a:pt x="246" y="123"/>
                    <a:pt x="245" y="122"/>
                    <a:pt x="244" y="121"/>
                  </a:cubicBezTo>
                  <a:cubicBezTo>
                    <a:pt x="243" y="120"/>
                    <a:pt x="241" y="120"/>
                    <a:pt x="239" y="119"/>
                  </a:cubicBezTo>
                  <a:cubicBezTo>
                    <a:pt x="238" y="119"/>
                    <a:pt x="236" y="119"/>
                    <a:pt x="235" y="119"/>
                  </a:cubicBezTo>
                  <a:cubicBezTo>
                    <a:pt x="233" y="119"/>
                    <a:pt x="232" y="119"/>
                    <a:pt x="232" y="120"/>
                  </a:cubicBezTo>
                  <a:cubicBezTo>
                    <a:pt x="231" y="120"/>
                    <a:pt x="231" y="120"/>
                    <a:pt x="230" y="121"/>
                  </a:cubicBezTo>
                  <a:cubicBezTo>
                    <a:pt x="230" y="121"/>
                    <a:pt x="230" y="122"/>
                    <a:pt x="230" y="122"/>
                  </a:cubicBezTo>
                  <a:cubicBezTo>
                    <a:pt x="230" y="122"/>
                    <a:pt x="230" y="122"/>
                    <a:pt x="230" y="122"/>
                  </a:cubicBezTo>
                  <a:cubicBezTo>
                    <a:pt x="230" y="122"/>
                    <a:pt x="230" y="122"/>
                    <a:pt x="230" y="122"/>
                  </a:cubicBezTo>
                  <a:cubicBezTo>
                    <a:pt x="229" y="124"/>
                    <a:pt x="229" y="125"/>
                    <a:pt x="225" y="125"/>
                  </a:cubicBezTo>
                  <a:cubicBezTo>
                    <a:pt x="223" y="125"/>
                    <a:pt x="222" y="124"/>
                    <a:pt x="221" y="122"/>
                  </a:cubicBezTo>
                  <a:cubicBezTo>
                    <a:pt x="220" y="121"/>
                    <a:pt x="219" y="120"/>
                    <a:pt x="218" y="120"/>
                  </a:cubicBezTo>
                  <a:cubicBezTo>
                    <a:pt x="216" y="119"/>
                    <a:pt x="213" y="120"/>
                    <a:pt x="210" y="120"/>
                  </a:cubicBezTo>
                  <a:cubicBezTo>
                    <a:pt x="209" y="120"/>
                    <a:pt x="207" y="121"/>
                    <a:pt x="205" y="121"/>
                  </a:cubicBezTo>
                  <a:cubicBezTo>
                    <a:pt x="203" y="121"/>
                    <a:pt x="202" y="122"/>
                    <a:pt x="202" y="123"/>
                  </a:cubicBezTo>
                  <a:cubicBezTo>
                    <a:pt x="201" y="124"/>
                    <a:pt x="200" y="125"/>
                    <a:pt x="199" y="126"/>
                  </a:cubicBezTo>
                  <a:cubicBezTo>
                    <a:pt x="198" y="127"/>
                    <a:pt x="196" y="128"/>
                    <a:pt x="195" y="129"/>
                  </a:cubicBezTo>
                  <a:cubicBezTo>
                    <a:pt x="192" y="131"/>
                    <a:pt x="190" y="133"/>
                    <a:pt x="188" y="133"/>
                  </a:cubicBezTo>
                  <a:cubicBezTo>
                    <a:pt x="186" y="134"/>
                    <a:pt x="182" y="130"/>
                    <a:pt x="178" y="127"/>
                  </a:cubicBezTo>
                  <a:cubicBezTo>
                    <a:pt x="176" y="126"/>
                    <a:pt x="174" y="124"/>
                    <a:pt x="173" y="124"/>
                  </a:cubicBezTo>
                  <a:cubicBezTo>
                    <a:pt x="171" y="123"/>
                    <a:pt x="170" y="122"/>
                    <a:pt x="168" y="122"/>
                  </a:cubicBezTo>
                  <a:cubicBezTo>
                    <a:pt x="168" y="122"/>
                    <a:pt x="167" y="121"/>
                    <a:pt x="167" y="122"/>
                  </a:cubicBezTo>
                  <a:cubicBezTo>
                    <a:pt x="167" y="122"/>
                    <a:pt x="167" y="123"/>
                    <a:pt x="167" y="124"/>
                  </a:cubicBezTo>
                  <a:cubicBezTo>
                    <a:pt x="167" y="126"/>
                    <a:pt x="167" y="129"/>
                    <a:pt x="165" y="130"/>
                  </a:cubicBezTo>
                  <a:cubicBezTo>
                    <a:pt x="164" y="130"/>
                    <a:pt x="163" y="130"/>
                    <a:pt x="162" y="129"/>
                  </a:cubicBezTo>
                  <a:cubicBezTo>
                    <a:pt x="161" y="129"/>
                    <a:pt x="160" y="128"/>
                    <a:pt x="159" y="126"/>
                  </a:cubicBezTo>
                  <a:cubicBezTo>
                    <a:pt x="157" y="124"/>
                    <a:pt x="153" y="119"/>
                    <a:pt x="148" y="114"/>
                  </a:cubicBezTo>
                  <a:cubicBezTo>
                    <a:pt x="145" y="111"/>
                    <a:pt x="142" y="108"/>
                    <a:pt x="140" y="108"/>
                  </a:cubicBezTo>
                  <a:cubicBezTo>
                    <a:pt x="139" y="107"/>
                    <a:pt x="136" y="108"/>
                    <a:pt x="133" y="108"/>
                  </a:cubicBezTo>
                  <a:cubicBezTo>
                    <a:pt x="129" y="109"/>
                    <a:pt x="126" y="109"/>
                    <a:pt x="124" y="108"/>
                  </a:cubicBezTo>
                  <a:cubicBezTo>
                    <a:pt x="122" y="107"/>
                    <a:pt x="121" y="106"/>
                    <a:pt x="121" y="104"/>
                  </a:cubicBezTo>
                  <a:cubicBezTo>
                    <a:pt x="120" y="103"/>
                    <a:pt x="119" y="102"/>
                    <a:pt x="118" y="101"/>
                  </a:cubicBezTo>
                  <a:cubicBezTo>
                    <a:pt x="116" y="101"/>
                    <a:pt x="114" y="101"/>
                    <a:pt x="113" y="101"/>
                  </a:cubicBezTo>
                  <a:cubicBezTo>
                    <a:pt x="112" y="102"/>
                    <a:pt x="111" y="102"/>
                    <a:pt x="110" y="103"/>
                  </a:cubicBezTo>
                  <a:cubicBezTo>
                    <a:pt x="110" y="104"/>
                    <a:pt x="109" y="104"/>
                    <a:pt x="109" y="105"/>
                  </a:cubicBezTo>
                  <a:cubicBezTo>
                    <a:pt x="107" y="107"/>
                    <a:pt x="106" y="109"/>
                    <a:pt x="103" y="108"/>
                  </a:cubicBezTo>
                  <a:cubicBezTo>
                    <a:pt x="101" y="108"/>
                    <a:pt x="99" y="107"/>
                    <a:pt x="98" y="106"/>
                  </a:cubicBezTo>
                  <a:cubicBezTo>
                    <a:pt x="98" y="105"/>
                    <a:pt x="98" y="105"/>
                    <a:pt x="97" y="105"/>
                  </a:cubicBezTo>
                  <a:cubicBezTo>
                    <a:pt x="97" y="105"/>
                    <a:pt x="96" y="104"/>
                    <a:pt x="96" y="104"/>
                  </a:cubicBezTo>
                  <a:cubicBezTo>
                    <a:pt x="95" y="104"/>
                    <a:pt x="94" y="103"/>
                    <a:pt x="93" y="103"/>
                  </a:cubicBezTo>
                  <a:cubicBezTo>
                    <a:pt x="93" y="103"/>
                    <a:pt x="93" y="103"/>
                    <a:pt x="93" y="103"/>
                  </a:cubicBezTo>
                  <a:cubicBezTo>
                    <a:pt x="93" y="103"/>
                    <a:pt x="93" y="103"/>
                    <a:pt x="93" y="103"/>
                  </a:cubicBezTo>
                  <a:cubicBezTo>
                    <a:pt x="90" y="102"/>
                    <a:pt x="87" y="100"/>
                    <a:pt x="86" y="101"/>
                  </a:cubicBezTo>
                  <a:cubicBezTo>
                    <a:pt x="86" y="102"/>
                    <a:pt x="86" y="102"/>
                    <a:pt x="86" y="103"/>
                  </a:cubicBezTo>
                  <a:cubicBezTo>
                    <a:pt x="85" y="104"/>
                    <a:pt x="85" y="106"/>
                    <a:pt x="82" y="107"/>
                  </a:cubicBezTo>
                  <a:cubicBezTo>
                    <a:pt x="80" y="108"/>
                    <a:pt x="78" y="109"/>
                    <a:pt x="76" y="111"/>
                  </a:cubicBezTo>
                  <a:cubicBezTo>
                    <a:pt x="74" y="114"/>
                    <a:pt x="72" y="116"/>
                    <a:pt x="69" y="117"/>
                  </a:cubicBezTo>
                  <a:cubicBezTo>
                    <a:pt x="66" y="118"/>
                    <a:pt x="64" y="119"/>
                    <a:pt x="62" y="119"/>
                  </a:cubicBezTo>
                  <a:cubicBezTo>
                    <a:pt x="60" y="120"/>
                    <a:pt x="59" y="120"/>
                    <a:pt x="58" y="121"/>
                  </a:cubicBezTo>
                  <a:cubicBezTo>
                    <a:pt x="58" y="122"/>
                    <a:pt x="58" y="122"/>
                    <a:pt x="58" y="123"/>
                  </a:cubicBezTo>
                  <a:cubicBezTo>
                    <a:pt x="58" y="125"/>
                    <a:pt x="57" y="126"/>
                    <a:pt x="55" y="127"/>
                  </a:cubicBezTo>
                  <a:cubicBezTo>
                    <a:pt x="53" y="128"/>
                    <a:pt x="52" y="128"/>
                    <a:pt x="50" y="128"/>
                  </a:cubicBezTo>
                  <a:cubicBezTo>
                    <a:pt x="47" y="129"/>
                    <a:pt x="44" y="129"/>
                    <a:pt x="44" y="130"/>
                  </a:cubicBezTo>
                  <a:cubicBezTo>
                    <a:pt x="43" y="131"/>
                    <a:pt x="43" y="132"/>
                    <a:pt x="43" y="133"/>
                  </a:cubicBezTo>
                  <a:cubicBezTo>
                    <a:pt x="43" y="133"/>
                    <a:pt x="44" y="135"/>
                    <a:pt x="44" y="137"/>
                  </a:cubicBezTo>
                  <a:cubicBezTo>
                    <a:pt x="45" y="137"/>
                    <a:pt x="45" y="138"/>
                    <a:pt x="45" y="139"/>
                  </a:cubicBezTo>
                  <a:cubicBezTo>
                    <a:pt x="47" y="142"/>
                    <a:pt x="48" y="145"/>
                    <a:pt x="47" y="147"/>
                  </a:cubicBezTo>
                  <a:cubicBezTo>
                    <a:pt x="46" y="149"/>
                    <a:pt x="44" y="150"/>
                    <a:pt x="42" y="151"/>
                  </a:cubicBezTo>
                  <a:cubicBezTo>
                    <a:pt x="41" y="153"/>
                    <a:pt x="39" y="154"/>
                    <a:pt x="38" y="153"/>
                  </a:cubicBezTo>
                  <a:cubicBezTo>
                    <a:pt x="37" y="153"/>
                    <a:pt x="35" y="151"/>
                    <a:pt x="32" y="148"/>
                  </a:cubicBezTo>
                  <a:cubicBezTo>
                    <a:pt x="28" y="144"/>
                    <a:pt x="23" y="138"/>
                    <a:pt x="22" y="138"/>
                  </a:cubicBezTo>
                  <a:cubicBezTo>
                    <a:pt x="20" y="138"/>
                    <a:pt x="18" y="138"/>
                    <a:pt x="17" y="139"/>
                  </a:cubicBezTo>
                  <a:cubicBezTo>
                    <a:pt x="16" y="140"/>
                    <a:pt x="16" y="140"/>
                    <a:pt x="16" y="141"/>
                  </a:cubicBezTo>
                  <a:cubicBezTo>
                    <a:pt x="16" y="142"/>
                    <a:pt x="16" y="143"/>
                    <a:pt x="16" y="143"/>
                  </a:cubicBezTo>
                  <a:cubicBezTo>
                    <a:pt x="15" y="146"/>
                    <a:pt x="15" y="148"/>
                    <a:pt x="11" y="150"/>
                  </a:cubicBezTo>
                  <a:cubicBezTo>
                    <a:pt x="11" y="151"/>
                    <a:pt x="10" y="151"/>
                    <a:pt x="9" y="151"/>
                  </a:cubicBezTo>
                  <a:cubicBezTo>
                    <a:pt x="9" y="151"/>
                    <a:pt x="9" y="152"/>
                    <a:pt x="8" y="152"/>
                  </a:cubicBezTo>
                  <a:cubicBezTo>
                    <a:pt x="8" y="152"/>
                    <a:pt x="8" y="153"/>
                    <a:pt x="8" y="155"/>
                  </a:cubicBezTo>
                  <a:cubicBezTo>
                    <a:pt x="7" y="156"/>
                    <a:pt x="7" y="156"/>
                    <a:pt x="7" y="156"/>
                  </a:cubicBezTo>
                  <a:cubicBezTo>
                    <a:pt x="7" y="160"/>
                    <a:pt x="7" y="162"/>
                    <a:pt x="7" y="164"/>
                  </a:cubicBezTo>
                  <a:cubicBezTo>
                    <a:pt x="7" y="166"/>
                    <a:pt x="7" y="168"/>
                    <a:pt x="8" y="168"/>
                  </a:cubicBezTo>
                  <a:cubicBezTo>
                    <a:pt x="9" y="171"/>
                    <a:pt x="7" y="175"/>
                    <a:pt x="5" y="177"/>
                  </a:cubicBezTo>
                  <a:cubicBezTo>
                    <a:pt x="5" y="177"/>
                    <a:pt x="5" y="177"/>
                    <a:pt x="5" y="178"/>
                  </a:cubicBezTo>
                  <a:cubicBezTo>
                    <a:pt x="5" y="178"/>
                    <a:pt x="5" y="178"/>
                    <a:pt x="5" y="178"/>
                  </a:cubicBezTo>
                  <a:cubicBezTo>
                    <a:pt x="5" y="178"/>
                    <a:pt x="4" y="179"/>
                    <a:pt x="3" y="180"/>
                  </a:cubicBezTo>
                  <a:cubicBezTo>
                    <a:pt x="2" y="182"/>
                    <a:pt x="0" y="184"/>
                    <a:pt x="0" y="186"/>
                  </a:cubicBezTo>
                  <a:cubicBezTo>
                    <a:pt x="0" y="188"/>
                    <a:pt x="1" y="189"/>
                    <a:pt x="2" y="190"/>
                  </a:cubicBezTo>
                  <a:cubicBezTo>
                    <a:pt x="3" y="191"/>
                    <a:pt x="4" y="192"/>
                    <a:pt x="6" y="192"/>
                  </a:cubicBezTo>
                  <a:cubicBezTo>
                    <a:pt x="8" y="193"/>
                    <a:pt x="9" y="194"/>
                    <a:pt x="10" y="195"/>
                  </a:cubicBezTo>
                  <a:cubicBezTo>
                    <a:pt x="11" y="196"/>
                    <a:pt x="11" y="197"/>
                    <a:pt x="11" y="198"/>
                  </a:cubicBezTo>
                  <a:cubicBezTo>
                    <a:pt x="12" y="199"/>
                    <a:pt x="12" y="200"/>
                    <a:pt x="12" y="201"/>
                  </a:cubicBezTo>
                  <a:cubicBezTo>
                    <a:pt x="12" y="203"/>
                    <a:pt x="13" y="206"/>
                    <a:pt x="15" y="207"/>
                  </a:cubicBezTo>
                  <a:cubicBezTo>
                    <a:pt x="17" y="207"/>
                    <a:pt x="20" y="207"/>
                    <a:pt x="22" y="207"/>
                  </a:cubicBezTo>
                  <a:cubicBezTo>
                    <a:pt x="25" y="207"/>
                    <a:pt x="28" y="206"/>
                    <a:pt x="31" y="207"/>
                  </a:cubicBezTo>
                  <a:cubicBezTo>
                    <a:pt x="34" y="208"/>
                    <a:pt x="36" y="212"/>
                    <a:pt x="38" y="216"/>
                  </a:cubicBezTo>
                  <a:cubicBezTo>
                    <a:pt x="40" y="218"/>
                    <a:pt x="41" y="220"/>
                    <a:pt x="42" y="222"/>
                  </a:cubicBezTo>
                  <a:cubicBezTo>
                    <a:pt x="44" y="223"/>
                    <a:pt x="45" y="225"/>
                    <a:pt x="45" y="225"/>
                  </a:cubicBezTo>
                  <a:cubicBezTo>
                    <a:pt x="48" y="228"/>
                    <a:pt x="49" y="229"/>
                    <a:pt x="49" y="231"/>
                  </a:cubicBezTo>
                  <a:cubicBezTo>
                    <a:pt x="48" y="234"/>
                    <a:pt x="47" y="234"/>
                    <a:pt x="45" y="235"/>
                  </a:cubicBezTo>
                  <a:cubicBezTo>
                    <a:pt x="45" y="235"/>
                    <a:pt x="45" y="235"/>
                    <a:pt x="45" y="235"/>
                  </a:cubicBezTo>
                  <a:cubicBezTo>
                    <a:pt x="44" y="235"/>
                    <a:pt x="43" y="235"/>
                    <a:pt x="43" y="236"/>
                  </a:cubicBezTo>
                  <a:cubicBezTo>
                    <a:pt x="43" y="237"/>
                    <a:pt x="44" y="238"/>
                    <a:pt x="44" y="238"/>
                  </a:cubicBezTo>
                  <a:cubicBezTo>
                    <a:pt x="45" y="239"/>
                    <a:pt x="46" y="240"/>
                    <a:pt x="47" y="241"/>
                  </a:cubicBezTo>
                  <a:cubicBezTo>
                    <a:pt x="49" y="241"/>
                    <a:pt x="51" y="243"/>
                    <a:pt x="53" y="244"/>
                  </a:cubicBezTo>
                  <a:cubicBezTo>
                    <a:pt x="54" y="241"/>
                    <a:pt x="55" y="241"/>
                    <a:pt x="55" y="240"/>
                  </a:cubicBezTo>
                  <a:cubicBezTo>
                    <a:pt x="56" y="238"/>
                    <a:pt x="58" y="237"/>
                    <a:pt x="64" y="237"/>
                  </a:cubicBezTo>
                  <a:cubicBezTo>
                    <a:pt x="69" y="237"/>
                    <a:pt x="70" y="236"/>
                    <a:pt x="72" y="233"/>
                  </a:cubicBezTo>
                  <a:cubicBezTo>
                    <a:pt x="75" y="230"/>
                    <a:pt x="82" y="228"/>
                    <a:pt x="86" y="226"/>
                  </a:cubicBezTo>
                  <a:cubicBezTo>
                    <a:pt x="91" y="225"/>
                    <a:pt x="97" y="225"/>
                    <a:pt x="102" y="225"/>
                  </a:cubicBezTo>
                  <a:cubicBezTo>
                    <a:pt x="108" y="225"/>
                    <a:pt x="109" y="228"/>
                    <a:pt x="116" y="230"/>
                  </a:cubicBezTo>
                  <a:cubicBezTo>
                    <a:pt x="122" y="233"/>
                    <a:pt x="118" y="230"/>
                    <a:pt x="120" y="227"/>
                  </a:cubicBezTo>
                  <a:cubicBezTo>
                    <a:pt x="123" y="225"/>
                    <a:pt x="124" y="227"/>
                    <a:pt x="128" y="230"/>
                  </a:cubicBezTo>
                  <a:cubicBezTo>
                    <a:pt x="132" y="232"/>
                    <a:pt x="131" y="234"/>
                    <a:pt x="133" y="237"/>
                  </a:cubicBezTo>
                  <a:cubicBezTo>
                    <a:pt x="136" y="241"/>
                    <a:pt x="137" y="243"/>
                    <a:pt x="137" y="249"/>
                  </a:cubicBezTo>
                  <a:cubicBezTo>
                    <a:pt x="137" y="254"/>
                    <a:pt x="136" y="256"/>
                    <a:pt x="133" y="259"/>
                  </a:cubicBezTo>
                  <a:cubicBezTo>
                    <a:pt x="131" y="263"/>
                    <a:pt x="133" y="263"/>
                    <a:pt x="134" y="266"/>
                  </a:cubicBezTo>
                  <a:cubicBezTo>
                    <a:pt x="135" y="269"/>
                    <a:pt x="139" y="269"/>
                    <a:pt x="142" y="270"/>
                  </a:cubicBezTo>
                  <a:cubicBezTo>
                    <a:pt x="145" y="271"/>
                    <a:pt x="147" y="269"/>
                    <a:pt x="150" y="267"/>
                  </a:cubicBezTo>
                  <a:cubicBezTo>
                    <a:pt x="154" y="264"/>
                    <a:pt x="155" y="266"/>
                    <a:pt x="156" y="268"/>
                  </a:cubicBezTo>
                  <a:cubicBezTo>
                    <a:pt x="157" y="270"/>
                    <a:pt x="156" y="272"/>
                    <a:pt x="158" y="274"/>
                  </a:cubicBezTo>
                  <a:cubicBezTo>
                    <a:pt x="161" y="277"/>
                    <a:pt x="158" y="277"/>
                    <a:pt x="155" y="278"/>
                  </a:cubicBezTo>
                  <a:cubicBezTo>
                    <a:pt x="153" y="280"/>
                    <a:pt x="150" y="279"/>
                    <a:pt x="149" y="278"/>
                  </a:cubicBezTo>
                  <a:cubicBezTo>
                    <a:pt x="148" y="277"/>
                    <a:pt x="151" y="276"/>
                    <a:pt x="150" y="274"/>
                  </a:cubicBezTo>
                  <a:cubicBezTo>
                    <a:pt x="150" y="273"/>
                    <a:pt x="148" y="274"/>
                    <a:pt x="144" y="274"/>
                  </a:cubicBezTo>
                  <a:cubicBezTo>
                    <a:pt x="139" y="274"/>
                    <a:pt x="138" y="274"/>
                    <a:pt x="135" y="273"/>
                  </a:cubicBezTo>
                  <a:cubicBezTo>
                    <a:pt x="132" y="272"/>
                    <a:pt x="133" y="272"/>
                    <a:pt x="125" y="272"/>
                  </a:cubicBezTo>
                  <a:cubicBezTo>
                    <a:pt x="116" y="272"/>
                    <a:pt x="119" y="272"/>
                    <a:pt x="115" y="270"/>
                  </a:cubicBezTo>
                  <a:cubicBezTo>
                    <a:pt x="111" y="268"/>
                    <a:pt x="106" y="267"/>
                    <a:pt x="104" y="268"/>
                  </a:cubicBezTo>
                  <a:cubicBezTo>
                    <a:pt x="102" y="269"/>
                    <a:pt x="99" y="269"/>
                    <a:pt x="97" y="270"/>
                  </a:cubicBezTo>
                  <a:cubicBezTo>
                    <a:pt x="95" y="271"/>
                    <a:pt x="97" y="272"/>
                    <a:pt x="95" y="275"/>
                  </a:cubicBezTo>
                  <a:cubicBezTo>
                    <a:pt x="92" y="278"/>
                    <a:pt x="91" y="277"/>
                    <a:pt x="91" y="280"/>
                  </a:cubicBezTo>
                  <a:cubicBezTo>
                    <a:pt x="90" y="284"/>
                    <a:pt x="93" y="285"/>
                    <a:pt x="96" y="287"/>
                  </a:cubicBezTo>
                  <a:cubicBezTo>
                    <a:pt x="99" y="289"/>
                    <a:pt x="101" y="289"/>
                    <a:pt x="100" y="291"/>
                  </a:cubicBezTo>
                  <a:cubicBezTo>
                    <a:pt x="100" y="292"/>
                    <a:pt x="95" y="291"/>
                    <a:pt x="91" y="290"/>
                  </a:cubicBezTo>
                  <a:cubicBezTo>
                    <a:pt x="87" y="289"/>
                    <a:pt x="86" y="289"/>
                    <a:pt x="83" y="288"/>
                  </a:cubicBezTo>
                  <a:cubicBezTo>
                    <a:pt x="79" y="287"/>
                    <a:pt x="76" y="287"/>
                    <a:pt x="75" y="289"/>
                  </a:cubicBezTo>
                  <a:cubicBezTo>
                    <a:pt x="73" y="292"/>
                    <a:pt x="75" y="295"/>
                    <a:pt x="80" y="298"/>
                  </a:cubicBezTo>
                  <a:cubicBezTo>
                    <a:pt x="86" y="300"/>
                    <a:pt x="85" y="300"/>
                    <a:pt x="88" y="303"/>
                  </a:cubicBezTo>
                  <a:cubicBezTo>
                    <a:pt x="90" y="305"/>
                    <a:pt x="93" y="311"/>
                    <a:pt x="94" y="314"/>
                  </a:cubicBezTo>
                  <a:cubicBezTo>
                    <a:pt x="94" y="318"/>
                    <a:pt x="94" y="320"/>
                    <a:pt x="95" y="323"/>
                  </a:cubicBezTo>
                  <a:cubicBezTo>
                    <a:pt x="96" y="326"/>
                    <a:pt x="99" y="324"/>
                    <a:pt x="105" y="325"/>
                  </a:cubicBezTo>
                  <a:cubicBezTo>
                    <a:pt x="111" y="327"/>
                    <a:pt x="109" y="332"/>
                    <a:pt x="112" y="330"/>
                  </a:cubicBezTo>
                  <a:cubicBezTo>
                    <a:pt x="116" y="329"/>
                    <a:pt x="122" y="335"/>
                    <a:pt x="123" y="338"/>
                  </a:cubicBezTo>
                  <a:cubicBezTo>
                    <a:pt x="125" y="341"/>
                    <a:pt x="123" y="340"/>
                    <a:pt x="119" y="343"/>
                  </a:cubicBezTo>
                  <a:cubicBezTo>
                    <a:pt x="115" y="347"/>
                    <a:pt x="118" y="348"/>
                    <a:pt x="118" y="354"/>
                  </a:cubicBezTo>
                  <a:cubicBezTo>
                    <a:pt x="118" y="356"/>
                    <a:pt x="118" y="357"/>
                    <a:pt x="119" y="358"/>
                  </a:cubicBezTo>
                  <a:cubicBezTo>
                    <a:pt x="119" y="357"/>
                    <a:pt x="120" y="357"/>
                    <a:pt x="120" y="356"/>
                  </a:cubicBezTo>
                  <a:cubicBezTo>
                    <a:pt x="122" y="355"/>
                    <a:pt x="124" y="353"/>
                    <a:pt x="125" y="352"/>
                  </a:cubicBezTo>
                  <a:cubicBezTo>
                    <a:pt x="126" y="351"/>
                    <a:pt x="129" y="350"/>
                    <a:pt x="131" y="349"/>
                  </a:cubicBezTo>
                  <a:cubicBezTo>
                    <a:pt x="131" y="349"/>
                    <a:pt x="132" y="348"/>
                    <a:pt x="132" y="348"/>
                  </a:cubicBezTo>
                  <a:cubicBezTo>
                    <a:pt x="133" y="348"/>
                    <a:pt x="136" y="347"/>
                    <a:pt x="139" y="347"/>
                  </a:cubicBezTo>
                  <a:cubicBezTo>
                    <a:pt x="145" y="346"/>
                    <a:pt x="152" y="344"/>
                    <a:pt x="153" y="344"/>
                  </a:cubicBezTo>
                  <a:cubicBezTo>
                    <a:pt x="154" y="344"/>
                    <a:pt x="158" y="347"/>
                    <a:pt x="162" y="350"/>
                  </a:cubicBezTo>
                  <a:cubicBezTo>
                    <a:pt x="165" y="352"/>
                    <a:pt x="168" y="355"/>
                    <a:pt x="170" y="357"/>
                  </a:cubicBezTo>
                  <a:cubicBezTo>
                    <a:pt x="171" y="358"/>
                    <a:pt x="171" y="358"/>
                    <a:pt x="171" y="358"/>
                  </a:cubicBezTo>
                  <a:cubicBezTo>
                    <a:pt x="174" y="362"/>
                    <a:pt x="179" y="369"/>
                    <a:pt x="183" y="369"/>
                  </a:cubicBezTo>
                  <a:cubicBezTo>
                    <a:pt x="184" y="369"/>
                    <a:pt x="188" y="369"/>
                    <a:pt x="193" y="369"/>
                  </a:cubicBezTo>
                  <a:cubicBezTo>
                    <a:pt x="193" y="357"/>
                    <a:pt x="192" y="287"/>
                    <a:pt x="192" y="286"/>
                  </a:cubicBezTo>
                  <a:cubicBezTo>
                    <a:pt x="192" y="284"/>
                    <a:pt x="193" y="283"/>
                    <a:pt x="193" y="281"/>
                  </a:cubicBezTo>
                  <a:cubicBezTo>
                    <a:pt x="194" y="279"/>
                    <a:pt x="195" y="278"/>
                    <a:pt x="196" y="277"/>
                  </a:cubicBezTo>
                  <a:cubicBezTo>
                    <a:pt x="198" y="276"/>
                    <a:pt x="205" y="274"/>
                    <a:pt x="213" y="272"/>
                  </a:cubicBezTo>
                  <a:cubicBezTo>
                    <a:pt x="223" y="269"/>
                    <a:pt x="234" y="267"/>
                    <a:pt x="239" y="266"/>
                  </a:cubicBezTo>
                  <a:cubicBezTo>
                    <a:pt x="243" y="265"/>
                    <a:pt x="245" y="264"/>
                    <a:pt x="246" y="264"/>
                  </a:cubicBezTo>
                  <a:cubicBezTo>
                    <a:pt x="246" y="264"/>
                    <a:pt x="246" y="264"/>
                    <a:pt x="246" y="264"/>
                  </a:cubicBezTo>
                  <a:cubicBezTo>
                    <a:pt x="246" y="264"/>
                    <a:pt x="247" y="264"/>
                    <a:pt x="247" y="264"/>
                  </a:cubicBezTo>
                  <a:cubicBezTo>
                    <a:pt x="247" y="261"/>
                    <a:pt x="247" y="261"/>
                    <a:pt x="248" y="258"/>
                  </a:cubicBezTo>
                  <a:cubicBezTo>
                    <a:pt x="248" y="255"/>
                    <a:pt x="249" y="256"/>
                    <a:pt x="252" y="254"/>
                  </a:cubicBezTo>
                  <a:cubicBezTo>
                    <a:pt x="252" y="254"/>
                    <a:pt x="253" y="253"/>
                    <a:pt x="253" y="253"/>
                  </a:cubicBezTo>
                  <a:cubicBezTo>
                    <a:pt x="257" y="253"/>
                    <a:pt x="257" y="253"/>
                    <a:pt x="257" y="253"/>
                  </a:cubicBezTo>
                  <a:cubicBezTo>
                    <a:pt x="258" y="253"/>
                    <a:pt x="259" y="253"/>
                    <a:pt x="260" y="254"/>
                  </a:cubicBezTo>
                  <a:cubicBezTo>
                    <a:pt x="263" y="255"/>
                    <a:pt x="262" y="256"/>
                    <a:pt x="260" y="258"/>
                  </a:cubicBezTo>
                  <a:cubicBezTo>
                    <a:pt x="259" y="260"/>
                    <a:pt x="256" y="259"/>
                    <a:pt x="253" y="262"/>
                  </a:cubicBezTo>
                  <a:cubicBezTo>
                    <a:pt x="251" y="263"/>
                    <a:pt x="252" y="264"/>
                    <a:pt x="252" y="266"/>
                  </a:cubicBezTo>
                  <a:cubicBezTo>
                    <a:pt x="253" y="266"/>
                    <a:pt x="254" y="267"/>
                    <a:pt x="256" y="268"/>
                  </a:cubicBezTo>
                  <a:cubicBezTo>
                    <a:pt x="258" y="269"/>
                    <a:pt x="260" y="270"/>
                    <a:pt x="262" y="271"/>
                  </a:cubicBezTo>
                  <a:cubicBezTo>
                    <a:pt x="263" y="272"/>
                    <a:pt x="268" y="275"/>
                    <a:pt x="273" y="278"/>
                  </a:cubicBezTo>
                  <a:cubicBezTo>
                    <a:pt x="282" y="283"/>
                    <a:pt x="292" y="290"/>
                    <a:pt x="294" y="291"/>
                  </a:cubicBezTo>
                  <a:cubicBezTo>
                    <a:pt x="296" y="292"/>
                    <a:pt x="297" y="293"/>
                    <a:pt x="298" y="294"/>
                  </a:cubicBezTo>
                  <a:cubicBezTo>
                    <a:pt x="300" y="295"/>
                    <a:pt x="301" y="296"/>
                    <a:pt x="302" y="298"/>
                  </a:cubicBezTo>
                  <a:cubicBezTo>
                    <a:pt x="303" y="299"/>
                    <a:pt x="306" y="302"/>
                    <a:pt x="308" y="305"/>
                  </a:cubicBezTo>
                  <a:cubicBezTo>
                    <a:pt x="310" y="307"/>
                    <a:pt x="312" y="309"/>
                    <a:pt x="313" y="310"/>
                  </a:cubicBezTo>
                  <a:cubicBezTo>
                    <a:pt x="315" y="311"/>
                    <a:pt x="316" y="312"/>
                    <a:pt x="317" y="314"/>
                  </a:cubicBezTo>
                  <a:cubicBezTo>
                    <a:pt x="319" y="315"/>
                    <a:pt x="320" y="316"/>
                    <a:pt x="321" y="316"/>
                  </a:cubicBezTo>
                  <a:cubicBezTo>
                    <a:pt x="322" y="316"/>
                    <a:pt x="327" y="315"/>
                    <a:pt x="331" y="314"/>
                  </a:cubicBezTo>
                  <a:cubicBezTo>
                    <a:pt x="335" y="314"/>
                    <a:pt x="339" y="313"/>
                    <a:pt x="341" y="313"/>
                  </a:cubicBezTo>
                  <a:cubicBezTo>
                    <a:pt x="346" y="312"/>
                    <a:pt x="353" y="313"/>
                    <a:pt x="358" y="313"/>
                  </a:cubicBezTo>
                  <a:cubicBezTo>
                    <a:pt x="359" y="313"/>
                    <a:pt x="360" y="314"/>
                    <a:pt x="360" y="314"/>
                  </a:cubicBezTo>
                  <a:cubicBezTo>
                    <a:pt x="363" y="314"/>
                    <a:pt x="365" y="314"/>
                    <a:pt x="367" y="314"/>
                  </a:cubicBezTo>
                  <a:cubicBezTo>
                    <a:pt x="369" y="314"/>
                    <a:pt x="371" y="313"/>
                    <a:pt x="372" y="313"/>
                  </a:cubicBezTo>
                  <a:cubicBezTo>
                    <a:pt x="372" y="313"/>
                    <a:pt x="373" y="312"/>
                    <a:pt x="374" y="312"/>
                  </a:cubicBezTo>
                  <a:cubicBezTo>
                    <a:pt x="376" y="310"/>
                    <a:pt x="377" y="309"/>
                    <a:pt x="379" y="310"/>
                  </a:cubicBezTo>
                  <a:cubicBezTo>
                    <a:pt x="381" y="310"/>
                    <a:pt x="384" y="314"/>
                    <a:pt x="387" y="317"/>
                  </a:cubicBezTo>
                  <a:cubicBezTo>
                    <a:pt x="388" y="319"/>
                    <a:pt x="390" y="321"/>
                    <a:pt x="391" y="322"/>
                  </a:cubicBezTo>
                  <a:cubicBezTo>
                    <a:pt x="391" y="322"/>
                    <a:pt x="392" y="323"/>
                    <a:pt x="393" y="324"/>
                  </a:cubicBezTo>
                  <a:cubicBezTo>
                    <a:pt x="395" y="326"/>
                    <a:pt x="398" y="329"/>
                    <a:pt x="399" y="329"/>
                  </a:cubicBezTo>
                  <a:cubicBezTo>
                    <a:pt x="399" y="329"/>
                    <a:pt x="399" y="329"/>
                    <a:pt x="399" y="330"/>
                  </a:cubicBezTo>
                  <a:cubicBezTo>
                    <a:pt x="401" y="330"/>
                    <a:pt x="403" y="331"/>
                    <a:pt x="404" y="336"/>
                  </a:cubicBezTo>
                  <a:cubicBezTo>
                    <a:pt x="404" y="338"/>
                    <a:pt x="404" y="342"/>
                    <a:pt x="404" y="344"/>
                  </a:cubicBezTo>
                  <a:cubicBezTo>
                    <a:pt x="404" y="349"/>
                    <a:pt x="404" y="353"/>
                    <a:pt x="404" y="353"/>
                  </a:cubicBezTo>
                  <a:cubicBezTo>
                    <a:pt x="405" y="353"/>
                    <a:pt x="406" y="353"/>
                    <a:pt x="407" y="353"/>
                  </a:cubicBezTo>
                  <a:cubicBezTo>
                    <a:pt x="409" y="353"/>
                    <a:pt x="412" y="353"/>
                    <a:pt x="413" y="355"/>
                  </a:cubicBezTo>
                  <a:cubicBezTo>
                    <a:pt x="414" y="357"/>
                    <a:pt x="415" y="360"/>
                    <a:pt x="415" y="362"/>
                  </a:cubicBezTo>
                  <a:cubicBezTo>
                    <a:pt x="416" y="364"/>
                    <a:pt x="416" y="366"/>
                    <a:pt x="416" y="367"/>
                  </a:cubicBezTo>
                  <a:cubicBezTo>
                    <a:pt x="417" y="368"/>
                    <a:pt x="417" y="369"/>
                    <a:pt x="417" y="370"/>
                  </a:cubicBezTo>
                  <a:cubicBezTo>
                    <a:pt x="418" y="372"/>
                    <a:pt x="418" y="373"/>
                    <a:pt x="419" y="373"/>
                  </a:cubicBezTo>
                  <a:cubicBezTo>
                    <a:pt x="420" y="373"/>
                    <a:pt x="423" y="373"/>
                    <a:pt x="426" y="373"/>
                  </a:cubicBezTo>
                  <a:cubicBezTo>
                    <a:pt x="427" y="373"/>
                    <a:pt x="428" y="373"/>
                    <a:pt x="429" y="373"/>
                  </a:cubicBezTo>
                  <a:cubicBezTo>
                    <a:pt x="429" y="373"/>
                    <a:pt x="429" y="373"/>
                    <a:pt x="429" y="373"/>
                  </a:cubicBezTo>
                  <a:cubicBezTo>
                    <a:pt x="429" y="373"/>
                    <a:pt x="430" y="373"/>
                    <a:pt x="432" y="373"/>
                  </a:cubicBezTo>
                  <a:cubicBezTo>
                    <a:pt x="435" y="372"/>
                    <a:pt x="439" y="372"/>
                    <a:pt x="441" y="373"/>
                  </a:cubicBezTo>
                  <a:cubicBezTo>
                    <a:pt x="443" y="374"/>
                    <a:pt x="444" y="375"/>
                    <a:pt x="444" y="376"/>
                  </a:cubicBezTo>
                  <a:cubicBezTo>
                    <a:pt x="445" y="377"/>
                    <a:pt x="445" y="378"/>
                    <a:pt x="446" y="379"/>
                  </a:cubicBezTo>
                  <a:cubicBezTo>
                    <a:pt x="446" y="380"/>
                    <a:pt x="445" y="381"/>
                    <a:pt x="445" y="382"/>
                  </a:cubicBezTo>
                  <a:cubicBezTo>
                    <a:pt x="445" y="382"/>
                    <a:pt x="444" y="383"/>
                    <a:pt x="444" y="383"/>
                  </a:cubicBezTo>
                  <a:cubicBezTo>
                    <a:pt x="445" y="383"/>
                    <a:pt x="446" y="384"/>
                    <a:pt x="447" y="385"/>
                  </a:cubicBezTo>
                  <a:cubicBezTo>
                    <a:pt x="448" y="386"/>
                    <a:pt x="450" y="387"/>
                    <a:pt x="450" y="387"/>
                  </a:cubicBezTo>
                  <a:cubicBezTo>
                    <a:pt x="450" y="387"/>
                    <a:pt x="451" y="388"/>
                    <a:pt x="452" y="387"/>
                  </a:cubicBezTo>
                  <a:cubicBezTo>
                    <a:pt x="453" y="387"/>
                    <a:pt x="453" y="387"/>
                    <a:pt x="453" y="387"/>
                  </a:cubicBezTo>
                  <a:cubicBezTo>
                    <a:pt x="454" y="387"/>
                    <a:pt x="454" y="386"/>
                    <a:pt x="454" y="384"/>
                  </a:cubicBezTo>
                  <a:cubicBezTo>
                    <a:pt x="454" y="384"/>
                    <a:pt x="454" y="384"/>
                    <a:pt x="454" y="384"/>
                  </a:cubicBezTo>
                  <a:cubicBezTo>
                    <a:pt x="454" y="383"/>
                    <a:pt x="454" y="381"/>
                    <a:pt x="454" y="380"/>
                  </a:cubicBezTo>
                  <a:cubicBezTo>
                    <a:pt x="455" y="379"/>
                    <a:pt x="456" y="378"/>
                    <a:pt x="458" y="377"/>
                  </a:cubicBezTo>
                  <a:cubicBezTo>
                    <a:pt x="459" y="376"/>
                    <a:pt x="461" y="374"/>
                    <a:pt x="462" y="373"/>
                  </a:cubicBezTo>
                  <a:cubicBezTo>
                    <a:pt x="463" y="371"/>
                    <a:pt x="465" y="369"/>
                    <a:pt x="468" y="366"/>
                  </a:cubicBezTo>
                  <a:cubicBezTo>
                    <a:pt x="471" y="364"/>
                    <a:pt x="474" y="362"/>
                    <a:pt x="478" y="360"/>
                  </a:cubicBezTo>
                  <a:cubicBezTo>
                    <a:pt x="482" y="358"/>
                    <a:pt x="488" y="355"/>
                    <a:pt x="493" y="352"/>
                  </a:cubicBezTo>
                  <a:cubicBezTo>
                    <a:pt x="497" y="350"/>
                    <a:pt x="500" y="349"/>
                    <a:pt x="501" y="348"/>
                  </a:cubicBezTo>
                  <a:cubicBezTo>
                    <a:pt x="501" y="348"/>
                    <a:pt x="501" y="346"/>
                    <a:pt x="501" y="345"/>
                  </a:cubicBezTo>
                  <a:cubicBezTo>
                    <a:pt x="501" y="345"/>
                    <a:pt x="501" y="345"/>
                    <a:pt x="501" y="345"/>
                  </a:cubicBezTo>
                  <a:cubicBezTo>
                    <a:pt x="501" y="344"/>
                    <a:pt x="503" y="341"/>
                    <a:pt x="505" y="339"/>
                  </a:cubicBezTo>
                  <a:cubicBezTo>
                    <a:pt x="507" y="337"/>
                    <a:pt x="509" y="335"/>
                    <a:pt x="510" y="335"/>
                  </a:cubicBezTo>
                  <a:cubicBezTo>
                    <a:pt x="512" y="334"/>
                    <a:pt x="515" y="334"/>
                    <a:pt x="518" y="334"/>
                  </a:cubicBezTo>
                  <a:cubicBezTo>
                    <a:pt x="518" y="334"/>
                    <a:pt x="518" y="334"/>
                    <a:pt x="519" y="334"/>
                  </a:cubicBezTo>
                  <a:cubicBezTo>
                    <a:pt x="520" y="334"/>
                    <a:pt x="521" y="334"/>
                    <a:pt x="521" y="334"/>
                  </a:cubicBezTo>
                  <a:cubicBezTo>
                    <a:pt x="524" y="334"/>
                    <a:pt x="526" y="334"/>
                    <a:pt x="530" y="335"/>
                  </a:cubicBezTo>
                  <a:cubicBezTo>
                    <a:pt x="533" y="335"/>
                    <a:pt x="540" y="338"/>
                    <a:pt x="545" y="340"/>
                  </a:cubicBezTo>
                  <a:cubicBezTo>
                    <a:pt x="548" y="341"/>
                    <a:pt x="551" y="342"/>
                    <a:pt x="551" y="342"/>
                  </a:cubicBezTo>
                  <a:cubicBezTo>
                    <a:pt x="551" y="342"/>
                    <a:pt x="551" y="342"/>
                    <a:pt x="551" y="342"/>
                  </a:cubicBezTo>
                  <a:cubicBezTo>
                    <a:pt x="551" y="342"/>
                    <a:pt x="551" y="342"/>
                    <a:pt x="551" y="342"/>
                  </a:cubicBezTo>
                  <a:cubicBezTo>
                    <a:pt x="552" y="342"/>
                    <a:pt x="553" y="342"/>
                    <a:pt x="553" y="342"/>
                  </a:cubicBezTo>
                  <a:cubicBezTo>
                    <a:pt x="553" y="342"/>
                    <a:pt x="553" y="342"/>
                    <a:pt x="553" y="342"/>
                  </a:cubicBezTo>
                  <a:cubicBezTo>
                    <a:pt x="553" y="342"/>
                    <a:pt x="553" y="342"/>
                    <a:pt x="553" y="342"/>
                  </a:cubicBezTo>
                  <a:cubicBezTo>
                    <a:pt x="553" y="342"/>
                    <a:pt x="553" y="342"/>
                    <a:pt x="553" y="342"/>
                  </a:cubicBezTo>
                  <a:cubicBezTo>
                    <a:pt x="553" y="341"/>
                    <a:pt x="553" y="341"/>
                    <a:pt x="553" y="340"/>
                  </a:cubicBezTo>
                  <a:cubicBezTo>
                    <a:pt x="553" y="339"/>
                    <a:pt x="553" y="337"/>
                    <a:pt x="553" y="335"/>
                  </a:cubicBezTo>
                  <a:cubicBezTo>
                    <a:pt x="554" y="334"/>
                    <a:pt x="554" y="332"/>
                    <a:pt x="555" y="331"/>
                  </a:cubicBezTo>
                  <a:cubicBezTo>
                    <a:pt x="556" y="329"/>
                    <a:pt x="558" y="328"/>
                    <a:pt x="559" y="328"/>
                  </a:cubicBezTo>
                  <a:cubicBezTo>
                    <a:pt x="559" y="327"/>
                    <a:pt x="559" y="327"/>
                    <a:pt x="560" y="327"/>
                  </a:cubicBezTo>
                  <a:cubicBezTo>
                    <a:pt x="561" y="326"/>
                    <a:pt x="565" y="323"/>
                    <a:pt x="569" y="323"/>
                  </a:cubicBezTo>
                  <a:cubicBezTo>
                    <a:pt x="574" y="324"/>
                    <a:pt x="577" y="325"/>
                    <a:pt x="579" y="327"/>
                  </a:cubicBezTo>
                  <a:cubicBezTo>
                    <a:pt x="580" y="328"/>
                    <a:pt x="581" y="328"/>
                    <a:pt x="582" y="329"/>
                  </a:cubicBezTo>
                  <a:cubicBezTo>
                    <a:pt x="582" y="329"/>
                    <a:pt x="583" y="329"/>
                    <a:pt x="583" y="329"/>
                  </a:cubicBezTo>
                  <a:cubicBezTo>
                    <a:pt x="586" y="330"/>
                    <a:pt x="592" y="333"/>
                    <a:pt x="596" y="332"/>
                  </a:cubicBezTo>
                  <a:cubicBezTo>
                    <a:pt x="598" y="332"/>
                    <a:pt x="599" y="332"/>
                    <a:pt x="600" y="331"/>
                  </a:cubicBezTo>
                  <a:cubicBezTo>
                    <a:pt x="603" y="331"/>
                    <a:pt x="606" y="330"/>
                    <a:pt x="609" y="330"/>
                  </a:cubicBezTo>
                  <a:cubicBezTo>
                    <a:pt x="612" y="330"/>
                    <a:pt x="616" y="330"/>
                    <a:pt x="619" y="330"/>
                  </a:cubicBezTo>
                  <a:cubicBezTo>
                    <a:pt x="622" y="330"/>
                    <a:pt x="626" y="330"/>
                    <a:pt x="629" y="330"/>
                  </a:cubicBezTo>
                  <a:cubicBezTo>
                    <a:pt x="632" y="330"/>
                    <a:pt x="636" y="330"/>
                    <a:pt x="640" y="331"/>
                  </a:cubicBezTo>
                  <a:cubicBezTo>
                    <a:pt x="646" y="331"/>
                    <a:pt x="651" y="332"/>
                    <a:pt x="653" y="332"/>
                  </a:cubicBezTo>
                  <a:cubicBezTo>
                    <a:pt x="655" y="332"/>
                    <a:pt x="658" y="333"/>
                    <a:pt x="660" y="333"/>
                  </a:cubicBezTo>
                  <a:cubicBezTo>
                    <a:pt x="665" y="333"/>
                    <a:pt x="671" y="334"/>
                    <a:pt x="673" y="335"/>
                  </a:cubicBezTo>
                  <a:cubicBezTo>
                    <a:pt x="675" y="336"/>
                    <a:pt x="676" y="338"/>
                    <a:pt x="676" y="340"/>
                  </a:cubicBezTo>
                  <a:cubicBezTo>
                    <a:pt x="677" y="341"/>
                    <a:pt x="677" y="342"/>
                    <a:pt x="678" y="342"/>
                  </a:cubicBezTo>
                  <a:cubicBezTo>
                    <a:pt x="678" y="342"/>
                    <a:pt x="680" y="342"/>
                    <a:pt x="682" y="342"/>
                  </a:cubicBezTo>
                  <a:cubicBezTo>
                    <a:pt x="684" y="342"/>
                    <a:pt x="685" y="342"/>
                    <a:pt x="686" y="342"/>
                  </a:cubicBezTo>
                  <a:cubicBezTo>
                    <a:pt x="688" y="342"/>
                    <a:pt x="689" y="343"/>
                    <a:pt x="690" y="344"/>
                  </a:cubicBezTo>
                  <a:cubicBezTo>
                    <a:pt x="690" y="344"/>
                    <a:pt x="691" y="345"/>
                    <a:pt x="691" y="345"/>
                  </a:cubicBezTo>
                  <a:cubicBezTo>
                    <a:pt x="691" y="345"/>
                    <a:pt x="691" y="344"/>
                    <a:pt x="691" y="343"/>
                  </a:cubicBezTo>
                  <a:cubicBezTo>
                    <a:pt x="690" y="341"/>
                    <a:pt x="690" y="339"/>
                    <a:pt x="691" y="336"/>
                  </a:cubicBezTo>
                  <a:cubicBezTo>
                    <a:pt x="692" y="333"/>
                    <a:pt x="694" y="333"/>
                    <a:pt x="695" y="332"/>
                  </a:cubicBezTo>
                  <a:cubicBezTo>
                    <a:pt x="695" y="332"/>
                    <a:pt x="696" y="331"/>
                    <a:pt x="696" y="331"/>
                  </a:cubicBezTo>
                  <a:cubicBezTo>
                    <a:pt x="696" y="331"/>
                    <a:pt x="696" y="330"/>
                    <a:pt x="696" y="330"/>
                  </a:cubicBezTo>
                  <a:cubicBezTo>
                    <a:pt x="695" y="329"/>
                    <a:pt x="695" y="328"/>
                    <a:pt x="697" y="326"/>
                  </a:cubicBezTo>
                  <a:cubicBezTo>
                    <a:pt x="698" y="325"/>
                    <a:pt x="698" y="325"/>
                    <a:pt x="699" y="325"/>
                  </a:cubicBezTo>
                  <a:cubicBezTo>
                    <a:pt x="700" y="325"/>
                    <a:pt x="701" y="324"/>
                    <a:pt x="702" y="323"/>
                  </a:cubicBezTo>
                  <a:cubicBezTo>
                    <a:pt x="702" y="323"/>
                    <a:pt x="702" y="323"/>
                    <a:pt x="702" y="323"/>
                  </a:cubicBezTo>
                  <a:cubicBezTo>
                    <a:pt x="703" y="321"/>
                    <a:pt x="701" y="317"/>
                    <a:pt x="700" y="313"/>
                  </a:cubicBezTo>
                  <a:cubicBezTo>
                    <a:pt x="699" y="313"/>
                    <a:pt x="699" y="313"/>
                    <a:pt x="699" y="313"/>
                  </a:cubicBezTo>
                  <a:cubicBezTo>
                    <a:pt x="699" y="312"/>
                    <a:pt x="699" y="312"/>
                    <a:pt x="699" y="312"/>
                  </a:cubicBezTo>
                  <a:cubicBezTo>
                    <a:pt x="699" y="311"/>
                    <a:pt x="698" y="310"/>
                    <a:pt x="698" y="309"/>
                  </a:cubicBezTo>
                  <a:cubicBezTo>
                    <a:pt x="696" y="306"/>
                    <a:pt x="695" y="304"/>
                    <a:pt x="695" y="299"/>
                  </a:cubicBezTo>
                  <a:cubicBezTo>
                    <a:pt x="695" y="297"/>
                    <a:pt x="694" y="295"/>
                    <a:pt x="694" y="294"/>
                  </a:cubicBezTo>
                  <a:cubicBezTo>
                    <a:pt x="694" y="292"/>
                    <a:pt x="694" y="291"/>
                    <a:pt x="694" y="289"/>
                  </a:cubicBezTo>
                  <a:cubicBezTo>
                    <a:pt x="695" y="287"/>
                    <a:pt x="695" y="286"/>
                    <a:pt x="696" y="286"/>
                  </a:cubicBezTo>
                  <a:cubicBezTo>
                    <a:pt x="696" y="286"/>
                    <a:pt x="696" y="286"/>
                    <a:pt x="696" y="285"/>
                  </a:cubicBezTo>
                  <a:cubicBezTo>
                    <a:pt x="695" y="285"/>
                    <a:pt x="695" y="284"/>
                    <a:pt x="695" y="284"/>
                  </a:cubicBezTo>
                  <a:cubicBezTo>
                    <a:pt x="694" y="284"/>
                    <a:pt x="693" y="284"/>
                    <a:pt x="692" y="284"/>
                  </a:cubicBezTo>
                  <a:cubicBezTo>
                    <a:pt x="690" y="285"/>
                    <a:pt x="688" y="285"/>
                    <a:pt x="687" y="285"/>
                  </a:cubicBezTo>
                  <a:cubicBezTo>
                    <a:pt x="687" y="285"/>
                    <a:pt x="687" y="285"/>
                    <a:pt x="687" y="285"/>
                  </a:cubicBezTo>
                  <a:cubicBezTo>
                    <a:pt x="686" y="284"/>
                    <a:pt x="685" y="283"/>
                    <a:pt x="685" y="282"/>
                  </a:cubicBezTo>
                  <a:cubicBezTo>
                    <a:pt x="685" y="280"/>
                    <a:pt x="685" y="278"/>
                    <a:pt x="686" y="277"/>
                  </a:cubicBezTo>
                  <a:cubicBezTo>
                    <a:pt x="687" y="276"/>
                    <a:pt x="689" y="276"/>
                    <a:pt x="691" y="275"/>
                  </a:cubicBezTo>
                  <a:cubicBezTo>
                    <a:pt x="693" y="274"/>
                    <a:pt x="695" y="274"/>
                    <a:pt x="698" y="273"/>
                  </a:cubicBezTo>
                  <a:cubicBezTo>
                    <a:pt x="701" y="272"/>
                    <a:pt x="704" y="272"/>
                    <a:pt x="706" y="271"/>
                  </a:cubicBezTo>
                  <a:cubicBezTo>
                    <a:pt x="708" y="271"/>
                    <a:pt x="709" y="271"/>
                    <a:pt x="711" y="270"/>
                  </a:cubicBezTo>
                  <a:cubicBezTo>
                    <a:pt x="715" y="270"/>
                    <a:pt x="718" y="269"/>
                    <a:pt x="721" y="269"/>
                  </a:cubicBezTo>
                  <a:cubicBezTo>
                    <a:pt x="724" y="268"/>
                    <a:pt x="725" y="270"/>
                    <a:pt x="726" y="271"/>
                  </a:cubicBezTo>
                  <a:cubicBezTo>
                    <a:pt x="726" y="271"/>
                    <a:pt x="726" y="271"/>
                    <a:pt x="726" y="271"/>
                  </a:cubicBezTo>
                  <a:cubicBezTo>
                    <a:pt x="726" y="271"/>
                    <a:pt x="727" y="271"/>
                    <a:pt x="727" y="272"/>
                  </a:cubicBezTo>
                  <a:cubicBezTo>
                    <a:pt x="728" y="272"/>
                    <a:pt x="729" y="272"/>
                    <a:pt x="730" y="272"/>
                  </a:cubicBezTo>
                  <a:cubicBezTo>
                    <a:pt x="731" y="272"/>
                    <a:pt x="734" y="272"/>
                    <a:pt x="737" y="272"/>
                  </a:cubicBezTo>
                  <a:cubicBezTo>
                    <a:pt x="739" y="272"/>
                    <a:pt x="741" y="271"/>
                    <a:pt x="741" y="271"/>
                  </a:cubicBezTo>
                  <a:cubicBezTo>
                    <a:pt x="741" y="271"/>
                    <a:pt x="741" y="271"/>
                    <a:pt x="741" y="271"/>
                  </a:cubicBezTo>
                  <a:cubicBezTo>
                    <a:pt x="741" y="271"/>
                    <a:pt x="741" y="271"/>
                    <a:pt x="742" y="271"/>
                  </a:cubicBezTo>
                  <a:cubicBezTo>
                    <a:pt x="742" y="270"/>
                    <a:pt x="742" y="270"/>
                    <a:pt x="741" y="270"/>
                  </a:cubicBezTo>
                  <a:cubicBezTo>
                    <a:pt x="741" y="269"/>
                    <a:pt x="741" y="269"/>
                    <a:pt x="741" y="269"/>
                  </a:cubicBezTo>
                  <a:cubicBezTo>
                    <a:pt x="740" y="268"/>
                    <a:pt x="739" y="268"/>
                    <a:pt x="738" y="267"/>
                  </a:cubicBezTo>
                  <a:cubicBezTo>
                    <a:pt x="738" y="267"/>
                    <a:pt x="738" y="267"/>
                    <a:pt x="738" y="267"/>
                  </a:cubicBezTo>
                  <a:cubicBezTo>
                    <a:pt x="737" y="267"/>
                    <a:pt x="735" y="266"/>
                    <a:pt x="735" y="264"/>
                  </a:cubicBezTo>
                  <a:cubicBezTo>
                    <a:pt x="734" y="262"/>
                    <a:pt x="742" y="241"/>
                    <a:pt x="746" y="231"/>
                  </a:cubicBezTo>
                  <a:cubicBezTo>
                    <a:pt x="746" y="229"/>
                    <a:pt x="747" y="227"/>
                    <a:pt x="747" y="226"/>
                  </a:cubicBezTo>
                  <a:cubicBezTo>
                    <a:pt x="748" y="225"/>
                    <a:pt x="748" y="223"/>
                    <a:pt x="750" y="222"/>
                  </a:cubicBezTo>
                  <a:cubicBezTo>
                    <a:pt x="751" y="221"/>
                    <a:pt x="752" y="220"/>
                    <a:pt x="755" y="221"/>
                  </a:cubicBezTo>
                  <a:cubicBezTo>
                    <a:pt x="756" y="222"/>
                    <a:pt x="758" y="222"/>
                    <a:pt x="759" y="223"/>
                  </a:cubicBezTo>
                  <a:cubicBezTo>
                    <a:pt x="761" y="225"/>
                    <a:pt x="764" y="226"/>
                    <a:pt x="766" y="226"/>
                  </a:cubicBezTo>
                  <a:cubicBezTo>
                    <a:pt x="768" y="226"/>
                    <a:pt x="772" y="226"/>
                    <a:pt x="775" y="226"/>
                  </a:cubicBezTo>
                  <a:cubicBezTo>
                    <a:pt x="780" y="226"/>
                    <a:pt x="784" y="226"/>
                    <a:pt x="785" y="226"/>
                  </a:cubicBezTo>
                  <a:cubicBezTo>
                    <a:pt x="787" y="227"/>
                    <a:pt x="788" y="227"/>
                    <a:pt x="789" y="227"/>
                  </a:cubicBezTo>
                  <a:cubicBezTo>
                    <a:pt x="789" y="228"/>
                    <a:pt x="790" y="228"/>
                    <a:pt x="791" y="228"/>
                  </a:cubicBezTo>
                  <a:cubicBezTo>
                    <a:pt x="791" y="228"/>
                    <a:pt x="794" y="226"/>
                    <a:pt x="797" y="225"/>
                  </a:cubicBezTo>
                  <a:cubicBezTo>
                    <a:pt x="800" y="223"/>
                    <a:pt x="802" y="221"/>
                    <a:pt x="803" y="220"/>
                  </a:cubicBezTo>
                  <a:cubicBezTo>
                    <a:pt x="804" y="219"/>
                    <a:pt x="804" y="218"/>
                    <a:pt x="804" y="217"/>
                  </a:cubicBezTo>
                  <a:cubicBezTo>
                    <a:pt x="804" y="216"/>
                    <a:pt x="804" y="214"/>
                    <a:pt x="804" y="213"/>
                  </a:cubicBezTo>
                  <a:cubicBezTo>
                    <a:pt x="804" y="212"/>
                    <a:pt x="804" y="212"/>
                    <a:pt x="804" y="212"/>
                  </a:cubicBezTo>
                  <a:cubicBezTo>
                    <a:pt x="803" y="208"/>
                    <a:pt x="801" y="203"/>
                    <a:pt x="802" y="200"/>
                  </a:cubicBezTo>
                  <a:cubicBezTo>
                    <a:pt x="802" y="199"/>
                    <a:pt x="803" y="196"/>
                    <a:pt x="804" y="194"/>
                  </a:cubicBezTo>
                  <a:cubicBezTo>
                    <a:pt x="805" y="192"/>
                    <a:pt x="807" y="190"/>
                    <a:pt x="808" y="189"/>
                  </a:cubicBezTo>
                  <a:cubicBezTo>
                    <a:pt x="810" y="187"/>
                    <a:pt x="811" y="187"/>
                    <a:pt x="813" y="187"/>
                  </a:cubicBezTo>
                  <a:cubicBezTo>
                    <a:pt x="814" y="187"/>
                    <a:pt x="816" y="187"/>
                    <a:pt x="817" y="186"/>
                  </a:cubicBezTo>
                  <a:cubicBezTo>
                    <a:pt x="820" y="186"/>
                    <a:pt x="821" y="185"/>
                    <a:pt x="823" y="185"/>
                  </a:cubicBezTo>
                  <a:cubicBezTo>
                    <a:pt x="824" y="184"/>
                    <a:pt x="824" y="183"/>
                    <a:pt x="825" y="183"/>
                  </a:cubicBezTo>
                  <a:cubicBezTo>
                    <a:pt x="825" y="182"/>
                    <a:pt x="826" y="180"/>
                    <a:pt x="827" y="177"/>
                  </a:cubicBezTo>
                  <a:cubicBezTo>
                    <a:pt x="827" y="176"/>
                    <a:pt x="828" y="174"/>
                    <a:pt x="828" y="173"/>
                  </a:cubicBezTo>
                  <a:cubicBezTo>
                    <a:pt x="828" y="170"/>
                    <a:pt x="830" y="170"/>
                    <a:pt x="835" y="170"/>
                  </a:cubicBezTo>
                  <a:cubicBezTo>
                    <a:pt x="835" y="170"/>
                    <a:pt x="835" y="170"/>
                    <a:pt x="835" y="170"/>
                  </a:cubicBezTo>
                  <a:cubicBezTo>
                    <a:pt x="835" y="170"/>
                    <a:pt x="834" y="169"/>
                    <a:pt x="832" y="167"/>
                  </a:cubicBezTo>
                  <a:close/>
                  <a:moveTo>
                    <a:pt x="273" y="249"/>
                  </a:moveTo>
                  <a:cubicBezTo>
                    <a:pt x="273" y="249"/>
                    <a:pt x="273" y="249"/>
                    <a:pt x="273" y="249"/>
                  </a:cubicBezTo>
                  <a:cubicBezTo>
                    <a:pt x="273" y="252"/>
                    <a:pt x="271" y="251"/>
                    <a:pt x="269" y="250"/>
                  </a:cubicBezTo>
                  <a:cubicBezTo>
                    <a:pt x="267" y="249"/>
                    <a:pt x="268" y="248"/>
                    <a:pt x="268" y="246"/>
                  </a:cubicBezTo>
                  <a:cubicBezTo>
                    <a:pt x="269" y="244"/>
                    <a:pt x="271" y="245"/>
                    <a:pt x="273" y="245"/>
                  </a:cubicBezTo>
                  <a:cubicBezTo>
                    <a:pt x="275" y="245"/>
                    <a:pt x="273" y="247"/>
                    <a:pt x="273" y="249"/>
                  </a:cubicBezTo>
                  <a:close/>
                  <a:moveTo>
                    <a:pt x="300" y="245"/>
                  </a:moveTo>
                  <a:cubicBezTo>
                    <a:pt x="300" y="245"/>
                    <a:pt x="300" y="245"/>
                    <a:pt x="300" y="245"/>
                  </a:cubicBezTo>
                  <a:cubicBezTo>
                    <a:pt x="299" y="247"/>
                    <a:pt x="297" y="248"/>
                    <a:pt x="293" y="248"/>
                  </a:cubicBezTo>
                  <a:cubicBezTo>
                    <a:pt x="290" y="248"/>
                    <a:pt x="291" y="245"/>
                    <a:pt x="290" y="244"/>
                  </a:cubicBezTo>
                  <a:cubicBezTo>
                    <a:pt x="288" y="242"/>
                    <a:pt x="288" y="245"/>
                    <a:pt x="285" y="243"/>
                  </a:cubicBezTo>
                  <a:cubicBezTo>
                    <a:pt x="283" y="242"/>
                    <a:pt x="283" y="242"/>
                    <a:pt x="281" y="242"/>
                  </a:cubicBezTo>
                  <a:cubicBezTo>
                    <a:pt x="279" y="242"/>
                    <a:pt x="278" y="242"/>
                    <a:pt x="276" y="240"/>
                  </a:cubicBezTo>
                  <a:cubicBezTo>
                    <a:pt x="274" y="239"/>
                    <a:pt x="276" y="238"/>
                    <a:pt x="280" y="235"/>
                  </a:cubicBezTo>
                  <a:cubicBezTo>
                    <a:pt x="282" y="234"/>
                    <a:pt x="281" y="234"/>
                    <a:pt x="283" y="236"/>
                  </a:cubicBezTo>
                  <a:cubicBezTo>
                    <a:pt x="284" y="239"/>
                    <a:pt x="284" y="238"/>
                    <a:pt x="286" y="238"/>
                  </a:cubicBezTo>
                  <a:cubicBezTo>
                    <a:pt x="288" y="238"/>
                    <a:pt x="289" y="238"/>
                    <a:pt x="290" y="240"/>
                  </a:cubicBezTo>
                  <a:cubicBezTo>
                    <a:pt x="291" y="242"/>
                    <a:pt x="292" y="242"/>
                    <a:pt x="296" y="242"/>
                  </a:cubicBezTo>
                  <a:cubicBezTo>
                    <a:pt x="301" y="243"/>
                    <a:pt x="300" y="243"/>
                    <a:pt x="300" y="245"/>
                  </a:cubicBezTo>
                  <a:close/>
                  <a:moveTo>
                    <a:pt x="666" y="241"/>
                  </a:moveTo>
                  <a:cubicBezTo>
                    <a:pt x="666" y="241"/>
                    <a:pt x="666" y="241"/>
                    <a:pt x="666" y="241"/>
                  </a:cubicBezTo>
                  <a:cubicBezTo>
                    <a:pt x="664" y="244"/>
                    <a:pt x="657" y="245"/>
                    <a:pt x="653" y="245"/>
                  </a:cubicBezTo>
                  <a:cubicBezTo>
                    <a:pt x="650" y="245"/>
                    <a:pt x="648" y="245"/>
                    <a:pt x="643" y="242"/>
                  </a:cubicBezTo>
                  <a:cubicBezTo>
                    <a:pt x="638" y="238"/>
                    <a:pt x="635" y="241"/>
                    <a:pt x="627" y="239"/>
                  </a:cubicBezTo>
                  <a:cubicBezTo>
                    <a:pt x="620" y="236"/>
                    <a:pt x="621" y="239"/>
                    <a:pt x="616" y="239"/>
                  </a:cubicBezTo>
                  <a:cubicBezTo>
                    <a:pt x="611" y="239"/>
                    <a:pt x="608" y="239"/>
                    <a:pt x="604" y="238"/>
                  </a:cubicBezTo>
                  <a:cubicBezTo>
                    <a:pt x="600" y="236"/>
                    <a:pt x="599" y="237"/>
                    <a:pt x="595" y="238"/>
                  </a:cubicBezTo>
                  <a:cubicBezTo>
                    <a:pt x="592" y="240"/>
                    <a:pt x="590" y="240"/>
                    <a:pt x="588" y="243"/>
                  </a:cubicBezTo>
                  <a:cubicBezTo>
                    <a:pt x="586" y="247"/>
                    <a:pt x="584" y="247"/>
                    <a:pt x="578" y="250"/>
                  </a:cubicBezTo>
                  <a:cubicBezTo>
                    <a:pt x="572" y="253"/>
                    <a:pt x="574" y="252"/>
                    <a:pt x="570" y="253"/>
                  </a:cubicBezTo>
                  <a:cubicBezTo>
                    <a:pt x="567" y="254"/>
                    <a:pt x="570" y="254"/>
                    <a:pt x="569" y="258"/>
                  </a:cubicBezTo>
                  <a:cubicBezTo>
                    <a:pt x="568" y="261"/>
                    <a:pt x="567" y="261"/>
                    <a:pt x="567" y="264"/>
                  </a:cubicBezTo>
                  <a:cubicBezTo>
                    <a:pt x="567" y="268"/>
                    <a:pt x="568" y="271"/>
                    <a:pt x="568" y="274"/>
                  </a:cubicBezTo>
                  <a:cubicBezTo>
                    <a:pt x="568" y="277"/>
                    <a:pt x="566" y="277"/>
                    <a:pt x="563" y="276"/>
                  </a:cubicBezTo>
                  <a:cubicBezTo>
                    <a:pt x="561" y="275"/>
                    <a:pt x="562" y="273"/>
                    <a:pt x="562" y="270"/>
                  </a:cubicBezTo>
                  <a:cubicBezTo>
                    <a:pt x="561" y="266"/>
                    <a:pt x="559" y="267"/>
                    <a:pt x="554" y="262"/>
                  </a:cubicBezTo>
                  <a:cubicBezTo>
                    <a:pt x="550" y="258"/>
                    <a:pt x="553" y="258"/>
                    <a:pt x="554" y="257"/>
                  </a:cubicBezTo>
                  <a:cubicBezTo>
                    <a:pt x="555" y="255"/>
                    <a:pt x="557" y="255"/>
                    <a:pt x="557" y="252"/>
                  </a:cubicBezTo>
                  <a:cubicBezTo>
                    <a:pt x="556" y="249"/>
                    <a:pt x="559" y="248"/>
                    <a:pt x="561" y="248"/>
                  </a:cubicBezTo>
                  <a:cubicBezTo>
                    <a:pt x="563" y="247"/>
                    <a:pt x="564" y="248"/>
                    <a:pt x="566" y="246"/>
                  </a:cubicBezTo>
                  <a:cubicBezTo>
                    <a:pt x="567" y="245"/>
                    <a:pt x="567" y="243"/>
                    <a:pt x="568" y="240"/>
                  </a:cubicBezTo>
                  <a:cubicBezTo>
                    <a:pt x="568" y="237"/>
                    <a:pt x="571" y="236"/>
                    <a:pt x="576" y="234"/>
                  </a:cubicBezTo>
                  <a:cubicBezTo>
                    <a:pt x="581" y="231"/>
                    <a:pt x="581" y="233"/>
                    <a:pt x="584" y="233"/>
                  </a:cubicBezTo>
                  <a:cubicBezTo>
                    <a:pt x="587" y="234"/>
                    <a:pt x="591" y="233"/>
                    <a:pt x="595" y="232"/>
                  </a:cubicBezTo>
                  <a:cubicBezTo>
                    <a:pt x="599" y="230"/>
                    <a:pt x="604" y="231"/>
                    <a:pt x="607" y="232"/>
                  </a:cubicBezTo>
                  <a:cubicBezTo>
                    <a:pt x="611" y="233"/>
                    <a:pt x="610" y="234"/>
                    <a:pt x="614" y="235"/>
                  </a:cubicBezTo>
                  <a:cubicBezTo>
                    <a:pt x="617" y="236"/>
                    <a:pt x="622" y="235"/>
                    <a:pt x="625" y="235"/>
                  </a:cubicBezTo>
                  <a:cubicBezTo>
                    <a:pt x="628" y="235"/>
                    <a:pt x="631" y="237"/>
                    <a:pt x="635" y="237"/>
                  </a:cubicBezTo>
                  <a:cubicBezTo>
                    <a:pt x="639" y="237"/>
                    <a:pt x="638" y="238"/>
                    <a:pt x="642" y="239"/>
                  </a:cubicBezTo>
                  <a:cubicBezTo>
                    <a:pt x="646" y="240"/>
                    <a:pt x="648" y="240"/>
                    <a:pt x="650" y="238"/>
                  </a:cubicBezTo>
                  <a:cubicBezTo>
                    <a:pt x="653" y="236"/>
                    <a:pt x="656" y="236"/>
                    <a:pt x="659" y="237"/>
                  </a:cubicBezTo>
                  <a:cubicBezTo>
                    <a:pt x="663" y="238"/>
                    <a:pt x="665" y="235"/>
                    <a:pt x="665" y="232"/>
                  </a:cubicBezTo>
                  <a:cubicBezTo>
                    <a:pt x="666" y="228"/>
                    <a:pt x="671" y="232"/>
                    <a:pt x="673" y="236"/>
                  </a:cubicBezTo>
                  <a:cubicBezTo>
                    <a:pt x="675" y="240"/>
                    <a:pt x="668" y="239"/>
                    <a:pt x="666" y="24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0" name="Freeform 455">
              <a:extLst>
                <a:ext uri="{FF2B5EF4-FFF2-40B4-BE49-F238E27FC236}">
                  <a16:creationId xmlns:a16="http://schemas.microsoft.com/office/drawing/2014/main" id="{2E7BBB38-A05F-9A11-2555-836F1F326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741" y="2371718"/>
              <a:ext cx="8462" cy="7052"/>
            </a:xfrm>
            <a:custGeom>
              <a:avLst/>
              <a:gdLst>
                <a:gd name="T0" fmla="*/ 0 w 7"/>
                <a:gd name="T1" fmla="*/ 4 h 7"/>
                <a:gd name="T2" fmla="*/ 2 w 7"/>
                <a:gd name="T3" fmla="*/ 6 h 7"/>
                <a:gd name="T4" fmla="*/ 5 w 7"/>
                <a:gd name="T5" fmla="*/ 4 h 7"/>
                <a:gd name="T6" fmla="*/ 6 w 7"/>
                <a:gd name="T7" fmla="*/ 1 h 7"/>
                <a:gd name="T8" fmla="*/ 3 w 7"/>
                <a:gd name="T9" fmla="*/ 2 h 7"/>
                <a:gd name="T10" fmla="*/ 0 w 7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7">
                  <a:moveTo>
                    <a:pt x="0" y="4"/>
                  </a:moveTo>
                  <a:cubicBezTo>
                    <a:pt x="1" y="6"/>
                    <a:pt x="1" y="7"/>
                    <a:pt x="2" y="6"/>
                  </a:cubicBezTo>
                  <a:cubicBezTo>
                    <a:pt x="3" y="5"/>
                    <a:pt x="3" y="4"/>
                    <a:pt x="5" y="4"/>
                  </a:cubicBezTo>
                  <a:cubicBezTo>
                    <a:pt x="6" y="3"/>
                    <a:pt x="7" y="2"/>
                    <a:pt x="6" y="1"/>
                  </a:cubicBezTo>
                  <a:cubicBezTo>
                    <a:pt x="5" y="0"/>
                    <a:pt x="5" y="1"/>
                    <a:pt x="3" y="2"/>
                  </a:cubicBezTo>
                  <a:cubicBezTo>
                    <a:pt x="2" y="3"/>
                    <a:pt x="0" y="3"/>
                    <a:pt x="0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1" name="Freeform 456">
              <a:extLst>
                <a:ext uri="{FF2B5EF4-FFF2-40B4-BE49-F238E27FC236}">
                  <a16:creationId xmlns:a16="http://schemas.microsoft.com/office/drawing/2014/main" id="{9B756F9F-91D4-B8BA-C3FA-05E19D067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458" y="2384412"/>
              <a:ext cx="11283" cy="12693"/>
            </a:xfrm>
            <a:custGeom>
              <a:avLst/>
              <a:gdLst>
                <a:gd name="T0" fmla="*/ 1 w 10"/>
                <a:gd name="T1" fmla="*/ 11 h 12"/>
                <a:gd name="T2" fmla="*/ 4 w 10"/>
                <a:gd name="T3" fmla="*/ 11 h 12"/>
                <a:gd name="T4" fmla="*/ 8 w 10"/>
                <a:gd name="T5" fmla="*/ 8 h 12"/>
                <a:gd name="T6" fmla="*/ 10 w 10"/>
                <a:gd name="T7" fmla="*/ 4 h 12"/>
                <a:gd name="T8" fmla="*/ 7 w 10"/>
                <a:gd name="T9" fmla="*/ 1 h 12"/>
                <a:gd name="T10" fmla="*/ 5 w 10"/>
                <a:gd name="T11" fmla="*/ 4 h 12"/>
                <a:gd name="T12" fmla="*/ 4 w 10"/>
                <a:gd name="T13" fmla="*/ 7 h 12"/>
                <a:gd name="T14" fmla="*/ 1 w 10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2">
                  <a:moveTo>
                    <a:pt x="1" y="11"/>
                  </a:moveTo>
                  <a:cubicBezTo>
                    <a:pt x="2" y="12"/>
                    <a:pt x="3" y="12"/>
                    <a:pt x="4" y="11"/>
                  </a:cubicBezTo>
                  <a:cubicBezTo>
                    <a:pt x="5" y="9"/>
                    <a:pt x="7" y="9"/>
                    <a:pt x="8" y="8"/>
                  </a:cubicBezTo>
                  <a:cubicBezTo>
                    <a:pt x="9" y="7"/>
                    <a:pt x="10" y="5"/>
                    <a:pt x="10" y="4"/>
                  </a:cubicBezTo>
                  <a:cubicBezTo>
                    <a:pt x="10" y="2"/>
                    <a:pt x="8" y="0"/>
                    <a:pt x="7" y="1"/>
                  </a:cubicBezTo>
                  <a:cubicBezTo>
                    <a:pt x="6" y="2"/>
                    <a:pt x="5" y="2"/>
                    <a:pt x="5" y="4"/>
                  </a:cubicBezTo>
                  <a:cubicBezTo>
                    <a:pt x="5" y="5"/>
                    <a:pt x="5" y="6"/>
                    <a:pt x="4" y="7"/>
                  </a:cubicBezTo>
                  <a:cubicBezTo>
                    <a:pt x="3" y="8"/>
                    <a:pt x="0" y="11"/>
                    <a:pt x="1" y="1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2" name="Freeform 457">
              <a:extLst>
                <a:ext uri="{FF2B5EF4-FFF2-40B4-BE49-F238E27FC236}">
                  <a16:creationId xmlns:a16="http://schemas.microsoft.com/office/drawing/2014/main" id="{15D1B289-4782-BBB6-792F-CB256F546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609" y="2395695"/>
              <a:ext cx="9873" cy="11283"/>
            </a:xfrm>
            <a:custGeom>
              <a:avLst/>
              <a:gdLst>
                <a:gd name="T0" fmla="*/ 4 w 8"/>
                <a:gd name="T1" fmla="*/ 10 h 11"/>
                <a:gd name="T2" fmla="*/ 6 w 8"/>
                <a:gd name="T3" fmla="*/ 9 h 11"/>
                <a:gd name="T4" fmla="*/ 8 w 8"/>
                <a:gd name="T5" fmla="*/ 7 h 11"/>
                <a:gd name="T6" fmla="*/ 7 w 8"/>
                <a:gd name="T7" fmla="*/ 4 h 11"/>
                <a:gd name="T8" fmla="*/ 7 w 8"/>
                <a:gd name="T9" fmla="*/ 2 h 11"/>
                <a:gd name="T10" fmla="*/ 3 w 8"/>
                <a:gd name="T11" fmla="*/ 1 h 11"/>
                <a:gd name="T12" fmla="*/ 0 w 8"/>
                <a:gd name="T13" fmla="*/ 5 h 11"/>
                <a:gd name="T14" fmla="*/ 2 w 8"/>
                <a:gd name="T15" fmla="*/ 8 h 11"/>
                <a:gd name="T16" fmla="*/ 4 w 8"/>
                <a:gd name="T17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1">
                  <a:moveTo>
                    <a:pt x="4" y="10"/>
                  </a:moveTo>
                  <a:cubicBezTo>
                    <a:pt x="5" y="11"/>
                    <a:pt x="5" y="9"/>
                    <a:pt x="6" y="9"/>
                  </a:cubicBezTo>
                  <a:cubicBezTo>
                    <a:pt x="7" y="8"/>
                    <a:pt x="8" y="8"/>
                    <a:pt x="8" y="7"/>
                  </a:cubicBezTo>
                  <a:cubicBezTo>
                    <a:pt x="8" y="6"/>
                    <a:pt x="8" y="6"/>
                    <a:pt x="7" y="4"/>
                  </a:cubicBezTo>
                  <a:cubicBezTo>
                    <a:pt x="7" y="3"/>
                    <a:pt x="7" y="3"/>
                    <a:pt x="7" y="2"/>
                  </a:cubicBezTo>
                  <a:cubicBezTo>
                    <a:pt x="7" y="0"/>
                    <a:pt x="5" y="1"/>
                    <a:pt x="3" y="1"/>
                  </a:cubicBezTo>
                  <a:cubicBezTo>
                    <a:pt x="1" y="1"/>
                    <a:pt x="0" y="3"/>
                    <a:pt x="0" y="5"/>
                  </a:cubicBezTo>
                  <a:cubicBezTo>
                    <a:pt x="0" y="6"/>
                    <a:pt x="1" y="7"/>
                    <a:pt x="2" y="8"/>
                  </a:cubicBezTo>
                  <a:cubicBezTo>
                    <a:pt x="3" y="9"/>
                    <a:pt x="3" y="9"/>
                    <a:pt x="4" y="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3" name="Freeform 458">
              <a:extLst>
                <a:ext uri="{FF2B5EF4-FFF2-40B4-BE49-F238E27FC236}">
                  <a16:creationId xmlns:a16="http://schemas.microsoft.com/office/drawing/2014/main" id="{1032FEB1-DA6B-7A14-D6CE-DE5755E4B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812" y="2384412"/>
              <a:ext cx="18335" cy="15514"/>
            </a:xfrm>
            <a:custGeom>
              <a:avLst/>
              <a:gdLst>
                <a:gd name="T0" fmla="*/ 2 w 17"/>
                <a:gd name="T1" fmla="*/ 5 h 14"/>
                <a:gd name="T2" fmla="*/ 2 w 17"/>
                <a:gd name="T3" fmla="*/ 8 h 14"/>
                <a:gd name="T4" fmla="*/ 5 w 17"/>
                <a:gd name="T5" fmla="*/ 12 h 14"/>
                <a:gd name="T6" fmla="*/ 8 w 17"/>
                <a:gd name="T7" fmla="*/ 14 h 14"/>
                <a:gd name="T8" fmla="*/ 9 w 17"/>
                <a:gd name="T9" fmla="*/ 10 h 14"/>
                <a:gd name="T10" fmla="*/ 13 w 17"/>
                <a:gd name="T11" fmla="*/ 7 h 14"/>
                <a:gd name="T12" fmla="*/ 17 w 17"/>
                <a:gd name="T13" fmla="*/ 2 h 14"/>
                <a:gd name="T14" fmla="*/ 14 w 17"/>
                <a:gd name="T15" fmla="*/ 1 h 14"/>
                <a:gd name="T16" fmla="*/ 7 w 17"/>
                <a:gd name="T17" fmla="*/ 4 h 14"/>
                <a:gd name="T18" fmla="*/ 2 w 17"/>
                <a:gd name="T19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4">
                  <a:moveTo>
                    <a:pt x="2" y="5"/>
                  </a:moveTo>
                  <a:cubicBezTo>
                    <a:pt x="2" y="6"/>
                    <a:pt x="0" y="7"/>
                    <a:pt x="2" y="8"/>
                  </a:cubicBezTo>
                  <a:cubicBezTo>
                    <a:pt x="4" y="10"/>
                    <a:pt x="4" y="10"/>
                    <a:pt x="5" y="12"/>
                  </a:cubicBezTo>
                  <a:cubicBezTo>
                    <a:pt x="6" y="14"/>
                    <a:pt x="7" y="14"/>
                    <a:pt x="8" y="14"/>
                  </a:cubicBezTo>
                  <a:cubicBezTo>
                    <a:pt x="9" y="13"/>
                    <a:pt x="8" y="12"/>
                    <a:pt x="9" y="10"/>
                  </a:cubicBezTo>
                  <a:cubicBezTo>
                    <a:pt x="11" y="8"/>
                    <a:pt x="11" y="8"/>
                    <a:pt x="13" y="7"/>
                  </a:cubicBezTo>
                  <a:cubicBezTo>
                    <a:pt x="15" y="6"/>
                    <a:pt x="17" y="3"/>
                    <a:pt x="17" y="2"/>
                  </a:cubicBezTo>
                  <a:cubicBezTo>
                    <a:pt x="17" y="0"/>
                    <a:pt x="15" y="0"/>
                    <a:pt x="14" y="1"/>
                  </a:cubicBezTo>
                  <a:cubicBezTo>
                    <a:pt x="14" y="2"/>
                    <a:pt x="10" y="2"/>
                    <a:pt x="7" y="4"/>
                  </a:cubicBezTo>
                  <a:cubicBezTo>
                    <a:pt x="5" y="5"/>
                    <a:pt x="3" y="4"/>
                    <a:pt x="2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4" name="Freeform 459">
              <a:extLst>
                <a:ext uri="{FF2B5EF4-FFF2-40B4-BE49-F238E27FC236}">
                  <a16:creationId xmlns:a16="http://schemas.microsoft.com/office/drawing/2014/main" id="{91EA8022-F2F6-CE93-2123-C82E383B4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245" y="2378770"/>
              <a:ext cx="5642" cy="7052"/>
            </a:xfrm>
            <a:custGeom>
              <a:avLst/>
              <a:gdLst>
                <a:gd name="T0" fmla="*/ 1 w 4"/>
                <a:gd name="T1" fmla="*/ 2 h 7"/>
                <a:gd name="T2" fmla="*/ 2 w 4"/>
                <a:gd name="T3" fmla="*/ 5 h 7"/>
                <a:gd name="T4" fmla="*/ 3 w 4"/>
                <a:gd name="T5" fmla="*/ 7 h 7"/>
                <a:gd name="T6" fmla="*/ 4 w 4"/>
                <a:gd name="T7" fmla="*/ 4 h 7"/>
                <a:gd name="T8" fmla="*/ 1 w 4"/>
                <a:gd name="T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7">
                  <a:moveTo>
                    <a:pt x="1" y="2"/>
                  </a:moveTo>
                  <a:cubicBezTo>
                    <a:pt x="0" y="3"/>
                    <a:pt x="1" y="4"/>
                    <a:pt x="2" y="5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7"/>
                    <a:pt x="4" y="5"/>
                    <a:pt x="4" y="4"/>
                  </a:cubicBezTo>
                  <a:cubicBezTo>
                    <a:pt x="3" y="3"/>
                    <a:pt x="1" y="0"/>
                    <a:pt x="1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5" name="Freeform 460">
              <a:extLst>
                <a:ext uri="{FF2B5EF4-FFF2-40B4-BE49-F238E27FC236}">
                  <a16:creationId xmlns:a16="http://schemas.microsoft.com/office/drawing/2014/main" id="{69B109A3-E1E4-D5FA-919C-63BECA772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014" y="2402747"/>
              <a:ext cx="4231" cy="5642"/>
            </a:xfrm>
            <a:custGeom>
              <a:avLst/>
              <a:gdLst>
                <a:gd name="T0" fmla="*/ 3 w 5"/>
                <a:gd name="T1" fmla="*/ 1 h 5"/>
                <a:gd name="T2" fmla="*/ 2 w 5"/>
                <a:gd name="T3" fmla="*/ 4 h 5"/>
                <a:gd name="T4" fmla="*/ 5 w 5"/>
                <a:gd name="T5" fmla="*/ 3 h 5"/>
                <a:gd name="T6" fmla="*/ 5 w 5"/>
                <a:gd name="T7" fmla="*/ 1 h 5"/>
                <a:gd name="T8" fmla="*/ 3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3" y="1"/>
                  </a:moveTo>
                  <a:cubicBezTo>
                    <a:pt x="0" y="2"/>
                    <a:pt x="1" y="4"/>
                    <a:pt x="2" y="4"/>
                  </a:cubicBezTo>
                  <a:cubicBezTo>
                    <a:pt x="4" y="5"/>
                    <a:pt x="4" y="5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4" y="0"/>
                    <a:pt x="4" y="1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6" name="Freeform 461">
              <a:extLst>
                <a:ext uri="{FF2B5EF4-FFF2-40B4-BE49-F238E27FC236}">
                  <a16:creationId xmlns:a16="http://schemas.microsoft.com/office/drawing/2014/main" id="{D23EC72B-76C9-CFCB-9679-F2E79F16F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760" y="2394284"/>
              <a:ext cx="4231" cy="5642"/>
            </a:xfrm>
            <a:custGeom>
              <a:avLst/>
              <a:gdLst>
                <a:gd name="T0" fmla="*/ 0 w 4"/>
                <a:gd name="T1" fmla="*/ 2 h 5"/>
                <a:gd name="T2" fmla="*/ 1 w 4"/>
                <a:gd name="T3" fmla="*/ 3 h 5"/>
                <a:gd name="T4" fmla="*/ 3 w 4"/>
                <a:gd name="T5" fmla="*/ 4 h 5"/>
                <a:gd name="T6" fmla="*/ 4 w 4"/>
                <a:gd name="T7" fmla="*/ 2 h 5"/>
                <a:gd name="T8" fmla="*/ 0 w 4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2"/>
                    <a:pt x="1" y="3"/>
                    <a:pt x="1" y="3"/>
                  </a:cubicBezTo>
                  <a:cubicBezTo>
                    <a:pt x="2" y="4"/>
                    <a:pt x="3" y="5"/>
                    <a:pt x="3" y="4"/>
                  </a:cubicBezTo>
                  <a:cubicBezTo>
                    <a:pt x="4" y="3"/>
                    <a:pt x="4" y="3"/>
                    <a:pt x="4" y="2"/>
                  </a:cubicBezTo>
                  <a:cubicBezTo>
                    <a:pt x="3" y="1"/>
                    <a:pt x="1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7" name="Freeform 462">
              <a:extLst>
                <a:ext uri="{FF2B5EF4-FFF2-40B4-BE49-F238E27FC236}">
                  <a16:creationId xmlns:a16="http://schemas.microsoft.com/office/drawing/2014/main" id="{A00E15BB-F153-C0B0-6AF8-C4A6AE188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9607" y="2598790"/>
              <a:ext cx="11283" cy="14104"/>
            </a:xfrm>
            <a:custGeom>
              <a:avLst/>
              <a:gdLst>
                <a:gd name="T0" fmla="*/ 6 w 11"/>
                <a:gd name="T1" fmla="*/ 4 h 13"/>
                <a:gd name="T2" fmla="*/ 2 w 11"/>
                <a:gd name="T3" fmla="*/ 2 h 13"/>
                <a:gd name="T4" fmla="*/ 1 w 11"/>
                <a:gd name="T5" fmla="*/ 4 h 13"/>
                <a:gd name="T6" fmla="*/ 4 w 11"/>
                <a:gd name="T7" fmla="*/ 8 h 13"/>
                <a:gd name="T8" fmla="*/ 9 w 11"/>
                <a:gd name="T9" fmla="*/ 12 h 13"/>
                <a:gd name="T10" fmla="*/ 10 w 11"/>
                <a:gd name="T11" fmla="*/ 8 h 13"/>
                <a:gd name="T12" fmla="*/ 6 w 11"/>
                <a:gd name="T13" fmla="*/ 4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3">
                  <a:moveTo>
                    <a:pt x="6" y="4"/>
                  </a:moveTo>
                  <a:cubicBezTo>
                    <a:pt x="3" y="4"/>
                    <a:pt x="4" y="4"/>
                    <a:pt x="2" y="2"/>
                  </a:cubicBezTo>
                  <a:cubicBezTo>
                    <a:pt x="0" y="0"/>
                    <a:pt x="0" y="4"/>
                    <a:pt x="1" y="4"/>
                  </a:cubicBezTo>
                  <a:cubicBezTo>
                    <a:pt x="2" y="5"/>
                    <a:pt x="3" y="6"/>
                    <a:pt x="4" y="8"/>
                  </a:cubicBezTo>
                  <a:cubicBezTo>
                    <a:pt x="4" y="10"/>
                    <a:pt x="8" y="13"/>
                    <a:pt x="9" y="12"/>
                  </a:cubicBezTo>
                  <a:cubicBezTo>
                    <a:pt x="11" y="11"/>
                    <a:pt x="10" y="10"/>
                    <a:pt x="10" y="8"/>
                  </a:cubicBezTo>
                  <a:cubicBezTo>
                    <a:pt x="11" y="5"/>
                    <a:pt x="8" y="5"/>
                    <a:pt x="6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8" name="Freeform 463">
              <a:extLst>
                <a:ext uri="{FF2B5EF4-FFF2-40B4-BE49-F238E27FC236}">
                  <a16:creationId xmlns:a16="http://schemas.microsoft.com/office/drawing/2014/main" id="{FB69EE70-C6EB-2C7E-3C41-247BD04D3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1018" y="2612894"/>
              <a:ext cx="5642" cy="7052"/>
            </a:xfrm>
            <a:custGeom>
              <a:avLst/>
              <a:gdLst>
                <a:gd name="T0" fmla="*/ 3 w 5"/>
                <a:gd name="T1" fmla="*/ 6 h 6"/>
                <a:gd name="T2" fmla="*/ 4 w 5"/>
                <a:gd name="T3" fmla="*/ 2 h 6"/>
                <a:gd name="T4" fmla="*/ 0 w 5"/>
                <a:gd name="T5" fmla="*/ 2 h 6"/>
                <a:gd name="T6" fmla="*/ 3 w 5"/>
                <a:gd name="T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cubicBezTo>
                    <a:pt x="4" y="6"/>
                    <a:pt x="5" y="3"/>
                    <a:pt x="4" y="2"/>
                  </a:cubicBezTo>
                  <a:cubicBezTo>
                    <a:pt x="3" y="1"/>
                    <a:pt x="0" y="0"/>
                    <a:pt x="0" y="2"/>
                  </a:cubicBezTo>
                  <a:cubicBezTo>
                    <a:pt x="1" y="4"/>
                    <a:pt x="2" y="6"/>
                    <a:pt x="3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19" name="Freeform 464">
              <a:extLst>
                <a:ext uri="{FF2B5EF4-FFF2-40B4-BE49-F238E27FC236}">
                  <a16:creationId xmlns:a16="http://schemas.microsoft.com/office/drawing/2014/main" id="{F6A431DD-ECEF-4DBB-8066-68947D70B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522" y="1725761"/>
              <a:ext cx="69109" cy="64878"/>
            </a:xfrm>
            <a:custGeom>
              <a:avLst/>
              <a:gdLst>
                <a:gd name="T0" fmla="*/ 8 w 64"/>
                <a:gd name="T1" fmla="*/ 47 h 61"/>
                <a:gd name="T2" fmla="*/ 15 w 64"/>
                <a:gd name="T3" fmla="*/ 44 h 61"/>
                <a:gd name="T4" fmla="*/ 16 w 64"/>
                <a:gd name="T5" fmla="*/ 49 h 61"/>
                <a:gd name="T6" fmla="*/ 6 w 64"/>
                <a:gd name="T7" fmla="*/ 53 h 61"/>
                <a:gd name="T8" fmla="*/ 10 w 64"/>
                <a:gd name="T9" fmla="*/ 54 h 61"/>
                <a:gd name="T10" fmla="*/ 18 w 64"/>
                <a:gd name="T11" fmla="*/ 54 h 61"/>
                <a:gd name="T12" fmla="*/ 24 w 64"/>
                <a:gd name="T13" fmla="*/ 58 h 61"/>
                <a:gd name="T14" fmla="*/ 32 w 64"/>
                <a:gd name="T15" fmla="*/ 61 h 61"/>
                <a:gd name="T16" fmla="*/ 40 w 64"/>
                <a:gd name="T17" fmla="*/ 61 h 61"/>
                <a:gd name="T18" fmla="*/ 42 w 64"/>
                <a:gd name="T19" fmla="*/ 56 h 61"/>
                <a:gd name="T20" fmla="*/ 41 w 64"/>
                <a:gd name="T21" fmla="*/ 50 h 61"/>
                <a:gd name="T22" fmla="*/ 40 w 64"/>
                <a:gd name="T23" fmla="*/ 44 h 61"/>
                <a:gd name="T24" fmla="*/ 49 w 64"/>
                <a:gd name="T25" fmla="*/ 42 h 61"/>
                <a:gd name="T26" fmla="*/ 53 w 64"/>
                <a:gd name="T27" fmla="*/ 40 h 61"/>
                <a:gd name="T28" fmla="*/ 57 w 64"/>
                <a:gd name="T29" fmla="*/ 35 h 61"/>
                <a:gd name="T30" fmla="*/ 58 w 64"/>
                <a:gd name="T31" fmla="*/ 30 h 61"/>
                <a:gd name="T32" fmla="*/ 57 w 64"/>
                <a:gd name="T33" fmla="*/ 28 h 61"/>
                <a:gd name="T34" fmla="*/ 57 w 64"/>
                <a:gd name="T35" fmla="*/ 21 h 61"/>
                <a:gd name="T36" fmla="*/ 62 w 64"/>
                <a:gd name="T37" fmla="*/ 14 h 61"/>
                <a:gd name="T38" fmla="*/ 64 w 64"/>
                <a:gd name="T39" fmla="*/ 8 h 61"/>
                <a:gd name="T40" fmla="*/ 62 w 64"/>
                <a:gd name="T41" fmla="*/ 4 h 61"/>
                <a:gd name="T42" fmla="*/ 53 w 64"/>
                <a:gd name="T43" fmla="*/ 1 h 61"/>
                <a:gd name="T44" fmla="*/ 43 w 64"/>
                <a:gd name="T45" fmla="*/ 1 h 61"/>
                <a:gd name="T46" fmla="*/ 37 w 64"/>
                <a:gd name="T47" fmla="*/ 2 h 61"/>
                <a:gd name="T48" fmla="*/ 28 w 64"/>
                <a:gd name="T49" fmla="*/ 8 h 61"/>
                <a:gd name="T50" fmla="*/ 28 w 64"/>
                <a:gd name="T51" fmla="*/ 12 h 61"/>
                <a:gd name="T52" fmla="*/ 30 w 64"/>
                <a:gd name="T53" fmla="*/ 17 h 61"/>
                <a:gd name="T54" fmla="*/ 34 w 64"/>
                <a:gd name="T55" fmla="*/ 17 h 61"/>
                <a:gd name="T56" fmla="*/ 35 w 64"/>
                <a:gd name="T57" fmla="*/ 21 h 61"/>
                <a:gd name="T58" fmla="*/ 38 w 64"/>
                <a:gd name="T59" fmla="*/ 26 h 61"/>
                <a:gd name="T60" fmla="*/ 30 w 64"/>
                <a:gd name="T61" fmla="*/ 33 h 61"/>
                <a:gd name="T62" fmla="*/ 23 w 64"/>
                <a:gd name="T63" fmla="*/ 32 h 61"/>
                <a:gd name="T64" fmla="*/ 21 w 64"/>
                <a:gd name="T65" fmla="*/ 28 h 61"/>
                <a:gd name="T66" fmla="*/ 19 w 64"/>
                <a:gd name="T67" fmla="*/ 22 h 61"/>
                <a:gd name="T68" fmla="*/ 19 w 64"/>
                <a:gd name="T69" fmla="*/ 16 h 61"/>
                <a:gd name="T70" fmla="*/ 13 w 64"/>
                <a:gd name="T71" fmla="*/ 20 h 61"/>
                <a:gd name="T72" fmla="*/ 10 w 64"/>
                <a:gd name="T73" fmla="*/ 31 h 61"/>
                <a:gd name="T74" fmla="*/ 2 w 64"/>
                <a:gd name="T75" fmla="*/ 39 h 61"/>
                <a:gd name="T76" fmla="*/ 5 w 64"/>
                <a:gd name="T77" fmla="*/ 4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4" h="61">
                  <a:moveTo>
                    <a:pt x="5" y="45"/>
                  </a:moveTo>
                  <a:cubicBezTo>
                    <a:pt x="6" y="46"/>
                    <a:pt x="6" y="47"/>
                    <a:pt x="8" y="47"/>
                  </a:cubicBezTo>
                  <a:cubicBezTo>
                    <a:pt x="10" y="47"/>
                    <a:pt x="10" y="47"/>
                    <a:pt x="11" y="46"/>
                  </a:cubicBezTo>
                  <a:cubicBezTo>
                    <a:pt x="13" y="45"/>
                    <a:pt x="14" y="43"/>
                    <a:pt x="15" y="44"/>
                  </a:cubicBezTo>
                  <a:cubicBezTo>
                    <a:pt x="16" y="45"/>
                    <a:pt x="15" y="46"/>
                    <a:pt x="16" y="47"/>
                  </a:cubicBezTo>
                  <a:cubicBezTo>
                    <a:pt x="17" y="48"/>
                    <a:pt x="17" y="49"/>
                    <a:pt x="16" y="49"/>
                  </a:cubicBezTo>
                  <a:cubicBezTo>
                    <a:pt x="14" y="49"/>
                    <a:pt x="12" y="49"/>
                    <a:pt x="10" y="50"/>
                  </a:cubicBezTo>
                  <a:cubicBezTo>
                    <a:pt x="8" y="51"/>
                    <a:pt x="6" y="51"/>
                    <a:pt x="6" y="53"/>
                  </a:cubicBezTo>
                  <a:cubicBezTo>
                    <a:pt x="6" y="53"/>
                    <a:pt x="6" y="54"/>
                    <a:pt x="6" y="54"/>
                  </a:cubicBezTo>
                  <a:cubicBezTo>
                    <a:pt x="8" y="54"/>
                    <a:pt x="9" y="54"/>
                    <a:pt x="10" y="54"/>
                  </a:cubicBezTo>
                  <a:cubicBezTo>
                    <a:pt x="11" y="54"/>
                    <a:pt x="12" y="53"/>
                    <a:pt x="12" y="53"/>
                  </a:cubicBezTo>
                  <a:cubicBezTo>
                    <a:pt x="13" y="53"/>
                    <a:pt x="15" y="52"/>
                    <a:pt x="18" y="54"/>
                  </a:cubicBezTo>
                  <a:cubicBezTo>
                    <a:pt x="20" y="55"/>
                    <a:pt x="21" y="56"/>
                    <a:pt x="22" y="56"/>
                  </a:cubicBezTo>
                  <a:cubicBezTo>
                    <a:pt x="22" y="57"/>
                    <a:pt x="23" y="58"/>
                    <a:pt x="24" y="58"/>
                  </a:cubicBezTo>
                  <a:cubicBezTo>
                    <a:pt x="27" y="60"/>
                    <a:pt x="29" y="60"/>
                    <a:pt x="32" y="61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61"/>
                    <a:pt x="40" y="61"/>
                    <a:pt x="41" y="61"/>
                  </a:cubicBezTo>
                  <a:cubicBezTo>
                    <a:pt x="41" y="60"/>
                    <a:pt x="41" y="59"/>
                    <a:pt x="42" y="56"/>
                  </a:cubicBezTo>
                  <a:cubicBezTo>
                    <a:pt x="43" y="54"/>
                    <a:pt x="41" y="51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9"/>
                    <a:pt x="40" y="48"/>
                    <a:pt x="40" y="48"/>
                  </a:cubicBezTo>
                  <a:cubicBezTo>
                    <a:pt x="40" y="47"/>
                    <a:pt x="40" y="45"/>
                    <a:pt x="40" y="44"/>
                  </a:cubicBezTo>
                  <a:cubicBezTo>
                    <a:pt x="41" y="43"/>
                    <a:pt x="42" y="42"/>
                    <a:pt x="43" y="42"/>
                  </a:cubicBezTo>
                  <a:cubicBezTo>
                    <a:pt x="44" y="41"/>
                    <a:pt x="46" y="42"/>
                    <a:pt x="49" y="42"/>
                  </a:cubicBezTo>
                  <a:cubicBezTo>
                    <a:pt x="50" y="43"/>
                    <a:pt x="52" y="43"/>
                    <a:pt x="52" y="43"/>
                  </a:cubicBezTo>
                  <a:cubicBezTo>
                    <a:pt x="52" y="42"/>
                    <a:pt x="52" y="41"/>
                    <a:pt x="53" y="40"/>
                  </a:cubicBezTo>
                  <a:cubicBezTo>
                    <a:pt x="53" y="39"/>
                    <a:pt x="54" y="39"/>
                    <a:pt x="54" y="38"/>
                  </a:cubicBezTo>
                  <a:cubicBezTo>
                    <a:pt x="55" y="37"/>
                    <a:pt x="56" y="36"/>
                    <a:pt x="57" y="35"/>
                  </a:cubicBezTo>
                  <a:cubicBezTo>
                    <a:pt x="58" y="34"/>
                    <a:pt x="59" y="34"/>
                    <a:pt x="59" y="33"/>
                  </a:cubicBezTo>
                  <a:cubicBezTo>
                    <a:pt x="60" y="32"/>
                    <a:pt x="59" y="30"/>
                    <a:pt x="58" y="30"/>
                  </a:cubicBezTo>
                  <a:cubicBezTo>
                    <a:pt x="58" y="29"/>
                    <a:pt x="58" y="29"/>
                    <a:pt x="57" y="29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7"/>
                    <a:pt x="56" y="27"/>
                  </a:cubicBezTo>
                  <a:cubicBezTo>
                    <a:pt x="55" y="25"/>
                    <a:pt x="54" y="23"/>
                    <a:pt x="57" y="21"/>
                  </a:cubicBezTo>
                  <a:cubicBezTo>
                    <a:pt x="59" y="20"/>
                    <a:pt x="60" y="19"/>
                    <a:pt x="61" y="17"/>
                  </a:cubicBezTo>
                  <a:cubicBezTo>
                    <a:pt x="61" y="16"/>
                    <a:pt x="62" y="15"/>
                    <a:pt x="62" y="14"/>
                  </a:cubicBezTo>
                  <a:cubicBezTo>
                    <a:pt x="63" y="13"/>
                    <a:pt x="63" y="12"/>
                    <a:pt x="63" y="11"/>
                  </a:cubicBezTo>
                  <a:cubicBezTo>
                    <a:pt x="64" y="10"/>
                    <a:pt x="64" y="9"/>
                    <a:pt x="64" y="8"/>
                  </a:cubicBezTo>
                  <a:cubicBezTo>
                    <a:pt x="64" y="6"/>
                    <a:pt x="63" y="5"/>
                    <a:pt x="63" y="5"/>
                  </a:cubicBezTo>
                  <a:cubicBezTo>
                    <a:pt x="63" y="4"/>
                    <a:pt x="62" y="4"/>
                    <a:pt x="62" y="4"/>
                  </a:cubicBezTo>
                  <a:cubicBezTo>
                    <a:pt x="61" y="3"/>
                    <a:pt x="59" y="1"/>
                    <a:pt x="58" y="1"/>
                  </a:cubicBezTo>
                  <a:cubicBezTo>
                    <a:pt x="57" y="1"/>
                    <a:pt x="55" y="1"/>
                    <a:pt x="53" y="1"/>
                  </a:cubicBezTo>
                  <a:cubicBezTo>
                    <a:pt x="51" y="1"/>
                    <a:pt x="49" y="0"/>
                    <a:pt x="48" y="0"/>
                  </a:cubicBezTo>
                  <a:cubicBezTo>
                    <a:pt x="47" y="0"/>
                    <a:pt x="43" y="0"/>
                    <a:pt x="43" y="1"/>
                  </a:cubicBezTo>
                  <a:cubicBezTo>
                    <a:pt x="42" y="1"/>
                    <a:pt x="42" y="2"/>
                    <a:pt x="41" y="2"/>
                  </a:cubicBezTo>
                  <a:cubicBezTo>
                    <a:pt x="39" y="1"/>
                    <a:pt x="39" y="2"/>
                    <a:pt x="37" y="2"/>
                  </a:cubicBezTo>
                  <a:cubicBezTo>
                    <a:pt x="35" y="3"/>
                    <a:pt x="34" y="4"/>
                    <a:pt x="33" y="4"/>
                  </a:cubicBezTo>
                  <a:cubicBezTo>
                    <a:pt x="32" y="5"/>
                    <a:pt x="29" y="7"/>
                    <a:pt x="28" y="8"/>
                  </a:cubicBezTo>
                  <a:cubicBezTo>
                    <a:pt x="27" y="9"/>
                    <a:pt x="26" y="9"/>
                    <a:pt x="27" y="10"/>
                  </a:cubicBezTo>
                  <a:cubicBezTo>
                    <a:pt x="27" y="11"/>
                    <a:pt x="27" y="11"/>
                    <a:pt x="28" y="12"/>
                  </a:cubicBezTo>
                  <a:cubicBezTo>
                    <a:pt x="28" y="13"/>
                    <a:pt x="28" y="14"/>
                    <a:pt x="28" y="15"/>
                  </a:cubicBezTo>
                  <a:cubicBezTo>
                    <a:pt x="28" y="16"/>
                    <a:pt x="28" y="17"/>
                    <a:pt x="30" y="17"/>
                  </a:cubicBezTo>
                  <a:cubicBezTo>
                    <a:pt x="31" y="17"/>
                    <a:pt x="31" y="16"/>
                    <a:pt x="32" y="16"/>
                  </a:cubicBezTo>
                  <a:cubicBezTo>
                    <a:pt x="33" y="16"/>
                    <a:pt x="34" y="16"/>
                    <a:pt x="34" y="17"/>
                  </a:cubicBezTo>
                  <a:cubicBezTo>
                    <a:pt x="34" y="18"/>
                    <a:pt x="33" y="18"/>
                    <a:pt x="33" y="19"/>
                  </a:cubicBezTo>
                  <a:cubicBezTo>
                    <a:pt x="34" y="20"/>
                    <a:pt x="34" y="21"/>
                    <a:pt x="35" y="21"/>
                  </a:cubicBezTo>
                  <a:cubicBezTo>
                    <a:pt x="36" y="21"/>
                    <a:pt x="37" y="21"/>
                    <a:pt x="38" y="22"/>
                  </a:cubicBezTo>
                  <a:cubicBezTo>
                    <a:pt x="38" y="23"/>
                    <a:pt x="38" y="24"/>
                    <a:pt x="38" y="26"/>
                  </a:cubicBezTo>
                  <a:cubicBezTo>
                    <a:pt x="38" y="28"/>
                    <a:pt x="35" y="30"/>
                    <a:pt x="34" y="31"/>
                  </a:cubicBezTo>
                  <a:cubicBezTo>
                    <a:pt x="34" y="32"/>
                    <a:pt x="31" y="33"/>
                    <a:pt x="30" y="33"/>
                  </a:cubicBezTo>
                  <a:cubicBezTo>
                    <a:pt x="29" y="33"/>
                    <a:pt x="28" y="34"/>
                    <a:pt x="27" y="33"/>
                  </a:cubicBezTo>
                  <a:cubicBezTo>
                    <a:pt x="26" y="32"/>
                    <a:pt x="24" y="32"/>
                    <a:pt x="23" y="32"/>
                  </a:cubicBezTo>
                  <a:cubicBezTo>
                    <a:pt x="22" y="32"/>
                    <a:pt x="20" y="31"/>
                    <a:pt x="20" y="30"/>
                  </a:cubicBezTo>
                  <a:cubicBezTo>
                    <a:pt x="20" y="29"/>
                    <a:pt x="21" y="30"/>
                    <a:pt x="21" y="28"/>
                  </a:cubicBezTo>
                  <a:cubicBezTo>
                    <a:pt x="20" y="26"/>
                    <a:pt x="19" y="24"/>
                    <a:pt x="19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20" y="21"/>
                    <a:pt x="21" y="23"/>
                    <a:pt x="21" y="20"/>
                  </a:cubicBezTo>
                  <a:cubicBezTo>
                    <a:pt x="21" y="18"/>
                    <a:pt x="20" y="17"/>
                    <a:pt x="19" y="16"/>
                  </a:cubicBezTo>
                  <a:cubicBezTo>
                    <a:pt x="18" y="16"/>
                    <a:pt x="16" y="16"/>
                    <a:pt x="16" y="16"/>
                  </a:cubicBezTo>
                  <a:cubicBezTo>
                    <a:pt x="15" y="17"/>
                    <a:pt x="13" y="19"/>
                    <a:pt x="13" y="20"/>
                  </a:cubicBezTo>
                  <a:cubicBezTo>
                    <a:pt x="13" y="21"/>
                    <a:pt x="12" y="25"/>
                    <a:pt x="12" y="26"/>
                  </a:cubicBezTo>
                  <a:cubicBezTo>
                    <a:pt x="12" y="27"/>
                    <a:pt x="11" y="30"/>
                    <a:pt x="10" y="31"/>
                  </a:cubicBezTo>
                  <a:cubicBezTo>
                    <a:pt x="9" y="33"/>
                    <a:pt x="8" y="35"/>
                    <a:pt x="8" y="36"/>
                  </a:cubicBezTo>
                  <a:cubicBezTo>
                    <a:pt x="7" y="36"/>
                    <a:pt x="3" y="39"/>
                    <a:pt x="2" y="39"/>
                  </a:cubicBezTo>
                  <a:cubicBezTo>
                    <a:pt x="1" y="40"/>
                    <a:pt x="0" y="42"/>
                    <a:pt x="1" y="43"/>
                  </a:cubicBezTo>
                  <a:cubicBezTo>
                    <a:pt x="2" y="44"/>
                    <a:pt x="4" y="44"/>
                    <a:pt x="5" y="4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0" name="Freeform 465">
              <a:extLst>
                <a:ext uri="{FF2B5EF4-FFF2-40B4-BE49-F238E27FC236}">
                  <a16:creationId xmlns:a16="http://schemas.microsoft.com/office/drawing/2014/main" id="{393CC251-78D9-4975-053A-BB57F6F1F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909" y="1748327"/>
              <a:ext cx="14104" cy="9873"/>
            </a:xfrm>
            <a:custGeom>
              <a:avLst/>
              <a:gdLst>
                <a:gd name="T0" fmla="*/ 1 w 14"/>
                <a:gd name="T1" fmla="*/ 8 h 10"/>
                <a:gd name="T2" fmla="*/ 4 w 14"/>
                <a:gd name="T3" fmla="*/ 9 h 10"/>
                <a:gd name="T4" fmla="*/ 8 w 14"/>
                <a:gd name="T5" fmla="*/ 8 h 10"/>
                <a:gd name="T6" fmla="*/ 13 w 14"/>
                <a:gd name="T7" fmla="*/ 5 h 10"/>
                <a:gd name="T8" fmla="*/ 13 w 14"/>
                <a:gd name="T9" fmla="*/ 3 h 10"/>
                <a:gd name="T10" fmla="*/ 6 w 14"/>
                <a:gd name="T11" fmla="*/ 4 h 10"/>
                <a:gd name="T12" fmla="*/ 4 w 14"/>
                <a:gd name="T13" fmla="*/ 5 h 10"/>
                <a:gd name="T14" fmla="*/ 1 w 14"/>
                <a:gd name="T15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0">
                  <a:moveTo>
                    <a:pt x="1" y="8"/>
                  </a:moveTo>
                  <a:cubicBezTo>
                    <a:pt x="2" y="9"/>
                    <a:pt x="2" y="10"/>
                    <a:pt x="4" y="9"/>
                  </a:cubicBezTo>
                  <a:cubicBezTo>
                    <a:pt x="6" y="9"/>
                    <a:pt x="6" y="9"/>
                    <a:pt x="8" y="8"/>
                  </a:cubicBezTo>
                  <a:cubicBezTo>
                    <a:pt x="10" y="7"/>
                    <a:pt x="12" y="7"/>
                    <a:pt x="13" y="5"/>
                  </a:cubicBezTo>
                  <a:cubicBezTo>
                    <a:pt x="13" y="3"/>
                    <a:pt x="14" y="3"/>
                    <a:pt x="13" y="3"/>
                  </a:cubicBezTo>
                  <a:cubicBezTo>
                    <a:pt x="11" y="2"/>
                    <a:pt x="8" y="0"/>
                    <a:pt x="6" y="4"/>
                  </a:cubicBezTo>
                  <a:cubicBezTo>
                    <a:pt x="6" y="5"/>
                    <a:pt x="6" y="5"/>
                    <a:pt x="4" y="5"/>
                  </a:cubicBezTo>
                  <a:cubicBezTo>
                    <a:pt x="2" y="6"/>
                    <a:pt x="0" y="7"/>
                    <a:pt x="1" y="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1" name="Freeform 466">
              <a:extLst>
                <a:ext uri="{FF2B5EF4-FFF2-40B4-BE49-F238E27FC236}">
                  <a16:creationId xmlns:a16="http://schemas.microsoft.com/office/drawing/2014/main" id="{F63430A7-B654-4FDF-77A1-A3D5FB823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499" y="1724351"/>
              <a:ext cx="11283" cy="4231"/>
            </a:xfrm>
            <a:custGeom>
              <a:avLst/>
              <a:gdLst>
                <a:gd name="T0" fmla="*/ 2 w 10"/>
                <a:gd name="T1" fmla="*/ 4 h 4"/>
                <a:gd name="T2" fmla="*/ 6 w 10"/>
                <a:gd name="T3" fmla="*/ 3 h 4"/>
                <a:gd name="T4" fmla="*/ 9 w 10"/>
                <a:gd name="T5" fmla="*/ 2 h 4"/>
                <a:gd name="T6" fmla="*/ 6 w 10"/>
                <a:gd name="T7" fmla="*/ 1 h 4"/>
                <a:gd name="T8" fmla="*/ 2 w 10"/>
                <a:gd name="T9" fmla="*/ 2 h 4"/>
                <a:gd name="T10" fmla="*/ 2 w 10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4">
                  <a:moveTo>
                    <a:pt x="2" y="4"/>
                  </a:moveTo>
                  <a:cubicBezTo>
                    <a:pt x="4" y="4"/>
                    <a:pt x="4" y="3"/>
                    <a:pt x="6" y="3"/>
                  </a:cubicBezTo>
                  <a:cubicBezTo>
                    <a:pt x="7" y="3"/>
                    <a:pt x="8" y="3"/>
                    <a:pt x="9" y="2"/>
                  </a:cubicBezTo>
                  <a:cubicBezTo>
                    <a:pt x="10" y="0"/>
                    <a:pt x="9" y="0"/>
                    <a:pt x="6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1" y="3"/>
                    <a:pt x="0" y="4"/>
                    <a:pt x="2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2" name="Freeform 467">
              <a:extLst>
                <a:ext uri="{FF2B5EF4-FFF2-40B4-BE49-F238E27FC236}">
                  <a16:creationId xmlns:a16="http://schemas.microsoft.com/office/drawing/2014/main" id="{74535FFA-4BE2-BE82-9CA4-F8E525053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037" y="1729992"/>
              <a:ext cx="4231" cy="9873"/>
            </a:xfrm>
            <a:custGeom>
              <a:avLst/>
              <a:gdLst>
                <a:gd name="T0" fmla="*/ 3 w 5"/>
                <a:gd name="T1" fmla="*/ 7 h 9"/>
                <a:gd name="T2" fmla="*/ 5 w 5"/>
                <a:gd name="T3" fmla="*/ 5 h 9"/>
                <a:gd name="T4" fmla="*/ 2 w 5"/>
                <a:gd name="T5" fmla="*/ 3 h 9"/>
                <a:gd name="T6" fmla="*/ 2 w 5"/>
                <a:gd name="T7" fmla="*/ 6 h 9"/>
                <a:gd name="T8" fmla="*/ 0 w 5"/>
                <a:gd name="T9" fmla="*/ 8 h 9"/>
                <a:gd name="T10" fmla="*/ 3 w 5"/>
                <a:gd name="T11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9">
                  <a:moveTo>
                    <a:pt x="3" y="7"/>
                  </a:moveTo>
                  <a:cubicBezTo>
                    <a:pt x="4" y="6"/>
                    <a:pt x="5" y="6"/>
                    <a:pt x="5" y="5"/>
                  </a:cubicBezTo>
                  <a:cubicBezTo>
                    <a:pt x="4" y="4"/>
                    <a:pt x="3" y="0"/>
                    <a:pt x="2" y="3"/>
                  </a:cubicBezTo>
                  <a:cubicBezTo>
                    <a:pt x="2" y="5"/>
                    <a:pt x="2" y="5"/>
                    <a:pt x="2" y="6"/>
                  </a:cubicBezTo>
                  <a:cubicBezTo>
                    <a:pt x="1" y="7"/>
                    <a:pt x="0" y="8"/>
                    <a:pt x="0" y="8"/>
                  </a:cubicBezTo>
                  <a:cubicBezTo>
                    <a:pt x="0" y="8"/>
                    <a:pt x="2" y="9"/>
                    <a:pt x="3" y="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3" name="Freeform 468">
              <a:extLst>
                <a:ext uri="{FF2B5EF4-FFF2-40B4-BE49-F238E27FC236}">
                  <a16:creationId xmlns:a16="http://schemas.microsoft.com/office/drawing/2014/main" id="{799BE15C-3671-07EF-4017-8E23F526E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8268" y="1735634"/>
              <a:ext cx="7052" cy="5642"/>
            </a:xfrm>
            <a:custGeom>
              <a:avLst/>
              <a:gdLst>
                <a:gd name="T0" fmla="*/ 1 w 7"/>
                <a:gd name="T1" fmla="*/ 5 h 5"/>
                <a:gd name="T2" fmla="*/ 3 w 7"/>
                <a:gd name="T3" fmla="*/ 5 h 5"/>
                <a:gd name="T4" fmla="*/ 4 w 7"/>
                <a:gd name="T5" fmla="*/ 3 h 5"/>
                <a:gd name="T6" fmla="*/ 6 w 7"/>
                <a:gd name="T7" fmla="*/ 1 h 5"/>
                <a:gd name="T8" fmla="*/ 5 w 7"/>
                <a:gd name="T9" fmla="*/ 1 h 5"/>
                <a:gd name="T10" fmla="*/ 1 w 7"/>
                <a:gd name="T11" fmla="*/ 4 h 5"/>
                <a:gd name="T12" fmla="*/ 1 w 7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1" y="5"/>
                  </a:move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3" y="4"/>
                    <a:pt x="4" y="3"/>
                  </a:cubicBezTo>
                  <a:cubicBezTo>
                    <a:pt x="4" y="3"/>
                    <a:pt x="6" y="2"/>
                    <a:pt x="6" y="1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4" y="3"/>
                    <a:pt x="3" y="3"/>
                    <a:pt x="1" y="4"/>
                  </a:cubicBezTo>
                  <a:cubicBezTo>
                    <a:pt x="1" y="4"/>
                    <a:pt x="0" y="4"/>
                    <a:pt x="1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4" name="Freeform 469">
              <a:extLst>
                <a:ext uri="{FF2B5EF4-FFF2-40B4-BE49-F238E27FC236}">
                  <a16:creationId xmlns:a16="http://schemas.microsoft.com/office/drawing/2014/main" id="{B4DCACDB-3FF6-9FE3-6EB7-9006AC414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419" y="1777945"/>
              <a:ext cx="11283" cy="7052"/>
            </a:xfrm>
            <a:custGeom>
              <a:avLst/>
              <a:gdLst>
                <a:gd name="T0" fmla="*/ 2 w 11"/>
                <a:gd name="T1" fmla="*/ 4 h 7"/>
                <a:gd name="T2" fmla="*/ 6 w 11"/>
                <a:gd name="T3" fmla="*/ 5 h 7"/>
                <a:gd name="T4" fmla="*/ 10 w 11"/>
                <a:gd name="T5" fmla="*/ 6 h 7"/>
                <a:gd name="T6" fmla="*/ 8 w 11"/>
                <a:gd name="T7" fmla="*/ 4 h 7"/>
                <a:gd name="T8" fmla="*/ 2 w 11"/>
                <a:gd name="T9" fmla="*/ 2 h 7"/>
                <a:gd name="T10" fmla="*/ 2 w 11"/>
                <a:gd name="T11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2" y="4"/>
                  </a:moveTo>
                  <a:cubicBezTo>
                    <a:pt x="4" y="5"/>
                    <a:pt x="5" y="5"/>
                    <a:pt x="6" y="5"/>
                  </a:cubicBezTo>
                  <a:cubicBezTo>
                    <a:pt x="8" y="6"/>
                    <a:pt x="10" y="7"/>
                    <a:pt x="10" y="6"/>
                  </a:cubicBezTo>
                  <a:cubicBezTo>
                    <a:pt x="11" y="5"/>
                    <a:pt x="9" y="5"/>
                    <a:pt x="8" y="4"/>
                  </a:cubicBezTo>
                  <a:cubicBezTo>
                    <a:pt x="7" y="2"/>
                    <a:pt x="4" y="0"/>
                    <a:pt x="2" y="2"/>
                  </a:cubicBezTo>
                  <a:cubicBezTo>
                    <a:pt x="1" y="4"/>
                    <a:pt x="0" y="4"/>
                    <a:pt x="2" y="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5" name="Freeform 470">
              <a:extLst>
                <a:ext uri="{FF2B5EF4-FFF2-40B4-BE49-F238E27FC236}">
                  <a16:creationId xmlns:a16="http://schemas.microsoft.com/office/drawing/2014/main" id="{7E09E5C0-3DC8-DF7E-DE70-B9FB2C6AE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060" y="1770893"/>
              <a:ext cx="11283" cy="11283"/>
            </a:xfrm>
            <a:custGeom>
              <a:avLst/>
              <a:gdLst>
                <a:gd name="T0" fmla="*/ 2 w 10"/>
                <a:gd name="T1" fmla="*/ 6 h 10"/>
                <a:gd name="T2" fmla="*/ 6 w 10"/>
                <a:gd name="T3" fmla="*/ 7 h 10"/>
                <a:gd name="T4" fmla="*/ 9 w 10"/>
                <a:gd name="T5" fmla="*/ 8 h 10"/>
                <a:gd name="T6" fmla="*/ 9 w 10"/>
                <a:gd name="T7" fmla="*/ 5 h 10"/>
                <a:gd name="T8" fmla="*/ 3 w 10"/>
                <a:gd name="T9" fmla="*/ 3 h 10"/>
                <a:gd name="T10" fmla="*/ 2 w 10"/>
                <a:gd name="T11" fmla="*/ 6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0">
                  <a:moveTo>
                    <a:pt x="2" y="6"/>
                  </a:moveTo>
                  <a:cubicBezTo>
                    <a:pt x="4" y="6"/>
                    <a:pt x="5" y="5"/>
                    <a:pt x="6" y="7"/>
                  </a:cubicBezTo>
                  <a:cubicBezTo>
                    <a:pt x="8" y="8"/>
                    <a:pt x="8" y="10"/>
                    <a:pt x="9" y="8"/>
                  </a:cubicBezTo>
                  <a:cubicBezTo>
                    <a:pt x="10" y="7"/>
                    <a:pt x="10" y="6"/>
                    <a:pt x="9" y="5"/>
                  </a:cubicBezTo>
                  <a:cubicBezTo>
                    <a:pt x="8" y="5"/>
                    <a:pt x="6" y="0"/>
                    <a:pt x="3" y="3"/>
                  </a:cubicBezTo>
                  <a:cubicBezTo>
                    <a:pt x="1" y="5"/>
                    <a:pt x="0" y="5"/>
                    <a:pt x="2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6" name="Freeform 471">
              <a:extLst>
                <a:ext uri="{FF2B5EF4-FFF2-40B4-BE49-F238E27FC236}">
                  <a16:creationId xmlns:a16="http://schemas.microsoft.com/office/drawing/2014/main" id="{B9963B4C-06EF-28BE-2DAC-FA1B10FFE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005" y="1680629"/>
              <a:ext cx="221431" cy="172067"/>
            </a:xfrm>
            <a:custGeom>
              <a:avLst/>
              <a:gdLst>
                <a:gd name="T0" fmla="*/ 193 w 202"/>
                <a:gd name="T1" fmla="*/ 66 h 161"/>
                <a:gd name="T2" fmla="*/ 199 w 202"/>
                <a:gd name="T3" fmla="*/ 55 h 161"/>
                <a:gd name="T4" fmla="*/ 196 w 202"/>
                <a:gd name="T5" fmla="*/ 44 h 161"/>
                <a:gd name="T6" fmla="*/ 190 w 202"/>
                <a:gd name="T7" fmla="*/ 32 h 161"/>
                <a:gd name="T8" fmla="*/ 186 w 202"/>
                <a:gd name="T9" fmla="*/ 20 h 161"/>
                <a:gd name="T10" fmla="*/ 176 w 202"/>
                <a:gd name="T11" fmla="*/ 17 h 161"/>
                <a:gd name="T12" fmla="*/ 152 w 202"/>
                <a:gd name="T13" fmla="*/ 17 h 161"/>
                <a:gd name="T14" fmla="*/ 120 w 202"/>
                <a:gd name="T15" fmla="*/ 15 h 161"/>
                <a:gd name="T16" fmla="*/ 114 w 202"/>
                <a:gd name="T17" fmla="*/ 14 h 161"/>
                <a:gd name="T18" fmla="*/ 106 w 202"/>
                <a:gd name="T19" fmla="*/ 19 h 161"/>
                <a:gd name="T20" fmla="*/ 99 w 202"/>
                <a:gd name="T21" fmla="*/ 15 h 161"/>
                <a:gd name="T22" fmla="*/ 88 w 202"/>
                <a:gd name="T23" fmla="*/ 8 h 161"/>
                <a:gd name="T24" fmla="*/ 92 w 202"/>
                <a:gd name="T25" fmla="*/ 6 h 161"/>
                <a:gd name="T26" fmla="*/ 72 w 202"/>
                <a:gd name="T27" fmla="*/ 3 h 161"/>
                <a:gd name="T28" fmla="*/ 46 w 202"/>
                <a:gd name="T29" fmla="*/ 13 h 161"/>
                <a:gd name="T30" fmla="*/ 27 w 202"/>
                <a:gd name="T31" fmla="*/ 21 h 161"/>
                <a:gd name="T32" fmla="*/ 8 w 202"/>
                <a:gd name="T33" fmla="*/ 25 h 161"/>
                <a:gd name="T34" fmla="*/ 6 w 202"/>
                <a:gd name="T35" fmla="*/ 30 h 161"/>
                <a:gd name="T36" fmla="*/ 5 w 202"/>
                <a:gd name="T37" fmla="*/ 36 h 161"/>
                <a:gd name="T38" fmla="*/ 5 w 202"/>
                <a:gd name="T39" fmla="*/ 40 h 161"/>
                <a:gd name="T40" fmla="*/ 4 w 202"/>
                <a:gd name="T41" fmla="*/ 53 h 161"/>
                <a:gd name="T42" fmla="*/ 1 w 202"/>
                <a:gd name="T43" fmla="*/ 57 h 161"/>
                <a:gd name="T44" fmla="*/ 9 w 202"/>
                <a:gd name="T45" fmla="*/ 64 h 161"/>
                <a:gd name="T46" fmla="*/ 9 w 202"/>
                <a:gd name="T47" fmla="*/ 71 h 161"/>
                <a:gd name="T48" fmla="*/ 12 w 202"/>
                <a:gd name="T49" fmla="*/ 80 h 161"/>
                <a:gd name="T50" fmla="*/ 11 w 202"/>
                <a:gd name="T51" fmla="*/ 87 h 161"/>
                <a:gd name="T52" fmla="*/ 13 w 202"/>
                <a:gd name="T53" fmla="*/ 94 h 161"/>
                <a:gd name="T54" fmla="*/ 17 w 202"/>
                <a:gd name="T55" fmla="*/ 102 h 161"/>
                <a:gd name="T56" fmla="*/ 16 w 202"/>
                <a:gd name="T57" fmla="*/ 110 h 161"/>
                <a:gd name="T58" fmla="*/ 31 w 202"/>
                <a:gd name="T59" fmla="*/ 115 h 161"/>
                <a:gd name="T60" fmla="*/ 37 w 202"/>
                <a:gd name="T61" fmla="*/ 116 h 161"/>
                <a:gd name="T62" fmla="*/ 45 w 202"/>
                <a:gd name="T63" fmla="*/ 123 h 161"/>
                <a:gd name="T64" fmla="*/ 47 w 202"/>
                <a:gd name="T65" fmla="*/ 129 h 161"/>
                <a:gd name="T66" fmla="*/ 55 w 202"/>
                <a:gd name="T67" fmla="*/ 127 h 161"/>
                <a:gd name="T68" fmla="*/ 65 w 202"/>
                <a:gd name="T69" fmla="*/ 125 h 161"/>
                <a:gd name="T70" fmla="*/ 73 w 202"/>
                <a:gd name="T71" fmla="*/ 132 h 161"/>
                <a:gd name="T72" fmla="*/ 79 w 202"/>
                <a:gd name="T73" fmla="*/ 135 h 161"/>
                <a:gd name="T74" fmla="*/ 91 w 202"/>
                <a:gd name="T75" fmla="*/ 141 h 161"/>
                <a:gd name="T76" fmla="*/ 99 w 202"/>
                <a:gd name="T77" fmla="*/ 151 h 161"/>
                <a:gd name="T78" fmla="*/ 109 w 202"/>
                <a:gd name="T79" fmla="*/ 148 h 161"/>
                <a:gd name="T80" fmla="*/ 113 w 202"/>
                <a:gd name="T81" fmla="*/ 150 h 161"/>
                <a:gd name="T82" fmla="*/ 121 w 202"/>
                <a:gd name="T83" fmla="*/ 155 h 161"/>
                <a:gd name="T84" fmla="*/ 133 w 202"/>
                <a:gd name="T85" fmla="*/ 153 h 161"/>
                <a:gd name="T86" fmla="*/ 144 w 202"/>
                <a:gd name="T87" fmla="*/ 154 h 161"/>
                <a:gd name="T88" fmla="*/ 155 w 202"/>
                <a:gd name="T89" fmla="*/ 152 h 161"/>
                <a:gd name="T90" fmla="*/ 167 w 202"/>
                <a:gd name="T91" fmla="*/ 158 h 161"/>
                <a:gd name="T92" fmla="*/ 176 w 202"/>
                <a:gd name="T93" fmla="*/ 160 h 161"/>
                <a:gd name="T94" fmla="*/ 174 w 202"/>
                <a:gd name="T95" fmla="*/ 156 h 161"/>
                <a:gd name="T96" fmla="*/ 176 w 202"/>
                <a:gd name="T97" fmla="*/ 146 h 161"/>
                <a:gd name="T98" fmla="*/ 176 w 202"/>
                <a:gd name="T99" fmla="*/ 146 h 161"/>
                <a:gd name="T100" fmla="*/ 184 w 202"/>
                <a:gd name="T101" fmla="*/ 137 h 161"/>
                <a:gd name="T102" fmla="*/ 196 w 202"/>
                <a:gd name="T103" fmla="*/ 127 h 161"/>
                <a:gd name="T104" fmla="*/ 202 w 202"/>
                <a:gd name="T105" fmla="*/ 123 h 161"/>
                <a:gd name="T106" fmla="*/ 201 w 202"/>
                <a:gd name="T107" fmla="*/ 116 h 161"/>
                <a:gd name="T108" fmla="*/ 202 w 202"/>
                <a:gd name="T109" fmla="*/ 112 h 161"/>
                <a:gd name="T110" fmla="*/ 195 w 202"/>
                <a:gd name="T111" fmla="*/ 101 h 161"/>
                <a:gd name="T112" fmla="*/ 192 w 202"/>
                <a:gd name="T113" fmla="*/ 87 h 161"/>
                <a:gd name="T114" fmla="*/ 191 w 202"/>
                <a:gd name="T115" fmla="*/ 79 h 161"/>
                <a:gd name="T116" fmla="*/ 186 w 202"/>
                <a:gd name="T117" fmla="*/ 7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2" h="161">
                  <a:moveTo>
                    <a:pt x="191" y="67"/>
                  </a:moveTo>
                  <a:cubicBezTo>
                    <a:pt x="192" y="67"/>
                    <a:pt x="192" y="66"/>
                    <a:pt x="193" y="66"/>
                  </a:cubicBezTo>
                  <a:cubicBezTo>
                    <a:pt x="193" y="66"/>
                    <a:pt x="193" y="66"/>
                    <a:pt x="193" y="66"/>
                  </a:cubicBezTo>
                  <a:cubicBezTo>
                    <a:pt x="196" y="63"/>
                    <a:pt x="199" y="61"/>
                    <a:pt x="199" y="55"/>
                  </a:cubicBezTo>
                  <a:cubicBezTo>
                    <a:pt x="199" y="52"/>
                    <a:pt x="199" y="50"/>
                    <a:pt x="199" y="48"/>
                  </a:cubicBezTo>
                  <a:cubicBezTo>
                    <a:pt x="199" y="47"/>
                    <a:pt x="198" y="46"/>
                    <a:pt x="196" y="44"/>
                  </a:cubicBezTo>
                  <a:cubicBezTo>
                    <a:pt x="194" y="41"/>
                    <a:pt x="193" y="39"/>
                    <a:pt x="192" y="36"/>
                  </a:cubicBezTo>
                  <a:cubicBezTo>
                    <a:pt x="192" y="34"/>
                    <a:pt x="191" y="33"/>
                    <a:pt x="190" y="32"/>
                  </a:cubicBezTo>
                  <a:cubicBezTo>
                    <a:pt x="190" y="29"/>
                    <a:pt x="189" y="28"/>
                    <a:pt x="189" y="26"/>
                  </a:cubicBezTo>
                  <a:cubicBezTo>
                    <a:pt x="188" y="24"/>
                    <a:pt x="188" y="21"/>
                    <a:pt x="186" y="20"/>
                  </a:cubicBezTo>
                  <a:cubicBezTo>
                    <a:pt x="183" y="17"/>
                    <a:pt x="182" y="17"/>
                    <a:pt x="177" y="17"/>
                  </a:cubicBezTo>
                  <a:cubicBezTo>
                    <a:pt x="176" y="17"/>
                    <a:pt x="176" y="17"/>
                    <a:pt x="176" y="17"/>
                  </a:cubicBezTo>
                  <a:cubicBezTo>
                    <a:pt x="173" y="18"/>
                    <a:pt x="167" y="18"/>
                    <a:pt x="161" y="18"/>
                  </a:cubicBezTo>
                  <a:cubicBezTo>
                    <a:pt x="159" y="18"/>
                    <a:pt x="156" y="17"/>
                    <a:pt x="152" y="17"/>
                  </a:cubicBezTo>
                  <a:cubicBezTo>
                    <a:pt x="147" y="17"/>
                    <a:pt x="142" y="17"/>
                    <a:pt x="136" y="17"/>
                  </a:cubicBezTo>
                  <a:cubicBezTo>
                    <a:pt x="130" y="17"/>
                    <a:pt x="125" y="16"/>
                    <a:pt x="120" y="15"/>
                  </a:cubicBezTo>
                  <a:cubicBezTo>
                    <a:pt x="119" y="15"/>
                    <a:pt x="118" y="15"/>
                    <a:pt x="116" y="14"/>
                  </a:cubicBezTo>
                  <a:cubicBezTo>
                    <a:pt x="115" y="14"/>
                    <a:pt x="115" y="14"/>
                    <a:pt x="114" y="14"/>
                  </a:cubicBezTo>
                  <a:cubicBezTo>
                    <a:pt x="113" y="15"/>
                    <a:pt x="112" y="17"/>
                    <a:pt x="111" y="18"/>
                  </a:cubicBezTo>
                  <a:cubicBezTo>
                    <a:pt x="109" y="19"/>
                    <a:pt x="106" y="20"/>
                    <a:pt x="106" y="19"/>
                  </a:cubicBezTo>
                  <a:cubicBezTo>
                    <a:pt x="105" y="17"/>
                    <a:pt x="107" y="15"/>
                    <a:pt x="105" y="15"/>
                  </a:cubicBezTo>
                  <a:cubicBezTo>
                    <a:pt x="104" y="15"/>
                    <a:pt x="101" y="15"/>
                    <a:pt x="99" y="15"/>
                  </a:cubicBezTo>
                  <a:cubicBezTo>
                    <a:pt x="97" y="16"/>
                    <a:pt x="94" y="16"/>
                    <a:pt x="92" y="14"/>
                  </a:cubicBezTo>
                  <a:cubicBezTo>
                    <a:pt x="91" y="12"/>
                    <a:pt x="88" y="10"/>
                    <a:pt x="88" y="8"/>
                  </a:cubicBezTo>
                  <a:cubicBezTo>
                    <a:pt x="88" y="7"/>
                    <a:pt x="89" y="5"/>
                    <a:pt x="91" y="6"/>
                  </a:cubicBezTo>
                  <a:cubicBezTo>
                    <a:pt x="92" y="7"/>
                    <a:pt x="94" y="7"/>
                    <a:pt x="92" y="6"/>
                  </a:cubicBezTo>
                  <a:cubicBezTo>
                    <a:pt x="91" y="5"/>
                    <a:pt x="90" y="2"/>
                    <a:pt x="87" y="2"/>
                  </a:cubicBezTo>
                  <a:cubicBezTo>
                    <a:pt x="84" y="2"/>
                    <a:pt x="80" y="0"/>
                    <a:pt x="72" y="3"/>
                  </a:cubicBezTo>
                  <a:cubicBezTo>
                    <a:pt x="65" y="5"/>
                    <a:pt x="59" y="8"/>
                    <a:pt x="56" y="9"/>
                  </a:cubicBezTo>
                  <a:cubicBezTo>
                    <a:pt x="52" y="11"/>
                    <a:pt x="49" y="10"/>
                    <a:pt x="46" y="13"/>
                  </a:cubicBezTo>
                  <a:cubicBezTo>
                    <a:pt x="43" y="16"/>
                    <a:pt x="41" y="18"/>
                    <a:pt x="38" y="19"/>
                  </a:cubicBezTo>
                  <a:cubicBezTo>
                    <a:pt x="35" y="20"/>
                    <a:pt x="29" y="20"/>
                    <a:pt x="27" y="21"/>
                  </a:cubicBezTo>
                  <a:cubicBezTo>
                    <a:pt x="24" y="22"/>
                    <a:pt x="24" y="23"/>
                    <a:pt x="18" y="24"/>
                  </a:cubicBezTo>
                  <a:cubicBezTo>
                    <a:pt x="12" y="24"/>
                    <a:pt x="9" y="24"/>
                    <a:pt x="8" y="25"/>
                  </a:cubicBezTo>
                  <a:cubicBezTo>
                    <a:pt x="6" y="27"/>
                    <a:pt x="4" y="27"/>
                    <a:pt x="3" y="28"/>
                  </a:cubicBezTo>
                  <a:cubicBezTo>
                    <a:pt x="3" y="29"/>
                    <a:pt x="5" y="30"/>
                    <a:pt x="6" y="30"/>
                  </a:cubicBezTo>
                  <a:cubicBezTo>
                    <a:pt x="8" y="30"/>
                    <a:pt x="9" y="32"/>
                    <a:pt x="9" y="34"/>
                  </a:cubicBezTo>
                  <a:cubicBezTo>
                    <a:pt x="8" y="36"/>
                    <a:pt x="8" y="37"/>
                    <a:pt x="5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7"/>
                    <a:pt x="4" y="39"/>
                    <a:pt x="5" y="40"/>
                  </a:cubicBezTo>
                  <a:cubicBezTo>
                    <a:pt x="5" y="42"/>
                    <a:pt x="6" y="45"/>
                    <a:pt x="6" y="47"/>
                  </a:cubicBezTo>
                  <a:cubicBezTo>
                    <a:pt x="6" y="49"/>
                    <a:pt x="5" y="51"/>
                    <a:pt x="4" y="53"/>
                  </a:cubicBezTo>
                  <a:cubicBezTo>
                    <a:pt x="3" y="53"/>
                    <a:pt x="3" y="54"/>
                    <a:pt x="2" y="54"/>
                  </a:cubicBezTo>
                  <a:cubicBezTo>
                    <a:pt x="1" y="55"/>
                    <a:pt x="0" y="56"/>
                    <a:pt x="1" y="57"/>
                  </a:cubicBezTo>
                  <a:cubicBezTo>
                    <a:pt x="2" y="58"/>
                    <a:pt x="3" y="59"/>
                    <a:pt x="5" y="60"/>
                  </a:cubicBezTo>
                  <a:cubicBezTo>
                    <a:pt x="6" y="62"/>
                    <a:pt x="8" y="63"/>
                    <a:pt x="9" y="64"/>
                  </a:cubicBezTo>
                  <a:cubicBezTo>
                    <a:pt x="10" y="66"/>
                    <a:pt x="10" y="67"/>
                    <a:pt x="9" y="69"/>
                  </a:cubicBezTo>
                  <a:cubicBezTo>
                    <a:pt x="9" y="69"/>
                    <a:pt x="9" y="70"/>
                    <a:pt x="9" y="71"/>
                  </a:cubicBezTo>
                  <a:cubicBezTo>
                    <a:pt x="9" y="72"/>
                    <a:pt x="9" y="73"/>
                    <a:pt x="10" y="74"/>
                  </a:cubicBezTo>
                  <a:cubicBezTo>
                    <a:pt x="11" y="75"/>
                    <a:pt x="12" y="76"/>
                    <a:pt x="12" y="80"/>
                  </a:cubicBezTo>
                  <a:cubicBezTo>
                    <a:pt x="12" y="82"/>
                    <a:pt x="11" y="83"/>
                    <a:pt x="11" y="84"/>
                  </a:cubicBezTo>
                  <a:cubicBezTo>
                    <a:pt x="10" y="85"/>
                    <a:pt x="10" y="85"/>
                    <a:pt x="11" y="87"/>
                  </a:cubicBezTo>
                  <a:cubicBezTo>
                    <a:pt x="11" y="89"/>
                    <a:pt x="11" y="90"/>
                    <a:pt x="11" y="91"/>
                  </a:cubicBezTo>
                  <a:cubicBezTo>
                    <a:pt x="11" y="92"/>
                    <a:pt x="12" y="93"/>
                    <a:pt x="13" y="94"/>
                  </a:cubicBezTo>
                  <a:cubicBezTo>
                    <a:pt x="15" y="96"/>
                    <a:pt x="16" y="98"/>
                    <a:pt x="17" y="99"/>
                  </a:cubicBezTo>
                  <a:cubicBezTo>
                    <a:pt x="17" y="100"/>
                    <a:pt x="17" y="101"/>
                    <a:pt x="17" y="102"/>
                  </a:cubicBezTo>
                  <a:cubicBezTo>
                    <a:pt x="17" y="104"/>
                    <a:pt x="16" y="108"/>
                    <a:pt x="16" y="110"/>
                  </a:cubicBezTo>
                  <a:cubicBezTo>
                    <a:pt x="16" y="110"/>
                    <a:pt x="16" y="110"/>
                    <a:pt x="16" y="110"/>
                  </a:cubicBezTo>
                  <a:cubicBezTo>
                    <a:pt x="19" y="109"/>
                    <a:pt x="22" y="109"/>
                    <a:pt x="23" y="112"/>
                  </a:cubicBezTo>
                  <a:cubicBezTo>
                    <a:pt x="23" y="114"/>
                    <a:pt x="27" y="115"/>
                    <a:pt x="31" y="115"/>
                  </a:cubicBezTo>
                  <a:cubicBezTo>
                    <a:pt x="32" y="116"/>
                    <a:pt x="32" y="116"/>
                    <a:pt x="32" y="116"/>
                  </a:cubicBezTo>
                  <a:cubicBezTo>
                    <a:pt x="34" y="116"/>
                    <a:pt x="35" y="116"/>
                    <a:pt x="37" y="116"/>
                  </a:cubicBezTo>
                  <a:cubicBezTo>
                    <a:pt x="39" y="116"/>
                    <a:pt x="42" y="116"/>
                    <a:pt x="44" y="118"/>
                  </a:cubicBezTo>
                  <a:cubicBezTo>
                    <a:pt x="47" y="120"/>
                    <a:pt x="46" y="121"/>
                    <a:pt x="45" y="123"/>
                  </a:cubicBezTo>
                  <a:cubicBezTo>
                    <a:pt x="45" y="124"/>
                    <a:pt x="44" y="125"/>
                    <a:pt x="45" y="125"/>
                  </a:cubicBezTo>
                  <a:cubicBezTo>
                    <a:pt x="45" y="127"/>
                    <a:pt x="46" y="128"/>
                    <a:pt x="47" y="129"/>
                  </a:cubicBezTo>
                  <a:cubicBezTo>
                    <a:pt x="48" y="130"/>
                    <a:pt x="50" y="131"/>
                    <a:pt x="51" y="131"/>
                  </a:cubicBezTo>
                  <a:cubicBezTo>
                    <a:pt x="52" y="131"/>
                    <a:pt x="54" y="129"/>
                    <a:pt x="55" y="127"/>
                  </a:cubicBezTo>
                  <a:cubicBezTo>
                    <a:pt x="56" y="126"/>
                    <a:pt x="57" y="126"/>
                    <a:pt x="58" y="125"/>
                  </a:cubicBezTo>
                  <a:cubicBezTo>
                    <a:pt x="59" y="125"/>
                    <a:pt x="62" y="125"/>
                    <a:pt x="65" y="125"/>
                  </a:cubicBezTo>
                  <a:cubicBezTo>
                    <a:pt x="67" y="126"/>
                    <a:pt x="69" y="126"/>
                    <a:pt x="71" y="128"/>
                  </a:cubicBezTo>
                  <a:cubicBezTo>
                    <a:pt x="72" y="129"/>
                    <a:pt x="73" y="130"/>
                    <a:pt x="73" y="132"/>
                  </a:cubicBezTo>
                  <a:cubicBezTo>
                    <a:pt x="73" y="133"/>
                    <a:pt x="74" y="134"/>
                    <a:pt x="75" y="135"/>
                  </a:cubicBezTo>
                  <a:cubicBezTo>
                    <a:pt x="76" y="136"/>
                    <a:pt x="78" y="136"/>
                    <a:pt x="79" y="135"/>
                  </a:cubicBezTo>
                  <a:cubicBezTo>
                    <a:pt x="81" y="135"/>
                    <a:pt x="83" y="134"/>
                    <a:pt x="85" y="136"/>
                  </a:cubicBezTo>
                  <a:cubicBezTo>
                    <a:pt x="87" y="137"/>
                    <a:pt x="89" y="138"/>
                    <a:pt x="91" y="141"/>
                  </a:cubicBezTo>
                  <a:cubicBezTo>
                    <a:pt x="93" y="143"/>
                    <a:pt x="94" y="146"/>
                    <a:pt x="96" y="148"/>
                  </a:cubicBezTo>
                  <a:cubicBezTo>
                    <a:pt x="96" y="150"/>
                    <a:pt x="97" y="151"/>
                    <a:pt x="99" y="151"/>
                  </a:cubicBezTo>
                  <a:cubicBezTo>
                    <a:pt x="100" y="151"/>
                    <a:pt x="102" y="151"/>
                    <a:pt x="104" y="150"/>
                  </a:cubicBezTo>
                  <a:cubicBezTo>
                    <a:pt x="106" y="149"/>
                    <a:pt x="107" y="148"/>
                    <a:pt x="109" y="148"/>
                  </a:cubicBezTo>
                  <a:cubicBezTo>
                    <a:pt x="109" y="148"/>
                    <a:pt x="109" y="148"/>
                    <a:pt x="109" y="148"/>
                  </a:cubicBezTo>
                  <a:cubicBezTo>
                    <a:pt x="111" y="148"/>
                    <a:pt x="112" y="149"/>
                    <a:pt x="113" y="150"/>
                  </a:cubicBezTo>
                  <a:cubicBezTo>
                    <a:pt x="114" y="151"/>
                    <a:pt x="115" y="153"/>
                    <a:pt x="117" y="154"/>
                  </a:cubicBezTo>
                  <a:cubicBezTo>
                    <a:pt x="118" y="155"/>
                    <a:pt x="120" y="156"/>
                    <a:pt x="121" y="155"/>
                  </a:cubicBezTo>
                  <a:cubicBezTo>
                    <a:pt x="124" y="154"/>
                    <a:pt x="125" y="154"/>
                    <a:pt x="127" y="153"/>
                  </a:cubicBezTo>
                  <a:cubicBezTo>
                    <a:pt x="129" y="153"/>
                    <a:pt x="131" y="153"/>
                    <a:pt x="133" y="153"/>
                  </a:cubicBezTo>
                  <a:cubicBezTo>
                    <a:pt x="135" y="154"/>
                    <a:pt x="137" y="154"/>
                    <a:pt x="138" y="154"/>
                  </a:cubicBezTo>
                  <a:cubicBezTo>
                    <a:pt x="140" y="154"/>
                    <a:pt x="142" y="154"/>
                    <a:pt x="144" y="154"/>
                  </a:cubicBezTo>
                  <a:cubicBezTo>
                    <a:pt x="145" y="153"/>
                    <a:pt x="145" y="153"/>
                    <a:pt x="146" y="153"/>
                  </a:cubicBezTo>
                  <a:cubicBezTo>
                    <a:pt x="148" y="152"/>
                    <a:pt x="150" y="151"/>
                    <a:pt x="155" y="152"/>
                  </a:cubicBezTo>
                  <a:cubicBezTo>
                    <a:pt x="158" y="152"/>
                    <a:pt x="160" y="153"/>
                    <a:pt x="162" y="155"/>
                  </a:cubicBezTo>
                  <a:cubicBezTo>
                    <a:pt x="163" y="156"/>
                    <a:pt x="165" y="157"/>
                    <a:pt x="167" y="158"/>
                  </a:cubicBezTo>
                  <a:cubicBezTo>
                    <a:pt x="172" y="160"/>
                    <a:pt x="173" y="160"/>
                    <a:pt x="175" y="161"/>
                  </a:cubicBezTo>
                  <a:cubicBezTo>
                    <a:pt x="176" y="161"/>
                    <a:pt x="176" y="161"/>
                    <a:pt x="176" y="160"/>
                  </a:cubicBezTo>
                  <a:cubicBezTo>
                    <a:pt x="175" y="159"/>
                    <a:pt x="175" y="158"/>
                    <a:pt x="174" y="156"/>
                  </a:cubicBezTo>
                  <a:cubicBezTo>
                    <a:pt x="174" y="156"/>
                    <a:pt x="174" y="156"/>
                    <a:pt x="174" y="156"/>
                  </a:cubicBezTo>
                  <a:cubicBezTo>
                    <a:pt x="174" y="155"/>
                    <a:pt x="174" y="153"/>
                    <a:pt x="174" y="152"/>
                  </a:cubicBezTo>
                  <a:cubicBezTo>
                    <a:pt x="174" y="148"/>
                    <a:pt x="175" y="147"/>
                    <a:pt x="176" y="146"/>
                  </a:cubicBezTo>
                  <a:cubicBezTo>
                    <a:pt x="176" y="146"/>
                    <a:pt x="176" y="146"/>
                    <a:pt x="176" y="146"/>
                  </a:cubicBezTo>
                  <a:cubicBezTo>
                    <a:pt x="176" y="146"/>
                    <a:pt x="176" y="146"/>
                    <a:pt x="176" y="146"/>
                  </a:cubicBezTo>
                  <a:cubicBezTo>
                    <a:pt x="177" y="145"/>
                    <a:pt x="179" y="143"/>
                    <a:pt x="181" y="141"/>
                  </a:cubicBezTo>
                  <a:cubicBezTo>
                    <a:pt x="182" y="139"/>
                    <a:pt x="184" y="138"/>
                    <a:pt x="184" y="137"/>
                  </a:cubicBezTo>
                  <a:cubicBezTo>
                    <a:pt x="185" y="136"/>
                    <a:pt x="188" y="133"/>
                    <a:pt x="190" y="131"/>
                  </a:cubicBezTo>
                  <a:cubicBezTo>
                    <a:pt x="192" y="129"/>
                    <a:pt x="195" y="128"/>
                    <a:pt x="196" y="127"/>
                  </a:cubicBezTo>
                  <a:cubicBezTo>
                    <a:pt x="198" y="127"/>
                    <a:pt x="199" y="126"/>
                    <a:pt x="200" y="125"/>
                  </a:cubicBezTo>
                  <a:cubicBezTo>
                    <a:pt x="201" y="124"/>
                    <a:pt x="202" y="123"/>
                    <a:pt x="202" y="123"/>
                  </a:cubicBezTo>
                  <a:cubicBezTo>
                    <a:pt x="202" y="121"/>
                    <a:pt x="202" y="120"/>
                    <a:pt x="201" y="119"/>
                  </a:cubicBezTo>
                  <a:cubicBezTo>
                    <a:pt x="201" y="118"/>
                    <a:pt x="201" y="117"/>
                    <a:pt x="201" y="116"/>
                  </a:cubicBezTo>
                  <a:cubicBezTo>
                    <a:pt x="200" y="114"/>
                    <a:pt x="201" y="113"/>
                    <a:pt x="201" y="112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1" y="110"/>
                    <a:pt x="200" y="108"/>
                    <a:pt x="198" y="106"/>
                  </a:cubicBezTo>
                  <a:cubicBezTo>
                    <a:pt x="197" y="104"/>
                    <a:pt x="196" y="103"/>
                    <a:pt x="195" y="101"/>
                  </a:cubicBezTo>
                  <a:cubicBezTo>
                    <a:pt x="194" y="100"/>
                    <a:pt x="193" y="97"/>
                    <a:pt x="192" y="95"/>
                  </a:cubicBezTo>
                  <a:cubicBezTo>
                    <a:pt x="192" y="92"/>
                    <a:pt x="192" y="90"/>
                    <a:pt x="192" y="87"/>
                  </a:cubicBezTo>
                  <a:cubicBezTo>
                    <a:pt x="192" y="86"/>
                    <a:pt x="192" y="86"/>
                    <a:pt x="192" y="85"/>
                  </a:cubicBezTo>
                  <a:cubicBezTo>
                    <a:pt x="192" y="82"/>
                    <a:pt x="192" y="81"/>
                    <a:pt x="191" y="79"/>
                  </a:cubicBezTo>
                  <a:cubicBezTo>
                    <a:pt x="190" y="79"/>
                    <a:pt x="189" y="78"/>
                    <a:pt x="189" y="78"/>
                  </a:cubicBezTo>
                  <a:cubicBezTo>
                    <a:pt x="187" y="76"/>
                    <a:pt x="185" y="74"/>
                    <a:pt x="186" y="72"/>
                  </a:cubicBezTo>
                  <a:cubicBezTo>
                    <a:pt x="186" y="71"/>
                    <a:pt x="189" y="69"/>
                    <a:pt x="191" y="6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7" name="Freeform 472">
              <a:extLst>
                <a:ext uri="{FF2B5EF4-FFF2-40B4-BE49-F238E27FC236}">
                  <a16:creationId xmlns:a16="http://schemas.microsoft.com/office/drawing/2014/main" id="{49098581-CDB7-3CC9-F6ED-32DFEA56B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958" y="1869620"/>
              <a:ext cx="145270" cy="74751"/>
            </a:xfrm>
            <a:custGeom>
              <a:avLst/>
              <a:gdLst>
                <a:gd name="T0" fmla="*/ 132 w 133"/>
                <a:gd name="T1" fmla="*/ 13 h 70"/>
                <a:gd name="T2" fmla="*/ 132 w 133"/>
                <a:gd name="T3" fmla="*/ 13 h 70"/>
                <a:gd name="T4" fmla="*/ 130 w 133"/>
                <a:gd name="T5" fmla="*/ 12 h 70"/>
                <a:gd name="T6" fmla="*/ 123 w 133"/>
                <a:gd name="T7" fmla="*/ 5 h 70"/>
                <a:gd name="T8" fmla="*/ 122 w 133"/>
                <a:gd name="T9" fmla="*/ 4 h 70"/>
                <a:gd name="T10" fmla="*/ 112 w 133"/>
                <a:gd name="T11" fmla="*/ 5 h 70"/>
                <a:gd name="T12" fmla="*/ 106 w 133"/>
                <a:gd name="T13" fmla="*/ 1 h 70"/>
                <a:gd name="T14" fmla="*/ 94 w 133"/>
                <a:gd name="T15" fmla="*/ 1 h 70"/>
                <a:gd name="T16" fmla="*/ 86 w 133"/>
                <a:gd name="T17" fmla="*/ 5 h 70"/>
                <a:gd name="T18" fmla="*/ 72 w 133"/>
                <a:gd name="T19" fmla="*/ 10 h 70"/>
                <a:gd name="T20" fmla="*/ 64 w 133"/>
                <a:gd name="T21" fmla="*/ 10 h 70"/>
                <a:gd name="T22" fmla="*/ 59 w 133"/>
                <a:gd name="T23" fmla="*/ 12 h 70"/>
                <a:gd name="T24" fmla="*/ 53 w 133"/>
                <a:gd name="T25" fmla="*/ 17 h 70"/>
                <a:gd name="T26" fmla="*/ 38 w 133"/>
                <a:gd name="T27" fmla="*/ 22 h 70"/>
                <a:gd name="T28" fmla="*/ 26 w 133"/>
                <a:gd name="T29" fmla="*/ 19 h 70"/>
                <a:gd name="T30" fmla="*/ 19 w 133"/>
                <a:gd name="T31" fmla="*/ 15 h 70"/>
                <a:gd name="T32" fmla="*/ 19 w 133"/>
                <a:gd name="T33" fmla="*/ 18 h 70"/>
                <a:gd name="T34" fmla="*/ 17 w 133"/>
                <a:gd name="T35" fmla="*/ 23 h 70"/>
                <a:gd name="T36" fmla="*/ 9 w 133"/>
                <a:gd name="T37" fmla="*/ 22 h 70"/>
                <a:gd name="T38" fmla="*/ 8 w 133"/>
                <a:gd name="T39" fmla="*/ 21 h 70"/>
                <a:gd name="T40" fmla="*/ 7 w 133"/>
                <a:gd name="T41" fmla="*/ 24 h 70"/>
                <a:gd name="T42" fmla="*/ 7 w 133"/>
                <a:gd name="T43" fmla="*/ 28 h 70"/>
                <a:gd name="T44" fmla="*/ 4 w 133"/>
                <a:gd name="T45" fmla="*/ 34 h 70"/>
                <a:gd name="T46" fmla="*/ 3 w 133"/>
                <a:gd name="T47" fmla="*/ 41 h 70"/>
                <a:gd name="T48" fmla="*/ 10 w 133"/>
                <a:gd name="T49" fmla="*/ 54 h 70"/>
                <a:gd name="T50" fmla="*/ 26 w 133"/>
                <a:gd name="T51" fmla="*/ 66 h 70"/>
                <a:gd name="T52" fmla="*/ 45 w 133"/>
                <a:gd name="T53" fmla="*/ 69 h 70"/>
                <a:gd name="T54" fmla="*/ 63 w 133"/>
                <a:gd name="T55" fmla="*/ 63 h 70"/>
                <a:gd name="T56" fmla="*/ 77 w 133"/>
                <a:gd name="T57" fmla="*/ 60 h 70"/>
                <a:gd name="T58" fmla="*/ 84 w 133"/>
                <a:gd name="T59" fmla="*/ 61 h 70"/>
                <a:gd name="T60" fmla="*/ 90 w 133"/>
                <a:gd name="T61" fmla="*/ 61 h 70"/>
                <a:gd name="T62" fmla="*/ 91 w 133"/>
                <a:gd name="T63" fmla="*/ 60 h 70"/>
                <a:gd name="T64" fmla="*/ 97 w 133"/>
                <a:gd name="T65" fmla="*/ 57 h 70"/>
                <a:gd name="T66" fmla="*/ 101 w 133"/>
                <a:gd name="T67" fmla="*/ 54 h 70"/>
                <a:gd name="T68" fmla="*/ 108 w 133"/>
                <a:gd name="T69" fmla="*/ 42 h 70"/>
                <a:gd name="T70" fmla="*/ 115 w 133"/>
                <a:gd name="T71" fmla="*/ 30 h 70"/>
                <a:gd name="T72" fmla="*/ 131 w 133"/>
                <a:gd name="T73" fmla="*/ 16 h 70"/>
                <a:gd name="T74" fmla="*/ 132 w 133"/>
                <a:gd name="T75" fmla="*/ 1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3" h="70">
                  <a:moveTo>
                    <a:pt x="132" y="14"/>
                  </a:moveTo>
                  <a:cubicBezTo>
                    <a:pt x="132" y="14"/>
                    <a:pt x="132" y="14"/>
                    <a:pt x="132" y="13"/>
                  </a:cubicBezTo>
                  <a:cubicBezTo>
                    <a:pt x="132" y="13"/>
                    <a:pt x="132" y="13"/>
                    <a:pt x="132" y="13"/>
                  </a:cubicBezTo>
                  <a:cubicBezTo>
                    <a:pt x="132" y="13"/>
                    <a:pt x="132" y="13"/>
                    <a:pt x="132" y="13"/>
                  </a:cubicBezTo>
                  <a:cubicBezTo>
                    <a:pt x="132" y="13"/>
                    <a:pt x="132" y="13"/>
                    <a:pt x="132" y="13"/>
                  </a:cubicBezTo>
                  <a:cubicBezTo>
                    <a:pt x="131" y="13"/>
                    <a:pt x="131" y="12"/>
                    <a:pt x="130" y="12"/>
                  </a:cubicBezTo>
                  <a:cubicBezTo>
                    <a:pt x="130" y="12"/>
                    <a:pt x="129" y="11"/>
                    <a:pt x="127" y="10"/>
                  </a:cubicBezTo>
                  <a:cubicBezTo>
                    <a:pt x="126" y="9"/>
                    <a:pt x="124" y="7"/>
                    <a:pt x="123" y="5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23" y="5"/>
                    <a:pt x="122" y="4"/>
                    <a:pt x="122" y="4"/>
                  </a:cubicBezTo>
                  <a:cubicBezTo>
                    <a:pt x="121" y="5"/>
                    <a:pt x="120" y="6"/>
                    <a:pt x="117" y="6"/>
                  </a:cubicBezTo>
                  <a:cubicBezTo>
                    <a:pt x="115" y="5"/>
                    <a:pt x="114" y="5"/>
                    <a:pt x="112" y="5"/>
                  </a:cubicBezTo>
                  <a:cubicBezTo>
                    <a:pt x="111" y="4"/>
                    <a:pt x="110" y="3"/>
                    <a:pt x="109" y="2"/>
                  </a:cubicBezTo>
                  <a:cubicBezTo>
                    <a:pt x="108" y="1"/>
                    <a:pt x="107" y="1"/>
                    <a:pt x="106" y="1"/>
                  </a:cubicBezTo>
                  <a:cubicBezTo>
                    <a:pt x="105" y="0"/>
                    <a:pt x="103" y="0"/>
                    <a:pt x="100" y="0"/>
                  </a:cubicBezTo>
                  <a:cubicBezTo>
                    <a:pt x="98" y="0"/>
                    <a:pt x="96" y="0"/>
                    <a:pt x="94" y="1"/>
                  </a:cubicBezTo>
                  <a:cubicBezTo>
                    <a:pt x="92" y="1"/>
                    <a:pt x="91" y="1"/>
                    <a:pt x="90" y="1"/>
                  </a:cubicBezTo>
                  <a:cubicBezTo>
                    <a:pt x="89" y="1"/>
                    <a:pt x="88" y="3"/>
                    <a:pt x="86" y="5"/>
                  </a:cubicBezTo>
                  <a:cubicBezTo>
                    <a:pt x="84" y="7"/>
                    <a:pt x="82" y="9"/>
                    <a:pt x="80" y="10"/>
                  </a:cubicBezTo>
                  <a:cubicBezTo>
                    <a:pt x="77" y="11"/>
                    <a:pt x="75" y="11"/>
                    <a:pt x="72" y="10"/>
                  </a:cubicBezTo>
                  <a:cubicBezTo>
                    <a:pt x="71" y="10"/>
                    <a:pt x="70" y="9"/>
                    <a:pt x="69" y="9"/>
                  </a:cubicBezTo>
                  <a:cubicBezTo>
                    <a:pt x="67" y="9"/>
                    <a:pt x="66" y="10"/>
                    <a:pt x="64" y="10"/>
                  </a:cubicBezTo>
                  <a:cubicBezTo>
                    <a:pt x="63" y="10"/>
                    <a:pt x="61" y="11"/>
                    <a:pt x="60" y="11"/>
                  </a:cubicBezTo>
                  <a:cubicBezTo>
                    <a:pt x="60" y="11"/>
                    <a:pt x="59" y="12"/>
                    <a:pt x="59" y="12"/>
                  </a:cubicBezTo>
                  <a:cubicBezTo>
                    <a:pt x="57" y="13"/>
                    <a:pt x="54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3" y="19"/>
                    <a:pt x="52" y="20"/>
                    <a:pt x="47" y="21"/>
                  </a:cubicBezTo>
                  <a:cubicBezTo>
                    <a:pt x="44" y="21"/>
                    <a:pt x="41" y="21"/>
                    <a:pt x="38" y="22"/>
                  </a:cubicBezTo>
                  <a:cubicBezTo>
                    <a:pt x="35" y="22"/>
                    <a:pt x="32" y="22"/>
                    <a:pt x="31" y="21"/>
                  </a:cubicBezTo>
                  <a:cubicBezTo>
                    <a:pt x="28" y="21"/>
                    <a:pt x="27" y="20"/>
                    <a:pt x="26" y="19"/>
                  </a:cubicBezTo>
                  <a:cubicBezTo>
                    <a:pt x="25" y="18"/>
                    <a:pt x="25" y="18"/>
                    <a:pt x="23" y="17"/>
                  </a:cubicBezTo>
                  <a:cubicBezTo>
                    <a:pt x="21" y="16"/>
                    <a:pt x="20" y="15"/>
                    <a:pt x="19" y="15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19" y="16"/>
                    <a:pt x="19" y="17"/>
                    <a:pt x="19" y="18"/>
                  </a:cubicBezTo>
                  <a:cubicBezTo>
                    <a:pt x="19" y="21"/>
                    <a:pt x="18" y="22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4" y="23"/>
                    <a:pt x="12" y="23"/>
                  </a:cubicBezTo>
                  <a:cubicBezTo>
                    <a:pt x="11" y="23"/>
                    <a:pt x="10" y="22"/>
                    <a:pt x="9" y="22"/>
                  </a:cubicBezTo>
                  <a:cubicBezTo>
                    <a:pt x="9" y="21"/>
                    <a:pt x="8" y="21"/>
                    <a:pt x="8" y="2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7" y="21"/>
                    <a:pt x="7" y="21"/>
                  </a:cubicBezTo>
                  <a:cubicBezTo>
                    <a:pt x="7" y="22"/>
                    <a:pt x="7" y="23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8" y="25"/>
                    <a:pt x="8" y="26"/>
                    <a:pt x="7" y="28"/>
                  </a:cubicBezTo>
                  <a:cubicBezTo>
                    <a:pt x="7" y="31"/>
                    <a:pt x="5" y="31"/>
                    <a:pt x="5" y="32"/>
                  </a:cubicBezTo>
                  <a:cubicBezTo>
                    <a:pt x="4" y="32"/>
                    <a:pt x="4" y="33"/>
                    <a:pt x="4" y="34"/>
                  </a:cubicBezTo>
                  <a:cubicBezTo>
                    <a:pt x="4" y="35"/>
                    <a:pt x="4" y="36"/>
                    <a:pt x="4" y="36"/>
                  </a:cubicBezTo>
                  <a:cubicBezTo>
                    <a:pt x="4" y="38"/>
                    <a:pt x="5" y="39"/>
                    <a:pt x="3" y="41"/>
                  </a:cubicBezTo>
                  <a:cubicBezTo>
                    <a:pt x="2" y="42"/>
                    <a:pt x="1" y="42"/>
                    <a:pt x="0" y="42"/>
                  </a:cubicBezTo>
                  <a:cubicBezTo>
                    <a:pt x="2" y="45"/>
                    <a:pt x="7" y="51"/>
                    <a:pt x="10" y="54"/>
                  </a:cubicBezTo>
                  <a:cubicBezTo>
                    <a:pt x="11" y="55"/>
                    <a:pt x="13" y="57"/>
                    <a:pt x="16" y="59"/>
                  </a:cubicBezTo>
                  <a:cubicBezTo>
                    <a:pt x="19" y="62"/>
                    <a:pt x="23" y="64"/>
                    <a:pt x="26" y="66"/>
                  </a:cubicBezTo>
                  <a:cubicBezTo>
                    <a:pt x="29" y="68"/>
                    <a:pt x="31" y="69"/>
                    <a:pt x="34" y="70"/>
                  </a:cubicBezTo>
                  <a:cubicBezTo>
                    <a:pt x="37" y="70"/>
                    <a:pt x="41" y="70"/>
                    <a:pt x="45" y="69"/>
                  </a:cubicBezTo>
                  <a:cubicBezTo>
                    <a:pt x="50" y="68"/>
                    <a:pt x="53" y="67"/>
                    <a:pt x="57" y="66"/>
                  </a:cubicBezTo>
                  <a:cubicBezTo>
                    <a:pt x="59" y="65"/>
                    <a:pt x="61" y="64"/>
                    <a:pt x="63" y="63"/>
                  </a:cubicBezTo>
                  <a:cubicBezTo>
                    <a:pt x="65" y="63"/>
                    <a:pt x="67" y="62"/>
                    <a:pt x="68" y="62"/>
                  </a:cubicBezTo>
                  <a:cubicBezTo>
                    <a:pt x="71" y="61"/>
                    <a:pt x="73" y="60"/>
                    <a:pt x="77" y="60"/>
                  </a:cubicBezTo>
                  <a:cubicBezTo>
                    <a:pt x="81" y="60"/>
                    <a:pt x="82" y="61"/>
                    <a:pt x="83" y="62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5" y="61"/>
                    <a:pt x="86" y="61"/>
                    <a:pt x="88" y="61"/>
                  </a:cubicBezTo>
                  <a:cubicBezTo>
                    <a:pt x="89" y="61"/>
                    <a:pt x="89" y="61"/>
                    <a:pt x="90" y="61"/>
                  </a:cubicBezTo>
                  <a:cubicBezTo>
                    <a:pt x="90" y="60"/>
                    <a:pt x="91" y="60"/>
                    <a:pt x="91" y="60"/>
                  </a:cubicBezTo>
                  <a:cubicBezTo>
                    <a:pt x="91" y="60"/>
                    <a:pt x="91" y="60"/>
                    <a:pt x="91" y="60"/>
                  </a:cubicBezTo>
                  <a:cubicBezTo>
                    <a:pt x="92" y="60"/>
                    <a:pt x="92" y="59"/>
                    <a:pt x="92" y="59"/>
                  </a:cubicBezTo>
                  <a:cubicBezTo>
                    <a:pt x="93" y="58"/>
                    <a:pt x="94" y="57"/>
                    <a:pt x="97" y="57"/>
                  </a:cubicBezTo>
                  <a:cubicBezTo>
                    <a:pt x="99" y="57"/>
                    <a:pt x="100" y="56"/>
                    <a:pt x="101" y="54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2" y="53"/>
                    <a:pt x="103" y="51"/>
                    <a:pt x="104" y="49"/>
                  </a:cubicBezTo>
                  <a:cubicBezTo>
                    <a:pt x="105" y="46"/>
                    <a:pt x="107" y="43"/>
                    <a:pt x="108" y="42"/>
                  </a:cubicBezTo>
                  <a:cubicBezTo>
                    <a:pt x="108" y="40"/>
                    <a:pt x="109" y="38"/>
                    <a:pt x="111" y="36"/>
                  </a:cubicBezTo>
                  <a:cubicBezTo>
                    <a:pt x="112" y="34"/>
                    <a:pt x="114" y="32"/>
                    <a:pt x="115" y="30"/>
                  </a:cubicBezTo>
                  <a:cubicBezTo>
                    <a:pt x="116" y="29"/>
                    <a:pt x="119" y="26"/>
                    <a:pt x="123" y="23"/>
                  </a:cubicBezTo>
                  <a:cubicBezTo>
                    <a:pt x="126" y="20"/>
                    <a:pt x="129" y="17"/>
                    <a:pt x="131" y="16"/>
                  </a:cubicBezTo>
                  <a:cubicBezTo>
                    <a:pt x="133" y="15"/>
                    <a:pt x="133" y="15"/>
                    <a:pt x="132" y="14"/>
                  </a:cubicBezTo>
                  <a:cubicBezTo>
                    <a:pt x="132" y="14"/>
                    <a:pt x="132" y="14"/>
                    <a:pt x="132" y="1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8" name="Freeform 473">
              <a:extLst>
                <a:ext uri="{FF2B5EF4-FFF2-40B4-BE49-F238E27FC236}">
                  <a16:creationId xmlns:a16="http://schemas.microsoft.com/office/drawing/2014/main" id="{B3C88E79-978A-96F6-2F00-F1CE5FE8D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3655" y="1892187"/>
              <a:ext cx="98727" cy="49364"/>
            </a:xfrm>
            <a:custGeom>
              <a:avLst/>
              <a:gdLst>
                <a:gd name="T0" fmla="*/ 23 w 90"/>
                <a:gd name="T1" fmla="*/ 8 h 46"/>
                <a:gd name="T2" fmla="*/ 19 w 90"/>
                <a:gd name="T3" fmla="*/ 12 h 46"/>
                <a:gd name="T4" fmla="*/ 11 w 90"/>
                <a:gd name="T5" fmla="*/ 19 h 46"/>
                <a:gd name="T6" fmla="*/ 5 w 90"/>
                <a:gd name="T7" fmla="*/ 26 h 46"/>
                <a:gd name="T8" fmla="*/ 1 w 90"/>
                <a:gd name="T9" fmla="*/ 33 h 46"/>
                <a:gd name="T10" fmla="*/ 4 w 90"/>
                <a:gd name="T11" fmla="*/ 35 h 46"/>
                <a:gd name="T12" fmla="*/ 12 w 90"/>
                <a:gd name="T13" fmla="*/ 32 h 46"/>
                <a:gd name="T14" fmla="*/ 17 w 90"/>
                <a:gd name="T15" fmla="*/ 38 h 46"/>
                <a:gd name="T16" fmla="*/ 19 w 90"/>
                <a:gd name="T17" fmla="*/ 44 h 46"/>
                <a:gd name="T18" fmla="*/ 23 w 90"/>
                <a:gd name="T19" fmla="*/ 44 h 46"/>
                <a:gd name="T20" fmla="*/ 32 w 90"/>
                <a:gd name="T21" fmla="*/ 43 h 46"/>
                <a:gd name="T22" fmla="*/ 39 w 90"/>
                <a:gd name="T23" fmla="*/ 41 h 46"/>
                <a:gd name="T24" fmla="*/ 46 w 90"/>
                <a:gd name="T25" fmla="*/ 34 h 46"/>
                <a:gd name="T26" fmla="*/ 52 w 90"/>
                <a:gd name="T27" fmla="*/ 40 h 46"/>
                <a:gd name="T28" fmla="*/ 57 w 90"/>
                <a:gd name="T29" fmla="*/ 45 h 46"/>
                <a:gd name="T30" fmla="*/ 58 w 90"/>
                <a:gd name="T31" fmla="*/ 46 h 46"/>
                <a:gd name="T32" fmla="*/ 64 w 90"/>
                <a:gd name="T33" fmla="*/ 39 h 46"/>
                <a:gd name="T34" fmla="*/ 68 w 90"/>
                <a:gd name="T35" fmla="*/ 33 h 46"/>
                <a:gd name="T36" fmla="*/ 81 w 90"/>
                <a:gd name="T37" fmla="*/ 37 h 46"/>
                <a:gd name="T38" fmla="*/ 82 w 90"/>
                <a:gd name="T39" fmla="*/ 30 h 46"/>
                <a:gd name="T40" fmla="*/ 89 w 90"/>
                <a:gd name="T41" fmla="*/ 28 h 46"/>
                <a:gd name="T42" fmla="*/ 90 w 90"/>
                <a:gd name="T43" fmla="*/ 21 h 46"/>
                <a:gd name="T44" fmla="*/ 88 w 90"/>
                <a:gd name="T45" fmla="*/ 22 h 46"/>
                <a:gd name="T46" fmla="*/ 77 w 90"/>
                <a:gd name="T47" fmla="*/ 20 h 46"/>
                <a:gd name="T48" fmla="*/ 72 w 90"/>
                <a:gd name="T49" fmla="*/ 16 h 46"/>
                <a:gd name="T50" fmla="*/ 72 w 90"/>
                <a:gd name="T51" fmla="*/ 6 h 46"/>
                <a:gd name="T52" fmla="*/ 65 w 90"/>
                <a:gd name="T53" fmla="*/ 4 h 46"/>
                <a:gd name="T54" fmla="*/ 59 w 90"/>
                <a:gd name="T55" fmla="*/ 3 h 46"/>
                <a:gd name="T56" fmla="*/ 52 w 90"/>
                <a:gd name="T57" fmla="*/ 0 h 46"/>
                <a:gd name="T58" fmla="*/ 46 w 90"/>
                <a:gd name="T59" fmla="*/ 4 h 46"/>
                <a:gd name="T60" fmla="*/ 34 w 90"/>
                <a:gd name="T61" fmla="*/ 6 h 46"/>
                <a:gd name="T62" fmla="*/ 30 w 90"/>
                <a:gd name="T63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0" h="46">
                  <a:moveTo>
                    <a:pt x="27" y="9"/>
                  </a:moveTo>
                  <a:cubicBezTo>
                    <a:pt x="25" y="9"/>
                    <a:pt x="24" y="9"/>
                    <a:pt x="23" y="8"/>
                  </a:cubicBezTo>
                  <a:cubicBezTo>
                    <a:pt x="22" y="8"/>
                    <a:pt x="22" y="8"/>
                    <a:pt x="21" y="9"/>
                  </a:cubicBezTo>
                  <a:cubicBezTo>
                    <a:pt x="20" y="10"/>
                    <a:pt x="20" y="11"/>
                    <a:pt x="19" y="12"/>
                  </a:cubicBezTo>
                  <a:cubicBezTo>
                    <a:pt x="18" y="13"/>
                    <a:pt x="18" y="15"/>
                    <a:pt x="15" y="17"/>
                  </a:cubicBezTo>
                  <a:cubicBezTo>
                    <a:pt x="14" y="18"/>
                    <a:pt x="13" y="19"/>
                    <a:pt x="11" y="19"/>
                  </a:cubicBezTo>
                  <a:cubicBezTo>
                    <a:pt x="10" y="20"/>
                    <a:pt x="9" y="21"/>
                    <a:pt x="9" y="22"/>
                  </a:cubicBezTo>
                  <a:cubicBezTo>
                    <a:pt x="8" y="24"/>
                    <a:pt x="7" y="25"/>
                    <a:pt x="5" y="26"/>
                  </a:cubicBezTo>
                  <a:cubicBezTo>
                    <a:pt x="4" y="28"/>
                    <a:pt x="3" y="29"/>
                    <a:pt x="2" y="30"/>
                  </a:cubicBezTo>
                  <a:cubicBezTo>
                    <a:pt x="2" y="31"/>
                    <a:pt x="2" y="32"/>
                    <a:pt x="1" y="33"/>
                  </a:cubicBezTo>
                  <a:cubicBezTo>
                    <a:pt x="1" y="35"/>
                    <a:pt x="0" y="36"/>
                    <a:pt x="1" y="37"/>
                  </a:cubicBezTo>
                  <a:cubicBezTo>
                    <a:pt x="1" y="37"/>
                    <a:pt x="3" y="36"/>
                    <a:pt x="4" y="35"/>
                  </a:cubicBezTo>
                  <a:cubicBezTo>
                    <a:pt x="5" y="35"/>
                    <a:pt x="6" y="34"/>
                    <a:pt x="7" y="34"/>
                  </a:cubicBezTo>
                  <a:cubicBezTo>
                    <a:pt x="8" y="33"/>
                    <a:pt x="10" y="32"/>
                    <a:pt x="12" y="32"/>
                  </a:cubicBezTo>
                  <a:cubicBezTo>
                    <a:pt x="14" y="32"/>
                    <a:pt x="16" y="33"/>
                    <a:pt x="16" y="34"/>
                  </a:cubicBezTo>
                  <a:cubicBezTo>
                    <a:pt x="17" y="35"/>
                    <a:pt x="17" y="36"/>
                    <a:pt x="17" y="38"/>
                  </a:cubicBezTo>
                  <a:cubicBezTo>
                    <a:pt x="17" y="39"/>
                    <a:pt x="18" y="40"/>
                    <a:pt x="18" y="41"/>
                  </a:cubicBezTo>
                  <a:cubicBezTo>
                    <a:pt x="19" y="42"/>
                    <a:pt x="19" y="43"/>
                    <a:pt x="19" y="44"/>
                  </a:cubicBezTo>
                  <a:cubicBezTo>
                    <a:pt x="19" y="44"/>
                    <a:pt x="19" y="44"/>
                    <a:pt x="19" y="45"/>
                  </a:cubicBezTo>
                  <a:cubicBezTo>
                    <a:pt x="20" y="45"/>
                    <a:pt x="22" y="45"/>
                    <a:pt x="23" y="44"/>
                  </a:cubicBezTo>
                  <a:cubicBezTo>
                    <a:pt x="24" y="44"/>
                    <a:pt x="26" y="43"/>
                    <a:pt x="27" y="43"/>
                  </a:cubicBezTo>
                  <a:cubicBezTo>
                    <a:pt x="28" y="43"/>
                    <a:pt x="30" y="43"/>
                    <a:pt x="32" y="43"/>
                  </a:cubicBezTo>
                  <a:cubicBezTo>
                    <a:pt x="34" y="44"/>
                    <a:pt x="36" y="44"/>
                    <a:pt x="37" y="43"/>
                  </a:cubicBezTo>
                  <a:cubicBezTo>
                    <a:pt x="38" y="43"/>
                    <a:pt x="38" y="42"/>
                    <a:pt x="39" y="41"/>
                  </a:cubicBezTo>
                  <a:cubicBezTo>
                    <a:pt x="40" y="41"/>
                    <a:pt x="41" y="40"/>
                    <a:pt x="41" y="39"/>
                  </a:cubicBezTo>
                  <a:cubicBezTo>
                    <a:pt x="42" y="36"/>
                    <a:pt x="44" y="34"/>
                    <a:pt x="46" y="34"/>
                  </a:cubicBezTo>
                  <a:cubicBezTo>
                    <a:pt x="49" y="33"/>
                    <a:pt x="50" y="35"/>
                    <a:pt x="51" y="38"/>
                  </a:cubicBezTo>
                  <a:cubicBezTo>
                    <a:pt x="51" y="38"/>
                    <a:pt x="51" y="39"/>
                    <a:pt x="52" y="40"/>
                  </a:cubicBezTo>
                  <a:cubicBezTo>
                    <a:pt x="52" y="40"/>
                    <a:pt x="53" y="41"/>
                    <a:pt x="54" y="43"/>
                  </a:cubicBezTo>
                  <a:cubicBezTo>
                    <a:pt x="55" y="44"/>
                    <a:pt x="56" y="44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5"/>
                    <a:pt x="57" y="46"/>
                    <a:pt x="58" y="46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60" y="43"/>
                    <a:pt x="63" y="41"/>
                    <a:pt x="64" y="39"/>
                  </a:cubicBezTo>
                  <a:cubicBezTo>
                    <a:pt x="64" y="38"/>
                    <a:pt x="65" y="38"/>
                    <a:pt x="65" y="37"/>
                  </a:cubicBezTo>
                  <a:cubicBezTo>
                    <a:pt x="66" y="36"/>
                    <a:pt x="66" y="34"/>
                    <a:pt x="68" y="33"/>
                  </a:cubicBezTo>
                  <a:cubicBezTo>
                    <a:pt x="70" y="31"/>
                    <a:pt x="73" y="33"/>
                    <a:pt x="76" y="35"/>
                  </a:cubicBezTo>
                  <a:cubicBezTo>
                    <a:pt x="78" y="36"/>
                    <a:pt x="80" y="37"/>
                    <a:pt x="81" y="37"/>
                  </a:cubicBezTo>
                  <a:cubicBezTo>
                    <a:pt x="81" y="37"/>
                    <a:pt x="81" y="36"/>
                    <a:pt x="81" y="35"/>
                  </a:cubicBezTo>
                  <a:cubicBezTo>
                    <a:pt x="81" y="33"/>
                    <a:pt x="82" y="31"/>
                    <a:pt x="82" y="30"/>
                  </a:cubicBezTo>
                  <a:cubicBezTo>
                    <a:pt x="84" y="28"/>
                    <a:pt x="86" y="28"/>
                    <a:pt x="87" y="28"/>
                  </a:cubicBezTo>
                  <a:cubicBezTo>
                    <a:pt x="88" y="28"/>
                    <a:pt x="89" y="28"/>
                    <a:pt x="89" y="28"/>
                  </a:cubicBezTo>
                  <a:cubicBezTo>
                    <a:pt x="89" y="28"/>
                    <a:pt x="89" y="28"/>
                    <a:pt x="89" y="28"/>
                  </a:cubicBezTo>
                  <a:cubicBezTo>
                    <a:pt x="90" y="25"/>
                    <a:pt x="90" y="23"/>
                    <a:pt x="90" y="21"/>
                  </a:cubicBezTo>
                  <a:cubicBezTo>
                    <a:pt x="90" y="20"/>
                    <a:pt x="89" y="20"/>
                    <a:pt x="89" y="20"/>
                  </a:cubicBezTo>
                  <a:cubicBezTo>
                    <a:pt x="88" y="21"/>
                    <a:pt x="88" y="21"/>
                    <a:pt x="88" y="22"/>
                  </a:cubicBezTo>
                  <a:cubicBezTo>
                    <a:pt x="87" y="23"/>
                    <a:pt x="86" y="24"/>
                    <a:pt x="83" y="23"/>
                  </a:cubicBezTo>
                  <a:cubicBezTo>
                    <a:pt x="80" y="23"/>
                    <a:pt x="78" y="21"/>
                    <a:pt x="77" y="20"/>
                  </a:cubicBezTo>
                  <a:cubicBezTo>
                    <a:pt x="76" y="20"/>
                    <a:pt x="76" y="19"/>
                    <a:pt x="75" y="19"/>
                  </a:cubicBezTo>
                  <a:cubicBezTo>
                    <a:pt x="74" y="19"/>
                    <a:pt x="73" y="18"/>
                    <a:pt x="72" y="16"/>
                  </a:cubicBezTo>
                  <a:cubicBezTo>
                    <a:pt x="71" y="15"/>
                    <a:pt x="71" y="14"/>
                    <a:pt x="71" y="12"/>
                  </a:cubicBezTo>
                  <a:cubicBezTo>
                    <a:pt x="72" y="11"/>
                    <a:pt x="72" y="8"/>
                    <a:pt x="72" y="6"/>
                  </a:cubicBezTo>
                  <a:cubicBezTo>
                    <a:pt x="71" y="6"/>
                    <a:pt x="70" y="6"/>
                    <a:pt x="69" y="5"/>
                  </a:cubicBezTo>
                  <a:cubicBezTo>
                    <a:pt x="68" y="5"/>
                    <a:pt x="66" y="4"/>
                    <a:pt x="65" y="4"/>
                  </a:cubicBezTo>
                  <a:cubicBezTo>
                    <a:pt x="64" y="4"/>
                    <a:pt x="63" y="4"/>
                    <a:pt x="62" y="3"/>
                  </a:cubicBezTo>
                  <a:cubicBezTo>
                    <a:pt x="61" y="3"/>
                    <a:pt x="60" y="3"/>
                    <a:pt x="59" y="3"/>
                  </a:cubicBezTo>
                  <a:cubicBezTo>
                    <a:pt x="57" y="3"/>
                    <a:pt x="56" y="2"/>
                    <a:pt x="55" y="1"/>
                  </a:cubicBezTo>
                  <a:cubicBezTo>
                    <a:pt x="54" y="0"/>
                    <a:pt x="54" y="0"/>
                    <a:pt x="52" y="0"/>
                  </a:cubicBezTo>
                  <a:cubicBezTo>
                    <a:pt x="51" y="0"/>
                    <a:pt x="50" y="1"/>
                    <a:pt x="49" y="2"/>
                  </a:cubicBezTo>
                  <a:cubicBezTo>
                    <a:pt x="48" y="2"/>
                    <a:pt x="47" y="3"/>
                    <a:pt x="46" y="4"/>
                  </a:cubicBezTo>
                  <a:cubicBezTo>
                    <a:pt x="42" y="6"/>
                    <a:pt x="38" y="6"/>
                    <a:pt x="35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2" y="6"/>
                    <a:pt x="30" y="7"/>
                  </a:cubicBezTo>
                  <a:cubicBezTo>
                    <a:pt x="29" y="8"/>
                    <a:pt x="28" y="8"/>
                    <a:pt x="27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29" name="Freeform 474">
              <a:extLst>
                <a:ext uri="{FF2B5EF4-FFF2-40B4-BE49-F238E27FC236}">
                  <a16:creationId xmlns:a16="http://schemas.microsoft.com/office/drawing/2014/main" id="{493911E2-61A5-D525-9E9F-09C535782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732" y="2007838"/>
              <a:ext cx="36670" cy="39491"/>
            </a:xfrm>
            <a:custGeom>
              <a:avLst/>
              <a:gdLst>
                <a:gd name="T0" fmla="*/ 1 w 34"/>
                <a:gd name="T1" fmla="*/ 20 h 37"/>
                <a:gd name="T2" fmla="*/ 0 w 34"/>
                <a:gd name="T3" fmla="*/ 24 h 37"/>
                <a:gd name="T4" fmla="*/ 4 w 34"/>
                <a:gd name="T5" fmla="*/ 25 h 37"/>
                <a:gd name="T6" fmla="*/ 5 w 34"/>
                <a:gd name="T7" fmla="*/ 28 h 37"/>
                <a:gd name="T8" fmla="*/ 8 w 34"/>
                <a:gd name="T9" fmla="*/ 32 h 37"/>
                <a:gd name="T10" fmla="*/ 14 w 34"/>
                <a:gd name="T11" fmla="*/ 36 h 37"/>
                <a:gd name="T12" fmla="*/ 16 w 34"/>
                <a:gd name="T13" fmla="*/ 37 h 37"/>
                <a:gd name="T14" fmla="*/ 17 w 34"/>
                <a:gd name="T15" fmla="*/ 33 h 37"/>
                <a:gd name="T16" fmla="*/ 17 w 34"/>
                <a:gd name="T17" fmla="*/ 29 h 37"/>
                <a:gd name="T18" fmla="*/ 20 w 34"/>
                <a:gd name="T19" fmla="*/ 26 h 37"/>
                <a:gd name="T20" fmla="*/ 22 w 34"/>
                <a:gd name="T21" fmla="*/ 24 h 37"/>
                <a:gd name="T22" fmla="*/ 26 w 34"/>
                <a:gd name="T23" fmla="*/ 22 h 37"/>
                <a:gd name="T24" fmla="*/ 29 w 34"/>
                <a:gd name="T25" fmla="*/ 24 h 37"/>
                <a:gd name="T26" fmla="*/ 30 w 34"/>
                <a:gd name="T27" fmla="*/ 24 h 37"/>
                <a:gd name="T28" fmla="*/ 32 w 34"/>
                <a:gd name="T29" fmla="*/ 24 h 37"/>
                <a:gd name="T30" fmla="*/ 32 w 34"/>
                <a:gd name="T31" fmla="*/ 24 h 37"/>
                <a:gd name="T32" fmla="*/ 32 w 34"/>
                <a:gd name="T33" fmla="*/ 18 h 37"/>
                <a:gd name="T34" fmla="*/ 34 w 34"/>
                <a:gd name="T35" fmla="*/ 16 h 37"/>
                <a:gd name="T36" fmla="*/ 29 w 34"/>
                <a:gd name="T37" fmla="*/ 11 h 37"/>
                <a:gd name="T38" fmla="*/ 29 w 34"/>
                <a:gd name="T39" fmla="*/ 11 h 37"/>
                <a:gd name="T40" fmla="*/ 29 w 34"/>
                <a:gd name="T41" fmla="*/ 10 h 37"/>
                <a:gd name="T42" fmla="*/ 28 w 34"/>
                <a:gd name="T43" fmla="*/ 8 h 37"/>
                <a:gd name="T44" fmla="*/ 27 w 34"/>
                <a:gd name="T45" fmla="*/ 8 h 37"/>
                <a:gd name="T46" fmla="*/ 26 w 34"/>
                <a:gd name="T47" fmla="*/ 7 h 37"/>
                <a:gd name="T48" fmla="*/ 24 w 34"/>
                <a:gd name="T49" fmla="*/ 6 h 37"/>
                <a:gd name="T50" fmla="*/ 24 w 34"/>
                <a:gd name="T51" fmla="*/ 6 h 37"/>
                <a:gd name="T52" fmla="*/ 20 w 34"/>
                <a:gd name="T53" fmla="*/ 4 h 37"/>
                <a:gd name="T54" fmla="*/ 15 w 34"/>
                <a:gd name="T55" fmla="*/ 0 h 37"/>
                <a:gd name="T56" fmla="*/ 15 w 34"/>
                <a:gd name="T57" fmla="*/ 0 h 37"/>
                <a:gd name="T58" fmla="*/ 15 w 34"/>
                <a:gd name="T59" fmla="*/ 1 h 37"/>
                <a:gd name="T60" fmla="*/ 11 w 34"/>
                <a:gd name="T61" fmla="*/ 3 h 37"/>
                <a:gd name="T62" fmla="*/ 9 w 34"/>
                <a:gd name="T63" fmla="*/ 4 h 37"/>
                <a:gd name="T64" fmla="*/ 5 w 34"/>
                <a:gd name="T65" fmla="*/ 7 h 37"/>
                <a:gd name="T66" fmla="*/ 1 w 34"/>
                <a:gd name="T67" fmla="*/ 11 h 37"/>
                <a:gd name="T68" fmla="*/ 1 w 34"/>
                <a:gd name="T69" fmla="*/ 16 h 37"/>
                <a:gd name="T70" fmla="*/ 1 w 34"/>
                <a:gd name="T71" fmla="*/ 18 h 37"/>
                <a:gd name="T72" fmla="*/ 1 w 34"/>
                <a:gd name="T73" fmla="*/ 19 h 37"/>
                <a:gd name="T74" fmla="*/ 1 w 34"/>
                <a:gd name="T75" fmla="*/ 19 h 37"/>
                <a:gd name="T76" fmla="*/ 1 w 34"/>
                <a:gd name="T77" fmla="*/ 2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4" h="37">
                  <a:moveTo>
                    <a:pt x="1" y="20"/>
                  </a:moveTo>
                  <a:cubicBezTo>
                    <a:pt x="1" y="21"/>
                    <a:pt x="0" y="23"/>
                    <a:pt x="0" y="24"/>
                  </a:cubicBezTo>
                  <a:cubicBezTo>
                    <a:pt x="2" y="25"/>
                    <a:pt x="3" y="23"/>
                    <a:pt x="4" y="25"/>
                  </a:cubicBezTo>
                  <a:cubicBezTo>
                    <a:pt x="5" y="26"/>
                    <a:pt x="4" y="26"/>
                    <a:pt x="5" y="28"/>
                  </a:cubicBezTo>
                  <a:cubicBezTo>
                    <a:pt x="6" y="30"/>
                    <a:pt x="6" y="32"/>
                    <a:pt x="8" y="32"/>
                  </a:cubicBezTo>
                  <a:cubicBezTo>
                    <a:pt x="11" y="33"/>
                    <a:pt x="12" y="34"/>
                    <a:pt x="14" y="36"/>
                  </a:cubicBezTo>
                  <a:cubicBezTo>
                    <a:pt x="15" y="36"/>
                    <a:pt x="15" y="37"/>
                    <a:pt x="16" y="37"/>
                  </a:cubicBezTo>
                  <a:cubicBezTo>
                    <a:pt x="16" y="36"/>
                    <a:pt x="17" y="35"/>
                    <a:pt x="17" y="33"/>
                  </a:cubicBezTo>
                  <a:cubicBezTo>
                    <a:pt x="17" y="32"/>
                    <a:pt x="17" y="30"/>
                    <a:pt x="17" y="29"/>
                  </a:cubicBezTo>
                  <a:cubicBezTo>
                    <a:pt x="18" y="28"/>
                    <a:pt x="19" y="27"/>
                    <a:pt x="20" y="26"/>
                  </a:cubicBezTo>
                  <a:cubicBezTo>
                    <a:pt x="21" y="25"/>
                    <a:pt x="21" y="25"/>
                    <a:pt x="22" y="24"/>
                  </a:cubicBezTo>
                  <a:cubicBezTo>
                    <a:pt x="23" y="23"/>
                    <a:pt x="23" y="22"/>
                    <a:pt x="26" y="22"/>
                  </a:cubicBezTo>
                  <a:cubicBezTo>
                    <a:pt x="28" y="23"/>
                    <a:pt x="28" y="23"/>
                    <a:pt x="29" y="24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1" y="25"/>
                    <a:pt x="31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1" y="21"/>
                    <a:pt x="30" y="20"/>
                    <a:pt x="32" y="18"/>
                  </a:cubicBezTo>
                  <a:cubicBezTo>
                    <a:pt x="33" y="17"/>
                    <a:pt x="33" y="17"/>
                    <a:pt x="34" y="16"/>
                  </a:cubicBezTo>
                  <a:cubicBezTo>
                    <a:pt x="33" y="15"/>
                    <a:pt x="31" y="13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9"/>
                    <a:pt x="28" y="8"/>
                    <a:pt x="28" y="8"/>
                  </a:cubicBezTo>
                  <a:cubicBezTo>
                    <a:pt x="28" y="8"/>
                    <a:pt x="28" y="8"/>
                    <a:pt x="27" y="8"/>
                  </a:cubicBezTo>
                  <a:cubicBezTo>
                    <a:pt x="27" y="7"/>
                    <a:pt x="26" y="7"/>
                    <a:pt x="26" y="7"/>
                  </a:cubicBezTo>
                  <a:cubicBezTo>
                    <a:pt x="25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2" y="5"/>
                    <a:pt x="21" y="5"/>
                    <a:pt x="20" y="4"/>
                  </a:cubicBezTo>
                  <a:cubicBezTo>
                    <a:pt x="18" y="2"/>
                    <a:pt x="17" y="1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5" y="1"/>
                    <a:pt x="15" y="1"/>
                  </a:cubicBezTo>
                  <a:cubicBezTo>
                    <a:pt x="13" y="2"/>
                    <a:pt x="12" y="2"/>
                    <a:pt x="11" y="3"/>
                  </a:cubicBezTo>
                  <a:cubicBezTo>
                    <a:pt x="11" y="3"/>
                    <a:pt x="10" y="3"/>
                    <a:pt x="9" y="4"/>
                  </a:cubicBezTo>
                  <a:cubicBezTo>
                    <a:pt x="8" y="5"/>
                    <a:pt x="6" y="6"/>
                    <a:pt x="5" y="7"/>
                  </a:cubicBezTo>
                  <a:cubicBezTo>
                    <a:pt x="4" y="8"/>
                    <a:pt x="3" y="10"/>
                    <a:pt x="1" y="11"/>
                  </a:cubicBezTo>
                  <a:cubicBezTo>
                    <a:pt x="0" y="13"/>
                    <a:pt x="1" y="15"/>
                    <a:pt x="1" y="16"/>
                  </a:cubicBezTo>
                  <a:cubicBezTo>
                    <a:pt x="1" y="17"/>
                    <a:pt x="1" y="18"/>
                    <a:pt x="1" y="18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2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0" name="Freeform 475">
              <a:extLst>
                <a:ext uri="{FF2B5EF4-FFF2-40B4-BE49-F238E27FC236}">
                  <a16:creationId xmlns:a16="http://schemas.microsoft.com/office/drawing/2014/main" id="{150FBEA1-0999-F1AF-D856-5FECB1AB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685" y="2041688"/>
              <a:ext cx="50774" cy="35260"/>
            </a:xfrm>
            <a:custGeom>
              <a:avLst/>
              <a:gdLst>
                <a:gd name="T0" fmla="*/ 0 w 47"/>
                <a:gd name="T1" fmla="*/ 18 h 33"/>
                <a:gd name="T2" fmla="*/ 1 w 47"/>
                <a:gd name="T3" fmla="*/ 24 h 33"/>
                <a:gd name="T4" fmla="*/ 3 w 47"/>
                <a:gd name="T5" fmla="*/ 29 h 33"/>
                <a:gd name="T6" fmla="*/ 7 w 47"/>
                <a:gd name="T7" fmla="*/ 32 h 33"/>
                <a:gd name="T8" fmla="*/ 8 w 47"/>
                <a:gd name="T9" fmla="*/ 33 h 33"/>
                <a:gd name="T10" fmla="*/ 10 w 47"/>
                <a:gd name="T11" fmla="*/ 32 h 33"/>
                <a:gd name="T12" fmla="*/ 15 w 47"/>
                <a:gd name="T13" fmla="*/ 30 h 33"/>
                <a:gd name="T14" fmla="*/ 18 w 47"/>
                <a:gd name="T15" fmla="*/ 30 h 33"/>
                <a:gd name="T16" fmla="*/ 18 w 47"/>
                <a:gd name="T17" fmla="*/ 30 h 33"/>
                <a:gd name="T18" fmla="*/ 24 w 47"/>
                <a:gd name="T19" fmla="*/ 29 h 33"/>
                <a:gd name="T20" fmla="*/ 26 w 47"/>
                <a:gd name="T21" fmla="*/ 28 h 33"/>
                <a:gd name="T22" fmla="*/ 32 w 47"/>
                <a:gd name="T23" fmla="*/ 25 h 33"/>
                <a:gd name="T24" fmla="*/ 36 w 47"/>
                <a:gd name="T25" fmla="*/ 26 h 33"/>
                <a:gd name="T26" fmla="*/ 38 w 47"/>
                <a:gd name="T27" fmla="*/ 26 h 33"/>
                <a:gd name="T28" fmla="*/ 41 w 47"/>
                <a:gd name="T29" fmla="*/ 24 h 33"/>
                <a:gd name="T30" fmla="*/ 42 w 47"/>
                <a:gd name="T31" fmla="*/ 23 h 33"/>
                <a:gd name="T32" fmla="*/ 44 w 47"/>
                <a:gd name="T33" fmla="*/ 21 h 33"/>
                <a:gd name="T34" fmla="*/ 45 w 47"/>
                <a:gd name="T35" fmla="*/ 20 h 33"/>
                <a:gd name="T36" fmla="*/ 46 w 47"/>
                <a:gd name="T37" fmla="*/ 17 h 33"/>
                <a:gd name="T38" fmla="*/ 47 w 47"/>
                <a:gd name="T39" fmla="*/ 14 h 33"/>
                <a:gd name="T40" fmla="*/ 47 w 47"/>
                <a:gd name="T41" fmla="*/ 12 h 33"/>
                <a:gd name="T42" fmla="*/ 45 w 47"/>
                <a:gd name="T43" fmla="*/ 9 h 33"/>
                <a:gd name="T44" fmla="*/ 40 w 47"/>
                <a:gd name="T45" fmla="*/ 6 h 33"/>
                <a:gd name="T46" fmla="*/ 37 w 47"/>
                <a:gd name="T47" fmla="*/ 3 h 33"/>
                <a:gd name="T48" fmla="*/ 35 w 47"/>
                <a:gd name="T49" fmla="*/ 0 h 33"/>
                <a:gd name="T50" fmla="*/ 35 w 47"/>
                <a:gd name="T51" fmla="*/ 0 h 33"/>
                <a:gd name="T52" fmla="*/ 35 w 47"/>
                <a:gd name="T53" fmla="*/ 0 h 33"/>
                <a:gd name="T54" fmla="*/ 35 w 47"/>
                <a:gd name="T55" fmla="*/ 0 h 33"/>
                <a:gd name="T56" fmla="*/ 30 w 47"/>
                <a:gd name="T57" fmla="*/ 0 h 33"/>
                <a:gd name="T58" fmla="*/ 25 w 47"/>
                <a:gd name="T59" fmla="*/ 0 h 33"/>
                <a:gd name="T60" fmla="*/ 22 w 47"/>
                <a:gd name="T61" fmla="*/ 2 h 33"/>
                <a:gd name="T62" fmla="*/ 22 w 47"/>
                <a:gd name="T63" fmla="*/ 2 h 33"/>
                <a:gd name="T64" fmla="*/ 21 w 47"/>
                <a:gd name="T65" fmla="*/ 2 h 33"/>
                <a:gd name="T66" fmla="*/ 17 w 47"/>
                <a:gd name="T67" fmla="*/ 3 h 33"/>
                <a:gd name="T68" fmla="*/ 14 w 47"/>
                <a:gd name="T69" fmla="*/ 3 h 33"/>
                <a:gd name="T70" fmla="*/ 14 w 47"/>
                <a:gd name="T71" fmla="*/ 3 h 33"/>
                <a:gd name="T72" fmla="*/ 13 w 47"/>
                <a:gd name="T73" fmla="*/ 3 h 33"/>
                <a:gd name="T74" fmla="*/ 9 w 47"/>
                <a:gd name="T75" fmla="*/ 4 h 33"/>
                <a:gd name="T76" fmla="*/ 6 w 47"/>
                <a:gd name="T77" fmla="*/ 4 h 33"/>
                <a:gd name="T78" fmla="*/ 1 w 47"/>
                <a:gd name="T79" fmla="*/ 7 h 33"/>
                <a:gd name="T80" fmla="*/ 1 w 47"/>
                <a:gd name="T81" fmla="*/ 8 h 33"/>
                <a:gd name="T82" fmla="*/ 1 w 47"/>
                <a:gd name="T83" fmla="*/ 14 h 33"/>
                <a:gd name="T84" fmla="*/ 0 w 47"/>
                <a:gd name="T85" fmla="*/ 1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7" h="33">
                  <a:moveTo>
                    <a:pt x="0" y="18"/>
                  </a:moveTo>
                  <a:cubicBezTo>
                    <a:pt x="0" y="20"/>
                    <a:pt x="1" y="22"/>
                    <a:pt x="1" y="24"/>
                  </a:cubicBezTo>
                  <a:cubicBezTo>
                    <a:pt x="1" y="26"/>
                    <a:pt x="2" y="27"/>
                    <a:pt x="3" y="29"/>
                  </a:cubicBezTo>
                  <a:cubicBezTo>
                    <a:pt x="3" y="30"/>
                    <a:pt x="5" y="31"/>
                    <a:pt x="7" y="32"/>
                  </a:cubicBezTo>
                  <a:cubicBezTo>
                    <a:pt x="7" y="33"/>
                    <a:pt x="7" y="33"/>
                    <a:pt x="8" y="33"/>
                  </a:cubicBezTo>
                  <a:cubicBezTo>
                    <a:pt x="8" y="33"/>
                    <a:pt x="9" y="32"/>
                    <a:pt x="10" y="32"/>
                  </a:cubicBezTo>
                  <a:cubicBezTo>
                    <a:pt x="12" y="31"/>
                    <a:pt x="14" y="31"/>
                    <a:pt x="15" y="30"/>
                  </a:cubicBezTo>
                  <a:cubicBezTo>
                    <a:pt x="16" y="30"/>
                    <a:pt x="17" y="30"/>
                    <a:pt x="18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21" y="30"/>
                    <a:pt x="23" y="30"/>
                    <a:pt x="24" y="29"/>
                  </a:cubicBezTo>
                  <a:cubicBezTo>
                    <a:pt x="25" y="29"/>
                    <a:pt x="26" y="29"/>
                    <a:pt x="26" y="28"/>
                  </a:cubicBezTo>
                  <a:cubicBezTo>
                    <a:pt x="28" y="27"/>
                    <a:pt x="30" y="25"/>
                    <a:pt x="32" y="25"/>
                  </a:cubicBezTo>
                  <a:cubicBezTo>
                    <a:pt x="34" y="25"/>
                    <a:pt x="35" y="25"/>
                    <a:pt x="36" y="26"/>
                  </a:cubicBezTo>
                  <a:cubicBezTo>
                    <a:pt x="37" y="26"/>
                    <a:pt x="38" y="26"/>
                    <a:pt x="38" y="26"/>
                  </a:cubicBezTo>
                  <a:cubicBezTo>
                    <a:pt x="39" y="26"/>
                    <a:pt x="40" y="25"/>
                    <a:pt x="41" y="24"/>
                  </a:cubicBezTo>
                  <a:cubicBezTo>
                    <a:pt x="41" y="23"/>
                    <a:pt x="41" y="23"/>
                    <a:pt x="42" y="23"/>
                  </a:cubicBezTo>
                  <a:cubicBezTo>
                    <a:pt x="43" y="22"/>
                    <a:pt x="43" y="22"/>
                    <a:pt x="44" y="21"/>
                  </a:cubicBezTo>
                  <a:cubicBezTo>
                    <a:pt x="44" y="21"/>
                    <a:pt x="45" y="21"/>
                    <a:pt x="45" y="20"/>
                  </a:cubicBezTo>
                  <a:cubicBezTo>
                    <a:pt x="45" y="20"/>
                    <a:pt x="46" y="18"/>
                    <a:pt x="46" y="17"/>
                  </a:cubicBezTo>
                  <a:cubicBezTo>
                    <a:pt x="47" y="16"/>
                    <a:pt x="47" y="15"/>
                    <a:pt x="47" y="14"/>
                  </a:cubicBezTo>
                  <a:cubicBezTo>
                    <a:pt x="47" y="13"/>
                    <a:pt x="47" y="13"/>
                    <a:pt x="47" y="12"/>
                  </a:cubicBezTo>
                  <a:cubicBezTo>
                    <a:pt x="46" y="11"/>
                    <a:pt x="46" y="10"/>
                    <a:pt x="45" y="9"/>
                  </a:cubicBezTo>
                  <a:cubicBezTo>
                    <a:pt x="44" y="8"/>
                    <a:pt x="42" y="7"/>
                    <a:pt x="40" y="6"/>
                  </a:cubicBezTo>
                  <a:cubicBezTo>
                    <a:pt x="39" y="5"/>
                    <a:pt x="38" y="4"/>
                    <a:pt x="37" y="3"/>
                  </a:cubicBezTo>
                  <a:cubicBezTo>
                    <a:pt x="36" y="2"/>
                    <a:pt x="36" y="1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4" y="0"/>
                    <a:pt x="33" y="0"/>
                    <a:pt x="30" y="0"/>
                  </a:cubicBezTo>
                  <a:cubicBezTo>
                    <a:pt x="28" y="0"/>
                    <a:pt x="26" y="0"/>
                    <a:pt x="25" y="0"/>
                  </a:cubicBezTo>
                  <a:cubicBezTo>
                    <a:pt x="23" y="1"/>
                    <a:pt x="22" y="1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3"/>
                    <a:pt x="19" y="3"/>
                    <a:pt x="17" y="3"/>
                  </a:cubicBezTo>
                  <a:cubicBezTo>
                    <a:pt x="16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8" y="4"/>
                    <a:pt x="7" y="4"/>
                    <a:pt x="6" y="4"/>
                  </a:cubicBezTo>
                  <a:cubicBezTo>
                    <a:pt x="5" y="5"/>
                    <a:pt x="2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11"/>
                    <a:pt x="1" y="12"/>
                    <a:pt x="1" y="14"/>
                  </a:cubicBezTo>
                  <a:cubicBezTo>
                    <a:pt x="1" y="15"/>
                    <a:pt x="0" y="16"/>
                    <a:pt x="0" y="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1" name="Freeform 476">
              <a:extLst>
                <a:ext uri="{FF2B5EF4-FFF2-40B4-BE49-F238E27FC236}">
                  <a16:creationId xmlns:a16="http://schemas.microsoft.com/office/drawing/2014/main" id="{B87948E8-F8A3-EC3A-D6D9-31D6934D9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7968" y="2051560"/>
              <a:ext cx="121293" cy="88854"/>
            </a:xfrm>
            <a:custGeom>
              <a:avLst/>
              <a:gdLst>
                <a:gd name="T0" fmla="*/ 56 w 111"/>
                <a:gd name="T1" fmla="*/ 17 h 82"/>
                <a:gd name="T2" fmla="*/ 49 w 111"/>
                <a:gd name="T3" fmla="*/ 15 h 82"/>
                <a:gd name="T4" fmla="*/ 34 w 111"/>
                <a:gd name="T5" fmla="*/ 2 h 82"/>
                <a:gd name="T6" fmla="*/ 27 w 111"/>
                <a:gd name="T7" fmla="*/ 0 h 82"/>
                <a:gd name="T8" fmla="*/ 25 w 111"/>
                <a:gd name="T9" fmla="*/ 4 h 82"/>
                <a:gd name="T10" fmla="*/ 32 w 111"/>
                <a:gd name="T11" fmla="*/ 12 h 82"/>
                <a:gd name="T12" fmla="*/ 34 w 111"/>
                <a:gd name="T13" fmla="*/ 16 h 82"/>
                <a:gd name="T14" fmla="*/ 33 w 111"/>
                <a:gd name="T15" fmla="*/ 18 h 82"/>
                <a:gd name="T16" fmla="*/ 22 w 111"/>
                <a:gd name="T17" fmla="*/ 18 h 82"/>
                <a:gd name="T18" fmla="*/ 11 w 111"/>
                <a:gd name="T19" fmla="*/ 15 h 82"/>
                <a:gd name="T20" fmla="*/ 3 w 111"/>
                <a:gd name="T21" fmla="*/ 12 h 82"/>
                <a:gd name="T22" fmla="*/ 0 w 111"/>
                <a:gd name="T23" fmla="*/ 16 h 82"/>
                <a:gd name="T24" fmla="*/ 10 w 111"/>
                <a:gd name="T25" fmla="*/ 28 h 82"/>
                <a:gd name="T26" fmla="*/ 13 w 111"/>
                <a:gd name="T27" fmla="*/ 36 h 82"/>
                <a:gd name="T28" fmla="*/ 16 w 111"/>
                <a:gd name="T29" fmla="*/ 46 h 82"/>
                <a:gd name="T30" fmla="*/ 20 w 111"/>
                <a:gd name="T31" fmla="*/ 52 h 82"/>
                <a:gd name="T32" fmla="*/ 30 w 111"/>
                <a:gd name="T33" fmla="*/ 62 h 82"/>
                <a:gd name="T34" fmla="*/ 32 w 111"/>
                <a:gd name="T35" fmla="*/ 68 h 82"/>
                <a:gd name="T36" fmla="*/ 43 w 111"/>
                <a:gd name="T37" fmla="*/ 61 h 82"/>
                <a:gd name="T38" fmla="*/ 55 w 111"/>
                <a:gd name="T39" fmla="*/ 52 h 82"/>
                <a:gd name="T40" fmla="*/ 64 w 111"/>
                <a:gd name="T41" fmla="*/ 55 h 82"/>
                <a:gd name="T42" fmla="*/ 65 w 111"/>
                <a:gd name="T43" fmla="*/ 63 h 82"/>
                <a:gd name="T44" fmla="*/ 65 w 111"/>
                <a:gd name="T45" fmla="*/ 65 h 82"/>
                <a:gd name="T46" fmla="*/ 65 w 111"/>
                <a:gd name="T47" fmla="*/ 71 h 82"/>
                <a:gd name="T48" fmla="*/ 66 w 111"/>
                <a:gd name="T49" fmla="*/ 77 h 82"/>
                <a:gd name="T50" fmla="*/ 78 w 111"/>
                <a:gd name="T51" fmla="*/ 82 h 82"/>
                <a:gd name="T52" fmla="*/ 79 w 111"/>
                <a:gd name="T53" fmla="*/ 68 h 82"/>
                <a:gd name="T54" fmla="*/ 85 w 111"/>
                <a:gd name="T55" fmla="*/ 65 h 82"/>
                <a:gd name="T56" fmla="*/ 87 w 111"/>
                <a:gd name="T57" fmla="*/ 56 h 82"/>
                <a:gd name="T58" fmla="*/ 93 w 111"/>
                <a:gd name="T59" fmla="*/ 39 h 82"/>
                <a:gd name="T60" fmla="*/ 109 w 111"/>
                <a:gd name="T61" fmla="*/ 40 h 82"/>
                <a:gd name="T62" fmla="*/ 97 w 111"/>
                <a:gd name="T63" fmla="*/ 31 h 82"/>
                <a:gd name="T64" fmla="*/ 83 w 111"/>
                <a:gd name="T65" fmla="*/ 17 h 82"/>
                <a:gd name="T66" fmla="*/ 71 w 111"/>
                <a:gd name="T67" fmla="*/ 3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1" h="82">
                  <a:moveTo>
                    <a:pt x="64" y="10"/>
                  </a:moveTo>
                  <a:cubicBezTo>
                    <a:pt x="61" y="13"/>
                    <a:pt x="58" y="16"/>
                    <a:pt x="56" y="17"/>
                  </a:cubicBezTo>
                  <a:cubicBezTo>
                    <a:pt x="54" y="18"/>
                    <a:pt x="52" y="17"/>
                    <a:pt x="50" y="16"/>
                  </a:cubicBezTo>
                  <a:cubicBezTo>
                    <a:pt x="49" y="16"/>
                    <a:pt x="49" y="16"/>
                    <a:pt x="49" y="15"/>
                  </a:cubicBezTo>
                  <a:cubicBezTo>
                    <a:pt x="47" y="15"/>
                    <a:pt x="45" y="13"/>
                    <a:pt x="43" y="11"/>
                  </a:cubicBezTo>
                  <a:cubicBezTo>
                    <a:pt x="39" y="8"/>
                    <a:pt x="36" y="4"/>
                    <a:pt x="34" y="2"/>
                  </a:cubicBezTo>
                  <a:cubicBezTo>
                    <a:pt x="34" y="2"/>
                    <a:pt x="33" y="1"/>
                    <a:pt x="31" y="1"/>
                  </a:cubicBezTo>
                  <a:cubicBezTo>
                    <a:pt x="30" y="0"/>
                    <a:pt x="29" y="0"/>
                    <a:pt x="27" y="0"/>
                  </a:cubicBezTo>
                  <a:cubicBezTo>
                    <a:pt x="27" y="0"/>
                    <a:pt x="27" y="0"/>
                    <a:pt x="26" y="1"/>
                  </a:cubicBezTo>
                  <a:cubicBezTo>
                    <a:pt x="26" y="2"/>
                    <a:pt x="25" y="3"/>
                    <a:pt x="25" y="4"/>
                  </a:cubicBezTo>
                  <a:cubicBezTo>
                    <a:pt x="25" y="5"/>
                    <a:pt x="27" y="7"/>
                    <a:pt x="28" y="8"/>
                  </a:cubicBezTo>
                  <a:cubicBezTo>
                    <a:pt x="30" y="9"/>
                    <a:pt x="31" y="11"/>
                    <a:pt x="32" y="12"/>
                  </a:cubicBezTo>
                  <a:cubicBezTo>
                    <a:pt x="33" y="14"/>
                    <a:pt x="34" y="15"/>
                    <a:pt x="34" y="1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6"/>
                    <a:pt x="34" y="17"/>
                    <a:pt x="34" y="17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2" y="19"/>
                    <a:pt x="31" y="19"/>
                    <a:pt x="29" y="19"/>
                  </a:cubicBezTo>
                  <a:cubicBezTo>
                    <a:pt x="28" y="19"/>
                    <a:pt x="25" y="19"/>
                    <a:pt x="22" y="18"/>
                  </a:cubicBezTo>
                  <a:cubicBezTo>
                    <a:pt x="21" y="18"/>
                    <a:pt x="19" y="18"/>
                    <a:pt x="17" y="17"/>
                  </a:cubicBezTo>
                  <a:cubicBezTo>
                    <a:pt x="15" y="17"/>
                    <a:pt x="13" y="16"/>
                    <a:pt x="11" y="15"/>
                  </a:cubicBezTo>
                  <a:cubicBezTo>
                    <a:pt x="10" y="14"/>
                    <a:pt x="8" y="13"/>
                    <a:pt x="7" y="13"/>
                  </a:cubicBezTo>
                  <a:cubicBezTo>
                    <a:pt x="6" y="12"/>
                    <a:pt x="4" y="12"/>
                    <a:pt x="3" y="12"/>
                  </a:cubicBezTo>
                  <a:cubicBezTo>
                    <a:pt x="3" y="12"/>
                    <a:pt x="2" y="13"/>
                    <a:pt x="2" y="13"/>
                  </a:cubicBezTo>
                  <a:cubicBezTo>
                    <a:pt x="2" y="14"/>
                    <a:pt x="1" y="15"/>
                    <a:pt x="0" y="16"/>
                  </a:cubicBezTo>
                  <a:cubicBezTo>
                    <a:pt x="2" y="17"/>
                    <a:pt x="7" y="21"/>
                    <a:pt x="9" y="23"/>
                  </a:cubicBezTo>
                  <a:cubicBezTo>
                    <a:pt x="10" y="26"/>
                    <a:pt x="10" y="27"/>
                    <a:pt x="10" y="28"/>
                  </a:cubicBezTo>
                  <a:cubicBezTo>
                    <a:pt x="10" y="29"/>
                    <a:pt x="10" y="30"/>
                    <a:pt x="10" y="32"/>
                  </a:cubicBezTo>
                  <a:cubicBezTo>
                    <a:pt x="11" y="34"/>
                    <a:pt x="12" y="35"/>
                    <a:pt x="13" y="36"/>
                  </a:cubicBezTo>
                  <a:cubicBezTo>
                    <a:pt x="15" y="37"/>
                    <a:pt x="16" y="39"/>
                    <a:pt x="16" y="41"/>
                  </a:cubicBezTo>
                  <a:cubicBezTo>
                    <a:pt x="17" y="44"/>
                    <a:pt x="16" y="45"/>
                    <a:pt x="16" y="46"/>
                  </a:cubicBezTo>
                  <a:cubicBezTo>
                    <a:pt x="15" y="47"/>
                    <a:pt x="15" y="47"/>
                    <a:pt x="15" y="48"/>
                  </a:cubicBezTo>
                  <a:cubicBezTo>
                    <a:pt x="15" y="49"/>
                    <a:pt x="17" y="50"/>
                    <a:pt x="20" y="52"/>
                  </a:cubicBezTo>
                  <a:cubicBezTo>
                    <a:pt x="22" y="53"/>
                    <a:pt x="24" y="54"/>
                    <a:pt x="26" y="55"/>
                  </a:cubicBezTo>
                  <a:cubicBezTo>
                    <a:pt x="30" y="58"/>
                    <a:pt x="30" y="59"/>
                    <a:pt x="30" y="62"/>
                  </a:cubicBezTo>
                  <a:cubicBezTo>
                    <a:pt x="30" y="62"/>
                    <a:pt x="30" y="63"/>
                    <a:pt x="30" y="64"/>
                  </a:cubicBezTo>
                  <a:cubicBezTo>
                    <a:pt x="30" y="65"/>
                    <a:pt x="31" y="67"/>
                    <a:pt x="32" y="68"/>
                  </a:cubicBezTo>
                  <a:cubicBezTo>
                    <a:pt x="33" y="68"/>
                    <a:pt x="33" y="69"/>
                    <a:pt x="33" y="69"/>
                  </a:cubicBezTo>
                  <a:cubicBezTo>
                    <a:pt x="36" y="67"/>
                    <a:pt x="40" y="63"/>
                    <a:pt x="43" y="61"/>
                  </a:cubicBezTo>
                  <a:cubicBezTo>
                    <a:pt x="45" y="59"/>
                    <a:pt x="47" y="57"/>
                    <a:pt x="48" y="56"/>
                  </a:cubicBezTo>
                  <a:cubicBezTo>
                    <a:pt x="51" y="54"/>
                    <a:pt x="53" y="53"/>
                    <a:pt x="55" y="52"/>
                  </a:cubicBezTo>
                  <a:cubicBezTo>
                    <a:pt x="57" y="51"/>
                    <a:pt x="59" y="52"/>
                    <a:pt x="60" y="53"/>
                  </a:cubicBezTo>
                  <a:cubicBezTo>
                    <a:pt x="61" y="53"/>
                    <a:pt x="63" y="54"/>
                    <a:pt x="64" y="55"/>
                  </a:cubicBezTo>
                  <a:cubicBezTo>
                    <a:pt x="65" y="56"/>
                    <a:pt x="66" y="58"/>
                    <a:pt x="66" y="59"/>
                  </a:cubicBezTo>
                  <a:cubicBezTo>
                    <a:pt x="67" y="61"/>
                    <a:pt x="66" y="62"/>
                    <a:pt x="65" y="63"/>
                  </a:cubicBezTo>
                  <a:cubicBezTo>
                    <a:pt x="65" y="63"/>
                    <a:pt x="65" y="64"/>
                    <a:pt x="65" y="64"/>
                  </a:cubicBezTo>
                  <a:cubicBezTo>
                    <a:pt x="65" y="64"/>
                    <a:pt x="65" y="65"/>
                    <a:pt x="65" y="65"/>
                  </a:cubicBezTo>
                  <a:cubicBezTo>
                    <a:pt x="66" y="66"/>
                    <a:pt x="67" y="66"/>
                    <a:pt x="67" y="68"/>
                  </a:cubicBezTo>
                  <a:cubicBezTo>
                    <a:pt x="67" y="69"/>
                    <a:pt x="66" y="70"/>
                    <a:pt x="65" y="71"/>
                  </a:cubicBezTo>
                  <a:cubicBezTo>
                    <a:pt x="64" y="71"/>
                    <a:pt x="63" y="72"/>
                    <a:pt x="63" y="72"/>
                  </a:cubicBezTo>
                  <a:cubicBezTo>
                    <a:pt x="64" y="73"/>
                    <a:pt x="65" y="75"/>
                    <a:pt x="66" y="77"/>
                  </a:cubicBezTo>
                  <a:cubicBezTo>
                    <a:pt x="68" y="78"/>
                    <a:pt x="69" y="80"/>
                    <a:pt x="70" y="81"/>
                  </a:cubicBezTo>
                  <a:cubicBezTo>
                    <a:pt x="72" y="82"/>
                    <a:pt x="75" y="82"/>
                    <a:pt x="78" y="82"/>
                  </a:cubicBezTo>
                  <a:cubicBezTo>
                    <a:pt x="78" y="81"/>
                    <a:pt x="78" y="79"/>
                    <a:pt x="77" y="76"/>
                  </a:cubicBezTo>
                  <a:cubicBezTo>
                    <a:pt x="77" y="70"/>
                    <a:pt x="78" y="69"/>
                    <a:pt x="79" y="68"/>
                  </a:cubicBezTo>
                  <a:cubicBezTo>
                    <a:pt x="81" y="67"/>
                    <a:pt x="82" y="71"/>
                    <a:pt x="84" y="70"/>
                  </a:cubicBezTo>
                  <a:cubicBezTo>
                    <a:pt x="85" y="68"/>
                    <a:pt x="84" y="67"/>
                    <a:pt x="85" y="65"/>
                  </a:cubicBezTo>
                  <a:cubicBezTo>
                    <a:pt x="86" y="62"/>
                    <a:pt x="88" y="64"/>
                    <a:pt x="88" y="62"/>
                  </a:cubicBezTo>
                  <a:cubicBezTo>
                    <a:pt x="88" y="61"/>
                    <a:pt x="87" y="59"/>
                    <a:pt x="87" y="56"/>
                  </a:cubicBezTo>
                  <a:cubicBezTo>
                    <a:pt x="87" y="52"/>
                    <a:pt x="88" y="51"/>
                    <a:pt x="88" y="48"/>
                  </a:cubicBezTo>
                  <a:cubicBezTo>
                    <a:pt x="88" y="45"/>
                    <a:pt x="91" y="42"/>
                    <a:pt x="93" y="39"/>
                  </a:cubicBezTo>
                  <a:cubicBezTo>
                    <a:pt x="95" y="36"/>
                    <a:pt x="98" y="38"/>
                    <a:pt x="100" y="38"/>
                  </a:cubicBezTo>
                  <a:cubicBezTo>
                    <a:pt x="103" y="38"/>
                    <a:pt x="106" y="41"/>
                    <a:pt x="109" y="40"/>
                  </a:cubicBezTo>
                  <a:cubicBezTo>
                    <a:pt x="111" y="40"/>
                    <a:pt x="107" y="36"/>
                    <a:pt x="104" y="33"/>
                  </a:cubicBezTo>
                  <a:cubicBezTo>
                    <a:pt x="101" y="30"/>
                    <a:pt x="101" y="32"/>
                    <a:pt x="97" y="31"/>
                  </a:cubicBezTo>
                  <a:cubicBezTo>
                    <a:pt x="93" y="30"/>
                    <a:pt x="93" y="30"/>
                    <a:pt x="88" y="27"/>
                  </a:cubicBezTo>
                  <a:cubicBezTo>
                    <a:pt x="84" y="23"/>
                    <a:pt x="84" y="21"/>
                    <a:pt x="83" y="17"/>
                  </a:cubicBezTo>
                  <a:cubicBezTo>
                    <a:pt x="82" y="13"/>
                    <a:pt x="79" y="11"/>
                    <a:pt x="76" y="7"/>
                  </a:cubicBezTo>
                  <a:cubicBezTo>
                    <a:pt x="74" y="5"/>
                    <a:pt x="73" y="4"/>
                    <a:pt x="71" y="3"/>
                  </a:cubicBezTo>
                  <a:cubicBezTo>
                    <a:pt x="69" y="4"/>
                    <a:pt x="66" y="7"/>
                    <a:pt x="64" y="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2" name="Freeform 477">
              <a:extLst>
                <a:ext uri="{FF2B5EF4-FFF2-40B4-BE49-F238E27FC236}">
                  <a16:creationId xmlns:a16="http://schemas.microsoft.com/office/drawing/2014/main" id="{CC157938-8AD1-2592-9957-1D16D3801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799" y="2045919"/>
              <a:ext cx="420295" cy="160784"/>
            </a:xfrm>
            <a:custGeom>
              <a:avLst/>
              <a:gdLst>
                <a:gd name="T0" fmla="*/ 244 w 383"/>
                <a:gd name="T1" fmla="*/ 26 h 149"/>
                <a:gd name="T2" fmla="*/ 219 w 383"/>
                <a:gd name="T3" fmla="*/ 17 h 149"/>
                <a:gd name="T4" fmla="*/ 199 w 383"/>
                <a:gd name="T5" fmla="*/ 9 h 149"/>
                <a:gd name="T6" fmla="*/ 179 w 383"/>
                <a:gd name="T7" fmla="*/ 2 h 149"/>
                <a:gd name="T8" fmla="*/ 138 w 383"/>
                <a:gd name="T9" fmla="*/ 4 h 149"/>
                <a:gd name="T10" fmla="*/ 101 w 383"/>
                <a:gd name="T11" fmla="*/ 24 h 149"/>
                <a:gd name="T12" fmla="*/ 72 w 383"/>
                <a:gd name="T13" fmla="*/ 22 h 149"/>
                <a:gd name="T14" fmla="*/ 63 w 383"/>
                <a:gd name="T15" fmla="*/ 29 h 149"/>
                <a:gd name="T16" fmla="*/ 63 w 383"/>
                <a:gd name="T17" fmla="*/ 35 h 149"/>
                <a:gd name="T18" fmla="*/ 58 w 383"/>
                <a:gd name="T19" fmla="*/ 42 h 149"/>
                <a:gd name="T20" fmla="*/ 36 w 383"/>
                <a:gd name="T21" fmla="*/ 39 h 149"/>
                <a:gd name="T22" fmla="*/ 24 w 383"/>
                <a:gd name="T23" fmla="*/ 42 h 149"/>
                <a:gd name="T24" fmla="*/ 1 w 383"/>
                <a:gd name="T25" fmla="*/ 52 h 149"/>
                <a:gd name="T26" fmla="*/ 10 w 383"/>
                <a:gd name="T27" fmla="*/ 61 h 149"/>
                <a:gd name="T28" fmla="*/ 13 w 383"/>
                <a:gd name="T29" fmla="*/ 72 h 149"/>
                <a:gd name="T30" fmla="*/ 13 w 383"/>
                <a:gd name="T31" fmla="*/ 83 h 149"/>
                <a:gd name="T32" fmla="*/ 9 w 383"/>
                <a:gd name="T33" fmla="*/ 88 h 149"/>
                <a:gd name="T34" fmla="*/ 7 w 383"/>
                <a:gd name="T35" fmla="*/ 94 h 149"/>
                <a:gd name="T36" fmla="*/ 22 w 383"/>
                <a:gd name="T37" fmla="*/ 105 h 149"/>
                <a:gd name="T38" fmla="*/ 23 w 383"/>
                <a:gd name="T39" fmla="*/ 115 h 149"/>
                <a:gd name="T40" fmla="*/ 23 w 383"/>
                <a:gd name="T41" fmla="*/ 120 h 149"/>
                <a:gd name="T42" fmla="*/ 42 w 383"/>
                <a:gd name="T43" fmla="*/ 123 h 149"/>
                <a:gd name="T44" fmla="*/ 50 w 383"/>
                <a:gd name="T45" fmla="*/ 128 h 149"/>
                <a:gd name="T46" fmla="*/ 66 w 383"/>
                <a:gd name="T47" fmla="*/ 140 h 149"/>
                <a:gd name="T48" fmla="*/ 90 w 383"/>
                <a:gd name="T49" fmla="*/ 133 h 149"/>
                <a:gd name="T50" fmla="*/ 129 w 383"/>
                <a:gd name="T51" fmla="*/ 142 h 149"/>
                <a:gd name="T52" fmla="*/ 164 w 383"/>
                <a:gd name="T53" fmla="*/ 136 h 149"/>
                <a:gd name="T54" fmla="*/ 198 w 383"/>
                <a:gd name="T55" fmla="*/ 128 h 149"/>
                <a:gd name="T56" fmla="*/ 201 w 383"/>
                <a:gd name="T57" fmla="*/ 143 h 149"/>
                <a:gd name="T58" fmla="*/ 212 w 383"/>
                <a:gd name="T59" fmla="*/ 139 h 149"/>
                <a:gd name="T60" fmla="*/ 226 w 383"/>
                <a:gd name="T61" fmla="*/ 130 h 149"/>
                <a:gd name="T62" fmla="*/ 257 w 383"/>
                <a:gd name="T63" fmla="*/ 125 h 149"/>
                <a:gd name="T64" fmla="*/ 298 w 383"/>
                <a:gd name="T65" fmla="*/ 119 h 149"/>
                <a:gd name="T66" fmla="*/ 329 w 383"/>
                <a:gd name="T67" fmla="*/ 115 h 149"/>
                <a:gd name="T68" fmla="*/ 352 w 383"/>
                <a:gd name="T69" fmla="*/ 113 h 149"/>
                <a:gd name="T70" fmla="*/ 371 w 383"/>
                <a:gd name="T71" fmla="*/ 115 h 149"/>
                <a:gd name="T72" fmla="*/ 382 w 383"/>
                <a:gd name="T73" fmla="*/ 116 h 149"/>
                <a:gd name="T74" fmla="*/ 377 w 383"/>
                <a:gd name="T75" fmla="*/ 106 h 149"/>
                <a:gd name="T76" fmla="*/ 377 w 383"/>
                <a:gd name="T77" fmla="*/ 92 h 149"/>
                <a:gd name="T78" fmla="*/ 373 w 383"/>
                <a:gd name="T79" fmla="*/ 79 h 149"/>
                <a:gd name="T80" fmla="*/ 368 w 383"/>
                <a:gd name="T81" fmla="*/ 71 h 149"/>
                <a:gd name="T82" fmla="*/ 376 w 383"/>
                <a:gd name="T83" fmla="*/ 60 h 149"/>
                <a:gd name="T84" fmla="*/ 378 w 383"/>
                <a:gd name="T85" fmla="*/ 54 h 149"/>
                <a:gd name="T86" fmla="*/ 362 w 383"/>
                <a:gd name="T87" fmla="*/ 49 h 149"/>
                <a:gd name="T88" fmla="*/ 360 w 383"/>
                <a:gd name="T89" fmla="*/ 32 h 149"/>
                <a:gd name="T90" fmla="*/ 346 w 383"/>
                <a:gd name="T91" fmla="*/ 16 h 149"/>
                <a:gd name="T92" fmla="*/ 331 w 383"/>
                <a:gd name="T93" fmla="*/ 16 h 149"/>
                <a:gd name="T94" fmla="*/ 314 w 383"/>
                <a:gd name="T95" fmla="*/ 15 h 149"/>
                <a:gd name="T96" fmla="*/ 290 w 383"/>
                <a:gd name="T97" fmla="*/ 28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3" h="149">
                  <a:moveTo>
                    <a:pt x="269" y="24"/>
                  </a:moveTo>
                  <a:cubicBezTo>
                    <a:pt x="267" y="24"/>
                    <a:pt x="263" y="24"/>
                    <a:pt x="259" y="26"/>
                  </a:cubicBezTo>
                  <a:cubicBezTo>
                    <a:pt x="254" y="28"/>
                    <a:pt x="254" y="27"/>
                    <a:pt x="251" y="27"/>
                  </a:cubicBezTo>
                  <a:cubicBezTo>
                    <a:pt x="248" y="27"/>
                    <a:pt x="247" y="27"/>
                    <a:pt x="244" y="26"/>
                  </a:cubicBezTo>
                  <a:cubicBezTo>
                    <a:pt x="241" y="24"/>
                    <a:pt x="241" y="25"/>
                    <a:pt x="238" y="24"/>
                  </a:cubicBezTo>
                  <a:cubicBezTo>
                    <a:pt x="234" y="23"/>
                    <a:pt x="234" y="23"/>
                    <a:pt x="229" y="23"/>
                  </a:cubicBezTo>
                  <a:cubicBezTo>
                    <a:pt x="225" y="23"/>
                    <a:pt x="225" y="22"/>
                    <a:pt x="223" y="20"/>
                  </a:cubicBezTo>
                  <a:cubicBezTo>
                    <a:pt x="222" y="19"/>
                    <a:pt x="221" y="18"/>
                    <a:pt x="219" y="17"/>
                  </a:cubicBezTo>
                  <a:cubicBezTo>
                    <a:pt x="217" y="17"/>
                    <a:pt x="217" y="19"/>
                    <a:pt x="213" y="19"/>
                  </a:cubicBezTo>
                  <a:cubicBezTo>
                    <a:pt x="209" y="20"/>
                    <a:pt x="210" y="19"/>
                    <a:pt x="208" y="18"/>
                  </a:cubicBezTo>
                  <a:cubicBezTo>
                    <a:pt x="207" y="16"/>
                    <a:pt x="206" y="14"/>
                    <a:pt x="205" y="11"/>
                  </a:cubicBezTo>
                  <a:cubicBezTo>
                    <a:pt x="204" y="9"/>
                    <a:pt x="201" y="8"/>
                    <a:pt x="199" y="9"/>
                  </a:cubicBezTo>
                  <a:cubicBezTo>
                    <a:pt x="197" y="10"/>
                    <a:pt x="195" y="10"/>
                    <a:pt x="192" y="10"/>
                  </a:cubicBezTo>
                  <a:cubicBezTo>
                    <a:pt x="189" y="10"/>
                    <a:pt x="189" y="8"/>
                    <a:pt x="186" y="6"/>
                  </a:cubicBezTo>
                  <a:cubicBezTo>
                    <a:pt x="184" y="4"/>
                    <a:pt x="186" y="2"/>
                    <a:pt x="184" y="1"/>
                  </a:cubicBezTo>
                  <a:cubicBezTo>
                    <a:pt x="183" y="0"/>
                    <a:pt x="181" y="1"/>
                    <a:pt x="179" y="2"/>
                  </a:cubicBezTo>
                  <a:cubicBezTo>
                    <a:pt x="177" y="3"/>
                    <a:pt x="171" y="3"/>
                    <a:pt x="168" y="3"/>
                  </a:cubicBezTo>
                  <a:cubicBezTo>
                    <a:pt x="164" y="3"/>
                    <a:pt x="162" y="3"/>
                    <a:pt x="158" y="3"/>
                  </a:cubicBezTo>
                  <a:cubicBezTo>
                    <a:pt x="154" y="2"/>
                    <a:pt x="151" y="1"/>
                    <a:pt x="147" y="2"/>
                  </a:cubicBezTo>
                  <a:cubicBezTo>
                    <a:pt x="143" y="2"/>
                    <a:pt x="143" y="3"/>
                    <a:pt x="138" y="4"/>
                  </a:cubicBezTo>
                  <a:cubicBezTo>
                    <a:pt x="133" y="6"/>
                    <a:pt x="132" y="5"/>
                    <a:pt x="129" y="7"/>
                  </a:cubicBezTo>
                  <a:cubicBezTo>
                    <a:pt x="126" y="9"/>
                    <a:pt x="124" y="10"/>
                    <a:pt x="121" y="11"/>
                  </a:cubicBezTo>
                  <a:cubicBezTo>
                    <a:pt x="118" y="13"/>
                    <a:pt x="112" y="17"/>
                    <a:pt x="110" y="18"/>
                  </a:cubicBezTo>
                  <a:cubicBezTo>
                    <a:pt x="108" y="20"/>
                    <a:pt x="106" y="22"/>
                    <a:pt x="101" y="24"/>
                  </a:cubicBezTo>
                  <a:cubicBezTo>
                    <a:pt x="97" y="26"/>
                    <a:pt x="97" y="24"/>
                    <a:pt x="94" y="23"/>
                  </a:cubicBezTo>
                  <a:cubicBezTo>
                    <a:pt x="91" y="22"/>
                    <a:pt x="89" y="22"/>
                    <a:pt x="87" y="21"/>
                  </a:cubicBezTo>
                  <a:cubicBezTo>
                    <a:pt x="85" y="21"/>
                    <a:pt x="84" y="21"/>
                    <a:pt x="80" y="22"/>
                  </a:cubicBezTo>
                  <a:cubicBezTo>
                    <a:pt x="77" y="22"/>
                    <a:pt x="75" y="22"/>
                    <a:pt x="72" y="22"/>
                  </a:cubicBezTo>
                  <a:cubicBezTo>
                    <a:pt x="69" y="21"/>
                    <a:pt x="66" y="20"/>
                    <a:pt x="64" y="20"/>
                  </a:cubicBezTo>
                  <a:cubicBezTo>
                    <a:pt x="61" y="20"/>
                    <a:pt x="62" y="21"/>
                    <a:pt x="61" y="23"/>
                  </a:cubicBezTo>
                  <a:cubicBezTo>
                    <a:pt x="61" y="25"/>
                    <a:pt x="62" y="24"/>
                    <a:pt x="62" y="26"/>
                  </a:cubicBezTo>
                  <a:cubicBezTo>
                    <a:pt x="63" y="27"/>
                    <a:pt x="62" y="28"/>
                    <a:pt x="63" y="29"/>
                  </a:cubicBezTo>
                  <a:cubicBezTo>
                    <a:pt x="64" y="31"/>
                    <a:pt x="67" y="31"/>
                    <a:pt x="70" y="32"/>
                  </a:cubicBezTo>
                  <a:cubicBezTo>
                    <a:pt x="73" y="32"/>
                    <a:pt x="74" y="32"/>
                    <a:pt x="74" y="33"/>
                  </a:cubicBezTo>
                  <a:cubicBezTo>
                    <a:pt x="74" y="34"/>
                    <a:pt x="71" y="34"/>
                    <a:pt x="69" y="34"/>
                  </a:cubicBezTo>
                  <a:cubicBezTo>
                    <a:pt x="66" y="34"/>
                    <a:pt x="65" y="35"/>
                    <a:pt x="63" y="35"/>
                  </a:cubicBezTo>
                  <a:cubicBezTo>
                    <a:pt x="60" y="35"/>
                    <a:pt x="59" y="35"/>
                    <a:pt x="58" y="36"/>
                  </a:cubicBezTo>
                  <a:cubicBezTo>
                    <a:pt x="57" y="36"/>
                    <a:pt x="55" y="38"/>
                    <a:pt x="57" y="39"/>
                  </a:cubicBezTo>
                  <a:cubicBezTo>
                    <a:pt x="59" y="40"/>
                    <a:pt x="60" y="39"/>
                    <a:pt x="61" y="40"/>
                  </a:cubicBezTo>
                  <a:cubicBezTo>
                    <a:pt x="62" y="41"/>
                    <a:pt x="60" y="41"/>
                    <a:pt x="58" y="42"/>
                  </a:cubicBezTo>
                  <a:cubicBezTo>
                    <a:pt x="56" y="43"/>
                    <a:pt x="54" y="42"/>
                    <a:pt x="52" y="41"/>
                  </a:cubicBezTo>
                  <a:cubicBezTo>
                    <a:pt x="49" y="41"/>
                    <a:pt x="49" y="41"/>
                    <a:pt x="45" y="42"/>
                  </a:cubicBezTo>
                  <a:cubicBezTo>
                    <a:pt x="42" y="42"/>
                    <a:pt x="42" y="42"/>
                    <a:pt x="39" y="41"/>
                  </a:cubicBezTo>
                  <a:cubicBezTo>
                    <a:pt x="35" y="41"/>
                    <a:pt x="37" y="40"/>
                    <a:pt x="36" y="39"/>
                  </a:cubicBezTo>
                  <a:cubicBezTo>
                    <a:pt x="35" y="37"/>
                    <a:pt x="34" y="38"/>
                    <a:pt x="34" y="39"/>
                  </a:cubicBezTo>
                  <a:cubicBezTo>
                    <a:pt x="34" y="41"/>
                    <a:pt x="35" y="41"/>
                    <a:pt x="33" y="42"/>
                  </a:cubicBezTo>
                  <a:cubicBezTo>
                    <a:pt x="32" y="43"/>
                    <a:pt x="31" y="43"/>
                    <a:pt x="29" y="43"/>
                  </a:cubicBezTo>
                  <a:cubicBezTo>
                    <a:pt x="27" y="44"/>
                    <a:pt x="26" y="43"/>
                    <a:pt x="24" y="42"/>
                  </a:cubicBezTo>
                  <a:cubicBezTo>
                    <a:pt x="22" y="40"/>
                    <a:pt x="21" y="40"/>
                    <a:pt x="20" y="40"/>
                  </a:cubicBezTo>
                  <a:cubicBezTo>
                    <a:pt x="19" y="40"/>
                    <a:pt x="15" y="42"/>
                    <a:pt x="13" y="43"/>
                  </a:cubicBezTo>
                  <a:cubicBezTo>
                    <a:pt x="11" y="44"/>
                    <a:pt x="8" y="46"/>
                    <a:pt x="7" y="47"/>
                  </a:cubicBezTo>
                  <a:cubicBezTo>
                    <a:pt x="6" y="48"/>
                    <a:pt x="2" y="51"/>
                    <a:pt x="1" y="52"/>
                  </a:cubicBezTo>
                  <a:cubicBezTo>
                    <a:pt x="0" y="53"/>
                    <a:pt x="0" y="54"/>
                    <a:pt x="0" y="57"/>
                  </a:cubicBezTo>
                  <a:cubicBezTo>
                    <a:pt x="0" y="60"/>
                    <a:pt x="0" y="60"/>
                    <a:pt x="0" y="62"/>
                  </a:cubicBezTo>
                  <a:cubicBezTo>
                    <a:pt x="0" y="64"/>
                    <a:pt x="1" y="63"/>
                    <a:pt x="3" y="62"/>
                  </a:cubicBezTo>
                  <a:cubicBezTo>
                    <a:pt x="6" y="62"/>
                    <a:pt x="8" y="61"/>
                    <a:pt x="10" y="61"/>
                  </a:cubicBezTo>
                  <a:cubicBezTo>
                    <a:pt x="12" y="61"/>
                    <a:pt x="15" y="61"/>
                    <a:pt x="15" y="63"/>
                  </a:cubicBezTo>
                  <a:cubicBezTo>
                    <a:pt x="16" y="64"/>
                    <a:pt x="14" y="64"/>
                    <a:pt x="13" y="65"/>
                  </a:cubicBezTo>
                  <a:cubicBezTo>
                    <a:pt x="11" y="67"/>
                    <a:pt x="11" y="67"/>
                    <a:pt x="11" y="69"/>
                  </a:cubicBezTo>
                  <a:cubicBezTo>
                    <a:pt x="11" y="70"/>
                    <a:pt x="12" y="70"/>
                    <a:pt x="13" y="72"/>
                  </a:cubicBezTo>
                  <a:cubicBezTo>
                    <a:pt x="14" y="74"/>
                    <a:pt x="13" y="75"/>
                    <a:pt x="15" y="75"/>
                  </a:cubicBezTo>
                  <a:cubicBezTo>
                    <a:pt x="16" y="76"/>
                    <a:pt x="18" y="76"/>
                    <a:pt x="18" y="77"/>
                  </a:cubicBezTo>
                  <a:cubicBezTo>
                    <a:pt x="19" y="79"/>
                    <a:pt x="18" y="79"/>
                    <a:pt x="16" y="80"/>
                  </a:cubicBezTo>
                  <a:cubicBezTo>
                    <a:pt x="14" y="80"/>
                    <a:pt x="13" y="81"/>
                    <a:pt x="13" y="83"/>
                  </a:cubicBezTo>
                  <a:cubicBezTo>
                    <a:pt x="13" y="84"/>
                    <a:pt x="15" y="86"/>
                    <a:pt x="16" y="86"/>
                  </a:cubicBezTo>
                  <a:cubicBezTo>
                    <a:pt x="17" y="87"/>
                    <a:pt x="17" y="88"/>
                    <a:pt x="18" y="89"/>
                  </a:cubicBezTo>
                  <a:cubicBezTo>
                    <a:pt x="18" y="91"/>
                    <a:pt x="14" y="90"/>
                    <a:pt x="12" y="90"/>
                  </a:cubicBezTo>
                  <a:cubicBezTo>
                    <a:pt x="11" y="89"/>
                    <a:pt x="10" y="89"/>
                    <a:pt x="9" y="88"/>
                  </a:cubicBezTo>
                  <a:cubicBezTo>
                    <a:pt x="8" y="86"/>
                    <a:pt x="6" y="85"/>
                    <a:pt x="6" y="87"/>
                  </a:cubicBezTo>
                  <a:cubicBezTo>
                    <a:pt x="6" y="89"/>
                    <a:pt x="6" y="90"/>
                    <a:pt x="5" y="91"/>
                  </a:cubicBezTo>
                  <a:cubicBezTo>
                    <a:pt x="4" y="92"/>
                    <a:pt x="3" y="91"/>
                    <a:pt x="3" y="93"/>
                  </a:cubicBezTo>
                  <a:cubicBezTo>
                    <a:pt x="3" y="94"/>
                    <a:pt x="5" y="93"/>
                    <a:pt x="7" y="94"/>
                  </a:cubicBezTo>
                  <a:cubicBezTo>
                    <a:pt x="9" y="94"/>
                    <a:pt x="11" y="94"/>
                    <a:pt x="13" y="94"/>
                  </a:cubicBezTo>
                  <a:cubicBezTo>
                    <a:pt x="15" y="94"/>
                    <a:pt x="13" y="96"/>
                    <a:pt x="16" y="98"/>
                  </a:cubicBezTo>
                  <a:cubicBezTo>
                    <a:pt x="19" y="100"/>
                    <a:pt x="22" y="100"/>
                    <a:pt x="22" y="101"/>
                  </a:cubicBezTo>
                  <a:cubicBezTo>
                    <a:pt x="23" y="101"/>
                    <a:pt x="22" y="104"/>
                    <a:pt x="22" y="105"/>
                  </a:cubicBezTo>
                  <a:cubicBezTo>
                    <a:pt x="21" y="106"/>
                    <a:pt x="19" y="106"/>
                    <a:pt x="18" y="107"/>
                  </a:cubicBezTo>
                  <a:cubicBezTo>
                    <a:pt x="18" y="108"/>
                    <a:pt x="19" y="108"/>
                    <a:pt x="20" y="109"/>
                  </a:cubicBezTo>
                  <a:cubicBezTo>
                    <a:pt x="22" y="109"/>
                    <a:pt x="21" y="111"/>
                    <a:pt x="21" y="112"/>
                  </a:cubicBezTo>
                  <a:cubicBezTo>
                    <a:pt x="21" y="113"/>
                    <a:pt x="22" y="113"/>
                    <a:pt x="23" y="115"/>
                  </a:cubicBezTo>
                  <a:cubicBezTo>
                    <a:pt x="24" y="116"/>
                    <a:pt x="25" y="115"/>
                    <a:pt x="28" y="115"/>
                  </a:cubicBezTo>
                  <a:cubicBezTo>
                    <a:pt x="30" y="115"/>
                    <a:pt x="29" y="116"/>
                    <a:pt x="29" y="117"/>
                  </a:cubicBezTo>
                  <a:cubicBezTo>
                    <a:pt x="29" y="119"/>
                    <a:pt x="28" y="119"/>
                    <a:pt x="27" y="119"/>
                  </a:cubicBezTo>
                  <a:cubicBezTo>
                    <a:pt x="27" y="120"/>
                    <a:pt x="24" y="119"/>
                    <a:pt x="23" y="120"/>
                  </a:cubicBezTo>
                  <a:cubicBezTo>
                    <a:pt x="21" y="121"/>
                    <a:pt x="22" y="123"/>
                    <a:pt x="23" y="123"/>
                  </a:cubicBezTo>
                  <a:cubicBezTo>
                    <a:pt x="23" y="124"/>
                    <a:pt x="29" y="123"/>
                    <a:pt x="31" y="123"/>
                  </a:cubicBezTo>
                  <a:cubicBezTo>
                    <a:pt x="34" y="123"/>
                    <a:pt x="34" y="122"/>
                    <a:pt x="37" y="122"/>
                  </a:cubicBezTo>
                  <a:cubicBezTo>
                    <a:pt x="40" y="122"/>
                    <a:pt x="41" y="122"/>
                    <a:pt x="42" y="123"/>
                  </a:cubicBezTo>
                  <a:cubicBezTo>
                    <a:pt x="42" y="124"/>
                    <a:pt x="39" y="126"/>
                    <a:pt x="38" y="127"/>
                  </a:cubicBezTo>
                  <a:cubicBezTo>
                    <a:pt x="37" y="129"/>
                    <a:pt x="39" y="130"/>
                    <a:pt x="40" y="130"/>
                  </a:cubicBezTo>
                  <a:cubicBezTo>
                    <a:pt x="42" y="130"/>
                    <a:pt x="43" y="128"/>
                    <a:pt x="45" y="127"/>
                  </a:cubicBezTo>
                  <a:cubicBezTo>
                    <a:pt x="46" y="125"/>
                    <a:pt x="49" y="126"/>
                    <a:pt x="50" y="128"/>
                  </a:cubicBezTo>
                  <a:cubicBezTo>
                    <a:pt x="50" y="130"/>
                    <a:pt x="52" y="130"/>
                    <a:pt x="54" y="131"/>
                  </a:cubicBezTo>
                  <a:cubicBezTo>
                    <a:pt x="56" y="132"/>
                    <a:pt x="57" y="130"/>
                    <a:pt x="59" y="131"/>
                  </a:cubicBezTo>
                  <a:cubicBezTo>
                    <a:pt x="60" y="131"/>
                    <a:pt x="61" y="134"/>
                    <a:pt x="61" y="136"/>
                  </a:cubicBezTo>
                  <a:cubicBezTo>
                    <a:pt x="62" y="138"/>
                    <a:pt x="64" y="139"/>
                    <a:pt x="66" y="140"/>
                  </a:cubicBezTo>
                  <a:cubicBezTo>
                    <a:pt x="68" y="141"/>
                    <a:pt x="74" y="142"/>
                    <a:pt x="78" y="141"/>
                  </a:cubicBezTo>
                  <a:cubicBezTo>
                    <a:pt x="81" y="140"/>
                    <a:pt x="80" y="140"/>
                    <a:pt x="84" y="140"/>
                  </a:cubicBezTo>
                  <a:cubicBezTo>
                    <a:pt x="88" y="140"/>
                    <a:pt x="87" y="142"/>
                    <a:pt x="89" y="139"/>
                  </a:cubicBezTo>
                  <a:cubicBezTo>
                    <a:pt x="90" y="137"/>
                    <a:pt x="90" y="136"/>
                    <a:pt x="90" y="133"/>
                  </a:cubicBezTo>
                  <a:cubicBezTo>
                    <a:pt x="91" y="131"/>
                    <a:pt x="90" y="127"/>
                    <a:pt x="92" y="126"/>
                  </a:cubicBezTo>
                  <a:cubicBezTo>
                    <a:pt x="95" y="125"/>
                    <a:pt x="99" y="126"/>
                    <a:pt x="102" y="126"/>
                  </a:cubicBezTo>
                  <a:cubicBezTo>
                    <a:pt x="106" y="127"/>
                    <a:pt x="112" y="130"/>
                    <a:pt x="115" y="132"/>
                  </a:cubicBezTo>
                  <a:cubicBezTo>
                    <a:pt x="117" y="135"/>
                    <a:pt x="127" y="141"/>
                    <a:pt x="129" y="142"/>
                  </a:cubicBezTo>
                  <a:cubicBezTo>
                    <a:pt x="131" y="144"/>
                    <a:pt x="133" y="145"/>
                    <a:pt x="137" y="144"/>
                  </a:cubicBezTo>
                  <a:cubicBezTo>
                    <a:pt x="140" y="144"/>
                    <a:pt x="143" y="145"/>
                    <a:pt x="149" y="144"/>
                  </a:cubicBezTo>
                  <a:cubicBezTo>
                    <a:pt x="154" y="143"/>
                    <a:pt x="153" y="144"/>
                    <a:pt x="158" y="142"/>
                  </a:cubicBezTo>
                  <a:cubicBezTo>
                    <a:pt x="162" y="140"/>
                    <a:pt x="161" y="141"/>
                    <a:pt x="164" y="136"/>
                  </a:cubicBezTo>
                  <a:cubicBezTo>
                    <a:pt x="166" y="132"/>
                    <a:pt x="174" y="129"/>
                    <a:pt x="177" y="129"/>
                  </a:cubicBezTo>
                  <a:cubicBezTo>
                    <a:pt x="180" y="128"/>
                    <a:pt x="180" y="129"/>
                    <a:pt x="183" y="131"/>
                  </a:cubicBezTo>
                  <a:cubicBezTo>
                    <a:pt x="186" y="133"/>
                    <a:pt x="188" y="134"/>
                    <a:pt x="190" y="133"/>
                  </a:cubicBezTo>
                  <a:cubicBezTo>
                    <a:pt x="192" y="132"/>
                    <a:pt x="196" y="130"/>
                    <a:pt x="198" y="128"/>
                  </a:cubicBezTo>
                  <a:cubicBezTo>
                    <a:pt x="199" y="126"/>
                    <a:pt x="204" y="126"/>
                    <a:pt x="205" y="128"/>
                  </a:cubicBezTo>
                  <a:cubicBezTo>
                    <a:pt x="206" y="130"/>
                    <a:pt x="205" y="132"/>
                    <a:pt x="203" y="134"/>
                  </a:cubicBezTo>
                  <a:cubicBezTo>
                    <a:pt x="201" y="136"/>
                    <a:pt x="200" y="138"/>
                    <a:pt x="199" y="140"/>
                  </a:cubicBezTo>
                  <a:cubicBezTo>
                    <a:pt x="199" y="141"/>
                    <a:pt x="200" y="141"/>
                    <a:pt x="201" y="143"/>
                  </a:cubicBezTo>
                  <a:cubicBezTo>
                    <a:pt x="201" y="144"/>
                    <a:pt x="201" y="146"/>
                    <a:pt x="201" y="148"/>
                  </a:cubicBezTo>
                  <a:cubicBezTo>
                    <a:pt x="202" y="149"/>
                    <a:pt x="203" y="149"/>
                    <a:pt x="203" y="149"/>
                  </a:cubicBezTo>
                  <a:cubicBezTo>
                    <a:pt x="205" y="148"/>
                    <a:pt x="207" y="146"/>
                    <a:pt x="209" y="144"/>
                  </a:cubicBezTo>
                  <a:cubicBezTo>
                    <a:pt x="211" y="142"/>
                    <a:pt x="212" y="140"/>
                    <a:pt x="212" y="139"/>
                  </a:cubicBezTo>
                  <a:cubicBezTo>
                    <a:pt x="213" y="138"/>
                    <a:pt x="213" y="137"/>
                    <a:pt x="213" y="136"/>
                  </a:cubicBezTo>
                  <a:cubicBezTo>
                    <a:pt x="213" y="133"/>
                    <a:pt x="213" y="130"/>
                    <a:pt x="215" y="128"/>
                  </a:cubicBezTo>
                  <a:cubicBezTo>
                    <a:pt x="217" y="126"/>
                    <a:pt x="219" y="127"/>
                    <a:pt x="221" y="129"/>
                  </a:cubicBezTo>
                  <a:cubicBezTo>
                    <a:pt x="223" y="129"/>
                    <a:pt x="224" y="130"/>
                    <a:pt x="226" y="130"/>
                  </a:cubicBezTo>
                  <a:cubicBezTo>
                    <a:pt x="229" y="131"/>
                    <a:pt x="234" y="128"/>
                    <a:pt x="238" y="126"/>
                  </a:cubicBezTo>
                  <a:cubicBezTo>
                    <a:pt x="240" y="126"/>
                    <a:pt x="241" y="125"/>
                    <a:pt x="242" y="125"/>
                  </a:cubicBezTo>
                  <a:cubicBezTo>
                    <a:pt x="243" y="124"/>
                    <a:pt x="246" y="124"/>
                    <a:pt x="249" y="124"/>
                  </a:cubicBezTo>
                  <a:cubicBezTo>
                    <a:pt x="252" y="124"/>
                    <a:pt x="254" y="124"/>
                    <a:pt x="257" y="125"/>
                  </a:cubicBezTo>
                  <a:cubicBezTo>
                    <a:pt x="258" y="126"/>
                    <a:pt x="258" y="126"/>
                    <a:pt x="258" y="126"/>
                  </a:cubicBezTo>
                  <a:cubicBezTo>
                    <a:pt x="263" y="128"/>
                    <a:pt x="268" y="129"/>
                    <a:pt x="274" y="128"/>
                  </a:cubicBezTo>
                  <a:cubicBezTo>
                    <a:pt x="278" y="127"/>
                    <a:pt x="284" y="125"/>
                    <a:pt x="289" y="123"/>
                  </a:cubicBezTo>
                  <a:cubicBezTo>
                    <a:pt x="293" y="121"/>
                    <a:pt x="296" y="120"/>
                    <a:pt x="298" y="119"/>
                  </a:cubicBezTo>
                  <a:cubicBezTo>
                    <a:pt x="302" y="118"/>
                    <a:pt x="307" y="118"/>
                    <a:pt x="312" y="118"/>
                  </a:cubicBezTo>
                  <a:cubicBezTo>
                    <a:pt x="315" y="118"/>
                    <a:pt x="318" y="118"/>
                    <a:pt x="319" y="118"/>
                  </a:cubicBezTo>
                  <a:cubicBezTo>
                    <a:pt x="321" y="118"/>
                    <a:pt x="322" y="117"/>
                    <a:pt x="323" y="117"/>
                  </a:cubicBezTo>
                  <a:cubicBezTo>
                    <a:pt x="325" y="116"/>
                    <a:pt x="327" y="115"/>
                    <a:pt x="329" y="115"/>
                  </a:cubicBezTo>
                  <a:cubicBezTo>
                    <a:pt x="331" y="115"/>
                    <a:pt x="335" y="116"/>
                    <a:pt x="337" y="117"/>
                  </a:cubicBezTo>
                  <a:cubicBezTo>
                    <a:pt x="338" y="116"/>
                    <a:pt x="339" y="115"/>
                    <a:pt x="340" y="114"/>
                  </a:cubicBezTo>
                  <a:cubicBezTo>
                    <a:pt x="341" y="113"/>
                    <a:pt x="343" y="112"/>
                    <a:pt x="345" y="112"/>
                  </a:cubicBezTo>
                  <a:cubicBezTo>
                    <a:pt x="348" y="112"/>
                    <a:pt x="350" y="112"/>
                    <a:pt x="352" y="113"/>
                  </a:cubicBezTo>
                  <a:cubicBezTo>
                    <a:pt x="354" y="114"/>
                    <a:pt x="355" y="114"/>
                    <a:pt x="358" y="114"/>
                  </a:cubicBezTo>
                  <a:cubicBezTo>
                    <a:pt x="359" y="114"/>
                    <a:pt x="359" y="114"/>
                    <a:pt x="360" y="114"/>
                  </a:cubicBezTo>
                  <a:cubicBezTo>
                    <a:pt x="362" y="114"/>
                    <a:pt x="364" y="114"/>
                    <a:pt x="366" y="114"/>
                  </a:cubicBezTo>
                  <a:cubicBezTo>
                    <a:pt x="368" y="114"/>
                    <a:pt x="370" y="114"/>
                    <a:pt x="371" y="115"/>
                  </a:cubicBezTo>
                  <a:cubicBezTo>
                    <a:pt x="372" y="115"/>
                    <a:pt x="373" y="116"/>
                    <a:pt x="373" y="117"/>
                  </a:cubicBezTo>
                  <a:cubicBezTo>
                    <a:pt x="373" y="119"/>
                    <a:pt x="374" y="120"/>
                    <a:pt x="375" y="120"/>
                  </a:cubicBezTo>
                  <a:cubicBezTo>
                    <a:pt x="377" y="121"/>
                    <a:pt x="382" y="119"/>
                    <a:pt x="383" y="118"/>
                  </a:cubicBezTo>
                  <a:cubicBezTo>
                    <a:pt x="383" y="118"/>
                    <a:pt x="383" y="117"/>
                    <a:pt x="382" y="116"/>
                  </a:cubicBezTo>
                  <a:cubicBezTo>
                    <a:pt x="382" y="116"/>
                    <a:pt x="381" y="115"/>
                    <a:pt x="380" y="115"/>
                  </a:cubicBezTo>
                  <a:cubicBezTo>
                    <a:pt x="379" y="115"/>
                    <a:pt x="378" y="114"/>
                    <a:pt x="378" y="112"/>
                  </a:cubicBezTo>
                  <a:cubicBezTo>
                    <a:pt x="378" y="111"/>
                    <a:pt x="378" y="110"/>
                    <a:pt x="378" y="110"/>
                  </a:cubicBezTo>
                  <a:cubicBezTo>
                    <a:pt x="378" y="108"/>
                    <a:pt x="378" y="107"/>
                    <a:pt x="377" y="106"/>
                  </a:cubicBezTo>
                  <a:cubicBezTo>
                    <a:pt x="377" y="105"/>
                    <a:pt x="376" y="105"/>
                    <a:pt x="375" y="104"/>
                  </a:cubicBezTo>
                  <a:cubicBezTo>
                    <a:pt x="374" y="103"/>
                    <a:pt x="372" y="102"/>
                    <a:pt x="372" y="100"/>
                  </a:cubicBezTo>
                  <a:cubicBezTo>
                    <a:pt x="372" y="99"/>
                    <a:pt x="373" y="96"/>
                    <a:pt x="375" y="94"/>
                  </a:cubicBezTo>
                  <a:cubicBezTo>
                    <a:pt x="376" y="93"/>
                    <a:pt x="377" y="92"/>
                    <a:pt x="377" y="92"/>
                  </a:cubicBezTo>
                  <a:cubicBezTo>
                    <a:pt x="377" y="92"/>
                    <a:pt x="377" y="92"/>
                    <a:pt x="376" y="92"/>
                  </a:cubicBezTo>
                  <a:cubicBezTo>
                    <a:pt x="375" y="91"/>
                    <a:pt x="373" y="90"/>
                    <a:pt x="373" y="88"/>
                  </a:cubicBezTo>
                  <a:cubicBezTo>
                    <a:pt x="373" y="87"/>
                    <a:pt x="373" y="86"/>
                    <a:pt x="373" y="85"/>
                  </a:cubicBezTo>
                  <a:cubicBezTo>
                    <a:pt x="373" y="83"/>
                    <a:pt x="374" y="81"/>
                    <a:pt x="373" y="79"/>
                  </a:cubicBezTo>
                  <a:cubicBezTo>
                    <a:pt x="372" y="78"/>
                    <a:pt x="371" y="77"/>
                    <a:pt x="371" y="77"/>
                  </a:cubicBezTo>
                  <a:cubicBezTo>
                    <a:pt x="370" y="76"/>
                    <a:pt x="369" y="75"/>
                    <a:pt x="368" y="73"/>
                  </a:cubicBezTo>
                  <a:cubicBezTo>
                    <a:pt x="368" y="72"/>
                    <a:pt x="368" y="71"/>
                    <a:pt x="368" y="71"/>
                  </a:cubicBezTo>
                  <a:cubicBezTo>
                    <a:pt x="368" y="71"/>
                    <a:pt x="368" y="71"/>
                    <a:pt x="368" y="71"/>
                  </a:cubicBezTo>
                  <a:cubicBezTo>
                    <a:pt x="367" y="69"/>
                    <a:pt x="366" y="67"/>
                    <a:pt x="368" y="66"/>
                  </a:cubicBezTo>
                  <a:cubicBezTo>
                    <a:pt x="369" y="64"/>
                    <a:pt x="370" y="64"/>
                    <a:pt x="371" y="65"/>
                  </a:cubicBezTo>
                  <a:cubicBezTo>
                    <a:pt x="372" y="65"/>
                    <a:pt x="373" y="65"/>
                    <a:pt x="374" y="64"/>
                  </a:cubicBezTo>
                  <a:cubicBezTo>
                    <a:pt x="376" y="63"/>
                    <a:pt x="376" y="61"/>
                    <a:pt x="376" y="60"/>
                  </a:cubicBezTo>
                  <a:cubicBezTo>
                    <a:pt x="376" y="59"/>
                    <a:pt x="377" y="57"/>
                    <a:pt x="378" y="57"/>
                  </a:cubicBezTo>
                  <a:cubicBezTo>
                    <a:pt x="378" y="56"/>
                    <a:pt x="379" y="56"/>
                    <a:pt x="379" y="56"/>
                  </a:cubicBezTo>
                  <a:cubicBezTo>
                    <a:pt x="379" y="56"/>
                    <a:pt x="379" y="56"/>
                    <a:pt x="379" y="55"/>
                  </a:cubicBezTo>
                  <a:cubicBezTo>
                    <a:pt x="379" y="54"/>
                    <a:pt x="379" y="54"/>
                    <a:pt x="378" y="54"/>
                  </a:cubicBezTo>
                  <a:cubicBezTo>
                    <a:pt x="378" y="53"/>
                    <a:pt x="378" y="53"/>
                    <a:pt x="377" y="53"/>
                  </a:cubicBezTo>
                  <a:cubicBezTo>
                    <a:pt x="376" y="52"/>
                    <a:pt x="375" y="52"/>
                    <a:pt x="373" y="52"/>
                  </a:cubicBezTo>
                  <a:cubicBezTo>
                    <a:pt x="368" y="51"/>
                    <a:pt x="366" y="51"/>
                    <a:pt x="362" y="49"/>
                  </a:cubicBezTo>
                  <a:cubicBezTo>
                    <a:pt x="362" y="49"/>
                    <a:pt x="362" y="49"/>
                    <a:pt x="362" y="49"/>
                  </a:cubicBezTo>
                  <a:cubicBezTo>
                    <a:pt x="359" y="47"/>
                    <a:pt x="359" y="46"/>
                    <a:pt x="359" y="44"/>
                  </a:cubicBezTo>
                  <a:cubicBezTo>
                    <a:pt x="359" y="43"/>
                    <a:pt x="360" y="43"/>
                    <a:pt x="359" y="42"/>
                  </a:cubicBezTo>
                  <a:cubicBezTo>
                    <a:pt x="359" y="40"/>
                    <a:pt x="359" y="38"/>
                    <a:pt x="360" y="36"/>
                  </a:cubicBezTo>
                  <a:cubicBezTo>
                    <a:pt x="360" y="35"/>
                    <a:pt x="360" y="33"/>
                    <a:pt x="360" y="32"/>
                  </a:cubicBezTo>
                  <a:cubicBezTo>
                    <a:pt x="360" y="30"/>
                    <a:pt x="359" y="29"/>
                    <a:pt x="359" y="27"/>
                  </a:cubicBezTo>
                  <a:cubicBezTo>
                    <a:pt x="358" y="26"/>
                    <a:pt x="357" y="25"/>
                    <a:pt x="355" y="23"/>
                  </a:cubicBezTo>
                  <a:cubicBezTo>
                    <a:pt x="353" y="22"/>
                    <a:pt x="352" y="20"/>
                    <a:pt x="350" y="19"/>
                  </a:cubicBezTo>
                  <a:cubicBezTo>
                    <a:pt x="349" y="18"/>
                    <a:pt x="348" y="17"/>
                    <a:pt x="346" y="16"/>
                  </a:cubicBezTo>
                  <a:cubicBezTo>
                    <a:pt x="346" y="15"/>
                    <a:pt x="345" y="14"/>
                    <a:pt x="343" y="14"/>
                  </a:cubicBezTo>
                  <a:cubicBezTo>
                    <a:pt x="342" y="14"/>
                    <a:pt x="341" y="14"/>
                    <a:pt x="339" y="14"/>
                  </a:cubicBezTo>
                  <a:cubicBezTo>
                    <a:pt x="338" y="14"/>
                    <a:pt x="337" y="15"/>
                    <a:pt x="337" y="15"/>
                  </a:cubicBezTo>
                  <a:cubicBezTo>
                    <a:pt x="336" y="16"/>
                    <a:pt x="335" y="17"/>
                    <a:pt x="331" y="16"/>
                  </a:cubicBezTo>
                  <a:cubicBezTo>
                    <a:pt x="329" y="15"/>
                    <a:pt x="327" y="15"/>
                    <a:pt x="325" y="15"/>
                  </a:cubicBezTo>
                  <a:cubicBezTo>
                    <a:pt x="324" y="16"/>
                    <a:pt x="323" y="16"/>
                    <a:pt x="320" y="16"/>
                  </a:cubicBezTo>
                  <a:cubicBezTo>
                    <a:pt x="317" y="16"/>
                    <a:pt x="315" y="16"/>
                    <a:pt x="314" y="15"/>
                  </a:cubicBezTo>
                  <a:cubicBezTo>
                    <a:pt x="314" y="15"/>
                    <a:pt x="314" y="15"/>
                    <a:pt x="314" y="15"/>
                  </a:cubicBezTo>
                  <a:cubicBezTo>
                    <a:pt x="311" y="17"/>
                    <a:pt x="311" y="17"/>
                    <a:pt x="310" y="19"/>
                  </a:cubicBezTo>
                  <a:cubicBezTo>
                    <a:pt x="308" y="20"/>
                    <a:pt x="307" y="21"/>
                    <a:pt x="303" y="22"/>
                  </a:cubicBezTo>
                  <a:cubicBezTo>
                    <a:pt x="298" y="23"/>
                    <a:pt x="298" y="24"/>
                    <a:pt x="296" y="25"/>
                  </a:cubicBezTo>
                  <a:cubicBezTo>
                    <a:pt x="293" y="27"/>
                    <a:pt x="292" y="27"/>
                    <a:pt x="290" y="28"/>
                  </a:cubicBezTo>
                  <a:cubicBezTo>
                    <a:pt x="288" y="28"/>
                    <a:pt x="286" y="27"/>
                    <a:pt x="284" y="27"/>
                  </a:cubicBezTo>
                  <a:cubicBezTo>
                    <a:pt x="282" y="27"/>
                    <a:pt x="278" y="26"/>
                    <a:pt x="276" y="25"/>
                  </a:cubicBezTo>
                  <a:cubicBezTo>
                    <a:pt x="274" y="24"/>
                    <a:pt x="272" y="24"/>
                    <a:pt x="269" y="2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3" name="Freeform 478">
              <a:extLst>
                <a:ext uri="{FF2B5EF4-FFF2-40B4-BE49-F238E27FC236}">
                  <a16:creationId xmlns:a16="http://schemas.microsoft.com/office/drawing/2014/main" id="{16F42C91-393B-2D2B-6A2D-929243417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6333" y="2143235"/>
              <a:ext cx="317337" cy="222841"/>
            </a:xfrm>
            <a:custGeom>
              <a:avLst/>
              <a:gdLst>
                <a:gd name="T0" fmla="*/ 281 w 289"/>
                <a:gd name="T1" fmla="*/ 25 h 207"/>
                <a:gd name="T2" fmla="*/ 264 w 289"/>
                <a:gd name="T3" fmla="*/ 23 h 207"/>
                <a:gd name="T4" fmla="*/ 245 w 289"/>
                <a:gd name="T5" fmla="*/ 35 h 207"/>
                <a:gd name="T6" fmla="*/ 225 w 289"/>
                <a:gd name="T7" fmla="*/ 36 h 207"/>
                <a:gd name="T8" fmla="*/ 224 w 289"/>
                <a:gd name="T9" fmla="*/ 11 h 207"/>
                <a:gd name="T10" fmla="*/ 218 w 289"/>
                <a:gd name="T11" fmla="*/ 2 h 207"/>
                <a:gd name="T12" fmla="*/ 205 w 289"/>
                <a:gd name="T13" fmla="*/ 7 h 207"/>
                <a:gd name="T14" fmla="*/ 199 w 289"/>
                <a:gd name="T15" fmla="*/ 20 h 207"/>
                <a:gd name="T16" fmla="*/ 185 w 289"/>
                <a:gd name="T17" fmla="*/ 23 h 207"/>
                <a:gd name="T18" fmla="*/ 172 w 289"/>
                <a:gd name="T19" fmla="*/ 27 h 207"/>
                <a:gd name="T20" fmla="*/ 155 w 289"/>
                <a:gd name="T21" fmla="*/ 35 h 207"/>
                <a:gd name="T22" fmla="*/ 143 w 289"/>
                <a:gd name="T23" fmla="*/ 30 h 207"/>
                <a:gd name="T24" fmla="*/ 125 w 289"/>
                <a:gd name="T25" fmla="*/ 25 h 207"/>
                <a:gd name="T26" fmla="*/ 106 w 289"/>
                <a:gd name="T27" fmla="*/ 25 h 207"/>
                <a:gd name="T28" fmla="*/ 91 w 289"/>
                <a:gd name="T29" fmla="*/ 29 h 207"/>
                <a:gd name="T30" fmla="*/ 85 w 289"/>
                <a:gd name="T31" fmla="*/ 41 h 207"/>
                <a:gd name="T32" fmla="*/ 71 w 289"/>
                <a:gd name="T33" fmla="*/ 56 h 207"/>
                <a:gd name="T34" fmla="*/ 58 w 289"/>
                <a:gd name="T35" fmla="*/ 60 h 207"/>
                <a:gd name="T36" fmla="*/ 52 w 289"/>
                <a:gd name="T37" fmla="*/ 70 h 207"/>
                <a:gd name="T38" fmla="*/ 39 w 289"/>
                <a:gd name="T39" fmla="*/ 75 h 207"/>
                <a:gd name="T40" fmla="*/ 24 w 289"/>
                <a:gd name="T41" fmla="*/ 69 h 207"/>
                <a:gd name="T42" fmla="*/ 15 w 289"/>
                <a:gd name="T43" fmla="*/ 71 h 207"/>
                <a:gd name="T44" fmla="*/ 8 w 289"/>
                <a:gd name="T45" fmla="*/ 88 h 207"/>
                <a:gd name="T46" fmla="*/ 4 w 289"/>
                <a:gd name="T47" fmla="*/ 99 h 207"/>
                <a:gd name="T48" fmla="*/ 0 w 289"/>
                <a:gd name="T49" fmla="*/ 109 h 207"/>
                <a:gd name="T50" fmla="*/ 8 w 289"/>
                <a:gd name="T51" fmla="*/ 117 h 207"/>
                <a:gd name="T52" fmla="*/ 6 w 289"/>
                <a:gd name="T53" fmla="*/ 136 h 207"/>
                <a:gd name="T54" fmla="*/ 8 w 289"/>
                <a:gd name="T55" fmla="*/ 159 h 207"/>
                <a:gd name="T56" fmla="*/ 26 w 289"/>
                <a:gd name="T57" fmla="*/ 167 h 207"/>
                <a:gd name="T58" fmla="*/ 16 w 289"/>
                <a:gd name="T59" fmla="*/ 189 h 207"/>
                <a:gd name="T60" fmla="*/ 38 w 289"/>
                <a:gd name="T61" fmla="*/ 205 h 207"/>
                <a:gd name="T62" fmla="*/ 68 w 289"/>
                <a:gd name="T63" fmla="*/ 206 h 207"/>
                <a:gd name="T64" fmla="*/ 86 w 289"/>
                <a:gd name="T65" fmla="*/ 203 h 207"/>
                <a:gd name="T66" fmla="*/ 118 w 289"/>
                <a:gd name="T67" fmla="*/ 189 h 207"/>
                <a:gd name="T68" fmla="*/ 125 w 289"/>
                <a:gd name="T69" fmla="*/ 168 h 207"/>
                <a:gd name="T70" fmla="*/ 143 w 289"/>
                <a:gd name="T71" fmla="*/ 166 h 207"/>
                <a:gd name="T72" fmla="*/ 146 w 289"/>
                <a:gd name="T73" fmla="*/ 160 h 207"/>
                <a:gd name="T74" fmla="*/ 167 w 289"/>
                <a:gd name="T75" fmla="*/ 154 h 207"/>
                <a:gd name="T76" fmla="*/ 178 w 289"/>
                <a:gd name="T77" fmla="*/ 145 h 207"/>
                <a:gd name="T78" fmla="*/ 182 w 289"/>
                <a:gd name="T79" fmla="*/ 131 h 207"/>
                <a:gd name="T80" fmla="*/ 193 w 289"/>
                <a:gd name="T81" fmla="*/ 123 h 207"/>
                <a:gd name="T82" fmla="*/ 193 w 289"/>
                <a:gd name="T83" fmla="*/ 108 h 207"/>
                <a:gd name="T84" fmla="*/ 198 w 289"/>
                <a:gd name="T85" fmla="*/ 101 h 207"/>
                <a:gd name="T86" fmla="*/ 216 w 289"/>
                <a:gd name="T87" fmla="*/ 98 h 207"/>
                <a:gd name="T88" fmla="*/ 222 w 289"/>
                <a:gd name="T89" fmla="*/ 81 h 207"/>
                <a:gd name="T90" fmla="*/ 226 w 289"/>
                <a:gd name="T91" fmla="*/ 67 h 207"/>
                <a:gd name="T92" fmla="*/ 226 w 289"/>
                <a:gd name="T93" fmla="*/ 49 h 207"/>
                <a:gd name="T94" fmla="*/ 244 w 289"/>
                <a:gd name="T95" fmla="*/ 39 h 207"/>
                <a:gd name="T96" fmla="*/ 271 w 289"/>
                <a:gd name="T97" fmla="*/ 36 h 207"/>
                <a:gd name="T98" fmla="*/ 287 w 289"/>
                <a:gd name="T99" fmla="*/ 33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9" h="207">
                  <a:moveTo>
                    <a:pt x="289" y="26"/>
                  </a:moveTo>
                  <a:cubicBezTo>
                    <a:pt x="289" y="26"/>
                    <a:pt x="289" y="26"/>
                    <a:pt x="288" y="26"/>
                  </a:cubicBezTo>
                  <a:cubicBezTo>
                    <a:pt x="288" y="25"/>
                    <a:pt x="287" y="25"/>
                    <a:pt x="286" y="24"/>
                  </a:cubicBezTo>
                  <a:cubicBezTo>
                    <a:pt x="285" y="24"/>
                    <a:pt x="283" y="24"/>
                    <a:pt x="281" y="25"/>
                  </a:cubicBezTo>
                  <a:cubicBezTo>
                    <a:pt x="280" y="25"/>
                    <a:pt x="279" y="25"/>
                    <a:pt x="278" y="25"/>
                  </a:cubicBezTo>
                  <a:cubicBezTo>
                    <a:pt x="275" y="26"/>
                    <a:pt x="274" y="26"/>
                    <a:pt x="271" y="26"/>
                  </a:cubicBezTo>
                  <a:cubicBezTo>
                    <a:pt x="269" y="26"/>
                    <a:pt x="268" y="25"/>
                    <a:pt x="267" y="24"/>
                  </a:cubicBezTo>
                  <a:cubicBezTo>
                    <a:pt x="266" y="24"/>
                    <a:pt x="265" y="23"/>
                    <a:pt x="264" y="23"/>
                  </a:cubicBezTo>
                  <a:cubicBezTo>
                    <a:pt x="262" y="24"/>
                    <a:pt x="260" y="25"/>
                    <a:pt x="259" y="25"/>
                  </a:cubicBezTo>
                  <a:cubicBezTo>
                    <a:pt x="257" y="26"/>
                    <a:pt x="256" y="28"/>
                    <a:pt x="254" y="29"/>
                  </a:cubicBezTo>
                  <a:cubicBezTo>
                    <a:pt x="252" y="31"/>
                    <a:pt x="250" y="32"/>
                    <a:pt x="249" y="33"/>
                  </a:cubicBezTo>
                  <a:cubicBezTo>
                    <a:pt x="247" y="34"/>
                    <a:pt x="246" y="34"/>
                    <a:pt x="245" y="35"/>
                  </a:cubicBezTo>
                  <a:cubicBezTo>
                    <a:pt x="243" y="37"/>
                    <a:pt x="241" y="38"/>
                    <a:pt x="238" y="39"/>
                  </a:cubicBezTo>
                  <a:cubicBezTo>
                    <a:pt x="237" y="39"/>
                    <a:pt x="236" y="39"/>
                    <a:pt x="235" y="40"/>
                  </a:cubicBezTo>
                  <a:cubicBezTo>
                    <a:pt x="232" y="41"/>
                    <a:pt x="230" y="41"/>
                    <a:pt x="229" y="40"/>
                  </a:cubicBezTo>
                  <a:cubicBezTo>
                    <a:pt x="228" y="40"/>
                    <a:pt x="227" y="38"/>
                    <a:pt x="225" y="36"/>
                  </a:cubicBezTo>
                  <a:cubicBezTo>
                    <a:pt x="223" y="32"/>
                    <a:pt x="224" y="29"/>
                    <a:pt x="224" y="24"/>
                  </a:cubicBezTo>
                  <a:cubicBezTo>
                    <a:pt x="225" y="23"/>
                    <a:pt x="225" y="22"/>
                    <a:pt x="225" y="21"/>
                  </a:cubicBezTo>
                  <a:cubicBezTo>
                    <a:pt x="225" y="19"/>
                    <a:pt x="225" y="17"/>
                    <a:pt x="225" y="15"/>
                  </a:cubicBezTo>
                  <a:cubicBezTo>
                    <a:pt x="225" y="13"/>
                    <a:pt x="225" y="12"/>
                    <a:pt x="224" y="11"/>
                  </a:cubicBezTo>
                  <a:cubicBezTo>
                    <a:pt x="224" y="11"/>
                    <a:pt x="224" y="10"/>
                    <a:pt x="223" y="10"/>
                  </a:cubicBezTo>
                  <a:cubicBezTo>
                    <a:pt x="222" y="10"/>
                    <a:pt x="220" y="9"/>
                    <a:pt x="220" y="7"/>
                  </a:cubicBezTo>
                  <a:cubicBezTo>
                    <a:pt x="220" y="7"/>
                    <a:pt x="220" y="7"/>
                    <a:pt x="220" y="6"/>
                  </a:cubicBezTo>
                  <a:cubicBezTo>
                    <a:pt x="220" y="5"/>
                    <a:pt x="220" y="3"/>
                    <a:pt x="218" y="2"/>
                  </a:cubicBezTo>
                  <a:cubicBezTo>
                    <a:pt x="217" y="0"/>
                    <a:pt x="216" y="0"/>
                    <a:pt x="215" y="0"/>
                  </a:cubicBezTo>
                  <a:cubicBezTo>
                    <a:pt x="214" y="0"/>
                    <a:pt x="213" y="0"/>
                    <a:pt x="212" y="0"/>
                  </a:cubicBezTo>
                  <a:cubicBezTo>
                    <a:pt x="211" y="1"/>
                    <a:pt x="209" y="2"/>
                    <a:pt x="208" y="3"/>
                  </a:cubicBezTo>
                  <a:cubicBezTo>
                    <a:pt x="207" y="4"/>
                    <a:pt x="206" y="5"/>
                    <a:pt x="205" y="7"/>
                  </a:cubicBezTo>
                  <a:cubicBezTo>
                    <a:pt x="204" y="8"/>
                    <a:pt x="203" y="9"/>
                    <a:pt x="202" y="10"/>
                  </a:cubicBezTo>
                  <a:cubicBezTo>
                    <a:pt x="201" y="10"/>
                    <a:pt x="200" y="11"/>
                    <a:pt x="201" y="12"/>
                  </a:cubicBezTo>
                  <a:cubicBezTo>
                    <a:pt x="201" y="14"/>
                    <a:pt x="201" y="15"/>
                    <a:pt x="201" y="17"/>
                  </a:cubicBezTo>
                  <a:cubicBezTo>
                    <a:pt x="201" y="18"/>
                    <a:pt x="201" y="19"/>
                    <a:pt x="199" y="20"/>
                  </a:cubicBezTo>
                  <a:cubicBezTo>
                    <a:pt x="198" y="21"/>
                    <a:pt x="196" y="21"/>
                    <a:pt x="194" y="21"/>
                  </a:cubicBezTo>
                  <a:cubicBezTo>
                    <a:pt x="193" y="20"/>
                    <a:pt x="192" y="20"/>
                    <a:pt x="191" y="20"/>
                  </a:cubicBezTo>
                  <a:cubicBezTo>
                    <a:pt x="190" y="20"/>
                    <a:pt x="188" y="20"/>
                    <a:pt x="187" y="20"/>
                  </a:cubicBezTo>
                  <a:cubicBezTo>
                    <a:pt x="186" y="21"/>
                    <a:pt x="186" y="22"/>
                    <a:pt x="185" y="23"/>
                  </a:cubicBezTo>
                  <a:cubicBezTo>
                    <a:pt x="185" y="25"/>
                    <a:pt x="184" y="27"/>
                    <a:pt x="183" y="28"/>
                  </a:cubicBezTo>
                  <a:cubicBezTo>
                    <a:pt x="182" y="30"/>
                    <a:pt x="181" y="31"/>
                    <a:pt x="179" y="31"/>
                  </a:cubicBezTo>
                  <a:cubicBezTo>
                    <a:pt x="177" y="30"/>
                    <a:pt x="176" y="30"/>
                    <a:pt x="175" y="29"/>
                  </a:cubicBezTo>
                  <a:cubicBezTo>
                    <a:pt x="174" y="28"/>
                    <a:pt x="173" y="28"/>
                    <a:pt x="172" y="27"/>
                  </a:cubicBezTo>
                  <a:cubicBezTo>
                    <a:pt x="171" y="27"/>
                    <a:pt x="170" y="27"/>
                    <a:pt x="170" y="27"/>
                  </a:cubicBezTo>
                  <a:cubicBezTo>
                    <a:pt x="169" y="28"/>
                    <a:pt x="168" y="28"/>
                    <a:pt x="166" y="29"/>
                  </a:cubicBezTo>
                  <a:cubicBezTo>
                    <a:pt x="165" y="29"/>
                    <a:pt x="163" y="30"/>
                    <a:pt x="161" y="31"/>
                  </a:cubicBezTo>
                  <a:cubicBezTo>
                    <a:pt x="159" y="33"/>
                    <a:pt x="157" y="34"/>
                    <a:pt x="155" y="35"/>
                  </a:cubicBezTo>
                  <a:cubicBezTo>
                    <a:pt x="151" y="35"/>
                    <a:pt x="150" y="34"/>
                    <a:pt x="149" y="32"/>
                  </a:cubicBezTo>
                  <a:cubicBezTo>
                    <a:pt x="149" y="32"/>
                    <a:pt x="149" y="32"/>
                    <a:pt x="149" y="32"/>
                  </a:cubicBezTo>
                  <a:cubicBezTo>
                    <a:pt x="148" y="32"/>
                    <a:pt x="148" y="31"/>
                    <a:pt x="147" y="31"/>
                  </a:cubicBezTo>
                  <a:cubicBezTo>
                    <a:pt x="146" y="30"/>
                    <a:pt x="145" y="30"/>
                    <a:pt x="143" y="30"/>
                  </a:cubicBezTo>
                  <a:cubicBezTo>
                    <a:pt x="142" y="30"/>
                    <a:pt x="140" y="30"/>
                    <a:pt x="138" y="30"/>
                  </a:cubicBezTo>
                  <a:cubicBezTo>
                    <a:pt x="134" y="29"/>
                    <a:pt x="133" y="28"/>
                    <a:pt x="133" y="26"/>
                  </a:cubicBezTo>
                  <a:cubicBezTo>
                    <a:pt x="133" y="26"/>
                    <a:pt x="133" y="26"/>
                    <a:pt x="132" y="26"/>
                  </a:cubicBezTo>
                  <a:cubicBezTo>
                    <a:pt x="130" y="25"/>
                    <a:pt x="128" y="25"/>
                    <a:pt x="125" y="25"/>
                  </a:cubicBezTo>
                  <a:cubicBezTo>
                    <a:pt x="123" y="25"/>
                    <a:pt x="120" y="25"/>
                    <a:pt x="118" y="25"/>
                  </a:cubicBezTo>
                  <a:cubicBezTo>
                    <a:pt x="115" y="25"/>
                    <a:pt x="113" y="24"/>
                    <a:pt x="111" y="24"/>
                  </a:cubicBezTo>
                  <a:cubicBezTo>
                    <a:pt x="110" y="23"/>
                    <a:pt x="109" y="23"/>
                    <a:pt x="108" y="23"/>
                  </a:cubicBezTo>
                  <a:cubicBezTo>
                    <a:pt x="107" y="23"/>
                    <a:pt x="107" y="24"/>
                    <a:pt x="106" y="25"/>
                  </a:cubicBezTo>
                  <a:cubicBezTo>
                    <a:pt x="105" y="25"/>
                    <a:pt x="105" y="26"/>
                    <a:pt x="104" y="26"/>
                  </a:cubicBezTo>
                  <a:cubicBezTo>
                    <a:pt x="102" y="29"/>
                    <a:pt x="101" y="29"/>
                    <a:pt x="97" y="29"/>
                  </a:cubicBezTo>
                  <a:cubicBezTo>
                    <a:pt x="97" y="29"/>
                    <a:pt x="96" y="29"/>
                    <a:pt x="95" y="29"/>
                  </a:cubicBezTo>
                  <a:cubicBezTo>
                    <a:pt x="93" y="29"/>
                    <a:pt x="92" y="29"/>
                    <a:pt x="91" y="29"/>
                  </a:cubicBezTo>
                  <a:cubicBezTo>
                    <a:pt x="90" y="30"/>
                    <a:pt x="89" y="30"/>
                    <a:pt x="89" y="31"/>
                  </a:cubicBezTo>
                  <a:cubicBezTo>
                    <a:pt x="88" y="32"/>
                    <a:pt x="88" y="33"/>
                    <a:pt x="88" y="34"/>
                  </a:cubicBezTo>
                  <a:cubicBezTo>
                    <a:pt x="88" y="36"/>
                    <a:pt x="87" y="37"/>
                    <a:pt x="86" y="38"/>
                  </a:cubicBezTo>
                  <a:cubicBezTo>
                    <a:pt x="86" y="39"/>
                    <a:pt x="85" y="40"/>
                    <a:pt x="85" y="41"/>
                  </a:cubicBezTo>
                  <a:cubicBezTo>
                    <a:pt x="85" y="43"/>
                    <a:pt x="84" y="44"/>
                    <a:pt x="84" y="45"/>
                  </a:cubicBezTo>
                  <a:cubicBezTo>
                    <a:pt x="85" y="48"/>
                    <a:pt x="84" y="49"/>
                    <a:pt x="82" y="50"/>
                  </a:cubicBezTo>
                  <a:cubicBezTo>
                    <a:pt x="82" y="51"/>
                    <a:pt x="82" y="51"/>
                    <a:pt x="81" y="51"/>
                  </a:cubicBezTo>
                  <a:cubicBezTo>
                    <a:pt x="79" y="53"/>
                    <a:pt x="75" y="55"/>
                    <a:pt x="71" y="56"/>
                  </a:cubicBezTo>
                  <a:cubicBezTo>
                    <a:pt x="71" y="56"/>
                    <a:pt x="70" y="56"/>
                    <a:pt x="70" y="56"/>
                  </a:cubicBezTo>
                  <a:cubicBezTo>
                    <a:pt x="69" y="57"/>
                    <a:pt x="68" y="57"/>
                    <a:pt x="67" y="58"/>
                  </a:cubicBezTo>
                  <a:cubicBezTo>
                    <a:pt x="65" y="58"/>
                    <a:pt x="64" y="59"/>
                    <a:pt x="62" y="59"/>
                  </a:cubicBezTo>
                  <a:cubicBezTo>
                    <a:pt x="61" y="59"/>
                    <a:pt x="59" y="59"/>
                    <a:pt x="58" y="60"/>
                  </a:cubicBezTo>
                  <a:cubicBezTo>
                    <a:pt x="57" y="60"/>
                    <a:pt x="56" y="60"/>
                    <a:pt x="55" y="61"/>
                  </a:cubicBezTo>
                  <a:cubicBezTo>
                    <a:pt x="55" y="61"/>
                    <a:pt x="55" y="62"/>
                    <a:pt x="55" y="63"/>
                  </a:cubicBezTo>
                  <a:cubicBezTo>
                    <a:pt x="56" y="63"/>
                    <a:pt x="56" y="64"/>
                    <a:pt x="56" y="65"/>
                  </a:cubicBezTo>
                  <a:cubicBezTo>
                    <a:pt x="56" y="66"/>
                    <a:pt x="54" y="68"/>
                    <a:pt x="52" y="70"/>
                  </a:cubicBezTo>
                  <a:cubicBezTo>
                    <a:pt x="51" y="72"/>
                    <a:pt x="49" y="73"/>
                    <a:pt x="48" y="73"/>
                  </a:cubicBezTo>
                  <a:cubicBezTo>
                    <a:pt x="47" y="73"/>
                    <a:pt x="46" y="73"/>
                    <a:pt x="46" y="73"/>
                  </a:cubicBezTo>
                  <a:cubicBezTo>
                    <a:pt x="44" y="73"/>
                    <a:pt x="43" y="73"/>
                    <a:pt x="41" y="74"/>
                  </a:cubicBezTo>
                  <a:cubicBezTo>
                    <a:pt x="41" y="74"/>
                    <a:pt x="40" y="75"/>
                    <a:pt x="39" y="75"/>
                  </a:cubicBezTo>
                  <a:cubicBezTo>
                    <a:pt x="38" y="76"/>
                    <a:pt x="37" y="77"/>
                    <a:pt x="36" y="77"/>
                  </a:cubicBezTo>
                  <a:cubicBezTo>
                    <a:pt x="34" y="77"/>
                    <a:pt x="33" y="75"/>
                    <a:pt x="31" y="73"/>
                  </a:cubicBezTo>
                  <a:cubicBezTo>
                    <a:pt x="31" y="73"/>
                    <a:pt x="30" y="72"/>
                    <a:pt x="30" y="72"/>
                  </a:cubicBezTo>
                  <a:cubicBezTo>
                    <a:pt x="29" y="70"/>
                    <a:pt x="27" y="70"/>
                    <a:pt x="24" y="69"/>
                  </a:cubicBezTo>
                  <a:cubicBezTo>
                    <a:pt x="24" y="69"/>
                    <a:pt x="23" y="69"/>
                    <a:pt x="22" y="69"/>
                  </a:cubicBezTo>
                  <a:cubicBezTo>
                    <a:pt x="20" y="68"/>
                    <a:pt x="19" y="68"/>
                    <a:pt x="17" y="68"/>
                  </a:cubicBezTo>
                  <a:cubicBezTo>
                    <a:pt x="17" y="68"/>
                    <a:pt x="16" y="68"/>
                    <a:pt x="15" y="68"/>
                  </a:cubicBezTo>
                  <a:cubicBezTo>
                    <a:pt x="15" y="68"/>
                    <a:pt x="15" y="69"/>
                    <a:pt x="15" y="71"/>
                  </a:cubicBezTo>
                  <a:cubicBezTo>
                    <a:pt x="14" y="73"/>
                    <a:pt x="14" y="75"/>
                    <a:pt x="13" y="77"/>
                  </a:cubicBezTo>
                  <a:cubicBezTo>
                    <a:pt x="12" y="80"/>
                    <a:pt x="12" y="82"/>
                    <a:pt x="12" y="83"/>
                  </a:cubicBezTo>
                  <a:cubicBezTo>
                    <a:pt x="12" y="84"/>
                    <a:pt x="12" y="84"/>
                    <a:pt x="11" y="85"/>
                  </a:cubicBezTo>
                  <a:cubicBezTo>
                    <a:pt x="11" y="86"/>
                    <a:pt x="10" y="87"/>
                    <a:pt x="8" y="88"/>
                  </a:cubicBezTo>
                  <a:cubicBezTo>
                    <a:pt x="7" y="89"/>
                    <a:pt x="6" y="89"/>
                    <a:pt x="6" y="90"/>
                  </a:cubicBezTo>
                  <a:cubicBezTo>
                    <a:pt x="6" y="91"/>
                    <a:pt x="6" y="92"/>
                    <a:pt x="6" y="93"/>
                  </a:cubicBezTo>
                  <a:cubicBezTo>
                    <a:pt x="7" y="94"/>
                    <a:pt x="7" y="95"/>
                    <a:pt x="7" y="95"/>
                  </a:cubicBezTo>
                  <a:cubicBezTo>
                    <a:pt x="7" y="97"/>
                    <a:pt x="6" y="98"/>
                    <a:pt x="4" y="99"/>
                  </a:cubicBezTo>
                  <a:cubicBezTo>
                    <a:pt x="4" y="99"/>
                    <a:pt x="3" y="99"/>
                    <a:pt x="2" y="100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1" y="102"/>
                    <a:pt x="1" y="103"/>
                    <a:pt x="1" y="106"/>
                  </a:cubicBezTo>
                  <a:cubicBezTo>
                    <a:pt x="1" y="107"/>
                    <a:pt x="0" y="108"/>
                    <a:pt x="0" y="109"/>
                  </a:cubicBezTo>
                  <a:cubicBezTo>
                    <a:pt x="0" y="110"/>
                    <a:pt x="0" y="110"/>
                    <a:pt x="0" y="111"/>
                  </a:cubicBezTo>
                  <a:cubicBezTo>
                    <a:pt x="0" y="111"/>
                    <a:pt x="0" y="111"/>
                    <a:pt x="2" y="111"/>
                  </a:cubicBezTo>
                  <a:cubicBezTo>
                    <a:pt x="5" y="112"/>
                    <a:pt x="6" y="112"/>
                    <a:pt x="7" y="113"/>
                  </a:cubicBezTo>
                  <a:cubicBezTo>
                    <a:pt x="8" y="114"/>
                    <a:pt x="8" y="115"/>
                    <a:pt x="8" y="117"/>
                  </a:cubicBezTo>
                  <a:cubicBezTo>
                    <a:pt x="7" y="117"/>
                    <a:pt x="7" y="118"/>
                    <a:pt x="6" y="119"/>
                  </a:cubicBezTo>
                  <a:cubicBezTo>
                    <a:pt x="5" y="120"/>
                    <a:pt x="3" y="122"/>
                    <a:pt x="3" y="123"/>
                  </a:cubicBezTo>
                  <a:cubicBezTo>
                    <a:pt x="3" y="125"/>
                    <a:pt x="3" y="127"/>
                    <a:pt x="4" y="129"/>
                  </a:cubicBezTo>
                  <a:cubicBezTo>
                    <a:pt x="4" y="132"/>
                    <a:pt x="5" y="135"/>
                    <a:pt x="6" y="136"/>
                  </a:cubicBezTo>
                  <a:cubicBezTo>
                    <a:pt x="7" y="139"/>
                    <a:pt x="7" y="144"/>
                    <a:pt x="7" y="149"/>
                  </a:cubicBezTo>
                  <a:cubicBezTo>
                    <a:pt x="7" y="154"/>
                    <a:pt x="7" y="158"/>
                    <a:pt x="7" y="159"/>
                  </a:cubicBezTo>
                  <a:cubicBezTo>
                    <a:pt x="7" y="159"/>
                    <a:pt x="7" y="159"/>
                    <a:pt x="7" y="159"/>
                  </a:cubicBezTo>
                  <a:cubicBezTo>
                    <a:pt x="7" y="159"/>
                    <a:pt x="8" y="159"/>
                    <a:pt x="8" y="159"/>
                  </a:cubicBezTo>
                  <a:cubicBezTo>
                    <a:pt x="8" y="159"/>
                    <a:pt x="9" y="160"/>
                    <a:pt x="11" y="160"/>
                  </a:cubicBezTo>
                  <a:cubicBezTo>
                    <a:pt x="12" y="160"/>
                    <a:pt x="13" y="160"/>
                    <a:pt x="13" y="160"/>
                  </a:cubicBezTo>
                  <a:cubicBezTo>
                    <a:pt x="17" y="161"/>
                    <a:pt x="20" y="162"/>
                    <a:pt x="22" y="163"/>
                  </a:cubicBezTo>
                  <a:cubicBezTo>
                    <a:pt x="24" y="164"/>
                    <a:pt x="25" y="165"/>
                    <a:pt x="26" y="167"/>
                  </a:cubicBezTo>
                  <a:cubicBezTo>
                    <a:pt x="26" y="167"/>
                    <a:pt x="26" y="167"/>
                    <a:pt x="26" y="167"/>
                  </a:cubicBezTo>
                  <a:cubicBezTo>
                    <a:pt x="27" y="168"/>
                    <a:pt x="27" y="170"/>
                    <a:pt x="27" y="172"/>
                  </a:cubicBezTo>
                  <a:cubicBezTo>
                    <a:pt x="27" y="173"/>
                    <a:pt x="26" y="175"/>
                    <a:pt x="26" y="177"/>
                  </a:cubicBezTo>
                  <a:cubicBezTo>
                    <a:pt x="25" y="179"/>
                    <a:pt x="20" y="184"/>
                    <a:pt x="16" y="189"/>
                  </a:cubicBezTo>
                  <a:cubicBezTo>
                    <a:pt x="13" y="192"/>
                    <a:pt x="10" y="195"/>
                    <a:pt x="9" y="197"/>
                  </a:cubicBezTo>
                  <a:cubicBezTo>
                    <a:pt x="11" y="197"/>
                    <a:pt x="15" y="199"/>
                    <a:pt x="19" y="200"/>
                  </a:cubicBezTo>
                  <a:cubicBezTo>
                    <a:pt x="22" y="201"/>
                    <a:pt x="25" y="202"/>
                    <a:pt x="27" y="202"/>
                  </a:cubicBezTo>
                  <a:cubicBezTo>
                    <a:pt x="30" y="203"/>
                    <a:pt x="34" y="204"/>
                    <a:pt x="38" y="205"/>
                  </a:cubicBezTo>
                  <a:cubicBezTo>
                    <a:pt x="42" y="206"/>
                    <a:pt x="46" y="206"/>
                    <a:pt x="50" y="206"/>
                  </a:cubicBezTo>
                  <a:cubicBezTo>
                    <a:pt x="53" y="206"/>
                    <a:pt x="55" y="205"/>
                    <a:pt x="57" y="205"/>
                  </a:cubicBezTo>
                  <a:cubicBezTo>
                    <a:pt x="60" y="205"/>
                    <a:pt x="62" y="204"/>
                    <a:pt x="64" y="205"/>
                  </a:cubicBezTo>
                  <a:cubicBezTo>
                    <a:pt x="66" y="205"/>
                    <a:pt x="67" y="206"/>
                    <a:pt x="68" y="206"/>
                  </a:cubicBezTo>
                  <a:cubicBezTo>
                    <a:pt x="69" y="207"/>
                    <a:pt x="70" y="207"/>
                    <a:pt x="72" y="207"/>
                  </a:cubicBezTo>
                  <a:cubicBezTo>
                    <a:pt x="74" y="206"/>
                    <a:pt x="75" y="206"/>
                    <a:pt x="76" y="205"/>
                  </a:cubicBezTo>
                  <a:cubicBezTo>
                    <a:pt x="77" y="204"/>
                    <a:pt x="79" y="203"/>
                    <a:pt x="83" y="203"/>
                  </a:cubicBezTo>
                  <a:cubicBezTo>
                    <a:pt x="84" y="203"/>
                    <a:pt x="85" y="203"/>
                    <a:pt x="86" y="203"/>
                  </a:cubicBezTo>
                  <a:cubicBezTo>
                    <a:pt x="93" y="202"/>
                    <a:pt x="102" y="202"/>
                    <a:pt x="106" y="200"/>
                  </a:cubicBezTo>
                  <a:cubicBezTo>
                    <a:pt x="107" y="200"/>
                    <a:pt x="109" y="199"/>
                    <a:pt x="110" y="199"/>
                  </a:cubicBezTo>
                  <a:cubicBezTo>
                    <a:pt x="113" y="199"/>
                    <a:pt x="115" y="198"/>
                    <a:pt x="116" y="196"/>
                  </a:cubicBezTo>
                  <a:cubicBezTo>
                    <a:pt x="118" y="194"/>
                    <a:pt x="118" y="192"/>
                    <a:pt x="118" y="189"/>
                  </a:cubicBezTo>
                  <a:cubicBezTo>
                    <a:pt x="118" y="187"/>
                    <a:pt x="117" y="185"/>
                    <a:pt x="118" y="183"/>
                  </a:cubicBezTo>
                  <a:cubicBezTo>
                    <a:pt x="118" y="180"/>
                    <a:pt x="118" y="179"/>
                    <a:pt x="118" y="178"/>
                  </a:cubicBezTo>
                  <a:cubicBezTo>
                    <a:pt x="118" y="176"/>
                    <a:pt x="118" y="175"/>
                    <a:pt x="119" y="173"/>
                  </a:cubicBezTo>
                  <a:cubicBezTo>
                    <a:pt x="120" y="172"/>
                    <a:pt x="123" y="170"/>
                    <a:pt x="125" y="168"/>
                  </a:cubicBezTo>
                  <a:cubicBezTo>
                    <a:pt x="128" y="166"/>
                    <a:pt x="130" y="165"/>
                    <a:pt x="131" y="164"/>
                  </a:cubicBezTo>
                  <a:cubicBezTo>
                    <a:pt x="132" y="164"/>
                    <a:pt x="134" y="165"/>
                    <a:pt x="136" y="165"/>
                  </a:cubicBezTo>
                  <a:cubicBezTo>
                    <a:pt x="138" y="166"/>
                    <a:pt x="139" y="167"/>
                    <a:pt x="140" y="167"/>
                  </a:cubicBezTo>
                  <a:cubicBezTo>
                    <a:pt x="141" y="167"/>
                    <a:pt x="142" y="166"/>
                    <a:pt x="143" y="166"/>
                  </a:cubicBezTo>
                  <a:cubicBezTo>
                    <a:pt x="144" y="165"/>
                    <a:pt x="145" y="164"/>
                    <a:pt x="146" y="163"/>
                  </a:cubicBezTo>
                  <a:cubicBezTo>
                    <a:pt x="146" y="163"/>
                    <a:pt x="146" y="163"/>
                    <a:pt x="146" y="163"/>
                  </a:cubicBezTo>
                  <a:cubicBezTo>
                    <a:pt x="146" y="162"/>
                    <a:pt x="145" y="161"/>
                    <a:pt x="146" y="160"/>
                  </a:cubicBezTo>
                  <a:cubicBezTo>
                    <a:pt x="146" y="160"/>
                    <a:pt x="146" y="160"/>
                    <a:pt x="146" y="160"/>
                  </a:cubicBezTo>
                  <a:cubicBezTo>
                    <a:pt x="147" y="158"/>
                    <a:pt x="147" y="158"/>
                    <a:pt x="153" y="156"/>
                  </a:cubicBezTo>
                  <a:cubicBezTo>
                    <a:pt x="154" y="155"/>
                    <a:pt x="155" y="155"/>
                    <a:pt x="156" y="154"/>
                  </a:cubicBezTo>
                  <a:cubicBezTo>
                    <a:pt x="159" y="153"/>
                    <a:pt x="160" y="152"/>
                    <a:pt x="163" y="152"/>
                  </a:cubicBezTo>
                  <a:cubicBezTo>
                    <a:pt x="165" y="152"/>
                    <a:pt x="166" y="153"/>
                    <a:pt x="167" y="154"/>
                  </a:cubicBezTo>
                  <a:cubicBezTo>
                    <a:pt x="167" y="155"/>
                    <a:pt x="168" y="156"/>
                    <a:pt x="170" y="156"/>
                  </a:cubicBezTo>
                  <a:cubicBezTo>
                    <a:pt x="173" y="156"/>
                    <a:pt x="176" y="152"/>
                    <a:pt x="178" y="151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9" y="149"/>
                    <a:pt x="179" y="147"/>
                    <a:pt x="178" y="145"/>
                  </a:cubicBezTo>
                  <a:cubicBezTo>
                    <a:pt x="178" y="143"/>
                    <a:pt x="178" y="140"/>
                    <a:pt x="179" y="138"/>
                  </a:cubicBezTo>
                  <a:cubicBezTo>
                    <a:pt x="179" y="136"/>
                    <a:pt x="180" y="135"/>
                    <a:pt x="181" y="134"/>
                  </a:cubicBezTo>
                  <a:cubicBezTo>
                    <a:pt x="182" y="134"/>
                    <a:pt x="182" y="134"/>
                    <a:pt x="182" y="133"/>
                  </a:cubicBezTo>
                  <a:cubicBezTo>
                    <a:pt x="183" y="133"/>
                    <a:pt x="182" y="132"/>
                    <a:pt x="182" y="131"/>
                  </a:cubicBezTo>
                  <a:cubicBezTo>
                    <a:pt x="182" y="129"/>
                    <a:pt x="182" y="126"/>
                    <a:pt x="184" y="124"/>
                  </a:cubicBezTo>
                  <a:cubicBezTo>
                    <a:pt x="186" y="123"/>
                    <a:pt x="187" y="123"/>
                    <a:pt x="189" y="123"/>
                  </a:cubicBezTo>
                  <a:cubicBezTo>
                    <a:pt x="189" y="123"/>
                    <a:pt x="189" y="123"/>
                    <a:pt x="189" y="123"/>
                  </a:cubicBezTo>
                  <a:cubicBezTo>
                    <a:pt x="190" y="123"/>
                    <a:pt x="191" y="123"/>
                    <a:pt x="193" y="123"/>
                  </a:cubicBezTo>
                  <a:cubicBezTo>
                    <a:pt x="194" y="122"/>
                    <a:pt x="196" y="122"/>
                    <a:pt x="197" y="121"/>
                  </a:cubicBezTo>
                  <a:cubicBezTo>
                    <a:pt x="198" y="120"/>
                    <a:pt x="198" y="119"/>
                    <a:pt x="199" y="118"/>
                  </a:cubicBezTo>
                  <a:cubicBezTo>
                    <a:pt x="199" y="118"/>
                    <a:pt x="197" y="115"/>
                    <a:pt x="195" y="112"/>
                  </a:cubicBezTo>
                  <a:cubicBezTo>
                    <a:pt x="194" y="111"/>
                    <a:pt x="193" y="109"/>
                    <a:pt x="193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2" y="107"/>
                    <a:pt x="191" y="105"/>
                    <a:pt x="192" y="104"/>
                  </a:cubicBezTo>
                  <a:cubicBezTo>
                    <a:pt x="192" y="102"/>
                    <a:pt x="193" y="101"/>
                    <a:pt x="198" y="101"/>
                  </a:cubicBezTo>
                  <a:cubicBezTo>
                    <a:pt x="201" y="101"/>
                    <a:pt x="202" y="102"/>
                    <a:pt x="204" y="102"/>
                  </a:cubicBezTo>
                  <a:cubicBezTo>
                    <a:pt x="205" y="103"/>
                    <a:pt x="206" y="103"/>
                    <a:pt x="209" y="103"/>
                  </a:cubicBezTo>
                  <a:cubicBezTo>
                    <a:pt x="211" y="102"/>
                    <a:pt x="213" y="102"/>
                    <a:pt x="214" y="101"/>
                  </a:cubicBezTo>
                  <a:cubicBezTo>
                    <a:pt x="215" y="100"/>
                    <a:pt x="216" y="99"/>
                    <a:pt x="216" y="98"/>
                  </a:cubicBezTo>
                  <a:cubicBezTo>
                    <a:pt x="217" y="97"/>
                    <a:pt x="216" y="96"/>
                    <a:pt x="216" y="95"/>
                  </a:cubicBezTo>
                  <a:cubicBezTo>
                    <a:pt x="215" y="94"/>
                    <a:pt x="214" y="93"/>
                    <a:pt x="215" y="91"/>
                  </a:cubicBezTo>
                  <a:cubicBezTo>
                    <a:pt x="215" y="88"/>
                    <a:pt x="217" y="86"/>
                    <a:pt x="218" y="85"/>
                  </a:cubicBezTo>
                  <a:cubicBezTo>
                    <a:pt x="219" y="83"/>
                    <a:pt x="221" y="82"/>
                    <a:pt x="222" y="81"/>
                  </a:cubicBezTo>
                  <a:cubicBezTo>
                    <a:pt x="223" y="80"/>
                    <a:pt x="224" y="79"/>
                    <a:pt x="225" y="78"/>
                  </a:cubicBezTo>
                  <a:cubicBezTo>
                    <a:pt x="225" y="77"/>
                    <a:pt x="226" y="76"/>
                    <a:pt x="226" y="74"/>
                  </a:cubicBezTo>
                  <a:cubicBezTo>
                    <a:pt x="227" y="72"/>
                    <a:pt x="227" y="71"/>
                    <a:pt x="227" y="70"/>
                  </a:cubicBezTo>
                  <a:cubicBezTo>
                    <a:pt x="227" y="69"/>
                    <a:pt x="227" y="68"/>
                    <a:pt x="226" y="67"/>
                  </a:cubicBezTo>
                  <a:cubicBezTo>
                    <a:pt x="225" y="66"/>
                    <a:pt x="224" y="64"/>
                    <a:pt x="223" y="63"/>
                  </a:cubicBezTo>
                  <a:cubicBezTo>
                    <a:pt x="221" y="60"/>
                    <a:pt x="220" y="58"/>
                    <a:pt x="219" y="57"/>
                  </a:cubicBezTo>
                  <a:cubicBezTo>
                    <a:pt x="219" y="55"/>
                    <a:pt x="220" y="54"/>
                    <a:pt x="221" y="52"/>
                  </a:cubicBezTo>
                  <a:cubicBezTo>
                    <a:pt x="222" y="51"/>
                    <a:pt x="224" y="50"/>
                    <a:pt x="226" y="49"/>
                  </a:cubicBezTo>
                  <a:cubicBezTo>
                    <a:pt x="229" y="46"/>
                    <a:pt x="229" y="46"/>
                    <a:pt x="233" y="46"/>
                  </a:cubicBezTo>
                  <a:cubicBezTo>
                    <a:pt x="233" y="46"/>
                    <a:pt x="233" y="46"/>
                    <a:pt x="233" y="46"/>
                  </a:cubicBezTo>
                  <a:cubicBezTo>
                    <a:pt x="234" y="46"/>
                    <a:pt x="237" y="44"/>
                    <a:pt x="240" y="42"/>
                  </a:cubicBezTo>
                  <a:cubicBezTo>
                    <a:pt x="241" y="41"/>
                    <a:pt x="243" y="40"/>
                    <a:pt x="244" y="39"/>
                  </a:cubicBezTo>
                  <a:cubicBezTo>
                    <a:pt x="247" y="38"/>
                    <a:pt x="248" y="38"/>
                    <a:pt x="252" y="37"/>
                  </a:cubicBezTo>
                  <a:cubicBezTo>
                    <a:pt x="252" y="37"/>
                    <a:pt x="253" y="37"/>
                    <a:pt x="254" y="37"/>
                  </a:cubicBezTo>
                  <a:cubicBezTo>
                    <a:pt x="257" y="37"/>
                    <a:pt x="260" y="36"/>
                    <a:pt x="263" y="36"/>
                  </a:cubicBezTo>
                  <a:cubicBezTo>
                    <a:pt x="266" y="36"/>
                    <a:pt x="270" y="36"/>
                    <a:pt x="271" y="36"/>
                  </a:cubicBezTo>
                  <a:cubicBezTo>
                    <a:pt x="273" y="36"/>
                    <a:pt x="273" y="36"/>
                    <a:pt x="274" y="37"/>
                  </a:cubicBezTo>
                  <a:cubicBezTo>
                    <a:pt x="275" y="37"/>
                    <a:pt x="275" y="37"/>
                    <a:pt x="278" y="37"/>
                  </a:cubicBezTo>
                  <a:cubicBezTo>
                    <a:pt x="280" y="36"/>
                    <a:pt x="281" y="35"/>
                    <a:pt x="283" y="35"/>
                  </a:cubicBezTo>
                  <a:cubicBezTo>
                    <a:pt x="284" y="34"/>
                    <a:pt x="285" y="33"/>
                    <a:pt x="287" y="33"/>
                  </a:cubicBezTo>
                  <a:cubicBezTo>
                    <a:pt x="287" y="33"/>
                    <a:pt x="286" y="32"/>
                    <a:pt x="286" y="32"/>
                  </a:cubicBezTo>
                  <a:cubicBezTo>
                    <a:pt x="286" y="31"/>
                    <a:pt x="286" y="30"/>
                    <a:pt x="286" y="30"/>
                  </a:cubicBezTo>
                  <a:cubicBezTo>
                    <a:pt x="286" y="28"/>
                    <a:pt x="287" y="27"/>
                    <a:pt x="289" y="2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4" name="Freeform 479">
              <a:extLst>
                <a:ext uri="{FF2B5EF4-FFF2-40B4-BE49-F238E27FC236}">
                  <a16:creationId xmlns:a16="http://schemas.microsoft.com/office/drawing/2014/main" id="{FAF98190-0305-ACB1-AAE6-7718D09EB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019" y="2019121"/>
              <a:ext cx="241176" cy="102958"/>
            </a:xfrm>
            <a:custGeom>
              <a:avLst/>
              <a:gdLst>
                <a:gd name="T0" fmla="*/ 216 w 221"/>
                <a:gd name="T1" fmla="*/ 18 h 96"/>
                <a:gd name="T2" fmla="*/ 204 w 221"/>
                <a:gd name="T3" fmla="*/ 15 h 96"/>
                <a:gd name="T4" fmla="*/ 183 w 221"/>
                <a:gd name="T5" fmla="*/ 9 h 96"/>
                <a:gd name="T6" fmla="*/ 149 w 221"/>
                <a:gd name="T7" fmla="*/ 7 h 96"/>
                <a:gd name="T8" fmla="*/ 127 w 221"/>
                <a:gd name="T9" fmla="*/ 9 h 96"/>
                <a:gd name="T10" fmla="*/ 108 w 221"/>
                <a:gd name="T11" fmla="*/ 3 h 96"/>
                <a:gd name="T12" fmla="*/ 90 w 221"/>
                <a:gd name="T13" fmla="*/ 4 h 96"/>
                <a:gd name="T14" fmla="*/ 86 w 221"/>
                <a:gd name="T15" fmla="*/ 14 h 96"/>
                <a:gd name="T16" fmla="*/ 86 w 221"/>
                <a:gd name="T17" fmla="*/ 16 h 96"/>
                <a:gd name="T18" fmla="*/ 81 w 221"/>
                <a:gd name="T19" fmla="*/ 18 h 96"/>
                <a:gd name="T20" fmla="*/ 74 w 221"/>
                <a:gd name="T21" fmla="*/ 16 h 96"/>
                <a:gd name="T22" fmla="*/ 49 w 221"/>
                <a:gd name="T23" fmla="*/ 11 h 96"/>
                <a:gd name="T24" fmla="*/ 37 w 221"/>
                <a:gd name="T25" fmla="*/ 15 h 96"/>
                <a:gd name="T26" fmla="*/ 34 w 221"/>
                <a:gd name="T27" fmla="*/ 19 h 96"/>
                <a:gd name="T28" fmla="*/ 39 w 221"/>
                <a:gd name="T29" fmla="*/ 23 h 96"/>
                <a:gd name="T30" fmla="*/ 36 w 221"/>
                <a:gd name="T31" fmla="*/ 29 h 96"/>
                <a:gd name="T32" fmla="*/ 23 w 221"/>
                <a:gd name="T33" fmla="*/ 38 h 96"/>
                <a:gd name="T34" fmla="*/ 24 w 221"/>
                <a:gd name="T35" fmla="*/ 40 h 96"/>
                <a:gd name="T36" fmla="*/ 32 w 221"/>
                <a:gd name="T37" fmla="*/ 44 h 96"/>
                <a:gd name="T38" fmla="*/ 40 w 221"/>
                <a:gd name="T39" fmla="*/ 48 h 96"/>
                <a:gd name="T40" fmla="*/ 44 w 221"/>
                <a:gd name="T41" fmla="*/ 45 h 96"/>
                <a:gd name="T42" fmla="*/ 56 w 221"/>
                <a:gd name="T43" fmla="*/ 45 h 96"/>
                <a:gd name="T44" fmla="*/ 63 w 221"/>
                <a:gd name="T45" fmla="*/ 51 h 96"/>
                <a:gd name="T46" fmla="*/ 72 w 221"/>
                <a:gd name="T47" fmla="*/ 56 h 96"/>
                <a:gd name="T48" fmla="*/ 71 w 221"/>
                <a:gd name="T49" fmla="*/ 63 h 96"/>
                <a:gd name="T50" fmla="*/ 63 w 221"/>
                <a:gd name="T51" fmla="*/ 66 h 96"/>
                <a:gd name="T52" fmla="*/ 56 w 221"/>
                <a:gd name="T53" fmla="*/ 69 h 96"/>
                <a:gd name="T54" fmla="*/ 44 w 221"/>
                <a:gd name="T55" fmla="*/ 73 h 96"/>
                <a:gd name="T56" fmla="*/ 36 w 221"/>
                <a:gd name="T57" fmla="*/ 71 h 96"/>
                <a:gd name="T58" fmla="*/ 29 w 221"/>
                <a:gd name="T59" fmla="*/ 75 h 96"/>
                <a:gd name="T60" fmla="*/ 21 w 221"/>
                <a:gd name="T61" fmla="*/ 76 h 96"/>
                <a:gd name="T62" fmla="*/ 6 w 221"/>
                <a:gd name="T63" fmla="*/ 75 h 96"/>
                <a:gd name="T64" fmla="*/ 0 w 221"/>
                <a:gd name="T65" fmla="*/ 84 h 96"/>
                <a:gd name="T66" fmla="*/ 7 w 221"/>
                <a:gd name="T67" fmla="*/ 87 h 96"/>
                <a:gd name="T68" fmla="*/ 28 w 221"/>
                <a:gd name="T69" fmla="*/ 88 h 96"/>
                <a:gd name="T70" fmla="*/ 40 w 221"/>
                <a:gd name="T71" fmla="*/ 89 h 96"/>
                <a:gd name="T72" fmla="*/ 49 w 221"/>
                <a:gd name="T73" fmla="*/ 92 h 96"/>
                <a:gd name="T74" fmla="*/ 61 w 221"/>
                <a:gd name="T75" fmla="*/ 95 h 96"/>
                <a:gd name="T76" fmla="*/ 79 w 221"/>
                <a:gd name="T77" fmla="*/ 90 h 96"/>
                <a:gd name="T78" fmla="*/ 85 w 221"/>
                <a:gd name="T79" fmla="*/ 91 h 96"/>
                <a:gd name="T80" fmla="*/ 92 w 221"/>
                <a:gd name="T81" fmla="*/ 85 h 96"/>
                <a:gd name="T82" fmla="*/ 95 w 221"/>
                <a:gd name="T83" fmla="*/ 75 h 96"/>
                <a:gd name="T84" fmla="*/ 110 w 221"/>
                <a:gd name="T85" fmla="*/ 68 h 96"/>
                <a:gd name="T86" fmla="*/ 111 w 221"/>
                <a:gd name="T87" fmla="*/ 65 h 96"/>
                <a:gd name="T88" fmla="*/ 113 w 221"/>
                <a:gd name="T89" fmla="*/ 63 h 96"/>
                <a:gd name="T90" fmla="*/ 116 w 221"/>
                <a:gd name="T91" fmla="*/ 64 h 96"/>
                <a:gd name="T92" fmla="*/ 120 w 221"/>
                <a:gd name="T93" fmla="*/ 65 h 96"/>
                <a:gd name="T94" fmla="*/ 128 w 221"/>
                <a:gd name="T95" fmla="*/ 60 h 96"/>
                <a:gd name="T96" fmla="*/ 131 w 221"/>
                <a:gd name="T97" fmla="*/ 67 h 96"/>
                <a:gd name="T98" fmla="*/ 147 w 221"/>
                <a:gd name="T99" fmla="*/ 59 h 96"/>
                <a:gd name="T100" fmla="*/ 171 w 221"/>
                <a:gd name="T101" fmla="*/ 48 h 96"/>
                <a:gd name="T102" fmla="*/ 184 w 221"/>
                <a:gd name="T103" fmla="*/ 44 h 96"/>
                <a:gd name="T104" fmla="*/ 204 w 221"/>
                <a:gd name="T105" fmla="*/ 32 h 96"/>
                <a:gd name="T106" fmla="*/ 220 w 221"/>
                <a:gd name="T107" fmla="*/ 27 h 96"/>
                <a:gd name="T108" fmla="*/ 221 w 221"/>
                <a:gd name="T109" fmla="*/ 2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1" h="96">
                  <a:moveTo>
                    <a:pt x="221" y="22"/>
                  </a:moveTo>
                  <a:cubicBezTo>
                    <a:pt x="220" y="22"/>
                    <a:pt x="219" y="21"/>
                    <a:pt x="218" y="20"/>
                  </a:cubicBezTo>
                  <a:cubicBezTo>
                    <a:pt x="217" y="19"/>
                    <a:pt x="216" y="19"/>
                    <a:pt x="216" y="18"/>
                  </a:cubicBezTo>
                  <a:cubicBezTo>
                    <a:pt x="215" y="18"/>
                    <a:pt x="214" y="18"/>
                    <a:pt x="213" y="19"/>
                  </a:cubicBezTo>
                  <a:cubicBezTo>
                    <a:pt x="210" y="19"/>
                    <a:pt x="207" y="19"/>
                    <a:pt x="206" y="18"/>
                  </a:cubicBezTo>
                  <a:cubicBezTo>
                    <a:pt x="205" y="17"/>
                    <a:pt x="205" y="16"/>
                    <a:pt x="204" y="15"/>
                  </a:cubicBezTo>
                  <a:cubicBezTo>
                    <a:pt x="203" y="14"/>
                    <a:pt x="203" y="12"/>
                    <a:pt x="202" y="11"/>
                  </a:cubicBezTo>
                  <a:cubicBezTo>
                    <a:pt x="200" y="10"/>
                    <a:pt x="195" y="10"/>
                    <a:pt x="190" y="9"/>
                  </a:cubicBezTo>
                  <a:cubicBezTo>
                    <a:pt x="187" y="9"/>
                    <a:pt x="185" y="9"/>
                    <a:pt x="183" y="9"/>
                  </a:cubicBezTo>
                  <a:cubicBezTo>
                    <a:pt x="180" y="8"/>
                    <a:pt x="175" y="8"/>
                    <a:pt x="170" y="7"/>
                  </a:cubicBezTo>
                  <a:cubicBezTo>
                    <a:pt x="166" y="7"/>
                    <a:pt x="162" y="7"/>
                    <a:pt x="159" y="7"/>
                  </a:cubicBezTo>
                  <a:cubicBezTo>
                    <a:pt x="156" y="7"/>
                    <a:pt x="152" y="7"/>
                    <a:pt x="149" y="7"/>
                  </a:cubicBezTo>
                  <a:cubicBezTo>
                    <a:pt x="145" y="7"/>
                    <a:pt x="142" y="7"/>
                    <a:pt x="139" y="7"/>
                  </a:cubicBezTo>
                  <a:cubicBezTo>
                    <a:pt x="136" y="7"/>
                    <a:pt x="133" y="7"/>
                    <a:pt x="131" y="8"/>
                  </a:cubicBezTo>
                  <a:cubicBezTo>
                    <a:pt x="129" y="8"/>
                    <a:pt x="128" y="8"/>
                    <a:pt x="127" y="9"/>
                  </a:cubicBezTo>
                  <a:cubicBezTo>
                    <a:pt x="122" y="10"/>
                    <a:pt x="115" y="7"/>
                    <a:pt x="112" y="5"/>
                  </a:cubicBezTo>
                  <a:cubicBezTo>
                    <a:pt x="112" y="5"/>
                    <a:pt x="111" y="5"/>
                    <a:pt x="111" y="5"/>
                  </a:cubicBezTo>
                  <a:cubicBezTo>
                    <a:pt x="110" y="5"/>
                    <a:pt x="109" y="4"/>
                    <a:pt x="108" y="3"/>
                  </a:cubicBezTo>
                  <a:cubicBezTo>
                    <a:pt x="106" y="2"/>
                    <a:pt x="103" y="0"/>
                    <a:pt x="99" y="0"/>
                  </a:cubicBezTo>
                  <a:cubicBezTo>
                    <a:pt x="95" y="0"/>
                    <a:pt x="93" y="2"/>
                    <a:pt x="91" y="3"/>
                  </a:cubicBezTo>
                  <a:cubicBezTo>
                    <a:pt x="91" y="3"/>
                    <a:pt x="90" y="4"/>
                    <a:pt x="90" y="4"/>
                  </a:cubicBezTo>
                  <a:cubicBezTo>
                    <a:pt x="89" y="4"/>
                    <a:pt x="88" y="5"/>
                    <a:pt x="87" y="6"/>
                  </a:cubicBezTo>
                  <a:cubicBezTo>
                    <a:pt x="87" y="8"/>
                    <a:pt x="86" y="9"/>
                    <a:pt x="86" y="10"/>
                  </a:cubicBezTo>
                  <a:cubicBezTo>
                    <a:pt x="86" y="11"/>
                    <a:pt x="86" y="13"/>
                    <a:pt x="86" y="14"/>
                  </a:cubicBezTo>
                  <a:cubicBezTo>
                    <a:pt x="86" y="15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6" y="16"/>
                    <a:pt x="86" y="16"/>
                    <a:pt x="86" y="16"/>
                  </a:cubicBezTo>
                  <a:cubicBezTo>
                    <a:pt x="85" y="17"/>
                    <a:pt x="85" y="18"/>
                    <a:pt x="84" y="18"/>
                  </a:cubicBezTo>
                  <a:cubicBezTo>
                    <a:pt x="83" y="18"/>
                    <a:pt x="82" y="18"/>
                    <a:pt x="81" y="18"/>
                  </a:cubicBezTo>
                  <a:cubicBezTo>
                    <a:pt x="81" y="18"/>
                    <a:pt x="81" y="18"/>
                    <a:pt x="81" y="18"/>
                  </a:cubicBezTo>
                  <a:cubicBezTo>
                    <a:pt x="81" y="18"/>
                    <a:pt x="81" y="18"/>
                    <a:pt x="81" y="18"/>
                  </a:cubicBezTo>
                  <a:cubicBezTo>
                    <a:pt x="80" y="18"/>
                    <a:pt x="77" y="17"/>
                    <a:pt x="74" y="16"/>
                  </a:cubicBezTo>
                  <a:cubicBezTo>
                    <a:pt x="69" y="14"/>
                    <a:pt x="62" y="12"/>
                    <a:pt x="60" y="11"/>
                  </a:cubicBezTo>
                  <a:cubicBezTo>
                    <a:pt x="56" y="11"/>
                    <a:pt x="54" y="11"/>
                    <a:pt x="51" y="11"/>
                  </a:cubicBezTo>
                  <a:cubicBezTo>
                    <a:pt x="51" y="11"/>
                    <a:pt x="50" y="11"/>
                    <a:pt x="49" y="11"/>
                  </a:cubicBezTo>
                  <a:cubicBezTo>
                    <a:pt x="49" y="11"/>
                    <a:pt x="49" y="11"/>
                    <a:pt x="48" y="11"/>
                  </a:cubicBezTo>
                  <a:cubicBezTo>
                    <a:pt x="45" y="11"/>
                    <a:pt x="42" y="11"/>
                    <a:pt x="41" y="11"/>
                  </a:cubicBezTo>
                  <a:cubicBezTo>
                    <a:pt x="40" y="12"/>
                    <a:pt x="39" y="13"/>
                    <a:pt x="37" y="15"/>
                  </a:cubicBezTo>
                  <a:cubicBezTo>
                    <a:pt x="35" y="17"/>
                    <a:pt x="34" y="18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20"/>
                    <a:pt x="34" y="20"/>
                  </a:cubicBezTo>
                  <a:cubicBezTo>
                    <a:pt x="36" y="20"/>
                    <a:pt x="38" y="22"/>
                    <a:pt x="39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6"/>
                    <a:pt x="40" y="26"/>
                    <a:pt x="36" y="29"/>
                  </a:cubicBezTo>
                  <a:cubicBezTo>
                    <a:pt x="35" y="29"/>
                    <a:pt x="34" y="30"/>
                    <a:pt x="33" y="31"/>
                  </a:cubicBezTo>
                  <a:cubicBezTo>
                    <a:pt x="30" y="33"/>
                    <a:pt x="28" y="35"/>
                    <a:pt x="27" y="35"/>
                  </a:cubicBezTo>
                  <a:cubicBezTo>
                    <a:pt x="25" y="36"/>
                    <a:pt x="24" y="37"/>
                    <a:pt x="23" y="38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2" y="39"/>
                    <a:pt x="22" y="39"/>
                    <a:pt x="22" y="40"/>
                  </a:cubicBezTo>
                  <a:cubicBezTo>
                    <a:pt x="22" y="40"/>
                    <a:pt x="23" y="40"/>
                    <a:pt x="24" y="40"/>
                  </a:cubicBezTo>
                  <a:cubicBezTo>
                    <a:pt x="25" y="41"/>
                    <a:pt x="26" y="41"/>
                    <a:pt x="27" y="41"/>
                  </a:cubicBezTo>
                  <a:cubicBezTo>
                    <a:pt x="28" y="41"/>
                    <a:pt x="28" y="40"/>
                    <a:pt x="29" y="41"/>
                  </a:cubicBezTo>
                  <a:cubicBezTo>
                    <a:pt x="32" y="41"/>
                    <a:pt x="32" y="42"/>
                    <a:pt x="32" y="44"/>
                  </a:cubicBezTo>
                  <a:cubicBezTo>
                    <a:pt x="32" y="45"/>
                    <a:pt x="32" y="45"/>
                    <a:pt x="33" y="46"/>
                  </a:cubicBezTo>
                  <a:cubicBezTo>
                    <a:pt x="33" y="47"/>
                    <a:pt x="36" y="48"/>
                    <a:pt x="39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3" y="48"/>
                    <a:pt x="43" y="47"/>
                    <a:pt x="44" y="46"/>
                  </a:cubicBezTo>
                  <a:cubicBezTo>
                    <a:pt x="44" y="46"/>
                    <a:pt x="44" y="46"/>
                    <a:pt x="44" y="45"/>
                  </a:cubicBezTo>
                  <a:cubicBezTo>
                    <a:pt x="45" y="45"/>
                    <a:pt x="45" y="44"/>
                    <a:pt x="45" y="44"/>
                  </a:cubicBezTo>
                  <a:cubicBezTo>
                    <a:pt x="46" y="42"/>
                    <a:pt x="47" y="41"/>
                    <a:pt x="49" y="41"/>
                  </a:cubicBezTo>
                  <a:cubicBezTo>
                    <a:pt x="52" y="41"/>
                    <a:pt x="54" y="43"/>
                    <a:pt x="56" y="45"/>
                  </a:cubicBezTo>
                  <a:cubicBezTo>
                    <a:pt x="56" y="46"/>
                    <a:pt x="57" y="46"/>
                    <a:pt x="57" y="47"/>
                  </a:cubicBezTo>
                  <a:cubicBezTo>
                    <a:pt x="57" y="47"/>
                    <a:pt x="57" y="47"/>
                    <a:pt x="58" y="47"/>
                  </a:cubicBezTo>
                  <a:cubicBezTo>
                    <a:pt x="59" y="49"/>
                    <a:pt x="61" y="50"/>
                    <a:pt x="63" y="51"/>
                  </a:cubicBezTo>
                  <a:cubicBezTo>
                    <a:pt x="64" y="51"/>
                    <a:pt x="65" y="52"/>
                    <a:pt x="66" y="53"/>
                  </a:cubicBezTo>
                  <a:cubicBezTo>
                    <a:pt x="68" y="53"/>
                    <a:pt x="69" y="54"/>
                    <a:pt x="70" y="55"/>
                  </a:cubicBezTo>
                  <a:cubicBezTo>
                    <a:pt x="71" y="56"/>
                    <a:pt x="72" y="56"/>
                    <a:pt x="72" y="56"/>
                  </a:cubicBezTo>
                  <a:cubicBezTo>
                    <a:pt x="73" y="55"/>
                    <a:pt x="74" y="55"/>
                    <a:pt x="75" y="57"/>
                  </a:cubicBezTo>
                  <a:cubicBezTo>
                    <a:pt x="75" y="59"/>
                    <a:pt x="74" y="60"/>
                    <a:pt x="72" y="61"/>
                  </a:cubicBezTo>
                  <a:cubicBezTo>
                    <a:pt x="72" y="62"/>
                    <a:pt x="71" y="62"/>
                    <a:pt x="71" y="63"/>
                  </a:cubicBezTo>
                  <a:cubicBezTo>
                    <a:pt x="69" y="65"/>
                    <a:pt x="68" y="65"/>
                    <a:pt x="66" y="65"/>
                  </a:cubicBezTo>
                  <a:cubicBezTo>
                    <a:pt x="65" y="65"/>
                    <a:pt x="65" y="65"/>
                    <a:pt x="64" y="65"/>
                  </a:cubicBezTo>
                  <a:cubicBezTo>
                    <a:pt x="63" y="65"/>
                    <a:pt x="63" y="65"/>
                    <a:pt x="63" y="66"/>
                  </a:cubicBezTo>
                  <a:cubicBezTo>
                    <a:pt x="62" y="66"/>
                    <a:pt x="62" y="67"/>
                    <a:pt x="60" y="67"/>
                  </a:cubicBezTo>
                  <a:cubicBezTo>
                    <a:pt x="59" y="67"/>
                    <a:pt x="58" y="67"/>
                    <a:pt x="58" y="68"/>
                  </a:cubicBezTo>
                  <a:cubicBezTo>
                    <a:pt x="57" y="68"/>
                    <a:pt x="56" y="68"/>
                    <a:pt x="56" y="69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3" y="72"/>
                    <a:pt x="52" y="74"/>
                    <a:pt x="49" y="75"/>
                  </a:cubicBezTo>
                  <a:cubicBezTo>
                    <a:pt x="47" y="75"/>
                    <a:pt x="46" y="74"/>
                    <a:pt x="44" y="73"/>
                  </a:cubicBezTo>
                  <a:cubicBezTo>
                    <a:pt x="44" y="73"/>
                    <a:pt x="43" y="72"/>
                    <a:pt x="42" y="72"/>
                  </a:cubicBezTo>
                  <a:cubicBezTo>
                    <a:pt x="39" y="71"/>
                    <a:pt x="39" y="71"/>
                    <a:pt x="37" y="71"/>
                  </a:cubicBezTo>
                  <a:cubicBezTo>
                    <a:pt x="37" y="71"/>
                    <a:pt x="37" y="71"/>
                    <a:pt x="36" y="71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34" y="72"/>
                    <a:pt x="32" y="72"/>
                    <a:pt x="30" y="72"/>
                  </a:cubicBezTo>
                  <a:cubicBezTo>
                    <a:pt x="30" y="73"/>
                    <a:pt x="29" y="74"/>
                    <a:pt x="29" y="75"/>
                  </a:cubicBezTo>
                  <a:cubicBezTo>
                    <a:pt x="28" y="76"/>
                    <a:pt x="27" y="76"/>
                    <a:pt x="26" y="77"/>
                  </a:cubicBezTo>
                  <a:cubicBezTo>
                    <a:pt x="25" y="77"/>
                    <a:pt x="24" y="78"/>
                    <a:pt x="23" y="77"/>
                  </a:cubicBezTo>
                  <a:cubicBezTo>
                    <a:pt x="22" y="77"/>
                    <a:pt x="21" y="77"/>
                    <a:pt x="21" y="76"/>
                  </a:cubicBezTo>
                  <a:cubicBezTo>
                    <a:pt x="18" y="74"/>
                    <a:pt x="13" y="74"/>
                    <a:pt x="10" y="74"/>
                  </a:cubicBezTo>
                  <a:cubicBezTo>
                    <a:pt x="9" y="74"/>
                    <a:pt x="9" y="74"/>
                    <a:pt x="9" y="74"/>
                  </a:cubicBezTo>
                  <a:cubicBezTo>
                    <a:pt x="8" y="74"/>
                    <a:pt x="7" y="75"/>
                    <a:pt x="6" y="75"/>
                  </a:cubicBezTo>
                  <a:cubicBezTo>
                    <a:pt x="4" y="76"/>
                    <a:pt x="3" y="76"/>
                    <a:pt x="2" y="77"/>
                  </a:cubicBezTo>
                  <a:cubicBezTo>
                    <a:pt x="2" y="77"/>
                    <a:pt x="1" y="78"/>
                    <a:pt x="1" y="79"/>
                  </a:cubicBezTo>
                  <a:cubicBezTo>
                    <a:pt x="1" y="80"/>
                    <a:pt x="0" y="82"/>
                    <a:pt x="0" y="84"/>
                  </a:cubicBezTo>
                  <a:cubicBezTo>
                    <a:pt x="0" y="85"/>
                    <a:pt x="0" y="86"/>
                    <a:pt x="0" y="87"/>
                  </a:cubicBezTo>
                  <a:cubicBezTo>
                    <a:pt x="0" y="87"/>
                    <a:pt x="1" y="87"/>
                    <a:pt x="1" y="87"/>
                  </a:cubicBezTo>
                  <a:cubicBezTo>
                    <a:pt x="3" y="87"/>
                    <a:pt x="5" y="87"/>
                    <a:pt x="7" y="87"/>
                  </a:cubicBezTo>
                  <a:cubicBezTo>
                    <a:pt x="10" y="87"/>
                    <a:pt x="13" y="87"/>
                    <a:pt x="15" y="87"/>
                  </a:cubicBezTo>
                  <a:cubicBezTo>
                    <a:pt x="17" y="87"/>
                    <a:pt x="18" y="87"/>
                    <a:pt x="19" y="87"/>
                  </a:cubicBezTo>
                  <a:cubicBezTo>
                    <a:pt x="22" y="87"/>
                    <a:pt x="25" y="87"/>
                    <a:pt x="28" y="88"/>
                  </a:cubicBezTo>
                  <a:cubicBezTo>
                    <a:pt x="29" y="88"/>
                    <a:pt x="30" y="88"/>
                    <a:pt x="31" y="89"/>
                  </a:cubicBezTo>
                  <a:cubicBezTo>
                    <a:pt x="34" y="89"/>
                    <a:pt x="36" y="90"/>
                    <a:pt x="38" y="89"/>
                  </a:cubicBezTo>
                  <a:cubicBezTo>
                    <a:pt x="39" y="89"/>
                    <a:pt x="39" y="89"/>
                    <a:pt x="40" y="89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41" y="88"/>
                    <a:pt x="43" y="88"/>
                    <a:pt x="45" y="88"/>
                  </a:cubicBezTo>
                  <a:cubicBezTo>
                    <a:pt x="47" y="88"/>
                    <a:pt x="48" y="90"/>
                    <a:pt x="49" y="92"/>
                  </a:cubicBezTo>
                  <a:cubicBezTo>
                    <a:pt x="50" y="93"/>
                    <a:pt x="50" y="94"/>
                    <a:pt x="50" y="94"/>
                  </a:cubicBezTo>
                  <a:cubicBezTo>
                    <a:pt x="51" y="95"/>
                    <a:pt x="52" y="95"/>
                    <a:pt x="54" y="95"/>
                  </a:cubicBezTo>
                  <a:cubicBezTo>
                    <a:pt x="56" y="96"/>
                    <a:pt x="58" y="95"/>
                    <a:pt x="61" y="95"/>
                  </a:cubicBezTo>
                  <a:cubicBezTo>
                    <a:pt x="63" y="94"/>
                    <a:pt x="63" y="94"/>
                    <a:pt x="64" y="93"/>
                  </a:cubicBezTo>
                  <a:cubicBezTo>
                    <a:pt x="65" y="92"/>
                    <a:pt x="65" y="92"/>
                    <a:pt x="67" y="91"/>
                  </a:cubicBezTo>
                  <a:cubicBezTo>
                    <a:pt x="70" y="90"/>
                    <a:pt x="75" y="90"/>
                    <a:pt x="79" y="90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2" y="90"/>
                    <a:pt x="83" y="90"/>
                    <a:pt x="85" y="91"/>
                  </a:cubicBezTo>
                  <a:cubicBezTo>
                    <a:pt x="85" y="91"/>
                    <a:pt x="85" y="91"/>
                    <a:pt x="86" y="91"/>
                  </a:cubicBezTo>
                  <a:cubicBezTo>
                    <a:pt x="86" y="90"/>
                    <a:pt x="87" y="89"/>
                    <a:pt x="89" y="88"/>
                  </a:cubicBezTo>
                  <a:cubicBezTo>
                    <a:pt x="90" y="87"/>
                    <a:pt x="91" y="86"/>
                    <a:pt x="92" y="85"/>
                  </a:cubicBezTo>
                  <a:cubicBezTo>
                    <a:pt x="93" y="84"/>
                    <a:pt x="93" y="81"/>
                    <a:pt x="93" y="79"/>
                  </a:cubicBezTo>
                  <a:cubicBezTo>
                    <a:pt x="93" y="79"/>
                    <a:pt x="94" y="78"/>
                    <a:pt x="94" y="78"/>
                  </a:cubicBezTo>
                  <a:cubicBezTo>
                    <a:pt x="94" y="77"/>
                    <a:pt x="94" y="76"/>
                    <a:pt x="95" y="75"/>
                  </a:cubicBezTo>
                  <a:cubicBezTo>
                    <a:pt x="95" y="74"/>
                    <a:pt x="96" y="73"/>
                    <a:pt x="98" y="72"/>
                  </a:cubicBezTo>
                  <a:cubicBezTo>
                    <a:pt x="98" y="72"/>
                    <a:pt x="99" y="72"/>
                    <a:pt x="100" y="71"/>
                  </a:cubicBezTo>
                  <a:cubicBezTo>
                    <a:pt x="103" y="70"/>
                    <a:pt x="109" y="69"/>
                    <a:pt x="110" y="68"/>
                  </a:cubicBezTo>
                  <a:cubicBezTo>
                    <a:pt x="110" y="68"/>
                    <a:pt x="110" y="68"/>
                    <a:pt x="110" y="67"/>
                  </a:cubicBezTo>
                  <a:cubicBezTo>
                    <a:pt x="110" y="67"/>
                    <a:pt x="110" y="66"/>
                    <a:pt x="111" y="65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1" y="64"/>
                    <a:pt x="112" y="63"/>
                    <a:pt x="113" y="63"/>
                  </a:cubicBezTo>
                  <a:cubicBezTo>
                    <a:pt x="114" y="63"/>
                    <a:pt x="115" y="63"/>
                    <a:pt x="116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16" y="64"/>
                    <a:pt x="117" y="64"/>
                    <a:pt x="117" y="64"/>
                  </a:cubicBezTo>
                  <a:cubicBezTo>
                    <a:pt x="118" y="65"/>
                    <a:pt x="119" y="65"/>
                    <a:pt x="120" y="65"/>
                  </a:cubicBezTo>
                  <a:cubicBezTo>
                    <a:pt x="121" y="65"/>
                    <a:pt x="122" y="64"/>
                    <a:pt x="122" y="63"/>
                  </a:cubicBezTo>
                  <a:cubicBezTo>
                    <a:pt x="123" y="61"/>
                    <a:pt x="124" y="60"/>
                    <a:pt x="125" y="60"/>
                  </a:cubicBezTo>
                  <a:cubicBezTo>
                    <a:pt x="126" y="59"/>
                    <a:pt x="127" y="60"/>
                    <a:pt x="128" y="60"/>
                  </a:cubicBezTo>
                  <a:cubicBezTo>
                    <a:pt x="129" y="61"/>
                    <a:pt x="129" y="62"/>
                    <a:pt x="130" y="63"/>
                  </a:cubicBezTo>
                  <a:cubicBezTo>
                    <a:pt x="130" y="63"/>
                    <a:pt x="130" y="64"/>
                    <a:pt x="130" y="65"/>
                  </a:cubicBezTo>
                  <a:cubicBezTo>
                    <a:pt x="130" y="65"/>
                    <a:pt x="129" y="66"/>
                    <a:pt x="131" y="67"/>
                  </a:cubicBezTo>
                  <a:cubicBezTo>
                    <a:pt x="132" y="67"/>
                    <a:pt x="136" y="67"/>
                    <a:pt x="139" y="66"/>
                  </a:cubicBezTo>
                  <a:cubicBezTo>
                    <a:pt x="140" y="66"/>
                    <a:pt x="141" y="66"/>
                    <a:pt x="141" y="66"/>
                  </a:cubicBezTo>
                  <a:cubicBezTo>
                    <a:pt x="142" y="66"/>
                    <a:pt x="145" y="62"/>
                    <a:pt x="147" y="59"/>
                  </a:cubicBezTo>
                  <a:cubicBezTo>
                    <a:pt x="150" y="56"/>
                    <a:pt x="153" y="53"/>
                    <a:pt x="154" y="52"/>
                  </a:cubicBezTo>
                  <a:cubicBezTo>
                    <a:pt x="156" y="50"/>
                    <a:pt x="159" y="49"/>
                    <a:pt x="162" y="49"/>
                  </a:cubicBezTo>
                  <a:cubicBezTo>
                    <a:pt x="165" y="48"/>
                    <a:pt x="168" y="48"/>
                    <a:pt x="171" y="48"/>
                  </a:cubicBezTo>
                  <a:cubicBezTo>
                    <a:pt x="173" y="48"/>
                    <a:pt x="176" y="48"/>
                    <a:pt x="178" y="48"/>
                  </a:cubicBezTo>
                  <a:cubicBezTo>
                    <a:pt x="180" y="47"/>
                    <a:pt x="182" y="47"/>
                    <a:pt x="183" y="46"/>
                  </a:cubicBezTo>
                  <a:cubicBezTo>
                    <a:pt x="183" y="45"/>
                    <a:pt x="183" y="45"/>
                    <a:pt x="184" y="44"/>
                  </a:cubicBezTo>
                  <a:cubicBezTo>
                    <a:pt x="185" y="43"/>
                    <a:pt x="186" y="41"/>
                    <a:pt x="189" y="39"/>
                  </a:cubicBezTo>
                  <a:cubicBezTo>
                    <a:pt x="192" y="37"/>
                    <a:pt x="194" y="36"/>
                    <a:pt x="196" y="35"/>
                  </a:cubicBezTo>
                  <a:cubicBezTo>
                    <a:pt x="198" y="34"/>
                    <a:pt x="201" y="33"/>
                    <a:pt x="204" y="32"/>
                  </a:cubicBezTo>
                  <a:cubicBezTo>
                    <a:pt x="208" y="31"/>
                    <a:pt x="211" y="30"/>
                    <a:pt x="213" y="29"/>
                  </a:cubicBezTo>
                  <a:cubicBezTo>
                    <a:pt x="214" y="29"/>
                    <a:pt x="215" y="29"/>
                    <a:pt x="217" y="28"/>
                  </a:cubicBezTo>
                  <a:cubicBezTo>
                    <a:pt x="218" y="28"/>
                    <a:pt x="219" y="27"/>
                    <a:pt x="220" y="27"/>
                  </a:cubicBezTo>
                  <a:cubicBezTo>
                    <a:pt x="221" y="27"/>
                    <a:pt x="221" y="27"/>
                    <a:pt x="221" y="26"/>
                  </a:cubicBezTo>
                  <a:cubicBezTo>
                    <a:pt x="221" y="25"/>
                    <a:pt x="221" y="24"/>
                    <a:pt x="221" y="24"/>
                  </a:cubicBezTo>
                  <a:cubicBezTo>
                    <a:pt x="221" y="23"/>
                    <a:pt x="221" y="23"/>
                    <a:pt x="221" y="2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5" name="Freeform 480">
              <a:extLst>
                <a:ext uri="{FF2B5EF4-FFF2-40B4-BE49-F238E27FC236}">
                  <a16:creationId xmlns:a16="http://schemas.microsoft.com/office/drawing/2014/main" id="{DADF3517-7879-F788-8F03-6E85354F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493" y="1766662"/>
              <a:ext cx="723529" cy="291950"/>
            </a:xfrm>
            <a:custGeom>
              <a:avLst/>
              <a:gdLst>
                <a:gd name="T0" fmla="*/ 4 w 660"/>
                <a:gd name="T1" fmla="*/ 92 h 272"/>
                <a:gd name="T2" fmla="*/ 17 w 660"/>
                <a:gd name="T3" fmla="*/ 102 h 272"/>
                <a:gd name="T4" fmla="*/ 34 w 660"/>
                <a:gd name="T5" fmla="*/ 108 h 272"/>
                <a:gd name="T6" fmla="*/ 55 w 660"/>
                <a:gd name="T7" fmla="*/ 124 h 272"/>
                <a:gd name="T8" fmla="*/ 65 w 660"/>
                <a:gd name="T9" fmla="*/ 153 h 272"/>
                <a:gd name="T10" fmla="*/ 60 w 660"/>
                <a:gd name="T11" fmla="*/ 171 h 272"/>
                <a:gd name="T12" fmla="*/ 82 w 660"/>
                <a:gd name="T13" fmla="*/ 184 h 272"/>
                <a:gd name="T14" fmla="*/ 140 w 660"/>
                <a:gd name="T15" fmla="*/ 201 h 272"/>
                <a:gd name="T16" fmla="*/ 157 w 660"/>
                <a:gd name="T17" fmla="*/ 212 h 272"/>
                <a:gd name="T18" fmla="*/ 168 w 660"/>
                <a:gd name="T19" fmla="*/ 233 h 272"/>
                <a:gd name="T20" fmla="*/ 193 w 660"/>
                <a:gd name="T21" fmla="*/ 242 h 272"/>
                <a:gd name="T22" fmla="*/ 245 w 660"/>
                <a:gd name="T23" fmla="*/ 246 h 272"/>
                <a:gd name="T24" fmla="*/ 293 w 660"/>
                <a:gd name="T25" fmla="*/ 255 h 272"/>
                <a:gd name="T26" fmla="*/ 333 w 660"/>
                <a:gd name="T27" fmla="*/ 267 h 272"/>
                <a:gd name="T28" fmla="*/ 345 w 660"/>
                <a:gd name="T29" fmla="*/ 270 h 272"/>
                <a:gd name="T30" fmla="*/ 409 w 660"/>
                <a:gd name="T31" fmla="*/ 251 h 272"/>
                <a:gd name="T32" fmla="*/ 466 w 660"/>
                <a:gd name="T33" fmla="*/ 238 h 272"/>
                <a:gd name="T34" fmla="*/ 494 w 660"/>
                <a:gd name="T35" fmla="*/ 217 h 272"/>
                <a:gd name="T36" fmla="*/ 501 w 660"/>
                <a:gd name="T37" fmla="*/ 184 h 272"/>
                <a:gd name="T38" fmla="*/ 532 w 660"/>
                <a:gd name="T39" fmla="*/ 190 h 272"/>
                <a:gd name="T40" fmla="*/ 574 w 660"/>
                <a:gd name="T41" fmla="*/ 173 h 272"/>
                <a:gd name="T42" fmla="*/ 584 w 660"/>
                <a:gd name="T43" fmla="*/ 161 h 272"/>
                <a:gd name="T44" fmla="*/ 617 w 660"/>
                <a:gd name="T45" fmla="*/ 147 h 272"/>
                <a:gd name="T46" fmla="*/ 657 w 660"/>
                <a:gd name="T47" fmla="*/ 135 h 272"/>
                <a:gd name="T48" fmla="*/ 611 w 660"/>
                <a:gd name="T49" fmla="*/ 118 h 272"/>
                <a:gd name="T50" fmla="*/ 587 w 660"/>
                <a:gd name="T51" fmla="*/ 116 h 272"/>
                <a:gd name="T52" fmla="*/ 571 w 660"/>
                <a:gd name="T53" fmla="*/ 105 h 272"/>
                <a:gd name="T54" fmla="*/ 574 w 660"/>
                <a:gd name="T55" fmla="*/ 99 h 272"/>
                <a:gd name="T56" fmla="*/ 593 w 660"/>
                <a:gd name="T57" fmla="*/ 61 h 272"/>
                <a:gd name="T58" fmla="*/ 563 w 660"/>
                <a:gd name="T59" fmla="*/ 57 h 272"/>
                <a:gd name="T60" fmla="*/ 535 w 660"/>
                <a:gd name="T61" fmla="*/ 55 h 272"/>
                <a:gd name="T62" fmla="*/ 504 w 660"/>
                <a:gd name="T63" fmla="*/ 73 h 272"/>
                <a:gd name="T64" fmla="*/ 458 w 660"/>
                <a:gd name="T65" fmla="*/ 79 h 272"/>
                <a:gd name="T66" fmla="*/ 416 w 660"/>
                <a:gd name="T67" fmla="*/ 69 h 272"/>
                <a:gd name="T68" fmla="*/ 399 w 660"/>
                <a:gd name="T69" fmla="*/ 55 h 272"/>
                <a:gd name="T70" fmla="*/ 372 w 660"/>
                <a:gd name="T71" fmla="*/ 47 h 272"/>
                <a:gd name="T72" fmla="*/ 332 w 660"/>
                <a:gd name="T73" fmla="*/ 53 h 272"/>
                <a:gd name="T74" fmla="*/ 294 w 660"/>
                <a:gd name="T75" fmla="*/ 28 h 272"/>
                <a:gd name="T76" fmla="*/ 279 w 660"/>
                <a:gd name="T77" fmla="*/ 17 h 272"/>
                <a:gd name="T78" fmla="*/ 228 w 660"/>
                <a:gd name="T79" fmla="*/ 1 h 272"/>
                <a:gd name="T80" fmla="*/ 211 w 660"/>
                <a:gd name="T81" fmla="*/ 18 h 272"/>
                <a:gd name="T82" fmla="*/ 210 w 660"/>
                <a:gd name="T83" fmla="*/ 37 h 272"/>
                <a:gd name="T84" fmla="*/ 205 w 660"/>
                <a:gd name="T85" fmla="*/ 59 h 272"/>
                <a:gd name="T86" fmla="*/ 183 w 660"/>
                <a:gd name="T87" fmla="*/ 61 h 272"/>
                <a:gd name="T88" fmla="*/ 152 w 660"/>
                <a:gd name="T89" fmla="*/ 60 h 272"/>
                <a:gd name="T90" fmla="*/ 129 w 660"/>
                <a:gd name="T91" fmla="*/ 42 h 272"/>
                <a:gd name="T92" fmla="*/ 105 w 660"/>
                <a:gd name="T93" fmla="*/ 37 h 272"/>
                <a:gd name="T94" fmla="*/ 80 w 660"/>
                <a:gd name="T95" fmla="*/ 41 h 272"/>
                <a:gd name="T96" fmla="*/ 43 w 660"/>
                <a:gd name="T97" fmla="*/ 58 h 272"/>
                <a:gd name="T98" fmla="*/ 32 w 660"/>
                <a:gd name="T99" fmla="*/ 67 h 272"/>
                <a:gd name="T100" fmla="*/ 4 w 660"/>
                <a:gd name="T101" fmla="*/ 7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0" h="272">
                  <a:moveTo>
                    <a:pt x="0" y="87"/>
                  </a:moveTo>
                  <a:cubicBezTo>
                    <a:pt x="1" y="88"/>
                    <a:pt x="1" y="88"/>
                    <a:pt x="1" y="88"/>
                  </a:cubicBezTo>
                  <a:cubicBezTo>
                    <a:pt x="2" y="89"/>
                    <a:pt x="3" y="89"/>
                    <a:pt x="3" y="90"/>
                  </a:cubicBezTo>
                  <a:cubicBezTo>
                    <a:pt x="4" y="91"/>
                    <a:pt x="4" y="91"/>
                    <a:pt x="4" y="92"/>
                  </a:cubicBezTo>
                  <a:cubicBezTo>
                    <a:pt x="4" y="92"/>
                    <a:pt x="4" y="92"/>
                    <a:pt x="4" y="92"/>
                  </a:cubicBezTo>
                  <a:cubicBezTo>
                    <a:pt x="4" y="92"/>
                    <a:pt x="4" y="92"/>
                    <a:pt x="5" y="93"/>
                  </a:cubicBezTo>
                  <a:cubicBezTo>
                    <a:pt x="5" y="94"/>
                    <a:pt x="6" y="94"/>
                    <a:pt x="7" y="95"/>
                  </a:cubicBezTo>
                  <a:cubicBezTo>
                    <a:pt x="9" y="96"/>
                    <a:pt x="10" y="97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7" y="100"/>
                    <a:pt x="17" y="101"/>
                    <a:pt x="17" y="102"/>
                  </a:cubicBezTo>
                  <a:cubicBezTo>
                    <a:pt x="17" y="103"/>
                    <a:pt x="17" y="103"/>
                    <a:pt x="18" y="104"/>
                  </a:cubicBezTo>
                  <a:cubicBezTo>
                    <a:pt x="19" y="106"/>
                    <a:pt x="20" y="106"/>
                    <a:pt x="21" y="107"/>
                  </a:cubicBezTo>
                  <a:cubicBezTo>
                    <a:pt x="22" y="107"/>
                    <a:pt x="23" y="108"/>
                    <a:pt x="24" y="108"/>
                  </a:cubicBezTo>
                  <a:cubicBezTo>
                    <a:pt x="24" y="109"/>
                    <a:pt x="26" y="108"/>
                    <a:pt x="28" y="108"/>
                  </a:cubicBezTo>
                  <a:cubicBezTo>
                    <a:pt x="31" y="108"/>
                    <a:pt x="33" y="107"/>
                    <a:pt x="34" y="108"/>
                  </a:cubicBezTo>
                  <a:cubicBezTo>
                    <a:pt x="35" y="109"/>
                    <a:pt x="36" y="109"/>
                    <a:pt x="38" y="110"/>
                  </a:cubicBezTo>
                  <a:cubicBezTo>
                    <a:pt x="39" y="111"/>
                    <a:pt x="41" y="112"/>
                    <a:pt x="43" y="112"/>
                  </a:cubicBezTo>
                  <a:cubicBezTo>
                    <a:pt x="46" y="113"/>
                    <a:pt x="48" y="114"/>
                    <a:pt x="49" y="115"/>
                  </a:cubicBezTo>
                  <a:cubicBezTo>
                    <a:pt x="50" y="116"/>
                    <a:pt x="52" y="117"/>
                    <a:pt x="53" y="119"/>
                  </a:cubicBezTo>
                  <a:cubicBezTo>
                    <a:pt x="54" y="121"/>
                    <a:pt x="54" y="122"/>
                    <a:pt x="55" y="124"/>
                  </a:cubicBezTo>
                  <a:cubicBezTo>
                    <a:pt x="55" y="126"/>
                    <a:pt x="55" y="127"/>
                    <a:pt x="56" y="130"/>
                  </a:cubicBezTo>
                  <a:cubicBezTo>
                    <a:pt x="58" y="133"/>
                    <a:pt x="61" y="136"/>
                    <a:pt x="63" y="138"/>
                  </a:cubicBezTo>
                  <a:cubicBezTo>
                    <a:pt x="63" y="139"/>
                    <a:pt x="64" y="140"/>
                    <a:pt x="64" y="140"/>
                  </a:cubicBezTo>
                  <a:cubicBezTo>
                    <a:pt x="65" y="141"/>
                    <a:pt x="66" y="143"/>
                    <a:pt x="66" y="146"/>
                  </a:cubicBezTo>
                  <a:cubicBezTo>
                    <a:pt x="66" y="148"/>
                    <a:pt x="66" y="151"/>
                    <a:pt x="65" y="153"/>
                  </a:cubicBezTo>
                  <a:cubicBezTo>
                    <a:pt x="65" y="154"/>
                    <a:pt x="65" y="156"/>
                    <a:pt x="65" y="157"/>
                  </a:cubicBezTo>
                  <a:cubicBezTo>
                    <a:pt x="66" y="157"/>
                    <a:pt x="66" y="158"/>
                    <a:pt x="66" y="159"/>
                  </a:cubicBezTo>
                  <a:cubicBezTo>
                    <a:pt x="66" y="160"/>
                    <a:pt x="66" y="162"/>
                    <a:pt x="65" y="163"/>
                  </a:cubicBezTo>
                  <a:cubicBezTo>
                    <a:pt x="65" y="164"/>
                    <a:pt x="64" y="166"/>
                    <a:pt x="63" y="167"/>
                  </a:cubicBezTo>
                  <a:cubicBezTo>
                    <a:pt x="61" y="169"/>
                    <a:pt x="61" y="170"/>
                    <a:pt x="60" y="171"/>
                  </a:cubicBezTo>
                  <a:cubicBezTo>
                    <a:pt x="60" y="172"/>
                    <a:pt x="60" y="173"/>
                    <a:pt x="60" y="175"/>
                  </a:cubicBezTo>
                  <a:cubicBezTo>
                    <a:pt x="60" y="177"/>
                    <a:pt x="62" y="179"/>
                    <a:pt x="64" y="180"/>
                  </a:cubicBezTo>
                  <a:cubicBezTo>
                    <a:pt x="64" y="180"/>
                    <a:pt x="64" y="181"/>
                    <a:pt x="65" y="181"/>
                  </a:cubicBezTo>
                  <a:cubicBezTo>
                    <a:pt x="66" y="182"/>
                    <a:pt x="68" y="182"/>
                    <a:pt x="70" y="183"/>
                  </a:cubicBezTo>
                  <a:cubicBezTo>
                    <a:pt x="73" y="183"/>
                    <a:pt x="77" y="184"/>
                    <a:pt x="82" y="184"/>
                  </a:cubicBezTo>
                  <a:cubicBezTo>
                    <a:pt x="86" y="184"/>
                    <a:pt x="91" y="184"/>
                    <a:pt x="96" y="184"/>
                  </a:cubicBezTo>
                  <a:cubicBezTo>
                    <a:pt x="102" y="185"/>
                    <a:pt x="108" y="185"/>
                    <a:pt x="114" y="186"/>
                  </a:cubicBezTo>
                  <a:cubicBezTo>
                    <a:pt x="123" y="187"/>
                    <a:pt x="125" y="189"/>
                    <a:pt x="127" y="192"/>
                  </a:cubicBezTo>
                  <a:cubicBezTo>
                    <a:pt x="129" y="193"/>
                    <a:pt x="130" y="195"/>
                    <a:pt x="132" y="196"/>
                  </a:cubicBezTo>
                  <a:cubicBezTo>
                    <a:pt x="136" y="198"/>
                    <a:pt x="138" y="200"/>
                    <a:pt x="140" y="201"/>
                  </a:cubicBezTo>
                  <a:cubicBezTo>
                    <a:pt x="141" y="202"/>
                    <a:pt x="143" y="203"/>
                    <a:pt x="145" y="204"/>
                  </a:cubicBezTo>
                  <a:cubicBezTo>
                    <a:pt x="147" y="205"/>
                    <a:pt x="149" y="205"/>
                    <a:pt x="150" y="205"/>
                  </a:cubicBezTo>
                  <a:cubicBezTo>
                    <a:pt x="152" y="205"/>
                    <a:pt x="154" y="204"/>
                    <a:pt x="155" y="206"/>
                  </a:cubicBezTo>
                  <a:cubicBezTo>
                    <a:pt x="156" y="208"/>
                    <a:pt x="156" y="209"/>
                    <a:pt x="156" y="210"/>
                  </a:cubicBezTo>
                  <a:cubicBezTo>
                    <a:pt x="156" y="211"/>
                    <a:pt x="156" y="212"/>
                    <a:pt x="157" y="212"/>
                  </a:cubicBezTo>
                  <a:cubicBezTo>
                    <a:pt x="157" y="213"/>
                    <a:pt x="158" y="214"/>
                    <a:pt x="158" y="214"/>
                  </a:cubicBezTo>
                  <a:cubicBezTo>
                    <a:pt x="160" y="215"/>
                    <a:pt x="161" y="216"/>
                    <a:pt x="162" y="219"/>
                  </a:cubicBezTo>
                  <a:cubicBezTo>
                    <a:pt x="162" y="220"/>
                    <a:pt x="163" y="222"/>
                    <a:pt x="164" y="224"/>
                  </a:cubicBezTo>
                  <a:cubicBezTo>
                    <a:pt x="164" y="226"/>
                    <a:pt x="165" y="228"/>
                    <a:pt x="165" y="230"/>
                  </a:cubicBezTo>
                  <a:cubicBezTo>
                    <a:pt x="166" y="231"/>
                    <a:pt x="167" y="232"/>
                    <a:pt x="168" y="233"/>
                  </a:cubicBezTo>
                  <a:cubicBezTo>
                    <a:pt x="169" y="234"/>
                    <a:pt x="170" y="235"/>
                    <a:pt x="171" y="237"/>
                  </a:cubicBezTo>
                  <a:cubicBezTo>
                    <a:pt x="172" y="238"/>
                    <a:pt x="173" y="239"/>
                    <a:pt x="173" y="240"/>
                  </a:cubicBezTo>
                  <a:cubicBezTo>
                    <a:pt x="174" y="241"/>
                    <a:pt x="175" y="242"/>
                    <a:pt x="177" y="243"/>
                  </a:cubicBezTo>
                  <a:cubicBezTo>
                    <a:pt x="179" y="244"/>
                    <a:pt x="181" y="243"/>
                    <a:pt x="183" y="243"/>
                  </a:cubicBezTo>
                  <a:cubicBezTo>
                    <a:pt x="186" y="242"/>
                    <a:pt x="189" y="241"/>
                    <a:pt x="193" y="242"/>
                  </a:cubicBezTo>
                  <a:cubicBezTo>
                    <a:pt x="199" y="242"/>
                    <a:pt x="202" y="243"/>
                    <a:pt x="206" y="243"/>
                  </a:cubicBezTo>
                  <a:cubicBezTo>
                    <a:pt x="209" y="244"/>
                    <a:pt x="211" y="244"/>
                    <a:pt x="214" y="245"/>
                  </a:cubicBezTo>
                  <a:cubicBezTo>
                    <a:pt x="218" y="245"/>
                    <a:pt x="224" y="246"/>
                    <a:pt x="229" y="247"/>
                  </a:cubicBezTo>
                  <a:cubicBezTo>
                    <a:pt x="234" y="247"/>
                    <a:pt x="238" y="248"/>
                    <a:pt x="240" y="248"/>
                  </a:cubicBezTo>
                  <a:cubicBezTo>
                    <a:pt x="242" y="248"/>
                    <a:pt x="243" y="247"/>
                    <a:pt x="245" y="246"/>
                  </a:cubicBezTo>
                  <a:cubicBezTo>
                    <a:pt x="246" y="246"/>
                    <a:pt x="247" y="245"/>
                    <a:pt x="249" y="245"/>
                  </a:cubicBezTo>
                  <a:cubicBezTo>
                    <a:pt x="252" y="244"/>
                    <a:pt x="265" y="247"/>
                    <a:pt x="276" y="249"/>
                  </a:cubicBezTo>
                  <a:cubicBezTo>
                    <a:pt x="281" y="250"/>
                    <a:pt x="286" y="251"/>
                    <a:pt x="287" y="251"/>
                  </a:cubicBezTo>
                  <a:cubicBezTo>
                    <a:pt x="290" y="251"/>
                    <a:pt x="291" y="253"/>
                    <a:pt x="293" y="255"/>
                  </a:cubicBezTo>
                  <a:cubicBezTo>
                    <a:pt x="293" y="255"/>
                    <a:pt x="293" y="255"/>
                    <a:pt x="293" y="255"/>
                  </a:cubicBezTo>
                  <a:cubicBezTo>
                    <a:pt x="294" y="256"/>
                    <a:pt x="295" y="258"/>
                    <a:pt x="296" y="258"/>
                  </a:cubicBezTo>
                  <a:cubicBezTo>
                    <a:pt x="299" y="258"/>
                    <a:pt x="307" y="261"/>
                    <a:pt x="315" y="263"/>
                  </a:cubicBezTo>
                  <a:cubicBezTo>
                    <a:pt x="320" y="265"/>
                    <a:pt x="325" y="266"/>
                    <a:pt x="327" y="267"/>
                  </a:cubicBezTo>
                  <a:cubicBezTo>
                    <a:pt x="330" y="268"/>
                    <a:pt x="331" y="267"/>
                    <a:pt x="333" y="267"/>
                  </a:cubicBezTo>
                  <a:cubicBezTo>
                    <a:pt x="333" y="267"/>
                    <a:pt x="333" y="267"/>
                    <a:pt x="333" y="267"/>
                  </a:cubicBezTo>
                  <a:cubicBezTo>
                    <a:pt x="334" y="266"/>
                    <a:pt x="335" y="266"/>
                    <a:pt x="337" y="266"/>
                  </a:cubicBezTo>
                  <a:cubicBezTo>
                    <a:pt x="341" y="266"/>
                    <a:pt x="342" y="267"/>
                    <a:pt x="343" y="268"/>
                  </a:cubicBezTo>
                  <a:cubicBezTo>
                    <a:pt x="343" y="269"/>
                    <a:pt x="344" y="270"/>
                    <a:pt x="345" y="270"/>
                  </a:cubicBezTo>
                  <a:cubicBezTo>
                    <a:pt x="345" y="270"/>
                    <a:pt x="345" y="270"/>
                    <a:pt x="345" y="270"/>
                  </a:cubicBezTo>
                  <a:cubicBezTo>
                    <a:pt x="345" y="270"/>
                    <a:pt x="345" y="270"/>
                    <a:pt x="345" y="270"/>
                  </a:cubicBezTo>
                  <a:cubicBezTo>
                    <a:pt x="348" y="271"/>
                    <a:pt x="351" y="272"/>
                    <a:pt x="355" y="270"/>
                  </a:cubicBezTo>
                  <a:cubicBezTo>
                    <a:pt x="357" y="269"/>
                    <a:pt x="361" y="267"/>
                    <a:pt x="364" y="265"/>
                  </a:cubicBezTo>
                  <a:cubicBezTo>
                    <a:pt x="369" y="263"/>
                    <a:pt x="375" y="260"/>
                    <a:pt x="381" y="257"/>
                  </a:cubicBezTo>
                  <a:cubicBezTo>
                    <a:pt x="388" y="253"/>
                    <a:pt x="397" y="253"/>
                    <a:pt x="404" y="252"/>
                  </a:cubicBezTo>
                  <a:cubicBezTo>
                    <a:pt x="406" y="252"/>
                    <a:pt x="408" y="252"/>
                    <a:pt x="409" y="251"/>
                  </a:cubicBezTo>
                  <a:cubicBezTo>
                    <a:pt x="413" y="251"/>
                    <a:pt x="424" y="250"/>
                    <a:pt x="432" y="250"/>
                  </a:cubicBezTo>
                  <a:cubicBezTo>
                    <a:pt x="437" y="250"/>
                    <a:pt x="442" y="250"/>
                    <a:pt x="444" y="250"/>
                  </a:cubicBezTo>
                  <a:cubicBezTo>
                    <a:pt x="446" y="249"/>
                    <a:pt x="450" y="248"/>
                    <a:pt x="454" y="246"/>
                  </a:cubicBezTo>
                  <a:cubicBezTo>
                    <a:pt x="458" y="245"/>
                    <a:pt x="462" y="243"/>
                    <a:pt x="463" y="242"/>
                  </a:cubicBezTo>
                  <a:cubicBezTo>
                    <a:pt x="464" y="240"/>
                    <a:pt x="465" y="239"/>
                    <a:pt x="466" y="238"/>
                  </a:cubicBezTo>
                  <a:cubicBezTo>
                    <a:pt x="467" y="237"/>
                    <a:pt x="468" y="236"/>
                    <a:pt x="470" y="234"/>
                  </a:cubicBezTo>
                  <a:cubicBezTo>
                    <a:pt x="474" y="230"/>
                    <a:pt x="483" y="225"/>
                    <a:pt x="487" y="222"/>
                  </a:cubicBezTo>
                  <a:cubicBezTo>
                    <a:pt x="488" y="222"/>
                    <a:pt x="488" y="222"/>
                    <a:pt x="489" y="221"/>
                  </a:cubicBezTo>
                  <a:cubicBezTo>
                    <a:pt x="490" y="220"/>
                    <a:pt x="492" y="220"/>
                    <a:pt x="493" y="219"/>
                  </a:cubicBezTo>
                  <a:cubicBezTo>
                    <a:pt x="493" y="218"/>
                    <a:pt x="494" y="218"/>
                    <a:pt x="494" y="217"/>
                  </a:cubicBezTo>
                  <a:cubicBezTo>
                    <a:pt x="494" y="216"/>
                    <a:pt x="492" y="214"/>
                    <a:pt x="490" y="211"/>
                  </a:cubicBezTo>
                  <a:cubicBezTo>
                    <a:pt x="487" y="207"/>
                    <a:pt x="484" y="203"/>
                    <a:pt x="484" y="202"/>
                  </a:cubicBezTo>
                  <a:cubicBezTo>
                    <a:pt x="484" y="200"/>
                    <a:pt x="486" y="197"/>
                    <a:pt x="488" y="193"/>
                  </a:cubicBezTo>
                  <a:cubicBezTo>
                    <a:pt x="490" y="190"/>
                    <a:pt x="493" y="186"/>
                    <a:pt x="495" y="185"/>
                  </a:cubicBezTo>
                  <a:cubicBezTo>
                    <a:pt x="496" y="184"/>
                    <a:pt x="499" y="183"/>
                    <a:pt x="501" y="184"/>
                  </a:cubicBezTo>
                  <a:cubicBezTo>
                    <a:pt x="504" y="184"/>
                    <a:pt x="506" y="184"/>
                    <a:pt x="509" y="186"/>
                  </a:cubicBezTo>
                  <a:cubicBezTo>
                    <a:pt x="511" y="187"/>
                    <a:pt x="514" y="188"/>
                    <a:pt x="517" y="189"/>
                  </a:cubicBezTo>
                  <a:cubicBezTo>
                    <a:pt x="520" y="191"/>
                    <a:pt x="523" y="192"/>
                    <a:pt x="524" y="192"/>
                  </a:cubicBezTo>
                  <a:cubicBezTo>
                    <a:pt x="525" y="192"/>
                    <a:pt x="526" y="192"/>
                    <a:pt x="528" y="192"/>
                  </a:cubicBezTo>
                  <a:cubicBezTo>
                    <a:pt x="530" y="192"/>
                    <a:pt x="531" y="191"/>
                    <a:pt x="532" y="190"/>
                  </a:cubicBezTo>
                  <a:cubicBezTo>
                    <a:pt x="532" y="190"/>
                    <a:pt x="532" y="190"/>
                    <a:pt x="532" y="190"/>
                  </a:cubicBezTo>
                  <a:cubicBezTo>
                    <a:pt x="533" y="189"/>
                    <a:pt x="533" y="189"/>
                    <a:pt x="533" y="189"/>
                  </a:cubicBezTo>
                  <a:cubicBezTo>
                    <a:pt x="537" y="186"/>
                    <a:pt x="550" y="175"/>
                    <a:pt x="553" y="175"/>
                  </a:cubicBezTo>
                  <a:cubicBezTo>
                    <a:pt x="555" y="174"/>
                    <a:pt x="558" y="174"/>
                    <a:pt x="561" y="174"/>
                  </a:cubicBezTo>
                  <a:cubicBezTo>
                    <a:pt x="566" y="174"/>
                    <a:pt x="572" y="174"/>
                    <a:pt x="574" y="173"/>
                  </a:cubicBezTo>
                  <a:cubicBezTo>
                    <a:pt x="575" y="173"/>
                    <a:pt x="576" y="172"/>
                    <a:pt x="578" y="171"/>
                  </a:cubicBezTo>
                  <a:cubicBezTo>
                    <a:pt x="578" y="171"/>
                    <a:pt x="578" y="171"/>
                    <a:pt x="578" y="171"/>
                  </a:cubicBezTo>
                  <a:cubicBezTo>
                    <a:pt x="580" y="170"/>
                    <a:pt x="581" y="168"/>
                    <a:pt x="583" y="167"/>
                  </a:cubicBezTo>
                  <a:cubicBezTo>
                    <a:pt x="583" y="167"/>
                    <a:pt x="583" y="166"/>
                    <a:pt x="583" y="165"/>
                  </a:cubicBezTo>
                  <a:cubicBezTo>
                    <a:pt x="583" y="164"/>
                    <a:pt x="583" y="163"/>
                    <a:pt x="584" y="161"/>
                  </a:cubicBezTo>
                  <a:cubicBezTo>
                    <a:pt x="585" y="159"/>
                    <a:pt x="587" y="156"/>
                    <a:pt x="589" y="154"/>
                  </a:cubicBezTo>
                  <a:cubicBezTo>
                    <a:pt x="591" y="152"/>
                    <a:pt x="594" y="151"/>
                    <a:pt x="595" y="151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99" y="151"/>
                    <a:pt x="607" y="150"/>
                    <a:pt x="609" y="150"/>
                  </a:cubicBezTo>
                  <a:cubicBezTo>
                    <a:pt x="610" y="150"/>
                    <a:pt x="613" y="149"/>
                    <a:pt x="617" y="147"/>
                  </a:cubicBezTo>
                  <a:cubicBezTo>
                    <a:pt x="621" y="145"/>
                    <a:pt x="627" y="143"/>
                    <a:pt x="631" y="143"/>
                  </a:cubicBezTo>
                  <a:cubicBezTo>
                    <a:pt x="633" y="142"/>
                    <a:pt x="637" y="143"/>
                    <a:pt x="641" y="143"/>
                  </a:cubicBezTo>
                  <a:cubicBezTo>
                    <a:pt x="649" y="143"/>
                    <a:pt x="657" y="143"/>
                    <a:pt x="658" y="142"/>
                  </a:cubicBezTo>
                  <a:cubicBezTo>
                    <a:pt x="660" y="142"/>
                    <a:pt x="660" y="141"/>
                    <a:pt x="660" y="140"/>
                  </a:cubicBezTo>
                  <a:cubicBezTo>
                    <a:pt x="659" y="139"/>
                    <a:pt x="658" y="137"/>
                    <a:pt x="657" y="135"/>
                  </a:cubicBezTo>
                  <a:cubicBezTo>
                    <a:pt x="655" y="133"/>
                    <a:pt x="648" y="126"/>
                    <a:pt x="642" y="120"/>
                  </a:cubicBezTo>
                  <a:cubicBezTo>
                    <a:pt x="638" y="116"/>
                    <a:pt x="634" y="113"/>
                    <a:pt x="632" y="113"/>
                  </a:cubicBezTo>
                  <a:cubicBezTo>
                    <a:pt x="630" y="112"/>
                    <a:pt x="627" y="112"/>
                    <a:pt x="624" y="112"/>
                  </a:cubicBezTo>
                  <a:cubicBezTo>
                    <a:pt x="620" y="112"/>
                    <a:pt x="617" y="113"/>
                    <a:pt x="615" y="114"/>
                  </a:cubicBezTo>
                  <a:cubicBezTo>
                    <a:pt x="613" y="115"/>
                    <a:pt x="612" y="116"/>
                    <a:pt x="611" y="118"/>
                  </a:cubicBezTo>
                  <a:cubicBezTo>
                    <a:pt x="610" y="119"/>
                    <a:pt x="609" y="120"/>
                    <a:pt x="607" y="120"/>
                  </a:cubicBezTo>
                  <a:cubicBezTo>
                    <a:pt x="606" y="121"/>
                    <a:pt x="603" y="119"/>
                    <a:pt x="601" y="118"/>
                  </a:cubicBezTo>
                  <a:cubicBezTo>
                    <a:pt x="599" y="117"/>
                    <a:pt x="597" y="115"/>
                    <a:pt x="596" y="115"/>
                  </a:cubicBezTo>
                  <a:cubicBezTo>
                    <a:pt x="595" y="115"/>
                    <a:pt x="593" y="116"/>
                    <a:pt x="591" y="116"/>
                  </a:cubicBezTo>
                  <a:cubicBezTo>
                    <a:pt x="589" y="116"/>
                    <a:pt x="588" y="116"/>
                    <a:pt x="587" y="116"/>
                  </a:cubicBezTo>
                  <a:cubicBezTo>
                    <a:pt x="586" y="116"/>
                    <a:pt x="584" y="117"/>
                    <a:pt x="583" y="117"/>
                  </a:cubicBezTo>
                  <a:cubicBezTo>
                    <a:pt x="581" y="118"/>
                    <a:pt x="579" y="119"/>
                    <a:pt x="576" y="119"/>
                  </a:cubicBezTo>
                  <a:cubicBezTo>
                    <a:pt x="573" y="118"/>
                    <a:pt x="572" y="115"/>
                    <a:pt x="571" y="112"/>
                  </a:cubicBezTo>
                  <a:cubicBezTo>
                    <a:pt x="570" y="112"/>
                    <a:pt x="570" y="111"/>
                    <a:pt x="570" y="111"/>
                  </a:cubicBezTo>
                  <a:cubicBezTo>
                    <a:pt x="569" y="108"/>
                    <a:pt x="569" y="107"/>
                    <a:pt x="571" y="105"/>
                  </a:cubicBezTo>
                  <a:cubicBezTo>
                    <a:pt x="571" y="105"/>
                    <a:pt x="571" y="105"/>
                    <a:pt x="571" y="105"/>
                  </a:cubicBezTo>
                  <a:cubicBezTo>
                    <a:pt x="571" y="105"/>
                    <a:pt x="572" y="104"/>
                    <a:pt x="573" y="104"/>
                  </a:cubicBezTo>
                  <a:cubicBezTo>
                    <a:pt x="573" y="103"/>
                    <a:pt x="573" y="103"/>
                    <a:pt x="573" y="103"/>
                  </a:cubicBezTo>
                  <a:cubicBezTo>
                    <a:pt x="574" y="102"/>
                    <a:pt x="574" y="102"/>
                    <a:pt x="574" y="101"/>
                  </a:cubicBezTo>
                  <a:cubicBezTo>
                    <a:pt x="574" y="101"/>
                    <a:pt x="574" y="100"/>
                    <a:pt x="574" y="99"/>
                  </a:cubicBezTo>
                  <a:cubicBezTo>
                    <a:pt x="574" y="99"/>
                    <a:pt x="574" y="99"/>
                    <a:pt x="574" y="98"/>
                  </a:cubicBezTo>
                  <a:cubicBezTo>
                    <a:pt x="574" y="95"/>
                    <a:pt x="575" y="95"/>
                    <a:pt x="575" y="93"/>
                  </a:cubicBezTo>
                  <a:cubicBezTo>
                    <a:pt x="576" y="93"/>
                    <a:pt x="576" y="92"/>
                    <a:pt x="576" y="91"/>
                  </a:cubicBezTo>
                  <a:cubicBezTo>
                    <a:pt x="577" y="90"/>
                    <a:pt x="580" y="84"/>
                    <a:pt x="584" y="77"/>
                  </a:cubicBezTo>
                  <a:cubicBezTo>
                    <a:pt x="587" y="71"/>
                    <a:pt x="591" y="64"/>
                    <a:pt x="593" y="61"/>
                  </a:cubicBezTo>
                  <a:cubicBezTo>
                    <a:pt x="592" y="61"/>
                    <a:pt x="592" y="61"/>
                    <a:pt x="592" y="61"/>
                  </a:cubicBezTo>
                  <a:cubicBezTo>
                    <a:pt x="589" y="59"/>
                    <a:pt x="586" y="58"/>
                    <a:pt x="583" y="58"/>
                  </a:cubicBezTo>
                  <a:cubicBezTo>
                    <a:pt x="580" y="58"/>
                    <a:pt x="578" y="59"/>
                    <a:pt x="576" y="60"/>
                  </a:cubicBezTo>
                  <a:cubicBezTo>
                    <a:pt x="573" y="60"/>
                    <a:pt x="572" y="61"/>
                    <a:pt x="570" y="61"/>
                  </a:cubicBezTo>
                  <a:cubicBezTo>
                    <a:pt x="568" y="61"/>
                    <a:pt x="565" y="59"/>
                    <a:pt x="563" y="57"/>
                  </a:cubicBezTo>
                  <a:cubicBezTo>
                    <a:pt x="560" y="55"/>
                    <a:pt x="557" y="52"/>
                    <a:pt x="555" y="52"/>
                  </a:cubicBezTo>
                  <a:cubicBezTo>
                    <a:pt x="552" y="52"/>
                    <a:pt x="549" y="52"/>
                    <a:pt x="546" y="52"/>
                  </a:cubicBezTo>
                  <a:cubicBezTo>
                    <a:pt x="544" y="52"/>
                    <a:pt x="541" y="52"/>
                    <a:pt x="541" y="52"/>
                  </a:cubicBezTo>
                  <a:cubicBezTo>
                    <a:pt x="541" y="52"/>
                    <a:pt x="541" y="52"/>
                    <a:pt x="541" y="52"/>
                  </a:cubicBezTo>
                  <a:cubicBezTo>
                    <a:pt x="540" y="52"/>
                    <a:pt x="538" y="53"/>
                    <a:pt x="535" y="55"/>
                  </a:cubicBezTo>
                  <a:cubicBezTo>
                    <a:pt x="532" y="56"/>
                    <a:pt x="530" y="58"/>
                    <a:pt x="527" y="60"/>
                  </a:cubicBezTo>
                  <a:cubicBezTo>
                    <a:pt x="525" y="61"/>
                    <a:pt x="523" y="64"/>
                    <a:pt x="521" y="66"/>
                  </a:cubicBezTo>
                  <a:cubicBezTo>
                    <a:pt x="519" y="68"/>
                    <a:pt x="517" y="70"/>
                    <a:pt x="516" y="71"/>
                  </a:cubicBezTo>
                  <a:cubicBezTo>
                    <a:pt x="516" y="71"/>
                    <a:pt x="516" y="71"/>
                    <a:pt x="516" y="71"/>
                  </a:cubicBezTo>
                  <a:cubicBezTo>
                    <a:pt x="514" y="72"/>
                    <a:pt x="509" y="72"/>
                    <a:pt x="504" y="73"/>
                  </a:cubicBezTo>
                  <a:cubicBezTo>
                    <a:pt x="501" y="73"/>
                    <a:pt x="497" y="74"/>
                    <a:pt x="495" y="74"/>
                  </a:cubicBezTo>
                  <a:cubicBezTo>
                    <a:pt x="493" y="75"/>
                    <a:pt x="490" y="75"/>
                    <a:pt x="486" y="76"/>
                  </a:cubicBezTo>
                  <a:cubicBezTo>
                    <a:pt x="481" y="78"/>
                    <a:pt x="475" y="80"/>
                    <a:pt x="473" y="81"/>
                  </a:cubicBezTo>
                  <a:cubicBezTo>
                    <a:pt x="472" y="81"/>
                    <a:pt x="469" y="81"/>
                    <a:pt x="465" y="80"/>
                  </a:cubicBezTo>
                  <a:cubicBezTo>
                    <a:pt x="463" y="80"/>
                    <a:pt x="461" y="79"/>
                    <a:pt x="458" y="79"/>
                  </a:cubicBezTo>
                  <a:cubicBezTo>
                    <a:pt x="453" y="78"/>
                    <a:pt x="450" y="78"/>
                    <a:pt x="447" y="77"/>
                  </a:cubicBezTo>
                  <a:cubicBezTo>
                    <a:pt x="444" y="77"/>
                    <a:pt x="442" y="76"/>
                    <a:pt x="439" y="76"/>
                  </a:cubicBezTo>
                  <a:cubicBezTo>
                    <a:pt x="436" y="75"/>
                    <a:pt x="435" y="75"/>
                    <a:pt x="433" y="76"/>
                  </a:cubicBezTo>
                  <a:cubicBezTo>
                    <a:pt x="431" y="76"/>
                    <a:pt x="429" y="76"/>
                    <a:pt x="425" y="75"/>
                  </a:cubicBezTo>
                  <a:cubicBezTo>
                    <a:pt x="418" y="74"/>
                    <a:pt x="417" y="72"/>
                    <a:pt x="416" y="69"/>
                  </a:cubicBezTo>
                  <a:cubicBezTo>
                    <a:pt x="415" y="69"/>
                    <a:pt x="415" y="68"/>
                    <a:pt x="414" y="67"/>
                  </a:cubicBezTo>
                  <a:cubicBezTo>
                    <a:pt x="413" y="65"/>
                    <a:pt x="413" y="63"/>
                    <a:pt x="413" y="61"/>
                  </a:cubicBezTo>
                  <a:cubicBezTo>
                    <a:pt x="413" y="60"/>
                    <a:pt x="412" y="59"/>
                    <a:pt x="411" y="58"/>
                  </a:cubicBezTo>
                  <a:cubicBezTo>
                    <a:pt x="410" y="58"/>
                    <a:pt x="408" y="58"/>
                    <a:pt x="407" y="58"/>
                  </a:cubicBezTo>
                  <a:cubicBezTo>
                    <a:pt x="404" y="58"/>
                    <a:pt x="401" y="57"/>
                    <a:pt x="399" y="55"/>
                  </a:cubicBezTo>
                  <a:cubicBezTo>
                    <a:pt x="397" y="54"/>
                    <a:pt x="396" y="53"/>
                    <a:pt x="394" y="52"/>
                  </a:cubicBezTo>
                  <a:cubicBezTo>
                    <a:pt x="392" y="51"/>
                    <a:pt x="390" y="50"/>
                    <a:pt x="388" y="50"/>
                  </a:cubicBezTo>
                  <a:cubicBezTo>
                    <a:pt x="386" y="50"/>
                    <a:pt x="385" y="50"/>
                    <a:pt x="384" y="50"/>
                  </a:cubicBezTo>
                  <a:cubicBezTo>
                    <a:pt x="382" y="49"/>
                    <a:pt x="380" y="49"/>
                    <a:pt x="378" y="49"/>
                  </a:cubicBezTo>
                  <a:cubicBezTo>
                    <a:pt x="377" y="48"/>
                    <a:pt x="375" y="47"/>
                    <a:pt x="372" y="47"/>
                  </a:cubicBezTo>
                  <a:cubicBezTo>
                    <a:pt x="370" y="46"/>
                    <a:pt x="367" y="46"/>
                    <a:pt x="364" y="46"/>
                  </a:cubicBezTo>
                  <a:cubicBezTo>
                    <a:pt x="360" y="45"/>
                    <a:pt x="358" y="46"/>
                    <a:pt x="355" y="46"/>
                  </a:cubicBezTo>
                  <a:cubicBezTo>
                    <a:pt x="352" y="46"/>
                    <a:pt x="350" y="47"/>
                    <a:pt x="347" y="49"/>
                  </a:cubicBezTo>
                  <a:cubicBezTo>
                    <a:pt x="344" y="50"/>
                    <a:pt x="341" y="51"/>
                    <a:pt x="339" y="52"/>
                  </a:cubicBezTo>
                  <a:cubicBezTo>
                    <a:pt x="336" y="53"/>
                    <a:pt x="334" y="53"/>
                    <a:pt x="332" y="53"/>
                  </a:cubicBezTo>
                  <a:cubicBezTo>
                    <a:pt x="330" y="53"/>
                    <a:pt x="327" y="53"/>
                    <a:pt x="323" y="52"/>
                  </a:cubicBezTo>
                  <a:cubicBezTo>
                    <a:pt x="321" y="51"/>
                    <a:pt x="318" y="51"/>
                    <a:pt x="316" y="50"/>
                  </a:cubicBezTo>
                  <a:cubicBezTo>
                    <a:pt x="312" y="49"/>
                    <a:pt x="308" y="48"/>
                    <a:pt x="305" y="47"/>
                  </a:cubicBezTo>
                  <a:cubicBezTo>
                    <a:pt x="302" y="45"/>
                    <a:pt x="300" y="44"/>
                    <a:pt x="298" y="41"/>
                  </a:cubicBezTo>
                  <a:cubicBezTo>
                    <a:pt x="294" y="37"/>
                    <a:pt x="294" y="35"/>
                    <a:pt x="294" y="28"/>
                  </a:cubicBezTo>
                  <a:cubicBezTo>
                    <a:pt x="294" y="28"/>
                    <a:pt x="294" y="28"/>
                    <a:pt x="294" y="28"/>
                  </a:cubicBezTo>
                  <a:cubicBezTo>
                    <a:pt x="294" y="22"/>
                    <a:pt x="293" y="22"/>
                    <a:pt x="292" y="21"/>
                  </a:cubicBezTo>
                  <a:cubicBezTo>
                    <a:pt x="291" y="21"/>
                    <a:pt x="291" y="21"/>
                    <a:pt x="291" y="21"/>
                  </a:cubicBezTo>
                  <a:cubicBezTo>
                    <a:pt x="291" y="21"/>
                    <a:pt x="291" y="21"/>
                    <a:pt x="291" y="21"/>
                  </a:cubicBezTo>
                  <a:cubicBezTo>
                    <a:pt x="290" y="21"/>
                    <a:pt x="285" y="19"/>
                    <a:pt x="279" y="17"/>
                  </a:cubicBezTo>
                  <a:cubicBezTo>
                    <a:pt x="273" y="15"/>
                    <a:pt x="265" y="13"/>
                    <a:pt x="261" y="12"/>
                  </a:cubicBezTo>
                  <a:cubicBezTo>
                    <a:pt x="257" y="11"/>
                    <a:pt x="256" y="11"/>
                    <a:pt x="254" y="11"/>
                  </a:cubicBezTo>
                  <a:cubicBezTo>
                    <a:pt x="253" y="11"/>
                    <a:pt x="251" y="11"/>
                    <a:pt x="248" y="10"/>
                  </a:cubicBezTo>
                  <a:cubicBezTo>
                    <a:pt x="244" y="9"/>
                    <a:pt x="240" y="6"/>
                    <a:pt x="236" y="4"/>
                  </a:cubicBezTo>
                  <a:cubicBezTo>
                    <a:pt x="232" y="2"/>
                    <a:pt x="229" y="0"/>
                    <a:pt x="228" y="1"/>
                  </a:cubicBezTo>
                  <a:cubicBezTo>
                    <a:pt x="227" y="1"/>
                    <a:pt x="225" y="2"/>
                    <a:pt x="223" y="3"/>
                  </a:cubicBezTo>
                  <a:cubicBezTo>
                    <a:pt x="221" y="6"/>
                    <a:pt x="218" y="8"/>
                    <a:pt x="217" y="10"/>
                  </a:cubicBezTo>
                  <a:cubicBezTo>
                    <a:pt x="215" y="11"/>
                    <a:pt x="215" y="12"/>
                    <a:pt x="215" y="13"/>
                  </a:cubicBezTo>
                  <a:cubicBezTo>
                    <a:pt x="215" y="13"/>
                    <a:pt x="215" y="14"/>
                    <a:pt x="214" y="15"/>
                  </a:cubicBezTo>
                  <a:cubicBezTo>
                    <a:pt x="213" y="16"/>
                    <a:pt x="212" y="17"/>
                    <a:pt x="211" y="18"/>
                  </a:cubicBezTo>
                  <a:cubicBezTo>
                    <a:pt x="211" y="18"/>
                    <a:pt x="210" y="19"/>
                    <a:pt x="210" y="19"/>
                  </a:cubicBezTo>
                  <a:cubicBezTo>
                    <a:pt x="209" y="20"/>
                    <a:pt x="209" y="21"/>
                    <a:pt x="208" y="22"/>
                  </a:cubicBezTo>
                  <a:cubicBezTo>
                    <a:pt x="208" y="23"/>
                    <a:pt x="208" y="24"/>
                    <a:pt x="207" y="27"/>
                  </a:cubicBezTo>
                  <a:cubicBezTo>
                    <a:pt x="207" y="29"/>
                    <a:pt x="208" y="31"/>
                    <a:pt x="209" y="33"/>
                  </a:cubicBezTo>
                  <a:cubicBezTo>
                    <a:pt x="209" y="34"/>
                    <a:pt x="210" y="36"/>
                    <a:pt x="210" y="37"/>
                  </a:cubicBezTo>
                  <a:cubicBezTo>
                    <a:pt x="211" y="38"/>
                    <a:pt x="212" y="39"/>
                    <a:pt x="213" y="40"/>
                  </a:cubicBezTo>
                  <a:cubicBezTo>
                    <a:pt x="214" y="41"/>
                    <a:pt x="215" y="42"/>
                    <a:pt x="215" y="44"/>
                  </a:cubicBezTo>
                  <a:cubicBezTo>
                    <a:pt x="215" y="46"/>
                    <a:pt x="214" y="49"/>
                    <a:pt x="213" y="51"/>
                  </a:cubicBezTo>
                  <a:cubicBezTo>
                    <a:pt x="212" y="54"/>
                    <a:pt x="211" y="56"/>
                    <a:pt x="210" y="57"/>
                  </a:cubicBezTo>
                  <a:cubicBezTo>
                    <a:pt x="208" y="58"/>
                    <a:pt x="207" y="58"/>
                    <a:pt x="205" y="59"/>
                  </a:cubicBezTo>
                  <a:cubicBezTo>
                    <a:pt x="204" y="59"/>
                    <a:pt x="203" y="59"/>
                    <a:pt x="202" y="59"/>
                  </a:cubicBezTo>
                  <a:cubicBezTo>
                    <a:pt x="201" y="60"/>
                    <a:pt x="200" y="60"/>
                    <a:pt x="200" y="61"/>
                  </a:cubicBezTo>
                  <a:cubicBezTo>
                    <a:pt x="198" y="62"/>
                    <a:pt x="197" y="63"/>
                    <a:pt x="195" y="63"/>
                  </a:cubicBezTo>
                  <a:cubicBezTo>
                    <a:pt x="194" y="63"/>
                    <a:pt x="192" y="63"/>
                    <a:pt x="190" y="63"/>
                  </a:cubicBezTo>
                  <a:cubicBezTo>
                    <a:pt x="188" y="63"/>
                    <a:pt x="186" y="62"/>
                    <a:pt x="183" y="61"/>
                  </a:cubicBezTo>
                  <a:cubicBezTo>
                    <a:pt x="182" y="61"/>
                    <a:pt x="181" y="61"/>
                    <a:pt x="179" y="60"/>
                  </a:cubicBezTo>
                  <a:cubicBezTo>
                    <a:pt x="175" y="59"/>
                    <a:pt x="171" y="57"/>
                    <a:pt x="166" y="57"/>
                  </a:cubicBezTo>
                  <a:cubicBezTo>
                    <a:pt x="162" y="57"/>
                    <a:pt x="162" y="57"/>
                    <a:pt x="161" y="58"/>
                  </a:cubicBezTo>
                  <a:cubicBezTo>
                    <a:pt x="160" y="59"/>
                    <a:pt x="160" y="59"/>
                    <a:pt x="158" y="60"/>
                  </a:cubicBezTo>
                  <a:cubicBezTo>
                    <a:pt x="156" y="61"/>
                    <a:pt x="154" y="60"/>
                    <a:pt x="152" y="60"/>
                  </a:cubicBezTo>
                  <a:cubicBezTo>
                    <a:pt x="150" y="59"/>
                    <a:pt x="147" y="58"/>
                    <a:pt x="143" y="58"/>
                  </a:cubicBezTo>
                  <a:cubicBezTo>
                    <a:pt x="134" y="57"/>
                    <a:pt x="134" y="54"/>
                    <a:pt x="133" y="51"/>
                  </a:cubicBezTo>
                  <a:cubicBezTo>
                    <a:pt x="133" y="50"/>
                    <a:pt x="133" y="49"/>
                    <a:pt x="132" y="48"/>
                  </a:cubicBezTo>
                  <a:cubicBezTo>
                    <a:pt x="132" y="47"/>
                    <a:pt x="131" y="46"/>
                    <a:pt x="131" y="45"/>
                  </a:cubicBezTo>
                  <a:cubicBezTo>
                    <a:pt x="130" y="43"/>
                    <a:pt x="130" y="42"/>
                    <a:pt x="129" y="42"/>
                  </a:cubicBezTo>
                  <a:cubicBezTo>
                    <a:pt x="127" y="42"/>
                    <a:pt x="126" y="42"/>
                    <a:pt x="124" y="42"/>
                  </a:cubicBezTo>
                  <a:cubicBezTo>
                    <a:pt x="122" y="42"/>
                    <a:pt x="120" y="42"/>
                    <a:pt x="118" y="42"/>
                  </a:cubicBezTo>
                  <a:cubicBezTo>
                    <a:pt x="111" y="42"/>
                    <a:pt x="107" y="39"/>
                    <a:pt x="105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5" y="37"/>
                    <a:pt x="105" y="37"/>
                    <a:pt x="105" y="37"/>
                  </a:cubicBezTo>
                  <a:cubicBezTo>
                    <a:pt x="104" y="36"/>
                    <a:pt x="102" y="35"/>
                    <a:pt x="100" y="35"/>
                  </a:cubicBezTo>
                  <a:cubicBezTo>
                    <a:pt x="99" y="34"/>
                    <a:pt x="97" y="34"/>
                    <a:pt x="96" y="34"/>
                  </a:cubicBezTo>
                  <a:cubicBezTo>
                    <a:pt x="94" y="34"/>
                    <a:pt x="94" y="35"/>
                    <a:pt x="92" y="36"/>
                  </a:cubicBezTo>
                  <a:cubicBezTo>
                    <a:pt x="91" y="37"/>
                    <a:pt x="90" y="39"/>
                    <a:pt x="87" y="40"/>
                  </a:cubicBezTo>
                  <a:cubicBezTo>
                    <a:pt x="84" y="41"/>
                    <a:pt x="82" y="41"/>
                    <a:pt x="80" y="41"/>
                  </a:cubicBezTo>
                  <a:cubicBezTo>
                    <a:pt x="79" y="41"/>
                    <a:pt x="78" y="41"/>
                    <a:pt x="77" y="41"/>
                  </a:cubicBezTo>
                  <a:cubicBezTo>
                    <a:pt x="75" y="42"/>
                    <a:pt x="72" y="43"/>
                    <a:pt x="68" y="45"/>
                  </a:cubicBezTo>
                  <a:cubicBezTo>
                    <a:pt x="67" y="46"/>
                    <a:pt x="67" y="46"/>
                    <a:pt x="65" y="47"/>
                  </a:cubicBezTo>
                  <a:cubicBezTo>
                    <a:pt x="62" y="48"/>
                    <a:pt x="57" y="51"/>
                    <a:pt x="52" y="53"/>
                  </a:cubicBezTo>
                  <a:cubicBezTo>
                    <a:pt x="48" y="55"/>
                    <a:pt x="44" y="57"/>
                    <a:pt x="43" y="58"/>
                  </a:cubicBezTo>
                  <a:cubicBezTo>
                    <a:pt x="42" y="58"/>
                    <a:pt x="42" y="58"/>
                    <a:pt x="41" y="58"/>
                  </a:cubicBezTo>
                  <a:cubicBezTo>
                    <a:pt x="39" y="60"/>
                    <a:pt x="38" y="60"/>
                    <a:pt x="37" y="62"/>
                  </a:cubicBezTo>
                  <a:cubicBezTo>
                    <a:pt x="37" y="65"/>
                    <a:pt x="37" y="65"/>
                    <a:pt x="34" y="66"/>
                  </a:cubicBezTo>
                  <a:cubicBezTo>
                    <a:pt x="33" y="66"/>
                    <a:pt x="33" y="67"/>
                    <a:pt x="32" y="67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28" y="69"/>
                    <a:pt x="25" y="71"/>
                    <a:pt x="22" y="71"/>
                  </a:cubicBezTo>
                  <a:cubicBezTo>
                    <a:pt x="20" y="71"/>
                    <a:pt x="18" y="72"/>
                    <a:pt x="15" y="72"/>
                  </a:cubicBezTo>
                  <a:cubicBezTo>
                    <a:pt x="11" y="72"/>
                    <a:pt x="7" y="72"/>
                    <a:pt x="7" y="72"/>
                  </a:cubicBezTo>
                  <a:cubicBezTo>
                    <a:pt x="7" y="73"/>
                    <a:pt x="7" y="73"/>
                    <a:pt x="6" y="73"/>
                  </a:cubicBezTo>
                  <a:cubicBezTo>
                    <a:pt x="6" y="74"/>
                    <a:pt x="6" y="76"/>
                    <a:pt x="4" y="78"/>
                  </a:cubicBezTo>
                  <a:cubicBezTo>
                    <a:pt x="3" y="80"/>
                    <a:pt x="2" y="80"/>
                    <a:pt x="0" y="81"/>
                  </a:cubicBezTo>
                  <a:cubicBezTo>
                    <a:pt x="0" y="81"/>
                    <a:pt x="0" y="82"/>
                    <a:pt x="0" y="82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84"/>
                    <a:pt x="0" y="85"/>
                    <a:pt x="0" y="8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6" name="Freeform 481">
              <a:extLst>
                <a:ext uri="{FF2B5EF4-FFF2-40B4-BE49-F238E27FC236}">
                  <a16:creationId xmlns:a16="http://schemas.microsoft.com/office/drawing/2014/main" id="{1F0CDC35-E2C2-2E7F-868A-196EA8FF9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11282" y="2580455"/>
              <a:ext cx="181940" cy="428758"/>
            </a:xfrm>
            <a:custGeom>
              <a:avLst/>
              <a:gdLst>
                <a:gd name="T0" fmla="*/ 123 w 166"/>
                <a:gd name="T1" fmla="*/ 360 h 400"/>
                <a:gd name="T2" fmla="*/ 104 w 166"/>
                <a:gd name="T3" fmla="*/ 301 h 400"/>
                <a:gd name="T4" fmla="*/ 72 w 166"/>
                <a:gd name="T5" fmla="*/ 281 h 400"/>
                <a:gd name="T6" fmla="*/ 57 w 166"/>
                <a:gd name="T7" fmla="*/ 265 h 400"/>
                <a:gd name="T8" fmla="*/ 53 w 166"/>
                <a:gd name="T9" fmla="*/ 247 h 400"/>
                <a:gd name="T10" fmla="*/ 38 w 166"/>
                <a:gd name="T11" fmla="*/ 228 h 400"/>
                <a:gd name="T12" fmla="*/ 45 w 166"/>
                <a:gd name="T13" fmla="*/ 195 h 400"/>
                <a:gd name="T14" fmla="*/ 54 w 166"/>
                <a:gd name="T15" fmla="*/ 155 h 400"/>
                <a:gd name="T16" fmla="*/ 67 w 166"/>
                <a:gd name="T17" fmla="*/ 145 h 400"/>
                <a:gd name="T18" fmla="*/ 75 w 166"/>
                <a:gd name="T19" fmla="*/ 163 h 400"/>
                <a:gd name="T20" fmla="*/ 101 w 166"/>
                <a:gd name="T21" fmla="*/ 171 h 400"/>
                <a:gd name="T22" fmla="*/ 108 w 166"/>
                <a:gd name="T23" fmla="*/ 169 h 400"/>
                <a:gd name="T24" fmla="*/ 103 w 166"/>
                <a:gd name="T25" fmla="*/ 155 h 400"/>
                <a:gd name="T26" fmla="*/ 107 w 166"/>
                <a:gd name="T27" fmla="*/ 137 h 400"/>
                <a:gd name="T28" fmla="*/ 150 w 166"/>
                <a:gd name="T29" fmla="*/ 125 h 400"/>
                <a:gd name="T30" fmla="*/ 164 w 166"/>
                <a:gd name="T31" fmla="*/ 112 h 400"/>
                <a:gd name="T32" fmla="*/ 157 w 166"/>
                <a:gd name="T33" fmla="*/ 88 h 400"/>
                <a:gd name="T34" fmla="*/ 149 w 166"/>
                <a:gd name="T35" fmla="*/ 68 h 400"/>
                <a:gd name="T36" fmla="*/ 139 w 166"/>
                <a:gd name="T37" fmla="*/ 51 h 400"/>
                <a:gd name="T38" fmla="*/ 112 w 166"/>
                <a:gd name="T39" fmla="*/ 52 h 400"/>
                <a:gd name="T40" fmla="*/ 94 w 166"/>
                <a:gd name="T41" fmla="*/ 48 h 400"/>
                <a:gd name="T42" fmla="*/ 71 w 166"/>
                <a:gd name="T43" fmla="*/ 59 h 400"/>
                <a:gd name="T44" fmla="*/ 75 w 166"/>
                <a:gd name="T45" fmla="*/ 42 h 400"/>
                <a:gd name="T46" fmla="*/ 77 w 166"/>
                <a:gd name="T47" fmla="*/ 22 h 400"/>
                <a:gd name="T48" fmla="*/ 61 w 166"/>
                <a:gd name="T49" fmla="*/ 15 h 400"/>
                <a:gd name="T50" fmla="*/ 58 w 166"/>
                <a:gd name="T51" fmla="*/ 1 h 400"/>
                <a:gd name="T52" fmla="*/ 50 w 166"/>
                <a:gd name="T53" fmla="*/ 0 h 400"/>
                <a:gd name="T54" fmla="*/ 44 w 166"/>
                <a:gd name="T55" fmla="*/ 2 h 400"/>
                <a:gd name="T56" fmla="*/ 32 w 166"/>
                <a:gd name="T57" fmla="*/ 13 h 400"/>
                <a:gd name="T58" fmla="*/ 13 w 166"/>
                <a:gd name="T59" fmla="*/ 14 h 400"/>
                <a:gd name="T60" fmla="*/ 8 w 166"/>
                <a:gd name="T61" fmla="*/ 27 h 400"/>
                <a:gd name="T62" fmla="*/ 0 w 166"/>
                <a:gd name="T63" fmla="*/ 40 h 400"/>
                <a:gd name="T64" fmla="*/ 7 w 166"/>
                <a:gd name="T65" fmla="*/ 53 h 400"/>
                <a:gd name="T66" fmla="*/ 18 w 166"/>
                <a:gd name="T67" fmla="*/ 68 h 400"/>
                <a:gd name="T68" fmla="*/ 29 w 166"/>
                <a:gd name="T69" fmla="*/ 83 h 400"/>
                <a:gd name="T70" fmla="*/ 27 w 166"/>
                <a:gd name="T71" fmla="*/ 92 h 400"/>
                <a:gd name="T72" fmla="*/ 21 w 166"/>
                <a:gd name="T73" fmla="*/ 109 h 400"/>
                <a:gd name="T74" fmla="*/ 19 w 166"/>
                <a:gd name="T75" fmla="*/ 119 h 400"/>
                <a:gd name="T76" fmla="*/ 37 w 166"/>
                <a:gd name="T77" fmla="*/ 143 h 400"/>
                <a:gd name="T78" fmla="*/ 40 w 166"/>
                <a:gd name="T79" fmla="*/ 163 h 400"/>
                <a:gd name="T80" fmla="*/ 38 w 166"/>
                <a:gd name="T81" fmla="*/ 194 h 400"/>
                <a:gd name="T82" fmla="*/ 28 w 166"/>
                <a:gd name="T83" fmla="*/ 211 h 400"/>
                <a:gd name="T84" fmla="*/ 17 w 166"/>
                <a:gd name="T85" fmla="*/ 237 h 400"/>
                <a:gd name="T86" fmla="*/ 26 w 166"/>
                <a:gd name="T87" fmla="*/ 253 h 400"/>
                <a:gd name="T88" fmla="*/ 44 w 166"/>
                <a:gd name="T89" fmla="*/ 276 h 400"/>
                <a:gd name="T90" fmla="*/ 57 w 166"/>
                <a:gd name="T91" fmla="*/ 298 h 400"/>
                <a:gd name="T92" fmla="*/ 66 w 166"/>
                <a:gd name="T93" fmla="*/ 331 h 400"/>
                <a:gd name="T94" fmla="*/ 78 w 166"/>
                <a:gd name="T95" fmla="*/ 357 h 400"/>
                <a:gd name="T96" fmla="*/ 113 w 166"/>
                <a:gd name="T97" fmla="*/ 389 h 400"/>
                <a:gd name="T98" fmla="*/ 140 w 166"/>
                <a:gd name="T99" fmla="*/ 398 h 400"/>
                <a:gd name="T100" fmla="*/ 17 w 166"/>
                <a:gd name="T101" fmla="*/ 259 h 400"/>
                <a:gd name="T102" fmla="*/ 44 w 166"/>
                <a:gd name="T103" fmla="*/ 29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6" h="400">
                  <a:moveTo>
                    <a:pt x="140" y="398"/>
                  </a:moveTo>
                  <a:cubicBezTo>
                    <a:pt x="142" y="398"/>
                    <a:pt x="141" y="395"/>
                    <a:pt x="140" y="393"/>
                  </a:cubicBezTo>
                  <a:cubicBezTo>
                    <a:pt x="140" y="390"/>
                    <a:pt x="139" y="389"/>
                    <a:pt x="135" y="382"/>
                  </a:cubicBezTo>
                  <a:cubicBezTo>
                    <a:pt x="131" y="376"/>
                    <a:pt x="129" y="373"/>
                    <a:pt x="127" y="370"/>
                  </a:cubicBezTo>
                  <a:cubicBezTo>
                    <a:pt x="125" y="366"/>
                    <a:pt x="123" y="364"/>
                    <a:pt x="123" y="360"/>
                  </a:cubicBezTo>
                  <a:cubicBezTo>
                    <a:pt x="123" y="355"/>
                    <a:pt x="123" y="351"/>
                    <a:pt x="123" y="346"/>
                  </a:cubicBezTo>
                  <a:cubicBezTo>
                    <a:pt x="123" y="340"/>
                    <a:pt x="123" y="335"/>
                    <a:pt x="123" y="331"/>
                  </a:cubicBezTo>
                  <a:cubicBezTo>
                    <a:pt x="123" y="326"/>
                    <a:pt x="120" y="320"/>
                    <a:pt x="119" y="317"/>
                  </a:cubicBezTo>
                  <a:cubicBezTo>
                    <a:pt x="117" y="314"/>
                    <a:pt x="114" y="312"/>
                    <a:pt x="109" y="308"/>
                  </a:cubicBezTo>
                  <a:cubicBezTo>
                    <a:pt x="105" y="304"/>
                    <a:pt x="106" y="305"/>
                    <a:pt x="104" y="301"/>
                  </a:cubicBezTo>
                  <a:cubicBezTo>
                    <a:pt x="102" y="297"/>
                    <a:pt x="96" y="295"/>
                    <a:pt x="95" y="295"/>
                  </a:cubicBezTo>
                  <a:cubicBezTo>
                    <a:pt x="93" y="294"/>
                    <a:pt x="89" y="290"/>
                    <a:pt x="87" y="287"/>
                  </a:cubicBezTo>
                  <a:cubicBezTo>
                    <a:pt x="84" y="284"/>
                    <a:pt x="83" y="283"/>
                    <a:pt x="81" y="282"/>
                  </a:cubicBezTo>
                  <a:cubicBezTo>
                    <a:pt x="80" y="281"/>
                    <a:pt x="77" y="283"/>
                    <a:pt x="75" y="283"/>
                  </a:cubicBezTo>
                  <a:cubicBezTo>
                    <a:pt x="73" y="283"/>
                    <a:pt x="73" y="283"/>
                    <a:pt x="72" y="281"/>
                  </a:cubicBezTo>
                  <a:cubicBezTo>
                    <a:pt x="71" y="280"/>
                    <a:pt x="67" y="278"/>
                    <a:pt x="65" y="277"/>
                  </a:cubicBezTo>
                  <a:cubicBezTo>
                    <a:pt x="63" y="276"/>
                    <a:pt x="62" y="277"/>
                    <a:pt x="61" y="277"/>
                  </a:cubicBezTo>
                  <a:cubicBezTo>
                    <a:pt x="60" y="276"/>
                    <a:pt x="60" y="276"/>
                    <a:pt x="58" y="274"/>
                  </a:cubicBezTo>
                  <a:cubicBezTo>
                    <a:pt x="56" y="273"/>
                    <a:pt x="56" y="270"/>
                    <a:pt x="55" y="269"/>
                  </a:cubicBezTo>
                  <a:cubicBezTo>
                    <a:pt x="55" y="267"/>
                    <a:pt x="56" y="265"/>
                    <a:pt x="57" y="265"/>
                  </a:cubicBezTo>
                  <a:cubicBezTo>
                    <a:pt x="57" y="264"/>
                    <a:pt x="58" y="266"/>
                    <a:pt x="59" y="268"/>
                  </a:cubicBezTo>
                  <a:cubicBezTo>
                    <a:pt x="60" y="269"/>
                    <a:pt x="61" y="269"/>
                    <a:pt x="61" y="268"/>
                  </a:cubicBezTo>
                  <a:cubicBezTo>
                    <a:pt x="61" y="266"/>
                    <a:pt x="60" y="265"/>
                    <a:pt x="60" y="263"/>
                  </a:cubicBezTo>
                  <a:cubicBezTo>
                    <a:pt x="59" y="261"/>
                    <a:pt x="58" y="260"/>
                    <a:pt x="57" y="256"/>
                  </a:cubicBezTo>
                  <a:cubicBezTo>
                    <a:pt x="56" y="253"/>
                    <a:pt x="55" y="251"/>
                    <a:pt x="53" y="247"/>
                  </a:cubicBezTo>
                  <a:cubicBezTo>
                    <a:pt x="50" y="243"/>
                    <a:pt x="50" y="242"/>
                    <a:pt x="49" y="238"/>
                  </a:cubicBezTo>
                  <a:cubicBezTo>
                    <a:pt x="48" y="235"/>
                    <a:pt x="47" y="233"/>
                    <a:pt x="45" y="233"/>
                  </a:cubicBezTo>
                  <a:cubicBezTo>
                    <a:pt x="43" y="233"/>
                    <a:pt x="42" y="234"/>
                    <a:pt x="41" y="235"/>
                  </a:cubicBezTo>
                  <a:cubicBezTo>
                    <a:pt x="39" y="236"/>
                    <a:pt x="38" y="234"/>
                    <a:pt x="38" y="233"/>
                  </a:cubicBezTo>
                  <a:cubicBezTo>
                    <a:pt x="37" y="232"/>
                    <a:pt x="38" y="231"/>
                    <a:pt x="38" y="228"/>
                  </a:cubicBezTo>
                  <a:cubicBezTo>
                    <a:pt x="37" y="226"/>
                    <a:pt x="36" y="225"/>
                    <a:pt x="35" y="223"/>
                  </a:cubicBezTo>
                  <a:cubicBezTo>
                    <a:pt x="34" y="221"/>
                    <a:pt x="35" y="221"/>
                    <a:pt x="35" y="217"/>
                  </a:cubicBezTo>
                  <a:cubicBezTo>
                    <a:pt x="35" y="214"/>
                    <a:pt x="36" y="212"/>
                    <a:pt x="35" y="210"/>
                  </a:cubicBezTo>
                  <a:cubicBezTo>
                    <a:pt x="35" y="208"/>
                    <a:pt x="37" y="206"/>
                    <a:pt x="38" y="205"/>
                  </a:cubicBezTo>
                  <a:cubicBezTo>
                    <a:pt x="39" y="204"/>
                    <a:pt x="43" y="198"/>
                    <a:pt x="45" y="195"/>
                  </a:cubicBezTo>
                  <a:cubicBezTo>
                    <a:pt x="46" y="192"/>
                    <a:pt x="48" y="187"/>
                    <a:pt x="48" y="184"/>
                  </a:cubicBezTo>
                  <a:cubicBezTo>
                    <a:pt x="48" y="181"/>
                    <a:pt x="50" y="178"/>
                    <a:pt x="52" y="176"/>
                  </a:cubicBezTo>
                  <a:cubicBezTo>
                    <a:pt x="53" y="174"/>
                    <a:pt x="54" y="173"/>
                    <a:pt x="53" y="171"/>
                  </a:cubicBezTo>
                  <a:cubicBezTo>
                    <a:pt x="53" y="169"/>
                    <a:pt x="51" y="164"/>
                    <a:pt x="52" y="161"/>
                  </a:cubicBezTo>
                  <a:cubicBezTo>
                    <a:pt x="53" y="159"/>
                    <a:pt x="54" y="156"/>
                    <a:pt x="54" y="155"/>
                  </a:cubicBezTo>
                  <a:cubicBezTo>
                    <a:pt x="54" y="153"/>
                    <a:pt x="53" y="153"/>
                    <a:pt x="52" y="150"/>
                  </a:cubicBezTo>
                  <a:cubicBezTo>
                    <a:pt x="50" y="148"/>
                    <a:pt x="51" y="148"/>
                    <a:pt x="51" y="148"/>
                  </a:cubicBezTo>
                  <a:cubicBezTo>
                    <a:pt x="51" y="148"/>
                    <a:pt x="57" y="146"/>
                    <a:pt x="59" y="145"/>
                  </a:cubicBezTo>
                  <a:cubicBezTo>
                    <a:pt x="60" y="145"/>
                    <a:pt x="60" y="144"/>
                    <a:pt x="61" y="144"/>
                  </a:cubicBezTo>
                  <a:cubicBezTo>
                    <a:pt x="63" y="143"/>
                    <a:pt x="66" y="143"/>
                    <a:pt x="67" y="145"/>
                  </a:cubicBezTo>
                  <a:cubicBezTo>
                    <a:pt x="67" y="146"/>
                    <a:pt x="69" y="145"/>
                    <a:pt x="71" y="146"/>
                  </a:cubicBezTo>
                  <a:cubicBezTo>
                    <a:pt x="73" y="147"/>
                    <a:pt x="73" y="149"/>
                    <a:pt x="71" y="150"/>
                  </a:cubicBezTo>
                  <a:cubicBezTo>
                    <a:pt x="70" y="152"/>
                    <a:pt x="70" y="153"/>
                    <a:pt x="70" y="154"/>
                  </a:cubicBezTo>
                  <a:cubicBezTo>
                    <a:pt x="70" y="156"/>
                    <a:pt x="69" y="157"/>
                    <a:pt x="69" y="160"/>
                  </a:cubicBezTo>
                  <a:cubicBezTo>
                    <a:pt x="70" y="163"/>
                    <a:pt x="73" y="163"/>
                    <a:pt x="75" y="163"/>
                  </a:cubicBezTo>
                  <a:cubicBezTo>
                    <a:pt x="77" y="163"/>
                    <a:pt x="80" y="163"/>
                    <a:pt x="83" y="162"/>
                  </a:cubicBezTo>
                  <a:cubicBezTo>
                    <a:pt x="86" y="161"/>
                    <a:pt x="86" y="162"/>
                    <a:pt x="90" y="163"/>
                  </a:cubicBezTo>
                  <a:cubicBezTo>
                    <a:pt x="93" y="164"/>
                    <a:pt x="93" y="165"/>
                    <a:pt x="94" y="167"/>
                  </a:cubicBezTo>
                  <a:cubicBezTo>
                    <a:pt x="95" y="169"/>
                    <a:pt x="97" y="170"/>
                    <a:pt x="99" y="170"/>
                  </a:cubicBezTo>
                  <a:cubicBezTo>
                    <a:pt x="100" y="170"/>
                    <a:pt x="100" y="169"/>
                    <a:pt x="101" y="171"/>
                  </a:cubicBezTo>
                  <a:cubicBezTo>
                    <a:pt x="101" y="173"/>
                    <a:pt x="101" y="173"/>
                    <a:pt x="101" y="174"/>
                  </a:cubicBezTo>
                  <a:cubicBezTo>
                    <a:pt x="102" y="176"/>
                    <a:pt x="104" y="174"/>
                    <a:pt x="106" y="174"/>
                  </a:cubicBezTo>
                  <a:cubicBezTo>
                    <a:pt x="107" y="174"/>
                    <a:pt x="108" y="174"/>
                    <a:pt x="109" y="175"/>
                  </a:cubicBezTo>
                  <a:cubicBezTo>
                    <a:pt x="109" y="175"/>
                    <a:pt x="109" y="174"/>
                    <a:pt x="109" y="174"/>
                  </a:cubicBezTo>
                  <a:cubicBezTo>
                    <a:pt x="109" y="172"/>
                    <a:pt x="108" y="170"/>
                    <a:pt x="108" y="169"/>
                  </a:cubicBezTo>
                  <a:cubicBezTo>
                    <a:pt x="108" y="169"/>
                    <a:pt x="108" y="169"/>
                    <a:pt x="108" y="169"/>
                  </a:cubicBezTo>
                  <a:cubicBezTo>
                    <a:pt x="108" y="168"/>
                    <a:pt x="107" y="168"/>
                    <a:pt x="107" y="168"/>
                  </a:cubicBezTo>
                  <a:cubicBezTo>
                    <a:pt x="105" y="166"/>
                    <a:pt x="104" y="165"/>
                    <a:pt x="104" y="162"/>
                  </a:cubicBezTo>
                  <a:cubicBezTo>
                    <a:pt x="104" y="160"/>
                    <a:pt x="104" y="159"/>
                    <a:pt x="104" y="158"/>
                  </a:cubicBezTo>
                  <a:cubicBezTo>
                    <a:pt x="104" y="157"/>
                    <a:pt x="104" y="156"/>
                    <a:pt x="103" y="155"/>
                  </a:cubicBezTo>
                  <a:cubicBezTo>
                    <a:pt x="103" y="153"/>
                    <a:pt x="102" y="152"/>
                    <a:pt x="101" y="152"/>
                  </a:cubicBezTo>
                  <a:cubicBezTo>
                    <a:pt x="100" y="150"/>
                    <a:pt x="99" y="149"/>
                    <a:pt x="100" y="147"/>
                  </a:cubicBezTo>
                  <a:cubicBezTo>
                    <a:pt x="100" y="146"/>
                    <a:pt x="101" y="145"/>
                    <a:pt x="102" y="143"/>
                  </a:cubicBezTo>
                  <a:cubicBezTo>
                    <a:pt x="103" y="142"/>
                    <a:pt x="104" y="141"/>
                    <a:pt x="105" y="140"/>
                  </a:cubicBezTo>
                  <a:cubicBezTo>
                    <a:pt x="106" y="139"/>
                    <a:pt x="106" y="138"/>
                    <a:pt x="107" y="137"/>
                  </a:cubicBezTo>
                  <a:cubicBezTo>
                    <a:pt x="108" y="135"/>
                    <a:pt x="109" y="133"/>
                    <a:pt x="113" y="130"/>
                  </a:cubicBezTo>
                  <a:cubicBezTo>
                    <a:pt x="115" y="128"/>
                    <a:pt x="118" y="127"/>
                    <a:pt x="120" y="126"/>
                  </a:cubicBezTo>
                  <a:cubicBezTo>
                    <a:pt x="123" y="125"/>
                    <a:pt x="126" y="125"/>
                    <a:pt x="130" y="125"/>
                  </a:cubicBezTo>
                  <a:cubicBezTo>
                    <a:pt x="134" y="125"/>
                    <a:pt x="138" y="125"/>
                    <a:pt x="141" y="125"/>
                  </a:cubicBezTo>
                  <a:cubicBezTo>
                    <a:pt x="144" y="125"/>
                    <a:pt x="147" y="125"/>
                    <a:pt x="150" y="125"/>
                  </a:cubicBezTo>
                  <a:cubicBezTo>
                    <a:pt x="154" y="125"/>
                    <a:pt x="156" y="126"/>
                    <a:pt x="157" y="128"/>
                  </a:cubicBezTo>
                  <a:cubicBezTo>
                    <a:pt x="158" y="128"/>
                    <a:pt x="158" y="128"/>
                    <a:pt x="158" y="128"/>
                  </a:cubicBezTo>
                  <a:cubicBezTo>
                    <a:pt x="160" y="127"/>
                    <a:pt x="164" y="122"/>
                    <a:pt x="164" y="121"/>
                  </a:cubicBezTo>
                  <a:cubicBezTo>
                    <a:pt x="164" y="121"/>
                    <a:pt x="164" y="120"/>
                    <a:pt x="164" y="119"/>
                  </a:cubicBezTo>
                  <a:cubicBezTo>
                    <a:pt x="164" y="117"/>
                    <a:pt x="164" y="115"/>
                    <a:pt x="164" y="112"/>
                  </a:cubicBezTo>
                  <a:cubicBezTo>
                    <a:pt x="164" y="110"/>
                    <a:pt x="164" y="108"/>
                    <a:pt x="165" y="106"/>
                  </a:cubicBezTo>
                  <a:cubicBezTo>
                    <a:pt x="165" y="105"/>
                    <a:pt x="166" y="103"/>
                    <a:pt x="165" y="101"/>
                  </a:cubicBezTo>
                  <a:cubicBezTo>
                    <a:pt x="165" y="97"/>
                    <a:pt x="164" y="96"/>
                    <a:pt x="163" y="94"/>
                  </a:cubicBezTo>
                  <a:cubicBezTo>
                    <a:pt x="163" y="94"/>
                    <a:pt x="163" y="94"/>
                    <a:pt x="162" y="93"/>
                  </a:cubicBezTo>
                  <a:cubicBezTo>
                    <a:pt x="162" y="92"/>
                    <a:pt x="159" y="90"/>
                    <a:pt x="157" y="88"/>
                  </a:cubicBezTo>
                  <a:cubicBezTo>
                    <a:pt x="156" y="87"/>
                    <a:pt x="155" y="87"/>
                    <a:pt x="154" y="86"/>
                  </a:cubicBezTo>
                  <a:cubicBezTo>
                    <a:pt x="152" y="84"/>
                    <a:pt x="151" y="83"/>
                    <a:pt x="151" y="82"/>
                  </a:cubicBezTo>
                  <a:cubicBezTo>
                    <a:pt x="150" y="81"/>
                    <a:pt x="150" y="80"/>
                    <a:pt x="149" y="78"/>
                  </a:cubicBezTo>
                  <a:cubicBezTo>
                    <a:pt x="149" y="76"/>
                    <a:pt x="149" y="74"/>
                    <a:pt x="149" y="72"/>
                  </a:cubicBezTo>
                  <a:cubicBezTo>
                    <a:pt x="149" y="71"/>
                    <a:pt x="149" y="69"/>
                    <a:pt x="149" y="68"/>
                  </a:cubicBezTo>
                  <a:cubicBezTo>
                    <a:pt x="149" y="67"/>
                    <a:pt x="150" y="66"/>
                    <a:pt x="150" y="65"/>
                  </a:cubicBezTo>
                  <a:cubicBezTo>
                    <a:pt x="150" y="64"/>
                    <a:pt x="150" y="64"/>
                    <a:pt x="149" y="63"/>
                  </a:cubicBezTo>
                  <a:cubicBezTo>
                    <a:pt x="149" y="62"/>
                    <a:pt x="147" y="61"/>
                    <a:pt x="146" y="60"/>
                  </a:cubicBezTo>
                  <a:cubicBezTo>
                    <a:pt x="144" y="58"/>
                    <a:pt x="143" y="56"/>
                    <a:pt x="141" y="55"/>
                  </a:cubicBezTo>
                  <a:cubicBezTo>
                    <a:pt x="141" y="54"/>
                    <a:pt x="140" y="53"/>
                    <a:pt x="139" y="51"/>
                  </a:cubicBezTo>
                  <a:cubicBezTo>
                    <a:pt x="137" y="49"/>
                    <a:pt x="135" y="46"/>
                    <a:pt x="133" y="44"/>
                  </a:cubicBezTo>
                  <a:cubicBezTo>
                    <a:pt x="131" y="44"/>
                    <a:pt x="128" y="43"/>
                    <a:pt x="126" y="43"/>
                  </a:cubicBezTo>
                  <a:cubicBezTo>
                    <a:pt x="124" y="43"/>
                    <a:pt x="122" y="43"/>
                    <a:pt x="121" y="44"/>
                  </a:cubicBezTo>
                  <a:cubicBezTo>
                    <a:pt x="120" y="44"/>
                    <a:pt x="118" y="46"/>
                    <a:pt x="117" y="48"/>
                  </a:cubicBezTo>
                  <a:cubicBezTo>
                    <a:pt x="115" y="50"/>
                    <a:pt x="113" y="51"/>
                    <a:pt x="112" y="52"/>
                  </a:cubicBezTo>
                  <a:cubicBezTo>
                    <a:pt x="112" y="52"/>
                    <a:pt x="112" y="52"/>
                    <a:pt x="112" y="52"/>
                  </a:cubicBezTo>
                  <a:cubicBezTo>
                    <a:pt x="111" y="52"/>
                    <a:pt x="111" y="52"/>
                    <a:pt x="111" y="52"/>
                  </a:cubicBezTo>
                  <a:cubicBezTo>
                    <a:pt x="110" y="54"/>
                    <a:pt x="108" y="55"/>
                    <a:pt x="104" y="53"/>
                  </a:cubicBezTo>
                  <a:cubicBezTo>
                    <a:pt x="102" y="53"/>
                    <a:pt x="100" y="51"/>
                    <a:pt x="98" y="50"/>
                  </a:cubicBezTo>
                  <a:cubicBezTo>
                    <a:pt x="96" y="49"/>
                    <a:pt x="95" y="48"/>
                    <a:pt x="94" y="48"/>
                  </a:cubicBezTo>
                  <a:cubicBezTo>
                    <a:pt x="93" y="49"/>
                    <a:pt x="92" y="50"/>
                    <a:pt x="90" y="51"/>
                  </a:cubicBezTo>
                  <a:cubicBezTo>
                    <a:pt x="88" y="53"/>
                    <a:pt x="86" y="55"/>
                    <a:pt x="84" y="57"/>
                  </a:cubicBezTo>
                  <a:cubicBezTo>
                    <a:pt x="82" y="59"/>
                    <a:pt x="80" y="60"/>
                    <a:pt x="79" y="61"/>
                  </a:cubicBezTo>
                  <a:cubicBezTo>
                    <a:pt x="77" y="62"/>
                    <a:pt x="76" y="62"/>
                    <a:pt x="74" y="62"/>
                  </a:cubicBezTo>
                  <a:cubicBezTo>
                    <a:pt x="73" y="61"/>
                    <a:pt x="72" y="60"/>
                    <a:pt x="71" y="59"/>
                  </a:cubicBezTo>
                  <a:cubicBezTo>
                    <a:pt x="71" y="58"/>
                    <a:pt x="71" y="57"/>
                    <a:pt x="71" y="56"/>
                  </a:cubicBezTo>
                  <a:cubicBezTo>
                    <a:pt x="72" y="54"/>
                    <a:pt x="72" y="53"/>
                    <a:pt x="73" y="51"/>
                  </a:cubicBezTo>
                  <a:cubicBezTo>
                    <a:pt x="74" y="49"/>
                    <a:pt x="75" y="48"/>
                    <a:pt x="76" y="47"/>
                  </a:cubicBezTo>
                  <a:cubicBezTo>
                    <a:pt x="76" y="46"/>
                    <a:pt x="76" y="46"/>
                    <a:pt x="75" y="45"/>
                  </a:cubicBezTo>
                  <a:cubicBezTo>
                    <a:pt x="75" y="44"/>
                    <a:pt x="75" y="43"/>
                    <a:pt x="75" y="42"/>
                  </a:cubicBezTo>
                  <a:cubicBezTo>
                    <a:pt x="74" y="39"/>
                    <a:pt x="75" y="37"/>
                    <a:pt x="77" y="35"/>
                  </a:cubicBezTo>
                  <a:cubicBezTo>
                    <a:pt x="77" y="34"/>
                    <a:pt x="77" y="34"/>
                    <a:pt x="78" y="33"/>
                  </a:cubicBezTo>
                  <a:cubicBezTo>
                    <a:pt x="78" y="32"/>
                    <a:pt x="78" y="30"/>
                    <a:pt x="78" y="28"/>
                  </a:cubicBezTo>
                  <a:cubicBezTo>
                    <a:pt x="78" y="25"/>
                    <a:pt x="78" y="22"/>
                    <a:pt x="77" y="22"/>
                  </a:cubicBezTo>
                  <a:cubicBezTo>
                    <a:pt x="77" y="22"/>
                    <a:pt x="77" y="22"/>
                    <a:pt x="77" y="22"/>
                  </a:cubicBezTo>
                  <a:cubicBezTo>
                    <a:pt x="77" y="21"/>
                    <a:pt x="76" y="20"/>
                    <a:pt x="75" y="19"/>
                  </a:cubicBezTo>
                  <a:cubicBezTo>
                    <a:pt x="75" y="19"/>
                    <a:pt x="74" y="19"/>
                    <a:pt x="73" y="19"/>
                  </a:cubicBezTo>
                  <a:cubicBezTo>
                    <a:pt x="71" y="20"/>
                    <a:pt x="69" y="20"/>
                    <a:pt x="67" y="19"/>
                  </a:cubicBezTo>
                  <a:cubicBezTo>
                    <a:pt x="66" y="19"/>
                    <a:pt x="64" y="18"/>
                    <a:pt x="63" y="17"/>
                  </a:cubicBezTo>
                  <a:cubicBezTo>
                    <a:pt x="62" y="16"/>
                    <a:pt x="61" y="16"/>
                    <a:pt x="61" y="15"/>
                  </a:cubicBezTo>
                  <a:cubicBezTo>
                    <a:pt x="60" y="14"/>
                    <a:pt x="60" y="13"/>
                    <a:pt x="60" y="11"/>
                  </a:cubicBezTo>
                  <a:cubicBezTo>
                    <a:pt x="61" y="10"/>
                    <a:pt x="61" y="9"/>
                    <a:pt x="61" y="9"/>
                  </a:cubicBezTo>
                  <a:cubicBezTo>
                    <a:pt x="62" y="7"/>
                    <a:pt x="62" y="5"/>
                    <a:pt x="62" y="4"/>
                  </a:cubicBezTo>
                  <a:cubicBezTo>
                    <a:pt x="61" y="2"/>
                    <a:pt x="60" y="2"/>
                    <a:pt x="59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7" y="1"/>
                    <a:pt x="57" y="0"/>
                    <a:pt x="56" y="0"/>
                  </a:cubicBezTo>
                  <a:cubicBezTo>
                    <a:pt x="56" y="0"/>
                    <a:pt x="55" y="0"/>
                    <a:pt x="55" y="0"/>
                  </a:cubicBezTo>
                  <a:cubicBezTo>
                    <a:pt x="55" y="0"/>
                    <a:pt x="55" y="0"/>
                    <a:pt x="54" y="0"/>
                  </a:cubicBezTo>
                  <a:cubicBezTo>
                    <a:pt x="52" y="1"/>
                    <a:pt x="51" y="1"/>
                    <a:pt x="5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9" y="0"/>
                    <a:pt x="48" y="0"/>
                    <a:pt x="46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5" y="1"/>
                    <a:pt x="45" y="1"/>
                    <a:pt x="45" y="1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3" y="3"/>
                    <a:pt x="43" y="4"/>
                    <a:pt x="42" y="5"/>
                  </a:cubicBezTo>
                  <a:cubicBezTo>
                    <a:pt x="41" y="6"/>
                    <a:pt x="39" y="6"/>
                    <a:pt x="37" y="6"/>
                  </a:cubicBezTo>
                  <a:cubicBezTo>
                    <a:pt x="37" y="6"/>
                    <a:pt x="36" y="6"/>
                    <a:pt x="36" y="6"/>
                  </a:cubicBezTo>
                  <a:cubicBezTo>
                    <a:pt x="35" y="6"/>
                    <a:pt x="34" y="7"/>
                    <a:pt x="34" y="9"/>
                  </a:cubicBezTo>
                  <a:cubicBezTo>
                    <a:pt x="33" y="10"/>
                    <a:pt x="33" y="12"/>
                    <a:pt x="32" y="13"/>
                  </a:cubicBezTo>
                  <a:cubicBezTo>
                    <a:pt x="31" y="14"/>
                    <a:pt x="30" y="15"/>
                    <a:pt x="28" y="15"/>
                  </a:cubicBezTo>
                  <a:cubicBezTo>
                    <a:pt x="27" y="16"/>
                    <a:pt x="25" y="16"/>
                    <a:pt x="22" y="16"/>
                  </a:cubicBezTo>
                  <a:cubicBezTo>
                    <a:pt x="18" y="16"/>
                    <a:pt x="16" y="14"/>
                    <a:pt x="15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3" y="13"/>
                    <a:pt x="13" y="14"/>
                  </a:cubicBezTo>
                  <a:cubicBezTo>
                    <a:pt x="12" y="14"/>
                    <a:pt x="11" y="15"/>
                    <a:pt x="11" y="17"/>
                  </a:cubicBezTo>
                  <a:cubicBezTo>
                    <a:pt x="10" y="18"/>
                    <a:pt x="10" y="19"/>
                    <a:pt x="10" y="20"/>
                  </a:cubicBezTo>
                  <a:cubicBezTo>
                    <a:pt x="10" y="21"/>
                    <a:pt x="10" y="22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29"/>
                    <a:pt x="8" y="31"/>
                  </a:cubicBezTo>
                  <a:cubicBezTo>
                    <a:pt x="8" y="32"/>
                    <a:pt x="8" y="33"/>
                    <a:pt x="8" y="34"/>
                  </a:cubicBezTo>
                  <a:cubicBezTo>
                    <a:pt x="8" y="36"/>
                    <a:pt x="8" y="38"/>
                    <a:pt x="5" y="39"/>
                  </a:cubicBezTo>
                  <a:cubicBezTo>
                    <a:pt x="4" y="40"/>
                    <a:pt x="3" y="40"/>
                    <a:pt x="2" y="40"/>
                  </a:cubicBezTo>
                  <a:cubicBezTo>
                    <a:pt x="1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1"/>
                    <a:pt x="1" y="42"/>
                    <a:pt x="3" y="43"/>
                  </a:cubicBezTo>
                  <a:cubicBezTo>
                    <a:pt x="7" y="47"/>
                    <a:pt x="7" y="47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1"/>
                    <a:pt x="7" y="52"/>
                    <a:pt x="7" y="53"/>
                  </a:cubicBezTo>
                  <a:cubicBezTo>
                    <a:pt x="8" y="54"/>
                    <a:pt x="8" y="55"/>
                    <a:pt x="8" y="55"/>
                  </a:cubicBezTo>
                  <a:cubicBezTo>
                    <a:pt x="8" y="55"/>
                    <a:pt x="10" y="58"/>
                    <a:pt x="12" y="61"/>
                  </a:cubicBezTo>
                  <a:cubicBezTo>
                    <a:pt x="15" y="64"/>
                    <a:pt x="17" y="68"/>
                    <a:pt x="18" y="68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20" y="70"/>
                    <a:pt x="23" y="72"/>
                    <a:pt x="24" y="74"/>
                  </a:cubicBezTo>
                  <a:cubicBezTo>
                    <a:pt x="25" y="74"/>
                    <a:pt x="25" y="76"/>
                    <a:pt x="25" y="78"/>
                  </a:cubicBezTo>
                  <a:cubicBezTo>
                    <a:pt x="26" y="80"/>
                    <a:pt x="26" y="81"/>
                    <a:pt x="26" y="82"/>
                  </a:cubicBezTo>
                  <a:cubicBezTo>
                    <a:pt x="27" y="82"/>
                    <a:pt x="27" y="82"/>
                    <a:pt x="27" y="82"/>
                  </a:cubicBezTo>
                  <a:cubicBezTo>
                    <a:pt x="28" y="82"/>
                    <a:pt x="29" y="82"/>
                    <a:pt x="29" y="83"/>
                  </a:cubicBezTo>
                  <a:cubicBezTo>
                    <a:pt x="31" y="84"/>
                    <a:pt x="31" y="85"/>
                    <a:pt x="31" y="87"/>
                  </a:cubicBezTo>
                  <a:cubicBezTo>
                    <a:pt x="31" y="87"/>
                    <a:pt x="31" y="87"/>
                    <a:pt x="31" y="88"/>
                  </a:cubicBezTo>
                  <a:cubicBezTo>
                    <a:pt x="31" y="89"/>
                    <a:pt x="30" y="90"/>
                    <a:pt x="30" y="90"/>
                  </a:cubicBezTo>
                  <a:cubicBezTo>
                    <a:pt x="29" y="91"/>
                    <a:pt x="28" y="91"/>
                    <a:pt x="27" y="92"/>
                  </a:cubicBezTo>
                  <a:cubicBezTo>
                    <a:pt x="27" y="92"/>
                    <a:pt x="27" y="92"/>
                    <a:pt x="27" y="92"/>
                  </a:cubicBezTo>
                  <a:cubicBezTo>
                    <a:pt x="26" y="93"/>
                    <a:pt x="25" y="93"/>
                    <a:pt x="25" y="94"/>
                  </a:cubicBezTo>
                  <a:cubicBezTo>
                    <a:pt x="24" y="95"/>
                    <a:pt x="25" y="96"/>
                    <a:pt x="25" y="97"/>
                  </a:cubicBezTo>
                  <a:cubicBezTo>
                    <a:pt x="25" y="99"/>
                    <a:pt x="25" y="101"/>
                    <a:pt x="25" y="103"/>
                  </a:cubicBezTo>
                  <a:cubicBezTo>
                    <a:pt x="24" y="104"/>
                    <a:pt x="24" y="104"/>
                    <a:pt x="24" y="105"/>
                  </a:cubicBezTo>
                  <a:cubicBezTo>
                    <a:pt x="24" y="107"/>
                    <a:pt x="24" y="108"/>
                    <a:pt x="21" y="109"/>
                  </a:cubicBezTo>
                  <a:cubicBezTo>
                    <a:pt x="21" y="109"/>
                    <a:pt x="21" y="109"/>
                    <a:pt x="21" y="109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18" y="110"/>
                    <a:pt x="17" y="110"/>
                    <a:pt x="17" y="112"/>
                  </a:cubicBezTo>
                  <a:cubicBezTo>
                    <a:pt x="17" y="114"/>
                    <a:pt x="18" y="117"/>
                    <a:pt x="19" y="119"/>
                  </a:cubicBezTo>
                  <a:cubicBezTo>
                    <a:pt x="20" y="120"/>
                    <a:pt x="20" y="120"/>
                    <a:pt x="20" y="120"/>
                  </a:cubicBezTo>
                  <a:cubicBezTo>
                    <a:pt x="20" y="120"/>
                    <a:pt x="20" y="120"/>
                    <a:pt x="20" y="120"/>
                  </a:cubicBezTo>
                  <a:cubicBezTo>
                    <a:pt x="20" y="121"/>
                    <a:pt x="27" y="129"/>
                    <a:pt x="31" y="134"/>
                  </a:cubicBezTo>
                  <a:cubicBezTo>
                    <a:pt x="33" y="135"/>
                    <a:pt x="34" y="136"/>
                    <a:pt x="35" y="137"/>
                  </a:cubicBezTo>
                  <a:cubicBezTo>
                    <a:pt x="37" y="140"/>
                    <a:pt x="37" y="141"/>
                    <a:pt x="37" y="143"/>
                  </a:cubicBezTo>
                  <a:cubicBezTo>
                    <a:pt x="37" y="144"/>
                    <a:pt x="37" y="145"/>
                    <a:pt x="37" y="146"/>
                  </a:cubicBezTo>
                  <a:cubicBezTo>
                    <a:pt x="37" y="148"/>
                    <a:pt x="37" y="150"/>
                    <a:pt x="37" y="151"/>
                  </a:cubicBezTo>
                  <a:cubicBezTo>
                    <a:pt x="36" y="152"/>
                    <a:pt x="36" y="153"/>
                    <a:pt x="36" y="155"/>
                  </a:cubicBezTo>
                  <a:cubicBezTo>
                    <a:pt x="36" y="157"/>
                    <a:pt x="37" y="158"/>
                    <a:pt x="38" y="160"/>
                  </a:cubicBezTo>
                  <a:cubicBezTo>
                    <a:pt x="39" y="161"/>
                    <a:pt x="40" y="162"/>
                    <a:pt x="40" y="163"/>
                  </a:cubicBezTo>
                  <a:cubicBezTo>
                    <a:pt x="42" y="166"/>
                    <a:pt x="42" y="167"/>
                    <a:pt x="43" y="168"/>
                  </a:cubicBezTo>
                  <a:cubicBezTo>
                    <a:pt x="43" y="169"/>
                    <a:pt x="43" y="170"/>
                    <a:pt x="44" y="171"/>
                  </a:cubicBezTo>
                  <a:cubicBezTo>
                    <a:pt x="44" y="173"/>
                    <a:pt x="45" y="175"/>
                    <a:pt x="45" y="177"/>
                  </a:cubicBezTo>
                  <a:cubicBezTo>
                    <a:pt x="45" y="179"/>
                    <a:pt x="46" y="181"/>
                    <a:pt x="45" y="183"/>
                  </a:cubicBezTo>
                  <a:cubicBezTo>
                    <a:pt x="45" y="186"/>
                    <a:pt x="41" y="191"/>
                    <a:pt x="38" y="194"/>
                  </a:cubicBezTo>
                  <a:cubicBezTo>
                    <a:pt x="38" y="195"/>
                    <a:pt x="37" y="195"/>
                    <a:pt x="37" y="196"/>
                  </a:cubicBezTo>
                  <a:cubicBezTo>
                    <a:pt x="36" y="197"/>
                    <a:pt x="35" y="198"/>
                    <a:pt x="34" y="200"/>
                  </a:cubicBezTo>
                  <a:cubicBezTo>
                    <a:pt x="32" y="201"/>
                    <a:pt x="31" y="202"/>
                    <a:pt x="30" y="204"/>
                  </a:cubicBezTo>
                  <a:cubicBezTo>
                    <a:pt x="29" y="206"/>
                    <a:pt x="29" y="207"/>
                    <a:pt x="28" y="208"/>
                  </a:cubicBezTo>
                  <a:cubicBezTo>
                    <a:pt x="28" y="209"/>
                    <a:pt x="28" y="210"/>
                    <a:pt x="28" y="211"/>
                  </a:cubicBezTo>
                  <a:cubicBezTo>
                    <a:pt x="27" y="213"/>
                    <a:pt x="25" y="216"/>
                    <a:pt x="23" y="218"/>
                  </a:cubicBezTo>
                  <a:cubicBezTo>
                    <a:pt x="24" y="219"/>
                    <a:pt x="24" y="220"/>
                    <a:pt x="23" y="221"/>
                  </a:cubicBezTo>
                  <a:cubicBezTo>
                    <a:pt x="23" y="222"/>
                    <a:pt x="21" y="224"/>
                    <a:pt x="21" y="226"/>
                  </a:cubicBezTo>
                  <a:cubicBezTo>
                    <a:pt x="20" y="229"/>
                    <a:pt x="19" y="231"/>
                    <a:pt x="19" y="232"/>
                  </a:cubicBezTo>
                  <a:cubicBezTo>
                    <a:pt x="18" y="234"/>
                    <a:pt x="17" y="235"/>
                    <a:pt x="17" y="237"/>
                  </a:cubicBezTo>
                  <a:cubicBezTo>
                    <a:pt x="17" y="239"/>
                    <a:pt x="17" y="240"/>
                    <a:pt x="16" y="242"/>
                  </a:cubicBezTo>
                  <a:cubicBezTo>
                    <a:pt x="15" y="244"/>
                    <a:pt x="15" y="246"/>
                    <a:pt x="15" y="249"/>
                  </a:cubicBezTo>
                  <a:cubicBezTo>
                    <a:pt x="15" y="252"/>
                    <a:pt x="15" y="254"/>
                    <a:pt x="17" y="255"/>
                  </a:cubicBezTo>
                  <a:cubicBezTo>
                    <a:pt x="18" y="256"/>
                    <a:pt x="19" y="253"/>
                    <a:pt x="20" y="252"/>
                  </a:cubicBezTo>
                  <a:cubicBezTo>
                    <a:pt x="22" y="251"/>
                    <a:pt x="24" y="251"/>
                    <a:pt x="26" y="253"/>
                  </a:cubicBezTo>
                  <a:cubicBezTo>
                    <a:pt x="29" y="254"/>
                    <a:pt x="29" y="255"/>
                    <a:pt x="32" y="259"/>
                  </a:cubicBezTo>
                  <a:cubicBezTo>
                    <a:pt x="35" y="263"/>
                    <a:pt x="33" y="265"/>
                    <a:pt x="34" y="266"/>
                  </a:cubicBezTo>
                  <a:cubicBezTo>
                    <a:pt x="35" y="268"/>
                    <a:pt x="38" y="267"/>
                    <a:pt x="39" y="269"/>
                  </a:cubicBezTo>
                  <a:cubicBezTo>
                    <a:pt x="40" y="270"/>
                    <a:pt x="39" y="271"/>
                    <a:pt x="40" y="272"/>
                  </a:cubicBezTo>
                  <a:cubicBezTo>
                    <a:pt x="41" y="274"/>
                    <a:pt x="44" y="274"/>
                    <a:pt x="44" y="276"/>
                  </a:cubicBezTo>
                  <a:cubicBezTo>
                    <a:pt x="44" y="277"/>
                    <a:pt x="46" y="277"/>
                    <a:pt x="47" y="279"/>
                  </a:cubicBezTo>
                  <a:cubicBezTo>
                    <a:pt x="48" y="281"/>
                    <a:pt x="47" y="282"/>
                    <a:pt x="48" y="284"/>
                  </a:cubicBezTo>
                  <a:cubicBezTo>
                    <a:pt x="48" y="286"/>
                    <a:pt x="49" y="287"/>
                    <a:pt x="50" y="288"/>
                  </a:cubicBezTo>
                  <a:cubicBezTo>
                    <a:pt x="52" y="289"/>
                    <a:pt x="52" y="289"/>
                    <a:pt x="53" y="292"/>
                  </a:cubicBezTo>
                  <a:cubicBezTo>
                    <a:pt x="54" y="294"/>
                    <a:pt x="54" y="295"/>
                    <a:pt x="57" y="298"/>
                  </a:cubicBezTo>
                  <a:cubicBezTo>
                    <a:pt x="60" y="300"/>
                    <a:pt x="59" y="301"/>
                    <a:pt x="59" y="304"/>
                  </a:cubicBezTo>
                  <a:cubicBezTo>
                    <a:pt x="59" y="306"/>
                    <a:pt x="59" y="312"/>
                    <a:pt x="58" y="313"/>
                  </a:cubicBezTo>
                  <a:cubicBezTo>
                    <a:pt x="58" y="315"/>
                    <a:pt x="58" y="315"/>
                    <a:pt x="60" y="317"/>
                  </a:cubicBezTo>
                  <a:cubicBezTo>
                    <a:pt x="61" y="319"/>
                    <a:pt x="60" y="319"/>
                    <a:pt x="61" y="322"/>
                  </a:cubicBezTo>
                  <a:cubicBezTo>
                    <a:pt x="62" y="324"/>
                    <a:pt x="67" y="329"/>
                    <a:pt x="66" y="331"/>
                  </a:cubicBezTo>
                  <a:cubicBezTo>
                    <a:pt x="65" y="334"/>
                    <a:pt x="65" y="335"/>
                    <a:pt x="65" y="337"/>
                  </a:cubicBezTo>
                  <a:cubicBezTo>
                    <a:pt x="65" y="339"/>
                    <a:pt x="67" y="339"/>
                    <a:pt x="68" y="341"/>
                  </a:cubicBezTo>
                  <a:cubicBezTo>
                    <a:pt x="69" y="342"/>
                    <a:pt x="68" y="342"/>
                    <a:pt x="68" y="344"/>
                  </a:cubicBezTo>
                  <a:cubicBezTo>
                    <a:pt x="68" y="346"/>
                    <a:pt x="70" y="348"/>
                    <a:pt x="73" y="349"/>
                  </a:cubicBezTo>
                  <a:cubicBezTo>
                    <a:pt x="76" y="351"/>
                    <a:pt x="76" y="354"/>
                    <a:pt x="78" y="357"/>
                  </a:cubicBezTo>
                  <a:cubicBezTo>
                    <a:pt x="79" y="359"/>
                    <a:pt x="79" y="363"/>
                    <a:pt x="79" y="364"/>
                  </a:cubicBezTo>
                  <a:cubicBezTo>
                    <a:pt x="79" y="366"/>
                    <a:pt x="83" y="369"/>
                    <a:pt x="86" y="371"/>
                  </a:cubicBezTo>
                  <a:cubicBezTo>
                    <a:pt x="88" y="372"/>
                    <a:pt x="90" y="373"/>
                    <a:pt x="93" y="375"/>
                  </a:cubicBezTo>
                  <a:cubicBezTo>
                    <a:pt x="96" y="377"/>
                    <a:pt x="99" y="378"/>
                    <a:pt x="103" y="380"/>
                  </a:cubicBezTo>
                  <a:cubicBezTo>
                    <a:pt x="106" y="382"/>
                    <a:pt x="111" y="387"/>
                    <a:pt x="113" y="389"/>
                  </a:cubicBezTo>
                  <a:cubicBezTo>
                    <a:pt x="116" y="390"/>
                    <a:pt x="119" y="393"/>
                    <a:pt x="122" y="395"/>
                  </a:cubicBezTo>
                  <a:cubicBezTo>
                    <a:pt x="124" y="397"/>
                    <a:pt x="124" y="397"/>
                    <a:pt x="126" y="398"/>
                  </a:cubicBezTo>
                  <a:cubicBezTo>
                    <a:pt x="127" y="399"/>
                    <a:pt x="128" y="399"/>
                    <a:pt x="131" y="400"/>
                  </a:cubicBezTo>
                  <a:cubicBezTo>
                    <a:pt x="133" y="400"/>
                    <a:pt x="134" y="399"/>
                    <a:pt x="136" y="398"/>
                  </a:cubicBezTo>
                  <a:cubicBezTo>
                    <a:pt x="138" y="397"/>
                    <a:pt x="138" y="398"/>
                    <a:pt x="140" y="398"/>
                  </a:cubicBezTo>
                  <a:close/>
                  <a:moveTo>
                    <a:pt x="52" y="225"/>
                  </a:moveTo>
                  <a:cubicBezTo>
                    <a:pt x="51" y="226"/>
                    <a:pt x="51" y="227"/>
                    <a:pt x="52" y="228"/>
                  </a:cubicBezTo>
                  <a:cubicBezTo>
                    <a:pt x="52" y="230"/>
                    <a:pt x="53" y="230"/>
                    <a:pt x="54" y="228"/>
                  </a:cubicBezTo>
                  <a:cubicBezTo>
                    <a:pt x="54" y="226"/>
                    <a:pt x="54" y="222"/>
                    <a:pt x="52" y="225"/>
                  </a:cubicBezTo>
                  <a:close/>
                  <a:moveTo>
                    <a:pt x="17" y="259"/>
                  </a:moveTo>
                  <a:cubicBezTo>
                    <a:pt x="17" y="261"/>
                    <a:pt x="16" y="262"/>
                    <a:pt x="17" y="263"/>
                  </a:cubicBezTo>
                  <a:cubicBezTo>
                    <a:pt x="18" y="265"/>
                    <a:pt x="21" y="264"/>
                    <a:pt x="20" y="263"/>
                  </a:cubicBezTo>
                  <a:cubicBezTo>
                    <a:pt x="20" y="262"/>
                    <a:pt x="19" y="257"/>
                    <a:pt x="17" y="259"/>
                  </a:cubicBezTo>
                  <a:close/>
                  <a:moveTo>
                    <a:pt x="45" y="290"/>
                  </a:moveTo>
                  <a:cubicBezTo>
                    <a:pt x="44" y="292"/>
                    <a:pt x="43" y="291"/>
                    <a:pt x="44" y="294"/>
                  </a:cubicBezTo>
                  <a:cubicBezTo>
                    <a:pt x="46" y="297"/>
                    <a:pt x="47" y="298"/>
                    <a:pt x="48" y="297"/>
                  </a:cubicBezTo>
                  <a:cubicBezTo>
                    <a:pt x="49" y="297"/>
                    <a:pt x="49" y="295"/>
                    <a:pt x="48" y="293"/>
                  </a:cubicBezTo>
                  <a:cubicBezTo>
                    <a:pt x="47" y="291"/>
                    <a:pt x="46" y="289"/>
                    <a:pt x="45" y="29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7" name="Freeform 482">
              <a:extLst>
                <a:ext uri="{FF2B5EF4-FFF2-40B4-BE49-F238E27FC236}">
                  <a16:creationId xmlns:a16="http://schemas.microsoft.com/office/drawing/2014/main" id="{33913C8C-5C56-3FFE-69D9-A621FF4B1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581" y="3437971"/>
              <a:ext cx="205917" cy="207327"/>
            </a:xfrm>
            <a:custGeom>
              <a:avLst/>
              <a:gdLst>
                <a:gd name="T0" fmla="*/ 175 w 187"/>
                <a:gd name="T1" fmla="*/ 99 h 193"/>
                <a:gd name="T2" fmla="*/ 187 w 187"/>
                <a:gd name="T3" fmla="*/ 90 h 193"/>
                <a:gd name="T4" fmla="*/ 173 w 187"/>
                <a:gd name="T5" fmla="*/ 81 h 193"/>
                <a:gd name="T6" fmla="*/ 157 w 187"/>
                <a:gd name="T7" fmla="*/ 69 h 193"/>
                <a:gd name="T8" fmla="*/ 156 w 187"/>
                <a:gd name="T9" fmla="*/ 61 h 193"/>
                <a:gd name="T10" fmla="*/ 152 w 187"/>
                <a:gd name="T11" fmla="*/ 57 h 193"/>
                <a:gd name="T12" fmla="*/ 146 w 187"/>
                <a:gd name="T13" fmla="*/ 51 h 193"/>
                <a:gd name="T14" fmla="*/ 144 w 187"/>
                <a:gd name="T15" fmla="*/ 47 h 193"/>
                <a:gd name="T16" fmla="*/ 138 w 187"/>
                <a:gd name="T17" fmla="*/ 43 h 193"/>
                <a:gd name="T18" fmla="*/ 125 w 187"/>
                <a:gd name="T19" fmla="*/ 35 h 193"/>
                <a:gd name="T20" fmla="*/ 122 w 187"/>
                <a:gd name="T21" fmla="*/ 26 h 193"/>
                <a:gd name="T22" fmla="*/ 112 w 187"/>
                <a:gd name="T23" fmla="*/ 8 h 193"/>
                <a:gd name="T24" fmla="*/ 107 w 187"/>
                <a:gd name="T25" fmla="*/ 0 h 193"/>
                <a:gd name="T26" fmla="*/ 98 w 187"/>
                <a:gd name="T27" fmla="*/ 1 h 193"/>
                <a:gd name="T28" fmla="*/ 88 w 187"/>
                <a:gd name="T29" fmla="*/ 2 h 193"/>
                <a:gd name="T30" fmla="*/ 80 w 187"/>
                <a:gd name="T31" fmla="*/ 8 h 193"/>
                <a:gd name="T32" fmla="*/ 71 w 187"/>
                <a:gd name="T33" fmla="*/ 12 h 193"/>
                <a:gd name="T34" fmla="*/ 66 w 187"/>
                <a:gd name="T35" fmla="*/ 6 h 193"/>
                <a:gd name="T36" fmla="*/ 66 w 187"/>
                <a:gd name="T37" fmla="*/ 6 h 193"/>
                <a:gd name="T38" fmla="*/ 55 w 187"/>
                <a:gd name="T39" fmla="*/ 6 h 193"/>
                <a:gd name="T40" fmla="*/ 34 w 187"/>
                <a:gd name="T41" fmla="*/ 8 h 193"/>
                <a:gd name="T42" fmla="*/ 21 w 187"/>
                <a:gd name="T43" fmla="*/ 11 h 193"/>
                <a:gd name="T44" fmla="*/ 21 w 187"/>
                <a:gd name="T45" fmla="*/ 12 h 193"/>
                <a:gd name="T46" fmla="*/ 20 w 187"/>
                <a:gd name="T47" fmla="*/ 84 h 193"/>
                <a:gd name="T48" fmla="*/ 20 w 187"/>
                <a:gd name="T49" fmla="*/ 84 h 193"/>
                <a:gd name="T50" fmla="*/ 19 w 187"/>
                <a:gd name="T51" fmla="*/ 87 h 193"/>
                <a:gd name="T52" fmla="*/ 15 w 187"/>
                <a:gd name="T53" fmla="*/ 89 h 193"/>
                <a:gd name="T54" fmla="*/ 15 w 187"/>
                <a:gd name="T55" fmla="*/ 89 h 193"/>
                <a:gd name="T56" fmla="*/ 2 w 187"/>
                <a:gd name="T57" fmla="*/ 89 h 193"/>
                <a:gd name="T58" fmla="*/ 0 w 187"/>
                <a:gd name="T59" fmla="*/ 91 h 193"/>
                <a:gd name="T60" fmla="*/ 0 w 187"/>
                <a:gd name="T61" fmla="*/ 149 h 193"/>
                <a:gd name="T62" fmla="*/ 12 w 187"/>
                <a:gd name="T63" fmla="*/ 163 h 193"/>
                <a:gd name="T64" fmla="*/ 17 w 187"/>
                <a:gd name="T65" fmla="*/ 176 h 193"/>
                <a:gd name="T66" fmla="*/ 15 w 187"/>
                <a:gd name="T67" fmla="*/ 183 h 193"/>
                <a:gd name="T68" fmla="*/ 16 w 187"/>
                <a:gd name="T69" fmla="*/ 192 h 193"/>
                <a:gd name="T70" fmla="*/ 21 w 187"/>
                <a:gd name="T71" fmla="*/ 193 h 193"/>
                <a:gd name="T72" fmla="*/ 39 w 187"/>
                <a:gd name="T73" fmla="*/ 187 h 193"/>
                <a:gd name="T74" fmla="*/ 48 w 187"/>
                <a:gd name="T75" fmla="*/ 180 h 193"/>
                <a:gd name="T76" fmla="*/ 54 w 187"/>
                <a:gd name="T77" fmla="*/ 169 h 193"/>
                <a:gd name="T78" fmla="*/ 56 w 187"/>
                <a:gd name="T79" fmla="*/ 163 h 193"/>
                <a:gd name="T80" fmla="*/ 66 w 187"/>
                <a:gd name="T81" fmla="*/ 159 h 193"/>
                <a:gd name="T82" fmla="*/ 94 w 187"/>
                <a:gd name="T83" fmla="*/ 170 h 193"/>
                <a:gd name="T84" fmla="*/ 109 w 187"/>
                <a:gd name="T85" fmla="*/ 167 h 193"/>
                <a:gd name="T86" fmla="*/ 115 w 187"/>
                <a:gd name="T87" fmla="*/ 161 h 193"/>
                <a:gd name="T88" fmla="*/ 116 w 187"/>
                <a:gd name="T89" fmla="*/ 153 h 193"/>
                <a:gd name="T90" fmla="*/ 124 w 187"/>
                <a:gd name="T91" fmla="*/ 145 h 193"/>
                <a:gd name="T92" fmla="*/ 134 w 187"/>
                <a:gd name="T93" fmla="*/ 140 h 193"/>
                <a:gd name="T94" fmla="*/ 140 w 187"/>
                <a:gd name="T95" fmla="*/ 132 h 193"/>
                <a:gd name="T96" fmla="*/ 154 w 187"/>
                <a:gd name="T97" fmla="*/ 115 h 193"/>
                <a:gd name="T98" fmla="*/ 163 w 187"/>
                <a:gd name="T99" fmla="*/ 106 h 193"/>
                <a:gd name="T100" fmla="*/ 169 w 187"/>
                <a:gd name="T101" fmla="*/ 101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7" h="193">
                  <a:moveTo>
                    <a:pt x="169" y="101"/>
                  </a:moveTo>
                  <a:cubicBezTo>
                    <a:pt x="171" y="99"/>
                    <a:pt x="173" y="99"/>
                    <a:pt x="175" y="99"/>
                  </a:cubicBezTo>
                  <a:cubicBezTo>
                    <a:pt x="177" y="99"/>
                    <a:pt x="179" y="98"/>
                    <a:pt x="180" y="98"/>
                  </a:cubicBezTo>
                  <a:cubicBezTo>
                    <a:pt x="182" y="96"/>
                    <a:pt x="186" y="92"/>
                    <a:pt x="187" y="90"/>
                  </a:cubicBezTo>
                  <a:cubicBezTo>
                    <a:pt x="186" y="88"/>
                    <a:pt x="184" y="84"/>
                    <a:pt x="181" y="83"/>
                  </a:cubicBezTo>
                  <a:cubicBezTo>
                    <a:pt x="179" y="82"/>
                    <a:pt x="176" y="82"/>
                    <a:pt x="173" y="81"/>
                  </a:cubicBezTo>
                  <a:cubicBezTo>
                    <a:pt x="169" y="81"/>
                    <a:pt x="165" y="80"/>
                    <a:pt x="163" y="79"/>
                  </a:cubicBezTo>
                  <a:cubicBezTo>
                    <a:pt x="159" y="77"/>
                    <a:pt x="158" y="72"/>
                    <a:pt x="157" y="69"/>
                  </a:cubicBezTo>
                  <a:cubicBezTo>
                    <a:pt x="157" y="68"/>
                    <a:pt x="157" y="67"/>
                    <a:pt x="157" y="67"/>
                  </a:cubicBezTo>
                  <a:cubicBezTo>
                    <a:pt x="156" y="65"/>
                    <a:pt x="156" y="63"/>
                    <a:pt x="156" y="61"/>
                  </a:cubicBezTo>
                  <a:cubicBezTo>
                    <a:pt x="156" y="60"/>
                    <a:pt x="156" y="58"/>
                    <a:pt x="155" y="58"/>
                  </a:cubicBezTo>
                  <a:cubicBezTo>
                    <a:pt x="155" y="57"/>
                    <a:pt x="153" y="57"/>
                    <a:pt x="152" y="57"/>
                  </a:cubicBezTo>
                  <a:cubicBezTo>
                    <a:pt x="151" y="57"/>
                    <a:pt x="150" y="57"/>
                    <a:pt x="149" y="56"/>
                  </a:cubicBezTo>
                  <a:cubicBezTo>
                    <a:pt x="146" y="56"/>
                    <a:pt x="146" y="54"/>
                    <a:pt x="146" y="51"/>
                  </a:cubicBezTo>
                  <a:cubicBezTo>
                    <a:pt x="146" y="51"/>
                    <a:pt x="146" y="50"/>
                    <a:pt x="146" y="50"/>
                  </a:cubicBezTo>
                  <a:cubicBezTo>
                    <a:pt x="146" y="48"/>
                    <a:pt x="145" y="47"/>
                    <a:pt x="144" y="47"/>
                  </a:cubicBezTo>
                  <a:cubicBezTo>
                    <a:pt x="144" y="47"/>
                    <a:pt x="143" y="47"/>
                    <a:pt x="142" y="46"/>
                  </a:cubicBezTo>
                  <a:cubicBezTo>
                    <a:pt x="142" y="46"/>
                    <a:pt x="140" y="45"/>
                    <a:pt x="138" y="43"/>
                  </a:cubicBezTo>
                  <a:cubicBezTo>
                    <a:pt x="133" y="41"/>
                    <a:pt x="126" y="37"/>
                    <a:pt x="125" y="35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4" y="34"/>
                    <a:pt x="123" y="33"/>
                    <a:pt x="123" y="31"/>
                  </a:cubicBezTo>
                  <a:cubicBezTo>
                    <a:pt x="123" y="30"/>
                    <a:pt x="123" y="28"/>
                    <a:pt x="122" y="26"/>
                  </a:cubicBezTo>
                  <a:cubicBezTo>
                    <a:pt x="120" y="22"/>
                    <a:pt x="117" y="17"/>
                    <a:pt x="115" y="13"/>
                  </a:cubicBezTo>
                  <a:cubicBezTo>
                    <a:pt x="114" y="11"/>
                    <a:pt x="113" y="9"/>
                    <a:pt x="112" y="8"/>
                  </a:cubicBezTo>
                  <a:cubicBezTo>
                    <a:pt x="111" y="6"/>
                    <a:pt x="110" y="4"/>
                    <a:pt x="109" y="3"/>
                  </a:cubicBezTo>
                  <a:cubicBezTo>
                    <a:pt x="108" y="2"/>
                    <a:pt x="108" y="1"/>
                    <a:pt x="107" y="0"/>
                  </a:cubicBezTo>
                  <a:cubicBezTo>
                    <a:pt x="106" y="0"/>
                    <a:pt x="105" y="0"/>
                    <a:pt x="103" y="0"/>
                  </a:cubicBezTo>
                  <a:cubicBezTo>
                    <a:pt x="101" y="1"/>
                    <a:pt x="99" y="1"/>
                    <a:pt x="98" y="1"/>
                  </a:cubicBezTo>
                  <a:cubicBezTo>
                    <a:pt x="97" y="1"/>
                    <a:pt x="94" y="1"/>
                    <a:pt x="92" y="1"/>
                  </a:cubicBezTo>
                  <a:cubicBezTo>
                    <a:pt x="90" y="2"/>
                    <a:pt x="89" y="2"/>
                    <a:pt x="88" y="2"/>
                  </a:cubicBezTo>
                  <a:cubicBezTo>
                    <a:pt x="88" y="2"/>
                    <a:pt x="88" y="3"/>
                    <a:pt x="87" y="3"/>
                  </a:cubicBezTo>
                  <a:cubicBezTo>
                    <a:pt x="85" y="5"/>
                    <a:pt x="82" y="6"/>
                    <a:pt x="80" y="8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7" y="11"/>
                    <a:pt x="74" y="13"/>
                    <a:pt x="71" y="12"/>
                  </a:cubicBezTo>
                  <a:cubicBezTo>
                    <a:pt x="69" y="12"/>
                    <a:pt x="68" y="10"/>
                    <a:pt x="67" y="8"/>
                  </a:cubicBezTo>
                  <a:cubicBezTo>
                    <a:pt x="67" y="8"/>
                    <a:pt x="67" y="7"/>
                    <a:pt x="66" y="6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5" y="5"/>
                    <a:pt x="65" y="5"/>
                    <a:pt x="64" y="5"/>
                  </a:cubicBezTo>
                  <a:cubicBezTo>
                    <a:pt x="62" y="5"/>
                    <a:pt x="59" y="5"/>
                    <a:pt x="55" y="6"/>
                  </a:cubicBezTo>
                  <a:cubicBezTo>
                    <a:pt x="53" y="6"/>
                    <a:pt x="51" y="6"/>
                    <a:pt x="48" y="7"/>
                  </a:cubicBezTo>
                  <a:cubicBezTo>
                    <a:pt x="46" y="7"/>
                    <a:pt x="40" y="8"/>
                    <a:pt x="34" y="8"/>
                  </a:cubicBezTo>
                  <a:cubicBezTo>
                    <a:pt x="30" y="9"/>
                    <a:pt x="26" y="10"/>
                    <a:pt x="24" y="10"/>
                  </a:cubicBezTo>
                  <a:cubicBezTo>
                    <a:pt x="23" y="10"/>
                    <a:pt x="22" y="11"/>
                    <a:pt x="21" y="11"/>
                  </a:cubicBezTo>
                  <a:cubicBezTo>
                    <a:pt x="21" y="11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3"/>
                    <a:pt x="21" y="26"/>
                    <a:pt x="20" y="41"/>
                  </a:cubicBezTo>
                  <a:cubicBezTo>
                    <a:pt x="20" y="60"/>
                    <a:pt x="20" y="82"/>
                    <a:pt x="20" y="84"/>
                  </a:cubicBezTo>
                  <a:cubicBezTo>
                    <a:pt x="20" y="84"/>
                    <a:pt x="20" y="84"/>
                    <a:pt x="20" y="84"/>
                  </a:cubicBezTo>
                  <a:cubicBezTo>
                    <a:pt x="20" y="84"/>
                    <a:pt x="20" y="84"/>
                    <a:pt x="20" y="84"/>
                  </a:cubicBezTo>
                  <a:cubicBezTo>
                    <a:pt x="20" y="84"/>
                    <a:pt x="20" y="84"/>
                    <a:pt x="20" y="84"/>
                  </a:cubicBezTo>
                  <a:cubicBezTo>
                    <a:pt x="20" y="85"/>
                    <a:pt x="20" y="87"/>
                    <a:pt x="19" y="87"/>
                  </a:cubicBezTo>
                  <a:cubicBezTo>
                    <a:pt x="18" y="88"/>
                    <a:pt x="17" y="88"/>
                    <a:pt x="15" y="89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15" y="89"/>
                    <a:pt x="15" y="89"/>
                    <a:pt x="15" y="89"/>
                  </a:cubicBezTo>
                  <a:cubicBezTo>
                    <a:pt x="14" y="89"/>
                    <a:pt x="12" y="89"/>
                    <a:pt x="9" y="89"/>
                  </a:cubicBezTo>
                  <a:cubicBezTo>
                    <a:pt x="7" y="89"/>
                    <a:pt x="4" y="89"/>
                    <a:pt x="2" y="89"/>
                  </a:cubicBezTo>
                  <a:cubicBezTo>
                    <a:pt x="2" y="89"/>
                    <a:pt x="1" y="89"/>
                    <a:pt x="1" y="89"/>
                  </a:cubicBezTo>
                  <a:cubicBezTo>
                    <a:pt x="0" y="90"/>
                    <a:pt x="0" y="90"/>
                    <a:pt x="0" y="91"/>
                  </a:cubicBezTo>
                  <a:cubicBezTo>
                    <a:pt x="0" y="91"/>
                    <a:pt x="0" y="99"/>
                    <a:pt x="0" y="111"/>
                  </a:cubicBezTo>
                  <a:cubicBezTo>
                    <a:pt x="0" y="123"/>
                    <a:pt x="0" y="137"/>
                    <a:pt x="0" y="149"/>
                  </a:cubicBezTo>
                  <a:cubicBezTo>
                    <a:pt x="2" y="149"/>
                    <a:pt x="2" y="149"/>
                    <a:pt x="6" y="153"/>
                  </a:cubicBezTo>
                  <a:cubicBezTo>
                    <a:pt x="8" y="155"/>
                    <a:pt x="10" y="159"/>
                    <a:pt x="12" y="163"/>
                  </a:cubicBezTo>
                  <a:cubicBezTo>
                    <a:pt x="13" y="165"/>
                    <a:pt x="13" y="167"/>
                    <a:pt x="15" y="168"/>
                  </a:cubicBezTo>
                  <a:cubicBezTo>
                    <a:pt x="16" y="171"/>
                    <a:pt x="17" y="174"/>
                    <a:pt x="17" y="176"/>
                  </a:cubicBezTo>
                  <a:cubicBezTo>
                    <a:pt x="17" y="178"/>
                    <a:pt x="16" y="180"/>
                    <a:pt x="15" y="181"/>
                  </a:cubicBezTo>
                  <a:cubicBezTo>
                    <a:pt x="15" y="182"/>
                    <a:pt x="15" y="182"/>
                    <a:pt x="15" y="183"/>
                  </a:cubicBezTo>
                  <a:cubicBezTo>
                    <a:pt x="14" y="184"/>
                    <a:pt x="13" y="186"/>
                    <a:pt x="14" y="189"/>
                  </a:cubicBezTo>
                  <a:cubicBezTo>
                    <a:pt x="14" y="190"/>
                    <a:pt x="15" y="191"/>
                    <a:pt x="16" y="192"/>
                  </a:cubicBezTo>
                  <a:cubicBezTo>
                    <a:pt x="17" y="192"/>
                    <a:pt x="17" y="193"/>
                    <a:pt x="18" y="193"/>
                  </a:cubicBezTo>
                  <a:cubicBezTo>
                    <a:pt x="19" y="193"/>
                    <a:pt x="20" y="193"/>
                    <a:pt x="21" y="193"/>
                  </a:cubicBezTo>
                  <a:cubicBezTo>
                    <a:pt x="25" y="193"/>
                    <a:pt x="31" y="193"/>
                    <a:pt x="33" y="192"/>
                  </a:cubicBezTo>
                  <a:cubicBezTo>
                    <a:pt x="34" y="192"/>
                    <a:pt x="37" y="190"/>
                    <a:pt x="39" y="187"/>
                  </a:cubicBezTo>
                  <a:cubicBezTo>
                    <a:pt x="41" y="186"/>
                    <a:pt x="42" y="184"/>
                    <a:pt x="44" y="182"/>
                  </a:cubicBezTo>
                  <a:cubicBezTo>
                    <a:pt x="46" y="181"/>
                    <a:pt x="47" y="181"/>
                    <a:pt x="48" y="180"/>
                  </a:cubicBezTo>
                  <a:cubicBezTo>
                    <a:pt x="49" y="179"/>
                    <a:pt x="51" y="178"/>
                    <a:pt x="52" y="176"/>
                  </a:cubicBezTo>
                  <a:cubicBezTo>
                    <a:pt x="52" y="174"/>
                    <a:pt x="53" y="172"/>
                    <a:pt x="54" y="169"/>
                  </a:cubicBezTo>
                  <a:cubicBezTo>
                    <a:pt x="54" y="169"/>
                    <a:pt x="54" y="169"/>
                    <a:pt x="54" y="169"/>
                  </a:cubicBezTo>
                  <a:cubicBezTo>
                    <a:pt x="54" y="167"/>
                    <a:pt x="55" y="164"/>
                    <a:pt x="56" y="163"/>
                  </a:cubicBezTo>
                  <a:cubicBezTo>
                    <a:pt x="57" y="161"/>
                    <a:pt x="59" y="160"/>
                    <a:pt x="60" y="159"/>
                  </a:cubicBezTo>
                  <a:cubicBezTo>
                    <a:pt x="62" y="159"/>
                    <a:pt x="64" y="158"/>
                    <a:pt x="66" y="159"/>
                  </a:cubicBezTo>
                  <a:cubicBezTo>
                    <a:pt x="67" y="159"/>
                    <a:pt x="71" y="161"/>
                    <a:pt x="76" y="163"/>
                  </a:cubicBezTo>
                  <a:cubicBezTo>
                    <a:pt x="83" y="166"/>
                    <a:pt x="91" y="170"/>
                    <a:pt x="94" y="170"/>
                  </a:cubicBezTo>
                  <a:cubicBezTo>
                    <a:pt x="97" y="170"/>
                    <a:pt x="100" y="170"/>
                    <a:pt x="102" y="169"/>
                  </a:cubicBezTo>
                  <a:cubicBezTo>
                    <a:pt x="105" y="169"/>
                    <a:pt x="108" y="168"/>
                    <a:pt x="109" y="167"/>
                  </a:cubicBezTo>
                  <a:cubicBezTo>
                    <a:pt x="110" y="166"/>
                    <a:pt x="112" y="166"/>
                    <a:pt x="113" y="164"/>
                  </a:cubicBezTo>
                  <a:cubicBezTo>
                    <a:pt x="114" y="163"/>
                    <a:pt x="115" y="162"/>
                    <a:pt x="115" y="161"/>
                  </a:cubicBezTo>
                  <a:cubicBezTo>
                    <a:pt x="115" y="159"/>
                    <a:pt x="115" y="156"/>
                    <a:pt x="116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7" y="151"/>
                    <a:pt x="117" y="149"/>
                    <a:pt x="119" y="148"/>
                  </a:cubicBezTo>
                  <a:cubicBezTo>
                    <a:pt x="120" y="146"/>
                    <a:pt x="122" y="146"/>
                    <a:pt x="124" y="145"/>
                  </a:cubicBezTo>
                  <a:cubicBezTo>
                    <a:pt x="126" y="145"/>
                    <a:pt x="127" y="145"/>
                    <a:pt x="128" y="144"/>
                  </a:cubicBezTo>
                  <a:cubicBezTo>
                    <a:pt x="129" y="144"/>
                    <a:pt x="132" y="142"/>
                    <a:pt x="134" y="140"/>
                  </a:cubicBezTo>
                  <a:cubicBezTo>
                    <a:pt x="136" y="139"/>
                    <a:pt x="138" y="137"/>
                    <a:pt x="138" y="136"/>
                  </a:cubicBezTo>
                  <a:cubicBezTo>
                    <a:pt x="139" y="135"/>
                    <a:pt x="139" y="133"/>
                    <a:pt x="140" y="132"/>
                  </a:cubicBezTo>
                  <a:cubicBezTo>
                    <a:pt x="140" y="129"/>
                    <a:pt x="141" y="127"/>
                    <a:pt x="142" y="125"/>
                  </a:cubicBezTo>
                  <a:cubicBezTo>
                    <a:pt x="144" y="123"/>
                    <a:pt x="150" y="119"/>
                    <a:pt x="154" y="115"/>
                  </a:cubicBezTo>
                  <a:cubicBezTo>
                    <a:pt x="156" y="114"/>
                    <a:pt x="157" y="112"/>
                    <a:pt x="158" y="111"/>
                  </a:cubicBezTo>
                  <a:cubicBezTo>
                    <a:pt x="160" y="110"/>
                    <a:pt x="162" y="108"/>
                    <a:pt x="163" y="106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5" y="104"/>
                    <a:pt x="167" y="102"/>
                    <a:pt x="169" y="10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8" name="Freeform 483">
              <a:extLst>
                <a:ext uri="{FF2B5EF4-FFF2-40B4-BE49-F238E27FC236}">
                  <a16:creationId xmlns:a16="http://schemas.microsoft.com/office/drawing/2014/main" id="{04153642-02C8-50A4-FF3E-D4AF00F2D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0366" y="3687609"/>
              <a:ext cx="49364" cy="49364"/>
            </a:xfrm>
            <a:custGeom>
              <a:avLst/>
              <a:gdLst>
                <a:gd name="T0" fmla="*/ 38 w 45"/>
                <a:gd name="T1" fmla="*/ 8 h 46"/>
                <a:gd name="T2" fmla="*/ 34 w 45"/>
                <a:gd name="T3" fmla="*/ 4 h 46"/>
                <a:gd name="T4" fmla="*/ 26 w 45"/>
                <a:gd name="T5" fmla="*/ 2 h 46"/>
                <a:gd name="T6" fmla="*/ 25 w 45"/>
                <a:gd name="T7" fmla="*/ 3 h 46"/>
                <a:gd name="T8" fmla="*/ 19 w 45"/>
                <a:gd name="T9" fmla="*/ 6 h 46"/>
                <a:gd name="T10" fmla="*/ 14 w 45"/>
                <a:gd name="T11" fmla="*/ 8 h 46"/>
                <a:gd name="T12" fmla="*/ 7 w 45"/>
                <a:gd name="T13" fmla="*/ 18 h 46"/>
                <a:gd name="T14" fmla="*/ 4 w 45"/>
                <a:gd name="T15" fmla="*/ 22 h 46"/>
                <a:gd name="T16" fmla="*/ 3 w 45"/>
                <a:gd name="T17" fmla="*/ 23 h 46"/>
                <a:gd name="T18" fmla="*/ 1 w 45"/>
                <a:gd name="T19" fmla="*/ 28 h 46"/>
                <a:gd name="T20" fmla="*/ 4 w 45"/>
                <a:gd name="T21" fmla="*/ 35 h 46"/>
                <a:gd name="T22" fmla="*/ 9 w 45"/>
                <a:gd name="T23" fmla="*/ 41 h 46"/>
                <a:gd name="T24" fmla="*/ 16 w 45"/>
                <a:gd name="T25" fmla="*/ 44 h 46"/>
                <a:gd name="T26" fmla="*/ 18 w 45"/>
                <a:gd name="T27" fmla="*/ 46 h 46"/>
                <a:gd name="T28" fmla="*/ 19 w 45"/>
                <a:gd name="T29" fmla="*/ 44 h 46"/>
                <a:gd name="T30" fmla="*/ 25 w 45"/>
                <a:gd name="T31" fmla="*/ 35 h 46"/>
                <a:gd name="T32" fmla="*/ 36 w 45"/>
                <a:gd name="T33" fmla="*/ 32 h 46"/>
                <a:gd name="T34" fmla="*/ 38 w 45"/>
                <a:gd name="T35" fmla="*/ 32 h 46"/>
                <a:gd name="T36" fmla="*/ 40 w 45"/>
                <a:gd name="T37" fmla="*/ 26 h 46"/>
                <a:gd name="T38" fmla="*/ 40 w 45"/>
                <a:gd name="T39" fmla="*/ 26 h 46"/>
                <a:gd name="T40" fmla="*/ 43 w 45"/>
                <a:gd name="T41" fmla="*/ 20 h 46"/>
                <a:gd name="T42" fmla="*/ 44 w 45"/>
                <a:gd name="T43" fmla="*/ 16 h 46"/>
                <a:gd name="T44" fmla="*/ 38 w 45"/>
                <a:gd name="T45" fmla="*/ 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" h="46">
                  <a:moveTo>
                    <a:pt x="38" y="8"/>
                  </a:moveTo>
                  <a:cubicBezTo>
                    <a:pt x="37" y="7"/>
                    <a:pt x="35" y="6"/>
                    <a:pt x="34" y="4"/>
                  </a:cubicBezTo>
                  <a:cubicBezTo>
                    <a:pt x="30" y="0"/>
                    <a:pt x="29" y="1"/>
                    <a:pt x="26" y="2"/>
                  </a:cubicBezTo>
                  <a:cubicBezTo>
                    <a:pt x="26" y="2"/>
                    <a:pt x="25" y="2"/>
                    <a:pt x="25" y="3"/>
                  </a:cubicBezTo>
                  <a:cubicBezTo>
                    <a:pt x="22" y="4"/>
                    <a:pt x="21" y="5"/>
                    <a:pt x="19" y="6"/>
                  </a:cubicBezTo>
                  <a:cubicBezTo>
                    <a:pt x="17" y="7"/>
                    <a:pt x="16" y="7"/>
                    <a:pt x="14" y="8"/>
                  </a:cubicBezTo>
                  <a:cubicBezTo>
                    <a:pt x="11" y="10"/>
                    <a:pt x="9" y="14"/>
                    <a:pt x="7" y="18"/>
                  </a:cubicBezTo>
                  <a:cubicBezTo>
                    <a:pt x="6" y="20"/>
                    <a:pt x="5" y="21"/>
                    <a:pt x="4" y="22"/>
                  </a:cubicBezTo>
                  <a:cubicBezTo>
                    <a:pt x="4" y="23"/>
                    <a:pt x="3" y="23"/>
                    <a:pt x="3" y="23"/>
                  </a:cubicBezTo>
                  <a:cubicBezTo>
                    <a:pt x="1" y="24"/>
                    <a:pt x="0" y="26"/>
                    <a:pt x="1" y="28"/>
                  </a:cubicBezTo>
                  <a:cubicBezTo>
                    <a:pt x="1" y="30"/>
                    <a:pt x="2" y="33"/>
                    <a:pt x="4" y="35"/>
                  </a:cubicBezTo>
                  <a:cubicBezTo>
                    <a:pt x="5" y="37"/>
                    <a:pt x="7" y="39"/>
                    <a:pt x="9" y="41"/>
                  </a:cubicBezTo>
                  <a:cubicBezTo>
                    <a:pt x="11" y="42"/>
                    <a:pt x="14" y="43"/>
                    <a:pt x="16" y="44"/>
                  </a:cubicBezTo>
                  <a:cubicBezTo>
                    <a:pt x="17" y="45"/>
                    <a:pt x="18" y="46"/>
                    <a:pt x="18" y="46"/>
                  </a:cubicBezTo>
                  <a:cubicBezTo>
                    <a:pt x="19" y="46"/>
                    <a:pt x="19" y="45"/>
                    <a:pt x="19" y="44"/>
                  </a:cubicBezTo>
                  <a:cubicBezTo>
                    <a:pt x="21" y="41"/>
                    <a:pt x="22" y="37"/>
                    <a:pt x="25" y="35"/>
                  </a:cubicBezTo>
                  <a:cubicBezTo>
                    <a:pt x="29" y="32"/>
                    <a:pt x="32" y="32"/>
                    <a:pt x="36" y="32"/>
                  </a:cubicBezTo>
                  <a:cubicBezTo>
                    <a:pt x="37" y="32"/>
                    <a:pt x="38" y="32"/>
                    <a:pt x="38" y="32"/>
                  </a:cubicBezTo>
                  <a:cubicBezTo>
                    <a:pt x="40" y="31"/>
                    <a:pt x="40" y="30"/>
                    <a:pt x="40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0" y="24"/>
                    <a:pt x="41" y="22"/>
                    <a:pt x="43" y="20"/>
                  </a:cubicBezTo>
                  <a:cubicBezTo>
                    <a:pt x="44" y="18"/>
                    <a:pt x="45" y="17"/>
                    <a:pt x="44" y="16"/>
                  </a:cubicBezTo>
                  <a:cubicBezTo>
                    <a:pt x="43" y="14"/>
                    <a:pt x="41" y="11"/>
                    <a:pt x="38" y="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39" name="Freeform 484">
              <a:extLst>
                <a:ext uri="{FF2B5EF4-FFF2-40B4-BE49-F238E27FC236}">
                  <a16:creationId xmlns:a16="http://schemas.microsoft.com/office/drawing/2014/main" id="{0D9B980D-A293-B53D-6ABB-0B47F4321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295" y="3270135"/>
              <a:ext cx="238355" cy="376573"/>
            </a:xfrm>
            <a:custGeom>
              <a:avLst/>
              <a:gdLst>
                <a:gd name="T0" fmla="*/ 212 w 218"/>
                <a:gd name="T1" fmla="*/ 72 h 351"/>
                <a:gd name="T2" fmla="*/ 212 w 218"/>
                <a:gd name="T3" fmla="*/ 46 h 351"/>
                <a:gd name="T4" fmla="*/ 209 w 218"/>
                <a:gd name="T5" fmla="*/ 18 h 351"/>
                <a:gd name="T6" fmla="*/ 210 w 218"/>
                <a:gd name="T7" fmla="*/ 0 h 351"/>
                <a:gd name="T8" fmla="*/ 175 w 218"/>
                <a:gd name="T9" fmla="*/ 18 h 351"/>
                <a:gd name="T10" fmla="*/ 154 w 218"/>
                <a:gd name="T11" fmla="*/ 22 h 351"/>
                <a:gd name="T12" fmla="*/ 135 w 218"/>
                <a:gd name="T13" fmla="*/ 25 h 351"/>
                <a:gd name="T14" fmla="*/ 112 w 218"/>
                <a:gd name="T15" fmla="*/ 23 h 351"/>
                <a:gd name="T16" fmla="*/ 107 w 218"/>
                <a:gd name="T17" fmla="*/ 24 h 351"/>
                <a:gd name="T18" fmla="*/ 93 w 218"/>
                <a:gd name="T19" fmla="*/ 47 h 351"/>
                <a:gd name="T20" fmla="*/ 112 w 218"/>
                <a:gd name="T21" fmla="*/ 82 h 351"/>
                <a:gd name="T22" fmla="*/ 115 w 218"/>
                <a:gd name="T23" fmla="*/ 104 h 351"/>
                <a:gd name="T24" fmla="*/ 113 w 218"/>
                <a:gd name="T25" fmla="*/ 119 h 351"/>
                <a:gd name="T26" fmla="*/ 103 w 218"/>
                <a:gd name="T27" fmla="*/ 127 h 351"/>
                <a:gd name="T28" fmla="*/ 101 w 218"/>
                <a:gd name="T29" fmla="*/ 137 h 351"/>
                <a:gd name="T30" fmla="*/ 92 w 218"/>
                <a:gd name="T31" fmla="*/ 129 h 351"/>
                <a:gd name="T32" fmla="*/ 81 w 218"/>
                <a:gd name="T33" fmla="*/ 113 h 351"/>
                <a:gd name="T34" fmla="*/ 85 w 218"/>
                <a:gd name="T35" fmla="*/ 89 h 351"/>
                <a:gd name="T36" fmla="*/ 75 w 218"/>
                <a:gd name="T37" fmla="*/ 86 h 351"/>
                <a:gd name="T38" fmla="*/ 62 w 218"/>
                <a:gd name="T39" fmla="*/ 79 h 351"/>
                <a:gd name="T40" fmla="*/ 3 w 218"/>
                <a:gd name="T41" fmla="*/ 94 h 351"/>
                <a:gd name="T42" fmla="*/ 5 w 218"/>
                <a:gd name="T43" fmla="*/ 114 h 351"/>
                <a:gd name="T44" fmla="*/ 19 w 218"/>
                <a:gd name="T45" fmla="*/ 116 h 351"/>
                <a:gd name="T46" fmla="*/ 48 w 218"/>
                <a:gd name="T47" fmla="*/ 128 h 351"/>
                <a:gd name="T48" fmla="*/ 57 w 218"/>
                <a:gd name="T49" fmla="*/ 142 h 351"/>
                <a:gd name="T50" fmla="*/ 54 w 218"/>
                <a:gd name="T51" fmla="*/ 171 h 351"/>
                <a:gd name="T52" fmla="*/ 54 w 218"/>
                <a:gd name="T53" fmla="*/ 186 h 351"/>
                <a:gd name="T54" fmla="*/ 49 w 218"/>
                <a:gd name="T55" fmla="*/ 212 h 351"/>
                <a:gd name="T56" fmla="*/ 42 w 218"/>
                <a:gd name="T57" fmla="*/ 232 h 351"/>
                <a:gd name="T58" fmla="*/ 21 w 218"/>
                <a:gd name="T59" fmla="*/ 254 h 351"/>
                <a:gd name="T60" fmla="*/ 28 w 218"/>
                <a:gd name="T61" fmla="*/ 275 h 351"/>
                <a:gd name="T62" fmla="*/ 36 w 218"/>
                <a:gd name="T63" fmla="*/ 307 h 351"/>
                <a:gd name="T64" fmla="*/ 38 w 218"/>
                <a:gd name="T65" fmla="*/ 335 h 351"/>
                <a:gd name="T66" fmla="*/ 44 w 218"/>
                <a:gd name="T67" fmla="*/ 351 h 351"/>
                <a:gd name="T68" fmla="*/ 53 w 218"/>
                <a:gd name="T69" fmla="*/ 336 h 351"/>
                <a:gd name="T70" fmla="*/ 51 w 218"/>
                <a:gd name="T71" fmla="*/ 324 h 351"/>
                <a:gd name="T72" fmla="*/ 102 w 218"/>
                <a:gd name="T73" fmla="*/ 297 h 351"/>
                <a:gd name="T74" fmla="*/ 105 w 218"/>
                <a:gd name="T75" fmla="*/ 278 h 351"/>
                <a:gd name="T76" fmla="*/ 104 w 218"/>
                <a:gd name="T77" fmla="*/ 243 h 351"/>
                <a:gd name="T78" fmla="*/ 98 w 218"/>
                <a:gd name="T79" fmla="*/ 220 h 351"/>
                <a:gd name="T80" fmla="*/ 90 w 218"/>
                <a:gd name="T81" fmla="*/ 196 h 351"/>
                <a:gd name="T82" fmla="*/ 102 w 218"/>
                <a:gd name="T83" fmla="*/ 191 h 351"/>
                <a:gd name="T84" fmla="*/ 123 w 218"/>
                <a:gd name="T85" fmla="*/ 176 h 351"/>
                <a:gd name="T86" fmla="*/ 137 w 218"/>
                <a:gd name="T87" fmla="*/ 160 h 351"/>
                <a:gd name="T88" fmla="*/ 147 w 218"/>
                <a:gd name="T89" fmla="*/ 150 h 351"/>
                <a:gd name="T90" fmla="*/ 168 w 218"/>
                <a:gd name="T91" fmla="*/ 138 h 351"/>
                <a:gd name="T92" fmla="*/ 202 w 218"/>
                <a:gd name="T93" fmla="*/ 115 h 351"/>
                <a:gd name="T94" fmla="*/ 215 w 218"/>
                <a:gd name="T95" fmla="*/ 8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8" h="351">
                  <a:moveTo>
                    <a:pt x="215" y="85"/>
                  </a:moveTo>
                  <a:cubicBezTo>
                    <a:pt x="215" y="85"/>
                    <a:pt x="214" y="82"/>
                    <a:pt x="214" y="81"/>
                  </a:cubicBezTo>
                  <a:cubicBezTo>
                    <a:pt x="215" y="79"/>
                    <a:pt x="214" y="79"/>
                    <a:pt x="213" y="77"/>
                  </a:cubicBezTo>
                  <a:cubicBezTo>
                    <a:pt x="212" y="76"/>
                    <a:pt x="212" y="74"/>
                    <a:pt x="212" y="72"/>
                  </a:cubicBezTo>
                  <a:cubicBezTo>
                    <a:pt x="213" y="70"/>
                    <a:pt x="212" y="70"/>
                    <a:pt x="212" y="66"/>
                  </a:cubicBezTo>
                  <a:cubicBezTo>
                    <a:pt x="211" y="63"/>
                    <a:pt x="211" y="61"/>
                    <a:pt x="212" y="57"/>
                  </a:cubicBezTo>
                  <a:cubicBezTo>
                    <a:pt x="212" y="54"/>
                    <a:pt x="211" y="53"/>
                    <a:pt x="211" y="51"/>
                  </a:cubicBezTo>
                  <a:cubicBezTo>
                    <a:pt x="211" y="49"/>
                    <a:pt x="211" y="49"/>
                    <a:pt x="212" y="46"/>
                  </a:cubicBezTo>
                  <a:cubicBezTo>
                    <a:pt x="213" y="44"/>
                    <a:pt x="213" y="44"/>
                    <a:pt x="212" y="39"/>
                  </a:cubicBezTo>
                  <a:cubicBezTo>
                    <a:pt x="210" y="33"/>
                    <a:pt x="210" y="34"/>
                    <a:pt x="210" y="30"/>
                  </a:cubicBezTo>
                  <a:cubicBezTo>
                    <a:pt x="211" y="25"/>
                    <a:pt x="211" y="24"/>
                    <a:pt x="211" y="22"/>
                  </a:cubicBezTo>
                  <a:cubicBezTo>
                    <a:pt x="210" y="20"/>
                    <a:pt x="209" y="20"/>
                    <a:pt x="209" y="18"/>
                  </a:cubicBezTo>
                  <a:cubicBezTo>
                    <a:pt x="208" y="16"/>
                    <a:pt x="207" y="16"/>
                    <a:pt x="209" y="14"/>
                  </a:cubicBezTo>
                  <a:cubicBezTo>
                    <a:pt x="210" y="12"/>
                    <a:pt x="211" y="10"/>
                    <a:pt x="211" y="8"/>
                  </a:cubicBezTo>
                  <a:cubicBezTo>
                    <a:pt x="211" y="6"/>
                    <a:pt x="211" y="6"/>
                    <a:pt x="211" y="4"/>
                  </a:cubicBezTo>
                  <a:cubicBezTo>
                    <a:pt x="211" y="2"/>
                    <a:pt x="211" y="1"/>
                    <a:pt x="210" y="0"/>
                  </a:cubicBezTo>
                  <a:cubicBezTo>
                    <a:pt x="204" y="4"/>
                    <a:pt x="189" y="14"/>
                    <a:pt x="186" y="15"/>
                  </a:cubicBezTo>
                  <a:cubicBezTo>
                    <a:pt x="183" y="16"/>
                    <a:pt x="182" y="16"/>
                    <a:pt x="181" y="16"/>
                  </a:cubicBezTo>
                  <a:cubicBezTo>
                    <a:pt x="180" y="16"/>
                    <a:pt x="179" y="16"/>
                    <a:pt x="178" y="16"/>
                  </a:cubicBezTo>
                  <a:cubicBezTo>
                    <a:pt x="177" y="17"/>
                    <a:pt x="176" y="17"/>
                    <a:pt x="175" y="18"/>
                  </a:cubicBezTo>
                  <a:cubicBezTo>
                    <a:pt x="173" y="20"/>
                    <a:pt x="171" y="21"/>
                    <a:pt x="167" y="20"/>
                  </a:cubicBezTo>
                  <a:cubicBezTo>
                    <a:pt x="165" y="19"/>
                    <a:pt x="164" y="19"/>
                    <a:pt x="163" y="18"/>
                  </a:cubicBezTo>
                  <a:cubicBezTo>
                    <a:pt x="161" y="17"/>
                    <a:pt x="160" y="17"/>
                    <a:pt x="158" y="18"/>
                  </a:cubicBezTo>
                  <a:cubicBezTo>
                    <a:pt x="156" y="19"/>
                    <a:pt x="155" y="20"/>
                    <a:pt x="154" y="22"/>
                  </a:cubicBezTo>
                  <a:cubicBezTo>
                    <a:pt x="151" y="24"/>
                    <a:pt x="149" y="27"/>
                    <a:pt x="146" y="27"/>
                  </a:cubicBezTo>
                  <a:cubicBezTo>
                    <a:pt x="142" y="26"/>
                    <a:pt x="141" y="25"/>
                    <a:pt x="140" y="25"/>
                  </a:cubicBezTo>
                  <a:cubicBezTo>
                    <a:pt x="140" y="24"/>
                    <a:pt x="139" y="24"/>
                    <a:pt x="138" y="24"/>
                  </a:cubicBezTo>
                  <a:cubicBezTo>
                    <a:pt x="138" y="23"/>
                    <a:pt x="137" y="24"/>
                    <a:pt x="135" y="25"/>
                  </a:cubicBezTo>
                  <a:cubicBezTo>
                    <a:pt x="133" y="26"/>
                    <a:pt x="131" y="27"/>
                    <a:pt x="128" y="27"/>
                  </a:cubicBezTo>
                  <a:cubicBezTo>
                    <a:pt x="125" y="27"/>
                    <a:pt x="122" y="25"/>
                    <a:pt x="119" y="24"/>
                  </a:cubicBezTo>
                  <a:cubicBezTo>
                    <a:pt x="117" y="22"/>
                    <a:pt x="115" y="21"/>
                    <a:pt x="114" y="21"/>
                  </a:cubicBezTo>
                  <a:cubicBezTo>
                    <a:pt x="113" y="21"/>
                    <a:pt x="112" y="22"/>
                    <a:pt x="112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0" y="24"/>
                    <a:pt x="109" y="24"/>
                    <a:pt x="107" y="24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04" y="24"/>
                    <a:pt x="99" y="24"/>
                    <a:pt x="96" y="23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5" y="28"/>
                    <a:pt x="94" y="29"/>
                    <a:pt x="92" y="33"/>
                  </a:cubicBezTo>
                  <a:cubicBezTo>
                    <a:pt x="91" y="37"/>
                    <a:pt x="91" y="40"/>
                    <a:pt x="93" y="47"/>
                  </a:cubicBezTo>
                  <a:cubicBezTo>
                    <a:pt x="94" y="55"/>
                    <a:pt x="94" y="55"/>
                    <a:pt x="97" y="61"/>
                  </a:cubicBezTo>
                  <a:cubicBezTo>
                    <a:pt x="99" y="67"/>
                    <a:pt x="100" y="65"/>
                    <a:pt x="103" y="69"/>
                  </a:cubicBezTo>
                  <a:cubicBezTo>
                    <a:pt x="105" y="71"/>
                    <a:pt x="106" y="74"/>
                    <a:pt x="106" y="75"/>
                  </a:cubicBezTo>
                  <a:cubicBezTo>
                    <a:pt x="108" y="77"/>
                    <a:pt x="110" y="80"/>
                    <a:pt x="112" y="82"/>
                  </a:cubicBezTo>
                  <a:cubicBezTo>
                    <a:pt x="114" y="84"/>
                    <a:pt x="116" y="86"/>
                    <a:pt x="116" y="87"/>
                  </a:cubicBezTo>
                  <a:cubicBezTo>
                    <a:pt x="117" y="89"/>
                    <a:pt x="117" y="91"/>
                    <a:pt x="117" y="93"/>
                  </a:cubicBezTo>
                  <a:cubicBezTo>
                    <a:pt x="117" y="95"/>
                    <a:pt x="116" y="97"/>
                    <a:pt x="115" y="99"/>
                  </a:cubicBezTo>
                  <a:cubicBezTo>
                    <a:pt x="114" y="101"/>
                    <a:pt x="114" y="102"/>
                    <a:pt x="115" y="104"/>
                  </a:cubicBezTo>
                  <a:cubicBezTo>
                    <a:pt x="115" y="104"/>
                    <a:pt x="116" y="105"/>
                    <a:pt x="116" y="106"/>
                  </a:cubicBezTo>
                  <a:cubicBezTo>
                    <a:pt x="116" y="106"/>
                    <a:pt x="116" y="106"/>
                    <a:pt x="116" y="106"/>
                  </a:cubicBezTo>
                  <a:cubicBezTo>
                    <a:pt x="117" y="109"/>
                    <a:pt x="117" y="111"/>
                    <a:pt x="116" y="114"/>
                  </a:cubicBezTo>
                  <a:cubicBezTo>
                    <a:pt x="116" y="116"/>
                    <a:pt x="115" y="118"/>
                    <a:pt x="113" y="119"/>
                  </a:cubicBezTo>
                  <a:cubicBezTo>
                    <a:pt x="111" y="120"/>
                    <a:pt x="109" y="121"/>
                    <a:pt x="108" y="121"/>
                  </a:cubicBezTo>
                  <a:cubicBezTo>
                    <a:pt x="107" y="121"/>
                    <a:pt x="107" y="121"/>
                    <a:pt x="106" y="122"/>
                  </a:cubicBezTo>
                  <a:cubicBezTo>
                    <a:pt x="105" y="122"/>
                    <a:pt x="104" y="123"/>
                    <a:pt x="104" y="124"/>
                  </a:cubicBezTo>
                  <a:cubicBezTo>
                    <a:pt x="103" y="125"/>
                    <a:pt x="103" y="126"/>
                    <a:pt x="103" y="127"/>
                  </a:cubicBezTo>
                  <a:cubicBezTo>
                    <a:pt x="103" y="128"/>
                    <a:pt x="103" y="129"/>
                    <a:pt x="103" y="131"/>
                  </a:cubicBezTo>
                  <a:cubicBezTo>
                    <a:pt x="103" y="132"/>
                    <a:pt x="103" y="133"/>
                    <a:pt x="103" y="134"/>
                  </a:cubicBezTo>
                  <a:cubicBezTo>
                    <a:pt x="103" y="135"/>
                    <a:pt x="103" y="135"/>
                    <a:pt x="102" y="136"/>
                  </a:cubicBezTo>
                  <a:cubicBezTo>
                    <a:pt x="102" y="136"/>
                    <a:pt x="102" y="136"/>
                    <a:pt x="101" y="137"/>
                  </a:cubicBezTo>
                  <a:cubicBezTo>
                    <a:pt x="101" y="137"/>
                    <a:pt x="100" y="137"/>
                    <a:pt x="100" y="137"/>
                  </a:cubicBezTo>
                  <a:cubicBezTo>
                    <a:pt x="99" y="137"/>
                    <a:pt x="98" y="136"/>
                    <a:pt x="97" y="136"/>
                  </a:cubicBezTo>
                  <a:cubicBezTo>
                    <a:pt x="95" y="135"/>
                    <a:pt x="95" y="133"/>
                    <a:pt x="94" y="132"/>
                  </a:cubicBezTo>
                  <a:cubicBezTo>
                    <a:pt x="94" y="131"/>
                    <a:pt x="93" y="130"/>
                    <a:pt x="92" y="129"/>
                  </a:cubicBezTo>
                  <a:cubicBezTo>
                    <a:pt x="91" y="128"/>
                    <a:pt x="90" y="126"/>
                    <a:pt x="89" y="125"/>
                  </a:cubicBezTo>
                  <a:cubicBezTo>
                    <a:pt x="87" y="123"/>
                    <a:pt x="85" y="121"/>
                    <a:pt x="84" y="120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82" y="117"/>
                    <a:pt x="81" y="116"/>
                    <a:pt x="81" y="113"/>
                  </a:cubicBezTo>
                  <a:cubicBezTo>
                    <a:pt x="81" y="112"/>
                    <a:pt x="83" y="108"/>
                    <a:pt x="84" y="105"/>
                  </a:cubicBezTo>
                  <a:cubicBezTo>
                    <a:pt x="86" y="102"/>
                    <a:pt x="87" y="99"/>
                    <a:pt x="87" y="98"/>
                  </a:cubicBezTo>
                  <a:cubicBezTo>
                    <a:pt x="87" y="97"/>
                    <a:pt x="87" y="96"/>
                    <a:pt x="87" y="94"/>
                  </a:cubicBezTo>
                  <a:cubicBezTo>
                    <a:pt x="86" y="93"/>
                    <a:pt x="86" y="91"/>
                    <a:pt x="85" y="89"/>
                  </a:cubicBezTo>
                  <a:cubicBezTo>
                    <a:pt x="85" y="88"/>
                    <a:pt x="84" y="86"/>
                    <a:pt x="84" y="86"/>
                  </a:cubicBezTo>
                  <a:cubicBezTo>
                    <a:pt x="83" y="85"/>
                    <a:pt x="83" y="85"/>
                    <a:pt x="83" y="85"/>
                  </a:cubicBezTo>
                  <a:cubicBezTo>
                    <a:pt x="81" y="85"/>
                    <a:pt x="79" y="85"/>
                    <a:pt x="76" y="85"/>
                  </a:cubicBezTo>
                  <a:cubicBezTo>
                    <a:pt x="75" y="86"/>
                    <a:pt x="75" y="86"/>
                    <a:pt x="75" y="86"/>
                  </a:cubicBezTo>
                  <a:cubicBezTo>
                    <a:pt x="74" y="86"/>
                    <a:pt x="74" y="86"/>
                    <a:pt x="73" y="86"/>
                  </a:cubicBezTo>
                  <a:cubicBezTo>
                    <a:pt x="70" y="86"/>
                    <a:pt x="68" y="87"/>
                    <a:pt x="66" y="84"/>
                  </a:cubicBezTo>
                  <a:cubicBezTo>
                    <a:pt x="65" y="83"/>
                    <a:pt x="64" y="81"/>
                    <a:pt x="62" y="79"/>
                  </a:cubicBezTo>
                  <a:cubicBezTo>
                    <a:pt x="62" y="79"/>
                    <a:pt x="62" y="79"/>
                    <a:pt x="62" y="79"/>
                  </a:cubicBezTo>
                  <a:cubicBezTo>
                    <a:pt x="61" y="78"/>
                    <a:pt x="61" y="77"/>
                    <a:pt x="60" y="76"/>
                  </a:cubicBezTo>
                  <a:cubicBezTo>
                    <a:pt x="60" y="76"/>
                    <a:pt x="59" y="76"/>
                    <a:pt x="58" y="76"/>
                  </a:cubicBezTo>
                  <a:cubicBezTo>
                    <a:pt x="57" y="76"/>
                    <a:pt x="57" y="76"/>
                    <a:pt x="56" y="76"/>
                  </a:cubicBezTo>
                  <a:cubicBezTo>
                    <a:pt x="53" y="77"/>
                    <a:pt x="7" y="93"/>
                    <a:pt x="3" y="94"/>
                  </a:cubicBezTo>
                  <a:cubicBezTo>
                    <a:pt x="2" y="95"/>
                    <a:pt x="1" y="96"/>
                    <a:pt x="0" y="96"/>
                  </a:cubicBezTo>
                  <a:cubicBezTo>
                    <a:pt x="0" y="96"/>
                    <a:pt x="0" y="97"/>
                    <a:pt x="0" y="97"/>
                  </a:cubicBezTo>
                  <a:cubicBezTo>
                    <a:pt x="0" y="98"/>
                    <a:pt x="1" y="103"/>
                    <a:pt x="3" y="107"/>
                  </a:cubicBezTo>
                  <a:cubicBezTo>
                    <a:pt x="4" y="110"/>
                    <a:pt x="4" y="113"/>
                    <a:pt x="5" y="114"/>
                  </a:cubicBezTo>
                  <a:cubicBezTo>
                    <a:pt x="6" y="116"/>
                    <a:pt x="7" y="115"/>
                    <a:pt x="9" y="115"/>
                  </a:cubicBezTo>
                  <a:cubicBezTo>
                    <a:pt x="9" y="115"/>
                    <a:pt x="10" y="115"/>
                    <a:pt x="11" y="115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5" y="115"/>
                    <a:pt x="17" y="115"/>
                    <a:pt x="19" y="116"/>
                  </a:cubicBezTo>
                  <a:cubicBezTo>
                    <a:pt x="20" y="116"/>
                    <a:pt x="22" y="117"/>
                    <a:pt x="25" y="118"/>
                  </a:cubicBezTo>
                  <a:cubicBezTo>
                    <a:pt x="30" y="121"/>
                    <a:pt x="38" y="124"/>
                    <a:pt x="41" y="126"/>
                  </a:cubicBezTo>
                  <a:cubicBezTo>
                    <a:pt x="43" y="127"/>
                    <a:pt x="46" y="128"/>
                    <a:pt x="48" y="128"/>
                  </a:cubicBezTo>
                  <a:cubicBezTo>
                    <a:pt x="48" y="128"/>
                    <a:pt x="48" y="128"/>
                    <a:pt x="48" y="128"/>
                  </a:cubicBezTo>
                  <a:cubicBezTo>
                    <a:pt x="49" y="129"/>
                    <a:pt x="50" y="129"/>
                    <a:pt x="51" y="129"/>
                  </a:cubicBezTo>
                  <a:cubicBezTo>
                    <a:pt x="52" y="130"/>
                    <a:pt x="54" y="130"/>
                    <a:pt x="55" y="131"/>
                  </a:cubicBezTo>
                  <a:cubicBezTo>
                    <a:pt x="56" y="132"/>
                    <a:pt x="56" y="133"/>
                    <a:pt x="57" y="136"/>
                  </a:cubicBezTo>
                  <a:cubicBezTo>
                    <a:pt x="57" y="137"/>
                    <a:pt x="57" y="140"/>
                    <a:pt x="57" y="142"/>
                  </a:cubicBezTo>
                  <a:cubicBezTo>
                    <a:pt x="57" y="145"/>
                    <a:pt x="57" y="148"/>
                    <a:pt x="57" y="151"/>
                  </a:cubicBezTo>
                  <a:cubicBezTo>
                    <a:pt x="57" y="152"/>
                    <a:pt x="58" y="153"/>
                    <a:pt x="58" y="155"/>
                  </a:cubicBezTo>
                  <a:cubicBezTo>
                    <a:pt x="58" y="159"/>
                    <a:pt x="58" y="165"/>
                    <a:pt x="57" y="168"/>
                  </a:cubicBezTo>
                  <a:cubicBezTo>
                    <a:pt x="56" y="169"/>
                    <a:pt x="55" y="170"/>
                    <a:pt x="54" y="171"/>
                  </a:cubicBezTo>
                  <a:cubicBezTo>
                    <a:pt x="53" y="173"/>
                    <a:pt x="51" y="175"/>
                    <a:pt x="51" y="177"/>
                  </a:cubicBezTo>
                  <a:cubicBezTo>
                    <a:pt x="51" y="178"/>
                    <a:pt x="52" y="178"/>
                    <a:pt x="52" y="179"/>
                  </a:cubicBezTo>
                  <a:cubicBezTo>
                    <a:pt x="53" y="180"/>
                    <a:pt x="54" y="181"/>
                    <a:pt x="54" y="184"/>
                  </a:cubicBezTo>
                  <a:cubicBezTo>
                    <a:pt x="54" y="184"/>
                    <a:pt x="54" y="185"/>
                    <a:pt x="54" y="186"/>
                  </a:cubicBezTo>
                  <a:cubicBezTo>
                    <a:pt x="54" y="189"/>
                    <a:pt x="54" y="192"/>
                    <a:pt x="55" y="194"/>
                  </a:cubicBezTo>
                  <a:cubicBezTo>
                    <a:pt x="56" y="196"/>
                    <a:pt x="56" y="197"/>
                    <a:pt x="56" y="198"/>
                  </a:cubicBezTo>
                  <a:cubicBezTo>
                    <a:pt x="56" y="199"/>
                    <a:pt x="55" y="200"/>
                    <a:pt x="55" y="202"/>
                  </a:cubicBezTo>
                  <a:cubicBezTo>
                    <a:pt x="53" y="205"/>
                    <a:pt x="51" y="209"/>
                    <a:pt x="49" y="212"/>
                  </a:cubicBezTo>
                  <a:cubicBezTo>
                    <a:pt x="48" y="213"/>
                    <a:pt x="48" y="213"/>
                    <a:pt x="47" y="214"/>
                  </a:cubicBezTo>
                  <a:cubicBezTo>
                    <a:pt x="47" y="215"/>
                    <a:pt x="46" y="217"/>
                    <a:pt x="45" y="220"/>
                  </a:cubicBezTo>
                  <a:cubicBezTo>
                    <a:pt x="44" y="222"/>
                    <a:pt x="44" y="224"/>
                    <a:pt x="44" y="225"/>
                  </a:cubicBezTo>
                  <a:cubicBezTo>
                    <a:pt x="45" y="230"/>
                    <a:pt x="44" y="231"/>
                    <a:pt x="42" y="232"/>
                  </a:cubicBezTo>
                  <a:cubicBezTo>
                    <a:pt x="42" y="232"/>
                    <a:pt x="42" y="232"/>
                    <a:pt x="42" y="232"/>
                  </a:cubicBezTo>
                  <a:cubicBezTo>
                    <a:pt x="42" y="233"/>
                    <a:pt x="42" y="233"/>
                    <a:pt x="41" y="234"/>
                  </a:cubicBezTo>
                  <a:cubicBezTo>
                    <a:pt x="40" y="235"/>
                    <a:pt x="36" y="239"/>
                    <a:pt x="31" y="243"/>
                  </a:cubicBezTo>
                  <a:cubicBezTo>
                    <a:pt x="27" y="248"/>
                    <a:pt x="23" y="252"/>
                    <a:pt x="21" y="254"/>
                  </a:cubicBezTo>
                  <a:cubicBezTo>
                    <a:pt x="22" y="255"/>
                    <a:pt x="23" y="257"/>
                    <a:pt x="24" y="259"/>
                  </a:cubicBezTo>
                  <a:cubicBezTo>
                    <a:pt x="24" y="260"/>
                    <a:pt x="25" y="263"/>
                    <a:pt x="25" y="265"/>
                  </a:cubicBezTo>
                  <a:cubicBezTo>
                    <a:pt x="26" y="267"/>
                    <a:pt x="27" y="270"/>
                    <a:pt x="27" y="271"/>
                  </a:cubicBezTo>
                  <a:cubicBezTo>
                    <a:pt x="27" y="273"/>
                    <a:pt x="27" y="274"/>
                    <a:pt x="28" y="275"/>
                  </a:cubicBezTo>
                  <a:cubicBezTo>
                    <a:pt x="28" y="276"/>
                    <a:pt x="29" y="277"/>
                    <a:pt x="30" y="279"/>
                  </a:cubicBezTo>
                  <a:cubicBezTo>
                    <a:pt x="31" y="280"/>
                    <a:pt x="32" y="282"/>
                    <a:pt x="33" y="284"/>
                  </a:cubicBezTo>
                  <a:cubicBezTo>
                    <a:pt x="34" y="287"/>
                    <a:pt x="35" y="289"/>
                    <a:pt x="35" y="293"/>
                  </a:cubicBezTo>
                  <a:cubicBezTo>
                    <a:pt x="35" y="296"/>
                    <a:pt x="36" y="302"/>
                    <a:pt x="36" y="307"/>
                  </a:cubicBezTo>
                  <a:cubicBezTo>
                    <a:pt x="36" y="313"/>
                    <a:pt x="36" y="318"/>
                    <a:pt x="36" y="320"/>
                  </a:cubicBezTo>
                  <a:cubicBezTo>
                    <a:pt x="36" y="320"/>
                    <a:pt x="36" y="321"/>
                    <a:pt x="36" y="322"/>
                  </a:cubicBezTo>
                  <a:cubicBezTo>
                    <a:pt x="36" y="324"/>
                    <a:pt x="36" y="326"/>
                    <a:pt x="37" y="329"/>
                  </a:cubicBezTo>
                  <a:cubicBezTo>
                    <a:pt x="38" y="331"/>
                    <a:pt x="38" y="333"/>
                    <a:pt x="38" y="335"/>
                  </a:cubicBezTo>
                  <a:cubicBezTo>
                    <a:pt x="39" y="337"/>
                    <a:pt x="39" y="340"/>
                    <a:pt x="39" y="342"/>
                  </a:cubicBezTo>
                  <a:cubicBezTo>
                    <a:pt x="39" y="345"/>
                    <a:pt x="39" y="348"/>
                    <a:pt x="40" y="350"/>
                  </a:cubicBezTo>
                  <a:cubicBezTo>
                    <a:pt x="40" y="350"/>
                    <a:pt x="41" y="350"/>
                    <a:pt x="42" y="350"/>
                  </a:cubicBezTo>
                  <a:cubicBezTo>
                    <a:pt x="42" y="350"/>
                    <a:pt x="43" y="351"/>
                    <a:pt x="44" y="351"/>
                  </a:cubicBezTo>
                  <a:cubicBezTo>
                    <a:pt x="45" y="351"/>
                    <a:pt x="49" y="351"/>
                    <a:pt x="53" y="351"/>
                  </a:cubicBezTo>
                  <a:cubicBezTo>
                    <a:pt x="53" y="347"/>
                    <a:pt x="54" y="344"/>
                    <a:pt x="54" y="341"/>
                  </a:cubicBezTo>
                  <a:cubicBezTo>
                    <a:pt x="55" y="337"/>
                    <a:pt x="56" y="334"/>
                    <a:pt x="55" y="334"/>
                  </a:cubicBezTo>
                  <a:cubicBezTo>
                    <a:pt x="54" y="333"/>
                    <a:pt x="54" y="335"/>
                    <a:pt x="53" y="336"/>
                  </a:cubicBezTo>
                  <a:cubicBezTo>
                    <a:pt x="52" y="338"/>
                    <a:pt x="51" y="337"/>
                    <a:pt x="50" y="336"/>
                  </a:cubicBezTo>
                  <a:cubicBezTo>
                    <a:pt x="48" y="334"/>
                    <a:pt x="45" y="333"/>
                    <a:pt x="46" y="331"/>
                  </a:cubicBezTo>
                  <a:cubicBezTo>
                    <a:pt x="46" y="330"/>
                    <a:pt x="48" y="330"/>
                    <a:pt x="49" y="329"/>
                  </a:cubicBezTo>
                  <a:cubicBezTo>
                    <a:pt x="50" y="327"/>
                    <a:pt x="50" y="326"/>
                    <a:pt x="51" y="324"/>
                  </a:cubicBezTo>
                  <a:cubicBezTo>
                    <a:pt x="52" y="321"/>
                    <a:pt x="57" y="319"/>
                    <a:pt x="59" y="318"/>
                  </a:cubicBezTo>
                  <a:cubicBezTo>
                    <a:pt x="60" y="317"/>
                    <a:pt x="68" y="315"/>
                    <a:pt x="74" y="312"/>
                  </a:cubicBezTo>
                  <a:cubicBezTo>
                    <a:pt x="80" y="310"/>
                    <a:pt x="86" y="307"/>
                    <a:pt x="91" y="304"/>
                  </a:cubicBezTo>
                  <a:cubicBezTo>
                    <a:pt x="96" y="301"/>
                    <a:pt x="100" y="302"/>
                    <a:pt x="102" y="297"/>
                  </a:cubicBezTo>
                  <a:cubicBezTo>
                    <a:pt x="104" y="292"/>
                    <a:pt x="105" y="291"/>
                    <a:pt x="106" y="289"/>
                  </a:cubicBezTo>
                  <a:cubicBezTo>
                    <a:pt x="108" y="287"/>
                    <a:pt x="108" y="285"/>
                    <a:pt x="108" y="284"/>
                  </a:cubicBezTo>
                  <a:cubicBezTo>
                    <a:pt x="108" y="282"/>
                    <a:pt x="106" y="283"/>
                    <a:pt x="105" y="283"/>
                  </a:cubicBezTo>
                  <a:cubicBezTo>
                    <a:pt x="103" y="283"/>
                    <a:pt x="104" y="282"/>
                    <a:pt x="105" y="278"/>
                  </a:cubicBezTo>
                  <a:cubicBezTo>
                    <a:pt x="105" y="274"/>
                    <a:pt x="105" y="268"/>
                    <a:pt x="106" y="263"/>
                  </a:cubicBezTo>
                  <a:cubicBezTo>
                    <a:pt x="107" y="259"/>
                    <a:pt x="107" y="256"/>
                    <a:pt x="107" y="253"/>
                  </a:cubicBezTo>
                  <a:cubicBezTo>
                    <a:pt x="108" y="250"/>
                    <a:pt x="109" y="250"/>
                    <a:pt x="107" y="248"/>
                  </a:cubicBezTo>
                  <a:cubicBezTo>
                    <a:pt x="106" y="246"/>
                    <a:pt x="105" y="246"/>
                    <a:pt x="104" y="243"/>
                  </a:cubicBezTo>
                  <a:cubicBezTo>
                    <a:pt x="104" y="239"/>
                    <a:pt x="104" y="239"/>
                    <a:pt x="103" y="236"/>
                  </a:cubicBezTo>
                  <a:cubicBezTo>
                    <a:pt x="102" y="234"/>
                    <a:pt x="99" y="230"/>
                    <a:pt x="99" y="228"/>
                  </a:cubicBezTo>
                  <a:cubicBezTo>
                    <a:pt x="98" y="227"/>
                    <a:pt x="98" y="225"/>
                    <a:pt x="98" y="224"/>
                  </a:cubicBezTo>
                  <a:cubicBezTo>
                    <a:pt x="99" y="224"/>
                    <a:pt x="99" y="221"/>
                    <a:pt x="98" y="220"/>
                  </a:cubicBezTo>
                  <a:cubicBezTo>
                    <a:pt x="98" y="219"/>
                    <a:pt x="95" y="217"/>
                    <a:pt x="93" y="215"/>
                  </a:cubicBezTo>
                  <a:cubicBezTo>
                    <a:pt x="92" y="212"/>
                    <a:pt x="91" y="214"/>
                    <a:pt x="91" y="210"/>
                  </a:cubicBezTo>
                  <a:cubicBezTo>
                    <a:pt x="91" y="206"/>
                    <a:pt x="91" y="204"/>
                    <a:pt x="91" y="201"/>
                  </a:cubicBezTo>
                  <a:cubicBezTo>
                    <a:pt x="91" y="198"/>
                    <a:pt x="92" y="199"/>
                    <a:pt x="90" y="196"/>
                  </a:cubicBezTo>
                  <a:cubicBezTo>
                    <a:pt x="89" y="194"/>
                    <a:pt x="87" y="193"/>
                    <a:pt x="88" y="192"/>
                  </a:cubicBezTo>
                  <a:cubicBezTo>
                    <a:pt x="89" y="191"/>
                    <a:pt x="90" y="195"/>
                    <a:pt x="92" y="195"/>
                  </a:cubicBezTo>
                  <a:cubicBezTo>
                    <a:pt x="94" y="196"/>
                    <a:pt x="95" y="196"/>
                    <a:pt x="97" y="195"/>
                  </a:cubicBezTo>
                  <a:cubicBezTo>
                    <a:pt x="99" y="195"/>
                    <a:pt x="100" y="193"/>
                    <a:pt x="102" y="191"/>
                  </a:cubicBezTo>
                  <a:cubicBezTo>
                    <a:pt x="103" y="189"/>
                    <a:pt x="104" y="187"/>
                    <a:pt x="107" y="185"/>
                  </a:cubicBezTo>
                  <a:cubicBezTo>
                    <a:pt x="109" y="183"/>
                    <a:pt x="112" y="180"/>
                    <a:pt x="114" y="179"/>
                  </a:cubicBezTo>
                  <a:cubicBezTo>
                    <a:pt x="115" y="177"/>
                    <a:pt x="117" y="175"/>
                    <a:pt x="119" y="175"/>
                  </a:cubicBezTo>
                  <a:cubicBezTo>
                    <a:pt x="121" y="175"/>
                    <a:pt x="122" y="177"/>
                    <a:pt x="123" y="176"/>
                  </a:cubicBezTo>
                  <a:cubicBezTo>
                    <a:pt x="125" y="175"/>
                    <a:pt x="125" y="173"/>
                    <a:pt x="126" y="173"/>
                  </a:cubicBezTo>
                  <a:cubicBezTo>
                    <a:pt x="128" y="172"/>
                    <a:pt x="129" y="172"/>
                    <a:pt x="130" y="171"/>
                  </a:cubicBezTo>
                  <a:cubicBezTo>
                    <a:pt x="131" y="169"/>
                    <a:pt x="131" y="167"/>
                    <a:pt x="133" y="165"/>
                  </a:cubicBezTo>
                  <a:cubicBezTo>
                    <a:pt x="134" y="164"/>
                    <a:pt x="137" y="161"/>
                    <a:pt x="137" y="160"/>
                  </a:cubicBezTo>
                  <a:cubicBezTo>
                    <a:pt x="137" y="159"/>
                    <a:pt x="136" y="158"/>
                    <a:pt x="136" y="156"/>
                  </a:cubicBezTo>
                  <a:cubicBezTo>
                    <a:pt x="136" y="154"/>
                    <a:pt x="137" y="155"/>
                    <a:pt x="139" y="155"/>
                  </a:cubicBezTo>
                  <a:cubicBezTo>
                    <a:pt x="140" y="155"/>
                    <a:pt x="141" y="154"/>
                    <a:pt x="143" y="153"/>
                  </a:cubicBezTo>
                  <a:cubicBezTo>
                    <a:pt x="145" y="151"/>
                    <a:pt x="145" y="150"/>
                    <a:pt x="147" y="150"/>
                  </a:cubicBezTo>
                  <a:cubicBezTo>
                    <a:pt x="150" y="149"/>
                    <a:pt x="151" y="148"/>
                    <a:pt x="153" y="147"/>
                  </a:cubicBezTo>
                  <a:cubicBezTo>
                    <a:pt x="154" y="145"/>
                    <a:pt x="155" y="145"/>
                    <a:pt x="157" y="144"/>
                  </a:cubicBezTo>
                  <a:cubicBezTo>
                    <a:pt x="159" y="143"/>
                    <a:pt x="158" y="143"/>
                    <a:pt x="161" y="141"/>
                  </a:cubicBezTo>
                  <a:cubicBezTo>
                    <a:pt x="164" y="139"/>
                    <a:pt x="165" y="139"/>
                    <a:pt x="168" y="138"/>
                  </a:cubicBezTo>
                  <a:cubicBezTo>
                    <a:pt x="170" y="138"/>
                    <a:pt x="174" y="137"/>
                    <a:pt x="175" y="137"/>
                  </a:cubicBezTo>
                  <a:cubicBezTo>
                    <a:pt x="177" y="136"/>
                    <a:pt x="183" y="133"/>
                    <a:pt x="186" y="131"/>
                  </a:cubicBezTo>
                  <a:cubicBezTo>
                    <a:pt x="189" y="130"/>
                    <a:pt x="192" y="128"/>
                    <a:pt x="195" y="125"/>
                  </a:cubicBezTo>
                  <a:cubicBezTo>
                    <a:pt x="197" y="121"/>
                    <a:pt x="199" y="119"/>
                    <a:pt x="202" y="115"/>
                  </a:cubicBezTo>
                  <a:cubicBezTo>
                    <a:pt x="204" y="111"/>
                    <a:pt x="208" y="106"/>
                    <a:pt x="212" y="102"/>
                  </a:cubicBezTo>
                  <a:cubicBezTo>
                    <a:pt x="215" y="99"/>
                    <a:pt x="216" y="97"/>
                    <a:pt x="216" y="94"/>
                  </a:cubicBezTo>
                  <a:cubicBezTo>
                    <a:pt x="216" y="91"/>
                    <a:pt x="218" y="89"/>
                    <a:pt x="218" y="87"/>
                  </a:cubicBezTo>
                  <a:cubicBezTo>
                    <a:pt x="218" y="85"/>
                    <a:pt x="215" y="85"/>
                    <a:pt x="215" y="8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0" name="Freeform 485">
              <a:extLst>
                <a:ext uri="{FF2B5EF4-FFF2-40B4-BE49-F238E27FC236}">
                  <a16:creationId xmlns:a16="http://schemas.microsoft.com/office/drawing/2014/main" id="{A3F87BAC-4705-6234-7BF1-6D816D0DC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693" y="2920359"/>
              <a:ext cx="427347" cy="416064"/>
            </a:xfrm>
            <a:custGeom>
              <a:avLst/>
              <a:gdLst>
                <a:gd name="T0" fmla="*/ 207 w 390"/>
                <a:gd name="T1" fmla="*/ 339 h 388"/>
                <a:gd name="T2" fmla="*/ 237 w 390"/>
                <a:gd name="T3" fmla="*/ 337 h 388"/>
                <a:gd name="T4" fmla="*/ 252 w 390"/>
                <a:gd name="T5" fmla="*/ 344 h 388"/>
                <a:gd name="T6" fmla="*/ 267 w 390"/>
                <a:gd name="T7" fmla="*/ 340 h 388"/>
                <a:gd name="T8" fmla="*/ 274 w 390"/>
                <a:gd name="T9" fmla="*/ 351 h 388"/>
                <a:gd name="T10" fmla="*/ 302 w 390"/>
                <a:gd name="T11" fmla="*/ 352 h 388"/>
                <a:gd name="T12" fmla="*/ 321 w 390"/>
                <a:gd name="T13" fmla="*/ 363 h 388"/>
                <a:gd name="T14" fmla="*/ 347 w 390"/>
                <a:gd name="T15" fmla="*/ 384 h 388"/>
                <a:gd name="T16" fmla="*/ 360 w 390"/>
                <a:gd name="T17" fmla="*/ 366 h 388"/>
                <a:gd name="T18" fmla="*/ 347 w 390"/>
                <a:gd name="T19" fmla="*/ 368 h 388"/>
                <a:gd name="T20" fmla="*/ 336 w 390"/>
                <a:gd name="T21" fmla="*/ 357 h 388"/>
                <a:gd name="T22" fmla="*/ 335 w 390"/>
                <a:gd name="T23" fmla="*/ 326 h 388"/>
                <a:gd name="T24" fmla="*/ 334 w 390"/>
                <a:gd name="T25" fmla="*/ 304 h 388"/>
                <a:gd name="T26" fmla="*/ 345 w 390"/>
                <a:gd name="T27" fmla="*/ 282 h 388"/>
                <a:gd name="T28" fmla="*/ 359 w 390"/>
                <a:gd name="T29" fmla="*/ 254 h 388"/>
                <a:gd name="T30" fmla="*/ 345 w 390"/>
                <a:gd name="T31" fmla="*/ 216 h 388"/>
                <a:gd name="T32" fmla="*/ 348 w 390"/>
                <a:gd name="T33" fmla="*/ 185 h 388"/>
                <a:gd name="T34" fmla="*/ 346 w 390"/>
                <a:gd name="T35" fmla="*/ 155 h 388"/>
                <a:gd name="T36" fmla="*/ 349 w 390"/>
                <a:gd name="T37" fmla="*/ 143 h 388"/>
                <a:gd name="T38" fmla="*/ 356 w 390"/>
                <a:gd name="T39" fmla="*/ 119 h 388"/>
                <a:gd name="T40" fmla="*/ 370 w 390"/>
                <a:gd name="T41" fmla="*/ 85 h 388"/>
                <a:gd name="T42" fmla="*/ 389 w 390"/>
                <a:gd name="T43" fmla="*/ 64 h 388"/>
                <a:gd name="T44" fmla="*/ 379 w 390"/>
                <a:gd name="T45" fmla="*/ 44 h 388"/>
                <a:gd name="T46" fmla="*/ 375 w 390"/>
                <a:gd name="T47" fmla="*/ 30 h 388"/>
                <a:gd name="T48" fmla="*/ 360 w 390"/>
                <a:gd name="T49" fmla="*/ 21 h 388"/>
                <a:gd name="T50" fmla="*/ 354 w 390"/>
                <a:gd name="T51" fmla="*/ 17 h 388"/>
                <a:gd name="T52" fmla="*/ 333 w 390"/>
                <a:gd name="T53" fmla="*/ 20 h 388"/>
                <a:gd name="T54" fmla="*/ 315 w 390"/>
                <a:gd name="T55" fmla="*/ 9 h 388"/>
                <a:gd name="T56" fmla="*/ 304 w 390"/>
                <a:gd name="T57" fmla="*/ 4 h 388"/>
                <a:gd name="T58" fmla="*/ 291 w 390"/>
                <a:gd name="T59" fmla="*/ 6 h 388"/>
                <a:gd name="T60" fmla="*/ 275 w 390"/>
                <a:gd name="T61" fmla="*/ 2 h 388"/>
                <a:gd name="T62" fmla="*/ 256 w 390"/>
                <a:gd name="T63" fmla="*/ 9 h 388"/>
                <a:gd name="T64" fmla="*/ 227 w 390"/>
                <a:gd name="T65" fmla="*/ 16 h 388"/>
                <a:gd name="T66" fmla="*/ 214 w 390"/>
                <a:gd name="T67" fmla="*/ 18 h 388"/>
                <a:gd name="T68" fmla="*/ 173 w 390"/>
                <a:gd name="T69" fmla="*/ 19 h 388"/>
                <a:gd name="T70" fmla="*/ 139 w 390"/>
                <a:gd name="T71" fmla="*/ 11 h 388"/>
                <a:gd name="T72" fmla="*/ 133 w 390"/>
                <a:gd name="T73" fmla="*/ 19 h 388"/>
                <a:gd name="T74" fmla="*/ 131 w 390"/>
                <a:gd name="T75" fmla="*/ 35 h 388"/>
                <a:gd name="T76" fmla="*/ 117 w 390"/>
                <a:gd name="T77" fmla="*/ 83 h 388"/>
                <a:gd name="T78" fmla="*/ 81 w 390"/>
                <a:gd name="T79" fmla="*/ 156 h 388"/>
                <a:gd name="T80" fmla="*/ 80 w 390"/>
                <a:gd name="T81" fmla="*/ 183 h 388"/>
                <a:gd name="T82" fmla="*/ 58 w 390"/>
                <a:gd name="T83" fmla="*/ 203 h 388"/>
                <a:gd name="T84" fmla="*/ 43 w 390"/>
                <a:gd name="T85" fmla="*/ 205 h 388"/>
                <a:gd name="T86" fmla="*/ 30 w 390"/>
                <a:gd name="T87" fmla="*/ 203 h 388"/>
                <a:gd name="T88" fmla="*/ 16 w 390"/>
                <a:gd name="T89" fmla="*/ 206 h 388"/>
                <a:gd name="T90" fmla="*/ 5 w 390"/>
                <a:gd name="T91" fmla="*/ 221 h 388"/>
                <a:gd name="T92" fmla="*/ 0 w 390"/>
                <a:gd name="T93" fmla="*/ 234 h 388"/>
                <a:gd name="T94" fmla="*/ 33 w 390"/>
                <a:gd name="T95" fmla="*/ 229 h 388"/>
                <a:gd name="T96" fmla="*/ 90 w 390"/>
                <a:gd name="T97" fmla="*/ 232 h 388"/>
                <a:gd name="T98" fmla="*/ 105 w 390"/>
                <a:gd name="T99" fmla="*/ 268 h 388"/>
                <a:gd name="T100" fmla="*/ 131 w 390"/>
                <a:gd name="T101" fmla="*/ 272 h 388"/>
                <a:gd name="T102" fmla="*/ 147 w 390"/>
                <a:gd name="T103" fmla="*/ 263 h 388"/>
                <a:gd name="T104" fmla="*/ 167 w 390"/>
                <a:gd name="T105" fmla="*/ 251 h 388"/>
                <a:gd name="T106" fmla="*/ 176 w 390"/>
                <a:gd name="T107" fmla="*/ 258 h 388"/>
                <a:gd name="T108" fmla="*/ 197 w 390"/>
                <a:gd name="T109" fmla="*/ 268 h 388"/>
                <a:gd name="T110" fmla="*/ 199 w 390"/>
                <a:gd name="T111" fmla="*/ 292 h 388"/>
                <a:gd name="T112" fmla="*/ 200 w 390"/>
                <a:gd name="T113" fmla="*/ 309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" h="388">
                  <a:moveTo>
                    <a:pt x="206" y="332"/>
                  </a:moveTo>
                  <a:cubicBezTo>
                    <a:pt x="205" y="333"/>
                    <a:pt x="205" y="334"/>
                    <a:pt x="205" y="334"/>
                  </a:cubicBezTo>
                  <a:cubicBezTo>
                    <a:pt x="205" y="334"/>
                    <a:pt x="205" y="335"/>
                    <a:pt x="205" y="336"/>
                  </a:cubicBezTo>
                  <a:cubicBezTo>
                    <a:pt x="205" y="337"/>
                    <a:pt x="206" y="338"/>
                    <a:pt x="206" y="339"/>
                  </a:cubicBezTo>
                  <a:cubicBezTo>
                    <a:pt x="206" y="339"/>
                    <a:pt x="206" y="339"/>
                    <a:pt x="207" y="339"/>
                  </a:cubicBezTo>
                  <a:cubicBezTo>
                    <a:pt x="208" y="339"/>
                    <a:pt x="209" y="339"/>
                    <a:pt x="210" y="339"/>
                  </a:cubicBezTo>
                  <a:cubicBezTo>
                    <a:pt x="212" y="338"/>
                    <a:pt x="215" y="338"/>
                    <a:pt x="219" y="338"/>
                  </a:cubicBezTo>
                  <a:cubicBezTo>
                    <a:pt x="220" y="338"/>
                    <a:pt x="221" y="337"/>
                    <a:pt x="223" y="337"/>
                  </a:cubicBezTo>
                  <a:cubicBezTo>
                    <a:pt x="227" y="337"/>
                    <a:pt x="231" y="337"/>
                    <a:pt x="234" y="337"/>
                  </a:cubicBezTo>
                  <a:cubicBezTo>
                    <a:pt x="235" y="337"/>
                    <a:pt x="236" y="337"/>
                    <a:pt x="237" y="337"/>
                  </a:cubicBezTo>
                  <a:cubicBezTo>
                    <a:pt x="237" y="337"/>
                    <a:pt x="238" y="336"/>
                    <a:pt x="238" y="336"/>
                  </a:cubicBezTo>
                  <a:cubicBezTo>
                    <a:pt x="239" y="335"/>
                    <a:pt x="240" y="334"/>
                    <a:pt x="241" y="334"/>
                  </a:cubicBezTo>
                  <a:cubicBezTo>
                    <a:pt x="243" y="334"/>
                    <a:pt x="245" y="335"/>
                    <a:pt x="246" y="336"/>
                  </a:cubicBezTo>
                  <a:cubicBezTo>
                    <a:pt x="248" y="336"/>
                    <a:pt x="249" y="337"/>
                    <a:pt x="250" y="339"/>
                  </a:cubicBezTo>
                  <a:cubicBezTo>
                    <a:pt x="252" y="341"/>
                    <a:pt x="252" y="342"/>
                    <a:pt x="252" y="344"/>
                  </a:cubicBezTo>
                  <a:cubicBezTo>
                    <a:pt x="251" y="344"/>
                    <a:pt x="251" y="344"/>
                    <a:pt x="251" y="344"/>
                  </a:cubicBezTo>
                  <a:cubicBezTo>
                    <a:pt x="252" y="344"/>
                    <a:pt x="254" y="344"/>
                    <a:pt x="258" y="343"/>
                  </a:cubicBezTo>
                  <a:cubicBezTo>
                    <a:pt x="258" y="343"/>
                    <a:pt x="259" y="343"/>
                    <a:pt x="259" y="342"/>
                  </a:cubicBezTo>
                  <a:cubicBezTo>
                    <a:pt x="262" y="342"/>
                    <a:pt x="263" y="341"/>
                    <a:pt x="264" y="341"/>
                  </a:cubicBezTo>
                  <a:cubicBezTo>
                    <a:pt x="265" y="340"/>
                    <a:pt x="265" y="340"/>
                    <a:pt x="267" y="340"/>
                  </a:cubicBezTo>
                  <a:cubicBezTo>
                    <a:pt x="270" y="340"/>
                    <a:pt x="270" y="342"/>
                    <a:pt x="270" y="345"/>
                  </a:cubicBezTo>
                  <a:cubicBezTo>
                    <a:pt x="270" y="345"/>
                    <a:pt x="270" y="345"/>
                    <a:pt x="270" y="345"/>
                  </a:cubicBezTo>
                  <a:cubicBezTo>
                    <a:pt x="270" y="345"/>
                    <a:pt x="270" y="346"/>
                    <a:pt x="270" y="346"/>
                  </a:cubicBezTo>
                  <a:cubicBezTo>
                    <a:pt x="271" y="347"/>
                    <a:pt x="271" y="348"/>
                    <a:pt x="272" y="349"/>
                  </a:cubicBezTo>
                  <a:cubicBezTo>
                    <a:pt x="272" y="350"/>
                    <a:pt x="273" y="351"/>
                    <a:pt x="274" y="351"/>
                  </a:cubicBezTo>
                  <a:cubicBezTo>
                    <a:pt x="275" y="352"/>
                    <a:pt x="278" y="352"/>
                    <a:pt x="281" y="353"/>
                  </a:cubicBezTo>
                  <a:cubicBezTo>
                    <a:pt x="285" y="354"/>
                    <a:pt x="291" y="355"/>
                    <a:pt x="293" y="355"/>
                  </a:cubicBezTo>
                  <a:cubicBezTo>
                    <a:pt x="294" y="355"/>
                    <a:pt x="296" y="355"/>
                    <a:pt x="298" y="355"/>
                  </a:cubicBezTo>
                  <a:cubicBezTo>
                    <a:pt x="299" y="355"/>
                    <a:pt x="300" y="355"/>
                    <a:pt x="301" y="354"/>
                  </a:cubicBezTo>
                  <a:cubicBezTo>
                    <a:pt x="301" y="353"/>
                    <a:pt x="302" y="352"/>
                    <a:pt x="302" y="352"/>
                  </a:cubicBezTo>
                  <a:cubicBezTo>
                    <a:pt x="303" y="350"/>
                    <a:pt x="303" y="348"/>
                    <a:pt x="306" y="348"/>
                  </a:cubicBezTo>
                  <a:cubicBezTo>
                    <a:pt x="307" y="348"/>
                    <a:pt x="308" y="349"/>
                    <a:pt x="310" y="350"/>
                  </a:cubicBezTo>
                  <a:cubicBezTo>
                    <a:pt x="311" y="352"/>
                    <a:pt x="312" y="354"/>
                    <a:pt x="313" y="356"/>
                  </a:cubicBezTo>
                  <a:cubicBezTo>
                    <a:pt x="314" y="357"/>
                    <a:pt x="315" y="359"/>
                    <a:pt x="316" y="360"/>
                  </a:cubicBezTo>
                  <a:cubicBezTo>
                    <a:pt x="317" y="361"/>
                    <a:pt x="319" y="362"/>
                    <a:pt x="321" y="363"/>
                  </a:cubicBezTo>
                  <a:cubicBezTo>
                    <a:pt x="323" y="364"/>
                    <a:pt x="324" y="364"/>
                    <a:pt x="326" y="365"/>
                  </a:cubicBezTo>
                  <a:cubicBezTo>
                    <a:pt x="329" y="365"/>
                    <a:pt x="332" y="366"/>
                    <a:pt x="334" y="368"/>
                  </a:cubicBezTo>
                  <a:cubicBezTo>
                    <a:pt x="335" y="369"/>
                    <a:pt x="337" y="372"/>
                    <a:pt x="339" y="374"/>
                  </a:cubicBezTo>
                  <a:cubicBezTo>
                    <a:pt x="342" y="378"/>
                    <a:pt x="345" y="382"/>
                    <a:pt x="346" y="383"/>
                  </a:cubicBezTo>
                  <a:cubicBezTo>
                    <a:pt x="346" y="384"/>
                    <a:pt x="347" y="384"/>
                    <a:pt x="347" y="384"/>
                  </a:cubicBezTo>
                  <a:cubicBezTo>
                    <a:pt x="348" y="386"/>
                    <a:pt x="349" y="388"/>
                    <a:pt x="350" y="387"/>
                  </a:cubicBezTo>
                  <a:cubicBezTo>
                    <a:pt x="351" y="387"/>
                    <a:pt x="351" y="387"/>
                    <a:pt x="351" y="387"/>
                  </a:cubicBezTo>
                  <a:cubicBezTo>
                    <a:pt x="354" y="386"/>
                    <a:pt x="360" y="384"/>
                    <a:pt x="360" y="383"/>
                  </a:cubicBezTo>
                  <a:cubicBezTo>
                    <a:pt x="360" y="381"/>
                    <a:pt x="360" y="379"/>
                    <a:pt x="360" y="376"/>
                  </a:cubicBezTo>
                  <a:cubicBezTo>
                    <a:pt x="360" y="373"/>
                    <a:pt x="360" y="369"/>
                    <a:pt x="360" y="366"/>
                  </a:cubicBezTo>
                  <a:cubicBezTo>
                    <a:pt x="360" y="365"/>
                    <a:pt x="360" y="363"/>
                    <a:pt x="359" y="363"/>
                  </a:cubicBezTo>
                  <a:cubicBezTo>
                    <a:pt x="359" y="362"/>
                    <a:pt x="358" y="362"/>
                    <a:pt x="358" y="362"/>
                  </a:cubicBezTo>
                  <a:cubicBezTo>
                    <a:pt x="357" y="362"/>
                    <a:pt x="357" y="362"/>
                    <a:pt x="356" y="363"/>
                  </a:cubicBezTo>
                  <a:cubicBezTo>
                    <a:pt x="355" y="364"/>
                    <a:pt x="354" y="365"/>
                    <a:pt x="354" y="366"/>
                  </a:cubicBezTo>
                  <a:cubicBezTo>
                    <a:pt x="352" y="370"/>
                    <a:pt x="349" y="369"/>
                    <a:pt x="347" y="368"/>
                  </a:cubicBezTo>
                  <a:cubicBezTo>
                    <a:pt x="346" y="368"/>
                    <a:pt x="346" y="368"/>
                    <a:pt x="345" y="368"/>
                  </a:cubicBezTo>
                  <a:cubicBezTo>
                    <a:pt x="345" y="368"/>
                    <a:pt x="345" y="368"/>
                    <a:pt x="345" y="368"/>
                  </a:cubicBezTo>
                  <a:cubicBezTo>
                    <a:pt x="343" y="367"/>
                    <a:pt x="342" y="365"/>
                    <a:pt x="341" y="363"/>
                  </a:cubicBezTo>
                  <a:cubicBezTo>
                    <a:pt x="341" y="362"/>
                    <a:pt x="340" y="361"/>
                    <a:pt x="339" y="360"/>
                  </a:cubicBezTo>
                  <a:cubicBezTo>
                    <a:pt x="338" y="358"/>
                    <a:pt x="337" y="358"/>
                    <a:pt x="336" y="357"/>
                  </a:cubicBezTo>
                  <a:cubicBezTo>
                    <a:pt x="335" y="357"/>
                    <a:pt x="334" y="356"/>
                    <a:pt x="333" y="355"/>
                  </a:cubicBezTo>
                  <a:cubicBezTo>
                    <a:pt x="332" y="354"/>
                    <a:pt x="331" y="352"/>
                    <a:pt x="331" y="351"/>
                  </a:cubicBezTo>
                  <a:cubicBezTo>
                    <a:pt x="330" y="349"/>
                    <a:pt x="330" y="347"/>
                    <a:pt x="330" y="346"/>
                  </a:cubicBezTo>
                  <a:cubicBezTo>
                    <a:pt x="330" y="344"/>
                    <a:pt x="331" y="341"/>
                    <a:pt x="332" y="337"/>
                  </a:cubicBezTo>
                  <a:cubicBezTo>
                    <a:pt x="334" y="333"/>
                    <a:pt x="335" y="329"/>
                    <a:pt x="335" y="326"/>
                  </a:cubicBezTo>
                  <a:cubicBezTo>
                    <a:pt x="336" y="324"/>
                    <a:pt x="335" y="322"/>
                    <a:pt x="335" y="321"/>
                  </a:cubicBezTo>
                  <a:cubicBezTo>
                    <a:pt x="334" y="320"/>
                    <a:pt x="334" y="319"/>
                    <a:pt x="334" y="318"/>
                  </a:cubicBezTo>
                  <a:cubicBezTo>
                    <a:pt x="334" y="317"/>
                    <a:pt x="334" y="316"/>
                    <a:pt x="335" y="314"/>
                  </a:cubicBezTo>
                  <a:cubicBezTo>
                    <a:pt x="335" y="313"/>
                    <a:pt x="336" y="311"/>
                    <a:pt x="336" y="309"/>
                  </a:cubicBezTo>
                  <a:cubicBezTo>
                    <a:pt x="335" y="307"/>
                    <a:pt x="335" y="306"/>
                    <a:pt x="334" y="304"/>
                  </a:cubicBezTo>
                  <a:cubicBezTo>
                    <a:pt x="333" y="302"/>
                    <a:pt x="332" y="301"/>
                    <a:pt x="332" y="299"/>
                  </a:cubicBezTo>
                  <a:cubicBezTo>
                    <a:pt x="333" y="298"/>
                    <a:pt x="335" y="296"/>
                    <a:pt x="337" y="294"/>
                  </a:cubicBezTo>
                  <a:cubicBezTo>
                    <a:pt x="339" y="292"/>
                    <a:pt x="341" y="290"/>
                    <a:pt x="342" y="289"/>
                  </a:cubicBezTo>
                  <a:cubicBezTo>
                    <a:pt x="342" y="288"/>
                    <a:pt x="342" y="287"/>
                    <a:pt x="342" y="286"/>
                  </a:cubicBezTo>
                  <a:cubicBezTo>
                    <a:pt x="342" y="284"/>
                    <a:pt x="343" y="283"/>
                    <a:pt x="345" y="282"/>
                  </a:cubicBezTo>
                  <a:cubicBezTo>
                    <a:pt x="347" y="282"/>
                    <a:pt x="357" y="280"/>
                    <a:pt x="366" y="279"/>
                  </a:cubicBezTo>
                  <a:cubicBezTo>
                    <a:pt x="368" y="278"/>
                    <a:pt x="370" y="278"/>
                    <a:pt x="372" y="278"/>
                  </a:cubicBezTo>
                  <a:cubicBezTo>
                    <a:pt x="372" y="276"/>
                    <a:pt x="372" y="275"/>
                    <a:pt x="372" y="273"/>
                  </a:cubicBezTo>
                  <a:cubicBezTo>
                    <a:pt x="371" y="268"/>
                    <a:pt x="370" y="269"/>
                    <a:pt x="367" y="261"/>
                  </a:cubicBezTo>
                  <a:cubicBezTo>
                    <a:pt x="364" y="254"/>
                    <a:pt x="364" y="258"/>
                    <a:pt x="359" y="254"/>
                  </a:cubicBezTo>
                  <a:cubicBezTo>
                    <a:pt x="354" y="249"/>
                    <a:pt x="354" y="248"/>
                    <a:pt x="353" y="244"/>
                  </a:cubicBezTo>
                  <a:cubicBezTo>
                    <a:pt x="352" y="239"/>
                    <a:pt x="351" y="241"/>
                    <a:pt x="350" y="239"/>
                  </a:cubicBezTo>
                  <a:cubicBezTo>
                    <a:pt x="348" y="237"/>
                    <a:pt x="348" y="235"/>
                    <a:pt x="347" y="231"/>
                  </a:cubicBezTo>
                  <a:cubicBezTo>
                    <a:pt x="347" y="227"/>
                    <a:pt x="348" y="228"/>
                    <a:pt x="348" y="224"/>
                  </a:cubicBezTo>
                  <a:cubicBezTo>
                    <a:pt x="348" y="220"/>
                    <a:pt x="347" y="221"/>
                    <a:pt x="345" y="216"/>
                  </a:cubicBezTo>
                  <a:cubicBezTo>
                    <a:pt x="343" y="212"/>
                    <a:pt x="345" y="212"/>
                    <a:pt x="347" y="206"/>
                  </a:cubicBezTo>
                  <a:cubicBezTo>
                    <a:pt x="348" y="200"/>
                    <a:pt x="348" y="202"/>
                    <a:pt x="346" y="196"/>
                  </a:cubicBezTo>
                  <a:cubicBezTo>
                    <a:pt x="345" y="191"/>
                    <a:pt x="346" y="191"/>
                    <a:pt x="348" y="189"/>
                  </a:cubicBezTo>
                  <a:cubicBezTo>
                    <a:pt x="348" y="188"/>
                    <a:pt x="348" y="188"/>
                    <a:pt x="349" y="188"/>
                  </a:cubicBezTo>
                  <a:cubicBezTo>
                    <a:pt x="349" y="187"/>
                    <a:pt x="348" y="186"/>
                    <a:pt x="348" y="185"/>
                  </a:cubicBezTo>
                  <a:cubicBezTo>
                    <a:pt x="347" y="179"/>
                    <a:pt x="347" y="176"/>
                    <a:pt x="347" y="174"/>
                  </a:cubicBezTo>
                  <a:cubicBezTo>
                    <a:pt x="347" y="173"/>
                    <a:pt x="347" y="172"/>
                    <a:pt x="347" y="172"/>
                  </a:cubicBezTo>
                  <a:cubicBezTo>
                    <a:pt x="346" y="171"/>
                    <a:pt x="344" y="168"/>
                    <a:pt x="343" y="165"/>
                  </a:cubicBezTo>
                  <a:cubicBezTo>
                    <a:pt x="343" y="163"/>
                    <a:pt x="342" y="161"/>
                    <a:pt x="342" y="159"/>
                  </a:cubicBezTo>
                  <a:cubicBezTo>
                    <a:pt x="343" y="157"/>
                    <a:pt x="344" y="156"/>
                    <a:pt x="346" y="155"/>
                  </a:cubicBezTo>
                  <a:cubicBezTo>
                    <a:pt x="346" y="154"/>
                    <a:pt x="347" y="154"/>
                    <a:pt x="347" y="154"/>
                  </a:cubicBezTo>
                  <a:cubicBezTo>
                    <a:pt x="347" y="153"/>
                    <a:pt x="347" y="153"/>
                    <a:pt x="347" y="153"/>
                  </a:cubicBezTo>
                  <a:cubicBezTo>
                    <a:pt x="347" y="153"/>
                    <a:pt x="347" y="153"/>
                    <a:pt x="347" y="153"/>
                  </a:cubicBezTo>
                  <a:cubicBezTo>
                    <a:pt x="347" y="151"/>
                    <a:pt x="347" y="146"/>
                    <a:pt x="349" y="143"/>
                  </a:cubicBezTo>
                  <a:cubicBezTo>
                    <a:pt x="349" y="143"/>
                    <a:pt x="349" y="143"/>
                    <a:pt x="349" y="143"/>
                  </a:cubicBezTo>
                  <a:cubicBezTo>
                    <a:pt x="350" y="142"/>
                    <a:pt x="351" y="141"/>
                    <a:pt x="351" y="140"/>
                  </a:cubicBezTo>
                  <a:cubicBezTo>
                    <a:pt x="353" y="139"/>
                    <a:pt x="354" y="137"/>
                    <a:pt x="354" y="136"/>
                  </a:cubicBezTo>
                  <a:cubicBezTo>
                    <a:pt x="355" y="135"/>
                    <a:pt x="354" y="134"/>
                    <a:pt x="354" y="132"/>
                  </a:cubicBezTo>
                  <a:cubicBezTo>
                    <a:pt x="354" y="131"/>
                    <a:pt x="354" y="130"/>
                    <a:pt x="354" y="129"/>
                  </a:cubicBezTo>
                  <a:cubicBezTo>
                    <a:pt x="354" y="127"/>
                    <a:pt x="355" y="123"/>
                    <a:pt x="356" y="119"/>
                  </a:cubicBezTo>
                  <a:cubicBezTo>
                    <a:pt x="357" y="116"/>
                    <a:pt x="358" y="112"/>
                    <a:pt x="358" y="109"/>
                  </a:cubicBezTo>
                  <a:cubicBezTo>
                    <a:pt x="358" y="106"/>
                    <a:pt x="359" y="104"/>
                    <a:pt x="360" y="101"/>
                  </a:cubicBezTo>
                  <a:cubicBezTo>
                    <a:pt x="361" y="97"/>
                    <a:pt x="362" y="94"/>
                    <a:pt x="363" y="93"/>
                  </a:cubicBezTo>
                  <a:cubicBezTo>
                    <a:pt x="363" y="92"/>
                    <a:pt x="364" y="91"/>
                    <a:pt x="365" y="89"/>
                  </a:cubicBezTo>
                  <a:cubicBezTo>
                    <a:pt x="367" y="88"/>
                    <a:pt x="368" y="87"/>
                    <a:pt x="370" y="85"/>
                  </a:cubicBezTo>
                  <a:cubicBezTo>
                    <a:pt x="371" y="84"/>
                    <a:pt x="373" y="82"/>
                    <a:pt x="375" y="80"/>
                  </a:cubicBezTo>
                  <a:cubicBezTo>
                    <a:pt x="378" y="77"/>
                    <a:pt x="381" y="74"/>
                    <a:pt x="382" y="73"/>
                  </a:cubicBezTo>
                  <a:cubicBezTo>
                    <a:pt x="384" y="72"/>
                    <a:pt x="385" y="70"/>
                    <a:pt x="387" y="68"/>
                  </a:cubicBezTo>
                  <a:cubicBezTo>
                    <a:pt x="388" y="66"/>
                    <a:pt x="390" y="64"/>
                    <a:pt x="390" y="64"/>
                  </a:cubicBezTo>
                  <a:cubicBezTo>
                    <a:pt x="390" y="64"/>
                    <a:pt x="389" y="64"/>
                    <a:pt x="389" y="64"/>
                  </a:cubicBezTo>
                  <a:cubicBezTo>
                    <a:pt x="388" y="63"/>
                    <a:pt x="387" y="62"/>
                    <a:pt x="386" y="61"/>
                  </a:cubicBezTo>
                  <a:cubicBezTo>
                    <a:pt x="385" y="61"/>
                    <a:pt x="384" y="60"/>
                    <a:pt x="383" y="60"/>
                  </a:cubicBezTo>
                  <a:cubicBezTo>
                    <a:pt x="381" y="59"/>
                    <a:pt x="379" y="58"/>
                    <a:pt x="379" y="56"/>
                  </a:cubicBezTo>
                  <a:cubicBezTo>
                    <a:pt x="379" y="54"/>
                    <a:pt x="379" y="51"/>
                    <a:pt x="379" y="48"/>
                  </a:cubicBezTo>
                  <a:cubicBezTo>
                    <a:pt x="379" y="46"/>
                    <a:pt x="379" y="45"/>
                    <a:pt x="379" y="44"/>
                  </a:cubicBezTo>
                  <a:cubicBezTo>
                    <a:pt x="379" y="42"/>
                    <a:pt x="380" y="41"/>
                    <a:pt x="381" y="40"/>
                  </a:cubicBezTo>
                  <a:cubicBezTo>
                    <a:pt x="381" y="39"/>
                    <a:pt x="381" y="38"/>
                    <a:pt x="381" y="38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79" y="37"/>
                    <a:pt x="378" y="37"/>
                    <a:pt x="376" y="35"/>
                  </a:cubicBezTo>
                  <a:cubicBezTo>
                    <a:pt x="374" y="33"/>
                    <a:pt x="375" y="32"/>
                    <a:pt x="375" y="30"/>
                  </a:cubicBezTo>
                  <a:cubicBezTo>
                    <a:pt x="375" y="30"/>
                    <a:pt x="375" y="30"/>
                    <a:pt x="375" y="29"/>
                  </a:cubicBezTo>
                  <a:cubicBezTo>
                    <a:pt x="375" y="29"/>
                    <a:pt x="375" y="30"/>
                    <a:pt x="375" y="30"/>
                  </a:cubicBezTo>
                  <a:cubicBezTo>
                    <a:pt x="374" y="29"/>
                    <a:pt x="372" y="29"/>
                    <a:pt x="368" y="27"/>
                  </a:cubicBezTo>
                  <a:cubicBezTo>
                    <a:pt x="361" y="24"/>
                    <a:pt x="361" y="24"/>
                    <a:pt x="361" y="22"/>
                  </a:cubicBezTo>
                  <a:cubicBezTo>
                    <a:pt x="361" y="21"/>
                    <a:pt x="360" y="21"/>
                    <a:pt x="360" y="21"/>
                  </a:cubicBezTo>
                  <a:cubicBezTo>
                    <a:pt x="359" y="19"/>
                    <a:pt x="359" y="18"/>
                    <a:pt x="360" y="17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58" y="16"/>
                    <a:pt x="356" y="17"/>
                    <a:pt x="355" y="17"/>
                  </a:cubicBezTo>
                  <a:cubicBezTo>
                    <a:pt x="354" y="17"/>
                    <a:pt x="354" y="17"/>
                    <a:pt x="354" y="17"/>
                  </a:cubicBezTo>
                  <a:cubicBezTo>
                    <a:pt x="354" y="17"/>
                    <a:pt x="354" y="17"/>
                    <a:pt x="354" y="17"/>
                  </a:cubicBezTo>
                  <a:cubicBezTo>
                    <a:pt x="354" y="17"/>
                    <a:pt x="353" y="17"/>
                    <a:pt x="353" y="18"/>
                  </a:cubicBezTo>
                  <a:cubicBezTo>
                    <a:pt x="351" y="19"/>
                    <a:pt x="348" y="21"/>
                    <a:pt x="345" y="20"/>
                  </a:cubicBezTo>
                  <a:cubicBezTo>
                    <a:pt x="344" y="20"/>
                    <a:pt x="342" y="20"/>
                    <a:pt x="341" y="20"/>
                  </a:cubicBezTo>
                  <a:cubicBezTo>
                    <a:pt x="340" y="20"/>
                    <a:pt x="338" y="19"/>
                    <a:pt x="336" y="19"/>
                  </a:cubicBezTo>
                  <a:cubicBezTo>
                    <a:pt x="335" y="20"/>
                    <a:pt x="334" y="20"/>
                    <a:pt x="333" y="20"/>
                  </a:cubicBezTo>
                  <a:cubicBezTo>
                    <a:pt x="333" y="21"/>
                    <a:pt x="332" y="21"/>
                    <a:pt x="331" y="22"/>
                  </a:cubicBezTo>
                  <a:cubicBezTo>
                    <a:pt x="329" y="22"/>
                    <a:pt x="327" y="21"/>
                    <a:pt x="325" y="20"/>
                  </a:cubicBezTo>
                  <a:cubicBezTo>
                    <a:pt x="322" y="18"/>
                    <a:pt x="319" y="16"/>
                    <a:pt x="318" y="15"/>
                  </a:cubicBezTo>
                  <a:cubicBezTo>
                    <a:pt x="316" y="14"/>
                    <a:pt x="316" y="13"/>
                    <a:pt x="316" y="11"/>
                  </a:cubicBezTo>
                  <a:cubicBezTo>
                    <a:pt x="316" y="11"/>
                    <a:pt x="316" y="10"/>
                    <a:pt x="315" y="9"/>
                  </a:cubicBezTo>
                  <a:cubicBezTo>
                    <a:pt x="314" y="8"/>
                    <a:pt x="313" y="7"/>
                    <a:pt x="312" y="6"/>
                  </a:cubicBezTo>
                  <a:cubicBezTo>
                    <a:pt x="311" y="6"/>
                    <a:pt x="310" y="5"/>
                    <a:pt x="308" y="3"/>
                  </a:cubicBezTo>
                  <a:cubicBezTo>
                    <a:pt x="307" y="3"/>
                    <a:pt x="305" y="4"/>
                    <a:pt x="304" y="4"/>
                  </a:cubicBezTo>
                  <a:cubicBezTo>
                    <a:pt x="304" y="4"/>
                    <a:pt x="304" y="4"/>
                    <a:pt x="304" y="4"/>
                  </a:cubicBezTo>
                  <a:cubicBezTo>
                    <a:pt x="304" y="4"/>
                    <a:pt x="304" y="4"/>
                    <a:pt x="304" y="4"/>
                  </a:cubicBezTo>
                  <a:cubicBezTo>
                    <a:pt x="302" y="4"/>
                    <a:pt x="301" y="4"/>
                    <a:pt x="299" y="4"/>
                  </a:cubicBezTo>
                  <a:cubicBezTo>
                    <a:pt x="299" y="4"/>
                    <a:pt x="299" y="4"/>
                    <a:pt x="299" y="4"/>
                  </a:cubicBezTo>
                  <a:cubicBezTo>
                    <a:pt x="298" y="5"/>
                    <a:pt x="297" y="5"/>
                    <a:pt x="297" y="5"/>
                  </a:cubicBezTo>
                  <a:cubicBezTo>
                    <a:pt x="297" y="5"/>
                    <a:pt x="297" y="5"/>
                    <a:pt x="297" y="5"/>
                  </a:cubicBezTo>
                  <a:cubicBezTo>
                    <a:pt x="295" y="6"/>
                    <a:pt x="294" y="6"/>
                    <a:pt x="291" y="6"/>
                  </a:cubicBezTo>
                  <a:cubicBezTo>
                    <a:pt x="289" y="6"/>
                    <a:pt x="288" y="5"/>
                    <a:pt x="287" y="4"/>
                  </a:cubicBezTo>
                  <a:cubicBezTo>
                    <a:pt x="286" y="4"/>
                    <a:pt x="285" y="3"/>
                    <a:pt x="284" y="3"/>
                  </a:cubicBezTo>
                  <a:cubicBezTo>
                    <a:pt x="283" y="3"/>
                    <a:pt x="282" y="3"/>
                    <a:pt x="282" y="3"/>
                  </a:cubicBezTo>
                  <a:cubicBezTo>
                    <a:pt x="280" y="4"/>
                    <a:pt x="279" y="4"/>
                    <a:pt x="277" y="3"/>
                  </a:cubicBezTo>
                  <a:cubicBezTo>
                    <a:pt x="277" y="3"/>
                    <a:pt x="276" y="3"/>
                    <a:pt x="275" y="2"/>
                  </a:cubicBezTo>
                  <a:cubicBezTo>
                    <a:pt x="273" y="1"/>
                    <a:pt x="271" y="0"/>
                    <a:pt x="270" y="1"/>
                  </a:cubicBezTo>
                  <a:cubicBezTo>
                    <a:pt x="269" y="1"/>
                    <a:pt x="269" y="2"/>
                    <a:pt x="268" y="4"/>
                  </a:cubicBezTo>
                  <a:cubicBezTo>
                    <a:pt x="268" y="5"/>
                    <a:pt x="267" y="6"/>
                    <a:pt x="266" y="7"/>
                  </a:cubicBezTo>
                  <a:cubicBezTo>
                    <a:pt x="265" y="8"/>
                    <a:pt x="263" y="9"/>
                    <a:pt x="261" y="9"/>
                  </a:cubicBezTo>
                  <a:cubicBezTo>
                    <a:pt x="260" y="9"/>
                    <a:pt x="258" y="9"/>
                    <a:pt x="256" y="9"/>
                  </a:cubicBezTo>
                  <a:cubicBezTo>
                    <a:pt x="253" y="9"/>
                    <a:pt x="252" y="8"/>
                    <a:pt x="251" y="8"/>
                  </a:cubicBezTo>
                  <a:cubicBezTo>
                    <a:pt x="250" y="7"/>
                    <a:pt x="249" y="6"/>
                    <a:pt x="248" y="7"/>
                  </a:cubicBezTo>
                  <a:cubicBezTo>
                    <a:pt x="248" y="7"/>
                    <a:pt x="248" y="7"/>
                    <a:pt x="248" y="7"/>
                  </a:cubicBezTo>
                  <a:cubicBezTo>
                    <a:pt x="247" y="7"/>
                    <a:pt x="245" y="8"/>
                    <a:pt x="242" y="10"/>
                  </a:cubicBezTo>
                  <a:cubicBezTo>
                    <a:pt x="237" y="13"/>
                    <a:pt x="231" y="16"/>
                    <a:pt x="227" y="16"/>
                  </a:cubicBezTo>
                  <a:cubicBezTo>
                    <a:pt x="224" y="16"/>
                    <a:pt x="223" y="14"/>
                    <a:pt x="221" y="13"/>
                  </a:cubicBezTo>
                  <a:cubicBezTo>
                    <a:pt x="220" y="12"/>
                    <a:pt x="220" y="12"/>
                    <a:pt x="219" y="12"/>
                  </a:cubicBezTo>
                  <a:cubicBezTo>
                    <a:pt x="218" y="12"/>
                    <a:pt x="217" y="13"/>
                    <a:pt x="216" y="14"/>
                  </a:cubicBezTo>
                  <a:cubicBezTo>
                    <a:pt x="216" y="15"/>
                    <a:pt x="216" y="15"/>
                    <a:pt x="215" y="16"/>
                  </a:cubicBezTo>
                  <a:cubicBezTo>
                    <a:pt x="215" y="16"/>
                    <a:pt x="214" y="17"/>
                    <a:pt x="214" y="18"/>
                  </a:cubicBezTo>
                  <a:cubicBezTo>
                    <a:pt x="212" y="21"/>
                    <a:pt x="211" y="23"/>
                    <a:pt x="209" y="24"/>
                  </a:cubicBezTo>
                  <a:cubicBezTo>
                    <a:pt x="206" y="25"/>
                    <a:pt x="202" y="24"/>
                    <a:pt x="194" y="23"/>
                  </a:cubicBezTo>
                  <a:cubicBezTo>
                    <a:pt x="193" y="23"/>
                    <a:pt x="193" y="23"/>
                    <a:pt x="193" y="23"/>
                  </a:cubicBezTo>
                  <a:cubicBezTo>
                    <a:pt x="189" y="23"/>
                    <a:pt x="185" y="22"/>
                    <a:pt x="182" y="21"/>
                  </a:cubicBezTo>
                  <a:cubicBezTo>
                    <a:pt x="179" y="21"/>
                    <a:pt x="176" y="20"/>
                    <a:pt x="173" y="19"/>
                  </a:cubicBezTo>
                  <a:cubicBezTo>
                    <a:pt x="167" y="17"/>
                    <a:pt x="166" y="16"/>
                    <a:pt x="162" y="12"/>
                  </a:cubicBezTo>
                  <a:cubicBezTo>
                    <a:pt x="162" y="12"/>
                    <a:pt x="161" y="11"/>
                    <a:pt x="161" y="11"/>
                  </a:cubicBezTo>
                  <a:cubicBezTo>
                    <a:pt x="159" y="9"/>
                    <a:pt x="157" y="8"/>
                    <a:pt x="155" y="7"/>
                  </a:cubicBezTo>
                  <a:cubicBezTo>
                    <a:pt x="152" y="6"/>
                    <a:pt x="150" y="5"/>
                    <a:pt x="148" y="5"/>
                  </a:cubicBezTo>
                  <a:cubicBezTo>
                    <a:pt x="146" y="6"/>
                    <a:pt x="142" y="9"/>
                    <a:pt x="139" y="11"/>
                  </a:cubicBezTo>
                  <a:cubicBezTo>
                    <a:pt x="139" y="11"/>
                    <a:pt x="139" y="11"/>
                    <a:pt x="139" y="11"/>
                  </a:cubicBezTo>
                  <a:cubicBezTo>
                    <a:pt x="139" y="11"/>
                    <a:pt x="139" y="11"/>
                    <a:pt x="139" y="11"/>
                  </a:cubicBezTo>
                  <a:cubicBezTo>
                    <a:pt x="139" y="11"/>
                    <a:pt x="139" y="11"/>
                    <a:pt x="139" y="11"/>
                  </a:cubicBezTo>
                  <a:cubicBezTo>
                    <a:pt x="138" y="12"/>
                    <a:pt x="137" y="14"/>
                    <a:pt x="136" y="15"/>
                  </a:cubicBezTo>
                  <a:cubicBezTo>
                    <a:pt x="135" y="17"/>
                    <a:pt x="134" y="19"/>
                    <a:pt x="133" y="19"/>
                  </a:cubicBezTo>
                  <a:cubicBezTo>
                    <a:pt x="132" y="20"/>
                    <a:pt x="132" y="20"/>
                    <a:pt x="131" y="21"/>
                  </a:cubicBezTo>
                  <a:cubicBezTo>
                    <a:pt x="131" y="21"/>
                    <a:pt x="130" y="22"/>
                    <a:pt x="130" y="22"/>
                  </a:cubicBezTo>
                  <a:cubicBezTo>
                    <a:pt x="130" y="23"/>
                    <a:pt x="131" y="25"/>
                    <a:pt x="131" y="28"/>
                  </a:cubicBezTo>
                  <a:cubicBezTo>
                    <a:pt x="131" y="30"/>
                    <a:pt x="131" y="33"/>
                    <a:pt x="131" y="34"/>
                  </a:cubicBezTo>
                  <a:cubicBezTo>
                    <a:pt x="131" y="34"/>
                    <a:pt x="131" y="34"/>
                    <a:pt x="131" y="35"/>
                  </a:cubicBezTo>
                  <a:cubicBezTo>
                    <a:pt x="131" y="38"/>
                    <a:pt x="132" y="44"/>
                    <a:pt x="130" y="48"/>
                  </a:cubicBezTo>
                  <a:cubicBezTo>
                    <a:pt x="129" y="50"/>
                    <a:pt x="127" y="53"/>
                    <a:pt x="125" y="56"/>
                  </a:cubicBezTo>
                  <a:cubicBezTo>
                    <a:pt x="123" y="59"/>
                    <a:pt x="121" y="63"/>
                    <a:pt x="120" y="65"/>
                  </a:cubicBezTo>
                  <a:cubicBezTo>
                    <a:pt x="119" y="68"/>
                    <a:pt x="119" y="70"/>
                    <a:pt x="119" y="73"/>
                  </a:cubicBezTo>
                  <a:cubicBezTo>
                    <a:pt x="118" y="76"/>
                    <a:pt x="118" y="79"/>
                    <a:pt x="117" y="83"/>
                  </a:cubicBezTo>
                  <a:cubicBezTo>
                    <a:pt x="116" y="86"/>
                    <a:pt x="114" y="90"/>
                    <a:pt x="112" y="94"/>
                  </a:cubicBezTo>
                  <a:cubicBezTo>
                    <a:pt x="110" y="98"/>
                    <a:pt x="108" y="101"/>
                    <a:pt x="104" y="105"/>
                  </a:cubicBezTo>
                  <a:cubicBezTo>
                    <a:pt x="101" y="108"/>
                    <a:pt x="97" y="114"/>
                    <a:pt x="93" y="119"/>
                  </a:cubicBezTo>
                  <a:cubicBezTo>
                    <a:pt x="89" y="125"/>
                    <a:pt x="85" y="131"/>
                    <a:pt x="84" y="135"/>
                  </a:cubicBezTo>
                  <a:cubicBezTo>
                    <a:pt x="81" y="142"/>
                    <a:pt x="81" y="150"/>
                    <a:pt x="81" y="156"/>
                  </a:cubicBezTo>
                  <a:cubicBezTo>
                    <a:pt x="81" y="157"/>
                    <a:pt x="81" y="156"/>
                    <a:pt x="81" y="157"/>
                  </a:cubicBezTo>
                  <a:cubicBezTo>
                    <a:pt x="81" y="160"/>
                    <a:pt x="81" y="164"/>
                    <a:pt x="81" y="168"/>
                  </a:cubicBezTo>
                  <a:cubicBezTo>
                    <a:pt x="81" y="172"/>
                    <a:pt x="81" y="175"/>
                    <a:pt x="81" y="177"/>
                  </a:cubicBezTo>
                  <a:cubicBezTo>
                    <a:pt x="81" y="179"/>
                    <a:pt x="81" y="181"/>
                    <a:pt x="80" y="183"/>
                  </a:cubicBezTo>
                  <a:cubicBezTo>
                    <a:pt x="80" y="183"/>
                    <a:pt x="80" y="183"/>
                    <a:pt x="80" y="183"/>
                  </a:cubicBezTo>
                  <a:cubicBezTo>
                    <a:pt x="79" y="185"/>
                    <a:pt x="78" y="186"/>
                    <a:pt x="76" y="188"/>
                  </a:cubicBezTo>
                  <a:cubicBezTo>
                    <a:pt x="74" y="191"/>
                    <a:pt x="72" y="192"/>
                    <a:pt x="70" y="194"/>
                  </a:cubicBezTo>
                  <a:cubicBezTo>
                    <a:pt x="69" y="194"/>
                    <a:pt x="68" y="195"/>
                    <a:pt x="67" y="196"/>
                  </a:cubicBezTo>
                  <a:cubicBezTo>
                    <a:pt x="62" y="199"/>
                    <a:pt x="62" y="200"/>
                    <a:pt x="59" y="201"/>
                  </a:cubicBezTo>
                  <a:cubicBezTo>
                    <a:pt x="58" y="203"/>
                    <a:pt x="58" y="203"/>
                    <a:pt x="58" y="203"/>
                  </a:cubicBezTo>
                  <a:cubicBezTo>
                    <a:pt x="57" y="203"/>
                    <a:pt x="56" y="205"/>
                    <a:pt x="54" y="206"/>
                  </a:cubicBezTo>
                  <a:cubicBezTo>
                    <a:pt x="52" y="209"/>
                    <a:pt x="49" y="212"/>
                    <a:pt x="47" y="212"/>
                  </a:cubicBezTo>
                  <a:cubicBezTo>
                    <a:pt x="43" y="212"/>
                    <a:pt x="43" y="210"/>
                    <a:pt x="43" y="207"/>
                  </a:cubicBezTo>
                  <a:cubicBezTo>
                    <a:pt x="43" y="207"/>
                    <a:pt x="43" y="207"/>
                    <a:pt x="43" y="207"/>
                  </a:cubicBezTo>
                  <a:cubicBezTo>
                    <a:pt x="43" y="206"/>
                    <a:pt x="43" y="205"/>
                    <a:pt x="43" y="205"/>
                  </a:cubicBezTo>
                  <a:cubicBezTo>
                    <a:pt x="43" y="202"/>
                    <a:pt x="43" y="200"/>
                    <a:pt x="42" y="200"/>
                  </a:cubicBezTo>
                  <a:cubicBezTo>
                    <a:pt x="41" y="200"/>
                    <a:pt x="40" y="200"/>
                    <a:pt x="39" y="201"/>
                  </a:cubicBezTo>
                  <a:cubicBezTo>
                    <a:pt x="38" y="201"/>
                    <a:pt x="37" y="202"/>
                    <a:pt x="36" y="202"/>
                  </a:cubicBezTo>
                  <a:cubicBezTo>
                    <a:pt x="33" y="203"/>
                    <a:pt x="33" y="203"/>
                    <a:pt x="32" y="203"/>
                  </a:cubicBezTo>
                  <a:cubicBezTo>
                    <a:pt x="31" y="203"/>
                    <a:pt x="31" y="203"/>
                    <a:pt x="30" y="203"/>
                  </a:cubicBezTo>
                  <a:cubicBezTo>
                    <a:pt x="29" y="203"/>
                    <a:pt x="29" y="203"/>
                    <a:pt x="29" y="204"/>
                  </a:cubicBezTo>
                  <a:cubicBezTo>
                    <a:pt x="29" y="205"/>
                    <a:pt x="28" y="206"/>
                    <a:pt x="28" y="207"/>
                  </a:cubicBezTo>
                  <a:cubicBezTo>
                    <a:pt x="27" y="208"/>
                    <a:pt x="26" y="209"/>
                    <a:pt x="25" y="210"/>
                  </a:cubicBezTo>
                  <a:cubicBezTo>
                    <a:pt x="23" y="210"/>
                    <a:pt x="22" y="210"/>
                    <a:pt x="20" y="209"/>
                  </a:cubicBezTo>
                  <a:cubicBezTo>
                    <a:pt x="18" y="208"/>
                    <a:pt x="17" y="207"/>
                    <a:pt x="16" y="206"/>
                  </a:cubicBezTo>
                  <a:cubicBezTo>
                    <a:pt x="15" y="207"/>
                    <a:pt x="15" y="207"/>
                    <a:pt x="14" y="208"/>
                  </a:cubicBezTo>
                  <a:cubicBezTo>
                    <a:pt x="13" y="209"/>
                    <a:pt x="11" y="210"/>
                    <a:pt x="10" y="210"/>
                  </a:cubicBezTo>
                  <a:cubicBezTo>
                    <a:pt x="8" y="211"/>
                    <a:pt x="8" y="212"/>
                    <a:pt x="7" y="212"/>
                  </a:cubicBezTo>
                  <a:cubicBezTo>
                    <a:pt x="6" y="213"/>
                    <a:pt x="6" y="214"/>
                    <a:pt x="6" y="216"/>
                  </a:cubicBezTo>
                  <a:cubicBezTo>
                    <a:pt x="5" y="217"/>
                    <a:pt x="5" y="219"/>
                    <a:pt x="5" y="221"/>
                  </a:cubicBezTo>
                  <a:cubicBezTo>
                    <a:pt x="5" y="223"/>
                    <a:pt x="5" y="226"/>
                    <a:pt x="3" y="227"/>
                  </a:cubicBezTo>
                  <a:cubicBezTo>
                    <a:pt x="3" y="228"/>
                    <a:pt x="2" y="228"/>
                    <a:pt x="1" y="229"/>
                  </a:cubicBezTo>
                  <a:cubicBezTo>
                    <a:pt x="2" y="229"/>
                    <a:pt x="3" y="229"/>
                    <a:pt x="3" y="230"/>
                  </a:cubicBezTo>
                  <a:cubicBezTo>
                    <a:pt x="3" y="231"/>
                    <a:pt x="2" y="233"/>
                    <a:pt x="2" y="234"/>
                  </a:cubicBezTo>
                  <a:cubicBezTo>
                    <a:pt x="1" y="234"/>
                    <a:pt x="1" y="233"/>
                    <a:pt x="0" y="234"/>
                  </a:cubicBezTo>
                  <a:cubicBezTo>
                    <a:pt x="0" y="235"/>
                    <a:pt x="0" y="235"/>
                    <a:pt x="0" y="236"/>
                  </a:cubicBezTo>
                  <a:cubicBezTo>
                    <a:pt x="2" y="235"/>
                    <a:pt x="4" y="234"/>
                    <a:pt x="4" y="233"/>
                  </a:cubicBezTo>
                  <a:cubicBezTo>
                    <a:pt x="6" y="232"/>
                    <a:pt x="9" y="231"/>
                    <a:pt x="13" y="230"/>
                  </a:cubicBezTo>
                  <a:cubicBezTo>
                    <a:pt x="16" y="229"/>
                    <a:pt x="19" y="229"/>
                    <a:pt x="22" y="229"/>
                  </a:cubicBezTo>
                  <a:cubicBezTo>
                    <a:pt x="25" y="229"/>
                    <a:pt x="29" y="229"/>
                    <a:pt x="33" y="229"/>
                  </a:cubicBezTo>
                  <a:cubicBezTo>
                    <a:pt x="37" y="229"/>
                    <a:pt x="42" y="229"/>
                    <a:pt x="45" y="229"/>
                  </a:cubicBezTo>
                  <a:cubicBezTo>
                    <a:pt x="48" y="229"/>
                    <a:pt x="57" y="229"/>
                    <a:pt x="65" y="229"/>
                  </a:cubicBezTo>
                  <a:cubicBezTo>
                    <a:pt x="70" y="229"/>
                    <a:pt x="75" y="229"/>
                    <a:pt x="76" y="229"/>
                  </a:cubicBezTo>
                  <a:cubicBezTo>
                    <a:pt x="81" y="229"/>
                    <a:pt x="84" y="229"/>
                    <a:pt x="85" y="229"/>
                  </a:cubicBezTo>
                  <a:cubicBezTo>
                    <a:pt x="87" y="230"/>
                    <a:pt x="88" y="231"/>
                    <a:pt x="90" y="232"/>
                  </a:cubicBezTo>
                  <a:cubicBezTo>
                    <a:pt x="91" y="233"/>
                    <a:pt x="92" y="237"/>
                    <a:pt x="93" y="241"/>
                  </a:cubicBezTo>
                  <a:cubicBezTo>
                    <a:pt x="93" y="243"/>
                    <a:pt x="94" y="246"/>
                    <a:pt x="94" y="248"/>
                  </a:cubicBezTo>
                  <a:cubicBezTo>
                    <a:pt x="95" y="250"/>
                    <a:pt x="96" y="253"/>
                    <a:pt x="98" y="256"/>
                  </a:cubicBezTo>
                  <a:cubicBezTo>
                    <a:pt x="99" y="259"/>
                    <a:pt x="101" y="263"/>
                    <a:pt x="103" y="264"/>
                  </a:cubicBezTo>
                  <a:cubicBezTo>
                    <a:pt x="103" y="265"/>
                    <a:pt x="104" y="266"/>
                    <a:pt x="105" y="268"/>
                  </a:cubicBezTo>
                  <a:cubicBezTo>
                    <a:pt x="107" y="271"/>
                    <a:pt x="110" y="275"/>
                    <a:pt x="111" y="275"/>
                  </a:cubicBezTo>
                  <a:cubicBezTo>
                    <a:pt x="112" y="276"/>
                    <a:pt x="113" y="276"/>
                    <a:pt x="115" y="276"/>
                  </a:cubicBezTo>
                  <a:cubicBezTo>
                    <a:pt x="116" y="276"/>
                    <a:pt x="118" y="276"/>
                    <a:pt x="119" y="276"/>
                  </a:cubicBezTo>
                  <a:cubicBezTo>
                    <a:pt x="121" y="276"/>
                    <a:pt x="123" y="275"/>
                    <a:pt x="124" y="274"/>
                  </a:cubicBezTo>
                  <a:cubicBezTo>
                    <a:pt x="127" y="273"/>
                    <a:pt x="129" y="272"/>
                    <a:pt x="131" y="272"/>
                  </a:cubicBezTo>
                  <a:cubicBezTo>
                    <a:pt x="133" y="272"/>
                    <a:pt x="136" y="273"/>
                    <a:pt x="138" y="273"/>
                  </a:cubicBezTo>
                  <a:cubicBezTo>
                    <a:pt x="139" y="273"/>
                    <a:pt x="141" y="273"/>
                    <a:pt x="142" y="273"/>
                  </a:cubicBezTo>
                  <a:cubicBezTo>
                    <a:pt x="143" y="273"/>
                    <a:pt x="144" y="273"/>
                    <a:pt x="144" y="272"/>
                  </a:cubicBezTo>
                  <a:cubicBezTo>
                    <a:pt x="145" y="272"/>
                    <a:pt x="145" y="271"/>
                    <a:pt x="145" y="270"/>
                  </a:cubicBezTo>
                  <a:cubicBezTo>
                    <a:pt x="146" y="268"/>
                    <a:pt x="146" y="266"/>
                    <a:pt x="147" y="263"/>
                  </a:cubicBezTo>
                  <a:cubicBezTo>
                    <a:pt x="147" y="262"/>
                    <a:pt x="147" y="260"/>
                    <a:pt x="147" y="259"/>
                  </a:cubicBezTo>
                  <a:cubicBezTo>
                    <a:pt x="147" y="257"/>
                    <a:pt x="148" y="255"/>
                    <a:pt x="149" y="254"/>
                  </a:cubicBezTo>
                  <a:cubicBezTo>
                    <a:pt x="150" y="253"/>
                    <a:pt x="151" y="252"/>
                    <a:pt x="153" y="252"/>
                  </a:cubicBezTo>
                  <a:cubicBezTo>
                    <a:pt x="154" y="252"/>
                    <a:pt x="160" y="251"/>
                    <a:pt x="164" y="251"/>
                  </a:cubicBezTo>
                  <a:cubicBezTo>
                    <a:pt x="165" y="251"/>
                    <a:pt x="166" y="251"/>
                    <a:pt x="167" y="251"/>
                  </a:cubicBezTo>
                  <a:cubicBezTo>
                    <a:pt x="169" y="251"/>
                    <a:pt x="170" y="252"/>
                    <a:pt x="171" y="252"/>
                  </a:cubicBezTo>
                  <a:cubicBezTo>
                    <a:pt x="172" y="253"/>
                    <a:pt x="172" y="254"/>
                    <a:pt x="172" y="255"/>
                  </a:cubicBezTo>
                  <a:cubicBezTo>
                    <a:pt x="172" y="255"/>
                    <a:pt x="172" y="255"/>
                    <a:pt x="172" y="256"/>
                  </a:cubicBezTo>
                  <a:cubicBezTo>
                    <a:pt x="172" y="257"/>
                    <a:pt x="172" y="258"/>
                    <a:pt x="172" y="258"/>
                  </a:cubicBezTo>
                  <a:cubicBezTo>
                    <a:pt x="173" y="258"/>
                    <a:pt x="174" y="258"/>
                    <a:pt x="176" y="258"/>
                  </a:cubicBezTo>
                  <a:cubicBezTo>
                    <a:pt x="178" y="258"/>
                    <a:pt x="179" y="258"/>
                    <a:pt x="180" y="258"/>
                  </a:cubicBezTo>
                  <a:cubicBezTo>
                    <a:pt x="181" y="258"/>
                    <a:pt x="183" y="258"/>
                    <a:pt x="184" y="258"/>
                  </a:cubicBezTo>
                  <a:cubicBezTo>
                    <a:pt x="188" y="258"/>
                    <a:pt x="194" y="257"/>
                    <a:pt x="195" y="259"/>
                  </a:cubicBezTo>
                  <a:cubicBezTo>
                    <a:pt x="198" y="260"/>
                    <a:pt x="198" y="263"/>
                    <a:pt x="197" y="267"/>
                  </a:cubicBezTo>
                  <a:cubicBezTo>
                    <a:pt x="197" y="267"/>
                    <a:pt x="197" y="268"/>
                    <a:pt x="197" y="268"/>
                  </a:cubicBezTo>
                  <a:cubicBezTo>
                    <a:pt x="197" y="270"/>
                    <a:pt x="197" y="270"/>
                    <a:pt x="197" y="271"/>
                  </a:cubicBezTo>
                  <a:cubicBezTo>
                    <a:pt x="197" y="272"/>
                    <a:pt x="196" y="273"/>
                    <a:pt x="196" y="274"/>
                  </a:cubicBezTo>
                  <a:cubicBezTo>
                    <a:pt x="196" y="276"/>
                    <a:pt x="197" y="277"/>
                    <a:pt x="198" y="278"/>
                  </a:cubicBezTo>
                  <a:cubicBezTo>
                    <a:pt x="198" y="279"/>
                    <a:pt x="199" y="281"/>
                    <a:pt x="199" y="282"/>
                  </a:cubicBezTo>
                  <a:cubicBezTo>
                    <a:pt x="199" y="284"/>
                    <a:pt x="199" y="288"/>
                    <a:pt x="199" y="292"/>
                  </a:cubicBezTo>
                  <a:cubicBezTo>
                    <a:pt x="198" y="296"/>
                    <a:pt x="198" y="301"/>
                    <a:pt x="198" y="302"/>
                  </a:cubicBezTo>
                  <a:cubicBezTo>
                    <a:pt x="198" y="302"/>
                    <a:pt x="198" y="302"/>
                    <a:pt x="198" y="302"/>
                  </a:cubicBezTo>
                  <a:cubicBezTo>
                    <a:pt x="198" y="303"/>
                    <a:pt x="198" y="303"/>
                    <a:pt x="198" y="303"/>
                  </a:cubicBezTo>
                  <a:cubicBezTo>
                    <a:pt x="198" y="306"/>
                    <a:pt x="198" y="307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2" y="311"/>
                    <a:pt x="203" y="313"/>
                    <a:pt x="204" y="315"/>
                  </a:cubicBezTo>
                  <a:cubicBezTo>
                    <a:pt x="205" y="316"/>
                    <a:pt x="206" y="319"/>
                    <a:pt x="206" y="322"/>
                  </a:cubicBezTo>
                  <a:cubicBezTo>
                    <a:pt x="207" y="325"/>
                    <a:pt x="208" y="328"/>
                    <a:pt x="207" y="329"/>
                  </a:cubicBezTo>
                  <a:cubicBezTo>
                    <a:pt x="207" y="330"/>
                    <a:pt x="206" y="331"/>
                    <a:pt x="206" y="33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1" name="Freeform 486">
              <a:extLst>
                <a:ext uri="{FF2B5EF4-FFF2-40B4-BE49-F238E27FC236}">
                  <a16:creationId xmlns:a16="http://schemas.microsoft.com/office/drawing/2014/main" id="{C39838C8-104C-A7CA-BC6F-BD741F38CB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7249" y="2746881"/>
              <a:ext cx="174888" cy="249639"/>
            </a:xfrm>
            <a:custGeom>
              <a:avLst/>
              <a:gdLst>
                <a:gd name="T0" fmla="*/ 157 w 160"/>
                <a:gd name="T1" fmla="*/ 213 h 233"/>
                <a:gd name="T2" fmla="*/ 148 w 160"/>
                <a:gd name="T3" fmla="*/ 203 h 233"/>
                <a:gd name="T4" fmla="*/ 138 w 160"/>
                <a:gd name="T5" fmla="*/ 188 h 233"/>
                <a:gd name="T6" fmla="*/ 131 w 160"/>
                <a:gd name="T7" fmla="*/ 176 h 233"/>
                <a:gd name="T8" fmla="*/ 127 w 160"/>
                <a:gd name="T9" fmla="*/ 165 h 233"/>
                <a:gd name="T10" fmla="*/ 126 w 160"/>
                <a:gd name="T11" fmla="*/ 150 h 233"/>
                <a:gd name="T12" fmla="*/ 128 w 160"/>
                <a:gd name="T13" fmla="*/ 140 h 233"/>
                <a:gd name="T14" fmla="*/ 139 w 160"/>
                <a:gd name="T15" fmla="*/ 119 h 233"/>
                <a:gd name="T16" fmla="*/ 138 w 160"/>
                <a:gd name="T17" fmla="*/ 97 h 233"/>
                <a:gd name="T18" fmla="*/ 119 w 160"/>
                <a:gd name="T19" fmla="*/ 76 h 233"/>
                <a:gd name="T20" fmla="*/ 120 w 160"/>
                <a:gd name="T21" fmla="*/ 64 h 233"/>
                <a:gd name="T22" fmla="*/ 137 w 160"/>
                <a:gd name="T23" fmla="*/ 65 h 233"/>
                <a:gd name="T24" fmla="*/ 146 w 160"/>
                <a:gd name="T25" fmla="*/ 63 h 233"/>
                <a:gd name="T26" fmla="*/ 136 w 160"/>
                <a:gd name="T27" fmla="*/ 42 h 233"/>
                <a:gd name="T28" fmla="*/ 137 w 160"/>
                <a:gd name="T29" fmla="*/ 24 h 233"/>
                <a:gd name="T30" fmla="*/ 132 w 160"/>
                <a:gd name="T31" fmla="*/ 10 h 233"/>
                <a:gd name="T32" fmla="*/ 120 w 160"/>
                <a:gd name="T33" fmla="*/ 1 h 233"/>
                <a:gd name="T34" fmla="*/ 119 w 160"/>
                <a:gd name="T35" fmla="*/ 5 h 233"/>
                <a:gd name="T36" fmla="*/ 127 w 160"/>
                <a:gd name="T37" fmla="*/ 18 h 233"/>
                <a:gd name="T38" fmla="*/ 127 w 160"/>
                <a:gd name="T39" fmla="*/ 33 h 233"/>
                <a:gd name="T40" fmla="*/ 114 w 160"/>
                <a:gd name="T41" fmla="*/ 40 h 233"/>
                <a:gd name="T42" fmla="*/ 106 w 160"/>
                <a:gd name="T43" fmla="*/ 55 h 233"/>
                <a:gd name="T44" fmla="*/ 102 w 160"/>
                <a:gd name="T45" fmla="*/ 63 h 233"/>
                <a:gd name="T46" fmla="*/ 101 w 160"/>
                <a:gd name="T47" fmla="*/ 66 h 233"/>
                <a:gd name="T48" fmla="*/ 93 w 160"/>
                <a:gd name="T49" fmla="*/ 78 h 233"/>
                <a:gd name="T50" fmla="*/ 85 w 160"/>
                <a:gd name="T51" fmla="*/ 94 h 233"/>
                <a:gd name="T52" fmla="*/ 79 w 160"/>
                <a:gd name="T53" fmla="*/ 104 h 233"/>
                <a:gd name="T54" fmla="*/ 71 w 160"/>
                <a:gd name="T55" fmla="*/ 122 h 233"/>
                <a:gd name="T56" fmla="*/ 58 w 160"/>
                <a:gd name="T57" fmla="*/ 137 h 233"/>
                <a:gd name="T58" fmla="*/ 46 w 160"/>
                <a:gd name="T59" fmla="*/ 128 h 233"/>
                <a:gd name="T60" fmla="*/ 43 w 160"/>
                <a:gd name="T61" fmla="*/ 130 h 233"/>
                <a:gd name="T62" fmla="*/ 33 w 160"/>
                <a:gd name="T63" fmla="*/ 128 h 233"/>
                <a:gd name="T64" fmla="*/ 18 w 160"/>
                <a:gd name="T65" fmla="*/ 144 h 233"/>
                <a:gd name="T66" fmla="*/ 9 w 160"/>
                <a:gd name="T67" fmla="*/ 158 h 233"/>
                <a:gd name="T68" fmla="*/ 9 w 160"/>
                <a:gd name="T69" fmla="*/ 174 h 233"/>
                <a:gd name="T70" fmla="*/ 13 w 160"/>
                <a:gd name="T71" fmla="*/ 184 h 233"/>
                <a:gd name="T72" fmla="*/ 22 w 160"/>
                <a:gd name="T73" fmla="*/ 185 h 233"/>
                <a:gd name="T74" fmla="*/ 24 w 160"/>
                <a:gd name="T75" fmla="*/ 190 h 233"/>
                <a:gd name="T76" fmla="*/ 30 w 160"/>
                <a:gd name="T77" fmla="*/ 201 h 233"/>
                <a:gd name="T78" fmla="*/ 30 w 160"/>
                <a:gd name="T79" fmla="*/ 221 h 233"/>
                <a:gd name="T80" fmla="*/ 49 w 160"/>
                <a:gd name="T81" fmla="*/ 224 h 233"/>
                <a:gd name="T82" fmla="*/ 64 w 160"/>
                <a:gd name="T83" fmla="*/ 222 h 233"/>
                <a:gd name="T84" fmla="*/ 89 w 160"/>
                <a:gd name="T85" fmla="*/ 221 h 233"/>
                <a:gd name="T86" fmla="*/ 99 w 160"/>
                <a:gd name="T87" fmla="*/ 223 h 233"/>
                <a:gd name="T88" fmla="*/ 120 w 160"/>
                <a:gd name="T89" fmla="*/ 225 h 233"/>
                <a:gd name="T90" fmla="*/ 133 w 160"/>
                <a:gd name="T91" fmla="*/ 227 h 233"/>
                <a:gd name="T92" fmla="*/ 151 w 160"/>
                <a:gd name="T93" fmla="*/ 230 h 233"/>
                <a:gd name="T94" fmla="*/ 157 w 160"/>
                <a:gd name="T95" fmla="*/ 230 h 233"/>
                <a:gd name="T96" fmla="*/ 159 w 160"/>
                <a:gd name="T97" fmla="*/ 220 h 233"/>
                <a:gd name="T98" fmla="*/ 2 w 160"/>
                <a:gd name="T99" fmla="*/ 199 h 233"/>
                <a:gd name="T100" fmla="*/ 8 w 160"/>
                <a:gd name="T101" fmla="*/ 197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60" h="233">
                  <a:moveTo>
                    <a:pt x="159" y="220"/>
                  </a:moveTo>
                  <a:cubicBezTo>
                    <a:pt x="159" y="219"/>
                    <a:pt x="158" y="218"/>
                    <a:pt x="158" y="216"/>
                  </a:cubicBezTo>
                  <a:cubicBezTo>
                    <a:pt x="157" y="215"/>
                    <a:pt x="157" y="214"/>
                    <a:pt x="157" y="213"/>
                  </a:cubicBezTo>
                  <a:cubicBezTo>
                    <a:pt x="157" y="212"/>
                    <a:pt x="157" y="211"/>
                    <a:pt x="156" y="210"/>
                  </a:cubicBezTo>
                  <a:cubicBezTo>
                    <a:pt x="155" y="208"/>
                    <a:pt x="153" y="207"/>
                    <a:pt x="152" y="206"/>
                  </a:cubicBezTo>
                  <a:cubicBezTo>
                    <a:pt x="151" y="205"/>
                    <a:pt x="149" y="204"/>
                    <a:pt x="148" y="203"/>
                  </a:cubicBezTo>
                  <a:cubicBezTo>
                    <a:pt x="148" y="202"/>
                    <a:pt x="147" y="202"/>
                    <a:pt x="147" y="201"/>
                  </a:cubicBezTo>
                  <a:cubicBezTo>
                    <a:pt x="145" y="199"/>
                    <a:pt x="142" y="197"/>
                    <a:pt x="140" y="193"/>
                  </a:cubicBezTo>
                  <a:cubicBezTo>
                    <a:pt x="138" y="191"/>
                    <a:pt x="138" y="190"/>
                    <a:pt x="138" y="188"/>
                  </a:cubicBezTo>
                  <a:cubicBezTo>
                    <a:pt x="138" y="187"/>
                    <a:pt x="138" y="186"/>
                    <a:pt x="137" y="185"/>
                  </a:cubicBezTo>
                  <a:cubicBezTo>
                    <a:pt x="137" y="183"/>
                    <a:pt x="135" y="181"/>
                    <a:pt x="133" y="179"/>
                  </a:cubicBezTo>
                  <a:cubicBezTo>
                    <a:pt x="133" y="178"/>
                    <a:pt x="132" y="177"/>
                    <a:pt x="131" y="176"/>
                  </a:cubicBezTo>
                  <a:cubicBezTo>
                    <a:pt x="130" y="175"/>
                    <a:pt x="130" y="173"/>
                    <a:pt x="130" y="171"/>
                  </a:cubicBezTo>
                  <a:cubicBezTo>
                    <a:pt x="129" y="170"/>
                    <a:pt x="129" y="168"/>
                    <a:pt x="129" y="167"/>
                  </a:cubicBezTo>
                  <a:cubicBezTo>
                    <a:pt x="128" y="166"/>
                    <a:pt x="128" y="166"/>
                    <a:pt x="127" y="165"/>
                  </a:cubicBezTo>
                  <a:cubicBezTo>
                    <a:pt x="126" y="164"/>
                    <a:pt x="125" y="163"/>
                    <a:pt x="125" y="158"/>
                  </a:cubicBezTo>
                  <a:cubicBezTo>
                    <a:pt x="125" y="155"/>
                    <a:pt x="126" y="154"/>
                    <a:pt x="126" y="153"/>
                  </a:cubicBezTo>
                  <a:cubicBezTo>
                    <a:pt x="126" y="152"/>
                    <a:pt x="126" y="151"/>
                    <a:pt x="126" y="150"/>
                  </a:cubicBezTo>
                  <a:cubicBezTo>
                    <a:pt x="126" y="149"/>
                    <a:pt x="125" y="149"/>
                    <a:pt x="125" y="148"/>
                  </a:cubicBezTo>
                  <a:cubicBezTo>
                    <a:pt x="124" y="147"/>
                    <a:pt x="123" y="146"/>
                    <a:pt x="125" y="143"/>
                  </a:cubicBezTo>
                  <a:cubicBezTo>
                    <a:pt x="126" y="141"/>
                    <a:pt x="127" y="141"/>
                    <a:pt x="128" y="140"/>
                  </a:cubicBezTo>
                  <a:cubicBezTo>
                    <a:pt x="129" y="139"/>
                    <a:pt x="130" y="138"/>
                    <a:pt x="132" y="136"/>
                  </a:cubicBezTo>
                  <a:cubicBezTo>
                    <a:pt x="133" y="133"/>
                    <a:pt x="134" y="130"/>
                    <a:pt x="135" y="128"/>
                  </a:cubicBezTo>
                  <a:cubicBezTo>
                    <a:pt x="136" y="124"/>
                    <a:pt x="138" y="121"/>
                    <a:pt x="139" y="119"/>
                  </a:cubicBezTo>
                  <a:cubicBezTo>
                    <a:pt x="139" y="118"/>
                    <a:pt x="141" y="116"/>
                    <a:pt x="142" y="115"/>
                  </a:cubicBezTo>
                  <a:cubicBezTo>
                    <a:pt x="144" y="114"/>
                    <a:pt x="145" y="113"/>
                    <a:pt x="146" y="112"/>
                  </a:cubicBezTo>
                  <a:cubicBezTo>
                    <a:pt x="145" y="110"/>
                    <a:pt x="144" y="104"/>
                    <a:pt x="138" y="97"/>
                  </a:cubicBezTo>
                  <a:cubicBezTo>
                    <a:pt x="135" y="92"/>
                    <a:pt x="132" y="89"/>
                    <a:pt x="130" y="87"/>
                  </a:cubicBezTo>
                  <a:cubicBezTo>
                    <a:pt x="128" y="85"/>
                    <a:pt x="126" y="83"/>
                    <a:pt x="124" y="82"/>
                  </a:cubicBezTo>
                  <a:cubicBezTo>
                    <a:pt x="122" y="80"/>
                    <a:pt x="120" y="78"/>
                    <a:pt x="119" y="76"/>
                  </a:cubicBezTo>
                  <a:cubicBezTo>
                    <a:pt x="117" y="74"/>
                    <a:pt x="116" y="72"/>
                    <a:pt x="116" y="70"/>
                  </a:cubicBezTo>
                  <a:cubicBezTo>
                    <a:pt x="116" y="69"/>
                    <a:pt x="116" y="68"/>
                    <a:pt x="117" y="67"/>
                  </a:cubicBezTo>
                  <a:cubicBezTo>
                    <a:pt x="118" y="65"/>
                    <a:pt x="119" y="64"/>
                    <a:pt x="120" y="64"/>
                  </a:cubicBezTo>
                  <a:cubicBezTo>
                    <a:pt x="122" y="63"/>
                    <a:pt x="123" y="63"/>
                    <a:pt x="125" y="63"/>
                  </a:cubicBezTo>
                  <a:cubicBezTo>
                    <a:pt x="127" y="63"/>
                    <a:pt x="129" y="64"/>
                    <a:pt x="131" y="64"/>
                  </a:cubicBezTo>
                  <a:cubicBezTo>
                    <a:pt x="133" y="65"/>
                    <a:pt x="135" y="65"/>
                    <a:pt x="137" y="65"/>
                  </a:cubicBezTo>
                  <a:cubicBezTo>
                    <a:pt x="141" y="65"/>
                    <a:pt x="145" y="64"/>
                    <a:pt x="146" y="63"/>
                  </a:cubicBezTo>
                  <a:cubicBezTo>
                    <a:pt x="146" y="63"/>
                    <a:pt x="146" y="63"/>
                    <a:pt x="146" y="63"/>
                  </a:cubicBezTo>
                  <a:cubicBezTo>
                    <a:pt x="146" y="63"/>
                    <a:pt x="146" y="63"/>
                    <a:pt x="146" y="63"/>
                  </a:cubicBezTo>
                  <a:cubicBezTo>
                    <a:pt x="146" y="62"/>
                    <a:pt x="145" y="60"/>
                    <a:pt x="142" y="58"/>
                  </a:cubicBezTo>
                  <a:cubicBezTo>
                    <a:pt x="139" y="54"/>
                    <a:pt x="138" y="48"/>
                    <a:pt x="137" y="44"/>
                  </a:cubicBezTo>
                  <a:cubicBezTo>
                    <a:pt x="137" y="43"/>
                    <a:pt x="136" y="43"/>
                    <a:pt x="136" y="42"/>
                  </a:cubicBezTo>
                  <a:cubicBezTo>
                    <a:pt x="136" y="39"/>
                    <a:pt x="136" y="37"/>
                    <a:pt x="137" y="35"/>
                  </a:cubicBezTo>
                  <a:cubicBezTo>
                    <a:pt x="137" y="33"/>
                    <a:pt x="138" y="32"/>
                    <a:pt x="138" y="30"/>
                  </a:cubicBezTo>
                  <a:cubicBezTo>
                    <a:pt x="139" y="27"/>
                    <a:pt x="138" y="26"/>
                    <a:pt x="137" y="24"/>
                  </a:cubicBezTo>
                  <a:cubicBezTo>
                    <a:pt x="137" y="23"/>
                    <a:pt x="136" y="22"/>
                    <a:pt x="135" y="20"/>
                  </a:cubicBezTo>
                  <a:cubicBezTo>
                    <a:pt x="132" y="14"/>
                    <a:pt x="132" y="14"/>
                    <a:pt x="132" y="12"/>
                  </a:cubicBezTo>
                  <a:cubicBezTo>
                    <a:pt x="132" y="11"/>
                    <a:pt x="132" y="11"/>
                    <a:pt x="132" y="10"/>
                  </a:cubicBezTo>
                  <a:cubicBezTo>
                    <a:pt x="132" y="8"/>
                    <a:pt x="131" y="6"/>
                    <a:pt x="129" y="4"/>
                  </a:cubicBezTo>
                  <a:cubicBezTo>
                    <a:pt x="128" y="3"/>
                    <a:pt x="126" y="2"/>
                    <a:pt x="124" y="1"/>
                  </a:cubicBezTo>
                  <a:cubicBezTo>
                    <a:pt x="121" y="0"/>
                    <a:pt x="120" y="0"/>
                    <a:pt x="120" y="1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19" y="1"/>
                    <a:pt x="119" y="1"/>
                    <a:pt x="119" y="1"/>
                  </a:cubicBezTo>
                  <a:cubicBezTo>
                    <a:pt x="119" y="2"/>
                    <a:pt x="119" y="4"/>
                    <a:pt x="119" y="5"/>
                  </a:cubicBezTo>
                  <a:cubicBezTo>
                    <a:pt x="119" y="8"/>
                    <a:pt x="120" y="11"/>
                    <a:pt x="121" y="13"/>
                  </a:cubicBezTo>
                  <a:cubicBezTo>
                    <a:pt x="122" y="15"/>
                    <a:pt x="124" y="16"/>
                    <a:pt x="125" y="16"/>
                  </a:cubicBezTo>
                  <a:cubicBezTo>
                    <a:pt x="126" y="16"/>
                    <a:pt x="127" y="17"/>
                    <a:pt x="127" y="18"/>
                  </a:cubicBezTo>
                  <a:cubicBezTo>
                    <a:pt x="129" y="19"/>
                    <a:pt x="129" y="22"/>
                    <a:pt x="129" y="25"/>
                  </a:cubicBezTo>
                  <a:cubicBezTo>
                    <a:pt x="129" y="26"/>
                    <a:pt x="129" y="27"/>
                    <a:pt x="129" y="27"/>
                  </a:cubicBezTo>
                  <a:cubicBezTo>
                    <a:pt x="129" y="30"/>
                    <a:pt x="128" y="31"/>
                    <a:pt x="127" y="33"/>
                  </a:cubicBezTo>
                  <a:cubicBezTo>
                    <a:pt x="125" y="35"/>
                    <a:pt x="123" y="37"/>
                    <a:pt x="122" y="37"/>
                  </a:cubicBezTo>
                  <a:cubicBezTo>
                    <a:pt x="120" y="38"/>
                    <a:pt x="119" y="38"/>
                    <a:pt x="118" y="39"/>
                  </a:cubicBezTo>
                  <a:cubicBezTo>
                    <a:pt x="117" y="39"/>
                    <a:pt x="116" y="39"/>
                    <a:pt x="114" y="40"/>
                  </a:cubicBezTo>
                  <a:cubicBezTo>
                    <a:pt x="112" y="41"/>
                    <a:pt x="111" y="42"/>
                    <a:pt x="110" y="45"/>
                  </a:cubicBezTo>
                  <a:cubicBezTo>
                    <a:pt x="109" y="46"/>
                    <a:pt x="109" y="46"/>
                    <a:pt x="108" y="47"/>
                  </a:cubicBezTo>
                  <a:cubicBezTo>
                    <a:pt x="106" y="50"/>
                    <a:pt x="106" y="51"/>
                    <a:pt x="106" y="55"/>
                  </a:cubicBezTo>
                  <a:cubicBezTo>
                    <a:pt x="106" y="55"/>
                    <a:pt x="106" y="56"/>
                    <a:pt x="106" y="56"/>
                  </a:cubicBezTo>
                  <a:cubicBezTo>
                    <a:pt x="105" y="60"/>
                    <a:pt x="105" y="60"/>
                    <a:pt x="103" y="61"/>
                  </a:cubicBezTo>
                  <a:cubicBezTo>
                    <a:pt x="103" y="62"/>
                    <a:pt x="102" y="62"/>
                    <a:pt x="102" y="63"/>
                  </a:cubicBezTo>
                  <a:cubicBezTo>
                    <a:pt x="102" y="63"/>
                    <a:pt x="102" y="63"/>
                    <a:pt x="102" y="63"/>
                  </a:cubicBezTo>
                  <a:cubicBezTo>
                    <a:pt x="100" y="65"/>
                    <a:pt x="101" y="65"/>
                    <a:pt x="101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67"/>
                    <a:pt x="101" y="68"/>
                    <a:pt x="101" y="70"/>
                  </a:cubicBezTo>
                  <a:cubicBezTo>
                    <a:pt x="100" y="73"/>
                    <a:pt x="99" y="74"/>
                    <a:pt x="97" y="75"/>
                  </a:cubicBezTo>
                  <a:cubicBezTo>
                    <a:pt x="96" y="75"/>
                    <a:pt x="95" y="76"/>
                    <a:pt x="93" y="78"/>
                  </a:cubicBezTo>
                  <a:cubicBezTo>
                    <a:pt x="92" y="81"/>
                    <a:pt x="92" y="83"/>
                    <a:pt x="92" y="85"/>
                  </a:cubicBezTo>
                  <a:cubicBezTo>
                    <a:pt x="92" y="87"/>
                    <a:pt x="92" y="89"/>
                    <a:pt x="91" y="90"/>
                  </a:cubicBezTo>
                  <a:cubicBezTo>
                    <a:pt x="90" y="91"/>
                    <a:pt x="87" y="93"/>
                    <a:pt x="85" y="94"/>
                  </a:cubicBezTo>
                  <a:cubicBezTo>
                    <a:pt x="83" y="96"/>
                    <a:pt x="80" y="97"/>
                    <a:pt x="80" y="99"/>
                  </a:cubicBezTo>
                  <a:cubicBezTo>
                    <a:pt x="79" y="100"/>
                    <a:pt x="79" y="101"/>
                    <a:pt x="79" y="101"/>
                  </a:cubicBezTo>
                  <a:cubicBezTo>
                    <a:pt x="79" y="102"/>
                    <a:pt x="79" y="103"/>
                    <a:pt x="79" y="104"/>
                  </a:cubicBezTo>
                  <a:cubicBezTo>
                    <a:pt x="79" y="106"/>
                    <a:pt x="77" y="109"/>
                    <a:pt x="75" y="113"/>
                  </a:cubicBezTo>
                  <a:cubicBezTo>
                    <a:pt x="73" y="115"/>
                    <a:pt x="72" y="118"/>
                    <a:pt x="71" y="119"/>
                  </a:cubicBezTo>
                  <a:cubicBezTo>
                    <a:pt x="71" y="120"/>
                    <a:pt x="71" y="121"/>
                    <a:pt x="71" y="122"/>
                  </a:cubicBezTo>
                  <a:cubicBezTo>
                    <a:pt x="71" y="124"/>
                    <a:pt x="71" y="125"/>
                    <a:pt x="70" y="128"/>
                  </a:cubicBezTo>
                  <a:cubicBezTo>
                    <a:pt x="68" y="130"/>
                    <a:pt x="66" y="132"/>
                    <a:pt x="64" y="134"/>
                  </a:cubicBezTo>
                  <a:cubicBezTo>
                    <a:pt x="62" y="136"/>
                    <a:pt x="60" y="137"/>
                    <a:pt x="58" y="137"/>
                  </a:cubicBezTo>
                  <a:cubicBezTo>
                    <a:pt x="54" y="137"/>
                    <a:pt x="53" y="135"/>
                    <a:pt x="51" y="133"/>
                  </a:cubicBezTo>
                  <a:cubicBezTo>
                    <a:pt x="50" y="132"/>
                    <a:pt x="50" y="131"/>
                    <a:pt x="49" y="130"/>
                  </a:cubicBezTo>
                  <a:cubicBezTo>
                    <a:pt x="47" y="129"/>
                    <a:pt x="47" y="128"/>
                    <a:pt x="46" y="128"/>
                  </a:cubicBezTo>
                  <a:cubicBezTo>
                    <a:pt x="46" y="127"/>
                    <a:pt x="45" y="128"/>
                    <a:pt x="45" y="128"/>
                  </a:cubicBezTo>
                  <a:cubicBezTo>
                    <a:pt x="44" y="128"/>
                    <a:pt x="44" y="128"/>
                    <a:pt x="44" y="129"/>
                  </a:cubicBezTo>
                  <a:cubicBezTo>
                    <a:pt x="43" y="129"/>
                    <a:pt x="43" y="129"/>
                    <a:pt x="43" y="130"/>
                  </a:cubicBezTo>
                  <a:cubicBezTo>
                    <a:pt x="41" y="131"/>
                    <a:pt x="39" y="130"/>
                    <a:pt x="36" y="128"/>
                  </a:cubicBezTo>
                  <a:cubicBezTo>
                    <a:pt x="36" y="128"/>
                    <a:pt x="36" y="128"/>
                    <a:pt x="36" y="128"/>
                  </a:cubicBezTo>
                  <a:cubicBezTo>
                    <a:pt x="34" y="127"/>
                    <a:pt x="34" y="128"/>
                    <a:pt x="33" y="128"/>
                  </a:cubicBezTo>
                  <a:cubicBezTo>
                    <a:pt x="33" y="129"/>
                    <a:pt x="32" y="129"/>
                    <a:pt x="32" y="130"/>
                  </a:cubicBezTo>
                  <a:cubicBezTo>
                    <a:pt x="30" y="131"/>
                    <a:pt x="29" y="133"/>
                    <a:pt x="26" y="135"/>
                  </a:cubicBezTo>
                  <a:cubicBezTo>
                    <a:pt x="24" y="138"/>
                    <a:pt x="21" y="141"/>
                    <a:pt x="18" y="144"/>
                  </a:cubicBezTo>
                  <a:cubicBezTo>
                    <a:pt x="17" y="145"/>
                    <a:pt x="16" y="146"/>
                    <a:pt x="15" y="146"/>
                  </a:cubicBezTo>
                  <a:cubicBezTo>
                    <a:pt x="13" y="149"/>
                    <a:pt x="12" y="150"/>
                    <a:pt x="10" y="152"/>
                  </a:cubicBezTo>
                  <a:cubicBezTo>
                    <a:pt x="9" y="154"/>
                    <a:pt x="9" y="156"/>
                    <a:pt x="9" y="158"/>
                  </a:cubicBezTo>
                  <a:cubicBezTo>
                    <a:pt x="9" y="160"/>
                    <a:pt x="9" y="162"/>
                    <a:pt x="9" y="164"/>
                  </a:cubicBezTo>
                  <a:cubicBezTo>
                    <a:pt x="8" y="168"/>
                    <a:pt x="7" y="171"/>
                    <a:pt x="5" y="173"/>
                  </a:cubicBezTo>
                  <a:cubicBezTo>
                    <a:pt x="7" y="173"/>
                    <a:pt x="8" y="173"/>
                    <a:pt x="9" y="174"/>
                  </a:cubicBezTo>
                  <a:cubicBezTo>
                    <a:pt x="10" y="175"/>
                    <a:pt x="9" y="175"/>
                    <a:pt x="10" y="177"/>
                  </a:cubicBezTo>
                  <a:cubicBezTo>
                    <a:pt x="10" y="179"/>
                    <a:pt x="10" y="180"/>
                    <a:pt x="11" y="181"/>
                  </a:cubicBezTo>
                  <a:cubicBezTo>
                    <a:pt x="11" y="183"/>
                    <a:pt x="11" y="183"/>
                    <a:pt x="13" y="184"/>
                  </a:cubicBezTo>
                  <a:cubicBezTo>
                    <a:pt x="14" y="185"/>
                    <a:pt x="15" y="186"/>
                    <a:pt x="16" y="187"/>
                  </a:cubicBezTo>
                  <a:cubicBezTo>
                    <a:pt x="17" y="187"/>
                    <a:pt x="18" y="188"/>
                    <a:pt x="20" y="187"/>
                  </a:cubicBezTo>
                  <a:cubicBezTo>
                    <a:pt x="21" y="187"/>
                    <a:pt x="21" y="185"/>
                    <a:pt x="22" y="185"/>
                  </a:cubicBezTo>
                  <a:cubicBezTo>
                    <a:pt x="23" y="185"/>
                    <a:pt x="25" y="186"/>
                    <a:pt x="25" y="186"/>
                  </a:cubicBezTo>
                  <a:cubicBezTo>
                    <a:pt x="26" y="186"/>
                    <a:pt x="26" y="187"/>
                    <a:pt x="26" y="188"/>
                  </a:cubicBezTo>
                  <a:cubicBezTo>
                    <a:pt x="26" y="189"/>
                    <a:pt x="25" y="190"/>
                    <a:pt x="24" y="190"/>
                  </a:cubicBezTo>
                  <a:cubicBezTo>
                    <a:pt x="23" y="190"/>
                    <a:pt x="22" y="190"/>
                    <a:pt x="23" y="192"/>
                  </a:cubicBezTo>
                  <a:cubicBezTo>
                    <a:pt x="24" y="194"/>
                    <a:pt x="25" y="194"/>
                    <a:pt x="26" y="196"/>
                  </a:cubicBezTo>
                  <a:cubicBezTo>
                    <a:pt x="27" y="197"/>
                    <a:pt x="29" y="199"/>
                    <a:pt x="30" y="201"/>
                  </a:cubicBezTo>
                  <a:cubicBezTo>
                    <a:pt x="31" y="203"/>
                    <a:pt x="31" y="206"/>
                    <a:pt x="31" y="208"/>
                  </a:cubicBezTo>
                  <a:cubicBezTo>
                    <a:pt x="30" y="211"/>
                    <a:pt x="30" y="212"/>
                    <a:pt x="30" y="215"/>
                  </a:cubicBezTo>
                  <a:cubicBezTo>
                    <a:pt x="30" y="217"/>
                    <a:pt x="30" y="219"/>
                    <a:pt x="30" y="221"/>
                  </a:cubicBezTo>
                  <a:cubicBezTo>
                    <a:pt x="31" y="222"/>
                    <a:pt x="34" y="223"/>
                    <a:pt x="34" y="223"/>
                  </a:cubicBezTo>
                  <a:cubicBezTo>
                    <a:pt x="35" y="223"/>
                    <a:pt x="38" y="223"/>
                    <a:pt x="40" y="224"/>
                  </a:cubicBezTo>
                  <a:cubicBezTo>
                    <a:pt x="43" y="224"/>
                    <a:pt x="46" y="224"/>
                    <a:pt x="49" y="224"/>
                  </a:cubicBezTo>
                  <a:cubicBezTo>
                    <a:pt x="52" y="224"/>
                    <a:pt x="54" y="224"/>
                    <a:pt x="55" y="224"/>
                  </a:cubicBezTo>
                  <a:cubicBezTo>
                    <a:pt x="58" y="224"/>
                    <a:pt x="59" y="224"/>
                    <a:pt x="60" y="223"/>
                  </a:cubicBezTo>
                  <a:cubicBezTo>
                    <a:pt x="62" y="222"/>
                    <a:pt x="63" y="222"/>
                    <a:pt x="64" y="222"/>
                  </a:cubicBezTo>
                  <a:cubicBezTo>
                    <a:pt x="65" y="222"/>
                    <a:pt x="67" y="221"/>
                    <a:pt x="70" y="221"/>
                  </a:cubicBezTo>
                  <a:cubicBezTo>
                    <a:pt x="73" y="221"/>
                    <a:pt x="78" y="221"/>
                    <a:pt x="82" y="221"/>
                  </a:cubicBezTo>
                  <a:cubicBezTo>
                    <a:pt x="84" y="221"/>
                    <a:pt x="87" y="221"/>
                    <a:pt x="89" y="221"/>
                  </a:cubicBezTo>
                  <a:cubicBezTo>
                    <a:pt x="89" y="221"/>
                    <a:pt x="89" y="221"/>
                    <a:pt x="89" y="221"/>
                  </a:cubicBezTo>
                  <a:cubicBezTo>
                    <a:pt x="91" y="221"/>
                    <a:pt x="91" y="221"/>
                    <a:pt x="91" y="221"/>
                  </a:cubicBezTo>
                  <a:cubicBezTo>
                    <a:pt x="95" y="221"/>
                    <a:pt x="96" y="221"/>
                    <a:pt x="99" y="223"/>
                  </a:cubicBezTo>
                  <a:cubicBezTo>
                    <a:pt x="100" y="224"/>
                    <a:pt x="102" y="224"/>
                    <a:pt x="104" y="224"/>
                  </a:cubicBezTo>
                  <a:cubicBezTo>
                    <a:pt x="108" y="225"/>
                    <a:pt x="112" y="225"/>
                    <a:pt x="113" y="225"/>
                  </a:cubicBezTo>
                  <a:cubicBezTo>
                    <a:pt x="114" y="225"/>
                    <a:pt x="117" y="225"/>
                    <a:pt x="120" y="225"/>
                  </a:cubicBezTo>
                  <a:cubicBezTo>
                    <a:pt x="122" y="225"/>
                    <a:pt x="125" y="225"/>
                    <a:pt x="126" y="225"/>
                  </a:cubicBezTo>
                  <a:cubicBezTo>
                    <a:pt x="128" y="224"/>
                    <a:pt x="129" y="225"/>
                    <a:pt x="130" y="226"/>
                  </a:cubicBezTo>
                  <a:cubicBezTo>
                    <a:pt x="131" y="226"/>
                    <a:pt x="132" y="227"/>
                    <a:pt x="133" y="227"/>
                  </a:cubicBezTo>
                  <a:cubicBezTo>
                    <a:pt x="135" y="228"/>
                    <a:pt x="136" y="228"/>
                    <a:pt x="137" y="228"/>
                  </a:cubicBezTo>
                  <a:cubicBezTo>
                    <a:pt x="138" y="228"/>
                    <a:pt x="140" y="228"/>
                    <a:pt x="143" y="228"/>
                  </a:cubicBezTo>
                  <a:cubicBezTo>
                    <a:pt x="147" y="228"/>
                    <a:pt x="149" y="229"/>
                    <a:pt x="151" y="230"/>
                  </a:cubicBezTo>
                  <a:cubicBezTo>
                    <a:pt x="152" y="231"/>
                    <a:pt x="153" y="232"/>
                    <a:pt x="154" y="232"/>
                  </a:cubicBezTo>
                  <a:cubicBezTo>
                    <a:pt x="156" y="232"/>
                    <a:pt x="156" y="233"/>
                    <a:pt x="156" y="232"/>
                  </a:cubicBezTo>
                  <a:cubicBezTo>
                    <a:pt x="157" y="232"/>
                    <a:pt x="157" y="231"/>
                    <a:pt x="157" y="230"/>
                  </a:cubicBezTo>
                  <a:cubicBezTo>
                    <a:pt x="157" y="229"/>
                    <a:pt x="157" y="228"/>
                    <a:pt x="157" y="228"/>
                  </a:cubicBezTo>
                  <a:cubicBezTo>
                    <a:pt x="156" y="226"/>
                    <a:pt x="156" y="225"/>
                    <a:pt x="160" y="221"/>
                  </a:cubicBezTo>
                  <a:cubicBezTo>
                    <a:pt x="159" y="221"/>
                    <a:pt x="159" y="221"/>
                    <a:pt x="159" y="220"/>
                  </a:cubicBezTo>
                  <a:close/>
                  <a:moveTo>
                    <a:pt x="9" y="193"/>
                  </a:moveTo>
                  <a:cubicBezTo>
                    <a:pt x="6" y="194"/>
                    <a:pt x="4" y="194"/>
                    <a:pt x="4" y="196"/>
                  </a:cubicBezTo>
                  <a:cubicBezTo>
                    <a:pt x="4" y="198"/>
                    <a:pt x="4" y="197"/>
                    <a:pt x="2" y="199"/>
                  </a:cubicBezTo>
                  <a:cubicBezTo>
                    <a:pt x="0" y="200"/>
                    <a:pt x="0" y="202"/>
                    <a:pt x="1" y="203"/>
                  </a:cubicBezTo>
                  <a:cubicBezTo>
                    <a:pt x="3" y="204"/>
                    <a:pt x="5" y="205"/>
                    <a:pt x="6" y="203"/>
                  </a:cubicBezTo>
                  <a:cubicBezTo>
                    <a:pt x="7" y="202"/>
                    <a:pt x="6" y="199"/>
                    <a:pt x="8" y="197"/>
                  </a:cubicBezTo>
                  <a:cubicBezTo>
                    <a:pt x="9" y="196"/>
                    <a:pt x="10" y="195"/>
                    <a:pt x="10" y="195"/>
                  </a:cubicBezTo>
                  <a:cubicBezTo>
                    <a:pt x="10" y="194"/>
                    <a:pt x="11" y="193"/>
                    <a:pt x="9" y="19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2" name="Freeform 487">
              <a:extLst>
                <a:ext uri="{FF2B5EF4-FFF2-40B4-BE49-F238E27FC236}">
                  <a16:creationId xmlns:a16="http://schemas.microsoft.com/office/drawing/2014/main" id="{48C4EBB5-62CE-C750-80C4-22218FF58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7173" y="2708801"/>
              <a:ext cx="330031" cy="251049"/>
            </a:xfrm>
            <a:custGeom>
              <a:avLst/>
              <a:gdLst>
                <a:gd name="T0" fmla="*/ 187 w 301"/>
                <a:gd name="T1" fmla="*/ 79 h 233"/>
                <a:gd name="T2" fmla="*/ 179 w 301"/>
                <a:gd name="T3" fmla="*/ 78 h 233"/>
                <a:gd name="T4" fmla="*/ 177 w 301"/>
                <a:gd name="T5" fmla="*/ 64 h 233"/>
                <a:gd name="T6" fmla="*/ 186 w 301"/>
                <a:gd name="T7" fmla="*/ 51 h 233"/>
                <a:gd name="T8" fmla="*/ 179 w 301"/>
                <a:gd name="T9" fmla="*/ 35 h 233"/>
                <a:gd name="T10" fmla="*/ 163 w 301"/>
                <a:gd name="T11" fmla="*/ 18 h 233"/>
                <a:gd name="T12" fmla="*/ 150 w 301"/>
                <a:gd name="T13" fmla="*/ 8 h 233"/>
                <a:gd name="T14" fmla="*/ 139 w 301"/>
                <a:gd name="T15" fmla="*/ 6 h 233"/>
                <a:gd name="T16" fmla="*/ 130 w 301"/>
                <a:gd name="T17" fmla="*/ 6 h 233"/>
                <a:gd name="T18" fmla="*/ 130 w 301"/>
                <a:gd name="T19" fmla="*/ 6 h 233"/>
                <a:gd name="T20" fmla="*/ 124 w 301"/>
                <a:gd name="T21" fmla="*/ 4 h 233"/>
                <a:gd name="T22" fmla="*/ 123 w 301"/>
                <a:gd name="T23" fmla="*/ 3 h 233"/>
                <a:gd name="T24" fmla="*/ 108 w 301"/>
                <a:gd name="T25" fmla="*/ 6 h 233"/>
                <a:gd name="T26" fmla="*/ 100 w 301"/>
                <a:gd name="T27" fmla="*/ 0 h 233"/>
                <a:gd name="T28" fmla="*/ 94 w 301"/>
                <a:gd name="T29" fmla="*/ 7 h 233"/>
                <a:gd name="T30" fmla="*/ 91 w 301"/>
                <a:gd name="T31" fmla="*/ 9 h 233"/>
                <a:gd name="T32" fmla="*/ 88 w 301"/>
                <a:gd name="T33" fmla="*/ 8 h 233"/>
                <a:gd name="T34" fmla="*/ 85 w 301"/>
                <a:gd name="T35" fmla="*/ 9 h 233"/>
                <a:gd name="T36" fmla="*/ 75 w 301"/>
                <a:gd name="T37" fmla="*/ 11 h 233"/>
                <a:gd name="T38" fmla="*/ 67 w 301"/>
                <a:gd name="T39" fmla="*/ 28 h 233"/>
                <a:gd name="T40" fmla="*/ 53 w 301"/>
                <a:gd name="T41" fmla="*/ 45 h 233"/>
                <a:gd name="T42" fmla="*/ 46 w 301"/>
                <a:gd name="T43" fmla="*/ 57 h 233"/>
                <a:gd name="T44" fmla="*/ 41 w 301"/>
                <a:gd name="T45" fmla="*/ 69 h 233"/>
                <a:gd name="T46" fmla="*/ 36 w 301"/>
                <a:gd name="T47" fmla="*/ 84 h 233"/>
                <a:gd name="T48" fmla="*/ 27 w 301"/>
                <a:gd name="T49" fmla="*/ 85 h 233"/>
                <a:gd name="T50" fmla="*/ 24 w 301"/>
                <a:gd name="T51" fmla="*/ 97 h 233"/>
                <a:gd name="T52" fmla="*/ 21 w 301"/>
                <a:gd name="T53" fmla="*/ 108 h 233"/>
                <a:gd name="T54" fmla="*/ 21 w 301"/>
                <a:gd name="T55" fmla="*/ 121 h 233"/>
                <a:gd name="T56" fmla="*/ 19 w 301"/>
                <a:gd name="T57" fmla="*/ 130 h 233"/>
                <a:gd name="T58" fmla="*/ 3 w 301"/>
                <a:gd name="T59" fmla="*/ 133 h 233"/>
                <a:gd name="T60" fmla="*/ 0 w 301"/>
                <a:gd name="T61" fmla="*/ 140 h 233"/>
                <a:gd name="T62" fmla="*/ 8 w 301"/>
                <a:gd name="T63" fmla="*/ 144 h 233"/>
                <a:gd name="T64" fmla="*/ 20 w 301"/>
                <a:gd name="T65" fmla="*/ 154 h 233"/>
                <a:gd name="T66" fmla="*/ 36 w 301"/>
                <a:gd name="T67" fmla="*/ 173 h 233"/>
                <a:gd name="T68" fmla="*/ 40 w 301"/>
                <a:gd name="T69" fmla="*/ 184 h 233"/>
                <a:gd name="T70" fmla="*/ 51 w 301"/>
                <a:gd name="T71" fmla="*/ 192 h 233"/>
                <a:gd name="T72" fmla="*/ 56 w 301"/>
                <a:gd name="T73" fmla="*/ 207 h 233"/>
                <a:gd name="T74" fmla="*/ 73 w 301"/>
                <a:gd name="T75" fmla="*/ 212 h 233"/>
                <a:gd name="T76" fmla="*/ 96 w 301"/>
                <a:gd name="T77" fmla="*/ 225 h 233"/>
                <a:gd name="T78" fmla="*/ 123 w 301"/>
                <a:gd name="T79" fmla="*/ 232 h 233"/>
                <a:gd name="T80" fmla="*/ 134 w 301"/>
                <a:gd name="T81" fmla="*/ 229 h 233"/>
                <a:gd name="T82" fmla="*/ 150 w 301"/>
                <a:gd name="T83" fmla="*/ 220 h 233"/>
                <a:gd name="T84" fmla="*/ 161 w 301"/>
                <a:gd name="T85" fmla="*/ 219 h 233"/>
                <a:gd name="T86" fmla="*/ 178 w 301"/>
                <a:gd name="T87" fmla="*/ 223 h 233"/>
                <a:gd name="T88" fmla="*/ 191 w 301"/>
                <a:gd name="T89" fmla="*/ 216 h 233"/>
                <a:gd name="T90" fmla="*/ 212 w 301"/>
                <a:gd name="T91" fmla="*/ 206 h 233"/>
                <a:gd name="T92" fmla="*/ 230 w 301"/>
                <a:gd name="T93" fmla="*/ 203 h 233"/>
                <a:gd name="T94" fmla="*/ 276 w 301"/>
                <a:gd name="T95" fmla="*/ 167 h 233"/>
                <a:gd name="T96" fmla="*/ 301 w 301"/>
                <a:gd name="T97" fmla="*/ 142 h 233"/>
                <a:gd name="T98" fmla="*/ 301 w 301"/>
                <a:gd name="T99" fmla="*/ 142 h 233"/>
                <a:gd name="T100" fmla="*/ 285 w 301"/>
                <a:gd name="T101" fmla="*/ 141 h 233"/>
                <a:gd name="T102" fmla="*/ 243 w 301"/>
                <a:gd name="T103" fmla="*/ 127 h 233"/>
                <a:gd name="T104" fmla="*/ 214 w 301"/>
                <a:gd name="T105" fmla="*/ 113 h 233"/>
                <a:gd name="T106" fmla="*/ 198 w 301"/>
                <a:gd name="T107" fmla="*/ 92 h 233"/>
                <a:gd name="T108" fmla="*/ 200 w 301"/>
                <a:gd name="T109" fmla="*/ 78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1" h="233">
                  <a:moveTo>
                    <a:pt x="196" y="76"/>
                  </a:moveTo>
                  <a:cubicBezTo>
                    <a:pt x="195" y="77"/>
                    <a:pt x="193" y="77"/>
                    <a:pt x="191" y="78"/>
                  </a:cubicBezTo>
                  <a:cubicBezTo>
                    <a:pt x="190" y="78"/>
                    <a:pt x="189" y="79"/>
                    <a:pt x="187" y="79"/>
                  </a:cubicBezTo>
                  <a:cubicBezTo>
                    <a:pt x="186" y="79"/>
                    <a:pt x="184" y="80"/>
                    <a:pt x="183" y="80"/>
                  </a:cubicBezTo>
                  <a:cubicBezTo>
                    <a:pt x="181" y="80"/>
                    <a:pt x="180" y="79"/>
                    <a:pt x="179" y="78"/>
                  </a:cubicBezTo>
                  <a:cubicBezTo>
                    <a:pt x="179" y="78"/>
                    <a:pt x="179" y="78"/>
                    <a:pt x="179" y="78"/>
                  </a:cubicBezTo>
                  <a:cubicBezTo>
                    <a:pt x="178" y="77"/>
                    <a:pt x="177" y="76"/>
                    <a:pt x="177" y="74"/>
                  </a:cubicBezTo>
                  <a:cubicBezTo>
                    <a:pt x="177" y="73"/>
                    <a:pt x="176" y="72"/>
                    <a:pt x="176" y="70"/>
                  </a:cubicBezTo>
                  <a:cubicBezTo>
                    <a:pt x="177" y="67"/>
                    <a:pt x="177" y="66"/>
                    <a:pt x="177" y="64"/>
                  </a:cubicBezTo>
                  <a:cubicBezTo>
                    <a:pt x="178" y="62"/>
                    <a:pt x="179" y="61"/>
                    <a:pt x="180" y="60"/>
                  </a:cubicBezTo>
                  <a:cubicBezTo>
                    <a:pt x="180" y="59"/>
                    <a:pt x="181" y="57"/>
                    <a:pt x="182" y="56"/>
                  </a:cubicBezTo>
                  <a:cubicBezTo>
                    <a:pt x="184" y="54"/>
                    <a:pt x="185" y="52"/>
                    <a:pt x="186" y="51"/>
                  </a:cubicBezTo>
                  <a:cubicBezTo>
                    <a:pt x="187" y="50"/>
                    <a:pt x="188" y="48"/>
                    <a:pt x="189" y="47"/>
                  </a:cubicBezTo>
                  <a:cubicBezTo>
                    <a:pt x="188" y="46"/>
                    <a:pt x="187" y="45"/>
                    <a:pt x="186" y="43"/>
                  </a:cubicBezTo>
                  <a:cubicBezTo>
                    <a:pt x="184" y="41"/>
                    <a:pt x="181" y="38"/>
                    <a:pt x="179" y="35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3" y="29"/>
                    <a:pt x="167" y="22"/>
                    <a:pt x="165" y="20"/>
                  </a:cubicBezTo>
                  <a:cubicBezTo>
                    <a:pt x="165" y="19"/>
                    <a:pt x="164" y="18"/>
                    <a:pt x="163" y="18"/>
                  </a:cubicBezTo>
                  <a:cubicBezTo>
                    <a:pt x="161" y="15"/>
                    <a:pt x="159" y="13"/>
                    <a:pt x="156" y="12"/>
                  </a:cubicBezTo>
                  <a:cubicBezTo>
                    <a:pt x="156" y="11"/>
                    <a:pt x="155" y="11"/>
                    <a:pt x="155" y="11"/>
                  </a:cubicBezTo>
                  <a:cubicBezTo>
                    <a:pt x="152" y="10"/>
                    <a:pt x="151" y="9"/>
                    <a:pt x="150" y="8"/>
                  </a:cubicBezTo>
                  <a:cubicBezTo>
                    <a:pt x="149" y="7"/>
                    <a:pt x="148" y="6"/>
                    <a:pt x="146" y="6"/>
                  </a:cubicBezTo>
                  <a:cubicBezTo>
                    <a:pt x="145" y="5"/>
                    <a:pt x="144" y="5"/>
                    <a:pt x="143" y="5"/>
                  </a:cubicBezTo>
                  <a:cubicBezTo>
                    <a:pt x="142" y="6"/>
                    <a:pt x="140" y="6"/>
                    <a:pt x="139" y="6"/>
                  </a:cubicBezTo>
                  <a:cubicBezTo>
                    <a:pt x="138" y="6"/>
                    <a:pt x="137" y="6"/>
                    <a:pt x="136" y="5"/>
                  </a:cubicBezTo>
                  <a:cubicBezTo>
                    <a:pt x="135" y="4"/>
                    <a:pt x="134" y="4"/>
                    <a:pt x="133" y="4"/>
                  </a:cubicBezTo>
                  <a:cubicBezTo>
                    <a:pt x="132" y="4"/>
                    <a:pt x="131" y="5"/>
                    <a:pt x="130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29" y="6"/>
                    <a:pt x="127" y="6"/>
                    <a:pt x="126" y="6"/>
                  </a:cubicBezTo>
                  <a:cubicBezTo>
                    <a:pt x="125" y="5"/>
                    <a:pt x="124" y="4"/>
                    <a:pt x="124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4"/>
                    <a:pt x="124" y="4"/>
                    <a:pt x="124" y="4"/>
                  </a:cubicBezTo>
                  <a:cubicBezTo>
                    <a:pt x="124" y="3"/>
                    <a:pt x="123" y="3"/>
                    <a:pt x="123" y="3"/>
                  </a:cubicBezTo>
                  <a:cubicBezTo>
                    <a:pt x="123" y="3"/>
                    <a:pt x="122" y="3"/>
                    <a:pt x="122" y="3"/>
                  </a:cubicBezTo>
                  <a:cubicBezTo>
                    <a:pt x="122" y="3"/>
                    <a:pt x="122" y="3"/>
                    <a:pt x="121" y="3"/>
                  </a:cubicBezTo>
                  <a:cubicBezTo>
                    <a:pt x="118" y="4"/>
                    <a:pt x="111" y="7"/>
                    <a:pt x="108" y="6"/>
                  </a:cubicBezTo>
                  <a:cubicBezTo>
                    <a:pt x="105" y="6"/>
                    <a:pt x="104" y="3"/>
                    <a:pt x="103" y="2"/>
                  </a:cubicBezTo>
                  <a:cubicBezTo>
                    <a:pt x="103" y="1"/>
                    <a:pt x="102" y="0"/>
                    <a:pt x="102" y="0"/>
                  </a:cubicBezTo>
                  <a:cubicBezTo>
                    <a:pt x="102" y="0"/>
                    <a:pt x="101" y="0"/>
                    <a:pt x="100" y="0"/>
                  </a:cubicBezTo>
                  <a:cubicBezTo>
                    <a:pt x="99" y="0"/>
                    <a:pt x="98" y="0"/>
                    <a:pt x="98" y="0"/>
                  </a:cubicBezTo>
                  <a:cubicBezTo>
                    <a:pt x="97" y="1"/>
                    <a:pt x="96" y="3"/>
                    <a:pt x="95" y="5"/>
                  </a:cubicBezTo>
                  <a:cubicBezTo>
                    <a:pt x="95" y="6"/>
                    <a:pt x="94" y="6"/>
                    <a:pt x="94" y="7"/>
                  </a:cubicBezTo>
                  <a:cubicBezTo>
                    <a:pt x="94" y="7"/>
                    <a:pt x="93" y="7"/>
                    <a:pt x="93" y="8"/>
                  </a:cubicBezTo>
                  <a:cubicBezTo>
                    <a:pt x="93" y="8"/>
                    <a:pt x="92" y="9"/>
                    <a:pt x="91" y="9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90" y="9"/>
                    <a:pt x="89" y="9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6" y="8"/>
                    <a:pt x="86" y="8"/>
                    <a:pt x="85" y="9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83" y="11"/>
                    <a:pt x="80" y="11"/>
                    <a:pt x="77" y="11"/>
                  </a:cubicBezTo>
                  <a:cubicBezTo>
                    <a:pt x="77" y="11"/>
                    <a:pt x="76" y="11"/>
                    <a:pt x="75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2"/>
                    <a:pt x="72" y="12"/>
                    <a:pt x="71" y="13"/>
                  </a:cubicBezTo>
                  <a:cubicBezTo>
                    <a:pt x="71" y="15"/>
                    <a:pt x="69" y="21"/>
                    <a:pt x="67" y="28"/>
                  </a:cubicBezTo>
                  <a:cubicBezTo>
                    <a:pt x="66" y="34"/>
                    <a:pt x="64" y="39"/>
                    <a:pt x="63" y="41"/>
                  </a:cubicBezTo>
                  <a:cubicBezTo>
                    <a:pt x="62" y="44"/>
                    <a:pt x="58" y="44"/>
                    <a:pt x="55" y="44"/>
                  </a:cubicBezTo>
                  <a:cubicBezTo>
                    <a:pt x="54" y="45"/>
                    <a:pt x="53" y="45"/>
                    <a:pt x="53" y="45"/>
                  </a:cubicBezTo>
                  <a:cubicBezTo>
                    <a:pt x="52" y="45"/>
                    <a:pt x="51" y="46"/>
                    <a:pt x="51" y="47"/>
                  </a:cubicBezTo>
                  <a:cubicBezTo>
                    <a:pt x="50" y="48"/>
                    <a:pt x="50" y="50"/>
                    <a:pt x="49" y="52"/>
                  </a:cubicBezTo>
                  <a:cubicBezTo>
                    <a:pt x="48" y="54"/>
                    <a:pt x="47" y="55"/>
                    <a:pt x="46" y="57"/>
                  </a:cubicBezTo>
                  <a:cubicBezTo>
                    <a:pt x="45" y="58"/>
                    <a:pt x="44" y="59"/>
                    <a:pt x="43" y="60"/>
                  </a:cubicBezTo>
                  <a:cubicBezTo>
                    <a:pt x="43" y="61"/>
                    <a:pt x="43" y="62"/>
                    <a:pt x="42" y="62"/>
                  </a:cubicBezTo>
                  <a:cubicBezTo>
                    <a:pt x="41" y="64"/>
                    <a:pt x="41" y="64"/>
                    <a:pt x="41" y="69"/>
                  </a:cubicBezTo>
                  <a:cubicBezTo>
                    <a:pt x="40" y="71"/>
                    <a:pt x="40" y="73"/>
                    <a:pt x="40" y="74"/>
                  </a:cubicBezTo>
                  <a:cubicBezTo>
                    <a:pt x="40" y="78"/>
                    <a:pt x="40" y="80"/>
                    <a:pt x="39" y="82"/>
                  </a:cubicBezTo>
                  <a:cubicBezTo>
                    <a:pt x="38" y="83"/>
                    <a:pt x="37" y="84"/>
                    <a:pt x="36" y="84"/>
                  </a:cubicBezTo>
                  <a:cubicBezTo>
                    <a:pt x="34" y="84"/>
                    <a:pt x="33" y="84"/>
                    <a:pt x="32" y="84"/>
                  </a:cubicBezTo>
                  <a:cubicBezTo>
                    <a:pt x="31" y="84"/>
                    <a:pt x="29" y="84"/>
                    <a:pt x="28" y="84"/>
                  </a:cubicBezTo>
                  <a:cubicBezTo>
                    <a:pt x="28" y="84"/>
                    <a:pt x="27" y="84"/>
                    <a:pt x="27" y="85"/>
                  </a:cubicBezTo>
                  <a:cubicBezTo>
                    <a:pt x="26" y="85"/>
                    <a:pt x="26" y="85"/>
                    <a:pt x="26" y="85"/>
                  </a:cubicBezTo>
                  <a:cubicBezTo>
                    <a:pt x="25" y="87"/>
                    <a:pt x="24" y="88"/>
                    <a:pt x="25" y="92"/>
                  </a:cubicBezTo>
                  <a:cubicBezTo>
                    <a:pt x="25" y="94"/>
                    <a:pt x="25" y="96"/>
                    <a:pt x="24" y="97"/>
                  </a:cubicBezTo>
                  <a:cubicBezTo>
                    <a:pt x="24" y="99"/>
                    <a:pt x="24" y="100"/>
                    <a:pt x="23" y="101"/>
                  </a:cubicBezTo>
                  <a:cubicBezTo>
                    <a:pt x="23" y="102"/>
                    <a:pt x="22" y="103"/>
                    <a:pt x="22" y="103"/>
                  </a:cubicBezTo>
                  <a:cubicBezTo>
                    <a:pt x="21" y="105"/>
                    <a:pt x="21" y="106"/>
                    <a:pt x="21" y="108"/>
                  </a:cubicBezTo>
                  <a:cubicBezTo>
                    <a:pt x="21" y="110"/>
                    <a:pt x="21" y="110"/>
                    <a:pt x="21" y="110"/>
                  </a:cubicBezTo>
                  <a:cubicBezTo>
                    <a:pt x="21" y="110"/>
                    <a:pt x="21" y="110"/>
                    <a:pt x="21" y="110"/>
                  </a:cubicBezTo>
                  <a:cubicBezTo>
                    <a:pt x="21" y="114"/>
                    <a:pt x="21" y="118"/>
                    <a:pt x="21" y="121"/>
                  </a:cubicBezTo>
                  <a:cubicBezTo>
                    <a:pt x="21" y="123"/>
                    <a:pt x="21" y="125"/>
                    <a:pt x="20" y="126"/>
                  </a:cubicBezTo>
                  <a:cubicBezTo>
                    <a:pt x="20" y="128"/>
                    <a:pt x="20" y="129"/>
                    <a:pt x="19" y="130"/>
                  </a:cubicBezTo>
                  <a:cubicBezTo>
                    <a:pt x="19" y="130"/>
                    <a:pt x="19" y="130"/>
                    <a:pt x="19" y="130"/>
                  </a:cubicBezTo>
                  <a:cubicBezTo>
                    <a:pt x="19" y="130"/>
                    <a:pt x="17" y="131"/>
                    <a:pt x="14" y="131"/>
                  </a:cubicBezTo>
                  <a:cubicBezTo>
                    <a:pt x="11" y="132"/>
                    <a:pt x="8" y="132"/>
                    <a:pt x="6" y="132"/>
                  </a:cubicBezTo>
                  <a:cubicBezTo>
                    <a:pt x="4" y="132"/>
                    <a:pt x="3" y="132"/>
                    <a:pt x="3" y="133"/>
                  </a:cubicBezTo>
                  <a:cubicBezTo>
                    <a:pt x="2" y="133"/>
                    <a:pt x="1" y="134"/>
                    <a:pt x="1" y="135"/>
                  </a:cubicBezTo>
                  <a:cubicBezTo>
                    <a:pt x="0" y="136"/>
                    <a:pt x="0" y="137"/>
                    <a:pt x="0" y="137"/>
                  </a:cubicBezTo>
                  <a:cubicBezTo>
                    <a:pt x="0" y="138"/>
                    <a:pt x="0" y="139"/>
                    <a:pt x="0" y="140"/>
                  </a:cubicBezTo>
                  <a:cubicBezTo>
                    <a:pt x="0" y="140"/>
                    <a:pt x="0" y="140"/>
                    <a:pt x="1" y="141"/>
                  </a:cubicBezTo>
                  <a:cubicBezTo>
                    <a:pt x="2" y="141"/>
                    <a:pt x="3" y="142"/>
                    <a:pt x="5" y="143"/>
                  </a:cubicBezTo>
                  <a:cubicBezTo>
                    <a:pt x="6" y="143"/>
                    <a:pt x="7" y="144"/>
                    <a:pt x="8" y="144"/>
                  </a:cubicBezTo>
                  <a:cubicBezTo>
                    <a:pt x="8" y="144"/>
                    <a:pt x="8" y="144"/>
                    <a:pt x="8" y="144"/>
                  </a:cubicBezTo>
                  <a:cubicBezTo>
                    <a:pt x="10" y="144"/>
                    <a:pt x="11" y="144"/>
                    <a:pt x="13" y="146"/>
                  </a:cubicBezTo>
                  <a:cubicBezTo>
                    <a:pt x="15" y="148"/>
                    <a:pt x="17" y="151"/>
                    <a:pt x="20" y="154"/>
                  </a:cubicBezTo>
                  <a:cubicBezTo>
                    <a:pt x="23" y="157"/>
                    <a:pt x="27" y="161"/>
                    <a:pt x="29" y="163"/>
                  </a:cubicBezTo>
                  <a:cubicBezTo>
                    <a:pt x="32" y="165"/>
                    <a:pt x="33" y="167"/>
                    <a:pt x="34" y="169"/>
                  </a:cubicBezTo>
                  <a:cubicBezTo>
                    <a:pt x="35" y="170"/>
                    <a:pt x="36" y="172"/>
                    <a:pt x="36" y="173"/>
                  </a:cubicBezTo>
                  <a:cubicBezTo>
                    <a:pt x="37" y="174"/>
                    <a:pt x="37" y="174"/>
                    <a:pt x="37" y="175"/>
                  </a:cubicBezTo>
                  <a:cubicBezTo>
                    <a:pt x="37" y="177"/>
                    <a:pt x="38" y="179"/>
                    <a:pt x="39" y="181"/>
                  </a:cubicBezTo>
                  <a:cubicBezTo>
                    <a:pt x="40" y="183"/>
                    <a:pt x="40" y="184"/>
                    <a:pt x="40" y="184"/>
                  </a:cubicBezTo>
                  <a:cubicBezTo>
                    <a:pt x="41" y="186"/>
                    <a:pt x="41" y="187"/>
                    <a:pt x="44" y="188"/>
                  </a:cubicBezTo>
                  <a:cubicBezTo>
                    <a:pt x="46" y="189"/>
                    <a:pt x="47" y="190"/>
                    <a:pt x="48" y="191"/>
                  </a:cubicBezTo>
                  <a:cubicBezTo>
                    <a:pt x="49" y="192"/>
                    <a:pt x="50" y="192"/>
                    <a:pt x="51" y="192"/>
                  </a:cubicBezTo>
                  <a:cubicBezTo>
                    <a:pt x="53" y="193"/>
                    <a:pt x="54" y="194"/>
                    <a:pt x="55" y="195"/>
                  </a:cubicBezTo>
                  <a:cubicBezTo>
                    <a:pt x="56" y="197"/>
                    <a:pt x="56" y="199"/>
                    <a:pt x="56" y="200"/>
                  </a:cubicBezTo>
                  <a:cubicBezTo>
                    <a:pt x="56" y="202"/>
                    <a:pt x="56" y="206"/>
                    <a:pt x="56" y="207"/>
                  </a:cubicBezTo>
                  <a:cubicBezTo>
                    <a:pt x="57" y="208"/>
                    <a:pt x="59" y="208"/>
                    <a:pt x="60" y="210"/>
                  </a:cubicBezTo>
                  <a:cubicBezTo>
                    <a:pt x="62" y="211"/>
                    <a:pt x="64" y="211"/>
                    <a:pt x="67" y="211"/>
                  </a:cubicBezTo>
                  <a:cubicBezTo>
                    <a:pt x="69" y="211"/>
                    <a:pt x="71" y="211"/>
                    <a:pt x="73" y="212"/>
                  </a:cubicBezTo>
                  <a:cubicBezTo>
                    <a:pt x="77" y="213"/>
                    <a:pt x="82" y="216"/>
                    <a:pt x="87" y="219"/>
                  </a:cubicBezTo>
                  <a:cubicBezTo>
                    <a:pt x="88" y="220"/>
                    <a:pt x="89" y="220"/>
                    <a:pt x="91" y="221"/>
                  </a:cubicBezTo>
                  <a:cubicBezTo>
                    <a:pt x="93" y="223"/>
                    <a:pt x="95" y="224"/>
                    <a:pt x="96" y="225"/>
                  </a:cubicBezTo>
                  <a:cubicBezTo>
                    <a:pt x="97" y="226"/>
                    <a:pt x="98" y="227"/>
                    <a:pt x="103" y="229"/>
                  </a:cubicBezTo>
                  <a:cubicBezTo>
                    <a:pt x="108" y="230"/>
                    <a:pt x="112" y="231"/>
                    <a:pt x="115" y="231"/>
                  </a:cubicBezTo>
                  <a:cubicBezTo>
                    <a:pt x="118" y="232"/>
                    <a:pt x="121" y="232"/>
                    <a:pt x="123" y="232"/>
                  </a:cubicBezTo>
                  <a:cubicBezTo>
                    <a:pt x="125" y="232"/>
                    <a:pt x="126" y="232"/>
                    <a:pt x="127" y="232"/>
                  </a:cubicBezTo>
                  <a:cubicBezTo>
                    <a:pt x="128" y="233"/>
                    <a:pt x="129" y="233"/>
                    <a:pt x="130" y="232"/>
                  </a:cubicBezTo>
                  <a:cubicBezTo>
                    <a:pt x="131" y="232"/>
                    <a:pt x="133" y="231"/>
                    <a:pt x="134" y="229"/>
                  </a:cubicBezTo>
                  <a:cubicBezTo>
                    <a:pt x="135" y="228"/>
                    <a:pt x="137" y="226"/>
                    <a:pt x="139" y="225"/>
                  </a:cubicBezTo>
                  <a:cubicBezTo>
                    <a:pt x="142" y="223"/>
                    <a:pt x="144" y="222"/>
                    <a:pt x="146" y="221"/>
                  </a:cubicBezTo>
                  <a:cubicBezTo>
                    <a:pt x="147" y="221"/>
                    <a:pt x="148" y="220"/>
                    <a:pt x="150" y="220"/>
                  </a:cubicBezTo>
                  <a:cubicBezTo>
                    <a:pt x="151" y="219"/>
                    <a:pt x="153" y="218"/>
                    <a:pt x="154" y="218"/>
                  </a:cubicBezTo>
                  <a:cubicBezTo>
                    <a:pt x="155" y="217"/>
                    <a:pt x="157" y="217"/>
                    <a:pt x="158" y="217"/>
                  </a:cubicBezTo>
                  <a:cubicBezTo>
                    <a:pt x="160" y="217"/>
                    <a:pt x="160" y="218"/>
                    <a:pt x="161" y="219"/>
                  </a:cubicBezTo>
                  <a:cubicBezTo>
                    <a:pt x="162" y="220"/>
                    <a:pt x="164" y="221"/>
                    <a:pt x="168" y="221"/>
                  </a:cubicBezTo>
                  <a:cubicBezTo>
                    <a:pt x="173" y="222"/>
                    <a:pt x="176" y="223"/>
                    <a:pt x="178" y="223"/>
                  </a:cubicBezTo>
                  <a:cubicBezTo>
                    <a:pt x="178" y="223"/>
                    <a:pt x="178" y="223"/>
                    <a:pt x="178" y="223"/>
                  </a:cubicBezTo>
                  <a:cubicBezTo>
                    <a:pt x="179" y="223"/>
                    <a:pt x="179" y="222"/>
                    <a:pt x="180" y="221"/>
                  </a:cubicBezTo>
                  <a:cubicBezTo>
                    <a:pt x="182" y="219"/>
                    <a:pt x="184" y="217"/>
                    <a:pt x="188" y="216"/>
                  </a:cubicBezTo>
                  <a:cubicBezTo>
                    <a:pt x="189" y="216"/>
                    <a:pt x="190" y="216"/>
                    <a:pt x="191" y="216"/>
                  </a:cubicBezTo>
                  <a:cubicBezTo>
                    <a:pt x="194" y="216"/>
                    <a:pt x="197" y="217"/>
                    <a:pt x="199" y="215"/>
                  </a:cubicBezTo>
                  <a:cubicBezTo>
                    <a:pt x="200" y="215"/>
                    <a:pt x="201" y="214"/>
                    <a:pt x="203" y="213"/>
                  </a:cubicBezTo>
                  <a:cubicBezTo>
                    <a:pt x="206" y="211"/>
                    <a:pt x="209" y="208"/>
                    <a:pt x="212" y="206"/>
                  </a:cubicBezTo>
                  <a:cubicBezTo>
                    <a:pt x="215" y="205"/>
                    <a:pt x="218" y="204"/>
                    <a:pt x="220" y="203"/>
                  </a:cubicBezTo>
                  <a:cubicBezTo>
                    <a:pt x="223" y="203"/>
                    <a:pt x="225" y="203"/>
                    <a:pt x="228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4" y="203"/>
                    <a:pt x="241" y="203"/>
                    <a:pt x="245" y="199"/>
                  </a:cubicBezTo>
                  <a:cubicBezTo>
                    <a:pt x="249" y="197"/>
                    <a:pt x="260" y="185"/>
                    <a:pt x="268" y="177"/>
                  </a:cubicBezTo>
                  <a:cubicBezTo>
                    <a:pt x="272" y="172"/>
                    <a:pt x="275" y="169"/>
                    <a:pt x="276" y="167"/>
                  </a:cubicBezTo>
                  <a:cubicBezTo>
                    <a:pt x="277" y="167"/>
                    <a:pt x="277" y="167"/>
                    <a:pt x="277" y="167"/>
                  </a:cubicBezTo>
                  <a:cubicBezTo>
                    <a:pt x="282" y="162"/>
                    <a:pt x="298" y="146"/>
                    <a:pt x="301" y="143"/>
                  </a:cubicBezTo>
                  <a:cubicBezTo>
                    <a:pt x="301" y="143"/>
                    <a:pt x="301" y="143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1" y="142"/>
                    <a:pt x="301" y="142"/>
                  </a:cubicBezTo>
                  <a:cubicBezTo>
                    <a:pt x="301" y="142"/>
                    <a:pt x="300" y="142"/>
                    <a:pt x="299" y="142"/>
                  </a:cubicBezTo>
                  <a:cubicBezTo>
                    <a:pt x="298" y="142"/>
                    <a:pt x="294" y="142"/>
                    <a:pt x="291" y="142"/>
                  </a:cubicBezTo>
                  <a:cubicBezTo>
                    <a:pt x="289" y="141"/>
                    <a:pt x="287" y="141"/>
                    <a:pt x="285" y="141"/>
                  </a:cubicBezTo>
                  <a:cubicBezTo>
                    <a:pt x="283" y="141"/>
                    <a:pt x="273" y="138"/>
                    <a:pt x="265" y="134"/>
                  </a:cubicBezTo>
                  <a:cubicBezTo>
                    <a:pt x="261" y="133"/>
                    <a:pt x="257" y="132"/>
                    <a:pt x="255" y="131"/>
                  </a:cubicBezTo>
                  <a:cubicBezTo>
                    <a:pt x="252" y="130"/>
                    <a:pt x="248" y="129"/>
                    <a:pt x="243" y="127"/>
                  </a:cubicBezTo>
                  <a:cubicBezTo>
                    <a:pt x="236" y="125"/>
                    <a:pt x="229" y="123"/>
                    <a:pt x="226" y="122"/>
                  </a:cubicBezTo>
                  <a:cubicBezTo>
                    <a:pt x="226" y="122"/>
                    <a:pt x="226" y="122"/>
                    <a:pt x="226" y="122"/>
                  </a:cubicBezTo>
                  <a:cubicBezTo>
                    <a:pt x="223" y="120"/>
                    <a:pt x="218" y="116"/>
                    <a:pt x="214" y="113"/>
                  </a:cubicBezTo>
                  <a:cubicBezTo>
                    <a:pt x="213" y="112"/>
                    <a:pt x="212" y="111"/>
                    <a:pt x="211" y="110"/>
                  </a:cubicBezTo>
                  <a:cubicBezTo>
                    <a:pt x="209" y="108"/>
                    <a:pt x="206" y="106"/>
                    <a:pt x="204" y="103"/>
                  </a:cubicBezTo>
                  <a:cubicBezTo>
                    <a:pt x="201" y="98"/>
                    <a:pt x="199" y="94"/>
                    <a:pt x="198" y="92"/>
                  </a:cubicBezTo>
                  <a:cubicBezTo>
                    <a:pt x="197" y="91"/>
                    <a:pt x="197" y="90"/>
                    <a:pt x="197" y="90"/>
                  </a:cubicBezTo>
                  <a:cubicBezTo>
                    <a:pt x="196" y="89"/>
                    <a:pt x="196" y="88"/>
                    <a:pt x="196" y="86"/>
                  </a:cubicBezTo>
                  <a:cubicBezTo>
                    <a:pt x="196" y="84"/>
                    <a:pt x="197" y="81"/>
                    <a:pt x="200" y="78"/>
                  </a:cubicBezTo>
                  <a:cubicBezTo>
                    <a:pt x="199" y="77"/>
                    <a:pt x="198" y="76"/>
                    <a:pt x="196" y="7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3" name="Freeform 488">
              <a:extLst>
                <a:ext uri="{FF2B5EF4-FFF2-40B4-BE49-F238E27FC236}">
                  <a16:creationId xmlns:a16="http://schemas.microsoft.com/office/drawing/2014/main" id="{164D984E-D0ED-FB36-FEE5-8A8F3C807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733" y="2700338"/>
              <a:ext cx="174888" cy="122704"/>
            </a:xfrm>
            <a:custGeom>
              <a:avLst/>
              <a:gdLst>
                <a:gd name="T0" fmla="*/ 60 w 159"/>
                <a:gd name="T1" fmla="*/ 85 h 114"/>
                <a:gd name="T2" fmla="*/ 73 w 159"/>
                <a:gd name="T3" fmla="*/ 85 h 114"/>
                <a:gd name="T4" fmla="*/ 93 w 159"/>
                <a:gd name="T5" fmla="*/ 85 h 114"/>
                <a:gd name="T6" fmla="*/ 102 w 159"/>
                <a:gd name="T7" fmla="*/ 83 h 114"/>
                <a:gd name="T8" fmla="*/ 112 w 159"/>
                <a:gd name="T9" fmla="*/ 82 h 114"/>
                <a:gd name="T10" fmla="*/ 131 w 159"/>
                <a:gd name="T11" fmla="*/ 85 h 114"/>
                <a:gd name="T12" fmla="*/ 138 w 159"/>
                <a:gd name="T13" fmla="*/ 77 h 114"/>
                <a:gd name="T14" fmla="*/ 150 w 159"/>
                <a:gd name="T15" fmla="*/ 75 h 114"/>
                <a:gd name="T16" fmla="*/ 156 w 159"/>
                <a:gd name="T17" fmla="*/ 73 h 114"/>
                <a:gd name="T18" fmla="*/ 159 w 159"/>
                <a:gd name="T19" fmla="*/ 68 h 114"/>
                <a:gd name="T20" fmla="*/ 156 w 159"/>
                <a:gd name="T21" fmla="*/ 61 h 114"/>
                <a:gd name="T22" fmla="*/ 157 w 159"/>
                <a:gd name="T23" fmla="*/ 55 h 114"/>
                <a:gd name="T24" fmla="*/ 156 w 159"/>
                <a:gd name="T25" fmla="*/ 51 h 114"/>
                <a:gd name="T26" fmla="*/ 148 w 159"/>
                <a:gd name="T27" fmla="*/ 52 h 114"/>
                <a:gd name="T28" fmla="*/ 140 w 159"/>
                <a:gd name="T29" fmla="*/ 48 h 114"/>
                <a:gd name="T30" fmla="*/ 133 w 159"/>
                <a:gd name="T31" fmla="*/ 42 h 114"/>
                <a:gd name="T32" fmla="*/ 134 w 159"/>
                <a:gd name="T33" fmla="*/ 36 h 114"/>
                <a:gd name="T34" fmla="*/ 132 w 159"/>
                <a:gd name="T35" fmla="*/ 32 h 114"/>
                <a:gd name="T36" fmla="*/ 125 w 159"/>
                <a:gd name="T37" fmla="*/ 30 h 114"/>
                <a:gd name="T38" fmla="*/ 121 w 159"/>
                <a:gd name="T39" fmla="*/ 21 h 114"/>
                <a:gd name="T40" fmla="*/ 117 w 159"/>
                <a:gd name="T41" fmla="*/ 15 h 114"/>
                <a:gd name="T42" fmla="*/ 115 w 159"/>
                <a:gd name="T43" fmla="*/ 5 h 114"/>
                <a:gd name="T44" fmla="*/ 96 w 159"/>
                <a:gd name="T45" fmla="*/ 2 h 114"/>
                <a:gd name="T46" fmla="*/ 87 w 159"/>
                <a:gd name="T47" fmla="*/ 9 h 114"/>
                <a:gd name="T48" fmla="*/ 74 w 159"/>
                <a:gd name="T49" fmla="*/ 15 h 114"/>
                <a:gd name="T50" fmla="*/ 72 w 159"/>
                <a:gd name="T51" fmla="*/ 17 h 114"/>
                <a:gd name="T52" fmla="*/ 63 w 159"/>
                <a:gd name="T53" fmla="*/ 20 h 114"/>
                <a:gd name="T54" fmla="*/ 56 w 159"/>
                <a:gd name="T55" fmla="*/ 24 h 114"/>
                <a:gd name="T56" fmla="*/ 48 w 159"/>
                <a:gd name="T57" fmla="*/ 31 h 114"/>
                <a:gd name="T58" fmla="*/ 46 w 159"/>
                <a:gd name="T59" fmla="*/ 34 h 114"/>
                <a:gd name="T60" fmla="*/ 46 w 159"/>
                <a:gd name="T61" fmla="*/ 37 h 114"/>
                <a:gd name="T62" fmla="*/ 46 w 159"/>
                <a:gd name="T63" fmla="*/ 37 h 114"/>
                <a:gd name="T64" fmla="*/ 38 w 159"/>
                <a:gd name="T65" fmla="*/ 41 h 114"/>
                <a:gd name="T66" fmla="*/ 32 w 159"/>
                <a:gd name="T67" fmla="*/ 38 h 114"/>
                <a:gd name="T68" fmla="*/ 28 w 159"/>
                <a:gd name="T69" fmla="*/ 38 h 114"/>
                <a:gd name="T70" fmla="*/ 27 w 159"/>
                <a:gd name="T71" fmla="*/ 44 h 114"/>
                <a:gd name="T72" fmla="*/ 23 w 159"/>
                <a:gd name="T73" fmla="*/ 51 h 114"/>
                <a:gd name="T74" fmla="*/ 22 w 159"/>
                <a:gd name="T75" fmla="*/ 54 h 114"/>
                <a:gd name="T76" fmla="*/ 18 w 159"/>
                <a:gd name="T77" fmla="*/ 63 h 114"/>
                <a:gd name="T78" fmla="*/ 14 w 159"/>
                <a:gd name="T79" fmla="*/ 65 h 114"/>
                <a:gd name="T80" fmla="*/ 9 w 159"/>
                <a:gd name="T81" fmla="*/ 67 h 114"/>
                <a:gd name="T82" fmla="*/ 4 w 159"/>
                <a:gd name="T83" fmla="*/ 71 h 114"/>
                <a:gd name="T84" fmla="*/ 5 w 159"/>
                <a:gd name="T85" fmla="*/ 81 h 114"/>
                <a:gd name="T86" fmla="*/ 1 w 159"/>
                <a:gd name="T87" fmla="*/ 87 h 114"/>
                <a:gd name="T88" fmla="*/ 1 w 159"/>
                <a:gd name="T89" fmla="*/ 96 h 114"/>
                <a:gd name="T90" fmla="*/ 6 w 159"/>
                <a:gd name="T91" fmla="*/ 98 h 114"/>
                <a:gd name="T92" fmla="*/ 11 w 159"/>
                <a:gd name="T93" fmla="*/ 107 h 114"/>
                <a:gd name="T94" fmla="*/ 19 w 159"/>
                <a:gd name="T95" fmla="*/ 112 h 114"/>
                <a:gd name="T96" fmla="*/ 24 w 159"/>
                <a:gd name="T97" fmla="*/ 111 h 114"/>
                <a:gd name="T98" fmla="*/ 32 w 159"/>
                <a:gd name="T99" fmla="*/ 107 h 114"/>
                <a:gd name="T100" fmla="*/ 48 w 159"/>
                <a:gd name="T101" fmla="*/ 109 h 114"/>
                <a:gd name="T102" fmla="*/ 53 w 159"/>
                <a:gd name="T103" fmla="*/ 111 h 114"/>
                <a:gd name="T104" fmla="*/ 53 w 159"/>
                <a:gd name="T105" fmla="*/ 100 h 114"/>
                <a:gd name="T106" fmla="*/ 52 w 159"/>
                <a:gd name="T107" fmla="*/ 8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9" h="114">
                  <a:moveTo>
                    <a:pt x="55" y="85"/>
                  </a:moveTo>
                  <a:cubicBezTo>
                    <a:pt x="57" y="85"/>
                    <a:pt x="58" y="85"/>
                    <a:pt x="60" y="85"/>
                  </a:cubicBezTo>
                  <a:cubicBezTo>
                    <a:pt x="62" y="85"/>
                    <a:pt x="64" y="85"/>
                    <a:pt x="67" y="85"/>
                  </a:cubicBezTo>
                  <a:cubicBezTo>
                    <a:pt x="68" y="85"/>
                    <a:pt x="71" y="85"/>
                    <a:pt x="73" y="85"/>
                  </a:cubicBezTo>
                  <a:cubicBezTo>
                    <a:pt x="77" y="85"/>
                    <a:pt x="81" y="85"/>
                    <a:pt x="87" y="85"/>
                  </a:cubicBezTo>
                  <a:cubicBezTo>
                    <a:pt x="89" y="85"/>
                    <a:pt x="91" y="85"/>
                    <a:pt x="93" y="85"/>
                  </a:cubicBezTo>
                  <a:cubicBezTo>
                    <a:pt x="97" y="86"/>
                    <a:pt x="99" y="86"/>
                    <a:pt x="101" y="85"/>
                  </a:cubicBezTo>
                  <a:cubicBezTo>
                    <a:pt x="102" y="84"/>
                    <a:pt x="102" y="84"/>
                    <a:pt x="102" y="83"/>
                  </a:cubicBezTo>
                  <a:cubicBezTo>
                    <a:pt x="103" y="83"/>
                    <a:pt x="104" y="82"/>
                    <a:pt x="108" y="82"/>
                  </a:cubicBezTo>
                  <a:cubicBezTo>
                    <a:pt x="110" y="82"/>
                    <a:pt x="111" y="82"/>
                    <a:pt x="112" y="82"/>
                  </a:cubicBezTo>
                  <a:cubicBezTo>
                    <a:pt x="116" y="82"/>
                    <a:pt x="117" y="82"/>
                    <a:pt x="121" y="83"/>
                  </a:cubicBezTo>
                  <a:cubicBezTo>
                    <a:pt x="124" y="84"/>
                    <a:pt x="129" y="85"/>
                    <a:pt x="131" y="85"/>
                  </a:cubicBezTo>
                  <a:cubicBezTo>
                    <a:pt x="131" y="85"/>
                    <a:pt x="132" y="84"/>
                    <a:pt x="132" y="83"/>
                  </a:cubicBezTo>
                  <a:cubicBezTo>
                    <a:pt x="134" y="81"/>
                    <a:pt x="137" y="78"/>
                    <a:pt x="138" y="77"/>
                  </a:cubicBezTo>
                  <a:cubicBezTo>
                    <a:pt x="140" y="75"/>
                    <a:pt x="144" y="75"/>
                    <a:pt x="147" y="75"/>
                  </a:cubicBezTo>
                  <a:cubicBezTo>
                    <a:pt x="148" y="75"/>
                    <a:pt x="149" y="75"/>
                    <a:pt x="150" y="75"/>
                  </a:cubicBezTo>
                  <a:cubicBezTo>
                    <a:pt x="151" y="75"/>
                    <a:pt x="152" y="75"/>
                    <a:pt x="153" y="75"/>
                  </a:cubicBezTo>
                  <a:cubicBezTo>
                    <a:pt x="154" y="75"/>
                    <a:pt x="154" y="75"/>
                    <a:pt x="156" y="73"/>
                  </a:cubicBezTo>
                  <a:cubicBezTo>
                    <a:pt x="156" y="72"/>
                    <a:pt x="157" y="71"/>
                    <a:pt x="158" y="71"/>
                  </a:cubicBezTo>
                  <a:cubicBezTo>
                    <a:pt x="159" y="70"/>
                    <a:pt x="159" y="69"/>
                    <a:pt x="159" y="68"/>
                  </a:cubicBezTo>
                  <a:cubicBezTo>
                    <a:pt x="159" y="67"/>
                    <a:pt x="159" y="66"/>
                    <a:pt x="158" y="65"/>
                  </a:cubicBezTo>
                  <a:cubicBezTo>
                    <a:pt x="157" y="64"/>
                    <a:pt x="156" y="62"/>
                    <a:pt x="156" y="61"/>
                  </a:cubicBezTo>
                  <a:cubicBezTo>
                    <a:pt x="155" y="58"/>
                    <a:pt x="156" y="57"/>
                    <a:pt x="157" y="56"/>
                  </a:cubicBezTo>
                  <a:cubicBezTo>
                    <a:pt x="157" y="56"/>
                    <a:pt x="157" y="55"/>
                    <a:pt x="157" y="55"/>
                  </a:cubicBezTo>
                  <a:cubicBezTo>
                    <a:pt x="157" y="54"/>
                    <a:pt x="157" y="53"/>
                    <a:pt x="157" y="52"/>
                  </a:cubicBezTo>
                  <a:cubicBezTo>
                    <a:pt x="157" y="52"/>
                    <a:pt x="156" y="52"/>
                    <a:pt x="156" y="51"/>
                  </a:cubicBezTo>
                  <a:cubicBezTo>
                    <a:pt x="155" y="51"/>
                    <a:pt x="155" y="51"/>
                    <a:pt x="154" y="52"/>
                  </a:cubicBezTo>
                  <a:cubicBezTo>
                    <a:pt x="153" y="52"/>
                    <a:pt x="151" y="52"/>
                    <a:pt x="148" y="52"/>
                  </a:cubicBezTo>
                  <a:cubicBezTo>
                    <a:pt x="145" y="51"/>
                    <a:pt x="145" y="51"/>
                    <a:pt x="142" y="50"/>
                  </a:cubicBezTo>
                  <a:cubicBezTo>
                    <a:pt x="142" y="49"/>
                    <a:pt x="141" y="49"/>
                    <a:pt x="140" y="48"/>
                  </a:cubicBezTo>
                  <a:cubicBezTo>
                    <a:pt x="139" y="48"/>
                    <a:pt x="139" y="47"/>
                    <a:pt x="138" y="47"/>
                  </a:cubicBezTo>
                  <a:cubicBezTo>
                    <a:pt x="136" y="46"/>
                    <a:pt x="134" y="45"/>
                    <a:pt x="133" y="42"/>
                  </a:cubicBezTo>
                  <a:cubicBezTo>
                    <a:pt x="132" y="41"/>
                    <a:pt x="132" y="40"/>
                    <a:pt x="132" y="39"/>
                  </a:cubicBezTo>
                  <a:cubicBezTo>
                    <a:pt x="132" y="37"/>
                    <a:pt x="133" y="37"/>
                    <a:pt x="134" y="36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4" y="34"/>
                    <a:pt x="133" y="33"/>
                    <a:pt x="132" y="32"/>
                  </a:cubicBezTo>
                  <a:cubicBezTo>
                    <a:pt x="131" y="32"/>
                    <a:pt x="130" y="31"/>
                    <a:pt x="129" y="31"/>
                  </a:cubicBezTo>
                  <a:cubicBezTo>
                    <a:pt x="127" y="31"/>
                    <a:pt x="126" y="31"/>
                    <a:pt x="125" y="30"/>
                  </a:cubicBezTo>
                  <a:cubicBezTo>
                    <a:pt x="123" y="28"/>
                    <a:pt x="122" y="27"/>
                    <a:pt x="122" y="24"/>
                  </a:cubicBezTo>
                  <a:cubicBezTo>
                    <a:pt x="122" y="23"/>
                    <a:pt x="121" y="22"/>
                    <a:pt x="121" y="21"/>
                  </a:cubicBezTo>
                  <a:cubicBezTo>
                    <a:pt x="120" y="18"/>
                    <a:pt x="119" y="17"/>
                    <a:pt x="118" y="16"/>
                  </a:cubicBezTo>
                  <a:cubicBezTo>
                    <a:pt x="118" y="16"/>
                    <a:pt x="118" y="15"/>
                    <a:pt x="117" y="15"/>
                  </a:cubicBezTo>
                  <a:cubicBezTo>
                    <a:pt x="117" y="13"/>
                    <a:pt x="116" y="12"/>
                    <a:pt x="116" y="10"/>
                  </a:cubicBezTo>
                  <a:cubicBezTo>
                    <a:pt x="115" y="8"/>
                    <a:pt x="115" y="7"/>
                    <a:pt x="115" y="5"/>
                  </a:cubicBezTo>
                  <a:cubicBezTo>
                    <a:pt x="112" y="4"/>
                    <a:pt x="104" y="0"/>
                    <a:pt x="100" y="1"/>
                  </a:cubicBezTo>
                  <a:cubicBezTo>
                    <a:pt x="98" y="1"/>
                    <a:pt x="97" y="1"/>
                    <a:pt x="96" y="2"/>
                  </a:cubicBezTo>
                  <a:cubicBezTo>
                    <a:pt x="96" y="3"/>
                    <a:pt x="95" y="4"/>
                    <a:pt x="93" y="5"/>
                  </a:cubicBezTo>
                  <a:cubicBezTo>
                    <a:pt x="91" y="7"/>
                    <a:pt x="89" y="8"/>
                    <a:pt x="87" y="9"/>
                  </a:cubicBezTo>
                  <a:cubicBezTo>
                    <a:pt x="85" y="11"/>
                    <a:pt x="83" y="11"/>
                    <a:pt x="80" y="12"/>
                  </a:cubicBezTo>
                  <a:cubicBezTo>
                    <a:pt x="76" y="13"/>
                    <a:pt x="75" y="14"/>
                    <a:pt x="74" y="15"/>
                  </a:cubicBezTo>
                  <a:cubicBezTo>
                    <a:pt x="74" y="15"/>
                    <a:pt x="73" y="15"/>
                    <a:pt x="73" y="16"/>
                  </a:cubicBezTo>
                  <a:cubicBezTo>
                    <a:pt x="73" y="16"/>
                    <a:pt x="72" y="16"/>
                    <a:pt x="72" y="17"/>
                  </a:cubicBezTo>
                  <a:cubicBezTo>
                    <a:pt x="71" y="18"/>
                    <a:pt x="70" y="19"/>
                    <a:pt x="68" y="20"/>
                  </a:cubicBezTo>
                  <a:cubicBezTo>
                    <a:pt x="67" y="20"/>
                    <a:pt x="65" y="20"/>
                    <a:pt x="63" y="20"/>
                  </a:cubicBezTo>
                  <a:cubicBezTo>
                    <a:pt x="62" y="19"/>
                    <a:pt x="60" y="19"/>
                    <a:pt x="59" y="20"/>
                  </a:cubicBezTo>
                  <a:cubicBezTo>
                    <a:pt x="58" y="20"/>
                    <a:pt x="57" y="22"/>
                    <a:pt x="56" y="24"/>
                  </a:cubicBezTo>
                  <a:cubicBezTo>
                    <a:pt x="55" y="26"/>
                    <a:pt x="53" y="29"/>
                    <a:pt x="52" y="30"/>
                  </a:cubicBezTo>
                  <a:cubicBezTo>
                    <a:pt x="50" y="31"/>
                    <a:pt x="49" y="31"/>
                    <a:pt x="48" y="31"/>
                  </a:cubicBezTo>
                  <a:cubicBezTo>
                    <a:pt x="48" y="31"/>
                    <a:pt x="47" y="31"/>
                    <a:pt x="47" y="31"/>
                  </a:cubicBezTo>
                  <a:cubicBezTo>
                    <a:pt x="46" y="32"/>
                    <a:pt x="46" y="33"/>
                    <a:pt x="46" y="34"/>
                  </a:cubicBezTo>
                  <a:cubicBezTo>
                    <a:pt x="46" y="35"/>
                    <a:pt x="46" y="36"/>
                    <a:pt x="46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37"/>
                    <a:pt x="46" y="37"/>
                    <a:pt x="46" y="37"/>
                  </a:cubicBezTo>
                  <a:cubicBezTo>
                    <a:pt x="46" y="39"/>
                    <a:pt x="45" y="40"/>
                    <a:pt x="43" y="41"/>
                  </a:cubicBezTo>
                  <a:cubicBezTo>
                    <a:pt x="42" y="41"/>
                    <a:pt x="40" y="41"/>
                    <a:pt x="38" y="41"/>
                  </a:cubicBezTo>
                  <a:cubicBezTo>
                    <a:pt x="38" y="41"/>
                    <a:pt x="37" y="41"/>
                    <a:pt x="37" y="40"/>
                  </a:cubicBezTo>
                  <a:cubicBezTo>
                    <a:pt x="34" y="40"/>
                    <a:pt x="33" y="39"/>
                    <a:pt x="32" y="38"/>
                  </a:cubicBezTo>
                  <a:cubicBezTo>
                    <a:pt x="31" y="37"/>
                    <a:pt x="31" y="36"/>
                    <a:pt x="30" y="37"/>
                  </a:cubicBezTo>
                  <a:cubicBezTo>
                    <a:pt x="29" y="37"/>
                    <a:pt x="29" y="38"/>
                    <a:pt x="28" y="38"/>
                  </a:cubicBezTo>
                  <a:cubicBezTo>
                    <a:pt x="28" y="39"/>
                    <a:pt x="27" y="40"/>
                    <a:pt x="27" y="41"/>
                  </a:cubicBezTo>
                  <a:cubicBezTo>
                    <a:pt x="26" y="43"/>
                    <a:pt x="26" y="43"/>
                    <a:pt x="27" y="44"/>
                  </a:cubicBezTo>
                  <a:cubicBezTo>
                    <a:pt x="27" y="46"/>
                    <a:pt x="27" y="47"/>
                    <a:pt x="26" y="48"/>
                  </a:cubicBezTo>
                  <a:cubicBezTo>
                    <a:pt x="26" y="51"/>
                    <a:pt x="24" y="51"/>
                    <a:pt x="23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1" y="51"/>
                    <a:pt x="21" y="53"/>
                    <a:pt x="22" y="54"/>
                  </a:cubicBezTo>
                  <a:cubicBezTo>
                    <a:pt x="22" y="55"/>
                    <a:pt x="22" y="56"/>
                    <a:pt x="22" y="57"/>
                  </a:cubicBezTo>
                  <a:cubicBezTo>
                    <a:pt x="22" y="59"/>
                    <a:pt x="20" y="61"/>
                    <a:pt x="1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4"/>
                    <a:pt x="15" y="65"/>
                    <a:pt x="14" y="65"/>
                  </a:cubicBezTo>
                  <a:cubicBezTo>
                    <a:pt x="13" y="66"/>
                    <a:pt x="11" y="66"/>
                    <a:pt x="9" y="67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6" y="67"/>
                    <a:pt x="5" y="68"/>
                    <a:pt x="4" y="71"/>
                  </a:cubicBezTo>
                  <a:cubicBezTo>
                    <a:pt x="4" y="72"/>
                    <a:pt x="5" y="74"/>
                    <a:pt x="5" y="75"/>
                  </a:cubicBezTo>
                  <a:cubicBezTo>
                    <a:pt x="5" y="77"/>
                    <a:pt x="6" y="78"/>
                    <a:pt x="5" y="81"/>
                  </a:cubicBezTo>
                  <a:cubicBezTo>
                    <a:pt x="4" y="84"/>
                    <a:pt x="3" y="85"/>
                    <a:pt x="2" y="85"/>
                  </a:cubicBezTo>
                  <a:cubicBezTo>
                    <a:pt x="2" y="86"/>
                    <a:pt x="1" y="86"/>
                    <a:pt x="1" y="87"/>
                  </a:cubicBezTo>
                  <a:cubicBezTo>
                    <a:pt x="0" y="88"/>
                    <a:pt x="1" y="91"/>
                    <a:pt x="1" y="94"/>
                  </a:cubicBezTo>
                  <a:cubicBezTo>
                    <a:pt x="1" y="95"/>
                    <a:pt x="1" y="95"/>
                    <a:pt x="1" y="96"/>
                  </a:cubicBezTo>
                  <a:cubicBezTo>
                    <a:pt x="2" y="96"/>
                    <a:pt x="3" y="97"/>
                    <a:pt x="4" y="97"/>
                  </a:cubicBezTo>
                  <a:cubicBezTo>
                    <a:pt x="4" y="98"/>
                    <a:pt x="5" y="98"/>
                    <a:pt x="6" y="98"/>
                  </a:cubicBezTo>
                  <a:cubicBezTo>
                    <a:pt x="7" y="99"/>
                    <a:pt x="9" y="100"/>
                    <a:pt x="10" y="103"/>
                  </a:cubicBezTo>
                  <a:cubicBezTo>
                    <a:pt x="10" y="105"/>
                    <a:pt x="11" y="106"/>
                    <a:pt x="11" y="107"/>
                  </a:cubicBezTo>
                  <a:cubicBezTo>
                    <a:pt x="12" y="108"/>
                    <a:pt x="13" y="109"/>
                    <a:pt x="15" y="110"/>
                  </a:cubicBezTo>
                  <a:cubicBezTo>
                    <a:pt x="17" y="111"/>
                    <a:pt x="18" y="111"/>
                    <a:pt x="19" y="112"/>
                  </a:cubicBezTo>
                  <a:cubicBezTo>
                    <a:pt x="20" y="112"/>
                    <a:pt x="21" y="112"/>
                    <a:pt x="22" y="112"/>
                  </a:cubicBezTo>
                  <a:cubicBezTo>
                    <a:pt x="22" y="112"/>
                    <a:pt x="23" y="112"/>
                    <a:pt x="24" y="111"/>
                  </a:cubicBezTo>
                  <a:cubicBezTo>
                    <a:pt x="26" y="109"/>
                    <a:pt x="28" y="108"/>
                    <a:pt x="30" y="107"/>
                  </a:cubicBezTo>
                  <a:cubicBezTo>
                    <a:pt x="31" y="107"/>
                    <a:pt x="32" y="107"/>
                    <a:pt x="32" y="107"/>
                  </a:cubicBezTo>
                  <a:cubicBezTo>
                    <a:pt x="35" y="107"/>
                    <a:pt x="37" y="106"/>
                    <a:pt x="41" y="107"/>
                  </a:cubicBezTo>
                  <a:cubicBezTo>
                    <a:pt x="44" y="107"/>
                    <a:pt x="46" y="108"/>
                    <a:pt x="48" y="109"/>
                  </a:cubicBezTo>
                  <a:cubicBezTo>
                    <a:pt x="50" y="111"/>
                    <a:pt x="52" y="112"/>
                    <a:pt x="53" y="114"/>
                  </a:cubicBezTo>
                  <a:cubicBezTo>
                    <a:pt x="53" y="113"/>
                    <a:pt x="53" y="112"/>
                    <a:pt x="53" y="111"/>
                  </a:cubicBezTo>
                  <a:cubicBezTo>
                    <a:pt x="54" y="109"/>
                    <a:pt x="54" y="107"/>
                    <a:pt x="54" y="105"/>
                  </a:cubicBezTo>
                  <a:cubicBezTo>
                    <a:pt x="53" y="104"/>
                    <a:pt x="53" y="102"/>
                    <a:pt x="53" y="100"/>
                  </a:cubicBezTo>
                  <a:cubicBezTo>
                    <a:pt x="52" y="98"/>
                    <a:pt x="51" y="96"/>
                    <a:pt x="51" y="94"/>
                  </a:cubicBezTo>
                  <a:cubicBezTo>
                    <a:pt x="51" y="92"/>
                    <a:pt x="51" y="90"/>
                    <a:pt x="52" y="89"/>
                  </a:cubicBezTo>
                  <a:cubicBezTo>
                    <a:pt x="53" y="87"/>
                    <a:pt x="54" y="86"/>
                    <a:pt x="55" y="8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4" name="Freeform 489">
              <a:extLst>
                <a:ext uri="{FF2B5EF4-FFF2-40B4-BE49-F238E27FC236}">
                  <a16:creationId xmlns:a16="http://schemas.microsoft.com/office/drawing/2014/main" id="{ED952CDD-4274-78D8-1AB5-30B06E8F5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926" y="2848429"/>
              <a:ext cx="91675" cy="90265"/>
            </a:xfrm>
            <a:custGeom>
              <a:avLst/>
              <a:gdLst>
                <a:gd name="T0" fmla="*/ 82 w 84"/>
                <a:gd name="T1" fmla="*/ 68 h 84"/>
                <a:gd name="T2" fmla="*/ 83 w 84"/>
                <a:gd name="T3" fmla="*/ 61 h 84"/>
                <a:gd name="T4" fmla="*/ 81 w 84"/>
                <a:gd name="T5" fmla="*/ 56 h 84"/>
                <a:gd name="T6" fmla="*/ 80 w 84"/>
                <a:gd name="T7" fmla="*/ 52 h 84"/>
                <a:gd name="T8" fmla="*/ 75 w 84"/>
                <a:gd name="T9" fmla="*/ 49 h 84"/>
                <a:gd name="T10" fmla="*/ 69 w 84"/>
                <a:gd name="T11" fmla="*/ 47 h 84"/>
                <a:gd name="T12" fmla="*/ 64 w 84"/>
                <a:gd name="T13" fmla="*/ 45 h 84"/>
                <a:gd name="T14" fmla="*/ 62 w 84"/>
                <a:gd name="T15" fmla="*/ 44 h 84"/>
                <a:gd name="T16" fmla="*/ 62 w 84"/>
                <a:gd name="T17" fmla="*/ 44 h 84"/>
                <a:gd name="T18" fmla="*/ 61 w 84"/>
                <a:gd name="T19" fmla="*/ 44 h 84"/>
                <a:gd name="T20" fmla="*/ 61 w 84"/>
                <a:gd name="T21" fmla="*/ 44 h 84"/>
                <a:gd name="T22" fmla="*/ 62 w 84"/>
                <a:gd name="T23" fmla="*/ 37 h 84"/>
                <a:gd name="T24" fmla="*/ 63 w 84"/>
                <a:gd name="T25" fmla="*/ 35 h 84"/>
                <a:gd name="T26" fmla="*/ 63 w 84"/>
                <a:gd name="T27" fmla="*/ 35 h 84"/>
                <a:gd name="T28" fmla="*/ 65 w 84"/>
                <a:gd name="T29" fmla="*/ 31 h 84"/>
                <a:gd name="T30" fmla="*/ 63 w 84"/>
                <a:gd name="T31" fmla="*/ 24 h 84"/>
                <a:gd name="T32" fmla="*/ 62 w 84"/>
                <a:gd name="T33" fmla="*/ 20 h 84"/>
                <a:gd name="T34" fmla="*/ 61 w 84"/>
                <a:gd name="T35" fmla="*/ 20 h 84"/>
                <a:gd name="T36" fmla="*/ 57 w 84"/>
                <a:gd name="T37" fmla="*/ 24 h 84"/>
                <a:gd name="T38" fmla="*/ 54 w 84"/>
                <a:gd name="T39" fmla="*/ 26 h 84"/>
                <a:gd name="T40" fmla="*/ 51 w 84"/>
                <a:gd name="T41" fmla="*/ 28 h 84"/>
                <a:gd name="T42" fmla="*/ 48 w 84"/>
                <a:gd name="T43" fmla="*/ 27 h 84"/>
                <a:gd name="T44" fmla="*/ 47 w 84"/>
                <a:gd name="T45" fmla="*/ 27 h 84"/>
                <a:gd name="T46" fmla="*/ 47 w 84"/>
                <a:gd name="T47" fmla="*/ 27 h 84"/>
                <a:gd name="T48" fmla="*/ 45 w 84"/>
                <a:gd name="T49" fmla="*/ 25 h 84"/>
                <a:gd name="T50" fmla="*/ 43 w 84"/>
                <a:gd name="T51" fmla="*/ 24 h 84"/>
                <a:gd name="T52" fmla="*/ 41 w 84"/>
                <a:gd name="T53" fmla="*/ 16 h 84"/>
                <a:gd name="T54" fmla="*/ 41 w 84"/>
                <a:gd name="T55" fmla="*/ 13 h 84"/>
                <a:gd name="T56" fmla="*/ 40 w 84"/>
                <a:gd name="T57" fmla="*/ 8 h 84"/>
                <a:gd name="T58" fmla="*/ 38 w 84"/>
                <a:gd name="T59" fmla="*/ 3 h 84"/>
                <a:gd name="T60" fmla="*/ 37 w 84"/>
                <a:gd name="T61" fmla="*/ 1 h 84"/>
                <a:gd name="T62" fmla="*/ 37 w 84"/>
                <a:gd name="T63" fmla="*/ 1 h 84"/>
                <a:gd name="T64" fmla="*/ 35 w 84"/>
                <a:gd name="T65" fmla="*/ 0 h 84"/>
                <a:gd name="T66" fmla="*/ 33 w 84"/>
                <a:gd name="T67" fmla="*/ 2 h 84"/>
                <a:gd name="T68" fmla="*/ 27 w 84"/>
                <a:gd name="T69" fmla="*/ 3 h 84"/>
                <a:gd name="T70" fmla="*/ 20 w 84"/>
                <a:gd name="T71" fmla="*/ 3 h 84"/>
                <a:gd name="T72" fmla="*/ 20 w 84"/>
                <a:gd name="T73" fmla="*/ 6 h 84"/>
                <a:gd name="T74" fmla="*/ 19 w 84"/>
                <a:gd name="T75" fmla="*/ 11 h 84"/>
                <a:gd name="T76" fmla="*/ 12 w 84"/>
                <a:gd name="T77" fmla="*/ 21 h 84"/>
                <a:gd name="T78" fmla="*/ 11 w 84"/>
                <a:gd name="T79" fmla="*/ 22 h 84"/>
                <a:gd name="T80" fmla="*/ 11 w 84"/>
                <a:gd name="T81" fmla="*/ 22 h 84"/>
                <a:gd name="T82" fmla="*/ 0 w 84"/>
                <a:gd name="T83" fmla="*/ 34 h 84"/>
                <a:gd name="T84" fmla="*/ 2 w 84"/>
                <a:gd name="T85" fmla="*/ 35 h 84"/>
                <a:gd name="T86" fmla="*/ 11 w 84"/>
                <a:gd name="T87" fmla="*/ 39 h 84"/>
                <a:gd name="T88" fmla="*/ 19 w 84"/>
                <a:gd name="T89" fmla="*/ 45 h 84"/>
                <a:gd name="T90" fmla="*/ 25 w 84"/>
                <a:gd name="T91" fmla="*/ 48 h 84"/>
                <a:gd name="T92" fmla="*/ 33 w 84"/>
                <a:gd name="T93" fmla="*/ 57 h 84"/>
                <a:gd name="T94" fmla="*/ 40 w 84"/>
                <a:gd name="T95" fmla="*/ 64 h 84"/>
                <a:gd name="T96" fmla="*/ 52 w 84"/>
                <a:gd name="T97" fmla="*/ 71 h 84"/>
                <a:gd name="T98" fmla="*/ 67 w 84"/>
                <a:gd name="T99" fmla="*/ 79 h 84"/>
                <a:gd name="T100" fmla="*/ 75 w 84"/>
                <a:gd name="T101" fmla="*/ 83 h 84"/>
                <a:gd name="T102" fmla="*/ 80 w 84"/>
                <a:gd name="T103" fmla="*/ 84 h 84"/>
                <a:gd name="T104" fmla="*/ 79 w 84"/>
                <a:gd name="T105" fmla="*/ 76 h 84"/>
                <a:gd name="T106" fmla="*/ 81 w 84"/>
                <a:gd name="T107" fmla="*/ 72 h 84"/>
                <a:gd name="T108" fmla="*/ 82 w 84"/>
                <a:gd name="T109" fmla="*/ 6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4" h="84">
                  <a:moveTo>
                    <a:pt x="82" y="68"/>
                  </a:moveTo>
                  <a:cubicBezTo>
                    <a:pt x="83" y="65"/>
                    <a:pt x="84" y="62"/>
                    <a:pt x="83" y="61"/>
                  </a:cubicBezTo>
                  <a:cubicBezTo>
                    <a:pt x="83" y="59"/>
                    <a:pt x="83" y="58"/>
                    <a:pt x="81" y="56"/>
                  </a:cubicBezTo>
                  <a:cubicBezTo>
                    <a:pt x="80" y="54"/>
                    <a:pt x="80" y="53"/>
                    <a:pt x="80" y="52"/>
                  </a:cubicBezTo>
                  <a:cubicBezTo>
                    <a:pt x="79" y="51"/>
                    <a:pt x="79" y="51"/>
                    <a:pt x="75" y="49"/>
                  </a:cubicBezTo>
                  <a:cubicBezTo>
                    <a:pt x="72" y="48"/>
                    <a:pt x="70" y="47"/>
                    <a:pt x="69" y="47"/>
                  </a:cubicBezTo>
                  <a:cubicBezTo>
                    <a:pt x="67" y="47"/>
                    <a:pt x="66" y="47"/>
                    <a:pt x="64" y="45"/>
                  </a:cubicBezTo>
                  <a:cubicBezTo>
                    <a:pt x="63" y="45"/>
                    <a:pt x="63" y="45"/>
                    <a:pt x="62" y="44"/>
                  </a:cubicBezTo>
                  <a:cubicBezTo>
                    <a:pt x="62" y="44"/>
                    <a:pt x="62" y="44"/>
                    <a:pt x="62" y="44"/>
                  </a:cubicBezTo>
                  <a:cubicBezTo>
                    <a:pt x="62" y="44"/>
                    <a:pt x="62" y="44"/>
                    <a:pt x="61" y="44"/>
                  </a:cubicBezTo>
                  <a:cubicBezTo>
                    <a:pt x="61" y="44"/>
                    <a:pt x="61" y="44"/>
                    <a:pt x="61" y="44"/>
                  </a:cubicBezTo>
                  <a:cubicBezTo>
                    <a:pt x="59" y="42"/>
                    <a:pt x="59" y="41"/>
                    <a:pt x="62" y="37"/>
                  </a:cubicBezTo>
                  <a:cubicBezTo>
                    <a:pt x="62" y="37"/>
                    <a:pt x="62" y="36"/>
                    <a:pt x="63" y="35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64" y="33"/>
                    <a:pt x="65" y="33"/>
                    <a:pt x="65" y="31"/>
                  </a:cubicBezTo>
                  <a:cubicBezTo>
                    <a:pt x="65" y="29"/>
                    <a:pt x="64" y="27"/>
                    <a:pt x="63" y="24"/>
                  </a:cubicBezTo>
                  <a:cubicBezTo>
                    <a:pt x="63" y="22"/>
                    <a:pt x="62" y="20"/>
                    <a:pt x="62" y="20"/>
                  </a:cubicBezTo>
                  <a:cubicBezTo>
                    <a:pt x="61" y="19"/>
                    <a:pt x="61" y="19"/>
                    <a:pt x="61" y="20"/>
                  </a:cubicBezTo>
                  <a:cubicBezTo>
                    <a:pt x="60" y="20"/>
                    <a:pt x="59" y="22"/>
                    <a:pt x="57" y="24"/>
                  </a:cubicBezTo>
                  <a:cubicBezTo>
                    <a:pt x="56" y="25"/>
                    <a:pt x="55" y="26"/>
                    <a:pt x="54" y="26"/>
                  </a:cubicBezTo>
                  <a:cubicBezTo>
                    <a:pt x="53" y="27"/>
                    <a:pt x="52" y="28"/>
                    <a:pt x="51" y="28"/>
                  </a:cubicBezTo>
                  <a:cubicBezTo>
                    <a:pt x="50" y="28"/>
                    <a:pt x="49" y="28"/>
                    <a:pt x="48" y="27"/>
                  </a:cubicBezTo>
                  <a:cubicBezTo>
                    <a:pt x="48" y="27"/>
                    <a:pt x="48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6"/>
                    <a:pt x="47" y="26"/>
                    <a:pt x="45" y="25"/>
                  </a:cubicBezTo>
                  <a:cubicBezTo>
                    <a:pt x="45" y="25"/>
                    <a:pt x="44" y="25"/>
                    <a:pt x="43" y="24"/>
                  </a:cubicBezTo>
                  <a:cubicBezTo>
                    <a:pt x="40" y="23"/>
                    <a:pt x="40" y="20"/>
                    <a:pt x="41" y="16"/>
                  </a:cubicBezTo>
                  <a:cubicBezTo>
                    <a:pt x="41" y="15"/>
                    <a:pt x="41" y="14"/>
                    <a:pt x="41" y="13"/>
                  </a:cubicBezTo>
                  <a:cubicBezTo>
                    <a:pt x="41" y="11"/>
                    <a:pt x="41" y="9"/>
                    <a:pt x="40" y="8"/>
                  </a:cubicBezTo>
                  <a:cubicBezTo>
                    <a:pt x="40" y="6"/>
                    <a:pt x="39" y="4"/>
                    <a:pt x="38" y="3"/>
                  </a:cubicBezTo>
                  <a:cubicBezTo>
                    <a:pt x="38" y="2"/>
                    <a:pt x="37" y="1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0"/>
                    <a:pt x="37" y="0"/>
                    <a:pt x="35" y="0"/>
                  </a:cubicBezTo>
                  <a:cubicBezTo>
                    <a:pt x="34" y="1"/>
                    <a:pt x="33" y="1"/>
                    <a:pt x="33" y="2"/>
                  </a:cubicBezTo>
                  <a:cubicBezTo>
                    <a:pt x="31" y="2"/>
                    <a:pt x="30" y="3"/>
                    <a:pt x="27" y="3"/>
                  </a:cubicBezTo>
                  <a:cubicBezTo>
                    <a:pt x="25" y="3"/>
                    <a:pt x="22" y="3"/>
                    <a:pt x="20" y="3"/>
                  </a:cubicBezTo>
                  <a:cubicBezTo>
                    <a:pt x="20" y="4"/>
                    <a:pt x="20" y="5"/>
                    <a:pt x="20" y="6"/>
                  </a:cubicBezTo>
                  <a:cubicBezTo>
                    <a:pt x="20" y="8"/>
                    <a:pt x="19" y="10"/>
                    <a:pt x="19" y="11"/>
                  </a:cubicBezTo>
                  <a:cubicBezTo>
                    <a:pt x="19" y="14"/>
                    <a:pt x="16" y="18"/>
                    <a:pt x="12" y="21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4"/>
                    <a:pt x="3" y="30"/>
                    <a:pt x="0" y="34"/>
                  </a:cubicBezTo>
                  <a:cubicBezTo>
                    <a:pt x="1" y="34"/>
                    <a:pt x="1" y="35"/>
                    <a:pt x="2" y="35"/>
                  </a:cubicBezTo>
                  <a:cubicBezTo>
                    <a:pt x="5" y="37"/>
                    <a:pt x="8" y="36"/>
                    <a:pt x="11" y="39"/>
                  </a:cubicBezTo>
                  <a:cubicBezTo>
                    <a:pt x="15" y="43"/>
                    <a:pt x="16" y="43"/>
                    <a:pt x="19" y="45"/>
                  </a:cubicBezTo>
                  <a:cubicBezTo>
                    <a:pt x="21" y="47"/>
                    <a:pt x="23" y="46"/>
                    <a:pt x="25" y="48"/>
                  </a:cubicBezTo>
                  <a:cubicBezTo>
                    <a:pt x="27" y="51"/>
                    <a:pt x="32" y="55"/>
                    <a:pt x="33" y="57"/>
                  </a:cubicBezTo>
                  <a:cubicBezTo>
                    <a:pt x="33" y="58"/>
                    <a:pt x="38" y="62"/>
                    <a:pt x="40" y="64"/>
                  </a:cubicBezTo>
                  <a:cubicBezTo>
                    <a:pt x="43" y="67"/>
                    <a:pt x="44" y="67"/>
                    <a:pt x="52" y="71"/>
                  </a:cubicBezTo>
                  <a:cubicBezTo>
                    <a:pt x="59" y="76"/>
                    <a:pt x="63" y="78"/>
                    <a:pt x="67" y="79"/>
                  </a:cubicBezTo>
                  <a:cubicBezTo>
                    <a:pt x="70" y="80"/>
                    <a:pt x="72" y="82"/>
                    <a:pt x="75" y="83"/>
                  </a:cubicBezTo>
                  <a:cubicBezTo>
                    <a:pt x="77" y="83"/>
                    <a:pt x="79" y="84"/>
                    <a:pt x="80" y="84"/>
                  </a:cubicBezTo>
                  <a:cubicBezTo>
                    <a:pt x="80" y="81"/>
                    <a:pt x="79" y="78"/>
                    <a:pt x="79" y="76"/>
                  </a:cubicBezTo>
                  <a:cubicBezTo>
                    <a:pt x="80" y="74"/>
                    <a:pt x="80" y="73"/>
                    <a:pt x="81" y="72"/>
                  </a:cubicBezTo>
                  <a:cubicBezTo>
                    <a:pt x="81" y="72"/>
                    <a:pt x="82" y="71"/>
                    <a:pt x="82" y="6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5" name="Freeform 490">
              <a:extLst>
                <a:ext uri="{FF2B5EF4-FFF2-40B4-BE49-F238E27FC236}">
                  <a16:creationId xmlns:a16="http://schemas.microsoft.com/office/drawing/2014/main" id="{09C67BDB-082C-15FD-547B-D1C25E6532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7453" y="2756754"/>
              <a:ext cx="67699" cy="35260"/>
            </a:xfrm>
            <a:custGeom>
              <a:avLst/>
              <a:gdLst>
                <a:gd name="T0" fmla="*/ 42 w 62"/>
                <a:gd name="T1" fmla="*/ 23 h 33"/>
                <a:gd name="T2" fmla="*/ 52 w 62"/>
                <a:gd name="T3" fmla="*/ 18 h 33"/>
                <a:gd name="T4" fmla="*/ 59 w 62"/>
                <a:gd name="T5" fmla="*/ 18 h 33"/>
                <a:gd name="T6" fmla="*/ 59 w 62"/>
                <a:gd name="T7" fmla="*/ 15 h 33"/>
                <a:gd name="T8" fmla="*/ 60 w 62"/>
                <a:gd name="T9" fmla="*/ 7 h 33"/>
                <a:gd name="T10" fmla="*/ 61 w 62"/>
                <a:gd name="T11" fmla="*/ 0 h 33"/>
                <a:gd name="T12" fmla="*/ 47 w 62"/>
                <a:gd name="T13" fmla="*/ 0 h 33"/>
                <a:gd name="T14" fmla="*/ 33 w 62"/>
                <a:gd name="T15" fmla="*/ 3 h 33"/>
                <a:gd name="T16" fmla="*/ 19 w 62"/>
                <a:gd name="T17" fmla="*/ 5 h 33"/>
                <a:gd name="T18" fmla="*/ 11 w 62"/>
                <a:gd name="T19" fmla="*/ 6 h 33"/>
                <a:gd name="T20" fmla="*/ 0 w 62"/>
                <a:gd name="T21" fmla="*/ 7 h 33"/>
                <a:gd name="T22" fmla="*/ 10 w 62"/>
                <a:gd name="T23" fmla="*/ 7 h 33"/>
                <a:gd name="T24" fmla="*/ 11 w 62"/>
                <a:gd name="T25" fmla="*/ 10 h 33"/>
                <a:gd name="T26" fmla="*/ 16 w 62"/>
                <a:gd name="T27" fmla="*/ 13 h 33"/>
                <a:gd name="T28" fmla="*/ 19 w 62"/>
                <a:gd name="T29" fmla="*/ 15 h 33"/>
                <a:gd name="T30" fmla="*/ 28 w 62"/>
                <a:gd name="T31" fmla="*/ 13 h 33"/>
                <a:gd name="T32" fmla="*/ 36 w 62"/>
                <a:gd name="T33" fmla="*/ 15 h 33"/>
                <a:gd name="T34" fmla="*/ 31 w 62"/>
                <a:gd name="T35" fmla="*/ 22 h 33"/>
                <a:gd name="T36" fmla="*/ 33 w 62"/>
                <a:gd name="T37" fmla="*/ 29 h 33"/>
                <a:gd name="T38" fmla="*/ 38 w 62"/>
                <a:gd name="T39" fmla="*/ 29 h 33"/>
                <a:gd name="T40" fmla="*/ 42 w 62"/>
                <a:gd name="T41" fmla="*/ 24 h 33"/>
                <a:gd name="T42" fmla="*/ 22 w 62"/>
                <a:gd name="T43" fmla="*/ 26 h 33"/>
                <a:gd name="T44" fmla="*/ 23 w 62"/>
                <a:gd name="T45" fmla="*/ 28 h 33"/>
                <a:gd name="T46" fmla="*/ 16 w 62"/>
                <a:gd name="T47" fmla="*/ 24 h 33"/>
                <a:gd name="T48" fmla="*/ 17 w 62"/>
                <a:gd name="T49" fmla="*/ 23 h 33"/>
                <a:gd name="T50" fmla="*/ 16 w 62"/>
                <a:gd name="T51" fmla="*/ 24 h 33"/>
                <a:gd name="T52" fmla="*/ 15 w 62"/>
                <a:gd name="T53" fmla="*/ 28 h 33"/>
                <a:gd name="T54" fmla="*/ 11 w 62"/>
                <a:gd name="T55" fmla="*/ 29 h 33"/>
                <a:gd name="T56" fmla="*/ 16 w 62"/>
                <a:gd name="T57" fmla="*/ 31 h 33"/>
                <a:gd name="T58" fmla="*/ 18 w 62"/>
                <a:gd name="T59" fmla="*/ 30 h 33"/>
                <a:gd name="T60" fmla="*/ 7 w 62"/>
                <a:gd name="T61" fmla="*/ 22 h 33"/>
                <a:gd name="T62" fmla="*/ 10 w 62"/>
                <a:gd name="T63" fmla="*/ 21 h 33"/>
                <a:gd name="T64" fmla="*/ 34 w 62"/>
                <a:gd name="T65" fmla="*/ 19 h 33"/>
                <a:gd name="T66" fmla="*/ 34 w 62"/>
                <a:gd name="T67" fmla="*/ 16 h 33"/>
                <a:gd name="T68" fmla="*/ 29 w 62"/>
                <a:gd name="T69" fmla="*/ 16 h 33"/>
                <a:gd name="T70" fmla="*/ 28 w 62"/>
                <a:gd name="T71" fmla="*/ 20 h 33"/>
                <a:gd name="T72" fmla="*/ 34 w 62"/>
                <a:gd name="T73" fmla="*/ 1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" h="33">
                  <a:moveTo>
                    <a:pt x="42" y="24"/>
                  </a:moveTo>
                  <a:cubicBezTo>
                    <a:pt x="42" y="23"/>
                    <a:pt x="42" y="23"/>
                    <a:pt x="42" y="23"/>
                  </a:cubicBezTo>
                  <a:cubicBezTo>
                    <a:pt x="42" y="23"/>
                    <a:pt x="42" y="23"/>
                    <a:pt x="42" y="23"/>
                  </a:cubicBezTo>
                  <a:cubicBezTo>
                    <a:pt x="45" y="21"/>
                    <a:pt x="46" y="19"/>
                    <a:pt x="52" y="18"/>
                  </a:cubicBezTo>
                  <a:cubicBezTo>
                    <a:pt x="55" y="18"/>
                    <a:pt x="57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60" y="17"/>
                    <a:pt x="60" y="17"/>
                    <a:pt x="60" y="16"/>
                  </a:cubicBezTo>
                  <a:cubicBezTo>
                    <a:pt x="60" y="16"/>
                    <a:pt x="60" y="15"/>
                    <a:pt x="59" y="15"/>
                  </a:cubicBezTo>
                  <a:cubicBezTo>
                    <a:pt x="58" y="13"/>
                    <a:pt x="57" y="12"/>
                    <a:pt x="58" y="9"/>
                  </a:cubicBezTo>
                  <a:cubicBezTo>
                    <a:pt x="59" y="8"/>
                    <a:pt x="60" y="7"/>
                    <a:pt x="60" y="7"/>
                  </a:cubicBezTo>
                  <a:cubicBezTo>
                    <a:pt x="60" y="7"/>
                    <a:pt x="61" y="7"/>
                    <a:pt x="61" y="5"/>
                  </a:cubicBezTo>
                  <a:cubicBezTo>
                    <a:pt x="62" y="3"/>
                    <a:pt x="61" y="1"/>
                    <a:pt x="61" y="0"/>
                  </a:cubicBezTo>
                  <a:cubicBezTo>
                    <a:pt x="59" y="0"/>
                    <a:pt x="58" y="0"/>
                    <a:pt x="56" y="0"/>
                  </a:cubicBezTo>
                  <a:cubicBezTo>
                    <a:pt x="52" y="0"/>
                    <a:pt x="49" y="0"/>
                    <a:pt x="47" y="0"/>
                  </a:cubicBezTo>
                  <a:cubicBezTo>
                    <a:pt x="45" y="1"/>
                    <a:pt x="43" y="1"/>
                    <a:pt x="40" y="1"/>
                  </a:cubicBezTo>
                  <a:cubicBezTo>
                    <a:pt x="37" y="1"/>
                    <a:pt x="35" y="2"/>
                    <a:pt x="33" y="3"/>
                  </a:cubicBezTo>
                  <a:cubicBezTo>
                    <a:pt x="31" y="4"/>
                    <a:pt x="29" y="4"/>
                    <a:pt x="27" y="4"/>
                  </a:cubicBezTo>
                  <a:cubicBezTo>
                    <a:pt x="24" y="4"/>
                    <a:pt x="21" y="5"/>
                    <a:pt x="19" y="5"/>
                  </a:cubicBezTo>
                  <a:cubicBezTo>
                    <a:pt x="17" y="5"/>
                    <a:pt x="16" y="5"/>
                    <a:pt x="15" y="5"/>
                  </a:cubicBezTo>
                  <a:cubicBezTo>
                    <a:pt x="14" y="5"/>
                    <a:pt x="13" y="5"/>
                    <a:pt x="11" y="6"/>
                  </a:cubicBezTo>
                  <a:cubicBezTo>
                    <a:pt x="9" y="6"/>
                    <a:pt x="8" y="6"/>
                    <a:pt x="6" y="6"/>
                  </a:cubicBezTo>
                  <a:cubicBezTo>
                    <a:pt x="5" y="7"/>
                    <a:pt x="3" y="7"/>
                    <a:pt x="0" y="7"/>
                  </a:cubicBezTo>
                  <a:cubicBezTo>
                    <a:pt x="2" y="8"/>
                    <a:pt x="3" y="8"/>
                    <a:pt x="5" y="9"/>
                  </a:cubicBezTo>
                  <a:cubicBezTo>
                    <a:pt x="7" y="9"/>
                    <a:pt x="9" y="8"/>
                    <a:pt x="10" y="7"/>
                  </a:cubicBezTo>
                  <a:cubicBezTo>
                    <a:pt x="11" y="7"/>
                    <a:pt x="13" y="6"/>
                    <a:pt x="13" y="7"/>
                  </a:cubicBezTo>
                  <a:cubicBezTo>
                    <a:pt x="13" y="8"/>
                    <a:pt x="11" y="9"/>
                    <a:pt x="11" y="10"/>
                  </a:cubicBezTo>
                  <a:cubicBezTo>
                    <a:pt x="11" y="10"/>
                    <a:pt x="10" y="11"/>
                    <a:pt x="11" y="12"/>
                  </a:cubicBezTo>
                  <a:cubicBezTo>
                    <a:pt x="12" y="14"/>
                    <a:pt x="14" y="14"/>
                    <a:pt x="16" y="13"/>
                  </a:cubicBezTo>
                  <a:cubicBezTo>
                    <a:pt x="18" y="12"/>
                    <a:pt x="21" y="10"/>
                    <a:pt x="22" y="11"/>
                  </a:cubicBezTo>
                  <a:cubicBezTo>
                    <a:pt x="23" y="13"/>
                    <a:pt x="19" y="15"/>
                    <a:pt x="19" y="15"/>
                  </a:cubicBezTo>
                  <a:cubicBezTo>
                    <a:pt x="19" y="15"/>
                    <a:pt x="21" y="17"/>
                    <a:pt x="23" y="16"/>
                  </a:cubicBezTo>
                  <a:cubicBezTo>
                    <a:pt x="25" y="15"/>
                    <a:pt x="25" y="14"/>
                    <a:pt x="28" y="13"/>
                  </a:cubicBezTo>
                  <a:cubicBezTo>
                    <a:pt x="31" y="13"/>
                    <a:pt x="32" y="11"/>
                    <a:pt x="34" y="13"/>
                  </a:cubicBezTo>
                  <a:cubicBezTo>
                    <a:pt x="36" y="14"/>
                    <a:pt x="36" y="14"/>
                    <a:pt x="36" y="15"/>
                  </a:cubicBezTo>
                  <a:cubicBezTo>
                    <a:pt x="36" y="17"/>
                    <a:pt x="38" y="17"/>
                    <a:pt x="37" y="19"/>
                  </a:cubicBezTo>
                  <a:cubicBezTo>
                    <a:pt x="35" y="21"/>
                    <a:pt x="33" y="21"/>
                    <a:pt x="31" y="22"/>
                  </a:cubicBezTo>
                  <a:cubicBezTo>
                    <a:pt x="30" y="23"/>
                    <a:pt x="27" y="25"/>
                    <a:pt x="28" y="27"/>
                  </a:cubicBezTo>
                  <a:cubicBezTo>
                    <a:pt x="30" y="28"/>
                    <a:pt x="32" y="29"/>
                    <a:pt x="33" y="29"/>
                  </a:cubicBezTo>
                  <a:cubicBezTo>
                    <a:pt x="35" y="30"/>
                    <a:pt x="35" y="29"/>
                    <a:pt x="36" y="29"/>
                  </a:cubicBezTo>
                  <a:cubicBezTo>
                    <a:pt x="37" y="29"/>
                    <a:pt x="37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7"/>
                    <a:pt x="40" y="26"/>
                    <a:pt x="42" y="24"/>
                  </a:cubicBezTo>
                  <a:cubicBezTo>
                    <a:pt x="42" y="24"/>
                    <a:pt x="42" y="24"/>
                    <a:pt x="42" y="24"/>
                  </a:cubicBezTo>
                  <a:close/>
                  <a:moveTo>
                    <a:pt x="22" y="26"/>
                  </a:moveTo>
                  <a:cubicBezTo>
                    <a:pt x="22" y="27"/>
                    <a:pt x="21" y="27"/>
                    <a:pt x="22" y="28"/>
                  </a:cubicBezTo>
                  <a:cubicBezTo>
                    <a:pt x="22" y="28"/>
                    <a:pt x="23" y="28"/>
                    <a:pt x="23" y="28"/>
                  </a:cubicBezTo>
                  <a:cubicBezTo>
                    <a:pt x="24" y="28"/>
                    <a:pt x="23" y="26"/>
                    <a:pt x="22" y="26"/>
                  </a:cubicBezTo>
                  <a:close/>
                  <a:moveTo>
                    <a:pt x="16" y="24"/>
                  </a:moveTo>
                  <a:cubicBezTo>
                    <a:pt x="17" y="24"/>
                    <a:pt x="19" y="26"/>
                    <a:pt x="19" y="25"/>
                  </a:cubicBezTo>
                  <a:cubicBezTo>
                    <a:pt x="19" y="24"/>
                    <a:pt x="18" y="24"/>
                    <a:pt x="17" y="23"/>
                  </a:cubicBezTo>
                  <a:cubicBezTo>
                    <a:pt x="17" y="22"/>
                    <a:pt x="16" y="21"/>
                    <a:pt x="15" y="22"/>
                  </a:cubicBezTo>
                  <a:cubicBezTo>
                    <a:pt x="15" y="23"/>
                    <a:pt x="15" y="24"/>
                    <a:pt x="16" y="24"/>
                  </a:cubicBezTo>
                  <a:close/>
                  <a:moveTo>
                    <a:pt x="18" y="30"/>
                  </a:moveTo>
                  <a:cubicBezTo>
                    <a:pt x="17" y="30"/>
                    <a:pt x="16" y="29"/>
                    <a:pt x="15" y="28"/>
                  </a:cubicBezTo>
                  <a:cubicBezTo>
                    <a:pt x="14" y="28"/>
                    <a:pt x="14" y="27"/>
                    <a:pt x="12" y="27"/>
                  </a:cubicBezTo>
                  <a:cubicBezTo>
                    <a:pt x="11" y="27"/>
                    <a:pt x="11" y="28"/>
                    <a:pt x="11" y="29"/>
                  </a:cubicBezTo>
                  <a:cubicBezTo>
                    <a:pt x="11" y="29"/>
                    <a:pt x="11" y="31"/>
                    <a:pt x="12" y="32"/>
                  </a:cubicBezTo>
                  <a:cubicBezTo>
                    <a:pt x="14" y="33"/>
                    <a:pt x="14" y="32"/>
                    <a:pt x="16" y="31"/>
                  </a:cubicBezTo>
                  <a:cubicBezTo>
                    <a:pt x="18" y="31"/>
                    <a:pt x="18" y="31"/>
                    <a:pt x="19" y="30"/>
                  </a:cubicBezTo>
                  <a:cubicBezTo>
                    <a:pt x="19" y="29"/>
                    <a:pt x="18" y="30"/>
                    <a:pt x="18" y="30"/>
                  </a:cubicBezTo>
                  <a:close/>
                  <a:moveTo>
                    <a:pt x="9" y="20"/>
                  </a:moveTo>
                  <a:cubicBezTo>
                    <a:pt x="8" y="21"/>
                    <a:pt x="7" y="21"/>
                    <a:pt x="7" y="22"/>
                  </a:cubicBezTo>
                  <a:cubicBezTo>
                    <a:pt x="7" y="23"/>
                    <a:pt x="8" y="24"/>
                    <a:pt x="9" y="23"/>
                  </a:cubicBezTo>
                  <a:cubicBezTo>
                    <a:pt x="10" y="23"/>
                    <a:pt x="10" y="22"/>
                    <a:pt x="10" y="21"/>
                  </a:cubicBezTo>
                  <a:cubicBezTo>
                    <a:pt x="10" y="21"/>
                    <a:pt x="10" y="20"/>
                    <a:pt x="9" y="20"/>
                  </a:cubicBezTo>
                  <a:close/>
                  <a:moveTo>
                    <a:pt x="34" y="19"/>
                  </a:moveTo>
                  <a:cubicBezTo>
                    <a:pt x="35" y="19"/>
                    <a:pt x="35" y="18"/>
                    <a:pt x="34" y="18"/>
                  </a:cubicBezTo>
                  <a:cubicBezTo>
                    <a:pt x="34" y="17"/>
                    <a:pt x="34" y="17"/>
                    <a:pt x="34" y="16"/>
                  </a:cubicBezTo>
                  <a:cubicBezTo>
                    <a:pt x="34" y="15"/>
                    <a:pt x="33" y="15"/>
                    <a:pt x="31" y="15"/>
                  </a:cubicBezTo>
                  <a:cubicBezTo>
                    <a:pt x="30" y="15"/>
                    <a:pt x="30" y="15"/>
                    <a:pt x="29" y="16"/>
                  </a:cubicBezTo>
                  <a:cubicBezTo>
                    <a:pt x="27" y="17"/>
                    <a:pt x="27" y="18"/>
                    <a:pt x="26" y="19"/>
                  </a:cubicBezTo>
                  <a:cubicBezTo>
                    <a:pt x="26" y="20"/>
                    <a:pt x="27" y="20"/>
                    <a:pt x="28" y="20"/>
                  </a:cubicBezTo>
                  <a:cubicBezTo>
                    <a:pt x="29" y="20"/>
                    <a:pt x="29" y="19"/>
                    <a:pt x="31" y="19"/>
                  </a:cubicBezTo>
                  <a:cubicBezTo>
                    <a:pt x="32" y="18"/>
                    <a:pt x="33" y="19"/>
                    <a:pt x="34" y="1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6" name="Freeform 491">
              <a:extLst>
                <a:ext uri="{FF2B5EF4-FFF2-40B4-BE49-F238E27FC236}">
                  <a16:creationId xmlns:a16="http://schemas.microsoft.com/office/drawing/2014/main" id="{D909D339-1764-D629-3ADF-3F9679FE6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405" y="2274401"/>
              <a:ext cx="355418" cy="321568"/>
            </a:xfrm>
            <a:custGeom>
              <a:avLst/>
              <a:gdLst>
                <a:gd name="T0" fmla="*/ 5 w 324"/>
                <a:gd name="T1" fmla="*/ 155 h 300"/>
                <a:gd name="T2" fmla="*/ 2 w 324"/>
                <a:gd name="T3" fmla="*/ 158 h 300"/>
                <a:gd name="T4" fmla="*/ 8 w 324"/>
                <a:gd name="T5" fmla="*/ 167 h 300"/>
                <a:gd name="T6" fmla="*/ 14 w 324"/>
                <a:gd name="T7" fmla="*/ 180 h 300"/>
                <a:gd name="T8" fmla="*/ 18 w 324"/>
                <a:gd name="T9" fmla="*/ 191 h 300"/>
                <a:gd name="T10" fmla="*/ 24 w 324"/>
                <a:gd name="T11" fmla="*/ 193 h 300"/>
                <a:gd name="T12" fmla="*/ 32 w 324"/>
                <a:gd name="T13" fmla="*/ 193 h 300"/>
                <a:gd name="T14" fmla="*/ 45 w 324"/>
                <a:gd name="T15" fmla="*/ 199 h 300"/>
                <a:gd name="T16" fmla="*/ 50 w 324"/>
                <a:gd name="T17" fmla="*/ 208 h 300"/>
                <a:gd name="T18" fmla="*/ 71 w 324"/>
                <a:gd name="T19" fmla="*/ 218 h 300"/>
                <a:gd name="T20" fmla="*/ 90 w 324"/>
                <a:gd name="T21" fmla="*/ 224 h 300"/>
                <a:gd name="T22" fmla="*/ 98 w 324"/>
                <a:gd name="T23" fmla="*/ 231 h 300"/>
                <a:gd name="T24" fmla="*/ 123 w 324"/>
                <a:gd name="T25" fmla="*/ 223 h 300"/>
                <a:gd name="T26" fmla="*/ 134 w 324"/>
                <a:gd name="T27" fmla="*/ 218 h 300"/>
                <a:gd name="T28" fmla="*/ 299 w 324"/>
                <a:gd name="T29" fmla="*/ 300 h 300"/>
                <a:gd name="T30" fmla="*/ 305 w 324"/>
                <a:gd name="T31" fmla="*/ 292 h 300"/>
                <a:gd name="T32" fmla="*/ 312 w 324"/>
                <a:gd name="T33" fmla="*/ 292 h 300"/>
                <a:gd name="T34" fmla="*/ 321 w 324"/>
                <a:gd name="T35" fmla="*/ 289 h 300"/>
                <a:gd name="T36" fmla="*/ 320 w 324"/>
                <a:gd name="T37" fmla="*/ 286 h 300"/>
                <a:gd name="T38" fmla="*/ 320 w 324"/>
                <a:gd name="T39" fmla="*/ 130 h 300"/>
                <a:gd name="T40" fmla="*/ 319 w 324"/>
                <a:gd name="T41" fmla="*/ 83 h 300"/>
                <a:gd name="T42" fmla="*/ 315 w 324"/>
                <a:gd name="T43" fmla="*/ 68 h 300"/>
                <a:gd name="T44" fmla="*/ 319 w 324"/>
                <a:gd name="T45" fmla="*/ 57 h 300"/>
                <a:gd name="T46" fmla="*/ 319 w 324"/>
                <a:gd name="T47" fmla="*/ 41 h 300"/>
                <a:gd name="T48" fmla="*/ 321 w 324"/>
                <a:gd name="T49" fmla="*/ 29 h 300"/>
                <a:gd name="T50" fmla="*/ 288 w 324"/>
                <a:gd name="T51" fmla="*/ 23 h 300"/>
                <a:gd name="T52" fmla="*/ 276 w 324"/>
                <a:gd name="T53" fmla="*/ 11 h 300"/>
                <a:gd name="T54" fmla="*/ 258 w 324"/>
                <a:gd name="T55" fmla="*/ 6 h 300"/>
                <a:gd name="T56" fmla="*/ 230 w 324"/>
                <a:gd name="T57" fmla="*/ 13 h 300"/>
                <a:gd name="T58" fmla="*/ 217 w 324"/>
                <a:gd name="T59" fmla="*/ 33 h 300"/>
                <a:gd name="T60" fmla="*/ 220 w 324"/>
                <a:gd name="T61" fmla="*/ 50 h 300"/>
                <a:gd name="T62" fmla="*/ 200 w 324"/>
                <a:gd name="T63" fmla="*/ 65 h 300"/>
                <a:gd name="T64" fmla="*/ 166 w 324"/>
                <a:gd name="T65" fmla="*/ 49 h 300"/>
                <a:gd name="T66" fmla="*/ 127 w 324"/>
                <a:gd name="T67" fmla="*/ 39 h 300"/>
                <a:gd name="T68" fmla="*/ 106 w 324"/>
                <a:gd name="T69" fmla="*/ 16 h 300"/>
                <a:gd name="T70" fmla="*/ 76 w 324"/>
                <a:gd name="T71" fmla="*/ 7 h 300"/>
                <a:gd name="T72" fmla="*/ 51 w 324"/>
                <a:gd name="T73" fmla="*/ 2 h 300"/>
                <a:gd name="T74" fmla="*/ 45 w 324"/>
                <a:gd name="T75" fmla="*/ 17 h 300"/>
                <a:gd name="T76" fmla="*/ 45 w 324"/>
                <a:gd name="T77" fmla="*/ 18 h 300"/>
                <a:gd name="T78" fmla="*/ 20 w 324"/>
                <a:gd name="T79" fmla="*/ 47 h 300"/>
                <a:gd name="T80" fmla="*/ 16 w 324"/>
                <a:gd name="T81" fmla="*/ 59 h 300"/>
                <a:gd name="T82" fmla="*/ 10 w 324"/>
                <a:gd name="T83" fmla="*/ 66 h 300"/>
                <a:gd name="T84" fmla="*/ 1 w 324"/>
                <a:gd name="T85" fmla="*/ 70 h 300"/>
                <a:gd name="T86" fmla="*/ 1 w 324"/>
                <a:gd name="T87" fmla="*/ 72 h 300"/>
                <a:gd name="T88" fmla="*/ 6 w 324"/>
                <a:gd name="T89" fmla="*/ 80 h 300"/>
                <a:gd name="T90" fmla="*/ 10 w 324"/>
                <a:gd name="T91" fmla="*/ 90 h 300"/>
                <a:gd name="T92" fmla="*/ 10 w 324"/>
                <a:gd name="T93" fmla="*/ 104 h 300"/>
                <a:gd name="T94" fmla="*/ 10 w 324"/>
                <a:gd name="T95" fmla="*/ 112 h 300"/>
                <a:gd name="T96" fmla="*/ 12 w 324"/>
                <a:gd name="T97" fmla="*/ 122 h 300"/>
                <a:gd name="T98" fmla="*/ 8 w 324"/>
                <a:gd name="T99" fmla="*/ 133 h 300"/>
                <a:gd name="T100" fmla="*/ 10 w 324"/>
                <a:gd name="T101" fmla="*/ 148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24" h="300">
                  <a:moveTo>
                    <a:pt x="5" y="155"/>
                  </a:moveTo>
                  <a:cubicBezTo>
                    <a:pt x="5" y="155"/>
                    <a:pt x="5" y="155"/>
                    <a:pt x="5" y="155"/>
                  </a:cubicBezTo>
                  <a:cubicBezTo>
                    <a:pt x="5" y="155"/>
                    <a:pt x="4" y="156"/>
                    <a:pt x="4" y="156"/>
                  </a:cubicBezTo>
                  <a:cubicBezTo>
                    <a:pt x="3" y="157"/>
                    <a:pt x="2" y="158"/>
                    <a:pt x="2" y="158"/>
                  </a:cubicBezTo>
                  <a:cubicBezTo>
                    <a:pt x="3" y="159"/>
                    <a:pt x="3" y="161"/>
                    <a:pt x="5" y="163"/>
                  </a:cubicBezTo>
                  <a:cubicBezTo>
                    <a:pt x="6" y="165"/>
                    <a:pt x="7" y="166"/>
                    <a:pt x="8" y="167"/>
                  </a:cubicBezTo>
                  <a:cubicBezTo>
                    <a:pt x="10" y="169"/>
                    <a:pt x="11" y="170"/>
                    <a:pt x="12" y="173"/>
                  </a:cubicBezTo>
                  <a:cubicBezTo>
                    <a:pt x="14" y="176"/>
                    <a:pt x="14" y="178"/>
                    <a:pt x="14" y="180"/>
                  </a:cubicBezTo>
                  <a:cubicBezTo>
                    <a:pt x="15" y="182"/>
                    <a:pt x="15" y="183"/>
                    <a:pt x="15" y="185"/>
                  </a:cubicBezTo>
                  <a:cubicBezTo>
                    <a:pt x="16" y="188"/>
                    <a:pt x="17" y="190"/>
                    <a:pt x="18" y="191"/>
                  </a:cubicBezTo>
                  <a:cubicBezTo>
                    <a:pt x="19" y="193"/>
                    <a:pt x="20" y="193"/>
                    <a:pt x="21" y="194"/>
                  </a:cubicBezTo>
                  <a:cubicBezTo>
                    <a:pt x="22" y="194"/>
                    <a:pt x="23" y="194"/>
                    <a:pt x="24" y="193"/>
                  </a:cubicBezTo>
                  <a:cubicBezTo>
                    <a:pt x="25" y="193"/>
                    <a:pt x="26" y="192"/>
                    <a:pt x="27" y="192"/>
                  </a:cubicBezTo>
                  <a:cubicBezTo>
                    <a:pt x="28" y="192"/>
                    <a:pt x="30" y="192"/>
                    <a:pt x="32" y="193"/>
                  </a:cubicBezTo>
                  <a:cubicBezTo>
                    <a:pt x="34" y="193"/>
                    <a:pt x="37" y="194"/>
                    <a:pt x="39" y="195"/>
                  </a:cubicBezTo>
                  <a:cubicBezTo>
                    <a:pt x="41" y="196"/>
                    <a:pt x="43" y="197"/>
                    <a:pt x="45" y="199"/>
                  </a:cubicBezTo>
                  <a:cubicBezTo>
                    <a:pt x="46" y="200"/>
                    <a:pt x="47" y="202"/>
                    <a:pt x="48" y="204"/>
                  </a:cubicBezTo>
                  <a:cubicBezTo>
                    <a:pt x="49" y="206"/>
                    <a:pt x="50" y="207"/>
                    <a:pt x="50" y="208"/>
                  </a:cubicBezTo>
                  <a:cubicBezTo>
                    <a:pt x="51" y="211"/>
                    <a:pt x="52" y="213"/>
                    <a:pt x="57" y="215"/>
                  </a:cubicBezTo>
                  <a:cubicBezTo>
                    <a:pt x="60" y="216"/>
                    <a:pt x="66" y="217"/>
                    <a:pt x="71" y="218"/>
                  </a:cubicBezTo>
                  <a:cubicBezTo>
                    <a:pt x="76" y="219"/>
                    <a:pt x="80" y="220"/>
                    <a:pt x="83" y="221"/>
                  </a:cubicBezTo>
                  <a:cubicBezTo>
                    <a:pt x="85" y="222"/>
                    <a:pt x="88" y="223"/>
                    <a:pt x="90" y="224"/>
                  </a:cubicBezTo>
                  <a:cubicBezTo>
                    <a:pt x="92" y="225"/>
                    <a:pt x="95" y="227"/>
                    <a:pt x="97" y="229"/>
                  </a:cubicBezTo>
                  <a:cubicBezTo>
                    <a:pt x="97" y="230"/>
                    <a:pt x="98" y="231"/>
                    <a:pt x="98" y="231"/>
                  </a:cubicBezTo>
                  <a:cubicBezTo>
                    <a:pt x="100" y="233"/>
                    <a:pt x="101" y="234"/>
                    <a:pt x="103" y="233"/>
                  </a:cubicBezTo>
                  <a:cubicBezTo>
                    <a:pt x="106" y="232"/>
                    <a:pt x="115" y="227"/>
                    <a:pt x="123" y="223"/>
                  </a:cubicBezTo>
                  <a:cubicBezTo>
                    <a:pt x="127" y="221"/>
                    <a:pt x="131" y="219"/>
                    <a:pt x="132" y="219"/>
                  </a:cubicBezTo>
                  <a:cubicBezTo>
                    <a:pt x="133" y="219"/>
                    <a:pt x="133" y="218"/>
                    <a:pt x="134" y="218"/>
                  </a:cubicBezTo>
                  <a:cubicBezTo>
                    <a:pt x="136" y="216"/>
                    <a:pt x="137" y="216"/>
                    <a:pt x="143" y="219"/>
                  </a:cubicBezTo>
                  <a:cubicBezTo>
                    <a:pt x="150" y="223"/>
                    <a:pt x="280" y="290"/>
                    <a:pt x="299" y="300"/>
                  </a:cubicBezTo>
                  <a:cubicBezTo>
                    <a:pt x="300" y="293"/>
                    <a:pt x="302" y="293"/>
                    <a:pt x="305" y="292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5" y="292"/>
                    <a:pt x="305" y="292"/>
                    <a:pt x="305" y="292"/>
                  </a:cubicBezTo>
                  <a:cubicBezTo>
                    <a:pt x="307" y="292"/>
                    <a:pt x="309" y="292"/>
                    <a:pt x="312" y="292"/>
                  </a:cubicBezTo>
                  <a:cubicBezTo>
                    <a:pt x="313" y="292"/>
                    <a:pt x="315" y="292"/>
                    <a:pt x="318" y="292"/>
                  </a:cubicBezTo>
                  <a:cubicBezTo>
                    <a:pt x="320" y="292"/>
                    <a:pt x="321" y="291"/>
                    <a:pt x="321" y="289"/>
                  </a:cubicBezTo>
                  <a:cubicBezTo>
                    <a:pt x="321" y="289"/>
                    <a:pt x="321" y="288"/>
                    <a:pt x="321" y="288"/>
                  </a:cubicBezTo>
                  <a:cubicBezTo>
                    <a:pt x="320" y="287"/>
                    <a:pt x="320" y="286"/>
                    <a:pt x="320" y="286"/>
                  </a:cubicBezTo>
                  <a:cubicBezTo>
                    <a:pt x="320" y="283"/>
                    <a:pt x="320" y="262"/>
                    <a:pt x="320" y="236"/>
                  </a:cubicBezTo>
                  <a:cubicBezTo>
                    <a:pt x="320" y="193"/>
                    <a:pt x="320" y="135"/>
                    <a:pt x="320" y="130"/>
                  </a:cubicBezTo>
                  <a:cubicBezTo>
                    <a:pt x="320" y="125"/>
                    <a:pt x="320" y="110"/>
                    <a:pt x="319" y="99"/>
                  </a:cubicBezTo>
                  <a:cubicBezTo>
                    <a:pt x="319" y="91"/>
                    <a:pt x="319" y="85"/>
                    <a:pt x="319" y="83"/>
                  </a:cubicBezTo>
                  <a:cubicBezTo>
                    <a:pt x="319" y="81"/>
                    <a:pt x="318" y="79"/>
                    <a:pt x="317" y="77"/>
                  </a:cubicBezTo>
                  <a:cubicBezTo>
                    <a:pt x="316" y="74"/>
                    <a:pt x="315" y="70"/>
                    <a:pt x="315" y="68"/>
                  </a:cubicBezTo>
                  <a:cubicBezTo>
                    <a:pt x="316" y="66"/>
                    <a:pt x="316" y="64"/>
                    <a:pt x="317" y="62"/>
                  </a:cubicBezTo>
                  <a:cubicBezTo>
                    <a:pt x="318" y="61"/>
                    <a:pt x="319" y="59"/>
                    <a:pt x="319" y="57"/>
                  </a:cubicBezTo>
                  <a:cubicBezTo>
                    <a:pt x="319" y="54"/>
                    <a:pt x="319" y="50"/>
                    <a:pt x="319" y="47"/>
                  </a:cubicBezTo>
                  <a:cubicBezTo>
                    <a:pt x="319" y="45"/>
                    <a:pt x="319" y="42"/>
                    <a:pt x="319" y="41"/>
                  </a:cubicBezTo>
                  <a:cubicBezTo>
                    <a:pt x="319" y="39"/>
                    <a:pt x="321" y="36"/>
                    <a:pt x="324" y="34"/>
                  </a:cubicBezTo>
                  <a:cubicBezTo>
                    <a:pt x="323" y="32"/>
                    <a:pt x="323" y="30"/>
                    <a:pt x="321" y="29"/>
                  </a:cubicBezTo>
                  <a:cubicBezTo>
                    <a:pt x="316" y="27"/>
                    <a:pt x="317" y="27"/>
                    <a:pt x="308" y="27"/>
                  </a:cubicBezTo>
                  <a:cubicBezTo>
                    <a:pt x="300" y="26"/>
                    <a:pt x="291" y="25"/>
                    <a:pt x="288" y="23"/>
                  </a:cubicBezTo>
                  <a:cubicBezTo>
                    <a:pt x="286" y="22"/>
                    <a:pt x="283" y="19"/>
                    <a:pt x="282" y="16"/>
                  </a:cubicBezTo>
                  <a:cubicBezTo>
                    <a:pt x="282" y="13"/>
                    <a:pt x="278" y="12"/>
                    <a:pt x="276" y="11"/>
                  </a:cubicBezTo>
                  <a:cubicBezTo>
                    <a:pt x="273" y="10"/>
                    <a:pt x="270" y="12"/>
                    <a:pt x="266" y="9"/>
                  </a:cubicBezTo>
                  <a:cubicBezTo>
                    <a:pt x="263" y="6"/>
                    <a:pt x="264" y="4"/>
                    <a:pt x="258" y="6"/>
                  </a:cubicBezTo>
                  <a:cubicBezTo>
                    <a:pt x="251" y="7"/>
                    <a:pt x="252" y="10"/>
                    <a:pt x="245" y="11"/>
                  </a:cubicBezTo>
                  <a:cubicBezTo>
                    <a:pt x="238" y="11"/>
                    <a:pt x="233" y="10"/>
                    <a:pt x="230" y="13"/>
                  </a:cubicBezTo>
                  <a:cubicBezTo>
                    <a:pt x="227" y="15"/>
                    <a:pt x="232" y="21"/>
                    <a:pt x="225" y="24"/>
                  </a:cubicBezTo>
                  <a:cubicBezTo>
                    <a:pt x="218" y="27"/>
                    <a:pt x="217" y="29"/>
                    <a:pt x="217" y="33"/>
                  </a:cubicBezTo>
                  <a:cubicBezTo>
                    <a:pt x="218" y="37"/>
                    <a:pt x="218" y="38"/>
                    <a:pt x="220" y="41"/>
                  </a:cubicBezTo>
                  <a:cubicBezTo>
                    <a:pt x="221" y="43"/>
                    <a:pt x="222" y="46"/>
                    <a:pt x="220" y="50"/>
                  </a:cubicBezTo>
                  <a:cubicBezTo>
                    <a:pt x="219" y="54"/>
                    <a:pt x="215" y="59"/>
                    <a:pt x="212" y="60"/>
                  </a:cubicBezTo>
                  <a:cubicBezTo>
                    <a:pt x="209" y="62"/>
                    <a:pt x="205" y="65"/>
                    <a:pt x="200" y="65"/>
                  </a:cubicBezTo>
                  <a:cubicBezTo>
                    <a:pt x="196" y="66"/>
                    <a:pt x="187" y="60"/>
                    <a:pt x="181" y="56"/>
                  </a:cubicBezTo>
                  <a:cubicBezTo>
                    <a:pt x="176" y="52"/>
                    <a:pt x="172" y="50"/>
                    <a:pt x="166" y="49"/>
                  </a:cubicBezTo>
                  <a:cubicBezTo>
                    <a:pt x="161" y="48"/>
                    <a:pt x="154" y="46"/>
                    <a:pt x="146" y="45"/>
                  </a:cubicBezTo>
                  <a:cubicBezTo>
                    <a:pt x="137" y="44"/>
                    <a:pt x="129" y="43"/>
                    <a:pt x="127" y="39"/>
                  </a:cubicBezTo>
                  <a:cubicBezTo>
                    <a:pt x="124" y="35"/>
                    <a:pt x="124" y="25"/>
                    <a:pt x="119" y="21"/>
                  </a:cubicBezTo>
                  <a:cubicBezTo>
                    <a:pt x="114" y="17"/>
                    <a:pt x="112" y="18"/>
                    <a:pt x="106" y="16"/>
                  </a:cubicBezTo>
                  <a:cubicBezTo>
                    <a:pt x="100" y="14"/>
                    <a:pt x="98" y="8"/>
                    <a:pt x="93" y="8"/>
                  </a:cubicBezTo>
                  <a:cubicBezTo>
                    <a:pt x="88" y="7"/>
                    <a:pt x="79" y="8"/>
                    <a:pt x="76" y="7"/>
                  </a:cubicBezTo>
                  <a:cubicBezTo>
                    <a:pt x="72" y="7"/>
                    <a:pt x="68" y="9"/>
                    <a:pt x="64" y="8"/>
                  </a:cubicBezTo>
                  <a:cubicBezTo>
                    <a:pt x="60" y="8"/>
                    <a:pt x="54" y="5"/>
                    <a:pt x="51" y="2"/>
                  </a:cubicBezTo>
                  <a:cubicBezTo>
                    <a:pt x="49" y="1"/>
                    <a:pt x="47" y="1"/>
                    <a:pt x="46" y="0"/>
                  </a:cubicBezTo>
                  <a:cubicBezTo>
                    <a:pt x="46" y="7"/>
                    <a:pt x="45" y="17"/>
                    <a:pt x="45" y="17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8"/>
                    <a:pt x="45" y="18"/>
                    <a:pt x="45" y="18"/>
                  </a:cubicBezTo>
                  <a:cubicBezTo>
                    <a:pt x="44" y="18"/>
                    <a:pt x="22" y="32"/>
                    <a:pt x="20" y="33"/>
                  </a:cubicBezTo>
                  <a:cubicBezTo>
                    <a:pt x="20" y="34"/>
                    <a:pt x="20" y="41"/>
                    <a:pt x="20" y="47"/>
                  </a:cubicBezTo>
                  <a:cubicBezTo>
                    <a:pt x="20" y="49"/>
                    <a:pt x="20" y="52"/>
                    <a:pt x="19" y="53"/>
                  </a:cubicBezTo>
                  <a:cubicBezTo>
                    <a:pt x="19" y="54"/>
                    <a:pt x="18" y="57"/>
                    <a:pt x="16" y="59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4" y="63"/>
                    <a:pt x="12" y="66"/>
                    <a:pt x="10" y="66"/>
                  </a:cubicBezTo>
                  <a:cubicBezTo>
                    <a:pt x="10" y="67"/>
                    <a:pt x="9" y="67"/>
                    <a:pt x="7" y="67"/>
                  </a:cubicBezTo>
                  <a:cubicBezTo>
                    <a:pt x="4" y="68"/>
                    <a:pt x="1" y="69"/>
                    <a:pt x="1" y="70"/>
                  </a:cubicBezTo>
                  <a:cubicBezTo>
                    <a:pt x="0" y="70"/>
                    <a:pt x="1" y="71"/>
                    <a:pt x="1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2" y="73"/>
                    <a:pt x="3" y="74"/>
                    <a:pt x="3" y="76"/>
                  </a:cubicBezTo>
                  <a:cubicBezTo>
                    <a:pt x="4" y="78"/>
                    <a:pt x="5" y="79"/>
                    <a:pt x="6" y="80"/>
                  </a:cubicBezTo>
                  <a:cubicBezTo>
                    <a:pt x="7" y="82"/>
                    <a:pt x="8" y="84"/>
                    <a:pt x="9" y="87"/>
                  </a:cubicBezTo>
                  <a:cubicBezTo>
                    <a:pt x="9" y="88"/>
                    <a:pt x="9" y="89"/>
                    <a:pt x="10" y="90"/>
                  </a:cubicBezTo>
                  <a:cubicBezTo>
                    <a:pt x="10" y="94"/>
                    <a:pt x="11" y="97"/>
                    <a:pt x="10" y="101"/>
                  </a:cubicBezTo>
                  <a:cubicBezTo>
                    <a:pt x="10" y="102"/>
                    <a:pt x="10" y="103"/>
                    <a:pt x="10" y="104"/>
                  </a:cubicBezTo>
                  <a:cubicBezTo>
                    <a:pt x="10" y="104"/>
                    <a:pt x="10" y="104"/>
                    <a:pt x="10" y="104"/>
                  </a:cubicBezTo>
                  <a:cubicBezTo>
                    <a:pt x="10" y="107"/>
                    <a:pt x="9" y="109"/>
                    <a:pt x="10" y="112"/>
                  </a:cubicBezTo>
                  <a:cubicBezTo>
                    <a:pt x="10" y="113"/>
                    <a:pt x="11" y="114"/>
                    <a:pt x="11" y="115"/>
                  </a:cubicBezTo>
                  <a:cubicBezTo>
                    <a:pt x="12" y="117"/>
                    <a:pt x="12" y="119"/>
                    <a:pt x="12" y="122"/>
                  </a:cubicBezTo>
                  <a:cubicBezTo>
                    <a:pt x="12" y="124"/>
                    <a:pt x="11" y="125"/>
                    <a:pt x="10" y="126"/>
                  </a:cubicBezTo>
                  <a:cubicBezTo>
                    <a:pt x="9" y="128"/>
                    <a:pt x="9" y="130"/>
                    <a:pt x="8" y="133"/>
                  </a:cubicBezTo>
                  <a:cubicBezTo>
                    <a:pt x="8" y="136"/>
                    <a:pt x="8" y="140"/>
                    <a:pt x="9" y="143"/>
                  </a:cubicBezTo>
                  <a:cubicBezTo>
                    <a:pt x="9" y="145"/>
                    <a:pt x="10" y="147"/>
                    <a:pt x="10" y="148"/>
                  </a:cubicBezTo>
                  <a:cubicBezTo>
                    <a:pt x="10" y="151"/>
                    <a:pt x="8" y="153"/>
                    <a:pt x="5" y="15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7" name="Freeform 492">
              <a:extLst>
                <a:ext uri="{FF2B5EF4-FFF2-40B4-BE49-F238E27FC236}">
                  <a16:creationId xmlns:a16="http://schemas.microsoft.com/office/drawing/2014/main" id="{736C48CE-D7C7-EC83-2C4B-7B16003C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612" y="2301199"/>
              <a:ext cx="471069" cy="369521"/>
            </a:xfrm>
            <a:custGeom>
              <a:avLst/>
              <a:gdLst>
                <a:gd name="T0" fmla="*/ 293 w 430"/>
                <a:gd name="T1" fmla="*/ 98 h 344"/>
                <a:gd name="T2" fmla="*/ 284 w 430"/>
                <a:gd name="T3" fmla="*/ 82 h 344"/>
                <a:gd name="T4" fmla="*/ 263 w 430"/>
                <a:gd name="T5" fmla="*/ 74 h 344"/>
                <a:gd name="T6" fmla="*/ 230 w 430"/>
                <a:gd name="T7" fmla="*/ 70 h 344"/>
                <a:gd name="T8" fmla="*/ 159 w 430"/>
                <a:gd name="T9" fmla="*/ 29 h 344"/>
                <a:gd name="T10" fmla="*/ 94 w 430"/>
                <a:gd name="T11" fmla="*/ 0 h 344"/>
                <a:gd name="T12" fmla="*/ 83 w 430"/>
                <a:gd name="T13" fmla="*/ 4 h 344"/>
                <a:gd name="T14" fmla="*/ 54 w 430"/>
                <a:gd name="T15" fmla="*/ 14 h 344"/>
                <a:gd name="T16" fmla="*/ 57 w 430"/>
                <a:gd name="T17" fmla="*/ 21 h 344"/>
                <a:gd name="T18" fmla="*/ 69 w 430"/>
                <a:gd name="T19" fmla="*/ 39 h 344"/>
                <a:gd name="T20" fmla="*/ 52 w 430"/>
                <a:gd name="T21" fmla="*/ 51 h 344"/>
                <a:gd name="T22" fmla="*/ 47 w 430"/>
                <a:gd name="T23" fmla="*/ 52 h 344"/>
                <a:gd name="T24" fmla="*/ 44 w 430"/>
                <a:gd name="T25" fmla="*/ 53 h 344"/>
                <a:gd name="T26" fmla="*/ 36 w 430"/>
                <a:gd name="T27" fmla="*/ 61 h 344"/>
                <a:gd name="T28" fmla="*/ 20 w 430"/>
                <a:gd name="T29" fmla="*/ 65 h 344"/>
                <a:gd name="T30" fmla="*/ 7 w 430"/>
                <a:gd name="T31" fmla="*/ 66 h 344"/>
                <a:gd name="T32" fmla="*/ 6 w 430"/>
                <a:gd name="T33" fmla="*/ 70 h 344"/>
                <a:gd name="T34" fmla="*/ 2 w 430"/>
                <a:gd name="T35" fmla="*/ 89 h 344"/>
                <a:gd name="T36" fmla="*/ 20 w 430"/>
                <a:gd name="T37" fmla="*/ 103 h 344"/>
                <a:gd name="T38" fmla="*/ 45 w 430"/>
                <a:gd name="T39" fmla="*/ 136 h 344"/>
                <a:gd name="T40" fmla="*/ 58 w 430"/>
                <a:gd name="T41" fmla="*/ 163 h 344"/>
                <a:gd name="T42" fmla="*/ 80 w 430"/>
                <a:gd name="T43" fmla="*/ 186 h 344"/>
                <a:gd name="T44" fmla="*/ 91 w 430"/>
                <a:gd name="T45" fmla="*/ 219 h 344"/>
                <a:gd name="T46" fmla="*/ 97 w 430"/>
                <a:gd name="T47" fmla="*/ 247 h 344"/>
                <a:gd name="T48" fmla="*/ 118 w 430"/>
                <a:gd name="T49" fmla="*/ 266 h 344"/>
                <a:gd name="T50" fmla="*/ 148 w 430"/>
                <a:gd name="T51" fmla="*/ 312 h 344"/>
                <a:gd name="T52" fmla="*/ 164 w 430"/>
                <a:gd name="T53" fmla="*/ 332 h 344"/>
                <a:gd name="T54" fmla="*/ 176 w 430"/>
                <a:gd name="T55" fmla="*/ 339 h 344"/>
                <a:gd name="T56" fmla="*/ 176 w 430"/>
                <a:gd name="T57" fmla="*/ 328 h 344"/>
                <a:gd name="T58" fmla="*/ 193 w 430"/>
                <a:gd name="T59" fmla="*/ 323 h 344"/>
                <a:gd name="T60" fmla="*/ 232 w 430"/>
                <a:gd name="T61" fmla="*/ 322 h 344"/>
                <a:gd name="T62" fmla="*/ 256 w 430"/>
                <a:gd name="T63" fmla="*/ 330 h 344"/>
                <a:gd name="T64" fmla="*/ 271 w 430"/>
                <a:gd name="T65" fmla="*/ 317 h 344"/>
                <a:gd name="T66" fmla="*/ 299 w 430"/>
                <a:gd name="T67" fmla="*/ 296 h 344"/>
                <a:gd name="T68" fmla="*/ 374 w 430"/>
                <a:gd name="T69" fmla="*/ 282 h 344"/>
                <a:gd name="T70" fmla="*/ 430 w 430"/>
                <a:gd name="T71" fmla="*/ 227 h 344"/>
                <a:gd name="T72" fmla="*/ 390 w 430"/>
                <a:gd name="T73" fmla="*/ 207 h 344"/>
                <a:gd name="T74" fmla="*/ 353 w 430"/>
                <a:gd name="T75" fmla="*/ 186 h 344"/>
                <a:gd name="T76" fmla="*/ 346 w 430"/>
                <a:gd name="T77" fmla="*/ 171 h 344"/>
                <a:gd name="T78" fmla="*/ 334 w 430"/>
                <a:gd name="T79" fmla="*/ 163 h 344"/>
                <a:gd name="T80" fmla="*/ 324 w 430"/>
                <a:gd name="T81" fmla="*/ 146 h 344"/>
                <a:gd name="T82" fmla="*/ 318 w 430"/>
                <a:gd name="T83" fmla="*/ 134 h 344"/>
                <a:gd name="T84" fmla="*/ 321 w 430"/>
                <a:gd name="T85" fmla="*/ 126 h 344"/>
                <a:gd name="T86" fmla="*/ 310 w 430"/>
                <a:gd name="T87" fmla="*/ 114 h 344"/>
                <a:gd name="T88" fmla="*/ 302 w 430"/>
                <a:gd name="T89" fmla="*/ 102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30" h="344">
                  <a:moveTo>
                    <a:pt x="302" y="102"/>
                  </a:moveTo>
                  <a:cubicBezTo>
                    <a:pt x="301" y="101"/>
                    <a:pt x="299" y="101"/>
                    <a:pt x="296" y="101"/>
                  </a:cubicBezTo>
                  <a:cubicBezTo>
                    <a:pt x="292" y="100"/>
                    <a:pt x="294" y="100"/>
                    <a:pt x="293" y="98"/>
                  </a:cubicBezTo>
                  <a:cubicBezTo>
                    <a:pt x="292" y="96"/>
                    <a:pt x="290" y="92"/>
                    <a:pt x="289" y="88"/>
                  </a:cubicBezTo>
                  <a:cubicBezTo>
                    <a:pt x="288" y="86"/>
                    <a:pt x="287" y="84"/>
                    <a:pt x="286" y="82"/>
                  </a:cubicBezTo>
                  <a:cubicBezTo>
                    <a:pt x="285" y="82"/>
                    <a:pt x="284" y="82"/>
                    <a:pt x="284" y="82"/>
                  </a:cubicBezTo>
                  <a:cubicBezTo>
                    <a:pt x="278" y="83"/>
                    <a:pt x="271" y="84"/>
                    <a:pt x="269" y="81"/>
                  </a:cubicBezTo>
                  <a:cubicBezTo>
                    <a:pt x="268" y="80"/>
                    <a:pt x="267" y="79"/>
                    <a:pt x="267" y="78"/>
                  </a:cubicBezTo>
                  <a:cubicBezTo>
                    <a:pt x="266" y="77"/>
                    <a:pt x="266" y="75"/>
                    <a:pt x="263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58" y="73"/>
                    <a:pt x="251" y="71"/>
                    <a:pt x="239" y="71"/>
                  </a:cubicBezTo>
                  <a:cubicBezTo>
                    <a:pt x="236" y="71"/>
                    <a:pt x="233" y="70"/>
                    <a:pt x="230" y="70"/>
                  </a:cubicBezTo>
                  <a:cubicBezTo>
                    <a:pt x="222" y="70"/>
                    <a:pt x="216" y="70"/>
                    <a:pt x="211" y="69"/>
                  </a:cubicBezTo>
                  <a:cubicBezTo>
                    <a:pt x="209" y="68"/>
                    <a:pt x="201" y="62"/>
                    <a:pt x="192" y="55"/>
                  </a:cubicBezTo>
                  <a:cubicBezTo>
                    <a:pt x="179" y="45"/>
                    <a:pt x="163" y="32"/>
                    <a:pt x="159" y="29"/>
                  </a:cubicBezTo>
                  <a:cubicBezTo>
                    <a:pt x="157" y="27"/>
                    <a:pt x="151" y="23"/>
                    <a:pt x="145" y="19"/>
                  </a:cubicBezTo>
                  <a:cubicBezTo>
                    <a:pt x="135" y="13"/>
                    <a:pt x="124" y="7"/>
                    <a:pt x="121" y="5"/>
                  </a:cubicBezTo>
                  <a:cubicBezTo>
                    <a:pt x="117" y="3"/>
                    <a:pt x="99" y="1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3" y="1"/>
                    <a:pt x="88" y="2"/>
                    <a:pt x="83" y="4"/>
                  </a:cubicBezTo>
                  <a:cubicBezTo>
                    <a:pt x="76" y="7"/>
                    <a:pt x="69" y="10"/>
                    <a:pt x="65" y="11"/>
                  </a:cubicBezTo>
                  <a:cubicBezTo>
                    <a:pt x="60" y="13"/>
                    <a:pt x="58" y="13"/>
                    <a:pt x="56" y="14"/>
                  </a:cubicBezTo>
                  <a:cubicBezTo>
                    <a:pt x="55" y="14"/>
                    <a:pt x="55" y="14"/>
                    <a:pt x="54" y="14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1" y="14"/>
                    <a:pt x="52" y="15"/>
                    <a:pt x="52" y="15"/>
                  </a:cubicBezTo>
                  <a:cubicBezTo>
                    <a:pt x="52" y="16"/>
                    <a:pt x="55" y="18"/>
                    <a:pt x="57" y="21"/>
                  </a:cubicBezTo>
                  <a:cubicBezTo>
                    <a:pt x="61" y="26"/>
                    <a:pt x="66" y="31"/>
                    <a:pt x="67" y="33"/>
                  </a:cubicBezTo>
                  <a:cubicBezTo>
                    <a:pt x="69" y="34"/>
                    <a:pt x="69" y="35"/>
                    <a:pt x="70" y="36"/>
                  </a:cubicBezTo>
                  <a:cubicBezTo>
                    <a:pt x="70" y="37"/>
                    <a:pt x="70" y="38"/>
                    <a:pt x="69" y="39"/>
                  </a:cubicBezTo>
                  <a:cubicBezTo>
                    <a:pt x="69" y="40"/>
                    <a:pt x="66" y="43"/>
                    <a:pt x="63" y="45"/>
                  </a:cubicBezTo>
                  <a:cubicBezTo>
                    <a:pt x="60" y="47"/>
                    <a:pt x="58" y="49"/>
                    <a:pt x="57" y="50"/>
                  </a:cubicBezTo>
                  <a:cubicBezTo>
                    <a:pt x="55" y="51"/>
                    <a:pt x="54" y="51"/>
                    <a:pt x="52" y="51"/>
                  </a:cubicBezTo>
                  <a:cubicBezTo>
                    <a:pt x="52" y="51"/>
                    <a:pt x="51" y="51"/>
                    <a:pt x="50" y="51"/>
                  </a:cubicBezTo>
                  <a:cubicBezTo>
                    <a:pt x="49" y="51"/>
                    <a:pt x="48" y="51"/>
                    <a:pt x="47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45" y="52"/>
                    <a:pt x="44" y="53"/>
                    <a:pt x="44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4" y="53"/>
                    <a:pt x="44" y="53"/>
                    <a:pt x="44" y="53"/>
                  </a:cubicBezTo>
                  <a:cubicBezTo>
                    <a:pt x="42" y="55"/>
                    <a:pt x="40" y="57"/>
                    <a:pt x="36" y="61"/>
                  </a:cubicBezTo>
                  <a:cubicBezTo>
                    <a:pt x="36" y="61"/>
                    <a:pt x="36" y="61"/>
                    <a:pt x="36" y="61"/>
                  </a:cubicBezTo>
                  <a:cubicBezTo>
                    <a:pt x="35" y="62"/>
                    <a:pt x="35" y="62"/>
                    <a:pt x="35" y="62"/>
                  </a:cubicBezTo>
                  <a:cubicBezTo>
                    <a:pt x="31" y="66"/>
                    <a:pt x="31" y="66"/>
                    <a:pt x="27" y="66"/>
                  </a:cubicBezTo>
                  <a:cubicBezTo>
                    <a:pt x="25" y="66"/>
                    <a:pt x="22" y="66"/>
                    <a:pt x="20" y="65"/>
                  </a:cubicBezTo>
                  <a:cubicBezTo>
                    <a:pt x="17" y="65"/>
                    <a:pt x="15" y="65"/>
                    <a:pt x="13" y="65"/>
                  </a:cubicBezTo>
                  <a:cubicBezTo>
                    <a:pt x="10" y="65"/>
                    <a:pt x="8" y="65"/>
                    <a:pt x="7" y="65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6"/>
                    <a:pt x="7" y="66"/>
                    <a:pt x="7" y="67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6" y="69"/>
                    <a:pt x="6" y="69"/>
                    <a:pt x="6" y="69"/>
                  </a:cubicBezTo>
                  <a:cubicBezTo>
                    <a:pt x="5" y="72"/>
                    <a:pt x="3" y="74"/>
                    <a:pt x="3" y="76"/>
                  </a:cubicBezTo>
                  <a:cubicBezTo>
                    <a:pt x="2" y="79"/>
                    <a:pt x="0" y="87"/>
                    <a:pt x="2" y="89"/>
                  </a:cubicBezTo>
                  <a:cubicBezTo>
                    <a:pt x="4" y="92"/>
                    <a:pt x="3" y="90"/>
                    <a:pt x="6" y="90"/>
                  </a:cubicBezTo>
                  <a:cubicBezTo>
                    <a:pt x="9" y="90"/>
                    <a:pt x="10" y="91"/>
                    <a:pt x="13" y="92"/>
                  </a:cubicBezTo>
                  <a:cubicBezTo>
                    <a:pt x="15" y="94"/>
                    <a:pt x="18" y="99"/>
                    <a:pt x="20" y="103"/>
                  </a:cubicBezTo>
                  <a:cubicBezTo>
                    <a:pt x="22" y="107"/>
                    <a:pt x="25" y="111"/>
                    <a:pt x="27" y="116"/>
                  </a:cubicBezTo>
                  <a:cubicBezTo>
                    <a:pt x="30" y="121"/>
                    <a:pt x="33" y="125"/>
                    <a:pt x="35" y="129"/>
                  </a:cubicBezTo>
                  <a:cubicBezTo>
                    <a:pt x="36" y="133"/>
                    <a:pt x="41" y="133"/>
                    <a:pt x="45" y="136"/>
                  </a:cubicBezTo>
                  <a:cubicBezTo>
                    <a:pt x="48" y="139"/>
                    <a:pt x="45" y="142"/>
                    <a:pt x="46" y="145"/>
                  </a:cubicBezTo>
                  <a:cubicBezTo>
                    <a:pt x="46" y="148"/>
                    <a:pt x="49" y="150"/>
                    <a:pt x="52" y="153"/>
                  </a:cubicBezTo>
                  <a:cubicBezTo>
                    <a:pt x="55" y="157"/>
                    <a:pt x="57" y="160"/>
                    <a:pt x="58" y="163"/>
                  </a:cubicBezTo>
                  <a:cubicBezTo>
                    <a:pt x="58" y="167"/>
                    <a:pt x="59" y="170"/>
                    <a:pt x="61" y="173"/>
                  </a:cubicBezTo>
                  <a:cubicBezTo>
                    <a:pt x="64" y="177"/>
                    <a:pt x="67" y="175"/>
                    <a:pt x="72" y="178"/>
                  </a:cubicBezTo>
                  <a:cubicBezTo>
                    <a:pt x="76" y="181"/>
                    <a:pt x="76" y="182"/>
                    <a:pt x="80" y="186"/>
                  </a:cubicBezTo>
                  <a:cubicBezTo>
                    <a:pt x="84" y="191"/>
                    <a:pt x="84" y="194"/>
                    <a:pt x="87" y="202"/>
                  </a:cubicBezTo>
                  <a:cubicBezTo>
                    <a:pt x="90" y="209"/>
                    <a:pt x="94" y="215"/>
                    <a:pt x="93" y="216"/>
                  </a:cubicBezTo>
                  <a:cubicBezTo>
                    <a:pt x="92" y="217"/>
                    <a:pt x="91" y="219"/>
                    <a:pt x="91" y="219"/>
                  </a:cubicBezTo>
                  <a:cubicBezTo>
                    <a:pt x="91" y="219"/>
                    <a:pt x="91" y="219"/>
                    <a:pt x="91" y="222"/>
                  </a:cubicBezTo>
                  <a:cubicBezTo>
                    <a:pt x="92" y="225"/>
                    <a:pt x="93" y="233"/>
                    <a:pt x="93" y="237"/>
                  </a:cubicBezTo>
                  <a:cubicBezTo>
                    <a:pt x="93" y="240"/>
                    <a:pt x="95" y="244"/>
                    <a:pt x="97" y="247"/>
                  </a:cubicBezTo>
                  <a:cubicBezTo>
                    <a:pt x="99" y="251"/>
                    <a:pt x="103" y="256"/>
                    <a:pt x="106" y="258"/>
                  </a:cubicBezTo>
                  <a:cubicBezTo>
                    <a:pt x="108" y="261"/>
                    <a:pt x="111" y="261"/>
                    <a:pt x="113" y="261"/>
                  </a:cubicBezTo>
                  <a:cubicBezTo>
                    <a:pt x="115" y="262"/>
                    <a:pt x="115" y="263"/>
                    <a:pt x="118" y="266"/>
                  </a:cubicBezTo>
                  <a:cubicBezTo>
                    <a:pt x="121" y="269"/>
                    <a:pt x="124" y="274"/>
                    <a:pt x="127" y="278"/>
                  </a:cubicBezTo>
                  <a:cubicBezTo>
                    <a:pt x="129" y="283"/>
                    <a:pt x="135" y="293"/>
                    <a:pt x="139" y="299"/>
                  </a:cubicBezTo>
                  <a:cubicBezTo>
                    <a:pt x="143" y="306"/>
                    <a:pt x="146" y="309"/>
                    <a:pt x="148" y="312"/>
                  </a:cubicBezTo>
                  <a:cubicBezTo>
                    <a:pt x="151" y="316"/>
                    <a:pt x="155" y="318"/>
                    <a:pt x="158" y="321"/>
                  </a:cubicBezTo>
                  <a:cubicBezTo>
                    <a:pt x="162" y="325"/>
                    <a:pt x="159" y="326"/>
                    <a:pt x="159" y="330"/>
                  </a:cubicBezTo>
                  <a:cubicBezTo>
                    <a:pt x="160" y="334"/>
                    <a:pt x="162" y="332"/>
                    <a:pt x="164" y="332"/>
                  </a:cubicBezTo>
                  <a:cubicBezTo>
                    <a:pt x="166" y="333"/>
                    <a:pt x="165" y="335"/>
                    <a:pt x="166" y="340"/>
                  </a:cubicBezTo>
                  <a:cubicBezTo>
                    <a:pt x="167" y="342"/>
                    <a:pt x="167" y="343"/>
                    <a:pt x="168" y="344"/>
                  </a:cubicBezTo>
                  <a:cubicBezTo>
                    <a:pt x="171" y="342"/>
                    <a:pt x="175" y="340"/>
                    <a:pt x="176" y="339"/>
                  </a:cubicBezTo>
                  <a:cubicBezTo>
                    <a:pt x="176" y="338"/>
                    <a:pt x="176" y="337"/>
                    <a:pt x="176" y="336"/>
                  </a:cubicBezTo>
                  <a:cubicBezTo>
                    <a:pt x="175" y="334"/>
                    <a:pt x="175" y="332"/>
                    <a:pt x="176" y="329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77" y="324"/>
                    <a:pt x="177" y="322"/>
                    <a:pt x="181" y="321"/>
                  </a:cubicBezTo>
                  <a:cubicBezTo>
                    <a:pt x="183" y="320"/>
                    <a:pt x="185" y="321"/>
                    <a:pt x="187" y="322"/>
                  </a:cubicBezTo>
                  <a:cubicBezTo>
                    <a:pt x="189" y="323"/>
                    <a:pt x="191" y="323"/>
                    <a:pt x="193" y="323"/>
                  </a:cubicBezTo>
                  <a:cubicBezTo>
                    <a:pt x="195" y="324"/>
                    <a:pt x="199" y="323"/>
                    <a:pt x="203" y="323"/>
                  </a:cubicBezTo>
                  <a:cubicBezTo>
                    <a:pt x="208" y="322"/>
                    <a:pt x="213" y="321"/>
                    <a:pt x="217" y="321"/>
                  </a:cubicBezTo>
                  <a:cubicBezTo>
                    <a:pt x="220" y="321"/>
                    <a:pt x="226" y="322"/>
                    <a:pt x="232" y="322"/>
                  </a:cubicBezTo>
                  <a:cubicBezTo>
                    <a:pt x="240" y="323"/>
                    <a:pt x="246" y="324"/>
                    <a:pt x="248" y="324"/>
                  </a:cubicBezTo>
                  <a:cubicBezTo>
                    <a:pt x="250" y="324"/>
                    <a:pt x="251" y="326"/>
                    <a:pt x="251" y="327"/>
                  </a:cubicBezTo>
                  <a:cubicBezTo>
                    <a:pt x="252" y="328"/>
                    <a:pt x="253" y="330"/>
                    <a:pt x="256" y="330"/>
                  </a:cubicBezTo>
                  <a:cubicBezTo>
                    <a:pt x="256" y="330"/>
                    <a:pt x="257" y="330"/>
                    <a:pt x="258" y="330"/>
                  </a:cubicBezTo>
                  <a:cubicBezTo>
                    <a:pt x="262" y="330"/>
                    <a:pt x="262" y="330"/>
                    <a:pt x="264" y="328"/>
                  </a:cubicBezTo>
                  <a:cubicBezTo>
                    <a:pt x="266" y="326"/>
                    <a:pt x="269" y="322"/>
                    <a:pt x="271" y="317"/>
                  </a:cubicBezTo>
                  <a:cubicBezTo>
                    <a:pt x="274" y="313"/>
                    <a:pt x="277" y="308"/>
                    <a:pt x="279" y="307"/>
                  </a:cubicBezTo>
                  <a:cubicBezTo>
                    <a:pt x="280" y="305"/>
                    <a:pt x="285" y="302"/>
                    <a:pt x="290" y="300"/>
                  </a:cubicBezTo>
                  <a:cubicBezTo>
                    <a:pt x="294" y="298"/>
                    <a:pt x="297" y="297"/>
                    <a:pt x="299" y="296"/>
                  </a:cubicBezTo>
                  <a:cubicBezTo>
                    <a:pt x="301" y="296"/>
                    <a:pt x="311" y="294"/>
                    <a:pt x="322" y="293"/>
                  </a:cubicBezTo>
                  <a:cubicBezTo>
                    <a:pt x="338" y="291"/>
                    <a:pt x="357" y="289"/>
                    <a:pt x="359" y="288"/>
                  </a:cubicBezTo>
                  <a:cubicBezTo>
                    <a:pt x="360" y="287"/>
                    <a:pt x="367" y="285"/>
                    <a:pt x="374" y="282"/>
                  </a:cubicBezTo>
                  <a:cubicBezTo>
                    <a:pt x="392" y="277"/>
                    <a:pt x="418" y="268"/>
                    <a:pt x="418" y="267"/>
                  </a:cubicBezTo>
                  <a:cubicBezTo>
                    <a:pt x="419" y="266"/>
                    <a:pt x="423" y="254"/>
                    <a:pt x="426" y="243"/>
                  </a:cubicBezTo>
                  <a:cubicBezTo>
                    <a:pt x="428" y="235"/>
                    <a:pt x="430" y="229"/>
                    <a:pt x="430" y="227"/>
                  </a:cubicBezTo>
                  <a:cubicBezTo>
                    <a:pt x="430" y="226"/>
                    <a:pt x="429" y="223"/>
                    <a:pt x="428" y="220"/>
                  </a:cubicBezTo>
                  <a:cubicBezTo>
                    <a:pt x="426" y="216"/>
                    <a:pt x="424" y="212"/>
                    <a:pt x="423" y="211"/>
                  </a:cubicBezTo>
                  <a:cubicBezTo>
                    <a:pt x="423" y="210"/>
                    <a:pt x="404" y="209"/>
                    <a:pt x="390" y="207"/>
                  </a:cubicBezTo>
                  <a:cubicBezTo>
                    <a:pt x="381" y="207"/>
                    <a:pt x="373" y="206"/>
                    <a:pt x="372" y="206"/>
                  </a:cubicBezTo>
                  <a:cubicBezTo>
                    <a:pt x="371" y="205"/>
                    <a:pt x="367" y="202"/>
                    <a:pt x="363" y="198"/>
                  </a:cubicBezTo>
                  <a:cubicBezTo>
                    <a:pt x="359" y="193"/>
                    <a:pt x="354" y="187"/>
                    <a:pt x="353" y="186"/>
                  </a:cubicBezTo>
                  <a:cubicBezTo>
                    <a:pt x="353" y="184"/>
                    <a:pt x="352" y="181"/>
                    <a:pt x="352" y="179"/>
                  </a:cubicBezTo>
                  <a:cubicBezTo>
                    <a:pt x="350" y="178"/>
                    <a:pt x="348" y="177"/>
                    <a:pt x="347" y="176"/>
                  </a:cubicBezTo>
                  <a:cubicBezTo>
                    <a:pt x="346" y="175"/>
                    <a:pt x="344" y="174"/>
                    <a:pt x="346" y="171"/>
                  </a:cubicBezTo>
                  <a:cubicBezTo>
                    <a:pt x="346" y="170"/>
                    <a:pt x="346" y="169"/>
                    <a:pt x="347" y="169"/>
                  </a:cubicBezTo>
                  <a:cubicBezTo>
                    <a:pt x="345" y="168"/>
                    <a:pt x="343" y="168"/>
                    <a:pt x="341" y="167"/>
                  </a:cubicBezTo>
                  <a:cubicBezTo>
                    <a:pt x="338" y="166"/>
                    <a:pt x="336" y="165"/>
                    <a:pt x="334" y="163"/>
                  </a:cubicBezTo>
                  <a:cubicBezTo>
                    <a:pt x="333" y="162"/>
                    <a:pt x="331" y="159"/>
                    <a:pt x="331" y="157"/>
                  </a:cubicBezTo>
                  <a:cubicBezTo>
                    <a:pt x="330" y="156"/>
                    <a:pt x="329" y="155"/>
                    <a:pt x="328" y="153"/>
                  </a:cubicBezTo>
                  <a:cubicBezTo>
                    <a:pt x="327" y="149"/>
                    <a:pt x="326" y="150"/>
                    <a:pt x="324" y="146"/>
                  </a:cubicBezTo>
                  <a:cubicBezTo>
                    <a:pt x="322" y="143"/>
                    <a:pt x="322" y="143"/>
                    <a:pt x="320" y="141"/>
                  </a:cubicBezTo>
                  <a:cubicBezTo>
                    <a:pt x="318" y="140"/>
                    <a:pt x="318" y="138"/>
                    <a:pt x="317" y="138"/>
                  </a:cubicBezTo>
                  <a:cubicBezTo>
                    <a:pt x="317" y="137"/>
                    <a:pt x="318" y="135"/>
                    <a:pt x="318" y="134"/>
                  </a:cubicBezTo>
                  <a:cubicBezTo>
                    <a:pt x="319" y="133"/>
                    <a:pt x="319" y="134"/>
                    <a:pt x="320" y="134"/>
                  </a:cubicBezTo>
                  <a:cubicBezTo>
                    <a:pt x="322" y="133"/>
                    <a:pt x="321" y="132"/>
                    <a:pt x="321" y="131"/>
                  </a:cubicBezTo>
                  <a:cubicBezTo>
                    <a:pt x="322" y="130"/>
                    <a:pt x="322" y="128"/>
                    <a:pt x="321" y="126"/>
                  </a:cubicBezTo>
                  <a:cubicBezTo>
                    <a:pt x="319" y="125"/>
                    <a:pt x="319" y="125"/>
                    <a:pt x="318" y="123"/>
                  </a:cubicBezTo>
                  <a:cubicBezTo>
                    <a:pt x="317" y="121"/>
                    <a:pt x="318" y="120"/>
                    <a:pt x="317" y="119"/>
                  </a:cubicBezTo>
                  <a:cubicBezTo>
                    <a:pt x="316" y="117"/>
                    <a:pt x="314" y="116"/>
                    <a:pt x="310" y="114"/>
                  </a:cubicBezTo>
                  <a:cubicBezTo>
                    <a:pt x="307" y="111"/>
                    <a:pt x="305" y="110"/>
                    <a:pt x="303" y="108"/>
                  </a:cubicBezTo>
                  <a:cubicBezTo>
                    <a:pt x="301" y="106"/>
                    <a:pt x="302" y="106"/>
                    <a:pt x="301" y="105"/>
                  </a:cubicBezTo>
                  <a:cubicBezTo>
                    <a:pt x="301" y="104"/>
                    <a:pt x="302" y="103"/>
                    <a:pt x="302" y="10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8" name="Freeform 493">
              <a:extLst>
                <a:ext uri="{FF2B5EF4-FFF2-40B4-BE49-F238E27FC236}">
                  <a16:creationId xmlns:a16="http://schemas.microsoft.com/office/drawing/2014/main" id="{CD0B650D-DB68-910C-7E30-F961F30EB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327" y="1583312"/>
              <a:ext cx="163605" cy="73340"/>
            </a:xfrm>
            <a:custGeom>
              <a:avLst/>
              <a:gdLst>
                <a:gd name="T0" fmla="*/ 133 w 148"/>
                <a:gd name="T1" fmla="*/ 14 h 68"/>
                <a:gd name="T2" fmla="*/ 126 w 148"/>
                <a:gd name="T3" fmla="*/ 14 h 68"/>
                <a:gd name="T4" fmla="*/ 120 w 148"/>
                <a:gd name="T5" fmla="*/ 13 h 68"/>
                <a:gd name="T6" fmla="*/ 109 w 148"/>
                <a:gd name="T7" fmla="*/ 12 h 68"/>
                <a:gd name="T8" fmla="*/ 99 w 148"/>
                <a:gd name="T9" fmla="*/ 3 h 68"/>
                <a:gd name="T10" fmla="*/ 85 w 148"/>
                <a:gd name="T11" fmla="*/ 0 h 68"/>
                <a:gd name="T12" fmla="*/ 77 w 148"/>
                <a:gd name="T13" fmla="*/ 2 h 68"/>
                <a:gd name="T14" fmla="*/ 70 w 148"/>
                <a:gd name="T15" fmla="*/ 5 h 68"/>
                <a:gd name="T16" fmla="*/ 71 w 148"/>
                <a:gd name="T17" fmla="*/ 17 h 68"/>
                <a:gd name="T18" fmla="*/ 62 w 148"/>
                <a:gd name="T19" fmla="*/ 28 h 68"/>
                <a:gd name="T20" fmla="*/ 48 w 148"/>
                <a:gd name="T21" fmla="*/ 23 h 68"/>
                <a:gd name="T22" fmla="*/ 36 w 148"/>
                <a:gd name="T23" fmla="*/ 12 h 68"/>
                <a:gd name="T24" fmla="*/ 19 w 148"/>
                <a:gd name="T25" fmla="*/ 11 h 68"/>
                <a:gd name="T26" fmla="*/ 10 w 148"/>
                <a:gd name="T27" fmla="*/ 23 h 68"/>
                <a:gd name="T28" fmla="*/ 2 w 148"/>
                <a:gd name="T29" fmla="*/ 38 h 68"/>
                <a:gd name="T30" fmla="*/ 1 w 148"/>
                <a:gd name="T31" fmla="*/ 55 h 68"/>
                <a:gd name="T32" fmla="*/ 18 w 148"/>
                <a:gd name="T33" fmla="*/ 48 h 68"/>
                <a:gd name="T34" fmla="*/ 33 w 148"/>
                <a:gd name="T35" fmla="*/ 47 h 68"/>
                <a:gd name="T36" fmla="*/ 40 w 148"/>
                <a:gd name="T37" fmla="*/ 47 h 68"/>
                <a:gd name="T38" fmla="*/ 49 w 148"/>
                <a:gd name="T39" fmla="*/ 48 h 68"/>
                <a:gd name="T40" fmla="*/ 59 w 148"/>
                <a:gd name="T41" fmla="*/ 48 h 68"/>
                <a:gd name="T42" fmla="*/ 68 w 148"/>
                <a:gd name="T43" fmla="*/ 49 h 68"/>
                <a:gd name="T44" fmla="*/ 76 w 148"/>
                <a:gd name="T45" fmla="*/ 47 h 68"/>
                <a:gd name="T46" fmla="*/ 76 w 148"/>
                <a:gd name="T47" fmla="*/ 47 h 68"/>
                <a:gd name="T48" fmla="*/ 81 w 148"/>
                <a:gd name="T49" fmla="*/ 46 h 68"/>
                <a:gd name="T50" fmla="*/ 84 w 148"/>
                <a:gd name="T51" fmla="*/ 49 h 68"/>
                <a:gd name="T52" fmla="*/ 87 w 148"/>
                <a:gd name="T53" fmla="*/ 51 h 68"/>
                <a:gd name="T54" fmla="*/ 94 w 148"/>
                <a:gd name="T55" fmla="*/ 52 h 68"/>
                <a:gd name="T56" fmla="*/ 110 w 148"/>
                <a:gd name="T57" fmla="*/ 63 h 68"/>
                <a:gd name="T58" fmla="*/ 118 w 148"/>
                <a:gd name="T59" fmla="*/ 68 h 68"/>
                <a:gd name="T60" fmla="*/ 119 w 148"/>
                <a:gd name="T61" fmla="*/ 66 h 68"/>
                <a:gd name="T62" fmla="*/ 128 w 148"/>
                <a:gd name="T63" fmla="*/ 63 h 68"/>
                <a:gd name="T64" fmla="*/ 137 w 148"/>
                <a:gd name="T65" fmla="*/ 61 h 68"/>
                <a:gd name="T66" fmla="*/ 148 w 148"/>
                <a:gd name="T67" fmla="*/ 53 h 68"/>
                <a:gd name="T68" fmla="*/ 147 w 148"/>
                <a:gd name="T69" fmla="*/ 47 h 68"/>
                <a:gd name="T70" fmla="*/ 146 w 148"/>
                <a:gd name="T71" fmla="*/ 41 h 68"/>
                <a:gd name="T72" fmla="*/ 144 w 148"/>
                <a:gd name="T73" fmla="*/ 38 h 68"/>
                <a:gd name="T74" fmla="*/ 139 w 148"/>
                <a:gd name="T75" fmla="*/ 34 h 68"/>
                <a:gd name="T76" fmla="*/ 139 w 148"/>
                <a:gd name="T77" fmla="*/ 27 h 68"/>
                <a:gd name="T78" fmla="*/ 141 w 148"/>
                <a:gd name="T79" fmla="*/ 22 h 68"/>
                <a:gd name="T80" fmla="*/ 140 w 148"/>
                <a:gd name="T81" fmla="*/ 20 h 68"/>
                <a:gd name="T82" fmla="*/ 139 w 148"/>
                <a:gd name="T83" fmla="*/ 19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8" h="68">
                  <a:moveTo>
                    <a:pt x="133" y="14"/>
                  </a:moveTo>
                  <a:cubicBezTo>
                    <a:pt x="133" y="14"/>
                    <a:pt x="133" y="14"/>
                    <a:pt x="133" y="14"/>
                  </a:cubicBezTo>
                  <a:cubicBezTo>
                    <a:pt x="132" y="15"/>
                    <a:pt x="130" y="15"/>
                    <a:pt x="129" y="15"/>
                  </a:cubicBezTo>
                  <a:cubicBezTo>
                    <a:pt x="128" y="15"/>
                    <a:pt x="127" y="15"/>
                    <a:pt x="126" y="14"/>
                  </a:cubicBezTo>
                  <a:cubicBezTo>
                    <a:pt x="126" y="14"/>
                    <a:pt x="126" y="14"/>
                    <a:pt x="126" y="14"/>
                  </a:cubicBezTo>
                  <a:cubicBezTo>
                    <a:pt x="125" y="14"/>
                    <a:pt x="123" y="13"/>
                    <a:pt x="120" y="13"/>
                  </a:cubicBezTo>
                  <a:cubicBezTo>
                    <a:pt x="119" y="13"/>
                    <a:pt x="118" y="14"/>
                    <a:pt x="117" y="14"/>
                  </a:cubicBezTo>
                  <a:cubicBezTo>
                    <a:pt x="115" y="15"/>
                    <a:pt x="114" y="15"/>
                    <a:pt x="109" y="12"/>
                  </a:cubicBezTo>
                  <a:cubicBezTo>
                    <a:pt x="106" y="10"/>
                    <a:pt x="105" y="9"/>
                    <a:pt x="104" y="7"/>
                  </a:cubicBezTo>
                  <a:cubicBezTo>
                    <a:pt x="102" y="6"/>
                    <a:pt x="101" y="5"/>
                    <a:pt x="99" y="3"/>
                  </a:cubicBezTo>
                  <a:cubicBezTo>
                    <a:pt x="97" y="2"/>
                    <a:pt x="95" y="1"/>
                    <a:pt x="92" y="0"/>
                  </a:cubicBezTo>
                  <a:cubicBezTo>
                    <a:pt x="90" y="0"/>
                    <a:pt x="87" y="0"/>
                    <a:pt x="85" y="0"/>
                  </a:cubicBezTo>
                  <a:cubicBezTo>
                    <a:pt x="82" y="0"/>
                    <a:pt x="82" y="0"/>
                    <a:pt x="79" y="1"/>
                  </a:cubicBezTo>
                  <a:cubicBezTo>
                    <a:pt x="79" y="1"/>
                    <a:pt x="78" y="2"/>
                    <a:pt x="77" y="2"/>
                  </a:cubicBezTo>
                  <a:cubicBezTo>
                    <a:pt x="74" y="3"/>
                    <a:pt x="73" y="4"/>
                    <a:pt x="73" y="4"/>
                  </a:cubicBezTo>
                  <a:cubicBezTo>
                    <a:pt x="72" y="4"/>
                    <a:pt x="71" y="5"/>
                    <a:pt x="70" y="5"/>
                  </a:cubicBezTo>
                  <a:cubicBezTo>
                    <a:pt x="70" y="7"/>
                    <a:pt x="69" y="8"/>
                    <a:pt x="70" y="10"/>
                  </a:cubicBezTo>
                  <a:cubicBezTo>
                    <a:pt x="72" y="12"/>
                    <a:pt x="71" y="15"/>
                    <a:pt x="71" y="17"/>
                  </a:cubicBezTo>
                  <a:cubicBezTo>
                    <a:pt x="71" y="19"/>
                    <a:pt x="70" y="21"/>
                    <a:pt x="68" y="23"/>
                  </a:cubicBezTo>
                  <a:cubicBezTo>
                    <a:pt x="66" y="25"/>
                    <a:pt x="65" y="28"/>
                    <a:pt x="62" y="28"/>
                  </a:cubicBezTo>
                  <a:cubicBezTo>
                    <a:pt x="60" y="29"/>
                    <a:pt x="56" y="30"/>
                    <a:pt x="54" y="29"/>
                  </a:cubicBezTo>
                  <a:cubicBezTo>
                    <a:pt x="52" y="28"/>
                    <a:pt x="49" y="27"/>
                    <a:pt x="48" y="23"/>
                  </a:cubicBezTo>
                  <a:cubicBezTo>
                    <a:pt x="47" y="20"/>
                    <a:pt x="45" y="19"/>
                    <a:pt x="43" y="17"/>
                  </a:cubicBezTo>
                  <a:cubicBezTo>
                    <a:pt x="40" y="15"/>
                    <a:pt x="39" y="15"/>
                    <a:pt x="36" y="12"/>
                  </a:cubicBezTo>
                  <a:cubicBezTo>
                    <a:pt x="34" y="10"/>
                    <a:pt x="31" y="9"/>
                    <a:pt x="28" y="9"/>
                  </a:cubicBezTo>
                  <a:cubicBezTo>
                    <a:pt x="24" y="10"/>
                    <a:pt x="21" y="10"/>
                    <a:pt x="19" y="11"/>
                  </a:cubicBezTo>
                  <a:cubicBezTo>
                    <a:pt x="16" y="12"/>
                    <a:pt x="14" y="13"/>
                    <a:pt x="12" y="16"/>
                  </a:cubicBezTo>
                  <a:cubicBezTo>
                    <a:pt x="11" y="18"/>
                    <a:pt x="10" y="20"/>
                    <a:pt x="10" y="23"/>
                  </a:cubicBezTo>
                  <a:cubicBezTo>
                    <a:pt x="10" y="26"/>
                    <a:pt x="11" y="29"/>
                    <a:pt x="8" y="31"/>
                  </a:cubicBezTo>
                  <a:cubicBezTo>
                    <a:pt x="4" y="32"/>
                    <a:pt x="2" y="36"/>
                    <a:pt x="2" y="38"/>
                  </a:cubicBezTo>
                  <a:cubicBezTo>
                    <a:pt x="2" y="40"/>
                    <a:pt x="2" y="43"/>
                    <a:pt x="1" y="47"/>
                  </a:cubicBezTo>
                  <a:cubicBezTo>
                    <a:pt x="1" y="50"/>
                    <a:pt x="0" y="53"/>
                    <a:pt x="1" y="55"/>
                  </a:cubicBezTo>
                  <a:cubicBezTo>
                    <a:pt x="2" y="55"/>
                    <a:pt x="4" y="54"/>
                    <a:pt x="7" y="53"/>
                  </a:cubicBezTo>
                  <a:cubicBezTo>
                    <a:pt x="11" y="51"/>
                    <a:pt x="15" y="49"/>
                    <a:pt x="18" y="48"/>
                  </a:cubicBezTo>
                  <a:cubicBezTo>
                    <a:pt x="23" y="46"/>
                    <a:pt x="28" y="46"/>
                    <a:pt x="31" y="47"/>
                  </a:cubicBezTo>
                  <a:cubicBezTo>
                    <a:pt x="32" y="47"/>
                    <a:pt x="32" y="47"/>
                    <a:pt x="33" y="47"/>
                  </a:cubicBezTo>
                  <a:cubicBezTo>
                    <a:pt x="34" y="47"/>
                    <a:pt x="35" y="47"/>
                    <a:pt x="36" y="47"/>
                  </a:cubicBezTo>
                  <a:cubicBezTo>
                    <a:pt x="37" y="47"/>
                    <a:pt x="38" y="46"/>
                    <a:pt x="40" y="47"/>
                  </a:cubicBezTo>
                  <a:cubicBezTo>
                    <a:pt x="42" y="47"/>
                    <a:pt x="43" y="47"/>
                    <a:pt x="43" y="47"/>
                  </a:cubicBezTo>
                  <a:cubicBezTo>
                    <a:pt x="44" y="48"/>
                    <a:pt x="45" y="48"/>
                    <a:pt x="49" y="48"/>
                  </a:cubicBezTo>
                  <a:cubicBezTo>
                    <a:pt x="51" y="48"/>
                    <a:pt x="52" y="48"/>
                    <a:pt x="53" y="47"/>
                  </a:cubicBezTo>
                  <a:cubicBezTo>
                    <a:pt x="55" y="47"/>
                    <a:pt x="57" y="47"/>
                    <a:pt x="59" y="48"/>
                  </a:cubicBezTo>
                  <a:cubicBezTo>
                    <a:pt x="61" y="48"/>
                    <a:pt x="62" y="48"/>
                    <a:pt x="63" y="49"/>
                  </a:cubicBezTo>
                  <a:cubicBezTo>
                    <a:pt x="64" y="49"/>
                    <a:pt x="65" y="49"/>
                    <a:pt x="68" y="49"/>
                  </a:cubicBezTo>
                  <a:cubicBezTo>
                    <a:pt x="69" y="49"/>
                    <a:pt x="70" y="49"/>
                    <a:pt x="72" y="49"/>
                  </a:cubicBezTo>
                  <a:cubicBezTo>
                    <a:pt x="74" y="48"/>
                    <a:pt x="75" y="47"/>
                    <a:pt x="76" y="47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6" y="47"/>
                    <a:pt x="76" y="47"/>
                    <a:pt x="76" y="47"/>
                  </a:cubicBezTo>
                  <a:cubicBezTo>
                    <a:pt x="77" y="46"/>
                    <a:pt x="79" y="46"/>
                    <a:pt x="81" y="46"/>
                  </a:cubicBezTo>
                  <a:cubicBezTo>
                    <a:pt x="82" y="46"/>
                    <a:pt x="84" y="47"/>
                    <a:pt x="84" y="49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85" y="49"/>
                    <a:pt x="85" y="49"/>
                    <a:pt x="85" y="49"/>
                  </a:cubicBezTo>
                  <a:cubicBezTo>
                    <a:pt x="85" y="50"/>
                    <a:pt x="86" y="50"/>
                    <a:pt x="87" y="51"/>
                  </a:cubicBezTo>
                  <a:cubicBezTo>
                    <a:pt x="88" y="51"/>
                    <a:pt x="90" y="52"/>
                    <a:pt x="92" y="52"/>
                  </a:cubicBezTo>
                  <a:cubicBezTo>
                    <a:pt x="92" y="52"/>
                    <a:pt x="93" y="52"/>
                    <a:pt x="94" y="52"/>
                  </a:cubicBezTo>
                  <a:cubicBezTo>
                    <a:pt x="97" y="53"/>
                    <a:pt x="98" y="53"/>
                    <a:pt x="101" y="55"/>
                  </a:cubicBezTo>
                  <a:cubicBezTo>
                    <a:pt x="103" y="57"/>
                    <a:pt x="107" y="60"/>
                    <a:pt x="110" y="63"/>
                  </a:cubicBezTo>
                  <a:cubicBezTo>
                    <a:pt x="112" y="64"/>
                    <a:pt x="113" y="64"/>
                    <a:pt x="113" y="65"/>
                  </a:cubicBezTo>
                  <a:cubicBezTo>
                    <a:pt x="114" y="66"/>
                    <a:pt x="117" y="67"/>
                    <a:pt x="118" y="68"/>
                  </a:cubicBezTo>
                  <a:cubicBezTo>
                    <a:pt x="118" y="68"/>
                    <a:pt x="118" y="68"/>
                    <a:pt x="118" y="68"/>
                  </a:cubicBezTo>
                  <a:cubicBezTo>
                    <a:pt x="119" y="67"/>
                    <a:pt x="119" y="67"/>
                    <a:pt x="119" y="66"/>
                  </a:cubicBezTo>
                  <a:cubicBezTo>
                    <a:pt x="121" y="64"/>
                    <a:pt x="122" y="63"/>
                    <a:pt x="126" y="63"/>
                  </a:cubicBezTo>
                  <a:cubicBezTo>
                    <a:pt x="127" y="63"/>
                    <a:pt x="127" y="63"/>
                    <a:pt x="128" y="63"/>
                  </a:cubicBezTo>
                  <a:cubicBezTo>
                    <a:pt x="132" y="63"/>
                    <a:pt x="135" y="63"/>
                    <a:pt x="136" y="62"/>
                  </a:cubicBezTo>
                  <a:cubicBezTo>
                    <a:pt x="137" y="61"/>
                    <a:pt x="137" y="61"/>
                    <a:pt x="137" y="61"/>
                  </a:cubicBezTo>
                  <a:cubicBezTo>
                    <a:pt x="138" y="59"/>
                    <a:pt x="138" y="58"/>
                    <a:pt x="141" y="57"/>
                  </a:cubicBezTo>
                  <a:cubicBezTo>
                    <a:pt x="146" y="54"/>
                    <a:pt x="148" y="53"/>
                    <a:pt x="148" y="53"/>
                  </a:cubicBezTo>
                  <a:cubicBezTo>
                    <a:pt x="148" y="53"/>
                    <a:pt x="148" y="53"/>
                    <a:pt x="148" y="53"/>
                  </a:cubicBezTo>
                  <a:cubicBezTo>
                    <a:pt x="148" y="51"/>
                    <a:pt x="147" y="49"/>
                    <a:pt x="147" y="47"/>
                  </a:cubicBezTo>
                  <a:cubicBezTo>
                    <a:pt x="147" y="46"/>
                    <a:pt x="147" y="45"/>
                    <a:pt x="146" y="43"/>
                  </a:cubicBezTo>
                  <a:cubicBezTo>
                    <a:pt x="146" y="43"/>
                    <a:pt x="146" y="42"/>
                    <a:pt x="146" y="41"/>
                  </a:cubicBezTo>
                  <a:cubicBezTo>
                    <a:pt x="146" y="41"/>
                    <a:pt x="146" y="41"/>
                    <a:pt x="146" y="41"/>
                  </a:cubicBezTo>
                  <a:cubicBezTo>
                    <a:pt x="145" y="40"/>
                    <a:pt x="145" y="39"/>
                    <a:pt x="144" y="38"/>
                  </a:cubicBezTo>
                  <a:cubicBezTo>
                    <a:pt x="143" y="36"/>
                    <a:pt x="142" y="36"/>
                    <a:pt x="141" y="35"/>
                  </a:cubicBezTo>
                  <a:cubicBezTo>
                    <a:pt x="141" y="35"/>
                    <a:pt x="140" y="34"/>
                    <a:pt x="139" y="34"/>
                  </a:cubicBezTo>
                  <a:cubicBezTo>
                    <a:pt x="138" y="32"/>
                    <a:pt x="138" y="31"/>
                    <a:pt x="138" y="29"/>
                  </a:cubicBezTo>
                  <a:cubicBezTo>
                    <a:pt x="139" y="29"/>
                    <a:pt x="139" y="28"/>
                    <a:pt x="139" y="27"/>
                  </a:cubicBezTo>
                  <a:cubicBezTo>
                    <a:pt x="139" y="25"/>
                    <a:pt x="140" y="23"/>
                    <a:pt x="140" y="22"/>
                  </a:cubicBezTo>
                  <a:cubicBezTo>
                    <a:pt x="140" y="22"/>
                    <a:pt x="141" y="22"/>
                    <a:pt x="141" y="22"/>
                  </a:cubicBezTo>
                  <a:cubicBezTo>
                    <a:pt x="141" y="22"/>
                    <a:pt x="141" y="21"/>
                    <a:pt x="140" y="21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39" y="20"/>
                    <a:pt x="139" y="19"/>
                    <a:pt x="139" y="19"/>
                  </a:cubicBezTo>
                  <a:cubicBezTo>
                    <a:pt x="139" y="19"/>
                    <a:pt x="139" y="19"/>
                    <a:pt x="139" y="19"/>
                  </a:cubicBezTo>
                  <a:cubicBezTo>
                    <a:pt x="137" y="18"/>
                    <a:pt x="135" y="17"/>
                    <a:pt x="133" y="1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49" name="Freeform 494">
              <a:extLst>
                <a:ext uri="{FF2B5EF4-FFF2-40B4-BE49-F238E27FC236}">
                  <a16:creationId xmlns:a16="http://schemas.microsoft.com/office/drawing/2014/main" id="{B4301AC2-A0DE-4206-47E1-D2D50A791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53873" y="519880"/>
              <a:ext cx="1380769" cy="997144"/>
            </a:xfrm>
            <a:custGeom>
              <a:avLst/>
              <a:gdLst>
                <a:gd name="T0" fmla="*/ 497 w 1259"/>
                <a:gd name="T1" fmla="*/ 62 h 928"/>
                <a:gd name="T2" fmla="*/ 629 w 1259"/>
                <a:gd name="T3" fmla="*/ 43 h 928"/>
                <a:gd name="T4" fmla="*/ 579 w 1259"/>
                <a:gd name="T5" fmla="*/ 25 h 928"/>
                <a:gd name="T6" fmla="*/ 705 w 1259"/>
                <a:gd name="T7" fmla="*/ 18 h 928"/>
                <a:gd name="T8" fmla="*/ 816 w 1259"/>
                <a:gd name="T9" fmla="*/ 31 h 928"/>
                <a:gd name="T10" fmla="*/ 1051 w 1259"/>
                <a:gd name="T11" fmla="*/ 46 h 928"/>
                <a:gd name="T12" fmla="*/ 985 w 1259"/>
                <a:gd name="T13" fmla="*/ 88 h 928"/>
                <a:gd name="T14" fmla="*/ 1037 w 1259"/>
                <a:gd name="T15" fmla="*/ 129 h 928"/>
                <a:gd name="T16" fmla="*/ 1196 w 1259"/>
                <a:gd name="T17" fmla="*/ 136 h 928"/>
                <a:gd name="T18" fmla="*/ 1081 w 1259"/>
                <a:gd name="T19" fmla="*/ 185 h 928"/>
                <a:gd name="T20" fmla="*/ 1059 w 1259"/>
                <a:gd name="T21" fmla="*/ 269 h 928"/>
                <a:gd name="T22" fmla="*/ 1131 w 1259"/>
                <a:gd name="T23" fmla="*/ 306 h 928"/>
                <a:gd name="T24" fmla="*/ 1066 w 1259"/>
                <a:gd name="T25" fmla="*/ 347 h 928"/>
                <a:gd name="T26" fmla="*/ 1081 w 1259"/>
                <a:gd name="T27" fmla="*/ 386 h 928"/>
                <a:gd name="T28" fmla="*/ 1066 w 1259"/>
                <a:gd name="T29" fmla="*/ 399 h 928"/>
                <a:gd name="T30" fmla="*/ 1054 w 1259"/>
                <a:gd name="T31" fmla="*/ 419 h 928"/>
                <a:gd name="T32" fmla="*/ 1022 w 1259"/>
                <a:gd name="T33" fmla="*/ 451 h 928"/>
                <a:gd name="T34" fmla="*/ 951 w 1259"/>
                <a:gd name="T35" fmla="*/ 472 h 928"/>
                <a:gd name="T36" fmla="*/ 990 w 1259"/>
                <a:gd name="T37" fmla="*/ 500 h 928"/>
                <a:gd name="T38" fmla="*/ 1049 w 1259"/>
                <a:gd name="T39" fmla="*/ 534 h 928"/>
                <a:gd name="T40" fmla="*/ 1040 w 1259"/>
                <a:gd name="T41" fmla="*/ 571 h 928"/>
                <a:gd name="T42" fmla="*/ 942 w 1259"/>
                <a:gd name="T43" fmla="*/ 534 h 928"/>
                <a:gd name="T44" fmla="*/ 922 w 1259"/>
                <a:gd name="T45" fmla="*/ 576 h 928"/>
                <a:gd name="T46" fmla="*/ 1015 w 1259"/>
                <a:gd name="T47" fmla="*/ 607 h 928"/>
                <a:gd name="T48" fmla="*/ 881 w 1259"/>
                <a:gd name="T49" fmla="*/ 656 h 928"/>
                <a:gd name="T50" fmla="*/ 818 w 1259"/>
                <a:gd name="T51" fmla="*/ 682 h 928"/>
                <a:gd name="T52" fmla="*/ 744 w 1259"/>
                <a:gd name="T53" fmla="*/ 737 h 928"/>
                <a:gd name="T54" fmla="*/ 699 w 1259"/>
                <a:gd name="T55" fmla="*/ 746 h 928"/>
                <a:gd name="T56" fmla="*/ 665 w 1259"/>
                <a:gd name="T57" fmla="*/ 797 h 928"/>
                <a:gd name="T58" fmla="*/ 617 w 1259"/>
                <a:gd name="T59" fmla="*/ 846 h 928"/>
                <a:gd name="T60" fmla="*/ 614 w 1259"/>
                <a:gd name="T61" fmla="*/ 896 h 928"/>
                <a:gd name="T62" fmla="*/ 591 w 1259"/>
                <a:gd name="T63" fmla="*/ 923 h 928"/>
                <a:gd name="T64" fmla="*/ 565 w 1259"/>
                <a:gd name="T65" fmla="*/ 893 h 928"/>
                <a:gd name="T66" fmla="*/ 510 w 1259"/>
                <a:gd name="T67" fmla="*/ 882 h 928"/>
                <a:gd name="T68" fmla="*/ 477 w 1259"/>
                <a:gd name="T69" fmla="*/ 840 h 928"/>
                <a:gd name="T70" fmla="*/ 451 w 1259"/>
                <a:gd name="T71" fmla="*/ 815 h 928"/>
                <a:gd name="T72" fmla="*/ 458 w 1259"/>
                <a:gd name="T73" fmla="*/ 762 h 928"/>
                <a:gd name="T74" fmla="*/ 440 w 1259"/>
                <a:gd name="T75" fmla="*/ 746 h 928"/>
                <a:gd name="T76" fmla="*/ 419 w 1259"/>
                <a:gd name="T77" fmla="*/ 727 h 928"/>
                <a:gd name="T78" fmla="*/ 408 w 1259"/>
                <a:gd name="T79" fmla="*/ 715 h 928"/>
                <a:gd name="T80" fmla="*/ 454 w 1259"/>
                <a:gd name="T81" fmla="*/ 693 h 928"/>
                <a:gd name="T82" fmla="*/ 466 w 1259"/>
                <a:gd name="T83" fmla="*/ 670 h 928"/>
                <a:gd name="T84" fmla="*/ 448 w 1259"/>
                <a:gd name="T85" fmla="*/ 646 h 928"/>
                <a:gd name="T86" fmla="*/ 458 w 1259"/>
                <a:gd name="T87" fmla="*/ 615 h 928"/>
                <a:gd name="T88" fmla="*/ 385 w 1259"/>
                <a:gd name="T89" fmla="*/ 564 h 928"/>
                <a:gd name="T90" fmla="*/ 428 w 1259"/>
                <a:gd name="T91" fmla="*/ 546 h 928"/>
                <a:gd name="T92" fmla="*/ 393 w 1259"/>
                <a:gd name="T93" fmla="*/ 532 h 928"/>
                <a:gd name="T94" fmla="*/ 371 w 1259"/>
                <a:gd name="T95" fmla="*/ 476 h 928"/>
                <a:gd name="T96" fmla="*/ 342 w 1259"/>
                <a:gd name="T97" fmla="*/ 415 h 928"/>
                <a:gd name="T98" fmla="*/ 132 w 1259"/>
                <a:gd name="T99" fmla="*/ 348 h 928"/>
                <a:gd name="T100" fmla="*/ 76 w 1259"/>
                <a:gd name="T101" fmla="*/ 305 h 928"/>
                <a:gd name="T102" fmla="*/ 59 w 1259"/>
                <a:gd name="T103" fmla="*/ 278 h 928"/>
                <a:gd name="T104" fmla="*/ 183 w 1259"/>
                <a:gd name="T105" fmla="*/ 174 h 928"/>
                <a:gd name="T106" fmla="*/ 248 w 1259"/>
                <a:gd name="T107" fmla="*/ 106 h 928"/>
                <a:gd name="T108" fmla="*/ 436 w 1259"/>
                <a:gd name="T109" fmla="*/ 607 h 928"/>
                <a:gd name="T110" fmla="*/ 403 w 1259"/>
                <a:gd name="T111" fmla="*/ 548 h 928"/>
                <a:gd name="T112" fmla="*/ 433 w 1259"/>
                <a:gd name="T113" fmla="*/ 667 h 928"/>
                <a:gd name="T114" fmla="*/ 976 w 1259"/>
                <a:gd name="T115" fmla="*/ 569 h 928"/>
                <a:gd name="T116" fmla="*/ 1021 w 1259"/>
                <a:gd name="T117" fmla="*/ 483 h 928"/>
                <a:gd name="T118" fmla="*/ 1079 w 1259"/>
                <a:gd name="T119" fmla="*/ 433 h 928"/>
                <a:gd name="T120" fmla="*/ 1118 w 1259"/>
                <a:gd name="T121" fmla="*/ 327 h 928"/>
                <a:gd name="T122" fmla="*/ 1136 w 1259"/>
                <a:gd name="T123" fmla="*/ 219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59" h="928">
                  <a:moveTo>
                    <a:pt x="341" y="68"/>
                  </a:moveTo>
                  <a:cubicBezTo>
                    <a:pt x="348" y="69"/>
                    <a:pt x="346" y="67"/>
                    <a:pt x="357" y="67"/>
                  </a:cubicBezTo>
                  <a:cubicBezTo>
                    <a:pt x="367" y="67"/>
                    <a:pt x="377" y="64"/>
                    <a:pt x="379" y="63"/>
                  </a:cubicBezTo>
                  <a:cubicBezTo>
                    <a:pt x="382" y="63"/>
                    <a:pt x="392" y="66"/>
                    <a:pt x="393" y="69"/>
                  </a:cubicBezTo>
                  <a:cubicBezTo>
                    <a:pt x="394" y="71"/>
                    <a:pt x="396" y="74"/>
                    <a:pt x="398" y="74"/>
                  </a:cubicBezTo>
                  <a:cubicBezTo>
                    <a:pt x="400" y="75"/>
                    <a:pt x="401" y="78"/>
                    <a:pt x="401" y="79"/>
                  </a:cubicBezTo>
                  <a:cubicBezTo>
                    <a:pt x="401" y="80"/>
                    <a:pt x="400" y="80"/>
                    <a:pt x="402" y="83"/>
                  </a:cubicBezTo>
                  <a:cubicBezTo>
                    <a:pt x="403" y="85"/>
                    <a:pt x="404" y="85"/>
                    <a:pt x="404" y="87"/>
                  </a:cubicBezTo>
                  <a:cubicBezTo>
                    <a:pt x="403" y="88"/>
                    <a:pt x="402" y="89"/>
                    <a:pt x="401" y="91"/>
                  </a:cubicBezTo>
                  <a:cubicBezTo>
                    <a:pt x="400" y="92"/>
                    <a:pt x="397" y="95"/>
                    <a:pt x="397" y="96"/>
                  </a:cubicBezTo>
                  <a:cubicBezTo>
                    <a:pt x="397" y="97"/>
                    <a:pt x="396" y="100"/>
                    <a:pt x="397" y="101"/>
                  </a:cubicBezTo>
                  <a:cubicBezTo>
                    <a:pt x="398" y="102"/>
                    <a:pt x="401" y="104"/>
                    <a:pt x="402" y="105"/>
                  </a:cubicBezTo>
                  <a:cubicBezTo>
                    <a:pt x="403" y="106"/>
                    <a:pt x="404" y="104"/>
                    <a:pt x="404" y="103"/>
                  </a:cubicBezTo>
                  <a:cubicBezTo>
                    <a:pt x="403" y="102"/>
                    <a:pt x="403" y="101"/>
                    <a:pt x="403" y="98"/>
                  </a:cubicBezTo>
                  <a:cubicBezTo>
                    <a:pt x="403" y="96"/>
                    <a:pt x="402" y="95"/>
                    <a:pt x="405" y="93"/>
                  </a:cubicBezTo>
                  <a:cubicBezTo>
                    <a:pt x="408" y="91"/>
                    <a:pt x="409" y="91"/>
                    <a:pt x="410" y="89"/>
                  </a:cubicBezTo>
                  <a:cubicBezTo>
                    <a:pt x="411" y="86"/>
                    <a:pt x="412" y="85"/>
                    <a:pt x="413" y="83"/>
                  </a:cubicBezTo>
                  <a:cubicBezTo>
                    <a:pt x="414" y="81"/>
                    <a:pt x="416" y="81"/>
                    <a:pt x="418" y="81"/>
                  </a:cubicBezTo>
                  <a:cubicBezTo>
                    <a:pt x="420" y="81"/>
                    <a:pt x="419" y="83"/>
                    <a:pt x="423" y="83"/>
                  </a:cubicBezTo>
                  <a:cubicBezTo>
                    <a:pt x="428" y="83"/>
                    <a:pt x="433" y="83"/>
                    <a:pt x="436" y="84"/>
                  </a:cubicBezTo>
                  <a:cubicBezTo>
                    <a:pt x="439" y="85"/>
                    <a:pt x="444" y="86"/>
                    <a:pt x="446" y="88"/>
                  </a:cubicBezTo>
                  <a:cubicBezTo>
                    <a:pt x="449" y="89"/>
                    <a:pt x="452" y="91"/>
                    <a:pt x="456" y="91"/>
                  </a:cubicBezTo>
                  <a:cubicBezTo>
                    <a:pt x="461" y="92"/>
                    <a:pt x="465" y="92"/>
                    <a:pt x="466" y="94"/>
                  </a:cubicBezTo>
                  <a:cubicBezTo>
                    <a:pt x="468" y="96"/>
                    <a:pt x="468" y="98"/>
                    <a:pt x="471" y="99"/>
                  </a:cubicBezTo>
                  <a:cubicBezTo>
                    <a:pt x="474" y="100"/>
                    <a:pt x="480" y="101"/>
                    <a:pt x="480" y="99"/>
                  </a:cubicBezTo>
                  <a:cubicBezTo>
                    <a:pt x="480" y="98"/>
                    <a:pt x="478" y="97"/>
                    <a:pt x="476" y="96"/>
                  </a:cubicBezTo>
                  <a:cubicBezTo>
                    <a:pt x="474" y="95"/>
                    <a:pt x="473" y="94"/>
                    <a:pt x="470" y="93"/>
                  </a:cubicBezTo>
                  <a:cubicBezTo>
                    <a:pt x="468" y="92"/>
                    <a:pt x="465" y="90"/>
                    <a:pt x="464" y="89"/>
                  </a:cubicBezTo>
                  <a:cubicBezTo>
                    <a:pt x="463" y="89"/>
                    <a:pt x="459" y="88"/>
                    <a:pt x="461" y="87"/>
                  </a:cubicBezTo>
                  <a:cubicBezTo>
                    <a:pt x="463" y="86"/>
                    <a:pt x="465" y="86"/>
                    <a:pt x="467" y="87"/>
                  </a:cubicBezTo>
                  <a:cubicBezTo>
                    <a:pt x="469" y="88"/>
                    <a:pt x="472" y="88"/>
                    <a:pt x="474" y="88"/>
                  </a:cubicBezTo>
                  <a:cubicBezTo>
                    <a:pt x="477" y="88"/>
                    <a:pt x="477" y="89"/>
                    <a:pt x="481" y="88"/>
                  </a:cubicBezTo>
                  <a:cubicBezTo>
                    <a:pt x="485" y="86"/>
                    <a:pt x="487" y="87"/>
                    <a:pt x="486" y="85"/>
                  </a:cubicBezTo>
                  <a:cubicBezTo>
                    <a:pt x="485" y="83"/>
                    <a:pt x="481" y="83"/>
                    <a:pt x="479" y="82"/>
                  </a:cubicBezTo>
                  <a:cubicBezTo>
                    <a:pt x="477" y="82"/>
                    <a:pt x="475" y="81"/>
                    <a:pt x="473" y="79"/>
                  </a:cubicBezTo>
                  <a:cubicBezTo>
                    <a:pt x="472" y="77"/>
                    <a:pt x="469" y="76"/>
                    <a:pt x="467" y="75"/>
                  </a:cubicBezTo>
                  <a:cubicBezTo>
                    <a:pt x="464" y="74"/>
                    <a:pt x="462" y="74"/>
                    <a:pt x="462" y="71"/>
                  </a:cubicBezTo>
                  <a:cubicBezTo>
                    <a:pt x="461" y="69"/>
                    <a:pt x="461" y="67"/>
                    <a:pt x="458" y="65"/>
                  </a:cubicBezTo>
                  <a:cubicBezTo>
                    <a:pt x="456" y="63"/>
                    <a:pt x="457" y="61"/>
                    <a:pt x="456" y="60"/>
                  </a:cubicBezTo>
                  <a:cubicBezTo>
                    <a:pt x="454" y="59"/>
                    <a:pt x="454" y="56"/>
                    <a:pt x="455" y="56"/>
                  </a:cubicBezTo>
                  <a:cubicBezTo>
                    <a:pt x="456" y="56"/>
                    <a:pt x="456" y="56"/>
                    <a:pt x="460" y="57"/>
                  </a:cubicBezTo>
                  <a:cubicBezTo>
                    <a:pt x="464" y="57"/>
                    <a:pt x="469" y="56"/>
                    <a:pt x="471" y="56"/>
                  </a:cubicBezTo>
                  <a:cubicBezTo>
                    <a:pt x="473" y="55"/>
                    <a:pt x="478" y="56"/>
                    <a:pt x="480" y="56"/>
                  </a:cubicBezTo>
                  <a:cubicBezTo>
                    <a:pt x="482" y="56"/>
                    <a:pt x="482" y="56"/>
                    <a:pt x="485" y="57"/>
                  </a:cubicBezTo>
                  <a:cubicBezTo>
                    <a:pt x="487" y="58"/>
                    <a:pt x="490" y="58"/>
                    <a:pt x="492" y="59"/>
                  </a:cubicBezTo>
                  <a:cubicBezTo>
                    <a:pt x="494" y="60"/>
                    <a:pt x="495" y="61"/>
                    <a:pt x="497" y="62"/>
                  </a:cubicBezTo>
                  <a:cubicBezTo>
                    <a:pt x="498" y="63"/>
                    <a:pt x="503" y="65"/>
                    <a:pt x="506" y="65"/>
                  </a:cubicBezTo>
                  <a:cubicBezTo>
                    <a:pt x="509" y="66"/>
                    <a:pt x="513" y="65"/>
                    <a:pt x="515" y="67"/>
                  </a:cubicBezTo>
                  <a:cubicBezTo>
                    <a:pt x="518" y="68"/>
                    <a:pt x="521" y="69"/>
                    <a:pt x="522" y="69"/>
                  </a:cubicBezTo>
                  <a:cubicBezTo>
                    <a:pt x="524" y="70"/>
                    <a:pt x="525" y="71"/>
                    <a:pt x="526" y="72"/>
                  </a:cubicBezTo>
                  <a:cubicBezTo>
                    <a:pt x="527" y="73"/>
                    <a:pt x="530" y="74"/>
                    <a:pt x="533" y="74"/>
                  </a:cubicBezTo>
                  <a:cubicBezTo>
                    <a:pt x="536" y="74"/>
                    <a:pt x="538" y="74"/>
                    <a:pt x="541" y="74"/>
                  </a:cubicBezTo>
                  <a:cubicBezTo>
                    <a:pt x="543" y="75"/>
                    <a:pt x="552" y="77"/>
                    <a:pt x="554" y="77"/>
                  </a:cubicBezTo>
                  <a:cubicBezTo>
                    <a:pt x="555" y="78"/>
                    <a:pt x="558" y="80"/>
                    <a:pt x="558" y="81"/>
                  </a:cubicBezTo>
                  <a:cubicBezTo>
                    <a:pt x="558" y="83"/>
                    <a:pt x="557" y="84"/>
                    <a:pt x="560" y="85"/>
                  </a:cubicBezTo>
                  <a:cubicBezTo>
                    <a:pt x="562" y="86"/>
                    <a:pt x="563" y="85"/>
                    <a:pt x="566" y="86"/>
                  </a:cubicBezTo>
                  <a:cubicBezTo>
                    <a:pt x="569" y="88"/>
                    <a:pt x="572" y="92"/>
                    <a:pt x="574" y="92"/>
                  </a:cubicBezTo>
                  <a:cubicBezTo>
                    <a:pt x="577" y="92"/>
                    <a:pt x="578" y="92"/>
                    <a:pt x="581" y="92"/>
                  </a:cubicBezTo>
                  <a:cubicBezTo>
                    <a:pt x="583" y="93"/>
                    <a:pt x="586" y="92"/>
                    <a:pt x="588" y="92"/>
                  </a:cubicBezTo>
                  <a:cubicBezTo>
                    <a:pt x="589" y="92"/>
                    <a:pt x="592" y="92"/>
                    <a:pt x="592" y="90"/>
                  </a:cubicBezTo>
                  <a:cubicBezTo>
                    <a:pt x="592" y="88"/>
                    <a:pt x="591" y="86"/>
                    <a:pt x="590" y="85"/>
                  </a:cubicBezTo>
                  <a:cubicBezTo>
                    <a:pt x="589" y="83"/>
                    <a:pt x="587" y="81"/>
                    <a:pt x="588" y="80"/>
                  </a:cubicBezTo>
                  <a:cubicBezTo>
                    <a:pt x="588" y="78"/>
                    <a:pt x="590" y="77"/>
                    <a:pt x="590" y="76"/>
                  </a:cubicBezTo>
                  <a:cubicBezTo>
                    <a:pt x="589" y="75"/>
                    <a:pt x="589" y="74"/>
                    <a:pt x="588" y="72"/>
                  </a:cubicBezTo>
                  <a:cubicBezTo>
                    <a:pt x="587" y="71"/>
                    <a:pt x="587" y="70"/>
                    <a:pt x="587" y="69"/>
                  </a:cubicBezTo>
                  <a:cubicBezTo>
                    <a:pt x="588" y="68"/>
                    <a:pt x="591" y="67"/>
                    <a:pt x="593" y="67"/>
                  </a:cubicBezTo>
                  <a:cubicBezTo>
                    <a:pt x="595" y="67"/>
                    <a:pt x="595" y="66"/>
                    <a:pt x="599" y="67"/>
                  </a:cubicBezTo>
                  <a:cubicBezTo>
                    <a:pt x="604" y="68"/>
                    <a:pt x="606" y="68"/>
                    <a:pt x="609" y="69"/>
                  </a:cubicBezTo>
                  <a:cubicBezTo>
                    <a:pt x="611" y="69"/>
                    <a:pt x="612" y="68"/>
                    <a:pt x="616" y="69"/>
                  </a:cubicBezTo>
                  <a:cubicBezTo>
                    <a:pt x="619" y="70"/>
                    <a:pt x="620" y="69"/>
                    <a:pt x="623" y="70"/>
                  </a:cubicBezTo>
                  <a:cubicBezTo>
                    <a:pt x="625" y="71"/>
                    <a:pt x="626" y="72"/>
                    <a:pt x="630" y="72"/>
                  </a:cubicBezTo>
                  <a:cubicBezTo>
                    <a:pt x="633" y="71"/>
                    <a:pt x="634" y="72"/>
                    <a:pt x="634" y="71"/>
                  </a:cubicBezTo>
                  <a:cubicBezTo>
                    <a:pt x="633" y="70"/>
                    <a:pt x="633" y="70"/>
                    <a:pt x="631" y="70"/>
                  </a:cubicBezTo>
                  <a:cubicBezTo>
                    <a:pt x="630" y="70"/>
                    <a:pt x="627" y="70"/>
                    <a:pt x="626" y="69"/>
                  </a:cubicBezTo>
                  <a:cubicBezTo>
                    <a:pt x="625" y="69"/>
                    <a:pt x="623" y="67"/>
                    <a:pt x="622" y="67"/>
                  </a:cubicBezTo>
                  <a:cubicBezTo>
                    <a:pt x="620" y="67"/>
                    <a:pt x="620" y="67"/>
                    <a:pt x="618" y="67"/>
                  </a:cubicBezTo>
                  <a:cubicBezTo>
                    <a:pt x="615" y="67"/>
                    <a:pt x="611" y="67"/>
                    <a:pt x="610" y="66"/>
                  </a:cubicBezTo>
                  <a:cubicBezTo>
                    <a:pt x="609" y="66"/>
                    <a:pt x="607" y="65"/>
                    <a:pt x="605" y="65"/>
                  </a:cubicBezTo>
                  <a:cubicBezTo>
                    <a:pt x="602" y="65"/>
                    <a:pt x="601" y="64"/>
                    <a:pt x="600" y="63"/>
                  </a:cubicBezTo>
                  <a:cubicBezTo>
                    <a:pt x="598" y="61"/>
                    <a:pt x="600" y="61"/>
                    <a:pt x="596" y="59"/>
                  </a:cubicBezTo>
                  <a:cubicBezTo>
                    <a:pt x="592" y="58"/>
                    <a:pt x="590" y="57"/>
                    <a:pt x="589" y="55"/>
                  </a:cubicBezTo>
                  <a:cubicBezTo>
                    <a:pt x="588" y="53"/>
                    <a:pt x="586" y="52"/>
                    <a:pt x="583" y="51"/>
                  </a:cubicBezTo>
                  <a:cubicBezTo>
                    <a:pt x="580" y="50"/>
                    <a:pt x="579" y="51"/>
                    <a:pt x="577" y="48"/>
                  </a:cubicBezTo>
                  <a:cubicBezTo>
                    <a:pt x="576" y="46"/>
                    <a:pt x="575" y="45"/>
                    <a:pt x="573" y="44"/>
                  </a:cubicBezTo>
                  <a:cubicBezTo>
                    <a:pt x="571" y="44"/>
                    <a:pt x="570" y="43"/>
                    <a:pt x="571" y="43"/>
                  </a:cubicBezTo>
                  <a:cubicBezTo>
                    <a:pt x="572" y="42"/>
                    <a:pt x="573" y="41"/>
                    <a:pt x="576" y="42"/>
                  </a:cubicBezTo>
                  <a:cubicBezTo>
                    <a:pt x="578" y="44"/>
                    <a:pt x="579" y="44"/>
                    <a:pt x="584" y="44"/>
                  </a:cubicBezTo>
                  <a:cubicBezTo>
                    <a:pt x="589" y="43"/>
                    <a:pt x="591" y="43"/>
                    <a:pt x="593" y="43"/>
                  </a:cubicBezTo>
                  <a:cubicBezTo>
                    <a:pt x="595" y="43"/>
                    <a:pt x="595" y="43"/>
                    <a:pt x="599" y="43"/>
                  </a:cubicBezTo>
                  <a:cubicBezTo>
                    <a:pt x="602" y="43"/>
                    <a:pt x="605" y="43"/>
                    <a:pt x="608" y="43"/>
                  </a:cubicBezTo>
                  <a:cubicBezTo>
                    <a:pt x="610" y="44"/>
                    <a:pt x="618" y="44"/>
                    <a:pt x="621" y="43"/>
                  </a:cubicBezTo>
                  <a:cubicBezTo>
                    <a:pt x="624" y="43"/>
                    <a:pt x="627" y="43"/>
                    <a:pt x="629" y="43"/>
                  </a:cubicBezTo>
                  <a:cubicBezTo>
                    <a:pt x="631" y="43"/>
                    <a:pt x="634" y="42"/>
                    <a:pt x="636" y="44"/>
                  </a:cubicBezTo>
                  <a:cubicBezTo>
                    <a:pt x="639" y="45"/>
                    <a:pt x="641" y="46"/>
                    <a:pt x="642" y="47"/>
                  </a:cubicBezTo>
                  <a:cubicBezTo>
                    <a:pt x="642" y="48"/>
                    <a:pt x="643" y="49"/>
                    <a:pt x="643" y="51"/>
                  </a:cubicBezTo>
                  <a:cubicBezTo>
                    <a:pt x="643" y="52"/>
                    <a:pt x="641" y="52"/>
                    <a:pt x="643" y="54"/>
                  </a:cubicBezTo>
                  <a:cubicBezTo>
                    <a:pt x="644" y="56"/>
                    <a:pt x="645" y="57"/>
                    <a:pt x="646" y="56"/>
                  </a:cubicBezTo>
                  <a:cubicBezTo>
                    <a:pt x="648" y="55"/>
                    <a:pt x="649" y="55"/>
                    <a:pt x="649" y="53"/>
                  </a:cubicBezTo>
                  <a:cubicBezTo>
                    <a:pt x="649" y="52"/>
                    <a:pt x="649" y="51"/>
                    <a:pt x="648" y="49"/>
                  </a:cubicBezTo>
                  <a:cubicBezTo>
                    <a:pt x="647" y="48"/>
                    <a:pt x="646" y="47"/>
                    <a:pt x="647" y="46"/>
                  </a:cubicBezTo>
                  <a:cubicBezTo>
                    <a:pt x="648" y="44"/>
                    <a:pt x="651" y="44"/>
                    <a:pt x="653" y="46"/>
                  </a:cubicBezTo>
                  <a:cubicBezTo>
                    <a:pt x="655" y="47"/>
                    <a:pt x="654" y="49"/>
                    <a:pt x="663" y="51"/>
                  </a:cubicBezTo>
                  <a:cubicBezTo>
                    <a:pt x="672" y="54"/>
                    <a:pt x="673" y="53"/>
                    <a:pt x="675" y="53"/>
                  </a:cubicBezTo>
                  <a:cubicBezTo>
                    <a:pt x="677" y="54"/>
                    <a:pt x="678" y="55"/>
                    <a:pt x="679" y="56"/>
                  </a:cubicBezTo>
                  <a:cubicBezTo>
                    <a:pt x="679" y="57"/>
                    <a:pt x="679" y="57"/>
                    <a:pt x="679" y="58"/>
                  </a:cubicBezTo>
                  <a:cubicBezTo>
                    <a:pt x="679" y="59"/>
                    <a:pt x="679" y="60"/>
                    <a:pt x="681" y="61"/>
                  </a:cubicBezTo>
                  <a:cubicBezTo>
                    <a:pt x="682" y="62"/>
                    <a:pt x="683" y="63"/>
                    <a:pt x="684" y="63"/>
                  </a:cubicBezTo>
                  <a:cubicBezTo>
                    <a:pt x="685" y="62"/>
                    <a:pt x="686" y="61"/>
                    <a:pt x="686" y="60"/>
                  </a:cubicBezTo>
                  <a:cubicBezTo>
                    <a:pt x="687" y="58"/>
                    <a:pt x="687" y="56"/>
                    <a:pt x="686" y="55"/>
                  </a:cubicBezTo>
                  <a:cubicBezTo>
                    <a:pt x="685" y="55"/>
                    <a:pt x="684" y="54"/>
                    <a:pt x="684" y="53"/>
                  </a:cubicBezTo>
                  <a:cubicBezTo>
                    <a:pt x="684" y="52"/>
                    <a:pt x="684" y="51"/>
                    <a:pt x="685" y="51"/>
                  </a:cubicBezTo>
                  <a:cubicBezTo>
                    <a:pt x="685" y="50"/>
                    <a:pt x="685" y="47"/>
                    <a:pt x="684" y="47"/>
                  </a:cubicBezTo>
                  <a:cubicBezTo>
                    <a:pt x="684" y="46"/>
                    <a:pt x="679" y="44"/>
                    <a:pt x="678" y="44"/>
                  </a:cubicBezTo>
                  <a:cubicBezTo>
                    <a:pt x="677" y="44"/>
                    <a:pt x="676" y="44"/>
                    <a:pt x="673" y="44"/>
                  </a:cubicBezTo>
                  <a:cubicBezTo>
                    <a:pt x="670" y="44"/>
                    <a:pt x="667" y="44"/>
                    <a:pt x="666" y="44"/>
                  </a:cubicBezTo>
                  <a:cubicBezTo>
                    <a:pt x="664" y="43"/>
                    <a:pt x="664" y="44"/>
                    <a:pt x="660" y="43"/>
                  </a:cubicBezTo>
                  <a:cubicBezTo>
                    <a:pt x="657" y="43"/>
                    <a:pt x="657" y="44"/>
                    <a:pt x="654" y="42"/>
                  </a:cubicBezTo>
                  <a:cubicBezTo>
                    <a:pt x="652" y="41"/>
                    <a:pt x="647" y="41"/>
                    <a:pt x="645" y="41"/>
                  </a:cubicBezTo>
                  <a:cubicBezTo>
                    <a:pt x="643" y="42"/>
                    <a:pt x="640" y="42"/>
                    <a:pt x="638" y="41"/>
                  </a:cubicBezTo>
                  <a:cubicBezTo>
                    <a:pt x="637" y="41"/>
                    <a:pt x="628" y="39"/>
                    <a:pt x="627" y="39"/>
                  </a:cubicBezTo>
                  <a:cubicBezTo>
                    <a:pt x="625" y="39"/>
                    <a:pt x="624" y="39"/>
                    <a:pt x="620" y="39"/>
                  </a:cubicBezTo>
                  <a:cubicBezTo>
                    <a:pt x="617" y="40"/>
                    <a:pt x="611" y="39"/>
                    <a:pt x="609" y="38"/>
                  </a:cubicBezTo>
                  <a:cubicBezTo>
                    <a:pt x="607" y="38"/>
                    <a:pt x="603" y="39"/>
                    <a:pt x="599" y="38"/>
                  </a:cubicBezTo>
                  <a:cubicBezTo>
                    <a:pt x="595" y="37"/>
                    <a:pt x="593" y="37"/>
                    <a:pt x="590" y="37"/>
                  </a:cubicBezTo>
                  <a:cubicBezTo>
                    <a:pt x="588" y="37"/>
                    <a:pt x="585" y="38"/>
                    <a:pt x="585" y="37"/>
                  </a:cubicBezTo>
                  <a:cubicBezTo>
                    <a:pt x="585" y="36"/>
                    <a:pt x="586" y="36"/>
                    <a:pt x="588" y="36"/>
                  </a:cubicBezTo>
                  <a:cubicBezTo>
                    <a:pt x="590" y="35"/>
                    <a:pt x="590" y="35"/>
                    <a:pt x="594" y="35"/>
                  </a:cubicBezTo>
                  <a:cubicBezTo>
                    <a:pt x="597" y="35"/>
                    <a:pt x="597" y="36"/>
                    <a:pt x="600" y="36"/>
                  </a:cubicBezTo>
                  <a:cubicBezTo>
                    <a:pt x="603" y="36"/>
                    <a:pt x="603" y="36"/>
                    <a:pt x="606" y="36"/>
                  </a:cubicBezTo>
                  <a:cubicBezTo>
                    <a:pt x="608" y="36"/>
                    <a:pt x="610" y="37"/>
                    <a:pt x="610" y="35"/>
                  </a:cubicBezTo>
                  <a:cubicBezTo>
                    <a:pt x="610" y="34"/>
                    <a:pt x="610" y="33"/>
                    <a:pt x="606" y="33"/>
                  </a:cubicBezTo>
                  <a:cubicBezTo>
                    <a:pt x="603" y="33"/>
                    <a:pt x="603" y="34"/>
                    <a:pt x="599" y="33"/>
                  </a:cubicBezTo>
                  <a:cubicBezTo>
                    <a:pt x="595" y="32"/>
                    <a:pt x="596" y="32"/>
                    <a:pt x="591" y="32"/>
                  </a:cubicBezTo>
                  <a:cubicBezTo>
                    <a:pt x="587" y="31"/>
                    <a:pt x="588" y="33"/>
                    <a:pt x="584" y="31"/>
                  </a:cubicBezTo>
                  <a:cubicBezTo>
                    <a:pt x="579" y="30"/>
                    <a:pt x="580" y="30"/>
                    <a:pt x="578" y="29"/>
                  </a:cubicBezTo>
                  <a:cubicBezTo>
                    <a:pt x="576" y="29"/>
                    <a:pt x="573" y="28"/>
                    <a:pt x="572" y="27"/>
                  </a:cubicBezTo>
                  <a:cubicBezTo>
                    <a:pt x="571" y="25"/>
                    <a:pt x="571" y="24"/>
                    <a:pt x="573" y="24"/>
                  </a:cubicBezTo>
                  <a:cubicBezTo>
                    <a:pt x="575" y="24"/>
                    <a:pt x="573" y="24"/>
                    <a:pt x="579" y="25"/>
                  </a:cubicBezTo>
                  <a:cubicBezTo>
                    <a:pt x="585" y="25"/>
                    <a:pt x="587" y="25"/>
                    <a:pt x="592" y="25"/>
                  </a:cubicBezTo>
                  <a:cubicBezTo>
                    <a:pt x="596" y="25"/>
                    <a:pt x="595" y="25"/>
                    <a:pt x="599" y="25"/>
                  </a:cubicBezTo>
                  <a:cubicBezTo>
                    <a:pt x="603" y="25"/>
                    <a:pt x="606" y="24"/>
                    <a:pt x="610" y="25"/>
                  </a:cubicBezTo>
                  <a:cubicBezTo>
                    <a:pt x="614" y="25"/>
                    <a:pt x="616" y="25"/>
                    <a:pt x="618" y="26"/>
                  </a:cubicBezTo>
                  <a:cubicBezTo>
                    <a:pt x="620" y="27"/>
                    <a:pt x="623" y="28"/>
                    <a:pt x="623" y="27"/>
                  </a:cubicBezTo>
                  <a:cubicBezTo>
                    <a:pt x="623" y="25"/>
                    <a:pt x="622" y="25"/>
                    <a:pt x="619" y="24"/>
                  </a:cubicBezTo>
                  <a:cubicBezTo>
                    <a:pt x="617" y="24"/>
                    <a:pt x="612" y="24"/>
                    <a:pt x="609" y="23"/>
                  </a:cubicBezTo>
                  <a:cubicBezTo>
                    <a:pt x="606" y="23"/>
                    <a:pt x="602" y="23"/>
                    <a:pt x="603" y="21"/>
                  </a:cubicBezTo>
                  <a:cubicBezTo>
                    <a:pt x="603" y="20"/>
                    <a:pt x="604" y="19"/>
                    <a:pt x="607" y="19"/>
                  </a:cubicBezTo>
                  <a:cubicBezTo>
                    <a:pt x="610" y="19"/>
                    <a:pt x="611" y="19"/>
                    <a:pt x="614" y="18"/>
                  </a:cubicBezTo>
                  <a:cubicBezTo>
                    <a:pt x="618" y="18"/>
                    <a:pt x="616" y="17"/>
                    <a:pt x="621" y="18"/>
                  </a:cubicBezTo>
                  <a:cubicBezTo>
                    <a:pt x="626" y="19"/>
                    <a:pt x="628" y="19"/>
                    <a:pt x="631" y="19"/>
                  </a:cubicBezTo>
                  <a:cubicBezTo>
                    <a:pt x="635" y="19"/>
                    <a:pt x="636" y="18"/>
                    <a:pt x="639" y="19"/>
                  </a:cubicBezTo>
                  <a:cubicBezTo>
                    <a:pt x="643" y="19"/>
                    <a:pt x="644" y="19"/>
                    <a:pt x="645" y="20"/>
                  </a:cubicBezTo>
                  <a:cubicBezTo>
                    <a:pt x="646" y="22"/>
                    <a:pt x="644" y="23"/>
                    <a:pt x="644" y="24"/>
                  </a:cubicBezTo>
                  <a:cubicBezTo>
                    <a:pt x="644" y="25"/>
                    <a:pt x="645" y="25"/>
                    <a:pt x="648" y="25"/>
                  </a:cubicBezTo>
                  <a:cubicBezTo>
                    <a:pt x="650" y="25"/>
                    <a:pt x="652" y="25"/>
                    <a:pt x="655" y="25"/>
                  </a:cubicBezTo>
                  <a:cubicBezTo>
                    <a:pt x="657" y="26"/>
                    <a:pt x="657" y="26"/>
                    <a:pt x="660" y="28"/>
                  </a:cubicBezTo>
                  <a:cubicBezTo>
                    <a:pt x="662" y="29"/>
                    <a:pt x="664" y="29"/>
                    <a:pt x="667" y="31"/>
                  </a:cubicBezTo>
                  <a:cubicBezTo>
                    <a:pt x="669" y="32"/>
                    <a:pt x="668" y="31"/>
                    <a:pt x="675" y="32"/>
                  </a:cubicBezTo>
                  <a:cubicBezTo>
                    <a:pt x="683" y="34"/>
                    <a:pt x="681" y="34"/>
                    <a:pt x="686" y="34"/>
                  </a:cubicBezTo>
                  <a:cubicBezTo>
                    <a:pt x="690" y="33"/>
                    <a:pt x="693" y="33"/>
                    <a:pt x="695" y="34"/>
                  </a:cubicBezTo>
                  <a:cubicBezTo>
                    <a:pt x="697" y="34"/>
                    <a:pt x="699" y="35"/>
                    <a:pt x="699" y="37"/>
                  </a:cubicBezTo>
                  <a:cubicBezTo>
                    <a:pt x="700" y="38"/>
                    <a:pt x="700" y="38"/>
                    <a:pt x="702" y="39"/>
                  </a:cubicBezTo>
                  <a:cubicBezTo>
                    <a:pt x="704" y="41"/>
                    <a:pt x="707" y="43"/>
                    <a:pt x="709" y="44"/>
                  </a:cubicBezTo>
                  <a:cubicBezTo>
                    <a:pt x="710" y="45"/>
                    <a:pt x="710" y="42"/>
                    <a:pt x="709" y="40"/>
                  </a:cubicBezTo>
                  <a:cubicBezTo>
                    <a:pt x="709" y="38"/>
                    <a:pt x="709" y="38"/>
                    <a:pt x="706" y="36"/>
                  </a:cubicBezTo>
                  <a:cubicBezTo>
                    <a:pt x="704" y="34"/>
                    <a:pt x="702" y="33"/>
                    <a:pt x="703" y="32"/>
                  </a:cubicBezTo>
                  <a:cubicBezTo>
                    <a:pt x="704" y="32"/>
                    <a:pt x="706" y="31"/>
                    <a:pt x="708" y="32"/>
                  </a:cubicBezTo>
                  <a:cubicBezTo>
                    <a:pt x="710" y="33"/>
                    <a:pt x="713" y="32"/>
                    <a:pt x="716" y="32"/>
                  </a:cubicBezTo>
                  <a:cubicBezTo>
                    <a:pt x="718" y="32"/>
                    <a:pt x="720" y="31"/>
                    <a:pt x="722" y="31"/>
                  </a:cubicBezTo>
                  <a:cubicBezTo>
                    <a:pt x="724" y="31"/>
                    <a:pt x="725" y="31"/>
                    <a:pt x="727" y="31"/>
                  </a:cubicBezTo>
                  <a:cubicBezTo>
                    <a:pt x="729" y="31"/>
                    <a:pt x="734" y="32"/>
                    <a:pt x="736" y="32"/>
                  </a:cubicBezTo>
                  <a:cubicBezTo>
                    <a:pt x="737" y="31"/>
                    <a:pt x="738" y="30"/>
                    <a:pt x="737" y="30"/>
                  </a:cubicBezTo>
                  <a:cubicBezTo>
                    <a:pt x="736" y="30"/>
                    <a:pt x="733" y="30"/>
                    <a:pt x="731" y="30"/>
                  </a:cubicBezTo>
                  <a:cubicBezTo>
                    <a:pt x="728" y="30"/>
                    <a:pt x="724" y="30"/>
                    <a:pt x="722" y="29"/>
                  </a:cubicBezTo>
                  <a:cubicBezTo>
                    <a:pt x="720" y="29"/>
                    <a:pt x="720" y="29"/>
                    <a:pt x="717" y="29"/>
                  </a:cubicBezTo>
                  <a:cubicBezTo>
                    <a:pt x="713" y="28"/>
                    <a:pt x="712" y="27"/>
                    <a:pt x="713" y="26"/>
                  </a:cubicBezTo>
                  <a:cubicBezTo>
                    <a:pt x="714" y="26"/>
                    <a:pt x="715" y="26"/>
                    <a:pt x="718" y="25"/>
                  </a:cubicBezTo>
                  <a:cubicBezTo>
                    <a:pt x="721" y="25"/>
                    <a:pt x="724" y="26"/>
                    <a:pt x="727" y="25"/>
                  </a:cubicBezTo>
                  <a:cubicBezTo>
                    <a:pt x="730" y="24"/>
                    <a:pt x="732" y="23"/>
                    <a:pt x="735" y="24"/>
                  </a:cubicBezTo>
                  <a:cubicBezTo>
                    <a:pt x="737" y="24"/>
                    <a:pt x="740" y="24"/>
                    <a:pt x="741" y="24"/>
                  </a:cubicBezTo>
                  <a:cubicBezTo>
                    <a:pt x="742" y="23"/>
                    <a:pt x="738" y="22"/>
                    <a:pt x="736" y="22"/>
                  </a:cubicBezTo>
                  <a:cubicBezTo>
                    <a:pt x="735" y="23"/>
                    <a:pt x="732" y="22"/>
                    <a:pt x="729" y="22"/>
                  </a:cubicBezTo>
                  <a:cubicBezTo>
                    <a:pt x="725" y="22"/>
                    <a:pt x="722" y="23"/>
                    <a:pt x="718" y="23"/>
                  </a:cubicBezTo>
                  <a:cubicBezTo>
                    <a:pt x="714" y="23"/>
                    <a:pt x="706" y="19"/>
                    <a:pt x="705" y="18"/>
                  </a:cubicBezTo>
                  <a:cubicBezTo>
                    <a:pt x="705" y="17"/>
                    <a:pt x="705" y="15"/>
                    <a:pt x="705" y="12"/>
                  </a:cubicBezTo>
                  <a:cubicBezTo>
                    <a:pt x="705" y="9"/>
                    <a:pt x="707" y="9"/>
                    <a:pt x="710" y="10"/>
                  </a:cubicBezTo>
                  <a:cubicBezTo>
                    <a:pt x="712" y="10"/>
                    <a:pt x="716" y="11"/>
                    <a:pt x="719" y="11"/>
                  </a:cubicBezTo>
                  <a:cubicBezTo>
                    <a:pt x="722" y="11"/>
                    <a:pt x="724" y="12"/>
                    <a:pt x="725" y="11"/>
                  </a:cubicBezTo>
                  <a:cubicBezTo>
                    <a:pt x="726" y="10"/>
                    <a:pt x="724" y="9"/>
                    <a:pt x="726" y="8"/>
                  </a:cubicBezTo>
                  <a:cubicBezTo>
                    <a:pt x="727" y="7"/>
                    <a:pt x="729" y="6"/>
                    <a:pt x="731" y="7"/>
                  </a:cubicBezTo>
                  <a:cubicBezTo>
                    <a:pt x="734" y="7"/>
                    <a:pt x="736" y="7"/>
                    <a:pt x="737" y="7"/>
                  </a:cubicBezTo>
                  <a:cubicBezTo>
                    <a:pt x="738" y="8"/>
                    <a:pt x="743" y="10"/>
                    <a:pt x="744" y="10"/>
                  </a:cubicBezTo>
                  <a:cubicBezTo>
                    <a:pt x="746" y="10"/>
                    <a:pt x="748" y="11"/>
                    <a:pt x="750" y="12"/>
                  </a:cubicBezTo>
                  <a:cubicBezTo>
                    <a:pt x="751" y="13"/>
                    <a:pt x="754" y="13"/>
                    <a:pt x="754" y="12"/>
                  </a:cubicBezTo>
                  <a:cubicBezTo>
                    <a:pt x="754" y="11"/>
                    <a:pt x="753" y="9"/>
                    <a:pt x="751" y="8"/>
                  </a:cubicBezTo>
                  <a:cubicBezTo>
                    <a:pt x="749" y="7"/>
                    <a:pt x="748" y="6"/>
                    <a:pt x="749" y="5"/>
                  </a:cubicBezTo>
                  <a:cubicBezTo>
                    <a:pt x="750" y="4"/>
                    <a:pt x="757" y="3"/>
                    <a:pt x="760" y="3"/>
                  </a:cubicBezTo>
                  <a:cubicBezTo>
                    <a:pt x="763" y="3"/>
                    <a:pt x="767" y="4"/>
                    <a:pt x="772" y="3"/>
                  </a:cubicBezTo>
                  <a:cubicBezTo>
                    <a:pt x="778" y="3"/>
                    <a:pt x="780" y="3"/>
                    <a:pt x="783" y="3"/>
                  </a:cubicBezTo>
                  <a:cubicBezTo>
                    <a:pt x="786" y="2"/>
                    <a:pt x="787" y="0"/>
                    <a:pt x="789" y="0"/>
                  </a:cubicBezTo>
                  <a:cubicBezTo>
                    <a:pt x="792" y="0"/>
                    <a:pt x="796" y="1"/>
                    <a:pt x="798" y="2"/>
                  </a:cubicBezTo>
                  <a:cubicBezTo>
                    <a:pt x="799" y="4"/>
                    <a:pt x="800" y="4"/>
                    <a:pt x="801" y="5"/>
                  </a:cubicBezTo>
                  <a:cubicBezTo>
                    <a:pt x="803" y="7"/>
                    <a:pt x="807" y="8"/>
                    <a:pt x="807" y="7"/>
                  </a:cubicBezTo>
                  <a:cubicBezTo>
                    <a:pt x="807" y="6"/>
                    <a:pt x="806" y="5"/>
                    <a:pt x="806" y="3"/>
                  </a:cubicBezTo>
                  <a:cubicBezTo>
                    <a:pt x="807" y="2"/>
                    <a:pt x="808" y="2"/>
                    <a:pt x="810" y="1"/>
                  </a:cubicBezTo>
                  <a:cubicBezTo>
                    <a:pt x="813" y="1"/>
                    <a:pt x="822" y="0"/>
                    <a:pt x="829" y="0"/>
                  </a:cubicBezTo>
                  <a:cubicBezTo>
                    <a:pt x="836" y="0"/>
                    <a:pt x="839" y="0"/>
                    <a:pt x="846" y="0"/>
                  </a:cubicBezTo>
                  <a:cubicBezTo>
                    <a:pt x="852" y="0"/>
                    <a:pt x="860" y="0"/>
                    <a:pt x="864" y="0"/>
                  </a:cubicBezTo>
                  <a:cubicBezTo>
                    <a:pt x="868" y="0"/>
                    <a:pt x="879" y="1"/>
                    <a:pt x="885" y="1"/>
                  </a:cubicBezTo>
                  <a:cubicBezTo>
                    <a:pt x="892" y="1"/>
                    <a:pt x="899" y="3"/>
                    <a:pt x="902" y="3"/>
                  </a:cubicBezTo>
                  <a:cubicBezTo>
                    <a:pt x="905" y="4"/>
                    <a:pt x="912" y="6"/>
                    <a:pt x="916" y="6"/>
                  </a:cubicBezTo>
                  <a:cubicBezTo>
                    <a:pt x="920" y="6"/>
                    <a:pt x="929" y="6"/>
                    <a:pt x="932" y="7"/>
                  </a:cubicBezTo>
                  <a:cubicBezTo>
                    <a:pt x="935" y="8"/>
                    <a:pt x="941" y="10"/>
                    <a:pt x="949" y="11"/>
                  </a:cubicBezTo>
                  <a:cubicBezTo>
                    <a:pt x="957" y="13"/>
                    <a:pt x="964" y="14"/>
                    <a:pt x="968" y="14"/>
                  </a:cubicBezTo>
                  <a:cubicBezTo>
                    <a:pt x="972" y="14"/>
                    <a:pt x="976" y="14"/>
                    <a:pt x="976" y="15"/>
                  </a:cubicBezTo>
                  <a:cubicBezTo>
                    <a:pt x="977" y="16"/>
                    <a:pt x="975" y="18"/>
                    <a:pt x="971" y="19"/>
                  </a:cubicBezTo>
                  <a:cubicBezTo>
                    <a:pt x="966" y="20"/>
                    <a:pt x="961" y="19"/>
                    <a:pt x="957" y="21"/>
                  </a:cubicBezTo>
                  <a:cubicBezTo>
                    <a:pt x="953" y="22"/>
                    <a:pt x="948" y="24"/>
                    <a:pt x="945" y="24"/>
                  </a:cubicBezTo>
                  <a:cubicBezTo>
                    <a:pt x="943" y="24"/>
                    <a:pt x="933" y="22"/>
                    <a:pt x="928" y="22"/>
                  </a:cubicBezTo>
                  <a:cubicBezTo>
                    <a:pt x="924" y="22"/>
                    <a:pt x="918" y="21"/>
                    <a:pt x="912" y="21"/>
                  </a:cubicBezTo>
                  <a:cubicBezTo>
                    <a:pt x="906" y="21"/>
                    <a:pt x="896" y="22"/>
                    <a:pt x="892" y="22"/>
                  </a:cubicBezTo>
                  <a:cubicBezTo>
                    <a:pt x="889" y="22"/>
                    <a:pt x="886" y="21"/>
                    <a:pt x="882" y="22"/>
                  </a:cubicBezTo>
                  <a:cubicBezTo>
                    <a:pt x="877" y="22"/>
                    <a:pt x="873" y="21"/>
                    <a:pt x="866" y="24"/>
                  </a:cubicBezTo>
                  <a:cubicBezTo>
                    <a:pt x="858" y="27"/>
                    <a:pt x="854" y="27"/>
                    <a:pt x="851" y="27"/>
                  </a:cubicBezTo>
                  <a:cubicBezTo>
                    <a:pt x="848" y="27"/>
                    <a:pt x="843" y="26"/>
                    <a:pt x="839" y="25"/>
                  </a:cubicBezTo>
                  <a:cubicBezTo>
                    <a:pt x="835" y="25"/>
                    <a:pt x="832" y="25"/>
                    <a:pt x="829" y="24"/>
                  </a:cubicBezTo>
                  <a:cubicBezTo>
                    <a:pt x="825" y="23"/>
                    <a:pt x="820" y="21"/>
                    <a:pt x="819" y="23"/>
                  </a:cubicBezTo>
                  <a:cubicBezTo>
                    <a:pt x="819" y="25"/>
                    <a:pt x="822" y="26"/>
                    <a:pt x="823" y="27"/>
                  </a:cubicBezTo>
                  <a:cubicBezTo>
                    <a:pt x="823" y="28"/>
                    <a:pt x="824" y="28"/>
                    <a:pt x="821" y="29"/>
                  </a:cubicBezTo>
                  <a:cubicBezTo>
                    <a:pt x="819" y="30"/>
                    <a:pt x="820" y="31"/>
                    <a:pt x="816" y="31"/>
                  </a:cubicBezTo>
                  <a:cubicBezTo>
                    <a:pt x="812" y="31"/>
                    <a:pt x="813" y="29"/>
                    <a:pt x="810" y="31"/>
                  </a:cubicBezTo>
                  <a:cubicBezTo>
                    <a:pt x="806" y="34"/>
                    <a:pt x="804" y="34"/>
                    <a:pt x="800" y="34"/>
                  </a:cubicBezTo>
                  <a:cubicBezTo>
                    <a:pt x="797" y="34"/>
                    <a:pt x="794" y="32"/>
                    <a:pt x="791" y="33"/>
                  </a:cubicBezTo>
                  <a:cubicBezTo>
                    <a:pt x="787" y="33"/>
                    <a:pt x="783" y="33"/>
                    <a:pt x="782" y="34"/>
                  </a:cubicBezTo>
                  <a:cubicBezTo>
                    <a:pt x="781" y="34"/>
                    <a:pt x="777" y="35"/>
                    <a:pt x="775" y="35"/>
                  </a:cubicBezTo>
                  <a:cubicBezTo>
                    <a:pt x="772" y="34"/>
                    <a:pt x="771" y="35"/>
                    <a:pt x="772" y="37"/>
                  </a:cubicBezTo>
                  <a:cubicBezTo>
                    <a:pt x="774" y="38"/>
                    <a:pt x="774" y="37"/>
                    <a:pt x="774" y="39"/>
                  </a:cubicBezTo>
                  <a:cubicBezTo>
                    <a:pt x="774" y="40"/>
                    <a:pt x="772" y="42"/>
                    <a:pt x="772" y="43"/>
                  </a:cubicBezTo>
                  <a:cubicBezTo>
                    <a:pt x="773" y="45"/>
                    <a:pt x="774" y="45"/>
                    <a:pt x="776" y="43"/>
                  </a:cubicBezTo>
                  <a:cubicBezTo>
                    <a:pt x="777" y="40"/>
                    <a:pt x="780" y="38"/>
                    <a:pt x="783" y="38"/>
                  </a:cubicBezTo>
                  <a:cubicBezTo>
                    <a:pt x="786" y="37"/>
                    <a:pt x="787" y="37"/>
                    <a:pt x="790" y="37"/>
                  </a:cubicBezTo>
                  <a:cubicBezTo>
                    <a:pt x="793" y="37"/>
                    <a:pt x="796" y="36"/>
                    <a:pt x="799" y="37"/>
                  </a:cubicBezTo>
                  <a:cubicBezTo>
                    <a:pt x="801" y="38"/>
                    <a:pt x="801" y="40"/>
                    <a:pt x="804" y="40"/>
                  </a:cubicBezTo>
                  <a:cubicBezTo>
                    <a:pt x="806" y="41"/>
                    <a:pt x="809" y="41"/>
                    <a:pt x="810" y="39"/>
                  </a:cubicBezTo>
                  <a:cubicBezTo>
                    <a:pt x="812" y="37"/>
                    <a:pt x="813" y="36"/>
                    <a:pt x="816" y="35"/>
                  </a:cubicBezTo>
                  <a:cubicBezTo>
                    <a:pt x="818" y="34"/>
                    <a:pt x="821" y="34"/>
                    <a:pt x="825" y="34"/>
                  </a:cubicBezTo>
                  <a:cubicBezTo>
                    <a:pt x="829" y="34"/>
                    <a:pt x="830" y="35"/>
                    <a:pt x="833" y="34"/>
                  </a:cubicBezTo>
                  <a:cubicBezTo>
                    <a:pt x="836" y="33"/>
                    <a:pt x="837" y="32"/>
                    <a:pt x="843" y="32"/>
                  </a:cubicBezTo>
                  <a:cubicBezTo>
                    <a:pt x="848" y="32"/>
                    <a:pt x="848" y="33"/>
                    <a:pt x="854" y="32"/>
                  </a:cubicBezTo>
                  <a:cubicBezTo>
                    <a:pt x="859" y="31"/>
                    <a:pt x="866" y="28"/>
                    <a:pt x="873" y="27"/>
                  </a:cubicBezTo>
                  <a:cubicBezTo>
                    <a:pt x="880" y="27"/>
                    <a:pt x="879" y="26"/>
                    <a:pt x="890" y="26"/>
                  </a:cubicBezTo>
                  <a:cubicBezTo>
                    <a:pt x="900" y="26"/>
                    <a:pt x="902" y="25"/>
                    <a:pt x="907" y="26"/>
                  </a:cubicBezTo>
                  <a:cubicBezTo>
                    <a:pt x="912" y="27"/>
                    <a:pt x="918" y="26"/>
                    <a:pt x="926" y="26"/>
                  </a:cubicBezTo>
                  <a:cubicBezTo>
                    <a:pt x="933" y="26"/>
                    <a:pt x="934" y="25"/>
                    <a:pt x="940" y="26"/>
                  </a:cubicBezTo>
                  <a:cubicBezTo>
                    <a:pt x="947" y="27"/>
                    <a:pt x="951" y="27"/>
                    <a:pt x="957" y="27"/>
                  </a:cubicBezTo>
                  <a:cubicBezTo>
                    <a:pt x="963" y="27"/>
                    <a:pt x="966" y="27"/>
                    <a:pt x="970" y="26"/>
                  </a:cubicBezTo>
                  <a:cubicBezTo>
                    <a:pt x="973" y="25"/>
                    <a:pt x="978" y="23"/>
                    <a:pt x="981" y="23"/>
                  </a:cubicBezTo>
                  <a:cubicBezTo>
                    <a:pt x="983" y="23"/>
                    <a:pt x="987" y="22"/>
                    <a:pt x="988" y="24"/>
                  </a:cubicBezTo>
                  <a:cubicBezTo>
                    <a:pt x="989" y="25"/>
                    <a:pt x="991" y="28"/>
                    <a:pt x="992" y="29"/>
                  </a:cubicBezTo>
                  <a:cubicBezTo>
                    <a:pt x="994" y="30"/>
                    <a:pt x="994" y="30"/>
                    <a:pt x="994" y="32"/>
                  </a:cubicBezTo>
                  <a:cubicBezTo>
                    <a:pt x="994" y="33"/>
                    <a:pt x="993" y="34"/>
                    <a:pt x="991" y="35"/>
                  </a:cubicBezTo>
                  <a:cubicBezTo>
                    <a:pt x="989" y="35"/>
                    <a:pt x="988" y="36"/>
                    <a:pt x="986" y="37"/>
                  </a:cubicBezTo>
                  <a:cubicBezTo>
                    <a:pt x="985" y="38"/>
                    <a:pt x="983" y="38"/>
                    <a:pt x="980" y="38"/>
                  </a:cubicBezTo>
                  <a:cubicBezTo>
                    <a:pt x="978" y="38"/>
                    <a:pt x="971" y="41"/>
                    <a:pt x="972" y="42"/>
                  </a:cubicBezTo>
                  <a:cubicBezTo>
                    <a:pt x="973" y="43"/>
                    <a:pt x="973" y="43"/>
                    <a:pt x="976" y="42"/>
                  </a:cubicBezTo>
                  <a:cubicBezTo>
                    <a:pt x="979" y="41"/>
                    <a:pt x="981" y="40"/>
                    <a:pt x="985" y="40"/>
                  </a:cubicBezTo>
                  <a:cubicBezTo>
                    <a:pt x="989" y="40"/>
                    <a:pt x="992" y="40"/>
                    <a:pt x="995" y="39"/>
                  </a:cubicBezTo>
                  <a:cubicBezTo>
                    <a:pt x="999" y="38"/>
                    <a:pt x="999" y="38"/>
                    <a:pt x="1002" y="37"/>
                  </a:cubicBezTo>
                  <a:cubicBezTo>
                    <a:pt x="1004" y="36"/>
                    <a:pt x="1008" y="35"/>
                    <a:pt x="1010" y="35"/>
                  </a:cubicBezTo>
                  <a:cubicBezTo>
                    <a:pt x="1012" y="36"/>
                    <a:pt x="1013" y="37"/>
                    <a:pt x="1013" y="38"/>
                  </a:cubicBezTo>
                  <a:cubicBezTo>
                    <a:pt x="1013" y="40"/>
                    <a:pt x="1014" y="40"/>
                    <a:pt x="1013" y="41"/>
                  </a:cubicBezTo>
                  <a:cubicBezTo>
                    <a:pt x="1012" y="42"/>
                    <a:pt x="1009" y="43"/>
                    <a:pt x="1011" y="44"/>
                  </a:cubicBezTo>
                  <a:cubicBezTo>
                    <a:pt x="1013" y="44"/>
                    <a:pt x="1014" y="44"/>
                    <a:pt x="1017" y="44"/>
                  </a:cubicBezTo>
                  <a:cubicBezTo>
                    <a:pt x="1020" y="43"/>
                    <a:pt x="1026" y="43"/>
                    <a:pt x="1027" y="43"/>
                  </a:cubicBezTo>
                  <a:cubicBezTo>
                    <a:pt x="1029" y="43"/>
                    <a:pt x="1036" y="43"/>
                    <a:pt x="1041" y="43"/>
                  </a:cubicBezTo>
                  <a:cubicBezTo>
                    <a:pt x="1046" y="43"/>
                    <a:pt x="1049" y="44"/>
                    <a:pt x="1051" y="46"/>
                  </a:cubicBezTo>
                  <a:cubicBezTo>
                    <a:pt x="1054" y="47"/>
                    <a:pt x="1055" y="46"/>
                    <a:pt x="1058" y="48"/>
                  </a:cubicBezTo>
                  <a:cubicBezTo>
                    <a:pt x="1061" y="49"/>
                    <a:pt x="1066" y="50"/>
                    <a:pt x="1067" y="51"/>
                  </a:cubicBezTo>
                  <a:cubicBezTo>
                    <a:pt x="1067" y="52"/>
                    <a:pt x="1062" y="54"/>
                    <a:pt x="1060" y="54"/>
                  </a:cubicBezTo>
                  <a:cubicBezTo>
                    <a:pt x="1057" y="55"/>
                    <a:pt x="1054" y="58"/>
                    <a:pt x="1052" y="59"/>
                  </a:cubicBezTo>
                  <a:cubicBezTo>
                    <a:pt x="1050" y="61"/>
                    <a:pt x="1049" y="62"/>
                    <a:pt x="1046" y="63"/>
                  </a:cubicBezTo>
                  <a:cubicBezTo>
                    <a:pt x="1044" y="64"/>
                    <a:pt x="1042" y="64"/>
                    <a:pt x="1039" y="64"/>
                  </a:cubicBezTo>
                  <a:cubicBezTo>
                    <a:pt x="1036" y="65"/>
                    <a:pt x="1027" y="65"/>
                    <a:pt x="1024" y="65"/>
                  </a:cubicBezTo>
                  <a:cubicBezTo>
                    <a:pt x="1021" y="65"/>
                    <a:pt x="1019" y="64"/>
                    <a:pt x="1015" y="65"/>
                  </a:cubicBezTo>
                  <a:cubicBezTo>
                    <a:pt x="1011" y="67"/>
                    <a:pt x="1003" y="70"/>
                    <a:pt x="1002" y="70"/>
                  </a:cubicBezTo>
                  <a:cubicBezTo>
                    <a:pt x="1000" y="70"/>
                    <a:pt x="997" y="70"/>
                    <a:pt x="994" y="71"/>
                  </a:cubicBezTo>
                  <a:cubicBezTo>
                    <a:pt x="991" y="72"/>
                    <a:pt x="989" y="73"/>
                    <a:pt x="984" y="73"/>
                  </a:cubicBezTo>
                  <a:cubicBezTo>
                    <a:pt x="978" y="72"/>
                    <a:pt x="974" y="72"/>
                    <a:pt x="970" y="72"/>
                  </a:cubicBezTo>
                  <a:cubicBezTo>
                    <a:pt x="965" y="72"/>
                    <a:pt x="960" y="72"/>
                    <a:pt x="956" y="72"/>
                  </a:cubicBezTo>
                  <a:cubicBezTo>
                    <a:pt x="953" y="72"/>
                    <a:pt x="950" y="73"/>
                    <a:pt x="945" y="72"/>
                  </a:cubicBezTo>
                  <a:cubicBezTo>
                    <a:pt x="941" y="71"/>
                    <a:pt x="923" y="72"/>
                    <a:pt x="917" y="72"/>
                  </a:cubicBezTo>
                  <a:cubicBezTo>
                    <a:pt x="912" y="73"/>
                    <a:pt x="906" y="73"/>
                    <a:pt x="902" y="73"/>
                  </a:cubicBezTo>
                  <a:cubicBezTo>
                    <a:pt x="897" y="74"/>
                    <a:pt x="894" y="75"/>
                    <a:pt x="891" y="74"/>
                  </a:cubicBezTo>
                  <a:cubicBezTo>
                    <a:pt x="889" y="73"/>
                    <a:pt x="887" y="73"/>
                    <a:pt x="884" y="71"/>
                  </a:cubicBezTo>
                  <a:cubicBezTo>
                    <a:pt x="880" y="70"/>
                    <a:pt x="876" y="71"/>
                    <a:pt x="873" y="71"/>
                  </a:cubicBezTo>
                  <a:cubicBezTo>
                    <a:pt x="870" y="71"/>
                    <a:pt x="867" y="71"/>
                    <a:pt x="864" y="71"/>
                  </a:cubicBezTo>
                  <a:cubicBezTo>
                    <a:pt x="861" y="70"/>
                    <a:pt x="857" y="70"/>
                    <a:pt x="856" y="70"/>
                  </a:cubicBezTo>
                  <a:cubicBezTo>
                    <a:pt x="855" y="71"/>
                    <a:pt x="855" y="72"/>
                    <a:pt x="857" y="73"/>
                  </a:cubicBezTo>
                  <a:cubicBezTo>
                    <a:pt x="860" y="73"/>
                    <a:pt x="861" y="72"/>
                    <a:pt x="865" y="73"/>
                  </a:cubicBezTo>
                  <a:cubicBezTo>
                    <a:pt x="869" y="74"/>
                    <a:pt x="870" y="75"/>
                    <a:pt x="872" y="76"/>
                  </a:cubicBezTo>
                  <a:cubicBezTo>
                    <a:pt x="875" y="76"/>
                    <a:pt x="877" y="76"/>
                    <a:pt x="879" y="76"/>
                  </a:cubicBezTo>
                  <a:cubicBezTo>
                    <a:pt x="881" y="77"/>
                    <a:pt x="883" y="78"/>
                    <a:pt x="881" y="78"/>
                  </a:cubicBezTo>
                  <a:cubicBezTo>
                    <a:pt x="880" y="79"/>
                    <a:pt x="875" y="79"/>
                    <a:pt x="872" y="80"/>
                  </a:cubicBezTo>
                  <a:cubicBezTo>
                    <a:pt x="870" y="80"/>
                    <a:pt x="865" y="81"/>
                    <a:pt x="864" y="82"/>
                  </a:cubicBezTo>
                  <a:cubicBezTo>
                    <a:pt x="862" y="82"/>
                    <a:pt x="857" y="83"/>
                    <a:pt x="853" y="84"/>
                  </a:cubicBezTo>
                  <a:cubicBezTo>
                    <a:pt x="849" y="85"/>
                    <a:pt x="848" y="86"/>
                    <a:pt x="844" y="86"/>
                  </a:cubicBezTo>
                  <a:cubicBezTo>
                    <a:pt x="839" y="87"/>
                    <a:pt x="832" y="87"/>
                    <a:pt x="830" y="88"/>
                  </a:cubicBezTo>
                  <a:cubicBezTo>
                    <a:pt x="828" y="89"/>
                    <a:pt x="825" y="89"/>
                    <a:pt x="825" y="92"/>
                  </a:cubicBezTo>
                  <a:cubicBezTo>
                    <a:pt x="826" y="94"/>
                    <a:pt x="824" y="96"/>
                    <a:pt x="827" y="97"/>
                  </a:cubicBezTo>
                  <a:cubicBezTo>
                    <a:pt x="830" y="98"/>
                    <a:pt x="835" y="98"/>
                    <a:pt x="838" y="96"/>
                  </a:cubicBezTo>
                  <a:cubicBezTo>
                    <a:pt x="840" y="95"/>
                    <a:pt x="841" y="92"/>
                    <a:pt x="845" y="91"/>
                  </a:cubicBezTo>
                  <a:cubicBezTo>
                    <a:pt x="849" y="90"/>
                    <a:pt x="851" y="90"/>
                    <a:pt x="855" y="90"/>
                  </a:cubicBezTo>
                  <a:cubicBezTo>
                    <a:pt x="859" y="89"/>
                    <a:pt x="862" y="88"/>
                    <a:pt x="866" y="88"/>
                  </a:cubicBezTo>
                  <a:cubicBezTo>
                    <a:pt x="869" y="88"/>
                    <a:pt x="874" y="88"/>
                    <a:pt x="880" y="87"/>
                  </a:cubicBezTo>
                  <a:cubicBezTo>
                    <a:pt x="885" y="85"/>
                    <a:pt x="888" y="84"/>
                    <a:pt x="893" y="84"/>
                  </a:cubicBezTo>
                  <a:cubicBezTo>
                    <a:pt x="897" y="83"/>
                    <a:pt x="902" y="82"/>
                    <a:pt x="904" y="82"/>
                  </a:cubicBezTo>
                  <a:cubicBezTo>
                    <a:pt x="907" y="82"/>
                    <a:pt x="912" y="81"/>
                    <a:pt x="918" y="82"/>
                  </a:cubicBezTo>
                  <a:cubicBezTo>
                    <a:pt x="924" y="83"/>
                    <a:pt x="926" y="83"/>
                    <a:pt x="933" y="83"/>
                  </a:cubicBezTo>
                  <a:cubicBezTo>
                    <a:pt x="941" y="83"/>
                    <a:pt x="942" y="83"/>
                    <a:pt x="949" y="83"/>
                  </a:cubicBezTo>
                  <a:cubicBezTo>
                    <a:pt x="957" y="84"/>
                    <a:pt x="969" y="84"/>
                    <a:pt x="974" y="84"/>
                  </a:cubicBezTo>
                  <a:cubicBezTo>
                    <a:pt x="979" y="84"/>
                    <a:pt x="981" y="84"/>
                    <a:pt x="982" y="85"/>
                  </a:cubicBezTo>
                  <a:cubicBezTo>
                    <a:pt x="984" y="86"/>
                    <a:pt x="985" y="87"/>
                    <a:pt x="985" y="88"/>
                  </a:cubicBezTo>
                  <a:cubicBezTo>
                    <a:pt x="985" y="90"/>
                    <a:pt x="985" y="91"/>
                    <a:pt x="984" y="92"/>
                  </a:cubicBezTo>
                  <a:cubicBezTo>
                    <a:pt x="983" y="92"/>
                    <a:pt x="981" y="94"/>
                    <a:pt x="978" y="95"/>
                  </a:cubicBezTo>
                  <a:cubicBezTo>
                    <a:pt x="976" y="96"/>
                    <a:pt x="973" y="96"/>
                    <a:pt x="970" y="97"/>
                  </a:cubicBezTo>
                  <a:cubicBezTo>
                    <a:pt x="967" y="97"/>
                    <a:pt x="966" y="97"/>
                    <a:pt x="962" y="99"/>
                  </a:cubicBezTo>
                  <a:cubicBezTo>
                    <a:pt x="959" y="100"/>
                    <a:pt x="958" y="100"/>
                    <a:pt x="955" y="100"/>
                  </a:cubicBezTo>
                  <a:cubicBezTo>
                    <a:pt x="952" y="101"/>
                    <a:pt x="954" y="102"/>
                    <a:pt x="949" y="103"/>
                  </a:cubicBezTo>
                  <a:cubicBezTo>
                    <a:pt x="944" y="104"/>
                    <a:pt x="942" y="103"/>
                    <a:pt x="940" y="104"/>
                  </a:cubicBezTo>
                  <a:cubicBezTo>
                    <a:pt x="938" y="106"/>
                    <a:pt x="939" y="107"/>
                    <a:pt x="941" y="108"/>
                  </a:cubicBezTo>
                  <a:cubicBezTo>
                    <a:pt x="944" y="108"/>
                    <a:pt x="945" y="107"/>
                    <a:pt x="945" y="108"/>
                  </a:cubicBezTo>
                  <a:cubicBezTo>
                    <a:pt x="946" y="109"/>
                    <a:pt x="944" y="110"/>
                    <a:pt x="944" y="111"/>
                  </a:cubicBezTo>
                  <a:cubicBezTo>
                    <a:pt x="944" y="111"/>
                    <a:pt x="944" y="112"/>
                    <a:pt x="946" y="112"/>
                  </a:cubicBezTo>
                  <a:cubicBezTo>
                    <a:pt x="947" y="112"/>
                    <a:pt x="949" y="112"/>
                    <a:pt x="951" y="112"/>
                  </a:cubicBezTo>
                  <a:cubicBezTo>
                    <a:pt x="953" y="111"/>
                    <a:pt x="960" y="108"/>
                    <a:pt x="962" y="107"/>
                  </a:cubicBezTo>
                  <a:cubicBezTo>
                    <a:pt x="965" y="106"/>
                    <a:pt x="966" y="106"/>
                    <a:pt x="968" y="106"/>
                  </a:cubicBezTo>
                  <a:cubicBezTo>
                    <a:pt x="971" y="106"/>
                    <a:pt x="972" y="106"/>
                    <a:pt x="976" y="104"/>
                  </a:cubicBezTo>
                  <a:cubicBezTo>
                    <a:pt x="979" y="103"/>
                    <a:pt x="981" y="101"/>
                    <a:pt x="984" y="101"/>
                  </a:cubicBezTo>
                  <a:cubicBezTo>
                    <a:pt x="986" y="101"/>
                    <a:pt x="986" y="101"/>
                    <a:pt x="989" y="100"/>
                  </a:cubicBezTo>
                  <a:cubicBezTo>
                    <a:pt x="993" y="99"/>
                    <a:pt x="995" y="98"/>
                    <a:pt x="998" y="98"/>
                  </a:cubicBezTo>
                  <a:cubicBezTo>
                    <a:pt x="1000" y="97"/>
                    <a:pt x="1000" y="97"/>
                    <a:pt x="1003" y="96"/>
                  </a:cubicBezTo>
                  <a:cubicBezTo>
                    <a:pt x="1005" y="96"/>
                    <a:pt x="1005" y="97"/>
                    <a:pt x="1007" y="94"/>
                  </a:cubicBezTo>
                  <a:cubicBezTo>
                    <a:pt x="1009" y="91"/>
                    <a:pt x="1009" y="90"/>
                    <a:pt x="1010" y="88"/>
                  </a:cubicBezTo>
                  <a:cubicBezTo>
                    <a:pt x="1010" y="86"/>
                    <a:pt x="1009" y="84"/>
                    <a:pt x="1011" y="82"/>
                  </a:cubicBezTo>
                  <a:cubicBezTo>
                    <a:pt x="1013" y="81"/>
                    <a:pt x="1016" y="79"/>
                    <a:pt x="1020" y="79"/>
                  </a:cubicBezTo>
                  <a:cubicBezTo>
                    <a:pt x="1024" y="80"/>
                    <a:pt x="1030" y="79"/>
                    <a:pt x="1034" y="78"/>
                  </a:cubicBezTo>
                  <a:cubicBezTo>
                    <a:pt x="1039" y="78"/>
                    <a:pt x="1041" y="78"/>
                    <a:pt x="1043" y="78"/>
                  </a:cubicBezTo>
                  <a:cubicBezTo>
                    <a:pt x="1045" y="78"/>
                    <a:pt x="1047" y="78"/>
                    <a:pt x="1048" y="79"/>
                  </a:cubicBezTo>
                  <a:cubicBezTo>
                    <a:pt x="1049" y="80"/>
                    <a:pt x="1049" y="81"/>
                    <a:pt x="1051" y="83"/>
                  </a:cubicBezTo>
                  <a:cubicBezTo>
                    <a:pt x="1052" y="86"/>
                    <a:pt x="1053" y="87"/>
                    <a:pt x="1053" y="89"/>
                  </a:cubicBezTo>
                  <a:cubicBezTo>
                    <a:pt x="1053" y="91"/>
                    <a:pt x="1053" y="93"/>
                    <a:pt x="1053" y="94"/>
                  </a:cubicBezTo>
                  <a:cubicBezTo>
                    <a:pt x="1053" y="96"/>
                    <a:pt x="1051" y="98"/>
                    <a:pt x="1050" y="99"/>
                  </a:cubicBezTo>
                  <a:cubicBezTo>
                    <a:pt x="1049" y="100"/>
                    <a:pt x="1046" y="102"/>
                    <a:pt x="1046" y="105"/>
                  </a:cubicBezTo>
                  <a:cubicBezTo>
                    <a:pt x="1046" y="108"/>
                    <a:pt x="1045" y="110"/>
                    <a:pt x="1043" y="112"/>
                  </a:cubicBezTo>
                  <a:cubicBezTo>
                    <a:pt x="1041" y="115"/>
                    <a:pt x="1040" y="115"/>
                    <a:pt x="1038" y="116"/>
                  </a:cubicBezTo>
                  <a:cubicBezTo>
                    <a:pt x="1036" y="116"/>
                    <a:pt x="1032" y="115"/>
                    <a:pt x="1032" y="117"/>
                  </a:cubicBezTo>
                  <a:cubicBezTo>
                    <a:pt x="1032" y="119"/>
                    <a:pt x="1032" y="121"/>
                    <a:pt x="1031" y="122"/>
                  </a:cubicBezTo>
                  <a:cubicBezTo>
                    <a:pt x="1030" y="123"/>
                    <a:pt x="1023" y="126"/>
                    <a:pt x="1021" y="129"/>
                  </a:cubicBezTo>
                  <a:cubicBezTo>
                    <a:pt x="1018" y="132"/>
                    <a:pt x="1015" y="134"/>
                    <a:pt x="1014" y="136"/>
                  </a:cubicBezTo>
                  <a:cubicBezTo>
                    <a:pt x="1014" y="138"/>
                    <a:pt x="1014" y="140"/>
                    <a:pt x="1013" y="141"/>
                  </a:cubicBezTo>
                  <a:cubicBezTo>
                    <a:pt x="1012" y="143"/>
                    <a:pt x="1012" y="143"/>
                    <a:pt x="1009" y="143"/>
                  </a:cubicBezTo>
                  <a:cubicBezTo>
                    <a:pt x="1006" y="144"/>
                    <a:pt x="1003" y="145"/>
                    <a:pt x="1003" y="147"/>
                  </a:cubicBezTo>
                  <a:cubicBezTo>
                    <a:pt x="1002" y="149"/>
                    <a:pt x="999" y="151"/>
                    <a:pt x="1000" y="152"/>
                  </a:cubicBezTo>
                  <a:cubicBezTo>
                    <a:pt x="1002" y="153"/>
                    <a:pt x="1004" y="152"/>
                    <a:pt x="1006" y="150"/>
                  </a:cubicBezTo>
                  <a:cubicBezTo>
                    <a:pt x="1008" y="148"/>
                    <a:pt x="1007" y="148"/>
                    <a:pt x="1010" y="147"/>
                  </a:cubicBezTo>
                  <a:cubicBezTo>
                    <a:pt x="1013" y="145"/>
                    <a:pt x="1017" y="144"/>
                    <a:pt x="1019" y="143"/>
                  </a:cubicBezTo>
                  <a:cubicBezTo>
                    <a:pt x="1022" y="141"/>
                    <a:pt x="1024" y="138"/>
                    <a:pt x="1028" y="135"/>
                  </a:cubicBezTo>
                  <a:cubicBezTo>
                    <a:pt x="1032" y="133"/>
                    <a:pt x="1034" y="130"/>
                    <a:pt x="1037" y="129"/>
                  </a:cubicBezTo>
                  <a:cubicBezTo>
                    <a:pt x="1041" y="128"/>
                    <a:pt x="1040" y="129"/>
                    <a:pt x="1045" y="126"/>
                  </a:cubicBezTo>
                  <a:cubicBezTo>
                    <a:pt x="1051" y="123"/>
                    <a:pt x="1053" y="122"/>
                    <a:pt x="1056" y="119"/>
                  </a:cubicBezTo>
                  <a:cubicBezTo>
                    <a:pt x="1058" y="117"/>
                    <a:pt x="1062" y="116"/>
                    <a:pt x="1064" y="114"/>
                  </a:cubicBezTo>
                  <a:cubicBezTo>
                    <a:pt x="1066" y="113"/>
                    <a:pt x="1066" y="110"/>
                    <a:pt x="1068" y="109"/>
                  </a:cubicBezTo>
                  <a:cubicBezTo>
                    <a:pt x="1069" y="108"/>
                    <a:pt x="1071" y="106"/>
                    <a:pt x="1074" y="106"/>
                  </a:cubicBezTo>
                  <a:cubicBezTo>
                    <a:pt x="1076" y="105"/>
                    <a:pt x="1078" y="102"/>
                    <a:pt x="1081" y="101"/>
                  </a:cubicBezTo>
                  <a:cubicBezTo>
                    <a:pt x="1083" y="101"/>
                    <a:pt x="1085" y="100"/>
                    <a:pt x="1087" y="100"/>
                  </a:cubicBezTo>
                  <a:cubicBezTo>
                    <a:pt x="1089" y="99"/>
                    <a:pt x="1094" y="95"/>
                    <a:pt x="1096" y="97"/>
                  </a:cubicBezTo>
                  <a:cubicBezTo>
                    <a:pt x="1097" y="98"/>
                    <a:pt x="1092" y="99"/>
                    <a:pt x="1091" y="103"/>
                  </a:cubicBezTo>
                  <a:cubicBezTo>
                    <a:pt x="1091" y="106"/>
                    <a:pt x="1089" y="109"/>
                    <a:pt x="1091" y="110"/>
                  </a:cubicBezTo>
                  <a:cubicBezTo>
                    <a:pt x="1092" y="111"/>
                    <a:pt x="1094" y="109"/>
                    <a:pt x="1096" y="107"/>
                  </a:cubicBezTo>
                  <a:cubicBezTo>
                    <a:pt x="1099" y="105"/>
                    <a:pt x="1099" y="104"/>
                    <a:pt x="1103" y="103"/>
                  </a:cubicBezTo>
                  <a:cubicBezTo>
                    <a:pt x="1107" y="103"/>
                    <a:pt x="1108" y="103"/>
                    <a:pt x="1112" y="104"/>
                  </a:cubicBezTo>
                  <a:cubicBezTo>
                    <a:pt x="1116" y="105"/>
                    <a:pt x="1119" y="105"/>
                    <a:pt x="1122" y="107"/>
                  </a:cubicBezTo>
                  <a:cubicBezTo>
                    <a:pt x="1125" y="109"/>
                    <a:pt x="1128" y="109"/>
                    <a:pt x="1131" y="109"/>
                  </a:cubicBezTo>
                  <a:cubicBezTo>
                    <a:pt x="1133" y="109"/>
                    <a:pt x="1134" y="106"/>
                    <a:pt x="1134" y="104"/>
                  </a:cubicBezTo>
                  <a:cubicBezTo>
                    <a:pt x="1134" y="103"/>
                    <a:pt x="1133" y="102"/>
                    <a:pt x="1135" y="102"/>
                  </a:cubicBezTo>
                  <a:cubicBezTo>
                    <a:pt x="1138" y="101"/>
                    <a:pt x="1140" y="102"/>
                    <a:pt x="1141" y="102"/>
                  </a:cubicBezTo>
                  <a:cubicBezTo>
                    <a:pt x="1143" y="101"/>
                    <a:pt x="1145" y="101"/>
                    <a:pt x="1144" y="100"/>
                  </a:cubicBezTo>
                  <a:cubicBezTo>
                    <a:pt x="1143" y="99"/>
                    <a:pt x="1139" y="98"/>
                    <a:pt x="1140" y="97"/>
                  </a:cubicBezTo>
                  <a:cubicBezTo>
                    <a:pt x="1140" y="96"/>
                    <a:pt x="1140" y="94"/>
                    <a:pt x="1143" y="94"/>
                  </a:cubicBezTo>
                  <a:cubicBezTo>
                    <a:pt x="1145" y="94"/>
                    <a:pt x="1147" y="94"/>
                    <a:pt x="1148" y="93"/>
                  </a:cubicBezTo>
                  <a:cubicBezTo>
                    <a:pt x="1148" y="92"/>
                    <a:pt x="1146" y="91"/>
                    <a:pt x="1148" y="90"/>
                  </a:cubicBezTo>
                  <a:cubicBezTo>
                    <a:pt x="1149" y="88"/>
                    <a:pt x="1153" y="87"/>
                    <a:pt x="1155" y="87"/>
                  </a:cubicBezTo>
                  <a:cubicBezTo>
                    <a:pt x="1157" y="88"/>
                    <a:pt x="1158" y="87"/>
                    <a:pt x="1160" y="86"/>
                  </a:cubicBezTo>
                  <a:cubicBezTo>
                    <a:pt x="1162" y="85"/>
                    <a:pt x="1165" y="84"/>
                    <a:pt x="1168" y="85"/>
                  </a:cubicBezTo>
                  <a:cubicBezTo>
                    <a:pt x="1170" y="85"/>
                    <a:pt x="1176" y="84"/>
                    <a:pt x="1183" y="85"/>
                  </a:cubicBezTo>
                  <a:cubicBezTo>
                    <a:pt x="1189" y="85"/>
                    <a:pt x="1191" y="85"/>
                    <a:pt x="1195" y="85"/>
                  </a:cubicBezTo>
                  <a:cubicBezTo>
                    <a:pt x="1200" y="85"/>
                    <a:pt x="1201" y="85"/>
                    <a:pt x="1204" y="85"/>
                  </a:cubicBezTo>
                  <a:cubicBezTo>
                    <a:pt x="1207" y="85"/>
                    <a:pt x="1208" y="86"/>
                    <a:pt x="1211" y="87"/>
                  </a:cubicBezTo>
                  <a:cubicBezTo>
                    <a:pt x="1214" y="88"/>
                    <a:pt x="1217" y="89"/>
                    <a:pt x="1221" y="90"/>
                  </a:cubicBezTo>
                  <a:cubicBezTo>
                    <a:pt x="1225" y="92"/>
                    <a:pt x="1227" y="92"/>
                    <a:pt x="1231" y="94"/>
                  </a:cubicBezTo>
                  <a:cubicBezTo>
                    <a:pt x="1236" y="95"/>
                    <a:pt x="1237" y="95"/>
                    <a:pt x="1243" y="97"/>
                  </a:cubicBezTo>
                  <a:cubicBezTo>
                    <a:pt x="1249" y="98"/>
                    <a:pt x="1249" y="99"/>
                    <a:pt x="1252" y="99"/>
                  </a:cubicBezTo>
                  <a:cubicBezTo>
                    <a:pt x="1255" y="100"/>
                    <a:pt x="1259" y="100"/>
                    <a:pt x="1259" y="101"/>
                  </a:cubicBezTo>
                  <a:cubicBezTo>
                    <a:pt x="1259" y="102"/>
                    <a:pt x="1257" y="103"/>
                    <a:pt x="1256" y="104"/>
                  </a:cubicBezTo>
                  <a:cubicBezTo>
                    <a:pt x="1255" y="104"/>
                    <a:pt x="1255" y="104"/>
                    <a:pt x="1250" y="107"/>
                  </a:cubicBezTo>
                  <a:cubicBezTo>
                    <a:pt x="1245" y="109"/>
                    <a:pt x="1243" y="110"/>
                    <a:pt x="1241" y="112"/>
                  </a:cubicBezTo>
                  <a:cubicBezTo>
                    <a:pt x="1238" y="114"/>
                    <a:pt x="1238" y="114"/>
                    <a:pt x="1234" y="116"/>
                  </a:cubicBezTo>
                  <a:cubicBezTo>
                    <a:pt x="1230" y="118"/>
                    <a:pt x="1232" y="117"/>
                    <a:pt x="1225" y="120"/>
                  </a:cubicBezTo>
                  <a:cubicBezTo>
                    <a:pt x="1218" y="124"/>
                    <a:pt x="1216" y="124"/>
                    <a:pt x="1213" y="126"/>
                  </a:cubicBezTo>
                  <a:cubicBezTo>
                    <a:pt x="1209" y="129"/>
                    <a:pt x="1205" y="130"/>
                    <a:pt x="1205" y="130"/>
                  </a:cubicBezTo>
                  <a:cubicBezTo>
                    <a:pt x="1205" y="131"/>
                    <a:pt x="1205" y="132"/>
                    <a:pt x="1206" y="132"/>
                  </a:cubicBezTo>
                  <a:cubicBezTo>
                    <a:pt x="1207" y="133"/>
                    <a:pt x="1207" y="134"/>
                    <a:pt x="1206" y="135"/>
                  </a:cubicBezTo>
                  <a:cubicBezTo>
                    <a:pt x="1206" y="135"/>
                    <a:pt x="1204" y="136"/>
                    <a:pt x="1203" y="136"/>
                  </a:cubicBezTo>
                  <a:cubicBezTo>
                    <a:pt x="1201" y="136"/>
                    <a:pt x="1198" y="135"/>
                    <a:pt x="1196" y="136"/>
                  </a:cubicBezTo>
                  <a:cubicBezTo>
                    <a:pt x="1194" y="136"/>
                    <a:pt x="1191" y="136"/>
                    <a:pt x="1191" y="136"/>
                  </a:cubicBezTo>
                  <a:cubicBezTo>
                    <a:pt x="1190" y="137"/>
                    <a:pt x="1187" y="137"/>
                    <a:pt x="1184" y="138"/>
                  </a:cubicBezTo>
                  <a:cubicBezTo>
                    <a:pt x="1182" y="139"/>
                    <a:pt x="1183" y="139"/>
                    <a:pt x="1178" y="140"/>
                  </a:cubicBezTo>
                  <a:cubicBezTo>
                    <a:pt x="1174" y="141"/>
                    <a:pt x="1172" y="142"/>
                    <a:pt x="1169" y="143"/>
                  </a:cubicBezTo>
                  <a:cubicBezTo>
                    <a:pt x="1167" y="144"/>
                    <a:pt x="1163" y="145"/>
                    <a:pt x="1160" y="144"/>
                  </a:cubicBezTo>
                  <a:cubicBezTo>
                    <a:pt x="1157" y="143"/>
                    <a:pt x="1156" y="143"/>
                    <a:pt x="1152" y="143"/>
                  </a:cubicBezTo>
                  <a:cubicBezTo>
                    <a:pt x="1149" y="143"/>
                    <a:pt x="1146" y="143"/>
                    <a:pt x="1145" y="142"/>
                  </a:cubicBezTo>
                  <a:cubicBezTo>
                    <a:pt x="1143" y="142"/>
                    <a:pt x="1142" y="141"/>
                    <a:pt x="1141" y="140"/>
                  </a:cubicBezTo>
                  <a:cubicBezTo>
                    <a:pt x="1140" y="139"/>
                    <a:pt x="1139" y="139"/>
                    <a:pt x="1137" y="139"/>
                  </a:cubicBezTo>
                  <a:cubicBezTo>
                    <a:pt x="1136" y="139"/>
                    <a:pt x="1134" y="141"/>
                    <a:pt x="1133" y="142"/>
                  </a:cubicBezTo>
                  <a:cubicBezTo>
                    <a:pt x="1133" y="143"/>
                    <a:pt x="1128" y="146"/>
                    <a:pt x="1124" y="147"/>
                  </a:cubicBezTo>
                  <a:cubicBezTo>
                    <a:pt x="1120" y="148"/>
                    <a:pt x="1118" y="149"/>
                    <a:pt x="1115" y="148"/>
                  </a:cubicBezTo>
                  <a:cubicBezTo>
                    <a:pt x="1111" y="147"/>
                    <a:pt x="1112" y="147"/>
                    <a:pt x="1108" y="146"/>
                  </a:cubicBezTo>
                  <a:cubicBezTo>
                    <a:pt x="1103" y="145"/>
                    <a:pt x="1096" y="145"/>
                    <a:pt x="1093" y="145"/>
                  </a:cubicBezTo>
                  <a:cubicBezTo>
                    <a:pt x="1090" y="145"/>
                    <a:pt x="1086" y="146"/>
                    <a:pt x="1085" y="148"/>
                  </a:cubicBezTo>
                  <a:cubicBezTo>
                    <a:pt x="1083" y="149"/>
                    <a:pt x="1082" y="149"/>
                    <a:pt x="1080" y="149"/>
                  </a:cubicBezTo>
                  <a:cubicBezTo>
                    <a:pt x="1078" y="149"/>
                    <a:pt x="1071" y="149"/>
                    <a:pt x="1071" y="149"/>
                  </a:cubicBezTo>
                  <a:cubicBezTo>
                    <a:pt x="1070" y="150"/>
                    <a:pt x="1072" y="150"/>
                    <a:pt x="1074" y="151"/>
                  </a:cubicBezTo>
                  <a:cubicBezTo>
                    <a:pt x="1076" y="153"/>
                    <a:pt x="1077" y="154"/>
                    <a:pt x="1078" y="155"/>
                  </a:cubicBezTo>
                  <a:cubicBezTo>
                    <a:pt x="1079" y="155"/>
                    <a:pt x="1081" y="155"/>
                    <a:pt x="1083" y="154"/>
                  </a:cubicBezTo>
                  <a:cubicBezTo>
                    <a:pt x="1085" y="153"/>
                    <a:pt x="1086" y="152"/>
                    <a:pt x="1088" y="151"/>
                  </a:cubicBezTo>
                  <a:cubicBezTo>
                    <a:pt x="1090" y="150"/>
                    <a:pt x="1091" y="149"/>
                    <a:pt x="1094" y="149"/>
                  </a:cubicBezTo>
                  <a:cubicBezTo>
                    <a:pt x="1098" y="149"/>
                    <a:pt x="1100" y="149"/>
                    <a:pt x="1103" y="150"/>
                  </a:cubicBezTo>
                  <a:cubicBezTo>
                    <a:pt x="1106" y="152"/>
                    <a:pt x="1112" y="152"/>
                    <a:pt x="1115" y="152"/>
                  </a:cubicBezTo>
                  <a:cubicBezTo>
                    <a:pt x="1119" y="152"/>
                    <a:pt x="1119" y="154"/>
                    <a:pt x="1125" y="153"/>
                  </a:cubicBezTo>
                  <a:cubicBezTo>
                    <a:pt x="1131" y="152"/>
                    <a:pt x="1135" y="151"/>
                    <a:pt x="1138" y="150"/>
                  </a:cubicBezTo>
                  <a:cubicBezTo>
                    <a:pt x="1142" y="149"/>
                    <a:pt x="1144" y="149"/>
                    <a:pt x="1147" y="149"/>
                  </a:cubicBezTo>
                  <a:cubicBezTo>
                    <a:pt x="1150" y="149"/>
                    <a:pt x="1154" y="149"/>
                    <a:pt x="1157" y="150"/>
                  </a:cubicBezTo>
                  <a:cubicBezTo>
                    <a:pt x="1161" y="152"/>
                    <a:pt x="1164" y="152"/>
                    <a:pt x="1167" y="153"/>
                  </a:cubicBezTo>
                  <a:cubicBezTo>
                    <a:pt x="1170" y="153"/>
                    <a:pt x="1173" y="152"/>
                    <a:pt x="1174" y="154"/>
                  </a:cubicBezTo>
                  <a:cubicBezTo>
                    <a:pt x="1175" y="155"/>
                    <a:pt x="1174" y="157"/>
                    <a:pt x="1171" y="158"/>
                  </a:cubicBezTo>
                  <a:cubicBezTo>
                    <a:pt x="1168" y="159"/>
                    <a:pt x="1166" y="161"/>
                    <a:pt x="1166" y="162"/>
                  </a:cubicBezTo>
                  <a:cubicBezTo>
                    <a:pt x="1165" y="163"/>
                    <a:pt x="1165" y="165"/>
                    <a:pt x="1162" y="165"/>
                  </a:cubicBezTo>
                  <a:cubicBezTo>
                    <a:pt x="1159" y="166"/>
                    <a:pt x="1155" y="166"/>
                    <a:pt x="1151" y="165"/>
                  </a:cubicBezTo>
                  <a:cubicBezTo>
                    <a:pt x="1147" y="165"/>
                    <a:pt x="1139" y="165"/>
                    <a:pt x="1137" y="166"/>
                  </a:cubicBezTo>
                  <a:cubicBezTo>
                    <a:pt x="1136" y="167"/>
                    <a:pt x="1132" y="167"/>
                    <a:pt x="1129" y="167"/>
                  </a:cubicBezTo>
                  <a:cubicBezTo>
                    <a:pt x="1126" y="167"/>
                    <a:pt x="1118" y="166"/>
                    <a:pt x="1117" y="166"/>
                  </a:cubicBezTo>
                  <a:cubicBezTo>
                    <a:pt x="1115" y="166"/>
                    <a:pt x="1109" y="164"/>
                    <a:pt x="1107" y="165"/>
                  </a:cubicBezTo>
                  <a:cubicBezTo>
                    <a:pt x="1105" y="165"/>
                    <a:pt x="1101" y="164"/>
                    <a:pt x="1100" y="164"/>
                  </a:cubicBezTo>
                  <a:cubicBezTo>
                    <a:pt x="1099" y="164"/>
                    <a:pt x="1096" y="166"/>
                    <a:pt x="1095" y="167"/>
                  </a:cubicBezTo>
                  <a:cubicBezTo>
                    <a:pt x="1093" y="168"/>
                    <a:pt x="1091" y="169"/>
                    <a:pt x="1090" y="169"/>
                  </a:cubicBezTo>
                  <a:cubicBezTo>
                    <a:pt x="1088" y="169"/>
                    <a:pt x="1085" y="171"/>
                    <a:pt x="1085" y="172"/>
                  </a:cubicBezTo>
                  <a:cubicBezTo>
                    <a:pt x="1085" y="172"/>
                    <a:pt x="1085" y="172"/>
                    <a:pt x="1085" y="174"/>
                  </a:cubicBezTo>
                  <a:cubicBezTo>
                    <a:pt x="1085" y="176"/>
                    <a:pt x="1085" y="176"/>
                    <a:pt x="1084" y="177"/>
                  </a:cubicBezTo>
                  <a:cubicBezTo>
                    <a:pt x="1083" y="179"/>
                    <a:pt x="1081" y="181"/>
                    <a:pt x="1080" y="182"/>
                  </a:cubicBezTo>
                  <a:cubicBezTo>
                    <a:pt x="1080" y="183"/>
                    <a:pt x="1079" y="185"/>
                    <a:pt x="1081" y="185"/>
                  </a:cubicBezTo>
                  <a:cubicBezTo>
                    <a:pt x="1084" y="186"/>
                    <a:pt x="1085" y="186"/>
                    <a:pt x="1086" y="188"/>
                  </a:cubicBezTo>
                  <a:cubicBezTo>
                    <a:pt x="1088" y="189"/>
                    <a:pt x="1091" y="190"/>
                    <a:pt x="1092" y="189"/>
                  </a:cubicBezTo>
                  <a:cubicBezTo>
                    <a:pt x="1093" y="188"/>
                    <a:pt x="1096" y="188"/>
                    <a:pt x="1096" y="186"/>
                  </a:cubicBezTo>
                  <a:cubicBezTo>
                    <a:pt x="1097" y="185"/>
                    <a:pt x="1094" y="184"/>
                    <a:pt x="1093" y="184"/>
                  </a:cubicBezTo>
                  <a:cubicBezTo>
                    <a:pt x="1091" y="184"/>
                    <a:pt x="1092" y="182"/>
                    <a:pt x="1093" y="182"/>
                  </a:cubicBezTo>
                  <a:cubicBezTo>
                    <a:pt x="1094" y="181"/>
                    <a:pt x="1095" y="182"/>
                    <a:pt x="1100" y="182"/>
                  </a:cubicBezTo>
                  <a:cubicBezTo>
                    <a:pt x="1104" y="183"/>
                    <a:pt x="1107" y="184"/>
                    <a:pt x="1111" y="182"/>
                  </a:cubicBezTo>
                  <a:cubicBezTo>
                    <a:pt x="1115" y="181"/>
                    <a:pt x="1117" y="180"/>
                    <a:pt x="1120" y="179"/>
                  </a:cubicBezTo>
                  <a:cubicBezTo>
                    <a:pt x="1123" y="179"/>
                    <a:pt x="1126" y="179"/>
                    <a:pt x="1128" y="179"/>
                  </a:cubicBezTo>
                  <a:cubicBezTo>
                    <a:pt x="1130" y="179"/>
                    <a:pt x="1134" y="177"/>
                    <a:pt x="1136" y="177"/>
                  </a:cubicBezTo>
                  <a:cubicBezTo>
                    <a:pt x="1139" y="177"/>
                    <a:pt x="1145" y="175"/>
                    <a:pt x="1146" y="176"/>
                  </a:cubicBezTo>
                  <a:cubicBezTo>
                    <a:pt x="1146" y="178"/>
                    <a:pt x="1145" y="179"/>
                    <a:pt x="1143" y="181"/>
                  </a:cubicBezTo>
                  <a:cubicBezTo>
                    <a:pt x="1141" y="182"/>
                    <a:pt x="1137" y="182"/>
                    <a:pt x="1136" y="184"/>
                  </a:cubicBezTo>
                  <a:cubicBezTo>
                    <a:pt x="1135" y="186"/>
                    <a:pt x="1134" y="188"/>
                    <a:pt x="1133" y="189"/>
                  </a:cubicBezTo>
                  <a:cubicBezTo>
                    <a:pt x="1131" y="190"/>
                    <a:pt x="1127" y="189"/>
                    <a:pt x="1125" y="189"/>
                  </a:cubicBezTo>
                  <a:cubicBezTo>
                    <a:pt x="1122" y="188"/>
                    <a:pt x="1119" y="188"/>
                    <a:pt x="1116" y="188"/>
                  </a:cubicBezTo>
                  <a:cubicBezTo>
                    <a:pt x="1113" y="188"/>
                    <a:pt x="1112" y="187"/>
                    <a:pt x="1110" y="188"/>
                  </a:cubicBezTo>
                  <a:cubicBezTo>
                    <a:pt x="1109" y="188"/>
                    <a:pt x="1106" y="188"/>
                    <a:pt x="1105" y="191"/>
                  </a:cubicBezTo>
                  <a:cubicBezTo>
                    <a:pt x="1105" y="193"/>
                    <a:pt x="1102" y="194"/>
                    <a:pt x="1101" y="195"/>
                  </a:cubicBezTo>
                  <a:cubicBezTo>
                    <a:pt x="1101" y="197"/>
                    <a:pt x="1100" y="201"/>
                    <a:pt x="1101" y="202"/>
                  </a:cubicBezTo>
                  <a:cubicBezTo>
                    <a:pt x="1102" y="203"/>
                    <a:pt x="1102" y="206"/>
                    <a:pt x="1102" y="207"/>
                  </a:cubicBezTo>
                  <a:cubicBezTo>
                    <a:pt x="1102" y="208"/>
                    <a:pt x="1102" y="209"/>
                    <a:pt x="1101" y="210"/>
                  </a:cubicBezTo>
                  <a:cubicBezTo>
                    <a:pt x="1099" y="212"/>
                    <a:pt x="1097" y="213"/>
                    <a:pt x="1097" y="215"/>
                  </a:cubicBezTo>
                  <a:cubicBezTo>
                    <a:pt x="1096" y="218"/>
                    <a:pt x="1096" y="219"/>
                    <a:pt x="1094" y="221"/>
                  </a:cubicBezTo>
                  <a:cubicBezTo>
                    <a:pt x="1093" y="222"/>
                    <a:pt x="1092" y="225"/>
                    <a:pt x="1093" y="226"/>
                  </a:cubicBezTo>
                  <a:cubicBezTo>
                    <a:pt x="1094" y="227"/>
                    <a:pt x="1095" y="229"/>
                    <a:pt x="1095" y="230"/>
                  </a:cubicBezTo>
                  <a:cubicBezTo>
                    <a:pt x="1094" y="230"/>
                    <a:pt x="1090" y="230"/>
                    <a:pt x="1089" y="230"/>
                  </a:cubicBezTo>
                  <a:cubicBezTo>
                    <a:pt x="1088" y="230"/>
                    <a:pt x="1084" y="228"/>
                    <a:pt x="1082" y="229"/>
                  </a:cubicBezTo>
                  <a:cubicBezTo>
                    <a:pt x="1079" y="229"/>
                    <a:pt x="1077" y="231"/>
                    <a:pt x="1076" y="231"/>
                  </a:cubicBezTo>
                  <a:cubicBezTo>
                    <a:pt x="1074" y="232"/>
                    <a:pt x="1069" y="231"/>
                    <a:pt x="1069" y="232"/>
                  </a:cubicBezTo>
                  <a:cubicBezTo>
                    <a:pt x="1069" y="233"/>
                    <a:pt x="1071" y="232"/>
                    <a:pt x="1071" y="234"/>
                  </a:cubicBezTo>
                  <a:cubicBezTo>
                    <a:pt x="1072" y="235"/>
                    <a:pt x="1069" y="236"/>
                    <a:pt x="1069" y="237"/>
                  </a:cubicBezTo>
                  <a:cubicBezTo>
                    <a:pt x="1068" y="238"/>
                    <a:pt x="1069" y="239"/>
                    <a:pt x="1068" y="240"/>
                  </a:cubicBezTo>
                  <a:cubicBezTo>
                    <a:pt x="1067" y="240"/>
                    <a:pt x="1065" y="240"/>
                    <a:pt x="1065" y="241"/>
                  </a:cubicBezTo>
                  <a:cubicBezTo>
                    <a:pt x="1064" y="241"/>
                    <a:pt x="1065" y="243"/>
                    <a:pt x="1067" y="243"/>
                  </a:cubicBezTo>
                  <a:cubicBezTo>
                    <a:pt x="1069" y="242"/>
                    <a:pt x="1071" y="241"/>
                    <a:pt x="1072" y="242"/>
                  </a:cubicBezTo>
                  <a:cubicBezTo>
                    <a:pt x="1073" y="243"/>
                    <a:pt x="1073" y="244"/>
                    <a:pt x="1072" y="246"/>
                  </a:cubicBezTo>
                  <a:cubicBezTo>
                    <a:pt x="1071" y="247"/>
                    <a:pt x="1071" y="248"/>
                    <a:pt x="1068" y="250"/>
                  </a:cubicBezTo>
                  <a:cubicBezTo>
                    <a:pt x="1066" y="251"/>
                    <a:pt x="1064" y="253"/>
                    <a:pt x="1065" y="255"/>
                  </a:cubicBezTo>
                  <a:cubicBezTo>
                    <a:pt x="1066" y="257"/>
                    <a:pt x="1067" y="257"/>
                    <a:pt x="1066" y="259"/>
                  </a:cubicBezTo>
                  <a:cubicBezTo>
                    <a:pt x="1066" y="261"/>
                    <a:pt x="1066" y="261"/>
                    <a:pt x="1065" y="262"/>
                  </a:cubicBezTo>
                  <a:cubicBezTo>
                    <a:pt x="1063" y="263"/>
                    <a:pt x="1062" y="263"/>
                    <a:pt x="1061" y="263"/>
                  </a:cubicBezTo>
                  <a:cubicBezTo>
                    <a:pt x="1060" y="263"/>
                    <a:pt x="1058" y="263"/>
                    <a:pt x="1058" y="263"/>
                  </a:cubicBezTo>
                  <a:cubicBezTo>
                    <a:pt x="1058" y="264"/>
                    <a:pt x="1058" y="265"/>
                    <a:pt x="1059" y="265"/>
                  </a:cubicBezTo>
                  <a:cubicBezTo>
                    <a:pt x="1061" y="265"/>
                    <a:pt x="1062" y="266"/>
                    <a:pt x="1062" y="267"/>
                  </a:cubicBezTo>
                  <a:cubicBezTo>
                    <a:pt x="1062" y="268"/>
                    <a:pt x="1060" y="269"/>
                    <a:pt x="1059" y="269"/>
                  </a:cubicBezTo>
                  <a:cubicBezTo>
                    <a:pt x="1059" y="270"/>
                    <a:pt x="1056" y="270"/>
                    <a:pt x="1056" y="271"/>
                  </a:cubicBezTo>
                  <a:cubicBezTo>
                    <a:pt x="1056" y="272"/>
                    <a:pt x="1058" y="272"/>
                    <a:pt x="1059" y="273"/>
                  </a:cubicBezTo>
                  <a:cubicBezTo>
                    <a:pt x="1059" y="275"/>
                    <a:pt x="1059" y="276"/>
                    <a:pt x="1057" y="276"/>
                  </a:cubicBezTo>
                  <a:cubicBezTo>
                    <a:pt x="1056" y="277"/>
                    <a:pt x="1055" y="278"/>
                    <a:pt x="1054" y="279"/>
                  </a:cubicBezTo>
                  <a:cubicBezTo>
                    <a:pt x="1054" y="281"/>
                    <a:pt x="1052" y="281"/>
                    <a:pt x="1052" y="282"/>
                  </a:cubicBezTo>
                  <a:cubicBezTo>
                    <a:pt x="1052" y="284"/>
                    <a:pt x="1053" y="284"/>
                    <a:pt x="1054" y="284"/>
                  </a:cubicBezTo>
                  <a:cubicBezTo>
                    <a:pt x="1056" y="284"/>
                    <a:pt x="1056" y="284"/>
                    <a:pt x="1057" y="284"/>
                  </a:cubicBezTo>
                  <a:cubicBezTo>
                    <a:pt x="1059" y="283"/>
                    <a:pt x="1059" y="284"/>
                    <a:pt x="1061" y="284"/>
                  </a:cubicBezTo>
                  <a:cubicBezTo>
                    <a:pt x="1063" y="284"/>
                    <a:pt x="1063" y="285"/>
                    <a:pt x="1062" y="285"/>
                  </a:cubicBezTo>
                  <a:cubicBezTo>
                    <a:pt x="1062" y="286"/>
                    <a:pt x="1060" y="287"/>
                    <a:pt x="1060" y="287"/>
                  </a:cubicBezTo>
                  <a:cubicBezTo>
                    <a:pt x="1059" y="288"/>
                    <a:pt x="1057" y="290"/>
                    <a:pt x="1059" y="290"/>
                  </a:cubicBezTo>
                  <a:cubicBezTo>
                    <a:pt x="1060" y="291"/>
                    <a:pt x="1060" y="290"/>
                    <a:pt x="1062" y="289"/>
                  </a:cubicBezTo>
                  <a:cubicBezTo>
                    <a:pt x="1063" y="288"/>
                    <a:pt x="1063" y="288"/>
                    <a:pt x="1065" y="287"/>
                  </a:cubicBezTo>
                  <a:cubicBezTo>
                    <a:pt x="1066" y="287"/>
                    <a:pt x="1068" y="286"/>
                    <a:pt x="1068" y="286"/>
                  </a:cubicBezTo>
                  <a:cubicBezTo>
                    <a:pt x="1068" y="285"/>
                    <a:pt x="1067" y="284"/>
                    <a:pt x="1067" y="283"/>
                  </a:cubicBezTo>
                  <a:cubicBezTo>
                    <a:pt x="1067" y="282"/>
                    <a:pt x="1066" y="281"/>
                    <a:pt x="1067" y="280"/>
                  </a:cubicBezTo>
                  <a:cubicBezTo>
                    <a:pt x="1069" y="278"/>
                    <a:pt x="1070" y="278"/>
                    <a:pt x="1071" y="277"/>
                  </a:cubicBezTo>
                  <a:cubicBezTo>
                    <a:pt x="1073" y="276"/>
                    <a:pt x="1073" y="276"/>
                    <a:pt x="1074" y="274"/>
                  </a:cubicBezTo>
                  <a:cubicBezTo>
                    <a:pt x="1075" y="273"/>
                    <a:pt x="1075" y="272"/>
                    <a:pt x="1076" y="272"/>
                  </a:cubicBezTo>
                  <a:cubicBezTo>
                    <a:pt x="1077" y="271"/>
                    <a:pt x="1076" y="269"/>
                    <a:pt x="1079" y="271"/>
                  </a:cubicBezTo>
                  <a:cubicBezTo>
                    <a:pt x="1081" y="272"/>
                    <a:pt x="1081" y="272"/>
                    <a:pt x="1084" y="274"/>
                  </a:cubicBezTo>
                  <a:cubicBezTo>
                    <a:pt x="1086" y="276"/>
                    <a:pt x="1086" y="276"/>
                    <a:pt x="1090" y="276"/>
                  </a:cubicBezTo>
                  <a:cubicBezTo>
                    <a:pt x="1094" y="276"/>
                    <a:pt x="1094" y="275"/>
                    <a:pt x="1097" y="277"/>
                  </a:cubicBezTo>
                  <a:cubicBezTo>
                    <a:pt x="1100" y="278"/>
                    <a:pt x="1099" y="278"/>
                    <a:pt x="1102" y="279"/>
                  </a:cubicBezTo>
                  <a:cubicBezTo>
                    <a:pt x="1105" y="279"/>
                    <a:pt x="1107" y="279"/>
                    <a:pt x="1109" y="280"/>
                  </a:cubicBezTo>
                  <a:cubicBezTo>
                    <a:pt x="1111" y="282"/>
                    <a:pt x="1112" y="281"/>
                    <a:pt x="1113" y="283"/>
                  </a:cubicBezTo>
                  <a:cubicBezTo>
                    <a:pt x="1114" y="286"/>
                    <a:pt x="1115" y="286"/>
                    <a:pt x="1113" y="287"/>
                  </a:cubicBezTo>
                  <a:cubicBezTo>
                    <a:pt x="1110" y="287"/>
                    <a:pt x="1107" y="287"/>
                    <a:pt x="1105" y="287"/>
                  </a:cubicBezTo>
                  <a:cubicBezTo>
                    <a:pt x="1103" y="286"/>
                    <a:pt x="1101" y="285"/>
                    <a:pt x="1099" y="284"/>
                  </a:cubicBezTo>
                  <a:cubicBezTo>
                    <a:pt x="1098" y="283"/>
                    <a:pt x="1097" y="283"/>
                    <a:pt x="1095" y="283"/>
                  </a:cubicBezTo>
                  <a:cubicBezTo>
                    <a:pt x="1092" y="282"/>
                    <a:pt x="1092" y="282"/>
                    <a:pt x="1090" y="281"/>
                  </a:cubicBezTo>
                  <a:cubicBezTo>
                    <a:pt x="1088" y="281"/>
                    <a:pt x="1087" y="281"/>
                    <a:pt x="1084" y="281"/>
                  </a:cubicBezTo>
                  <a:cubicBezTo>
                    <a:pt x="1082" y="282"/>
                    <a:pt x="1081" y="282"/>
                    <a:pt x="1079" y="282"/>
                  </a:cubicBezTo>
                  <a:cubicBezTo>
                    <a:pt x="1078" y="283"/>
                    <a:pt x="1076" y="283"/>
                    <a:pt x="1078" y="284"/>
                  </a:cubicBezTo>
                  <a:cubicBezTo>
                    <a:pt x="1080" y="285"/>
                    <a:pt x="1081" y="284"/>
                    <a:pt x="1083" y="285"/>
                  </a:cubicBezTo>
                  <a:cubicBezTo>
                    <a:pt x="1085" y="287"/>
                    <a:pt x="1086" y="288"/>
                    <a:pt x="1086" y="289"/>
                  </a:cubicBezTo>
                  <a:cubicBezTo>
                    <a:pt x="1086" y="290"/>
                    <a:pt x="1084" y="291"/>
                    <a:pt x="1085" y="292"/>
                  </a:cubicBezTo>
                  <a:cubicBezTo>
                    <a:pt x="1086" y="293"/>
                    <a:pt x="1089" y="293"/>
                    <a:pt x="1091" y="294"/>
                  </a:cubicBezTo>
                  <a:cubicBezTo>
                    <a:pt x="1093" y="296"/>
                    <a:pt x="1097" y="297"/>
                    <a:pt x="1099" y="299"/>
                  </a:cubicBezTo>
                  <a:cubicBezTo>
                    <a:pt x="1102" y="300"/>
                    <a:pt x="1104" y="301"/>
                    <a:pt x="1106" y="303"/>
                  </a:cubicBezTo>
                  <a:cubicBezTo>
                    <a:pt x="1108" y="304"/>
                    <a:pt x="1108" y="304"/>
                    <a:pt x="1111" y="304"/>
                  </a:cubicBezTo>
                  <a:cubicBezTo>
                    <a:pt x="1114" y="304"/>
                    <a:pt x="1114" y="304"/>
                    <a:pt x="1116" y="304"/>
                  </a:cubicBezTo>
                  <a:cubicBezTo>
                    <a:pt x="1118" y="303"/>
                    <a:pt x="1117" y="302"/>
                    <a:pt x="1120" y="303"/>
                  </a:cubicBezTo>
                  <a:cubicBezTo>
                    <a:pt x="1123" y="303"/>
                    <a:pt x="1123" y="303"/>
                    <a:pt x="1125" y="303"/>
                  </a:cubicBezTo>
                  <a:cubicBezTo>
                    <a:pt x="1127" y="302"/>
                    <a:pt x="1129" y="301"/>
                    <a:pt x="1130" y="303"/>
                  </a:cubicBezTo>
                  <a:cubicBezTo>
                    <a:pt x="1131" y="304"/>
                    <a:pt x="1131" y="304"/>
                    <a:pt x="1131" y="306"/>
                  </a:cubicBezTo>
                  <a:cubicBezTo>
                    <a:pt x="1131" y="308"/>
                    <a:pt x="1131" y="309"/>
                    <a:pt x="1132" y="310"/>
                  </a:cubicBezTo>
                  <a:cubicBezTo>
                    <a:pt x="1133" y="311"/>
                    <a:pt x="1134" y="314"/>
                    <a:pt x="1133" y="315"/>
                  </a:cubicBezTo>
                  <a:cubicBezTo>
                    <a:pt x="1133" y="316"/>
                    <a:pt x="1132" y="317"/>
                    <a:pt x="1131" y="318"/>
                  </a:cubicBezTo>
                  <a:cubicBezTo>
                    <a:pt x="1130" y="319"/>
                    <a:pt x="1130" y="320"/>
                    <a:pt x="1130" y="321"/>
                  </a:cubicBezTo>
                  <a:cubicBezTo>
                    <a:pt x="1129" y="322"/>
                    <a:pt x="1127" y="323"/>
                    <a:pt x="1126" y="323"/>
                  </a:cubicBezTo>
                  <a:cubicBezTo>
                    <a:pt x="1125" y="323"/>
                    <a:pt x="1124" y="322"/>
                    <a:pt x="1121" y="321"/>
                  </a:cubicBezTo>
                  <a:cubicBezTo>
                    <a:pt x="1119" y="320"/>
                    <a:pt x="1120" y="319"/>
                    <a:pt x="1117" y="319"/>
                  </a:cubicBezTo>
                  <a:cubicBezTo>
                    <a:pt x="1113" y="319"/>
                    <a:pt x="1111" y="320"/>
                    <a:pt x="1109" y="320"/>
                  </a:cubicBezTo>
                  <a:cubicBezTo>
                    <a:pt x="1107" y="319"/>
                    <a:pt x="1105" y="318"/>
                    <a:pt x="1104" y="318"/>
                  </a:cubicBezTo>
                  <a:cubicBezTo>
                    <a:pt x="1103" y="317"/>
                    <a:pt x="1101" y="316"/>
                    <a:pt x="1099" y="316"/>
                  </a:cubicBezTo>
                  <a:cubicBezTo>
                    <a:pt x="1096" y="315"/>
                    <a:pt x="1095" y="315"/>
                    <a:pt x="1094" y="315"/>
                  </a:cubicBezTo>
                  <a:cubicBezTo>
                    <a:pt x="1093" y="315"/>
                    <a:pt x="1091" y="314"/>
                    <a:pt x="1089" y="314"/>
                  </a:cubicBezTo>
                  <a:cubicBezTo>
                    <a:pt x="1087" y="313"/>
                    <a:pt x="1084" y="313"/>
                    <a:pt x="1083" y="313"/>
                  </a:cubicBezTo>
                  <a:cubicBezTo>
                    <a:pt x="1082" y="314"/>
                    <a:pt x="1079" y="314"/>
                    <a:pt x="1078" y="314"/>
                  </a:cubicBezTo>
                  <a:cubicBezTo>
                    <a:pt x="1076" y="314"/>
                    <a:pt x="1074" y="314"/>
                    <a:pt x="1074" y="315"/>
                  </a:cubicBezTo>
                  <a:cubicBezTo>
                    <a:pt x="1074" y="316"/>
                    <a:pt x="1073" y="316"/>
                    <a:pt x="1074" y="316"/>
                  </a:cubicBezTo>
                  <a:cubicBezTo>
                    <a:pt x="1076" y="317"/>
                    <a:pt x="1077" y="316"/>
                    <a:pt x="1077" y="317"/>
                  </a:cubicBezTo>
                  <a:cubicBezTo>
                    <a:pt x="1077" y="319"/>
                    <a:pt x="1077" y="319"/>
                    <a:pt x="1075" y="319"/>
                  </a:cubicBezTo>
                  <a:cubicBezTo>
                    <a:pt x="1074" y="319"/>
                    <a:pt x="1072" y="318"/>
                    <a:pt x="1071" y="318"/>
                  </a:cubicBezTo>
                  <a:cubicBezTo>
                    <a:pt x="1070" y="318"/>
                    <a:pt x="1068" y="319"/>
                    <a:pt x="1067" y="318"/>
                  </a:cubicBezTo>
                  <a:cubicBezTo>
                    <a:pt x="1065" y="317"/>
                    <a:pt x="1059" y="317"/>
                    <a:pt x="1059" y="318"/>
                  </a:cubicBezTo>
                  <a:cubicBezTo>
                    <a:pt x="1059" y="319"/>
                    <a:pt x="1060" y="320"/>
                    <a:pt x="1061" y="320"/>
                  </a:cubicBezTo>
                  <a:cubicBezTo>
                    <a:pt x="1063" y="320"/>
                    <a:pt x="1066" y="319"/>
                    <a:pt x="1067" y="320"/>
                  </a:cubicBezTo>
                  <a:cubicBezTo>
                    <a:pt x="1069" y="321"/>
                    <a:pt x="1071" y="322"/>
                    <a:pt x="1069" y="322"/>
                  </a:cubicBezTo>
                  <a:cubicBezTo>
                    <a:pt x="1068" y="323"/>
                    <a:pt x="1066" y="323"/>
                    <a:pt x="1064" y="325"/>
                  </a:cubicBezTo>
                  <a:cubicBezTo>
                    <a:pt x="1062" y="327"/>
                    <a:pt x="1062" y="328"/>
                    <a:pt x="1060" y="328"/>
                  </a:cubicBezTo>
                  <a:cubicBezTo>
                    <a:pt x="1059" y="328"/>
                    <a:pt x="1055" y="328"/>
                    <a:pt x="1055" y="326"/>
                  </a:cubicBezTo>
                  <a:cubicBezTo>
                    <a:pt x="1055" y="324"/>
                    <a:pt x="1052" y="322"/>
                    <a:pt x="1050" y="321"/>
                  </a:cubicBezTo>
                  <a:cubicBezTo>
                    <a:pt x="1049" y="321"/>
                    <a:pt x="1048" y="319"/>
                    <a:pt x="1046" y="320"/>
                  </a:cubicBezTo>
                  <a:cubicBezTo>
                    <a:pt x="1045" y="320"/>
                    <a:pt x="1043" y="321"/>
                    <a:pt x="1044" y="322"/>
                  </a:cubicBezTo>
                  <a:cubicBezTo>
                    <a:pt x="1045" y="323"/>
                    <a:pt x="1047" y="324"/>
                    <a:pt x="1046" y="325"/>
                  </a:cubicBezTo>
                  <a:cubicBezTo>
                    <a:pt x="1045" y="325"/>
                    <a:pt x="1044" y="325"/>
                    <a:pt x="1043" y="325"/>
                  </a:cubicBezTo>
                  <a:cubicBezTo>
                    <a:pt x="1041" y="325"/>
                    <a:pt x="1040" y="325"/>
                    <a:pt x="1039" y="326"/>
                  </a:cubicBezTo>
                  <a:cubicBezTo>
                    <a:pt x="1038" y="327"/>
                    <a:pt x="1037" y="328"/>
                    <a:pt x="1039" y="329"/>
                  </a:cubicBezTo>
                  <a:cubicBezTo>
                    <a:pt x="1040" y="330"/>
                    <a:pt x="1041" y="330"/>
                    <a:pt x="1042" y="331"/>
                  </a:cubicBezTo>
                  <a:cubicBezTo>
                    <a:pt x="1043" y="332"/>
                    <a:pt x="1043" y="331"/>
                    <a:pt x="1043" y="333"/>
                  </a:cubicBezTo>
                  <a:cubicBezTo>
                    <a:pt x="1043" y="334"/>
                    <a:pt x="1044" y="334"/>
                    <a:pt x="1043" y="335"/>
                  </a:cubicBezTo>
                  <a:cubicBezTo>
                    <a:pt x="1042" y="336"/>
                    <a:pt x="1042" y="337"/>
                    <a:pt x="1042" y="338"/>
                  </a:cubicBezTo>
                  <a:cubicBezTo>
                    <a:pt x="1043" y="339"/>
                    <a:pt x="1043" y="340"/>
                    <a:pt x="1045" y="339"/>
                  </a:cubicBezTo>
                  <a:cubicBezTo>
                    <a:pt x="1047" y="339"/>
                    <a:pt x="1047" y="338"/>
                    <a:pt x="1050" y="338"/>
                  </a:cubicBezTo>
                  <a:cubicBezTo>
                    <a:pt x="1053" y="339"/>
                    <a:pt x="1053" y="339"/>
                    <a:pt x="1055" y="339"/>
                  </a:cubicBezTo>
                  <a:cubicBezTo>
                    <a:pt x="1057" y="339"/>
                    <a:pt x="1059" y="338"/>
                    <a:pt x="1060" y="339"/>
                  </a:cubicBezTo>
                  <a:cubicBezTo>
                    <a:pt x="1062" y="341"/>
                    <a:pt x="1062" y="342"/>
                    <a:pt x="1061" y="343"/>
                  </a:cubicBezTo>
                  <a:cubicBezTo>
                    <a:pt x="1060" y="343"/>
                    <a:pt x="1059" y="344"/>
                    <a:pt x="1059" y="345"/>
                  </a:cubicBezTo>
                  <a:cubicBezTo>
                    <a:pt x="1059" y="347"/>
                    <a:pt x="1059" y="347"/>
                    <a:pt x="1061" y="347"/>
                  </a:cubicBezTo>
                  <a:cubicBezTo>
                    <a:pt x="1062" y="347"/>
                    <a:pt x="1065" y="348"/>
                    <a:pt x="1066" y="347"/>
                  </a:cubicBezTo>
                  <a:cubicBezTo>
                    <a:pt x="1067" y="346"/>
                    <a:pt x="1069" y="345"/>
                    <a:pt x="1071" y="345"/>
                  </a:cubicBezTo>
                  <a:cubicBezTo>
                    <a:pt x="1074" y="346"/>
                    <a:pt x="1075" y="348"/>
                    <a:pt x="1077" y="349"/>
                  </a:cubicBezTo>
                  <a:cubicBezTo>
                    <a:pt x="1078" y="349"/>
                    <a:pt x="1078" y="350"/>
                    <a:pt x="1080" y="350"/>
                  </a:cubicBezTo>
                  <a:cubicBezTo>
                    <a:pt x="1082" y="351"/>
                    <a:pt x="1084" y="350"/>
                    <a:pt x="1083" y="350"/>
                  </a:cubicBezTo>
                  <a:cubicBezTo>
                    <a:pt x="1083" y="349"/>
                    <a:pt x="1083" y="349"/>
                    <a:pt x="1082" y="348"/>
                  </a:cubicBezTo>
                  <a:cubicBezTo>
                    <a:pt x="1080" y="348"/>
                    <a:pt x="1079" y="347"/>
                    <a:pt x="1079" y="346"/>
                  </a:cubicBezTo>
                  <a:cubicBezTo>
                    <a:pt x="1080" y="346"/>
                    <a:pt x="1083" y="347"/>
                    <a:pt x="1084" y="347"/>
                  </a:cubicBezTo>
                  <a:cubicBezTo>
                    <a:pt x="1085" y="347"/>
                    <a:pt x="1086" y="347"/>
                    <a:pt x="1088" y="346"/>
                  </a:cubicBezTo>
                  <a:cubicBezTo>
                    <a:pt x="1090" y="345"/>
                    <a:pt x="1093" y="345"/>
                    <a:pt x="1093" y="346"/>
                  </a:cubicBezTo>
                  <a:cubicBezTo>
                    <a:pt x="1094" y="347"/>
                    <a:pt x="1094" y="348"/>
                    <a:pt x="1096" y="349"/>
                  </a:cubicBezTo>
                  <a:cubicBezTo>
                    <a:pt x="1097" y="350"/>
                    <a:pt x="1099" y="349"/>
                    <a:pt x="1099" y="351"/>
                  </a:cubicBezTo>
                  <a:cubicBezTo>
                    <a:pt x="1100" y="352"/>
                    <a:pt x="1101" y="353"/>
                    <a:pt x="1100" y="354"/>
                  </a:cubicBezTo>
                  <a:cubicBezTo>
                    <a:pt x="1099" y="354"/>
                    <a:pt x="1098" y="355"/>
                    <a:pt x="1096" y="354"/>
                  </a:cubicBezTo>
                  <a:cubicBezTo>
                    <a:pt x="1094" y="354"/>
                    <a:pt x="1090" y="355"/>
                    <a:pt x="1089" y="356"/>
                  </a:cubicBezTo>
                  <a:cubicBezTo>
                    <a:pt x="1088" y="357"/>
                    <a:pt x="1086" y="357"/>
                    <a:pt x="1085" y="357"/>
                  </a:cubicBezTo>
                  <a:cubicBezTo>
                    <a:pt x="1084" y="357"/>
                    <a:pt x="1081" y="357"/>
                    <a:pt x="1079" y="357"/>
                  </a:cubicBezTo>
                  <a:cubicBezTo>
                    <a:pt x="1078" y="357"/>
                    <a:pt x="1073" y="357"/>
                    <a:pt x="1072" y="357"/>
                  </a:cubicBezTo>
                  <a:cubicBezTo>
                    <a:pt x="1071" y="357"/>
                    <a:pt x="1066" y="357"/>
                    <a:pt x="1064" y="357"/>
                  </a:cubicBezTo>
                  <a:cubicBezTo>
                    <a:pt x="1063" y="357"/>
                    <a:pt x="1059" y="357"/>
                    <a:pt x="1059" y="356"/>
                  </a:cubicBezTo>
                  <a:cubicBezTo>
                    <a:pt x="1058" y="356"/>
                    <a:pt x="1054" y="354"/>
                    <a:pt x="1054" y="355"/>
                  </a:cubicBezTo>
                  <a:cubicBezTo>
                    <a:pt x="1053" y="355"/>
                    <a:pt x="1051" y="355"/>
                    <a:pt x="1053" y="356"/>
                  </a:cubicBezTo>
                  <a:cubicBezTo>
                    <a:pt x="1055" y="357"/>
                    <a:pt x="1055" y="357"/>
                    <a:pt x="1058" y="358"/>
                  </a:cubicBezTo>
                  <a:cubicBezTo>
                    <a:pt x="1061" y="359"/>
                    <a:pt x="1062" y="359"/>
                    <a:pt x="1064" y="359"/>
                  </a:cubicBezTo>
                  <a:cubicBezTo>
                    <a:pt x="1067" y="359"/>
                    <a:pt x="1067" y="358"/>
                    <a:pt x="1069" y="358"/>
                  </a:cubicBezTo>
                  <a:cubicBezTo>
                    <a:pt x="1070" y="359"/>
                    <a:pt x="1075" y="359"/>
                    <a:pt x="1076" y="359"/>
                  </a:cubicBezTo>
                  <a:cubicBezTo>
                    <a:pt x="1078" y="359"/>
                    <a:pt x="1080" y="360"/>
                    <a:pt x="1082" y="360"/>
                  </a:cubicBezTo>
                  <a:cubicBezTo>
                    <a:pt x="1085" y="360"/>
                    <a:pt x="1088" y="360"/>
                    <a:pt x="1089" y="359"/>
                  </a:cubicBezTo>
                  <a:cubicBezTo>
                    <a:pt x="1091" y="359"/>
                    <a:pt x="1094" y="359"/>
                    <a:pt x="1095" y="360"/>
                  </a:cubicBezTo>
                  <a:cubicBezTo>
                    <a:pt x="1097" y="360"/>
                    <a:pt x="1098" y="361"/>
                    <a:pt x="1099" y="362"/>
                  </a:cubicBezTo>
                  <a:cubicBezTo>
                    <a:pt x="1100" y="363"/>
                    <a:pt x="1101" y="365"/>
                    <a:pt x="1104" y="366"/>
                  </a:cubicBezTo>
                  <a:cubicBezTo>
                    <a:pt x="1106" y="367"/>
                    <a:pt x="1107" y="368"/>
                    <a:pt x="1107" y="368"/>
                  </a:cubicBezTo>
                  <a:cubicBezTo>
                    <a:pt x="1107" y="369"/>
                    <a:pt x="1105" y="370"/>
                    <a:pt x="1104" y="370"/>
                  </a:cubicBezTo>
                  <a:cubicBezTo>
                    <a:pt x="1103" y="370"/>
                    <a:pt x="1102" y="370"/>
                    <a:pt x="1102" y="371"/>
                  </a:cubicBezTo>
                  <a:cubicBezTo>
                    <a:pt x="1103" y="373"/>
                    <a:pt x="1103" y="373"/>
                    <a:pt x="1105" y="375"/>
                  </a:cubicBezTo>
                  <a:cubicBezTo>
                    <a:pt x="1106" y="378"/>
                    <a:pt x="1107" y="378"/>
                    <a:pt x="1107" y="379"/>
                  </a:cubicBezTo>
                  <a:cubicBezTo>
                    <a:pt x="1108" y="380"/>
                    <a:pt x="1108" y="381"/>
                    <a:pt x="1108" y="382"/>
                  </a:cubicBezTo>
                  <a:cubicBezTo>
                    <a:pt x="1108" y="382"/>
                    <a:pt x="1107" y="383"/>
                    <a:pt x="1107" y="385"/>
                  </a:cubicBezTo>
                  <a:cubicBezTo>
                    <a:pt x="1107" y="387"/>
                    <a:pt x="1107" y="387"/>
                    <a:pt x="1106" y="388"/>
                  </a:cubicBezTo>
                  <a:cubicBezTo>
                    <a:pt x="1106" y="389"/>
                    <a:pt x="1104" y="389"/>
                    <a:pt x="1103" y="390"/>
                  </a:cubicBezTo>
                  <a:cubicBezTo>
                    <a:pt x="1103" y="391"/>
                    <a:pt x="1102" y="392"/>
                    <a:pt x="1100" y="392"/>
                  </a:cubicBezTo>
                  <a:cubicBezTo>
                    <a:pt x="1099" y="392"/>
                    <a:pt x="1096" y="391"/>
                    <a:pt x="1096" y="390"/>
                  </a:cubicBezTo>
                  <a:cubicBezTo>
                    <a:pt x="1095" y="390"/>
                    <a:pt x="1095" y="389"/>
                    <a:pt x="1096" y="387"/>
                  </a:cubicBezTo>
                  <a:cubicBezTo>
                    <a:pt x="1096" y="386"/>
                    <a:pt x="1097" y="385"/>
                    <a:pt x="1095" y="385"/>
                  </a:cubicBezTo>
                  <a:cubicBezTo>
                    <a:pt x="1093" y="384"/>
                    <a:pt x="1091" y="384"/>
                    <a:pt x="1090" y="385"/>
                  </a:cubicBezTo>
                  <a:cubicBezTo>
                    <a:pt x="1089" y="385"/>
                    <a:pt x="1087" y="386"/>
                    <a:pt x="1085" y="385"/>
                  </a:cubicBezTo>
                  <a:cubicBezTo>
                    <a:pt x="1084" y="385"/>
                    <a:pt x="1084" y="387"/>
                    <a:pt x="1081" y="386"/>
                  </a:cubicBezTo>
                  <a:cubicBezTo>
                    <a:pt x="1079" y="385"/>
                    <a:pt x="1078" y="385"/>
                    <a:pt x="1076" y="383"/>
                  </a:cubicBezTo>
                  <a:cubicBezTo>
                    <a:pt x="1074" y="382"/>
                    <a:pt x="1072" y="382"/>
                    <a:pt x="1071" y="382"/>
                  </a:cubicBezTo>
                  <a:cubicBezTo>
                    <a:pt x="1070" y="381"/>
                    <a:pt x="1071" y="382"/>
                    <a:pt x="1069" y="380"/>
                  </a:cubicBezTo>
                  <a:cubicBezTo>
                    <a:pt x="1067" y="377"/>
                    <a:pt x="1066" y="376"/>
                    <a:pt x="1063" y="375"/>
                  </a:cubicBezTo>
                  <a:cubicBezTo>
                    <a:pt x="1061" y="374"/>
                    <a:pt x="1059" y="375"/>
                    <a:pt x="1058" y="374"/>
                  </a:cubicBezTo>
                  <a:cubicBezTo>
                    <a:pt x="1057" y="373"/>
                    <a:pt x="1055" y="372"/>
                    <a:pt x="1053" y="372"/>
                  </a:cubicBezTo>
                  <a:cubicBezTo>
                    <a:pt x="1051" y="372"/>
                    <a:pt x="1050" y="371"/>
                    <a:pt x="1049" y="371"/>
                  </a:cubicBezTo>
                  <a:cubicBezTo>
                    <a:pt x="1048" y="370"/>
                    <a:pt x="1047" y="370"/>
                    <a:pt x="1047" y="370"/>
                  </a:cubicBezTo>
                  <a:cubicBezTo>
                    <a:pt x="1046" y="371"/>
                    <a:pt x="1046" y="371"/>
                    <a:pt x="1047" y="372"/>
                  </a:cubicBezTo>
                  <a:cubicBezTo>
                    <a:pt x="1048" y="372"/>
                    <a:pt x="1047" y="372"/>
                    <a:pt x="1049" y="373"/>
                  </a:cubicBezTo>
                  <a:cubicBezTo>
                    <a:pt x="1050" y="374"/>
                    <a:pt x="1049" y="375"/>
                    <a:pt x="1051" y="375"/>
                  </a:cubicBezTo>
                  <a:cubicBezTo>
                    <a:pt x="1053" y="375"/>
                    <a:pt x="1054" y="375"/>
                    <a:pt x="1055" y="376"/>
                  </a:cubicBezTo>
                  <a:cubicBezTo>
                    <a:pt x="1056" y="377"/>
                    <a:pt x="1056" y="377"/>
                    <a:pt x="1055" y="377"/>
                  </a:cubicBezTo>
                  <a:cubicBezTo>
                    <a:pt x="1054" y="377"/>
                    <a:pt x="1053" y="377"/>
                    <a:pt x="1052" y="377"/>
                  </a:cubicBezTo>
                  <a:cubicBezTo>
                    <a:pt x="1051" y="376"/>
                    <a:pt x="1051" y="376"/>
                    <a:pt x="1049" y="376"/>
                  </a:cubicBezTo>
                  <a:cubicBezTo>
                    <a:pt x="1048" y="376"/>
                    <a:pt x="1047" y="376"/>
                    <a:pt x="1046" y="375"/>
                  </a:cubicBezTo>
                  <a:cubicBezTo>
                    <a:pt x="1045" y="375"/>
                    <a:pt x="1043" y="374"/>
                    <a:pt x="1043" y="375"/>
                  </a:cubicBezTo>
                  <a:cubicBezTo>
                    <a:pt x="1043" y="376"/>
                    <a:pt x="1043" y="377"/>
                    <a:pt x="1044" y="377"/>
                  </a:cubicBezTo>
                  <a:cubicBezTo>
                    <a:pt x="1045" y="378"/>
                    <a:pt x="1045" y="378"/>
                    <a:pt x="1048" y="378"/>
                  </a:cubicBezTo>
                  <a:cubicBezTo>
                    <a:pt x="1050" y="379"/>
                    <a:pt x="1051" y="378"/>
                    <a:pt x="1052" y="379"/>
                  </a:cubicBezTo>
                  <a:cubicBezTo>
                    <a:pt x="1054" y="380"/>
                    <a:pt x="1057" y="381"/>
                    <a:pt x="1059" y="381"/>
                  </a:cubicBezTo>
                  <a:cubicBezTo>
                    <a:pt x="1061" y="381"/>
                    <a:pt x="1061" y="380"/>
                    <a:pt x="1063" y="381"/>
                  </a:cubicBezTo>
                  <a:cubicBezTo>
                    <a:pt x="1065" y="382"/>
                    <a:pt x="1069" y="383"/>
                    <a:pt x="1070" y="384"/>
                  </a:cubicBezTo>
                  <a:cubicBezTo>
                    <a:pt x="1071" y="385"/>
                    <a:pt x="1073" y="386"/>
                    <a:pt x="1075" y="387"/>
                  </a:cubicBezTo>
                  <a:cubicBezTo>
                    <a:pt x="1077" y="388"/>
                    <a:pt x="1078" y="389"/>
                    <a:pt x="1079" y="390"/>
                  </a:cubicBezTo>
                  <a:cubicBezTo>
                    <a:pt x="1080" y="390"/>
                    <a:pt x="1081" y="391"/>
                    <a:pt x="1080" y="392"/>
                  </a:cubicBezTo>
                  <a:cubicBezTo>
                    <a:pt x="1080" y="393"/>
                    <a:pt x="1078" y="394"/>
                    <a:pt x="1077" y="394"/>
                  </a:cubicBezTo>
                  <a:cubicBezTo>
                    <a:pt x="1075" y="393"/>
                    <a:pt x="1074" y="394"/>
                    <a:pt x="1073" y="394"/>
                  </a:cubicBezTo>
                  <a:cubicBezTo>
                    <a:pt x="1071" y="394"/>
                    <a:pt x="1072" y="394"/>
                    <a:pt x="1070" y="394"/>
                  </a:cubicBezTo>
                  <a:cubicBezTo>
                    <a:pt x="1069" y="395"/>
                    <a:pt x="1067" y="396"/>
                    <a:pt x="1066" y="396"/>
                  </a:cubicBezTo>
                  <a:cubicBezTo>
                    <a:pt x="1066" y="397"/>
                    <a:pt x="1063" y="397"/>
                    <a:pt x="1062" y="397"/>
                  </a:cubicBezTo>
                  <a:cubicBezTo>
                    <a:pt x="1060" y="396"/>
                    <a:pt x="1059" y="398"/>
                    <a:pt x="1057" y="397"/>
                  </a:cubicBezTo>
                  <a:cubicBezTo>
                    <a:pt x="1056" y="396"/>
                    <a:pt x="1055" y="395"/>
                    <a:pt x="1054" y="394"/>
                  </a:cubicBezTo>
                  <a:cubicBezTo>
                    <a:pt x="1053" y="393"/>
                    <a:pt x="1051" y="393"/>
                    <a:pt x="1050" y="393"/>
                  </a:cubicBezTo>
                  <a:cubicBezTo>
                    <a:pt x="1048" y="393"/>
                    <a:pt x="1047" y="393"/>
                    <a:pt x="1047" y="392"/>
                  </a:cubicBezTo>
                  <a:cubicBezTo>
                    <a:pt x="1046" y="391"/>
                    <a:pt x="1045" y="390"/>
                    <a:pt x="1045" y="391"/>
                  </a:cubicBezTo>
                  <a:cubicBezTo>
                    <a:pt x="1044" y="391"/>
                    <a:pt x="1043" y="392"/>
                    <a:pt x="1044" y="393"/>
                  </a:cubicBezTo>
                  <a:cubicBezTo>
                    <a:pt x="1045" y="393"/>
                    <a:pt x="1045" y="393"/>
                    <a:pt x="1046" y="394"/>
                  </a:cubicBezTo>
                  <a:cubicBezTo>
                    <a:pt x="1047" y="395"/>
                    <a:pt x="1047" y="395"/>
                    <a:pt x="1048" y="395"/>
                  </a:cubicBezTo>
                  <a:cubicBezTo>
                    <a:pt x="1049" y="395"/>
                    <a:pt x="1050" y="396"/>
                    <a:pt x="1050" y="396"/>
                  </a:cubicBezTo>
                  <a:cubicBezTo>
                    <a:pt x="1050" y="397"/>
                    <a:pt x="1051" y="398"/>
                    <a:pt x="1053" y="399"/>
                  </a:cubicBezTo>
                  <a:cubicBezTo>
                    <a:pt x="1054" y="399"/>
                    <a:pt x="1055" y="399"/>
                    <a:pt x="1056" y="399"/>
                  </a:cubicBezTo>
                  <a:cubicBezTo>
                    <a:pt x="1056" y="400"/>
                    <a:pt x="1056" y="400"/>
                    <a:pt x="1057" y="401"/>
                  </a:cubicBezTo>
                  <a:cubicBezTo>
                    <a:pt x="1058" y="401"/>
                    <a:pt x="1059" y="401"/>
                    <a:pt x="1060" y="400"/>
                  </a:cubicBezTo>
                  <a:cubicBezTo>
                    <a:pt x="1061" y="400"/>
                    <a:pt x="1061" y="399"/>
                    <a:pt x="1062" y="399"/>
                  </a:cubicBezTo>
                  <a:cubicBezTo>
                    <a:pt x="1064" y="399"/>
                    <a:pt x="1064" y="399"/>
                    <a:pt x="1066" y="399"/>
                  </a:cubicBezTo>
                  <a:cubicBezTo>
                    <a:pt x="1067" y="399"/>
                    <a:pt x="1068" y="398"/>
                    <a:pt x="1069" y="398"/>
                  </a:cubicBezTo>
                  <a:cubicBezTo>
                    <a:pt x="1071" y="398"/>
                    <a:pt x="1072" y="396"/>
                    <a:pt x="1072" y="396"/>
                  </a:cubicBezTo>
                  <a:cubicBezTo>
                    <a:pt x="1073" y="396"/>
                    <a:pt x="1074" y="396"/>
                    <a:pt x="1075" y="396"/>
                  </a:cubicBezTo>
                  <a:cubicBezTo>
                    <a:pt x="1076" y="396"/>
                    <a:pt x="1078" y="396"/>
                    <a:pt x="1078" y="397"/>
                  </a:cubicBezTo>
                  <a:cubicBezTo>
                    <a:pt x="1079" y="398"/>
                    <a:pt x="1079" y="398"/>
                    <a:pt x="1078" y="399"/>
                  </a:cubicBezTo>
                  <a:cubicBezTo>
                    <a:pt x="1078" y="400"/>
                    <a:pt x="1078" y="400"/>
                    <a:pt x="1078" y="401"/>
                  </a:cubicBezTo>
                  <a:cubicBezTo>
                    <a:pt x="1078" y="402"/>
                    <a:pt x="1078" y="402"/>
                    <a:pt x="1077" y="403"/>
                  </a:cubicBezTo>
                  <a:cubicBezTo>
                    <a:pt x="1077" y="404"/>
                    <a:pt x="1077" y="404"/>
                    <a:pt x="1078" y="406"/>
                  </a:cubicBezTo>
                  <a:cubicBezTo>
                    <a:pt x="1079" y="408"/>
                    <a:pt x="1079" y="409"/>
                    <a:pt x="1079" y="409"/>
                  </a:cubicBezTo>
                  <a:cubicBezTo>
                    <a:pt x="1079" y="410"/>
                    <a:pt x="1079" y="411"/>
                    <a:pt x="1077" y="411"/>
                  </a:cubicBezTo>
                  <a:cubicBezTo>
                    <a:pt x="1076" y="411"/>
                    <a:pt x="1075" y="411"/>
                    <a:pt x="1074" y="411"/>
                  </a:cubicBezTo>
                  <a:cubicBezTo>
                    <a:pt x="1073" y="411"/>
                    <a:pt x="1071" y="411"/>
                    <a:pt x="1071" y="411"/>
                  </a:cubicBezTo>
                  <a:cubicBezTo>
                    <a:pt x="1071" y="412"/>
                    <a:pt x="1071" y="413"/>
                    <a:pt x="1072" y="413"/>
                  </a:cubicBezTo>
                  <a:cubicBezTo>
                    <a:pt x="1073" y="413"/>
                    <a:pt x="1074" y="413"/>
                    <a:pt x="1076" y="413"/>
                  </a:cubicBezTo>
                  <a:cubicBezTo>
                    <a:pt x="1078" y="413"/>
                    <a:pt x="1079" y="412"/>
                    <a:pt x="1080" y="412"/>
                  </a:cubicBezTo>
                  <a:cubicBezTo>
                    <a:pt x="1081" y="412"/>
                    <a:pt x="1084" y="412"/>
                    <a:pt x="1085" y="412"/>
                  </a:cubicBezTo>
                  <a:cubicBezTo>
                    <a:pt x="1086" y="412"/>
                    <a:pt x="1089" y="412"/>
                    <a:pt x="1090" y="412"/>
                  </a:cubicBezTo>
                  <a:cubicBezTo>
                    <a:pt x="1091" y="412"/>
                    <a:pt x="1095" y="414"/>
                    <a:pt x="1095" y="414"/>
                  </a:cubicBezTo>
                  <a:cubicBezTo>
                    <a:pt x="1095" y="415"/>
                    <a:pt x="1095" y="416"/>
                    <a:pt x="1097" y="416"/>
                  </a:cubicBezTo>
                  <a:cubicBezTo>
                    <a:pt x="1099" y="416"/>
                    <a:pt x="1100" y="417"/>
                    <a:pt x="1100" y="416"/>
                  </a:cubicBezTo>
                  <a:cubicBezTo>
                    <a:pt x="1101" y="415"/>
                    <a:pt x="1101" y="414"/>
                    <a:pt x="1102" y="414"/>
                  </a:cubicBezTo>
                  <a:cubicBezTo>
                    <a:pt x="1103" y="413"/>
                    <a:pt x="1104" y="413"/>
                    <a:pt x="1105" y="413"/>
                  </a:cubicBezTo>
                  <a:cubicBezTo>
                    <a:pt x="1105" y="412"/>
                    <a:pt x="1106" y="412"/>
                    <a:pt x="1107" y="412"/>
                  </a:cubicBezTo>
                  <a:cubicBezTo>
                    <a:pt x="1108" y="413"/>
                    <a:pt x="1109" y="413"/>
                    <a:pt x="1109" y="414"/>
                  </a:cubicBezTo>
                  <a:cubicBezTo>
                    <a:pt x="1109" y="415"/>
                    <a:pt x="1107" y="416"/>
                    <a:pt x="1108" y="417"/>
                  </a:cubicBezTo>
                  <a:cubicBezTo>
                    <a:pt x="1108" y="417"/>
                    <a:pt x="1108" y="418"/>
                    <a:pt x="1109" y="418"/>
                  </a:cubicBezTo>
                  <a:cubicBezTo>
                    <a:pt x="1111" y="418"/>
                    <a:pt x="1111" y="417"/>
                    <a:pt x="1112" y="418"/>
                  </a:cubicBezTo>
                  <a:cubicBezTo>
                    <a:pt x="1113" y="420"/>
                    <a:pt x="1114" y="420"/>
                    <a:pt x="1114" y="421"/>
                  </a:cubicBezTo>
                  <a:cubicBezTo>
                    <a:pt x="1114" y="421"/>
                    <a:pt x="1114" y="422"/>
                    <a:pt x="1113" y="423"/>
                  </a:cubicBezTo>
                  <a:cubicBezTo>
                    <a:pt x="1112" y="424"/>
                    <a:pt x="1110" y="425"/>
                    <a:pt x="1109" y="426"/>
                  </a:cubicBezTo>
                  <a:cubicBezTo>
                    <a:pt x="1109" y="427"/>
                    <a:pt x="1107" y="427"/>
                    <a:pt x="1106" y="429"/>
                  </a:cubicBezTo>
                  <a:cubicBezTo>
                    <a:pt x="1104" y="430"/>
                    <a:pt x="1103" y="431"/>
                    <a:pt x="1101" y="430"/>
                  </a:cubicBezTo>
                  <a:cubicBezTo>
                    <a:pt x="1099" y="429"/>
                    <a:pt x="1099" y="429"/>
                    <a:pt x="1097" y="429"/>
                  </a:cubicBezTo>
                  <a:cubicBezTo>
                    <a:pt x="1095" y="429"/>
                    <a:pt x="1092" y="429"/>
                    <a:pt x="1092" y="429"/>
                  </a:cubicBezTo>
                  <a:cubicBezTo>
                    <a:pt x="1091" y="428"/>
                    <a:pt x="1089" y="427"/>
                    <a:pt x="1089" y="426"/>
                  </a:cubicBezTo>
                  <a:cubicBezTo>
                    <a:pt x="1089" y="425"/>
                    <a:pt x="1090" y="424"/>
                    <a:pt x="1089" y="423"/>
                  </a:cubicBezTo>
                  <a:cubicBezTo>
                    <a:pt x="1087" y="422"/>
                    <a:pt x="1087" y="421"/>
                    <a:pt x="1086" y="421"/>
                  </a:cubicBezTo>
                  <a:cubicBezTo>
                    <a:pt x="1085" y="420"/>
                    <a:pt x="1081" y="420"/>
                    <a:pt x="1080" y="420"/>
                  </a:cubicBezTo>
                  <a:cubicBezTo>
                    <a:pt x="1078" y="420"/>
                    <a:pt x="1077" y="421"/>
                    <a:pt x="1075" y="421"/>
                  </a:cubicBezTo>
                  <a:cubicBezTo>
                    <a:pt x="1073" y="421"/>
                    <a:pt x="1071" y="420"/>
                    <a:pt x="1069" y="420"/>
                  </a:cubicBezTo>
                  <a:cubicBezTo>
                    <a:pt x="1067" y="420"/>
                    <a:pt x="1064" y="421"/>
                    <a:pt x="1062" y="421"/>
                  </a:cubicBezTo>
                  <a:cubicBezTo>
                    <a:pt x="1061" y="421"/>
                    <a:pt x="1060" y="421"/>
                    <a:pt x="1059" y="420"/>
                  </a:cubicBezTo>
                  <a:cubicBezTo>
                    <a:pt x="1058" y="418"/>
                    <a:pt x="1057" y="418"/>
                    <a:pt x="1056" y="417"/>
                  </a:cubicBezTo>
                  <a:cubicBezTo>
                    <a:pt x="1055" y="416"/>
                    <a:pt x="1052" y="414"/>
                    <a:pt x="1051" y="415"/>
                  </a:cubicBezTo>
                  <a:cubicBezTo>
                    <a:pt x="1050" y="415"/>
                    <a:pt x="1050" y="416"/>
                    <a:pt x="1051" y="417"/>
                  </a:cubicBezTo>
                  <a:cubicBezTo>
                    <a:pt x="1052" y="418"/>
                    <a:pt x="1053" y="417"/>
                    <a:pt x="1054" y="419"/>
                  </a:cubicBezTo>
                  <a:cubicBezTo>
                    <a:pt x="1054" y="421"/>
                    <a:pt x="1055" y="421"/>
                    <a:pt x="1054" y="423"/>
                  </a:cubicBezTo>
                  <a:cubicBezTo>
                    <a:pt x="1054" y="424"/>
                    <a:pt x="1052" y="425"/>
                    <a:pt x="1051" y="425"/>
                  </a:cubicBezTo>
                  <a:cubicBezTo>
                    <a:pt x="1050" y="425"/>
                    <a:pt x="1050" y="426"/>
                    <a:pt x="1049" y="426"/>
                  </a:cubicBezTo>
                  <a:cubicBezTo>
                    <a:pt x="1048" y="426"/>
                    <a:pt x="1045" y="425"/>
                    <a:pt x="1044" y="426"/>
                  </a:cubicBezTo>
                  <a:cubicBezTo>
                    <a:pt x="1044" y="427"/>
                    <a:pt x="1046" y="427"/>
                    <a:pt x="1047" y="427"/>
                  </a:cubicBezTo>
                  <a:cubicBezTo>
                    <a:pt x="1049" y="427"/>
                    <a:pt x="1051" y="428"/>
                    <a:pt x="1051" y="429"/>
                  </a:cubicBezTo>
                  <a:cubicBezTo>
                    <a:pt x="1051" y="430"/>
                    <a:pt x="1050" y="430"/>
                    <a:pt x="1049" y="432"/>
                  </a:cubicBezTo>
                  <a:cubicBezTo>
                    <a:pt x="1049" y="433"/>
                    <a:pt x="1050" y="434"/>
                    <a:pt x="1049" y="435"/>
                  </a:cubicBezTo>
                  <a:cubicBezTo>
                    <a:pt x="1048" y="435"/>
                    <a:pt x="1047" y="435"/>
                    <a:pt x="1046" y="435"/>
                  </a:cubicBezTo>
                  <a:cubicBezTo>
                    <a:pt x="1045" y="435"/>
                    <a:pt x="1044" y="435"/>
                    <a:pt x="1044" y="436"/>
                  </a:cubicBezTo>
                  <a:cubicBezTo>
                    <a:pt x="1044" y="438"/>
                    <a:pt x="1044" y="438"/>
                    <a:pt x="1046" y="439"/>
                  </a:cubicBezTo>
                  <a:cubicBezTo>
                    <a:pt x="1048" y="440"/>
                    <a:pt x="1051" y="440"/>
                    <a:pt x="1052" y="442"/>
                  </a:cubicBezTo>
                  <a:cubicBezTo>
                    <a:pt x="1053" y="443"/>
                    <a:pt x="1053" y="444"/>
                    <a:pt x="1053" y="445"/>
                  </a:cubicBezTo>
                  <a:cubicBezTo>
                    <a:pt x="1054" y="446"/>
                    <a:pt x="1055" y="445"/>
                    <a:pt x="1055" y="447"/>
                  </a:cubicBezTo>
                  <a:cubicBezTo>
                    <a:pt x="1056" y="448"/>
                    <a:pt x="1055" y="451"/>
                    <a:pt x="1056" y="452"/>
                  </a:cubicBezTo>
                  <a:cubicBezTo>
                    <a:pt x="1056" y="453"/>
                    <a:pt x="1058" y="453"/>
                    <a:pt x="1058" y="450"/>
                  </a:cubicBezTo>
                  <a:cubicBezTo>
                    <a:pt x="1058" y="448"/>
                    <a:pt x="1058" y="446"/>
                    <a:pt x="1058" y="445"/>
                  </a:cubicBezTo>
                  <a:cubicBezTo>
                    <a:pt x="1057" y="445"/>
                    <a:pt x="1056" y="443"/>
                    <a:pt x="1056" y="441"/>
                  </a:cubicBezTo>
                  <a:cubicBezTo>
                    <a:pt x="1056" y="440"/>
                    <a:pt x="1055" y="439"/>
                    <a:pt x="1056" y="438"/>
                  </a:cubicBezTo>
                  <a:cubicBezTo>
                    <a:pt x="1057" y="437"/>
                    <a:pt x="1058" y="436"/>
                    <a:pt x="1060" y="437"/>
                  </a:cubicBezTo>
                  <a:cubicBezTo>
                    <a:pt x="1061" y="438"/>
                    <a:pt x="1063" y="438"/>
                    <a:pt x="1065" y="439"/>
                  </a:cubicBezTo>
                  <a:cubicBezTo>
                    <a:pt x="1067" y="439"/>
                    <a:pt x="1068" y="440"/>
                    <a:pt x="1071" y="440"/>
                  </a:cubicBezTo>
                  <a:cubicBezTo>
                    <a:pt x="1074" y="440"/>
                    <a:pt x="1076" y="441"/>
                    <a:pt x="1077" y="441"/>
                  </a:cubicBezTo>
                  <a:cubicBezTo>
                    <a:pt x="1078" y="442"/>
                    <a:pt x="1081" y="442"/>
                    <a:pt x="1083" y="442"/>
                  </a:cubicBezTo>
                  <a:cubicBezTo>
                    <a:pt x="1084" y="442"/>
                    <a:pt x="1088" y="443"/>
                    <a:pt x="1088" y="444"/>
                  </a:cubicBezTo>
                  <a:cubicBezTo>
                    <a:pt x="1089" y="446"/>
                    <a:pt x="1088" y="447"/>
                    <a:pt x="1086" y="448"/>
                  </a:cubicBezTo>
                  <a:cubicBezTo>
                    <a:pt x="1085" y="448"/>
                    <a:pt x="1083" y="448"/>
                    <a:pt x="1083" y="450"/>
                  </a:cubicBezTo>
                  <a:cubicBezTo>
                    <a:pt x="1083" y="452"/>
                    <a:pt x="1084" y="452"/>
                    <a:pt x="1084" y="454"/>
                  </a:cubicBezTo>
                  <a:cubicBezTo>
                    <a:pt x="1085" y="456"/>
                    <a:pt x="1086" y="457"/>
                    <a:pt x="1085" y="459"/>
                  </a:cubicBezTo>
                  <a:cubicBezTo>
                    <a:pt x="1084" y="460"/>
                    <a:pt x="1084" y="460"/>
                    <a:pt x="1081" y="460"/>
                  </a:cubicBezTo>
                  <a:cubicBezTo>
                    <a:pt x="1079" y="461"/>
                    <a:pt x="1077" y="461"/>
                    <a:pt x="1075" y="461"/>
                  </a:cubicBezTo>
                  <a:cubicBezTo>
                    <a:pt x="1074" y="461"/>
                    <a:pt x="1072" y="460"/>
                    <a:pt x="1071" y="460"/>
                  </a:cubicBezTo>
                  <a:cubicBezTo>
                    <a:pt x="1070" y="459"/>
                    <a:pt x="1067" y="459"/>
                    <a:pt x="1066" y="459"/>
                  </a:cubicBezTo>
                  <a:cubicBezTo>
                    <a:pt x="1065" y="460"/>
                    <a:pt x="1063" y="459"/>
                    <a:pt x="1062" y="460"/>
                  </a:cubicBezTo>
                  <a:cubicBezTo>
                    <a:pt x="1062" y="462"/>
                    <a:pt x="1062" y="464"/>
                    <a:pt x="1061" y="464"/>
                  </a:cubicBezTo>
                  <a:cubicBezTo>
                    <a:pt x="1060" y="465"/>
                    <a:pt x="1058" y="464"/>
                    <a:pt x="1056" y="465"/>
                  </a:cubicBezTo>
                  <a:cubicBezTo>
                    <a:pt x="1054" y="466"/>
                    <a:pt x="1052" y="467"/>
                    <a:pt x="1050" y="468"/>
                  </a:cubicBezTo>
                  <a:cubicBezTo>
                    <a:pt x="1048" y="468"/>
                    <a:pt x="1047" y="469"/>
                    <a:pt x="1045" y="469"/>
                  </a:cubicBezTo>
                  <a:cubicBezTo>
                    <a:pt x="1043" y="468"/>
                    <a:pt x="1042" y="468"/>
                    <a:pt x="1041" y="467"/>
                  </a:cubicBezTo>
                  <a:cubicBezTo>
                    <a:pt x="1040" y="467"/>
                    <a:pt x="1036" y="465"/>
                    <a:pt x="1034" y="465"/>
                  </a:cubicBezTo>
                  <a:cubicBezTo>
                    <a:pt x="1032" y="465"/>
                    <a:pt x="1029" y="463"/>
                    <a:pt x="1027" y="462"/>
                  </a:cubicBezTo>
                  <a:cubicBezTo>
                    <a:pt x="1025" y="462"/>
                    <a:pt x="1021" y="460"/>
                    <a:pt x="1019" y="459"/>
                  </a:cubicBezTo>
                  <a:cubicBezTo>
                    <a:pt x="1017" y="457"/>
                    <a:pt x="1015" y="457"/>
                    <a:pt x="1013" y="455"/>
                  </a:cubicBezTo>
                  <a:cubicBezTo>
                    <a:pt x="1012" y="453"/>
                    <a:pt x="1011" y="452"/>
                    <a:pt x="1012" y="451"/>
                  </a:cubicBezTo>
                  <a:cubicBezTo>
                    <a:pt x="1012" y="450"/>
                    <a:pt x="1014" y="449"/>
                    <a:pt x="1016" y="450"/>
                  </a:cubicBezTo>
                  <a:cubicBezTo>
                    <a:pt x="1018" y="451"/>
                    <a:pt x="1020" y="450"/>
                    <a:pt x="1022" y="451"/>
                  </a:cubicBezTo>
                  <a:cubicBezTo>
                    <a:pt x="1024" y="452"/>
                    <a:pt x="1026" y="452"/>
                    <a:pt x="1028" y="454"/>
                  </a:cubicBezTo>
                  <a:cubicBezTo>
                    <a:pt x="1030" y="455"/>
                    <a:pt x="1033" y="456"/>
                    <a:pt x="1034" y="457"/>
                  </a:cubicBezTo>
                  <a:cubicBezTo>
                    <a:pt x="1035" y="457"/>
                    <a:pt x="1038" y="457"/>
                    <a:pt x="1039" y="457"/>
                  </a:cubicBezTo>
                  <a:cubicBezTo>
                    <a:pt x="1041" y="457"/>
                    <a:pt x="1043" y="457"/>
                    <a:pt x="1044" y="456"/>
                  </a:cubicBezTo>
                  <a:cubicBezTo>
                    <a:pt x="1045" y="455"/>
                    <a:pt x="1048" y="455"/>
                    <a:pt x="1047" y="454"/>
                  </a:cubicBezTo>
                  <a:cubicBezTo>
                    <a:pt x="1046" y="454"/>
                    <a:pt x="1044" y="455"/>
                    <a:pt x="1043" y="455"/>
                  </a:cubicBezTo>
                  <a:cubicBezTo>
                    <a:pt x="1041" y="455"/>
                    <a:pt x="1037" y="455"/>
                    <a:pt x="1036" y="455"/>
                  </a:cubicBezTo>
                  <a:cubicBezTo>
                    <a:pt x="1034" y="455"/>
                    <a:pt x="1032" y="454"/>
                    <a:pt x="1031" y="453"/>
                  </a:cubicBezTo>
                  <a:cubicBezTo>
                    <a:pt x="1029" y="452"/>
                    <a:pt x="1027" y="451"/>
                    <a:pt x="1025" y="450"/>
                  </a:cubicBezTo>
                  <a:cubicBezTo>
                    <a:pt x="1023" y="449"/>
                    <a:pt x="1019" y="449"/>
                    <a:pt x="1018" y="449"/>
                  </a:cubicBezTo>
                  <a:cubicBezTo>
                    <a:pt x="1016" y="449"/>
                    <a:pt x="1015" y="449"/>
                    <a:pt x="1014" y="448"/>
                  </a:cubicBezTo>
                  <a:cubicBezTo>
                    <a:pt x="1012" y="448"/>
                    <a:pt x="1011" y="447"/>
                    <a:pt x="1008" y="448"/>
                  </a:cubicBezTo>
                  <a:cubicBezTo>
                    <a:pt x="1005" y="449"/>
                    <a:pt x="1003" y="448"/>
                    <a:pt x="1003" y="450"/>
                  </a:cubicBezTo>
                  <a:cubicBezTo>
                    <a:pt x="1003" y="452"/>
                    <a:pt x="1002" y="453"/>
                    <a:pt x="1002" y="455"/>
                  </a:cubicBezTo>
                  <a:cubicBezTo>
                    <a:pt x="1002" y="457"/>
                    <a:pt x="1002" y="459"/>
                    <a:pt x="1001" y="458"/>
                  </a:cubicBezTo>
                  <a:cubicBezTo>
                    <a:pt x="999" y="457"/>
                    <a:pt x="997" y="456"/>
                    <a:pt x="995" y="456"/>
                  </a:cubicBezTo>
                  <a:cubicBezTo>
                    <a:pt x="994" y="456"/>
                    <a:pt x="992" y="455"/>
                    <a:pt x="991" y="453"/>
                  </a:cubicBezTo>
                  <a:cubicBezTo>
                    <a:pt x="991" y="452"/>
                    <a:pt x="991" y="450"/>
                    <a:pt x="990" y="449"/>
                  </a:cubicBezTo>
                  <a:cubicBezTo>
                    <a:pt x="988" y="448"/>
                    <a:pt x="987" y="448"/>
                    <a:pt x="986" y="448"/>
                  </a:cubicBezTo>
                  <a:cubicBezTo>
                    <a:pt x="985" y="447"/>
                    <a:pt x="985" y="446"/>
                    <a:pt x="983" y="445"/>
                  </a:cubicBezTo>
                  <a:cubicBezTo>
                    <a:pt x="981" y="444"/>
                    <a:pt x="980" y="443"/>
                    <a:pt x="979" y="442"/>
                  </a:cubicBezTo>
                  <a:cubicBezTo>
                    <a:pt x="978" y="441"/>
                    <a:pt x="976" y="439"/>
                    <a:pt x="976" y="441"/>
                  </a:cubicBezTo>
                  <a:cubicBezTo>
                    <a:pt x="976" y="442"/>
                    <a:pt x="977" y="444"/>
                    <a:pt x="978" y="445"/>
                  </a:cubicBezTo>
                  <a:cubicBezTo>
                    <a:pt x="979" y="447"/>
                    <a:pt x="979" y="448"/>
                    <a:pt x="980" y="448"/>
                  </a:cubicBezTo>
                  <a:cubicBezTo>
                    <a:pt x="982" y="448"/>
                    <a:pt x="982" y="448"/>
                    <a:pt x="983" y="449"/>
                  </a:cubicBezTo>
                  <a:cubicBezTo>
                    <a:pt x="984" y="450"/>
                    <a:pt x="985" y="450"/>
                    <a:pt x="986" y="451"/>
                  </a:cubicBezTo>
                  <a:cubicBezTo>
                    <a:pt x="987" y="451"/>
                    <a:pt x="989" y="451"/>
                    <a:pt x="989" y="452"/>
                  </a:cubicBezTo>
                  <a:cubicBezTo>
                    <a:pt x="989" y="454"/>
                    <a:pt x="989" y="456"/>
                    <a:pt x="988" y="457"/>
                  </a:cubicBezTo>
                  <a:cubicBezTo>
                    <a:pt x="987" y="457"/>
                    <a:pt x="985" y="459"/>
                    <a:pt x="984" y="459"/>
                  </a:cubicBezTo>
                  <a:cubicBezTo>
                    <a:pt x="983" y="460"/>
                    <a:pt x="982" y="460"/>
                    <a:pt x="980" y="462"/>
                  </a:cubicBezTo>
                  <a:cubicBezTo>
                    <a:pt x="978" y="464"/>
                    <a:pt x="980" y="465"/>
                    <a:pt x="977" y="467"/>
                  </a:cubicBezTo>
                  <a:cubicBezTo>
                    <a:pt x="975" y="468"/>
                    <a:pt x="973" y="468"/>
                    <a:pt x="971" y="468"/>
                  </a:cubicBezTo>
                  <a:cubicBezTo>
                    <a:pt x="969" y="468"/>
                    <a:pt x="968" y="469"/>
                    <a:pt x="967" y="468"/>
                  </a:cubicBezTo>
                  <a:cubicBezTo>
                    <a:pt x="965" y="468"/>
                    <a:pt x="965" y="467"/>
                    <a:pt x="963" y="466"/>
                  </a:cubicBezTo>
                  <a:cubicBezTo>
                    <a:pt x="961" y="465"/>
                    <a:pt x="958" y="465"/>
                    <a:pt x="957" y="465"/>
                  </a:cubicBezTo>
                  <a:cubicBezTo>
                    <a:pt x="955" y="465"/>
                    <a:pt x="953" y="466"/>
                    <a:pt x="951" y="464"/>
                  </a:cubicBezTo>
                  <a:cubicBezTo>
                    <a:pt x="949" y="463"/>
                    <a:pt x="947" y="462"/>
                    <a:pt x="945" y="461"/>
                  </a:cubicBezTo>
                  <a:cubicBezTo>
                    <a:pt x="943" y="460"/>
                    <a:pt x="942" y="459"/>
                    <a:pt x="940" y="460"/>
                  </a:cubicBezTo>
                  <a:cubicBezTo>
                    <a:pt x="939" y="460"/>
                    <a:pt x="938" y="462"/>
                    <a:pt x="939" y="463"/>
                  </a:cubicBezTo>
                  <a:cubicBezTo>
                    <a:pt x="941" y="463"/>
                    <a:pt x="940" y="463"/>
                    <a:pt x="943" y="464"/>
                  </a:cubicBezTo>
                  <a:cubicBezTo>
                    <a:pt x="946" y="465"/>
                    <a:pt x="946" y="463"/>
                    <a:pt x="948" y="465"/>
                  </a:cubicBezTo>
                  <a:cubicBezTo>
                    <a:pt x="950" y="466"/>
                    <a:pt x="949" y="466"/>
                    <a:pt x="952" y="467"/>
                  </a:cubicBezTo>
                  <a:cubicBezTo>
                    <a:pt x="954" y="467"/>
                    <a:pt x="954" y="467"/>
                    <a:pt x="956" y="467"/>
                  </a:cubicBezTo>
                  <a:cubicBezTo>
                    <a:pt x="958" y="468"/>
                    <a:pt x="958" y="469"/>
                    <a:pt x="957" y="470"/>
                  </a:cubicBezTo>
                  <a:cubicBezTo>
                    <a:pt x="957" y="471"/>
                    <a:pt x="957" y="471"/>
                    <a:pt x="955" y="472"/>
                  </a:cubicBezTo>
                  <a:cubicBezTo>
                    <a:pt x="954" y="472"/>
                    <a:pt x="952" y="472"/>
                    <a:pt x="951" y="472"/>
                  </a:cubicBezTo>
                  <a:cubicBezTo>
                    <a:pt x="949" y="471"/>
                    <a:pt x="949" y="470"/>
                    <a:pt x="947" y="471"/>
                  </a:cubicBezTo>
                  <a:cubicBezTo>
                    <a:pt x="945" y="473"/>
                    <a:pt x="945" y="473"/>
                    <a:pt x="943" y="473"/>
                  </a:cubicBezTo>
                  <a:cubicBezTo>
                    <a:pt x="941" y="472"/>
                    <a:pt x="940" y="472"/>
                    <a:pt x="939" y="472"/>
                  </a:cubicBezTo>
                  <a:cubicBezTo>
                    <a:pt x="937" y="473"/>
                    <a:pt x="935" y="473"/>
                    <a:pt x="935" y="474"/>
                  </a:cubicBezTo>
                  <a:cubicBezTo>
                    <a:pt x="936" y="475"/>
                    <a:pt x="936" y="476"/>
                    <a:pt x="938" y="476"/>
                  </a:cubicBezTo>
                  <a:cubicBezTo>
                    <a:pt x="940" y="476"/>
                    <a:pt x="940" y="477"/>
                    <a:pt x="940" y="478"/>
                  </a:cubicBezTo>
                  <a:cubicBezTo>
                    <a:pt x="940" y="478"/>
                    <a:pt x="938" y="481"/>
                    <a:pt x="939" y="482"/>
                  </a:cubicBezTo>
                  <a:cubicBezTo>
                    <a:pt x="940" y="482"/>
                    <a:pt x="943" y="482"/>
                    <a:pt x="943" y="480"/>
                  </a:cubicBezTo>
                  <a:cubicBezTo>
                    <a:pt x="943" y="479"/>
                    <a:pt x="943" y="476"/>
                    <a:pt x="944" y="475"/>
                  </a:cubicBezTo>
                  <a:cubicBezTo>
                    <a:pt x="945" y="474"/>
                    <a:pt x="948" y="474"/>
                    <a:pt x="950" y="475"/>
                  </a:cubicBezTo>
                  <a:cubicBezTo>
                    <a:pt x="951" y="476"/>
                    <a:pt x="954" y="477"/>
                    <a:pt x="956" y="476"/>
                  </a:cubicBezTo>
                  <a:cubicBezTo>
                    <a:pt x="958" y="476"/>
                    <a:pt x="959" y="472"/>
                    <a:pt x="960" y="472"/>
                  </a:cubicBezTo>
                  <a:cubicBezTo>
                    <a:pt x="962" y="471"/>
                    <a:pt x="965" y="470"/>
                    <a:pt x="966" y="471"/>
                  </a:cubicBezTo>
                  <a:cubicBezTo>
                    <a:pt x="968" y="472"/>
                    <a:pt x="970" y="472"/>
                    <a:pt x="973" y="473"/>
                  </a:cubicBezTo>
                  <a:cubicBezTo>
                    <a:pt x="975" y="473"/>
                    <a:pt x="976" y="473"/>
                    <a:pt x="978" y="473"/>
                  </a:cubicBezTo>
                  <a:cubicBezTo>
                    <a:pt x="981" y="474"/>
                    <a:pt x="982" y="474"/>
                    <a:pt x="984" y="474"/>
                  </a:cubicBezTo>
                  <a:cubicBezTo>
                    <a:pt x="986" y="474"/>
                    <a:pt x="989" y="475"/>
                    <a:pt x="989" y="476"/>
                  </a:cubicBezTo>
                  <a:cubicBezTo>
                    <a:pt x="989" y="477"/>
                    <a:pt x="988" y="477"/>
                    <a:pt x="987" y="479"/>
                  </a:cubicBezTo>
                  <a:cubicBezTo>
                    <a:pt x="987" y="480"/>
                    <a:pt x="987" y="481"/>
                    <a:pt x="984" y="481"/>
                  </a:cubicBezTo>
                  <a:cubicBezTo>
                    <a:pt x="982" y="481"/>
                    <a:pt x="980" y="480"/>
                    <a:pt x="978" y="481"/>
                  </a:cubicBezTo>
                  <a:cubicBezTo>
                    <a:pt x="977" y="483"/>
                    <a:pt x="976" y="483"/>
                    <a:pt x="974" y="484"/>
                  </a:cubicBezTo>
                  <a:cubicBezTo>
                    <a:pt x="972" y="485"/>
                    <a:pt x="969" y="485"/>
                    <a:pt x="967" y="486"/>
                  </a:cubicBezTo>
                  <a:cubicBezTo>
                    <a:pt x="965" y="486"/>
                    <a:pt x="963" y="487"/>
                    <a:pt x="961" y="486"/>
                  </a:cubicBezTo>
                  <a:cubicBezTo>
                    <a:pt x="959" y="484"/>
                    <a:pt x="958" y="483"/>
                    <a:pt x="956" y="483"/>
                  </a:cubicBezTo>
                  <a:cubicBezTo>
                    <a:pt x="954" y="483"/>
                    <a:pt x="953" y="482"/>
                    <a:pt x="951" y="483"/>
                  </a:cubicBezTo>
                  <a:cubicBezTo>
                    <a:pt x="949" y="484"/>
                    <a:pt x="948" y="484"/>
                    <a:pt x="946" y="484"/>
                  </a:cubicBezTo>
                  <a:cubicBezTo>
                    <a:pt x="944" y="485"/>
                    <a:pt x="942" y="485"/>
                    <a:pt x="943" y="486"/>
                  </a:cubicBezTo>
                  <a:cubicBezTo>
                    <a:pt x="943" y="487"/>
                    <a:pt x="944" y="488"/>
                    <a:pt x="946" y="487"/>
                  </a:cubicBezTo>
                  <a:cubicBezTo>
                    <a:pt x="948" y="486"/>
                    <a:pt x="950" y="485"/>
                    <a:pt x="952" y="486"/>
                  </a:cubicBezTo>
                  <a:cubicBezTo>
                    <a:pt x="953" y="486"/>
                    <a:pt x="954" y="485"/>
                    <a:pt x="954" y="487"/>
                  </a:cubicBezTo>
                  <a:cubicBezTo>
                    <a:pt x="955" y="488"/>
                    <a:pt x="954" y="489"/>
                    <a:pt x="954" y="489"/>
                  </a:cubicBezTo>
                  <a:cubicBezTo>
                    <a:pt x="955" y="490"/>
                    <a:pt x="956" y="491"/>
                    <a:pt x="957" y="491"/>
                  </a:cubicBezTo>
                  <a:cubicBezTo>
                    <a:pt x="959" y="491"/>
                    <a:pt x="959" y="490"/>
                    <a:pt x="960" y="490"/>
                  </a:cubicBezTo>
                  <a:cubicBezTo>
                    <a:pt x="961" y="490"/>
                    <a:pt x="962" y="490"/>
                    <a:pt x="962" y="491"/>
                  </a:cubicBezTo>
                  <a:cubicBezTo>
                    <a:pt x="962" y="492"/>
                    <a:pt x="962" y="493"/>
                    <a:pt x="961" y="494"/>
                  </a:cubicBezTo>
                  <a:cubicBezTo>
                    <a:pt x="961" y="494"/>
                    <a:pt x="961" y="495"/>
                    <a:pt x="962" y="495"/>
                  </a:cubicBezTo>
                  <a:cubicBezTo>
                    <a:pt x="963" y="496"/>
                    <a:pt x="965" y="494"/>
                    <a:pt x="965" y="493"/>
                  </a:cubicBezTo>
                  <a:cubicBezTo>
                    <a:pt x="966" y="492"/>
                    <a:pt x="966" y="491"/>
                    <a:pt x="968" y="490"/>
                  </a:cubicBezTo>
                  <a:cubicBezTo>
                    <a:pt x="970" y="489"/>
                    <a:pt x="973" y="487"/>
                    <a:pt x="974" y="487"/>
                  </a:cubicBezTo>
                  <a:cubicBezTo>
                    <a:pt x="974" y="487"/>
                    <a:pt x="978" y="486"/>
                    <a:pt x="979" y="486"/>
                  </a:cubicBezTo>
                  <a:cubicBezTo>
                    <a:pt x="980" y="485"/>
                    <a:pt x="982" y="485"/>
                    <a:pt x="984" y="486"/>
                  </a:cubicBezTo>
                  <a:cubicBezTo>
                    <a:pt x="986" y="486"/>
                    <a:pt x="988" y="487"/>
                    <a:pt x="989" y="488"/>
                  </a:cubicBezTo>
                  <a:cubicBezTo>
                    <a:pt x="991" y="489"/>
                    <a:pt x="994" y="489"/>
                    <a:pt x="996" y="491"/>
                  </a:cubicBezTo>
                  <a:cubicBezTo>
                    <a:pt x="997" y="493"/>
                    <a:pt x="998" y="494"/>
                    <a:pt x="998" y="495"/>
                  </a:cubicBezTo>
                  <a:cubicBezTo>
                    <a:pt x="998" y="497"/>
                    <a:pt x="997" y="498"/>
                    <a:pt x="995" y="498"/>
                  </a:cubicBezTo>
                  <a:cubicBezTo>
                    <a:pt x="993" y="498"/>
                    <a:pt x="992" y="499"/>
                    <a:pt x="990" y="500"/>
                  </a:cubicBezTo>
                  <a:cubicBezTo>
                    <a:pt x="988" y="500"/>
                    <a:pt x="989" y="500"/>
                    <a:pt x="986" y="500"/>
                  </a:cubicBezTo>
                  <a:cubicBezTo>
                    <a:pt x="983" y="500"/>
                    <a:pt x="982" y="500"/>
                    <a:pt x="980" y="500"/>
                  </a:cubicBezTo>
                  <a:cubicBezTo>
                    <a:pt x="978" y="501"/>
                    <a:pt x="977" y="501"/>
                    <a:pt x="975" y="501"/>
                  </a:cubicBezTo>
                  <a:cubicBezTo>
                    <a:pt x="974" y="501"/>
                    <a:pt x="972" y="500"/>
                    <a:pt x="972" y="501"/>
                  </a:cubicBezTo>
                  <a:cubicBezTo>
                    <a:pt x="971" y="502"/>
                    <a:pt x="971" y="503"/>
                    <a:pt x="973" y="503"/>
                  </a:cubicBezTo>
                  <a:cubicBezTo>
                    <a:pt x="975" y="503"/>
                    <a:pt x="975" y="503"/>
                    <a:pt x="977" y="503"/>
                  </a:cubicBezTo>
                  <a:cubicBezTo>
                    <a:pt x="979" y="503"/>
                    <a:pt x="980" y="502"/>
                    <a:pt x="982" y="503"/>
                  </a:cubicBezTo>
                  <a:cubicBezTo>
                    <a:pt x="983" y="503"/>
                    <a:pt x="983" y="504"/>
                    <a:pt x="982" y="504"/>
                  </a:cubicBezTo>
                  <a:cubicBezTo>
                    <a:pt x="981" y="505"/>
                    <a:pt x="981" y="506"/>
                    <a:pt x="980" y="506"/>
                  </a:cubicBezTo>
                  <a:cubicBezTo>
                    <a:pt x="979" y="507"/>
                    <a:pt x="978" y="512"/>
                    <a:pt x="979" y="513"/>
                  </a:cubicBezTo>
                  <a:cubicBezTo>
                    <a:pt x="981" y="513"/>
                    <a:pt x="982" y="511"/>
                    <a:pt x="982" y="510"/>
                  </a:cubicBezTo>
                  <a:cubicBezTo>
                    <a:pt x="983" y="509"/>
                    <a:pt x="984" y="507"/>
                    <a:pt x="985" y="506"/>
                  </a:cubicBezTo>
                  <a:cubicBezTo>
                    <a:pt x="986" y="506"/>
                    <a:pt x="985" y="505"/>
                    <a:pt x="987" y="504"/>
                  </a:cubicBezTo>
                  <a:cubicBezTo>
                    <a:pt x="989" y="503"/>
                    <a:pt x="990" y="502"/>
                    <a:pt x="993" y="502"/>
                  </a:cubicBezTo>
                  <a:cubicBezTo>
                    <a:pt x="995" y="502"/>
                    <a:pt x="995" y="502"/>
                    <a:pt x="997" y="501"/>
                  </a:cubicBezTo>
                  <a:cubicBezTo>
                    <a:pt x="1000" y="501"/>
                    <a:pt x="1002" y="501"/>
                    <a:pt x="1003" y="502"/>
                  </a:cubicBezTo>
                  <a:cubicBezTo>
                    <a:pt x="1004" y="503"/>
                    <a:pt x="1005" y="504"/>
                    <a:pt x="1007" y="505"/>
                  </a:cubicBezTo>
                  <a:cubicBezTo>
                    <a:pt x="1009" y="505"/>
                    <a:pt x="1011" y="505"/>
                    <a:pt x="1012" y="506"/>
                  </a:cubicBezTo>
                  <a:cubicBezTo>
                    <a:pt x="1013" y="508"/>
                    <a:pt x="1014" y="508"/>
                    <a:pt x="1014" y="510"/>
                  </a:cubicBezTo>
                  <a:cubicBezTo>
                    <a:pt x="1014" y="511"/>
                    <a:pt x="1014" y="512"/>
                    <a:pt x="1016" y="513"/>
                  </a:cubicBezTo>
                  <a:cubicBezTo>
                    <a:pt x="1017" y="513"/>
                    <a:pt x="1019" y="512"/>
                    <a:pt x="1021" y="513"/>
                  </a:cubicBezTo>
                  <a:cubicBezTo>
                    <a:pt x="1023" y="513"/>
                    <a:pt x="1025" y="513"/>
                    <a:pt x="1026" y="514"/>
                  </a:cubicBezTo>
                  <a:cubicBezTo>
                    <a:pt x="1027" y="515"/>
                    <a:pt x="1028" y="516"/>
                    <a:pt x="1030" y="517"/>
                  </a:cubicBezTo>
                  <a:cubicBezTo>
                    <a:pt x="1031" y="517"/>
                    <a:pt x="1033" y="518"/>
                    <a:pt x="1034" y="519"/>
                  </a:cubicBezTo>
                  <a:cubicBezTo>
                    <a:pt x="1035" y="519"/>
                    <a:pt x="1036" y="519"/>
                    <a:pt x="1037" y="520"/>
                  </a:cubicBezTo>
                  <a:cubicBezTo>
                    <a:pt x="1038" y="520"/>
                    <a:pt x="1040" y="520"/>
                    <a:pt x="1040" y="521"/>
                  </a:cubicBezTo>
                  <a:cubicBezTo>
                    <a:pt x="1041" y="522"/>
                    <a:pt x="1041" y="522"/>
                    <a:pt x="1040" y="522"/>
                  </a:cubicBezTo>
                  <a:cubicBezTo>
                    <a:pt x="1039" y="523"/>
                    <a:pt x="1038" y="523"/>
                    <a:pt x="1037" y="523"/>
                  </a:cubicBezTo>
                  <a:cubicBezTo>
                    <a:pt x="1036" y="524"/>
                    <a:pt x="1036" y="524"/>
                    <a:pt x="1035" y="525"/>
                  </a:cubicBezTo>
                  <a:cubicBezTo>
                    <a:pt x="1034" y="526"/>
                    <a:pt x="1035" y="526"/>
                    <a:pt x="1033" y="527"/>
                  </a:cubicBezTo>
                  <a:cubicBezTo>
                    <a:pt x="1031" y="528"/>
                    <a:pt x="1030" y="529"/>
                    <a:pt x="1030" y="530"/>
                  </a:cubicBezTo>
                  <a:cubicBezTo>
                    <a:pt x="1030" y="532"/>
                    <a:pt x="1031" y="533"/>
                    <a:pt x="1032" y="532"/>
                  </a:cubicBezTo>
                  <a:cubicBezTo>
                    <a:pt x="1034" y="530"/>
                    <a:pt x="1035" y="530"/>
                    <a:pt x="1036" y="530"/>
                  </a:cubicBezTo>
                  <a:cubicBezTo>
                    <a:pt x="1036" y="529"/>
                    <a:pt x="1037" y="529"/>
                    <a:pt x="1038" y="528"/>
                  </a:cubicBezTo>
                  <a:cubicBezTo>
                    <a:pt x="1040" y="528"/>
                    <a:pt x="1041" y="527"/>
                    <a:pt x="1041" y="527"/>
                  </a:cubicBezTo>
                  <a:cubicBezTo>
                    <a:pt x="1042" y="528"/>
                    <a:pt x="1041" y="528"/>
                    <a:pt x="1041" y="529"/>
                  </a:cubicBezTo>
                  <a:cubicBezTo>
                    <a:pt x="1040" y="530"/>
                    <a:pt x="1040" y="531"/>
                    <a:pt x="1040" y="532"/>
                  </a:cubicBezTo>
                  <a:cubicBezTo>
                    <a:pt x="1041" y="533"/>
                    <a:pt x="1040" y="534"/>
                    <a:pt x="1041" y="533"/>
                  </a:cubicBezTo>
                  <a:cubicBezTo>
                    <a:pt x="1042" y="533"/>
                    <a:pt x="1043" y="532"/>
                    <a:pt x="1043" y="531"/>
                  </a:cubicBezTo>
                  <a:cubicBezTo>
                    <a:pt x="1043" y="530"/>
                    <a:pt x="1044" y="530"/>
                    <a:pt x="1045" y="529"/>
                  </a:cubicBezTo>
                  <a:cubicBezTo>
                    <a:pt x="1046" y="529"/>
                    <a:pt x="1047" y="528"/>
                    <a:pt x="1048" y="528"/>
                  </a:cubicBezTo>
                  <a:cubicBezTo>
                    <a:pt x="1048" y="528"/>
                    <a:pt x="1049" y="528"/>
                    <a:pt x="1050" y="528"/>
                  </a:cubicBezTo>
                  <a:cubicBezTo>
                    <a:pt x="1051" y="528"/>
                    <a:pt x="1052" y="528"/>
                    <a:pt x="1053" y="528"/>
                  </a:cubicBezTo>
                  <a:cubicBezTo>
                    <a:pt x="1054" y="528"/>
                    <a:pt x="1055" y="529"/>
                    <a:pt x="1054" y="529"/>
                  </a:cubicBezTo>
                  <a:cubicBezTo>
                    <a:pt x="1054" y="529"/>
                    <a:pt x="1053" y="529"/>
                    <a:pt x="1052" y="531"/>
                  </a:cubicBezTo>
                  <a:cubicBezTo>
                    <a:pt x="1051" y="532"/>
                    <a:pt x="1049" y="533"/>
                    <a:pt x="1049" y="534"/>
                  </a:cubicBezTo>
                  <a:cubicBezTo>
                    <a:pt x="1049" y="534"/>
                    <a:pt x="1046" y="534"/>
                    <a:pt x="1046" y="535"/>
                  </a:cubicBezTo>
                  <a:cubicBezTo>
                    <a:pt x="1045" y="536"/>
                    <a:pt x="1044" y="536"/>
                    <a:pt x="1044" y="537"/>
                  </a:cubicBezTo>
                  <a:cubicBezTo>
                    <a:pt x="1043" y="538"/>
                    <a:pt x="1043" y="539"/>
                    <a:pt x="1043" y="541"/>
                  </a:cubicBezTo>
                  <a:cubicBezTo>
                    <a:pt x="1043" y="542"/>
                    <a:pt x="1043" y="544"/>
                    <a:pt x="1044" y="544"/>
                  </a:cubicBezTo>
                  <a:cubicBezTo>
                    <a:pt x="1044" y="545"/>
                    <a:pt x="1045" y="545"/>
                    <a:pt x="1046" y="544"/>
                  </a:cubicBezTo>
                  <a:cubicBezTo>
                    <a:pt x="1047" y="543"/>
                    <a:pt x="1047" y="541"/>
                    <a:pt x="1048" y="540"/>
                  </a:cubicBezTo>
                  <a:cubicBezTo>
                    <a:pt x="1049" y="539"/>
                    <a:pt x="1049" y="538"/>
                    <a:pt x="1051" y="538"/>
                  </a:cubicBezTo>
                  <a:cubicBezTo>
                    <a:pt x="1052" y="538"/>
                    <a:pt x="1054" y="537"/>
                    <a:pt x="1055" y="537"/>
                  </a:cubicBezTo>
                  <a:cubicBezTo>
                    <a:pt x="1056" y="537"/>
                    <a:pt x="1056" y="539"/>
                    <a:pt x="1056" y="539"/>
                  </a:cubicBezTo>
                  <a:cubicBezTo>
                    <a:pt x="1057" y="540"/>
                    <a:pt x="1057" y="541"/>
                    <a:pt x="1057" y="542"/>
                  </a:cubicBezTo>
                  <a:cubicBezTo>
                    <a:pt x="1057" y="542"/>
                    <a:pt x="1057" y="543"/>
                    <a:pt x="1056" y="543"/>
                  </a:cubicBezTo>
                  <a:cubicBezTo>
                    <a:pt x="1056" y="544"/>
                    <a:pt x="1056" y="544"/>
                    <a:pt x="1056" y="545"/>
                  </a:cubicBezTo>
                  <a:cubicBezTo>
                    <a:pt x="1056" y="545"/>
                    <a:pt x="1055" y="545"/>
                    <a:pt x="1054" y="545"/>
                  </a:cubicBezTo>
                  <a:cubicBezTo>
                    <a:pt x="1054" y="546"/>
                    <a:pt x="1053" y="546"/>
                    <a:pt x="1053" y="546"/>
                  </a:cubicBezTo>
                  <a:cubicBezTo>
                    <a:pt x="1053" y="547"/>
                    <a:pt x="1054" y="547"/>
                    <a:pt x="1054" y="548"/>
                  </a:cubicBezTo>
                  <a:cubicBezTo>
                    <a:pt x="1055" y="548"/>
                    <a:pt x="1055" y="549"/>
                    <a:pt x="1056" y="550"/>
                  </a:cubicBezTo>
                  <a:cubicBezTo>
                    <a:pt x="1056" y="551"/>
                    <a:pt x="1056" y="552"/>
                    <a:pt x="1055" y="552"/>
                  </a:cubicBezTo>
                  <a:cubicBezTo>
                    <a:pt x="1055" y="553"/>
                    <a:pt x="1054" y="552"/>
                    <a:pt x="1052" y="552"/>
                  </a:cubicBezTo>
                  <a:cubicBezTo>
                    <a:pt x="1051" y="552"/>
                    <a:pt x="1050" y="553"/>
                    <a:pt x="1049" y="553"/>
                  </a:cubicBezTo>
                  <a:cubicBezTo>
                    <a:pt x="1048" y="553"/>
                    <a:pt x="1046" y="553"/>
                    <a:pt x="1046" y="553"/>
                  </a:cubicBezTo>
                  <a:cubicBezTo>
                    <a:pt x="1045" y="554"/>
                    <a:pt x="1044" y="555"/>
                    <a:pt x="1045" y="555"/>
                  </a:cubicBezTo>
                  <a:cubicBezTo>
                    <a:pt x="1047" y="555"/>
                    <a:pt x="1051" y="555"/>
                    <a:pt x="1052" y="555"/>
                  </a:cubicBezTo>
                  <a:cubicBezTo>
                    <a:pt x="1052" y="554"/>
                    <a:pt x="1052" y="554"/>
                    <a:pt x="1054" y="554"/>
                  </a:cubicBezTo>
                  <a:cubicBezTo>
                    <a:pt x="1057" y="554"/>
                    <a:pt x="1058" y="555"/>
                    <a:pt x="1058" y="555"/>
                  </a:cubicBezTo>
                  <a:cubicBezTo>
                    <a:pt x="1058" y="556"/>
                    <a:pt x="1058" y="556"/>
                    <a:pt x="1056" y="556"/>
                  </a:cubicBezTo>
                  <a:cubicBezTo>
                    <a:pt x="1055" y="556"/>
                    <a:pt x="1053" y="557"/>
                    <a:pt x="1054" y="558"/>
                  </a:cubicBezTo>
                  <a:cubicBezTo>
                    <a:pt x="1054" y="558"/>
                    <a:pt x="1056" y="558"/>
                    <a:pt x="1058" y="558"/>
                  </a:cubicBezTo>
                  <a:cubicBezTo>
                    <a:pt x="1060" y="558"/>
                    <a:pt x="1061" y="559"/>
                    <a:pt x="1061" y="560"/>
                  </a:cubicBezTo>
                  <a:cubicBezTo>
                    <a:pt x="1061" y="561"/>
                    <a:pt x="1059" y="561"/>
                    <a:pt x="1059" y="562"/>
                  </a:cubicBezTo>
                  <a:cubicBezTo>
                    <a:pt x="1058" y="563"/>
                    <a:pt x="1058" y="563"/>
                    <a:pt x="1056" y="563"/>
                  </a:cubicBezTo>
                  <a:cubicBezTo>
                    <a:pt x="1054" y="563"/>
                    <a:pt x="1053" y="562"/>
                    <a:pt x="1054" y="564"/>
                  </a:cubicBezTo>
                  <a:cubicBezTo>
                    <a:pt x="1054" y="565"/>
                    <a:pt x="1055" y="566"/>
                    <a:pt x="1057" y="566"/>
                  </a:cubicBezTo>
                  <a:cubicBezTo>
                    <a:pt x="1058" y="566"/>
                    <a:pt x="1059" y="566"/>
                    <a:pt x="1060" y="568"/>
                  </a:cubicBezTo>
                  <a:cubicBezTo>
                    <a:pt x="1060" y="570"/>
                    <a:pt x="1061" y="570"/>
                    <a:pt x="1061" y="571"/>
                  </a:cubicBezTo>
                  <a:cubicBezTo>
                    <a:pt x="1061" y="573"/>
                    <a:pt x="1058" y="572"/>
                    <a:pt x="1058" y="573"/>
                  </a:cubicBezTo>
                  <a:cubicBezTo>
                    <a:pt x="1058" y="574"/>
                    <a:pt x="1060" y="575"/>
                    <a:pt x="1060" y="576"/>
                  </a:cubicBezTo>
                  <a:cubicBezTo>
                    <a:pt x="1061" y="577"/>
                    <a:pt x="1060" y="578"/>
                    <a:pt x="1058" y="578"/>
                  </a:cubicBezTo>
                  <a:cubicBezTo>
                    <a:pt x="1056" y="578"/>
                    <a:pt x="1056" y="579"/>
                    <a:pt x="1054" y="579"/>
                  </a:cubicBezTo>
                  <a:cubicBezTo>
                    <a:pt x="1053" y="579"/>
                    <a:pt x="1053" y="578"/>
                    <a:pt x="1050" y="578"/>
                  </a:cubicBezTo>
                  <a:cubicBezTo>
                    <a:pt x="1048" y="577"/>
                    <a:pt x="1047" y="578"/>
                    <a:pt x="1046" y="576"/>
                  </a:cubicBezTo>
                  <a:cubicBezTo>
                    <a:pt x="1046" y="574"/>
                    <a:pt x="1044" y="573"/>
                    <a:pt x="1045" y="571"/>
                  </a:cubicBezTo>
                  <a:cubicBezTo>
                    <a:pt x="1045" y="569"/>
                    <a:pt x="1045" y="568"/>
                    <a:pt x="1044" y="566"/>
                  </a:cubicBezTo>
                  <a:cubicBezTo>
                    <a:pt x="1044" y="565"/>
                    <a:pt x="1045" y="564"/>
                    <a:pt x="1044" y="563"/>
                  </a:cubicBezTo>
                  <a:cubicBezTo>
                    <a:pt x="1043" y="561"/>
                    <a:pt x="1042" y="559"/>
                    <a:pt x="1042" y="561"/>
                  </a:cubicBezTo>
                  <a:cubicBezTo>
                    <a:pt x="1041" y="563"/>
                    <a:pt x="1040" y="564"/>
                    <a:pt x="1041" y="566"/>
                  </a:cubicBezTo>
                  <a:cubicBezTo>
                    <a:pt x="1042" y="569"/>
                    <a:pt x="1041" y="569"/>
                    <a:pt x="1040" y="571"/>
                  </a:cubicBezTo>
                  <a:cubicBezTo>
                    <a:pt x="1040" y="572"/>
                    <a:pt x="1040" y="572"/>
                    <a:pt x="1039" y="574"/>
                  </a:cubicBezTo>
                  <a:cubicBezTo>
                    <a:pt x="1039" y="576"/>
                    <a:pt x="1037" y="576"/>
                    <a:pt x="1036" y="576"/>
                  </a:cubicBezTo>
                  <a:cubicBezTo>
                    <a:pt x="1034" y="576"/>
                    <a:pt x="1034" y="575"/>
                    <a:pt x="1031" y="575"/>
                  </a:cubicBezTo>
                  <a:cubicBezTo>
                    <a:pt x="1028" y="576"/>
                    <a:pt x="1027" y="576"/>
                    <a:pt x="1025" y="576"/>
                  </a:cubicBezTo>
                  <a:cubicBezTo>
                    <a:pt x="1024" y="576"/>
                    <a:pt x="1024" y="576"/>
                    <a:pt x="1022" y="574"/>
                  </a:cubicBezTo>
                  <a:cubicBezTo>
                    <a:pt x="1020" y="572"/>
                    <a:pt x="1018" y="572"/>
                    <a:pt x="1016" y="571"/>
                  </a:cubicBezTo>
                  <a:cubicBezTo>
                    <a:pt x="1015" y="570"/>
                    <a:pt x="1012" y="570"/>
                    <a:pt x="1011" y="567"/>
                  </a:cubicBezTo>
                  <a:cubicBezTo>
                    <a:pt x="1010" y="565"/>
                    <a:pt x="1008" y="565"/>
                    <a:pt x="1008" y="562"/>
                  </a:cubicBezTo>
                  <a:cubicBezTo>
                    <a:pt x="1008" y="560"/>
                    <a:pt x="1008" y="557"/>
                    <a:pt x="1008" y="555"/>
                  </a:cubicBezTo>
                  <a:cubicBezTo>
                    <a:pt x="1007" y="554"/>
                    <a:pt x="1006" y="553"/>
                    <a:pt x="1005" y="552"/>
                  </a:cubicBezTo>
                  <a:cubicBezTo>
                    <a:pt x="1003" y="551"/>
                    <a:pt x="1002" y="550"/>
                    <a:pt x="1001" y="549"/>
                  </a:cubicBezTo>
                  <a:cubicBezTo>
                    <a:pt x="1000" y="547"/>
                    <a:pt x="999" y="547"/>
                    <a:pt x="999" y="546"/>
                  </a:cubicBezTo>
                  <a:cubicBezTo>
                    <a:pt x="1000" y="544"/>
                    <a:pt x="1000" y="543"/>
                    <a:pt x="1000" y="542"/>
                  </a:cubicBezTo>
                  <a:cubicBezTo>
                    <a:pt x="999" y="542"/>
                    <a:pt x="998" y="541"/>
                    <a:pt x="997" y="541"/>
                  </a:cubicBezTo>
                  <a:cubicBezTo>
                    <a:pt x="996" y="542"/>
                    <a:pt x="994" y="543"/>
                    <a:pt x="993" y="543"/>
                  </a:cubicBezTo>
                  <a:cubicBezTo>
                    <a:pt x="991" y="543"/>
                    <a:pt x="990" y="544"/>
                    <a:pt x="988" y="542"/>
                  </a:cubicBezTo>
                  <a:cubicBezTo>
                    <a:pt x="987" y="541"/>
                    <a:pt x="983" y="540"/>
                    <a:pt x="983" y="538"/>
                  </a:cubicBezTo>
                  <a:cubicBezTo>
                    <a:pt x="982" y="536"/>
                    <a:pt x="979" y="535"/>
                    <a:pt x="975" y="534"/>
                  </a:cubicBezTo>
                  <a:cubicBezTo>
                    <a:pt x="971" y="533"/>
                    <a:pt x="969" y="532"/>
                    <a:pt x="966" y="532"/>
                  </a:cubicBezTo>
                  <a:cubicBezTo>
                    <a:pt x="964" y="532"/>
                    <a:pt x="962" y="531"/>
                    <a:pt x="960" y="532"/>
                  </a:cubicBezTo>
                  <a:cubicBezTo>
                    <a:pt x="959" y="533"/>
                    <a:pt x="954" y="534"/>
                    <a:pt x="953" y="533"/>
                  </a:cubicBezTo>
                  <a:cubicBezTo>
                    <a:pt x="953" y="533"/>
                    <a:pt x="950" y="531"/>
                    <a:pt x="949" y="529"/>
                  </a:cubicBezTo>
                  <a:cubicBezTo>
                    <a:pt x="948" y="526"/>
                    <a:pt x="943" y="525"/>
                    <a:pt x="941" y="524"/>
                  </a:cubicBezTo>
                  <a:cubicBezTo>
                    <a:pt x="940" y="523"/>
                    <a:pt x="939" y="522"/>
                    <a:pt x="938" y="520"/>
                  </a:cubicBezTo>
                  <a:cubicBezTo>
                    <a:pt x="936" y="519"/>
                    <a:pt x="935" y="519"/>
                    <a:pt x="932" y="519"/>
                  </a:cubicBezTo>
                  <a:cubicBezTo>
                    <a:pt x="930" y="518"/>
                    <a:pt x="929" y="518"/>
                    <a:pt x="926" y="517"/>
                  </a:cubicBezTo>
                  <a:cubicBezTo>
                    <a:pt x="923" y="516"/>
                    <a:pt x="921" y="516"/>
                    <a:pt x="920" y="515"/>
                  </a:cubicBezTo>
                  <a:cubicBezTo>
                    <a:pt x="918" y="514"/>
                    <a:pt x="915" y="513"/>
                    <a:pt x="915" y="514"/>
                  </a:cubicBezTo>
                  <a:cubicBezTo>
                    <a:pt x="914" y="514"/>
                    <a:pt x="915" y="516"/>
                    <a:pt x="917" y="517"/>
                  </a:cubicBezTo>
                  <a:cubicBezTo>
                    <a:pt x="919" y="517"/>
                    <a:pt x="920" y="517"/>
                    <a:pt x="920" y="518"/>
                  </a:cubicBezTo>
                  <a:cubicBezTo>
                    <a:pt x="920" y="520"/>
                    <a:pt x="918" y="520"/>
                    <a:pt x="920" y="521"/>
                  </a:cubicBezTo>
                  <a:cubicBezTo>
                    <a:pt x="921" y="521"/>
                    <a:pt x="923" y="521"/>
                    <a:pt x="925" y="521"/>
                  </a:cubicBezTo>
                  <a:cubicBezTo>
                    <a:pt x="927" y="522"/>
                    <a:pt x="930" y="522"/>
                    <a:pt x="932" y="524"/>
                  </a:cubicBezTo>
                  <a:cubicBezTo>
                    <a:pt x="933" y="525"/>
                    <a:pt x="933" y="525"/>
                    <a:pt x="935" y="526"/>
                  </a:cubicBezTo>
                  <a:cubicBezTo>
                    <a:pt x="936" y="527"/>
                    <a:pt x="936" y="527"/>
                    <a:pt x="938" y="528"/>
                  </a:cubicBezTo>
                  <a:cubicBezTo>
                    <a:pt x="939" y="528"/>
                    <a:pt x="940" y="529"/>
                    <a:pt x="940" y="529"/>
                  </a:cubicBezTo>
                  <a:cubicBezTo>
                    <a:pt x="940" y="530"/>
                    <a:pt x="939" y="531"/>
                    <a:pt x="937" y="530"/>
                  </a:cubicBezTo>
                  <a:cubicBezTo>
                    <a:pt x="935" y="530"/>
                    <a:pt x="933" y="529"/>
                    <a:pt x="932" y="530"/>
                  </a:cubicBezTo>
                  <a:cubicBezTo>
                    <a:pt x="931" y="531"/>
                    <a:pt x="929" y="531"/>
                    <a:pt x="927" y="532"/>
                  </a:cubicBezTo>
                  <a:cubicBezTo>
                    <a:pt x="925" y="532"/>
                    <a:pt x="923" y="532"/>
                    <a:pt x="921" y="533"/>
                  </a:cubicBezTo>
                  <a:cubicBezTo>
                    <a:pt x="920" y="534"/>
                    <a:pt x="917" y="535"/>
                    <a:pt x="919" y="535"/>
                  </a:cubicBezTo>
                  <a:cubicBezTo>
                    <a:pt x="920" y="536"/>
                    <a:pt x="921" y="536"/>
                    <a:pt x="923" y="535"/>
                  </a:cubicBezTo>
                  <a:cubicBezTo>
                    <a:pt x="925" y="534"/>
                    <a:pt x="926" y="533"/>
                    <a:pt x="928" y="533"/>
                  </a:cubicBezTo>
                  <a:cubicBezTo>
                    <a:pt x="931" y="533"/>
                    <a:pt x="931" y="534"/>
                    <a:pt x="933" y="534"/>
                  </a:cubicBezTo>
                  <a:cubicBezTo>
                    <a:pt x="935" y="534"/>
                    <a:pt x="935" y="534"/>
                    <a:pt x="937" y="534"/>
                  </a:cubicBezTo>
                  <a:cubicBezTo>
                    <a:pt x="940" y="534"/>
                    <a:pt x="941" y="533"/>
                    <a:pt x="942" y="534"/>
                  </a:cubicBezTo>
                  <a:cubicBezTo>
                    <a:pt x="944" y="535"/>
                    <a:pt x="944" y="535"/>
                    <a:pt x="944" y="536"/>
                  </a:cubicBezTo>
                  <a:cubicBezTo>
                    <a:pt x="945" y="538"/>
                    <a:pt x="946" y="538"/>
                    <a:pt x="947" y="538"/>
                  </a:cubicBezTo>
                  <a:cubicBezTo>
                    <a:pt x="948" y="538"/>
                    <a:pt x="948" y="536"/>
                    <a:pt x="950" y="536"/>
                  </a:cubicBezTo>
                  <a:cubicBezTo>
                    <a:pt x="953" y="537"/>
                    <a:pt x="953" y="537"/>
                    <a:pt x="955" y="538"/>
                  </a:cubicBezTo>
                  <a:cubicBezTo>
                    <a:pt x="956" y="539"/>
                    <a:pt x="957" y="539"/>
                    <a:pt x="959" y="539"/>
                  </a:cubicBezTo>
                  <a:cubicBezTo>
                    <a:pt x="961" y="538"/>
                    <a:pt x="961" y="538"/>
                    <a:pt x="964" y="538"/>
                  </a:cubicBezTo>
                  <a:cubicBezTo>
                    <a:pt x="966" y="538"/>
                    <a:pt x="967" y="538"/>
                    <a:pt x="970" y="538"/>
                  </a:cubicBezTo>
                  <a:cubicBezTo>
                    <a:pt x="972" y="537"/>
                    <a:pt x="974" y="537"/>
                    <a:pt x="975" y="538"/>
                  </a:cubicBezTo>
                  <a:cubicBezTo>
                    <a:pt x="977" y="539"/>
                    <a:pt x="977" y="540"/>
                    <a:pt x="978" y="541"/>
                  </a:cubicBezTo>
                  <a:cubicBezTo>
                    <a:pt x="979" y="542"/>
                    <a:pt x="980" y="544"/>
                    <a:pt x="980" y="545"/>
                  </a:cubicBezTo>
                  <a:cubicBezTo>
                    <a:pt x="980" y="546"/>
                    <a:pt x="980" y="547"/>
                    <a:pt x="979" y="547"/>
                  </a:cubicBezTo>
                  <a:cubicBezTo>
                    <a:pt x="978" y="547"/>
                    <a:pt x="977" y="545"/>
                    <a:pt x="975" y="546"/>
                  </a:cubicBezTo>
                  <a:cubicBezTo>
                    <a:pt x="974" y="546"/>
                    <a:pt x="974" y="546"/>
                    <a:pt x="974" y="547"/>
                  </a:cubicBezTo>
                  <a:cubicBezTo>
                    <a:pt x="975" y="548"/>
                    <a:pt x="976" y="548"/>
                    <a:pt x="976" y="549"/>
                  </a:cubicBezTo>
                  <a:cubicBezTo>
                    <a:pt x="976" y="550"/>
                    <a:pt x="977" y="551"/>
                    <a:pt x="974" y="551"/>
                  </a:cubicBezTo>
                  <a:cubicBezTo>
                    <a:pt x="972" y="551"/>
                    <a:pt x="970" y="550"/>
                    <a:pt x="969" y="552"/>
                  </a:cubicBezTo>
                  <a:cubicBezTo>
                    <a:pt x="968" y="553"/>
                    <a:pt x="967" y="554"/>
                    <a:pt x="966" y="554"/>
                  </a:cubicBezTo>
                  <a:cubicBezTo>
                    <a:pt x="965" y="555"/>
                    <a:pt x="963" y="554"/>
                    <a:pt x="961" y="555"/>
                  </a:cubicBezTo>
                  <a:cubicBezTo>
                    <a:pt x="960" y="556"/>
                    <a:pt x="959" y="557"/>
                    <a:pt x="956" y="557"/>
                  </a:cubicBezTo>
                  <a:cubicBezTo>
                    <a:pt x="954" y="557"/>
                    <a:pt x="952" y="557"/>
                    <a:pt x="949" y="557"/>
                  </a:cubicBezTo>
                  <a:cubicBezTo>
                    <a:pt x="947" y="557"/>
                    <a:pt x="945" y="557"/>
                    <a:pt x="943" y="557"/>
                  </a:cubicBezTo>
                  <a:cubicBezTo>
                    <a:pt x="942" y="557"/>
                    <a:pt x="940" y="557"/>
                    <a:pt x="939" y="556"/>
                  </a:cubicBezTo>
                  <a:cubicBezTo>
                    <a:pt x="938" y="556"/>
                    <a:pt x="937" y="553"/>
                    <a:pt x="936" y="552"/>
                  </a:cubicBezTo>
                  <a:cubicBezTo>
                    <a:pt x="936" y="552"/>
                    <a:pt x="933" y="550"/>
                    <a:pt x="932" y="550"/>
                  </a:cubicBezTo>
                  <a:cubicBezTo>
                    <a:pt x="931" y="550"/>
                    <a:pt x="929" y="550"/>
                    <a:pt x="930" y="551"/>
                  </a:cubicBezTo>
                  <a:cubicBezTo>
                    <a:pt x="931" y="553"/>
                    <a:pt x="932" y="552"/>
                    <a:pt x="933" y="553"/>
                  </a:cubicBezTo>
                  <a:cubicBezTo>
                    <a:pt x="933" y="554"/>
                    <a:pt x="933" y="555"/>
                    <a:pt x="933" y="555"/>
                  </a:cubicBezTo>
                  <a:cubicBezTo>
                    <a:pt x="933" y="556"/>
                    <a:pt x="932" y="556"/>
                    <a:pt x="930" y="556"/>
                  </a:cubicBezTo>
                  <a:cubicBezTo>
                    <a:pt x="928" y="556"/>
                    <a:pt x="927" y="555"/>
                    <a:pt x="926" y="556"/>
                  </a:cubicBezTo>
                  <a:cubicBezTo>
                    <a:pt x="925" y="557"/>
                    <a:pt x="924" y="557"/>
                    <a:pt x="923" y="557"/>
                  </a:cubicBezTo>
                  <a:cubicBezTo>
                    <a:pt x="921" y="556"/>
                    <a:pt x="920" y="557"/>
                    <a:pt x="920" y="557"/>
                  </a:cubicBezTo>
                  <a:cubicBezTo>
                    <a:pt x="921" y="558"/>
                    <a:pt x="920" y="559"/>
                    <a:pt x="922" y="559"/>
                  </a:cubicBezTo>
                  <a:cubicBezTo>
                    <a:pt x="924" y="559"/>
                    <a:pt x="925" y="558"/>
                    <a:pt x="926" y="559"/>
                  </a:cubicBezTo>
                  <a:cubicBezTo>
                    <a:pt x="928" y="560"/>
                    <a:pt x="927" y="560"/>
                    <a:pt x="928" y="561"/>
                  </a:cubicBezTo>
                  <a:cubicBezTo>
                    <a:pt x="929" y="561"/>
                    <a:pt x="929" y="562"/>
                    <a:pt x="928" y="563"/>
                  </a:cubicBezTo>
                  <a:cubicBezTo>
                    <a:pt x="927" y="564"/>
                    <a:pt x="926" y="564"/>
                    <a:pt x="926" y="565"/>
                  </a:cubicBezTo>
                  <a:cubicBezTo>
                    <a:pt x="926" y="566"/>
                    <a:pt x="925" y="567"/>
                    <a:pt x="925" y="568"/>
                  </a:cubicBezTo>
                  <a:cubicBezTo>
                    <a:pt x="925" y="569"/>
                    <a:pt x="924" y="570"/>
                    <a:pt x="924" y="570"/>
                  </a:cubicBezTo>
                  <a:cubicBezTo>
                    <a:pt x="923" y="570"/>
                    <a:pt x="921" y="572"/>
                    <a:pt x="919" y="572"/>
                  </a:cubicBezTo>
                  <a:cubicBezTo>
                    <a:pt x="917" y="572"/>
                    <a:pt x="914" y="572"/>
                    <a:pt x="913" y="573"/>
                  </a:cubicBezTo>
                  <a:cubicBezTo>
                    <a:pt x="911" y="573"/>
                    <a:pt x="910" y="574"/>
                    <a:pt x="908" y="575"/>
                  </a:cubicBezTo>
                  <a:cubicBezTo>
                    <a:pt x="907" y="576"/>
                    <a:pt x="904" y="577"/>
                    <a:pt x="904" y="578"/>
                  </a:cubicBezTo>
                  <a:cubicBezTo>
                    <a:pt x="904" y="579"/>
                    <a:pt x="906" y="579"/>
                    <a:pt x="908" y="578"/>
                  </a:cubicBezTo>
                  <a:cubicBezTo>
                    <a:pt x="910" y="577"/>
                    <a:pt x="910" y="577"/>
                    <a:pt x="912" y="576"/>
                  </a:cubicBezTo>
                  <a:cubicBezTo>
                    <a:pt x="915" y="575"/>
                    <a:pt x="916" y="575"/>
                    <a:pt x="918" y="575"/>
                  </a:cubicBezTo>
                  <a:cubicBezTo>
                    <a:pt x="920" y="575"/>
                    <a:pt x="922" y="574"/>
                    <a:pt x="922" y="576"/>
                  </a:cubicBezTo>
                  <a:cubicBezTo>
                    <a:pt x="922" y="577"/>
                    <a:pt x="921" y="578"/>
                    <a:pt x="923" y="578"/>
                  </a:cubicBezTo>
                  <a:cubicBezTo>
                    <a:pt x="924" y="579"/>
                    <a:pt x="925" y="579"/>
                    <a:pt x="928" y="579"/>
                  </a:cubicBezTo>
                  <a:cubicBezTo>
                    <a:pt x="930" y="579"/>
                    <a:pt x="932" y="579"/>
                    <a:pt x="934" y="578"/>
                  </a:cubicBezTo>
                  <a:cubicBezTo>
                    <a:pt x="935" y="578"/>
                    <a:pt x="936" y="577"/>
                    <a:pt x="939" y="577"/>
                  </a:cubicBezTo>
                  <a:cubicBezTo>
                    <a:pt x="941" y="577"/>
                    <a:pt x="942" y="577"/>
                    <a:pt x="944" y="577"/>
                  </a:cubicBezTo>
                  <a:cubicBezTo>
                    <a:pt x="947" y="577"/>
                    <a:pt x="947" y="576"/>
                    <a:pt x="949" y="576"/>
                  </a:cubicBezTo>
                  <a:cubicBezTo>
                    <a:pt x="950" y="575"/>
                    <a:pt x="954" y="576"/>
                    <a:pt x="956" y="576"/>
                  </a:cubicBezTo>
                  <a:cubicBezTo>
                    <a:pt x="958" y="576"/>
                    <a:pt x="959" y="576"/>
                    <a:pt x="960" y="577"/>
                  </a:cubicBezTo>
                  <a:cubicBezTo>
                    <a:pt x="961" y="577"/>
                    <a:pt x="963" y="578"/>
                    <a:pt x="962" y="580"/>
                  </a:cubicBezTo>
                  <a:cubicBezTo>
                    <a:pt x="961" y="581"/>
                    <a:pt x="960" y="583"/>
                    <a:pt x="957" y="582"/>
                  </a:cubicBezTo>
                  <a:cubicBezTo>
                    <a:pt x="953" y="582"/>
                    <a:pt x="952" y="581"/>
                    <a:pt x="950" y="581"/>
                  </a:cubicBezTo>
                  <a:cubicBezTo>
                    <a:pt x="949" y="581"/>
                    <a:pt x="947" y="582"/>
                    <a:pt x="945" y="583"/>
                  </a:cubicBezTo>
                  <a:cubicBezTo>
                    <a:pt x="943" y="584"/>
                    <a:pt x="942" y="584"/>
                    <a:pt x="940" y="585"/>
                  </a:cubicBezTo>
                  <a:cubicBezTo>
                    <a:pt x="938" y="587"/>
                    <a:pt x="935" y="588"/>
                    <a:pt x="933" y="589"/>
                  </a:cubicBezTo>
                  <a:cubicBezTo>
                    <a:pt x="932" y="589"/>
                    <a:pt x="929" y="589"/>
                    <a:pt x="927" y="588"/>
                  </a:cubicBezTo>
                  <a:cubicBezTo>
                    <a:pt x="926" y="587"/>
                    <a:pt x="922" y="587"/>
                    <a:pt x="921" y="587"/>
                  </a:cubicBezTo>
                  <a:cubicBezTo>
                    <a:pt x="920" y="588"/>
                    <a:pt x="918" y="588"/>
                    <a:pt x="918" y="589"/>
                  </a:cubicBezTo>
                  <a:cubicBezTo>
                    <a:pt x="917" y="590"/>
                    <a:pt x="917" y="591"/>
                    <a:pt x="919" y="590"/>
                  </a:cubicBezTo>
                  <a:cubicBezTo>
                    <a:pt x="921" y="590"/>
                    <a:pt x="923" y="590"/>
                    <a:pt x="925" y="590"/>
                  </a:cubicBezTo>
                  <a:cubicBezTo>
                    <a:pt x="926" y="591"/>
                    <a:pt x="930" y="591"/>
                    <a:pt x="932" y="592"/>
                  </a:cubicBezTo>
                  <a:cubicBezTo>
                    <a:pt x="933" y="593"/>
                    <a:pt x="938" y="594"/>
                    <a:pt x="939" y="594"/>
                  </a:cubicBezTo>
                  <a:cubicBezTo>
                    <a:pt x="940" y="594"/>
                    <a:pt x="942" y="593"/>
                    <a:pt x="944" y="592"/>
                  </a:cubicBezTo>
                  <a:cubicBezTo>
                    <a:pt x="945" y="590"/>
                    <a:pt x="947" y="590"/>
                    <a:pt x="948" y="589"/>
                  </a:cubicBezTo>
                  <a:cubicBezTo>
                    <a:pt x="950" y="588"/>
                    <a:pt x="952" y="587"/>
                    <a:pt x="955" y="587"/>
                  </a:cubicBezTo>
                  <a:cubicBezTo>
                    <a:pt x="957" y="587"/>
                    <a:pt x="959" y="588"/>
                    <a:pt x="961" y="587"/>
                  </a:cubicBezTo>
                  <a:cubicBezTo>
                    <a:pt x="963" y="586"/>
                    <a:pt x="969" y="583"/>
                    <a:pt x="969" y="583"/>
                  </a:cubicBezTo>
                  <a:cubicBezTo>
                    <a:pt x="970" y="583"/>
                    <a:pt x="976" y="582"/>
                    <a:pt x="978" y="581"/>
                  </a:cubicBezTo>
                  <a:cubicBezTo>
                    <a:pt x="981" y="580"/>
                    <a:pt x="982" y="579"/>
                    <a:pt x="984" y="579"/>
                  </a:cubicBezTo>
                  <a:cubicBezTo>
                    <a:pt x="987" y="579"/>
                    <a:pt x="988" y="579"/>
                    <a:pt x="991" y="580"/>
                  </a:cubicBezTo>
                  <a:cubicBezTo>
                    <a:pt x="994" y="582"/>
                    <a:pt x="993" y="582"/>
                    <a:pt x="997" y="584"/>
                  </a:cubicBezTo>
                  <a:cubicBezTo>
                    <a:pt x="1001" y="585"/>
                    <a:pt x="1003" y="585"/>
                    <a:pt x="1007" y="586"/>
                  </a:cubicBezTo>
                  <a:cubicBezTo>
                    <a:pt x="1011" y="586"/>
                    <a:pt x="1014" y="587"/>
                    <a:pt x="1019" y="587"/>
                  </a:cubicBezTo>
                  <a:cubicBezTo>
                    <a:pt x="1025" y="586"/>
                    <a:pt x="1024" y="586"/>
                    <a:pt x="1030" y="587"/>
                  </a:cubicBezTo>
                  <a:cubicBezTo>
                    <a:pt x="1036" y="587"/>
                    <a:pt x="1034" y="587"/>
                    <a:pt x="1038" y="587"/>
                  </a:cubicBezTo>
                  <a:cubicBezTo>
                    <a:pt x="1042" y="588"/>
                    <a:pt x="1043" y="588"/>
                    <a:pt x="1045" y="588"/>
                  </a:cubicBezTo>
                  <a:cubicBezTo>
                    <a:pt x="1047" y="588"/>
                    <a:pt x="1050" y="587"/>
                    <a:pt x="1051" y="587"/>
                  </a:cubicBezTo>
                  <a:cubicBezTo>
                    <a:pt x="1053" y="587"/>
                    <a:pt x="1051" y="589"/>
                    <a:pt x="1048" y="591"/>
                  </a:cubicBezTo>
                  <a:cubicBezTo>
                    <a:pt x="1045" y="592"/>
                    <a:pt x="1045" y="592"/>
                    <a:pt x="1041" y="594"/>
                  </a:cubicBezTo>
                  <a:cubicBezTo>
                    <a:pt x="1038" y="596"/>
                    <a:pt x="1038" y="597"/>
                    <a:pt x="1034" y="597"/>
                  </a:cubicBezTo>
                  <a:cubicBezTo>
                    <a:pt x="1030" y="598"/>
                    <a:pt x="1028" y="597"/>
                    <a:pt x="1026" y="598"/>
                  </a:cubicBezTo>
                  <a:cubicBezTo>
                    <a:pt x="1024" y="599"/>
                    <a:pt x="1025" y="600"/>
                    <a:pt x="1023" y="601"/>
                  </a:cubicBezTo>
                  <a:cubicBezTo>
                    <a:pt x="1021" y="602"/>
                    <a:pt x="1020" y="602"/>
                    <a:pt x="1018" y="602"/>
                  </a:cubicBezTo>
                  <a:cubicBezTo>
                    <a:pt x="1016" y="602"/>
                    <a:pt x="1013" y="601"/>
                    <a:pt x="1013" y="602"/>
                  </a:cubicBezTo>
                  <a:cubicBezTo>
                    <a:pt x="1012" y="603"/>
                    <a:pt x="1012" y="603"/>
                    <a:pt x="1013" y="604"/>
                  </a:cubicBezTo>
                  <a:cubicBezTo>
                    <a:pt x="1015" y="604"/>
                    <a:pt x="1016" y="605"/>
                    <a:pt x="1016" y="605"/>
                  </a:cubicBezTo>
                  <a:cubicBezTo>
                    <a:pt x="1016" y="606"/>
                    <a:pt x="1016" y="607"/>
                    <a:pt x="1015" y="607"/>
                  </a:cubicBezTo>
                  <a:cubicBezTo>
                    <a:pt x="1015" y="608"/>
                    <a:pt x="1015" y="609"/>
                    <a:pt x="1013" y="610"/>
                  </a:cubicBezTo>
                  <a:cubicBezTo>
                    <a:pt x="1011" y="610"/>
                    <a:pt x="1009" y="610"/>
                    <a:pt x="1008" y="609"/>
                  </a:cubicBezTo>
                  <a:cubicBezTo>
                    <a:pt x="1007" y="609"/>
                    <a:pt x="1006" y="608"/>
                    <a:pt x="1005" y="607"/>
                  </a:cubicBezTo>
                  <a:cubicBezTo>
                    <a:pt x="1005" y="607"/>
                    <a:pt x="1003" y="606"/>
                    <a:pt x="1003" y="607"/>
                  </a:cubicBezTo>
                  <a:cubicBezTo>
                    <a:pt x="1003" y="607"/>
                    <a:pt x="1002" y="608"/>
                    <a:pt x="1003" y="608"/>
                  </a:cubicBezTo>
                  <a:cubicBezTo>
                    <a:pt x="1004" y="609"/>
                    <a:pt x="1005" y="609"/>
                    <a:pt x="1005" y="610"/>
                  </a:cubicBezTo>
                  <a:cubicBezTo>
                    <a:pt x="1006" y="610"/>
                    <a:pt x="1006" y="610"/>
                    <a:pt x="1006" y="611"/>
                  </a:cubicBezTo>
                  <a:cubicBezTo>
                    <a:pt x="1006" y="612"/>
                    <a:pt x="1006" y="612"/>
                    <a:pt x="1006" y="613"/>
                  </a:cubicBezTo>
                  <a:cubicBezTo>
                    <a:pt x="1006" y="614"/>
                    <a:pt x="1006" y="615"/>
                    <a:pt x="1005" y="615"/>
                  </a:cubicBezTo>
                  <a:cubicBezTo>
                    <a:pt x="1003" y="615"/>
                    <a:pt x="1002" y="615"/>
                    <a:pt x="1001" y="615"/>
                  </a:cubicBezTo>
                  <a:cubicBezTo>
                    <a:pt x="999" y="615"/>
                    <a:pt x="997" y="614"/>
                    <a:pt x="996" y="614"/>
                  </a:cubicBezTo>
                  <a:cubicBezTo>
                    <a:pt x="996" y="614"/>
                    <a:pt x="994" y="613"/>
                    <a:pt x="995" y="615"/>
                  </a:cubicBezTo>
                  <a:cubicBezTo>
                    <a:pt x="995" y="616"/>
                    <a:pt x="997" y="616"/>
                    <a:pt x="997" y="618"/>
                  </a:cubicBezTo>
                  <a:cubicBezTo>
                    <a:pt x="996" y="619"/>
                    <a:pt x="995" y="619"/>
                    <a:pt x="993" y="620"/>
                  </a:cubicBezTo>
                  <a:cubicBezTo>
                    <a:pt x="991" y="620"/>
                    <a:pt x="991" y="620"/>
                    <a:pt x="989" y="620"/>
                  </a:cubicBezTo>
                  <a:cubicBezTo>
                    <a:pt x="987" y="620"/>
                    <a:pt x="985" y="620"/>
                    <a:pt x="985" y="621"/>
                  </a:cubicBezTo>
                  <a:cubicBezTo>
                    <a:pt x="985" y="621"/>
                    <a:pt x="985" y="622"/>
                    <a:pt x="985" y="622"/>
                  </a:cubicBezTo>
                  <a:cubicBezTo>
                    <a:pt x="985" y="623"/>
                    <a:pt x="986" y="623"/>
                    <a:pt x="985" y="624"/>
                  </a:cubicBezTo>
                  <a:cubicBezTo>
                    <a:pt x="984" y="625"/>
                    <a:pt x="984" y="625"/>
                    <a:pt x="984" y="626"/>
                  </a:cubicBezTo>
                  <a:cubicBezTo>
                    <a:pt x="983" y="627"/>
                    <a:pt x="981" y="627"/>
                    <a:pt x="980" y="627"/>
                  </a:cubicBezTo>
                  <a:cubicBezTo>
                    <a:pt x="979" y="626"/>
                    <a:pt x="978" y="626"/>
                    <a:pt x="978" y="626"/>
                  </a:cubicBezTo>
                  <a:cubicBezTo>
                    <a:pt x="977" y="627"/>
                    <a:pt x="977" y="627"/>
                    <a:pt x="977" y="628"/>
                  </a:cubicBezTo>
                  <a:cubicBezTo>
                    <a:pt x="977" y="629"/>
                    <a:pt x="976" y="631"/>
                    <a:pt x="976" y="631"/>
                  </a:cubicBezTo>
                  <a:cubicBezTo>
                    <a:pt x="975" y="632"/>
                    <a:pt x="973" y="635"/>
                    <a:pt x="971" y="636"/>
                  </a:cubicBezTo>
                  <a:cubicBezTo>
                    <a:pt x="969" y="637"/>
                    <a:pt x="969" y="637"/>
                    <a:pt x="966" y="638"/>
                  </a:cubicBezTo>
                  <a:cubicBezTo>
                    <a:pt x="963" y="639"/>
                    <a:pt x="961" y="639"/>
                    <a:pt x="959" y="640"/>
                  </a:cubicBezTo>
                  <a:cubicBezTo>
                    <a:pt x="957" y="641"/>
                    <a:pt x="956" y="641"/>
                    <a:pt x="954" y="641"/>
                  </a:cubicBezTo>
                  <a:cubicBezTo>
                    <a:pt x="952" y="642"/>
                    <a:pt x="951" y="642"/>
                    <a:pt x="949" y="644"/>
                  </a:cubicBezTo>
                  <a:cubicBezTo>
                    <a:pt x="946" y="645"/>
                    <a:pt x="945" y="644"/>
                    <a:pt x="943" y="645"/>
                  </a:cubicBezTo>
                  <a:cubicBezTo>
                    <a:pt x="940" y="646"/>
                    <a:pt x="939" y="647"/>
                    <a:pt x="937" y="647"/>
                  </a:cubicBezTo>
                  <a:cubicBezTo>
                    <a:pt x="935" y="647"/>
                    <a:pt x="933" y="646"/>
                    <a:pt x="932" y="646"/>
                  </a:cubicBezTo>
                  <a:cubicBezTo>
                    <a:pt x="931" y="645"/>
                    <a:pt x="930" y="644"/>
                    <a:pt x="928" y="645"/>
                  </a:cubicBezTo>
                  <a:cubicBezTo>
                    <a:pt x="926" y="646"/>
                    <a:pt x="927" y="646"/>
                    <a:pt x="924" y="647"/>
                  </a:cubicBezTo>
                  <a:cubicBezTo>
                    <a:pt x="922" y="648"/>
                    <a:pt x="920" y="649"/>
                    <a:pt x="917" y="651"/>
                  </a:cubicBezTo>
                  <a:cubicBezTo>
                    <a:pt x="914" y="652"/>
                    <a:pt x="914" y="653"/>
                    <a:pt x="912" y="653"/>
                  </a:cubicBezTo>
                  <a:cubicBezTo>
                    <a:pt x="911" y="653"/>
                    <a:pt x="910" y="653"/>
                    <a:pt x="909" y="652"/>
                  </a:cubicBezTo>
                  <a:cubicBezTo>
                    <a:pt x="908" y="651"/>
                    <a:pt x="907" y="650"/>
                    <a:pt x="906" y="650"/>
                  </a:cubicBezTo>
                  <a:cubicBezTo>
                    <a:pt x="905" y="650"/>
                    <a:pt x="903" y="652"/>
                    <a:pt x="902" y="653"/>
                  </a:cubicBezTo>
                  <a:cubicBezTo>
                    <a:pt x="902" y="654"/>
                    <a:pt x="901" y="654"/>
                    <a:pt x="901" y="655"/>
                  </a:cubicBezTo>
                  <a:cubicBezTo>
                    <a:pt x="901" y="656"/>
                    <a:pt x="901" y="657"/>
                    <a:pt x="900" y="656"/>
                  </a:cubicBezTo>
                  <a:cubicBezTo>
                    <a:pt x="899" y="656"/>
                    <a:pt x="896" y="655"/>
                    <a:pt x="895" y="654"/>
                  </a:cubicBezTo>
                  <a:cubicBezTo>
                    <a:pt x="894" y="654"/>
                    <a:pt x="892" y="652"/>
                    <a:pt x="892" y="652"/>
                  </a:cubicBezTo>
                  <a:cubicBezTo>
                    <a:pt x="892" y="651"/>
                    <a:pt x="891" y="650"/>
                    <a:pt x="890" y="650"/>
                  </a:cubicBezTo>
                  <a:cubicBezTo>
                    <a:pt x="889" y="650"/>
                    <a:pt x="887" y="652"/>
                    <a:pt x="886" y="652"/>
                  </a:cubicBezTo>
                  <a:cubicBezTo>
                    <a:pt x="885" y="653"/>
                    <a:pt x="884" y="653"/>
                    <a:pt x="883" y="653"/>
                  </a:cubicBezTo>
                  <a:cubicBezTo>
                    <a:pt x="882" y="654"/>
                    <a:pt x="880" y="655"/>
                    <a:pt x="881" y="656"/>
                  </a:cubicBezTo>
                  <a:cubicBezTo>
                    <a:pt x="882" y="657"/>
                    <a:pt x="882" y="657"/>
                    <a:pt x="883" y="657"/>
                  </a:cubicBezTo>
                  <a:cubicBezTo>
                    <a:pt x="884" y="658"/>
                    <a:pt x="885" y="658"/>
                    <a:pt x="884" y="659"/>
                  </a:cubicBezTo>
                  <a:cubicBezTo>
                    <a:pt x="884" y="660"/>
                    <a:pt x="883" y="661"/>
                    <a:pt x="882" y="660"/>
                  </a:cubicBezTo>
                  <a:cubicBezTo>
                    <a:pt x="882" y="660"/>
                    <a:pt x="879" y="659"/>
                    <a:pt x="879" y="658"/>
                  </a:cubicBezTo>
                  <a:cubicBezTo>
                    <a:pt x="879" y="657"/>
                    <a:pt x="878" y="657"/>
                    <a:pt x="877" y="657"/>
                  </a:cubicBezTo>
                  <a:cubicBezTo>
                    <a:pt x="876" y="657"/>
                    <a:pt x="875" y="657"/>
                    <a:pt x="875" y="657"/>
                  </a:cubicBezTo>
                  <a:cubicBezTo>
                    <a:pt x="874" y="656"/>
                    <a:pt x="872" y="655"/>
                    <a:pt x="872" y="655"/>
                  </a:cubicBezTo>
                  <a:cubicBezTo>
                    <a:pt x="871" y="655"/>
                    <a:pt x="870" y="656"/>
                    <a:pt x="870" y="657"/>
                  </a:cubicBezTo>
                  <a:cubicBezTo>
                    <a:pt x="870" y="657"/>
                    <a:pt x="871" y="658"/>
                    <a:pt x="872" y="658"/>
                  </a:cubicBezTo>
                  <a:cubicBezTo>
                    <a:pt x="872" y="659"/>
                    <a:pt x="873" y="659"/>
                    <a:pt x="872" y="660"/>
                  </a:cubicBezTo>
                  <a:cubicBezTo>
                    <a:pt x="872" y="660"/>
                    <a:pt x="870" y="660"/>
                    <a:pt x="869" y="660"/>
                  </a:cubicBezTo>
                  <a:cubicBezTo>
                    <a:pt x="869" y="661"/>
                    <a:pt x="867" y="662"/>
                    <a:pt x="867" y="662"/>
                  </a:cubicBezTo>
                  <a:cubicBezTo>
                    <a:pt x="867" y="662"/>
                    <a:pt x="866" y="663"/>
                    <a:pt x="864" y="663"/>
                  </a:cubicBezTo>
                  <a:cubicBezTo>
                    <a:pt x="862" y="662"/>
                    <a:pt x="864" y="662"/>
                    <a:pt x="860" y="662"/>
                  </a:cubicBezTo>
                  <a:cubicBezTo>
                    <a:pt x="856" y="662"/>
                    <a:pt x="855" y="662"/>
                    <a:pt x="855" y="662"/>
                  </a:cubicBezTo>
                  <a:cubicBezTo>
                    <a:pt x="854" y="661"/>
                    <a:pt x="853" y="661"/>
                    <a:pt x="853" y="660"/>
                  </a:cubicBezTo>
                  <a:cubicBezTo>
                    <a:pt x="854" y="659"/>
                    <a:pt x="854" y="659"/>
                    <a:pt x="855" y="659"/>
                  </a:cubicBezTo>
                  <a:cubicBezTo>
                    <a:pt x="856" y="659"/>
                    <a:pt x="856" y="658"/>
                    <a:pt x="857" y="658"/>
                  </a:cubicBezTo>
                  <a:cubicBezTo>
                    <a:pt x="857" y="657"/>
                    <a:pt x="857" y="656"/>
                    <a:pt x="856" y="656"/>
                  </a:cubicBezTo>
                  <a:cubicBezTo>
                    <a:pt x="856" y="656"/>
                    <a:pt x="855" y="656"/>
                    <a:pt x="852" y="656"/>
                  </a:cubicBezTo>
                  <a:cubicBezTo>
                    <a:pt x="850" y="656"/>
                    <a:pt x="848" y="655"/>
                    <a:pt x="847" y="655"/>
                  </a:cubicBezTo>
                  <a:cubicBezTo>
                    <a:pt x="847" y="654"/>
                    <a:pt x="844" y="652"/>
                    <a:pt x="844" y="651"/>
                  </a:cubicBezTo>
                  <a:cubicBezTo>
                    <a:pt x="843" y="649"/>
                    <a:pt x="841" y="648"/>
                    <a:pt x="841" y="647"/>
                  </a:cubicBezTo>
                  <a:cubicBezTo>
                    <a:pt x="840" y="647"/>
                    <a:pt x="840" y="646"/>
                    <a:pt x="839" y="645"/>
                  </a:cubicBezTo>
                  <a:cubicBezTo>
                    <a:pt x="839" y="644"/>
                    <a:pt x="837" y="642"/>
                    <a:pt x="836" y="642"/>
                  </a:cubicBezTo>
                  <a:cubicBezTo>
                    <a:pt x="835" y="642"/>
                    <a:pt x="836" y="643"/>
                    <a:pt x="836" y="645"/>
                  </a:cubicBezTo>
                  <a:cubicBezTo>
                    <a:pt x="836" y="647"/>
                    <a:pt x="836" y="648"/>
                    <a:pt x="836" y="649"/>
                  </a:cubicBezTo>
                  <a:cubicBezTo>
                    <a:pt x="836" y="649"/>
                    <a:pt x="835" y="649"/>
                    <a:pt x="836" y="650"/>
                  </a:cubicBezTo>
                  <a:cubicBezTo>
                    <a:pt x="838" y="651"/>
                    <a:pt x="838" y="650"/>
                    <a:pt x="839" y="651"/>
                  </a:cubicBezTo>
                  <a:cubicBezTo>
                    <a:pt x="840" y="652"/>
                    <a:pt x="840" y="652"/>
                    <a:pt x="841" y="653"/>
                  </a:cubicBezTo>
                  <a:cubicBezTo>
                    <a:pt x="841" y="654"/>
                    <a:pt x="842" y="654"/>
                    <a:pt x="840" y="655"/>
                  </a:cubicBezTo>
                  <a:cubicBezTo>
                    <a:pt x="839" y="655"/>
                    <a:pt x="839" y="656"/>
                    <a:pt x="838" y="657"/>
                  </a:cubicBezTo>
                  <a:cubicBezTo>
                    <a:pt x="837" y="657"/>
                    <a:pt x="836" y="658"/>
                    <a:pt x="837" y="658"/>
                  </a:cubicBezTo>
                  <a:cubicBezTo>
                    <a:pt x="838" y="659"/>
                    <a:pt x="840" y="659"/>
                    <a:pt x="842" y="659"/>
                  </a:cubicBezTo>
                  <a:cubicBezTo>
                    <a:pt x="843" y="659"/>
                    <a:pt x="843" y="660"/>
                    <a:pt x="844" y="660"/>
                  </a:cubicBezTo>
                  <a:cubicBezTo>
                    <a:pt x="844" y="661"/>
                    <a:pt x="845" y="662"/>
                    <a:pt x="844" y="662"/>
                  </a:cubicBezTo>
                  <a:cubicBezTo>
                    <a:pt x="844" y="662"/>
                    <a:pt x="843" y="662"/>
                    <a:pt x="843" y="663"/>
                  </a:cubicBezTo>
                  <a:cubicBezTo>
                    <a:pt x="842" y="664"/>
                    <a:pt x="842" y="665"/>
                    <a:pt x="842" y="665"/>
                  </a:cubicBezTo>
                  <a:cubicBezTo>
                    <a:pt x="842" y="666"/>
                    <a:pt x="842" y="667"/>
                    <a:pt x="840" y="667"/>
                  </a:cubicBezTo>
                  <a:cubicBezTo>
                    <a:pt x="838" y="668"/>
                    <a:pt x="837" y="668"/>
                    <a:pt x="836" y="669"/>
                  </a:cubicBezTo>
                  <a:cubicBezTo>
                    <a:pt x="835" y="669"/>
                    <a:pt x="832" y="671"/>
                    <a:pt x="831" y="671"/>
                  </a:cubicBezTo>
                  <a:cubicBezTo>
                    <a:pt x="829" y="672"/>
                    <a:pt x="829" y="673"/>
                    <a:pt x="827" y="673"/>
                  </a:cubicBezTo>
                  <a:cubicBezTo>
                    <a:pt x="825" y="674"/>
                    <a:pt x="823" y="674"/>
                    <a:pt x="822" y="675"/>
                  </a:cubicBezTo>
                  <a:cubicBezTo>
                    <a:pt x="822" y="676"/>
                    <a:pt x="821" y="676"/>
                    <a:pt x="821" y="677"/>
                  </a:cubicBezTo>
                  <a:cubicBezTo>
                    <a:pt x="821" y="678"/>
                    <a:pt x="820" y="679"/>
                    <a:pt x="819" y="680"/>
                  </a:cubicBezTo>
                  <a:cubicBezTo>
                    <a:pt x="818" y="680"/>
                    <a:pt x="818" y="682"/>
                    <a:pt x="818" y="682"/>
                  </a:cubicBezTo>
                  <a:cubicBezTo>
                    <a:pt x="818" y="683"/>
                    <a:pt x="818" y="684"/>
                    <a:pt x="817" y="684"/>
                  </a:cubicBezTo>
                  <a:cubicBezTo>
                    <a:pt x="816" y="685"/>
                    <a:pt x="814" y="685"/>
                    <a:pt x="813" y="686"/>
                  </a:cubicBezTo>
                  <a:cubicBezTo>
                    <a:pt x="813" y="687"/>
                    <a:pt x="813" y="688"/>
                    <a:pt x="814" y="689"/>
                  </a:cubicBezTo>
                  <a:cubicBezTo>
                    <a:pt x="815" y="689"/>
                    <a:pt x="814" y="690"/>
                    <a:pt x="814" y="690"/>
                  </a:cubicBezTo>
                  <a:cubicBezTo>
                    <a:pt x="814" y="691"/>
                    <a:pt x="813" y="691"/>
                    <a:pt x="812" y="692"/>
                  </a:cubicBezTo>
                  <a:cubicBezTo>
                    <a:pt x="812" y="692"/>
                    <a:pt x="812" y="693"/>
                    <a:pt x="812" y="694"/>
                  </a:cubicBezTo>
                  <a:cubicBezTo>
                    <a:pt x="812" y="694"/>
                    <a:pt x="813" y="694"/>
                    <a:pt x="814" y="695"/>
                  </a:cubicBezTo>
                  <a:cubicBezTo>
                    <a:pt x="814" y="695"/>
                    <a:pt x="814" y="696"/>
                    <a:pt x="813" y="697"/>
                  </a:cubicBezTo>
                  <a:cubicBezTo>
                    <a:pt x="813" y="697"/>
                    <a:pt x="811" y="698"/>
                    <a:pt x="810" y="698"/>
                  </a:cubicBezTo>
                  <a:cubicBezTo>
                    <a:pt x="809" y="699"/>
                    <a:pt x="806" y="700"/>
                    <a:pt x="806" y="700"/>
                  </a:cubicBezTo>
                  <a:cubicBezTo>
                    <a:pt x="805" y="701"/>
                    <a:pt x="803" y="704"/>
                    <a:pt x="803" y="706"/>
                  </a:cubicBezTo>
                  <a:cubicBezTo>
                    <a:pt x="802" y="708"/>
                    <a:pt x="801" y="708"/>
                    <a:pt x="801" y="710"/>
                  </a:cubicBezTo>
                  <a:cubicBezTo>
                    <a:pt x="801" y="711"/>
                    <a:pt x="800" y="712"/>
                    <a:pt x="800" y="713"/>
                  </a:cubicBezTo>
                  <a:cubicBezTo>
                    <a:pt x="800" y="713"/>
                    <a:pt x="798" y="712"/>
                    <a:pt x="798" y="711"/>
                  </a:cubicBezTo>
                  <a:cubicBezTo>
                    <a:pt x="798" y="709"/>
                    <a:pt x="799" y="709"/>
                    <a:pt x="797" y="709"/>
                  </a:cubicBezTo>
                  <a:cubicBezTo>
                    <a:pt x="795" y="709"/>
                    <a:pt x="795" y="710"/>
                    <a:pt x="794" y="711"/>
                  </a:cubicBezTo>
                  <a:cubicBezTo>
                    <a:pt x="794" y="712"/>
                    <a:pt x="793" y="712"/>
                    <a:pt x="793" y="712"/>
                  </a:cubicBezTo>
                  <a:cubicBezTo>
                    <a:pt x="793" y="713"/>
                    <a:pt x="793" y="714"/>
                    <a:pt x="794" y="714"/>
                  </a:cubicBezTo>
                  <a:cubicBezTo>
                    <a:pt x="795" y="714"/>
                    <a:pt x="795" y="715"/>
                    <a:pt x="795" y="716"/>
                  </a:cubicBezTo>
                  <a:cubicBezTo>
                    <a:pt x="795" y="717"/>
                    <a:pt x="795" y="718"/>
                    <a:pt x="793" y="718"/>
                  </a:cubicBezTo>
                  <a:cubicBezTo>
                    <a:pt x="792" y="719"/>
                    <a:pt x="790" y="720"/>
                    <a:pt x="790" y="720"/>
                  </a:cubicBezTo>
                  <a:cubicBezTo>
                    <a:pt x="790" y="721"/>
                    <a:pt x="789" y="722"/>
                    <a:pt x="788" y="723"/>
                  </a:cubicBezTo>
                  <a:cubicBezTo>
                    <a:pt x="787" y="724"/>
                    <a:pt x="785" y="724"/>
                    <a:pt x="784" y="723"/>
                  </a:cubicBezTo>
                  <a:cubicBezTo>
                    <a:pt x="784" y="723"/>
                    <a:pt x="784" y="721"/>
                    <a:pt x="783" y="721"/>
                  </a:cubicBezTo>
                  <a:cubicBezTo>
                    <a:pt x="782" y="720"/>
                    <a:pt x="781" y="719"/>
                    <a:pt x="780" y="720"/>
                  </a:cubicBezTo>
                  <a:cubicBezTo>
                    <a:pt x="780" y="721"/>
                    <a:pt x="780" y="721"/>
                    <a:pt x="780" y="722"/>
                  </a:cubicBezTo>
                  <a:cubicBezTo>
                    <a:pt x="780" y="723"/>
                    <a:pt x="780" y="723"/>
                    <a:pt x="780" y="724"/>
                  </a:cubicBezTo>
                  <a:cubicBezTo>
                    <a:pt x="781" y="724"/>
                    <a:pt x="781" y="725"/>
                    <a:pt x="781" y="725"/>
                  </a:cubicBezTo>
                  <a:cubicBezTo>
                    <a:pt x="781" y="726"/>
                    <a:pt x="779" y="725"/>
                    <a:pt x="777" y="725"/>
                  </a:cubicBezTo>
                  <a:cubicBezTo>
                    <a:pt x="776" y="725"/>
                    <a:pt x="775" y="724"/>
                    <a:pt x="774" y="724"/>
                  </a:cubicBezTo>
                  <a:cubicBezTo>
                    <a:pt x="773" y="724"/>
                    <a:pt x="771" y="723"/>
                    <a:pt x="771" y="722"/>
                  </a:cubicBezTo>
                  <a:cubicBezTo>
                    <a:pt x="770" y="722"/>
                    <a:pt x="769" y="720"/>
                    <a:pt x="768" y="720"/>
                  </a:cubicBezTo>
                  <a:cubicBezTo>
                    <a:pt x="767" y="720"/>
                    <a:pt x="766" y="719"/>
                    <a:pt x="766" y="720"/>
                  </a:cubicBezTo>
                  <a:cubicBezTo>
                    <a:pt x="767" y="721"/>
                    <a:pt x="767" y="722"/>
                    <a:pt x="768" y="722"/>
                  </a:cubicBezTo>
                  <a:cubicBezTo>
                    <a:pt x="769" y="723"/>
                    <a:pt x="769" y="723"/>
                    <a:pt x="769" y="724"/>
                  </a:cubicBezTo>
                  <a:cubicBezTo>
                    <a:pt x="769" y="725"/>
                    <a:pt x="769" y="725"/>
                    <a:pt x="769" y="726"/>
                  </a:cubicBezTo>
                  <a:cubicBezTo>
                    <a:pt x="769" y="727"/>
                    <a:pt x="769" y="728"/>
                    <a:pt x="769" y="728"/>
                  </a:cubicBezTo>
                  <a:cubicBezTo>
                    <a:pt x="768" y="729"/>
                    <a:pt x="767" y="730"/>
                    <a:pt x="767" y="731"/>
                  </a:cubicBezTo>
                  <a:cubicBezTo>
                    <a:pt x="766" y="733"/>
                    <a:pt x="766" y="733"/>
                    <a:pt x="765" y="734"/>
                  </a:cubicBezTo>
                  <a:cubicBezTo>
                    <a:pt x="764" y="734"/>
                    <a:pt x="764" y="736"/>
                    <a:pt x="763" y="736"/>
                  </a:cubicBezTo>
                  <a:cubicBezTo>
                    <a:pt x="761" y="737"/>
                    <a:pt x="759" y="738"/>
                    <a:pt x="758" y="737"/>
                  </a:cubicBezTo>
                  <a:cubicBezTo>
                    <a:pt x="758" y="737"/>
                    <a:pt x="757" y="736"/>
                    <a:pt x="757" y="734"/>
                  </a:cubicBezTo>
                  <a:cubicBezTo>
                    <a:pt x="756" y="733"/>
                    <a:pt x="755" y="732"/>
                    <a:pt x="754" y="732"/>
                  </a:cubicBezTo>
                  <a:cubicBezTo>
                    <a:pt x="752" y="732"/>
                    <a:pt x="750" y="731"/>
                    <a:pt x="750" y="733"/>
                  </a:cubicBezTo>
                  <a:cubicBezTo>
                    <a:pt x="749" y="734"/>
                    <a:pt x="749" y="734"/>
                    <a:pt x="748" y="735"/>
                  </a:cubicBezTo>
                  <a:cubicBezTo>
                    <a:pt x="746" y="736"/>
                    <a:pt x="745" y="737"/>
                    <a:pt x="744" y="737"/>
                  </a:cubicBezTo>
                  <a:cubicBezTo>
                    <a:pt x="743" y="738"/>
                    <a:pt x="742" y="738"/>
                    <a:pt x="743" y="737"/>
                  </a:cubicBezTo>
                  <a:cubicBezTo>
                    <a:pt x="743" y="736"/>
                    <a:pt x="743" y="735"/>
                    <a:pt x="743" y="734"/>
                  </a:cubicBezTo>
                  <a:cubicBezTo>
                    <a:pt x="743" y="732"/>
                    <a:pt x="743" y="732"/>
                    <a:pt x="742" y="732"/>
                  </a:cubicBezTo>
                  <a:cubicBezTo>
                    <a:pt x="740" y="732"/>
                    <a:pt x="740" y="732"/>
                    <a:pt x="740" y="734"/>
                  </a:cubicBezTo>
                  <a:cubicBezTo>
                    <a:pt x="739" y="737"/>
                    <a:pt x="739" y="737"/>
                    <a:pt x="739" y="738"/>
                  </a:cubicBezTo>
                  <a:cubicBezTo>
                    <a:pt x="738" y="738"/>
                    <a:pt x="738" y="738"/>
                    <a:pt x="738" y="740"/>
                  </a:cubicBezTo>
                  <a:cubicBezTo>
                    <a:pt x="738" y="741"/>
                    <a:pt x="736" y="741"/>
                    <a:pt x="736" y="740"/>
                  </a:cubicBezTo>
                  <a:cubicBezTo>
                    <a:pt x="736" y="740"/>
                    <a:pt x="735" y="739"/>
                    <a:pt x="734" y="739"/>
                  </a:cubicBezTo>
                  <a:cubicBezTo>
                    <a:pt x="732" y="739"/>
                    <a:pt x="732" y="737"/>
                    <a:pt x="731" y="737"/>
                  </a:cubicBezTo>
                  <a:cubicBezTo>
                    <a:pt x="730" y="737"/>
                    <a:pt x="729" y="738"/>
                    <a:pt x="728" y="738"/>
                  </a:cubicBezTo>
                  <a:cubicBezTo>
                    <a:pt x="727" y="737"/>
                    <a:pt x="727" y="736"/>
                    <a:pt x="727" y="735"/>
                  </a:cubicBezTo>
                  <a:cubicBezTo>
                    <a:pt x="728" y="734"/>
                    <a:pt x="727" y="733"/>
                    <a:pt x="729" y="732"/>
                  </a:cubicBezTo>
                  <a:cubicBezTo>
                    <a:pt x="732" y="732"/>
                    <a:pt x="733" y="731"/>
                    <a:pt x="734" y="730"/>
                  </a:cubicBezTo>
                  <a:cubicBezTo>
                    <a:pt x="734" y="729"/>
                    <a:pt x="734" y="728"/>
                    <a:pt x="735" y="727"/>
                  </a:cubicBezTo>
                  <a:cubicBezTo>
                    <a:pt x="737" y="727"/>
                    <a:pt x="737" y="726"/>
                    <a:pt x="738" y="726"/>
                  </a:cubicBezTo>
                  <a:cubicBezTo>
                    <a:pt x="739" y="725"/>
                    <a:pt x="739" y="725"/>
                    <a:pt x="739" y="724"/>
                  </a:cubicBezTo>
                  <a:cubicBezTo>
                    <a:pt x="739" y="723"/>
                    <a:pt x="739" y="723"/>
                    <a:pt x="737" y="723"/>
                  </a:cubicBezTo>
                  <a:cubicBezTo>
                    <a:pt x="736" y="724"/>
                    <a:pt x="735" y="724"/>
                    <a:pt x="734" y="724"/>
                  </a:cubicBezTo>
                  <a:cubicBezTo>
                    <a:pt x="732" y="723"/>
                    <a:pt x="732" y="724"/>
                    <a:pt x="731" y="723"/>
                  </a:cubicBezTo>
                  <a:cubicBezTo>
                    <a:pt x="730" y="722"/>
                    <a:pt x="729" y="721"/>
                    <a:pt x="728" y="720"/>
                  </a:cubicBezTo>
                  <a:cubicBezTo>
                    <a:pt x="728" y="720"/>
                    <a:pt x="727" y="719"/>
                    <a:pt x="726" y="719"/>
                  </a:cubicBezTo>
                  <a:cubicBezTo>
                    <a:pt x="725" y="720"/>
                    <a:pt x="726" y="721"/>
                    <a:pt x="725" y="721"/>
                  </a:cubicBezTo>
                  <a:cubicBezTo>
                    <a:pt x="724" y="722"/>
                    <a:pt x="722" y="722"/>
                    <a:pt x="722" y="722"/>
                  </a:cubicBezTo>
                  <a:cubicBezTo>
                    <a:pt x="721" y="722"/>
                    <a:pt x="720" y="722"/>
                    <a:pt x="720" y="723"/>
                  </a:cubicBezTo>
                  <a:cubicBezTo>
                    <a:pt x="720" y="724"/>
                    <a:pt x="720" y="724"/>
                    <a:pt x="721" y="725"/>
                  </a:cubicBezTo>
                  <a:cubicBezTo>
                    <a:pt x="722" y="725"/>
                    <a:pt x="722" y="724"/>
                    <a:pt x="723" y="725"/>
                  </a:cubicBezTo>
                  <a:cubicBezTo>
                    <a:pt x="723" y="726"/>
                    <a:pt x="721" y="727"/>
                    <a:pt x="723" y="728"/>
                  </a:cubicBezTo>
                  <a:cubicBezTo>
                    <a:pt x="724" y="729"/>
                    <a:pt x="724" y="730"/>
                    <a:pt x="724" y="730"/>
                  </a:cubicBezTo>
                  <a:cubicBezTo>
                    <a:pt x="723" y="730"/>
                    <a:pt x="722" y="730"/>
                    <a:pt x="721" y="731"/>
                  </a:cubicBezTo>
                  <a:cubicBezTo>
                    <a:pt x="721" y="732"/>
                    <a:pt x="722" y="733"/>
                    <a:pt x="721" y="733"/>
                  </a:cubicBezTo>
                  <a:cubicBezTo>
                    <a:pt x="719" y="733"/>
                    <a:pt x="718" y="734"/>
                    <a:pt x="716" y="734"/>
                  </a:cubicBezTo>
                  <a:cubicBezTo>
                    <a:pt x="714" y="733"/>
                    <a:pt x="713" y="734"/>
                    <a:pt x="713" y="735"/>
                  </a:cubicBezTo>
                  <a:cubicBezTo>
                    <a:pt x="713" y="735"/>
                    <a:pt x="713" y="737"/>
                    <a:pt x="714" y="738"/>
                  </a:cubicBezTo>
                  <a:cubicBezTo>
                    <a:pt x="715" y="738"/>
                    <a:pt x="715" y="738"/>
                    <a:pt x="716" y="739"/>
                  </a:cubicBezTo>
                  <a:cubicBezTo>
                    <a:pt x="717" y="739"/>
                    <a:pt x="717" y="740"/>
                    <a:pt x="718" y="740"/>
                  </a:cubicBezTo>
                  <a:cubicBezTo>
                    <a:pt x="719" y="741"/>
                    <a:pt x="719" y="742"/>
                    <a:pt x="718" y="743"/>
                  </a:cubicBezTo>
                  <a:cubicBezTo>
                    <a:pt x="717" y="743"/>
                    <a:pt x="716" y="743"/>
                    <a:pt x="715" y="744"/>
                  </a:cubicBezTo>
                  <a:cubicBezTo>
                    <a:pt x="715" y="745"/>
                    <a:pt x="714" y="747"/>
                    <a:pt x="713" y="747"/>
                  </a:cubicBezTo>
                  <a:cubicBezTo>
                    <a:pt x="712" y="748"/>
                    <a:pt x="711" y="748"/>
                    <a:pt x="710" y="747"/>
                  </a:cubicBezTo>
                  <a:cubicBezTo>
                    <a:pt x="710" y="747"/>
                    <a:pt x="709" y="746"/>
                    <a:pt x="708" y="745"/>
                  </a:cubicBezTo>
                  <a:cubicBezTo>
                    <a:pt x="708" y="745"/>
                    <a:pt x="707" y="745"/>
                    <a:pt x="707" y="746"/>
                  </a:cubicBezTo>
                  <a:cubicBezTo>
                    <a:pt x="707" y="747"/>
                    <a:pt x="708" y="747"/>
                    <a:pt x="708" y="748"/>
                  </a:cubicBezTo>
                  <a:cubicBezTo>
                    <a:pt x="708" y="748"/>
                    <a:pt x="707" y="749"/>
                    <a:pt x="706" y="749"/>
                  </a:cubicBezTo>
                  <a:cubicBezTo>
                    <a:pt x="705" y="750"/>
                    <a:pt x="704" y="749"/>
                    <a:pt x="703" y="749"/>
                  </a:cubicBezTo>
                  <a:cubicBezTo>
                    <a:pt x="702" y="749"/>
                    <a:pt x="701" y="749"/>
                    <a:pt x="700" y="748"/>
                  </a:cubicBezTo>
                  <a:cubicBezTo>
                    <a:pt x="700" y="748"/>
                    <a:pt x="700" y="747"/>
                    <a:pt x="699" y="746"/>
                  </a:cubicBezTo>
                  <a:cubicBezTo>
                    <a:pt x="698" y="746"/>
                    <a:pt x="697" y="746"/>
                    <a:pt x="697" y="745"/>
                  </a:cubicBezTo>
                  <a:cubicBezTo>
                    <a:pt x="696" y="744"/>
                    <a:pt x="696" y="743"/>
                    <a:pt x="695" y="743"/>
                  </a:cubicBezTo>
                  <a:cubicBezTo>
                    <a:pt x="694" y="743"/>
                    <a:pt x="694" y="744"/>
                    <a:pt x="694" y="745"/>
                  </a:cubicBezTo>
                  <a:cubicBezTo>
                    <a:pt x="695" y="745"/>
                    <a:pt x="695" y="745"/>
                    <a:pt x="695" y="746"/>
                  </a:cubicBezTo>
                  <a:cubicBezTo>
                    <a:pt x="695" y="748"/>
                    <a:pt x="695" y="748"/>
                    <a:pt x="694" y="749"/>
                  </a:cubicBezTo>
                  <a:cubicBezTo>
                    <a:pt x="694" y="749"/>
                    <a:pt x="693" y="750"/>
                    <a:pt x="692" y="749"/>
                  </a:cubicBezTo>
                  <a:cubicBezTo>
                    <a:pt x="691" y="748"/>
                    <a:pt x="692" y="748"/>
                    <a:pt x="690" y="747"/>
                  </a:cubicBezTo>
                  <a:cubicBezTo>
                    <a:pt x="689" y="747"/>
                    <a:pt x="689" y="746"/>
                    <a:pt x="688" y="746"/>
                  </a:cubicBezTo>
                  <a:cubicBezTo>
                    <a:pt x="687" y="747"/>
                    <a:pt x="687" y="748"/>
                    <a:pt x="687" y="749"/>
                  </a:cubicBezTo>
                  <a:cubicBezTo>
                    <a:pt x="686" y="750"/>
                    <a:pt x="686" y="750"/>
                    <a:pt x="685" y="750"/>
                  </a:cubicBezTo>
                  <a:cubicBezTo>
                    <a:pt x="683" y="751"/>
                    <a:pt x="682" y="749"/>
                    <a:pt x="681" y="749"/>
                  </a:cubicBezTo>
                  <a:cubicBezTo>
                    <a:pt x="681" y="749"/>
                    <a:pt x="679" y="749"/>
                    <a:pt x="678" y="750"/>
                  </a:cubicBezTo>
                  <a:cubicBezTo>
                    <a:pt x="678" y="751"/>
                    <a:pt x="677" y="751"/>
                    <a:pt x="678" y="752"/>
                  </a:cubicBezTo>
                  <a:cubicBezTo>
                    <a:pt x="679" y="753"/>
                    <a:pt x="679" y="753"/>
                    <a:pt x="680" y="753"/>
                  </a:cubicBezTo>
                  <a:cubicBezTo>
                    <a:pt x="681" y="753"/>
                    <a:pt x="681" y="753"/>
                    <a:pt x="682" y="754"/>
                  </a:cubicBezTo>
                  <a:cubicBezTo>
                    <a:pt x="683" y="755"/>
                    <a:pt x="682" y="755"/>
                    <a:pt x="683" y="756"/>
                  </a:cubicBezTo>
                  <a:cubicBezTo>
                    <a:pt x="683" y="757"/>
                    <a:pt x="683" y="757"/>
                    <a:pt x="684" y="757"/>
                  </a:cubicBezTo>
                  <a:cubicBezTo>
                    <a:pt x="684" y="758"/>
                    <a:pt x="685" y="758"/>
                    <a:pt x="684" y="759"/>
                  </a:cubicBezTo>
                  <a:cubicBezTo>
                    <a:pt x="684" y="760"/>
                    <a:pt x="683" y="760"/>
                    <a:pt x="682" y="760"/>
                  </a:cubicBezTo>
                  <a:cubicBezTo>
                    <a:pt x="681" y="761"/>
                    <a:pt x="680" y="761"/>
                    <a:pt x="679" y="763"/>
                  </a:cubicBezTo>
                  <a:cubicBezTo>
                    <a:pt x="678" y="764"/>
                    <a:pt x="677" y="765"/>
                    <a:pt x="677" y="766"/>
                  </a:cubicBezTo>
                  <a:cubicBezTo>
                    <a:pt x="676" y="767"/>
                    <a:pt x="677" y="768"/>
                    <a:pt x="675" y="768"/>
                  </a:cubicBezTo>
                  <a:cubicBezTo>
                    <a:pt x="674" y="768"/>
                    <a:pt x="672" y="768"/>
                    <a:pt x="671" y="767"/>
                  </a:cubicBezTo>
                  <a:cubicBezTo>
                    <a:pt x="671" y="767"/>
                    <a:pt x="667" y="767"/>
                    <a:pt x="666" y="766"/>
                  </a:cubicBezTo>
                  <a:cubicBezTo>
                    <a:pt x="665" y="766"/>
                    <a:pt x="666" y="765"/>
                    <a:pt x="664" y="765"/>
                  </a:cubicBezTo>
                  <a:cubicBezTo>
                    <a:pt x="662" y="765"/>
                    <a:pt x="662" y="766"/>
                    <a:pt x="661" y="765"/>
                  </a:cubicBezTo>
                  <a:cubicBezTo>
                    <a:pt x="660" y="765"/>
                    <a:pt x="658" y="765"/>
                    <a:pt x="658" y="766"/>
                  </a:cubicBezTo>
                  <a:cubicBezTo>
                    <a:pt x="658" y="767"/>
                    <a:pt x="658" y="768"/>
                    <a:pt x="659" y="769"/>
                  </a:cubicBezTo>
                  <a:cubicBezTo>
                    <a:pt x="659" y="770"/>
                    <a:pt x="659" y="771"/>
                    <a:pt x="660" y="772"/>
                  </a:cubicBezTo>
                  <a:cubicBezTo>
                    <a:pt x="661" y="773"/>
                    <a:pt x="660" y="773"/>
                    <a:pt x="662" y="774"/>
                  </a:cubicBezTo>
                  <a:cubicBezTo>
                    <a:pt x="664" y="775"/>
                    <a:pt x="664" y="775"/>
                    <a:pt x="664" y="776"/>
                  </a:cubicBezTo>
                  <a:cubicBezTo>
                    <a:pt x="665" y="777"/>
                    <a:pt x="666" y="777"/>
                    <a:pt x="666" y="778"/>
                  </a:cubicBezTo>
                  <a:cubicBezTo>
                    <a:pt x="667" y="778"/>
                    <a:pt x="668" y="779"/>
                    <a:pt x="669" y="780"/>
                  </a:cubicBezTo>
                  <a:cubicBezTo>
                    <a:pt x="669" y="782"/>
                    <a:pt x="669" y="783"/>
                    <a:pt x="669" y="784"/>
                  </a:cubicBezTo>
                  <a:cubicBezTo>
                    <a:pt x="668" y="785"/>
                    <a:pt x="668" y="785"/>
                    <a:pt x="668" y="786"/>
                  </a:cubicBezTo>
                  <a:cubicBezTo>
                    <a:pt x="669" y="787"/>
                    <a:pt x="669" y="787"/>
                    <a:pt x="670" y="788"/>
                  </a:cubicBezTo>
                  <a:cubicBezTo>
                    <a:pt x="670" y="788"/>
                    <a:pt x="671" y="789"/>
                    <a:pt x="671" y="789"/>
                  </a:cubicBezTo>
                  <a:cubicBezTo>
                    <a:pt x="670" y="790"/>
                    <a:pt x="669" y="790"/>
                    <a:pt x="668" y="790"/>
                  </a:cubicBezTo>
                  <a:cubicBezTo>
                    <a:pt x="666" y="790"/>
                    <a:pt x="665" y="789"/>
                    <a:pt x="663" y="790"/>
                  </a:cubicBezTo>
                  <a:cubicBezTo>
                    <a:pt x="662" y="791"/>
                    <a:pt x="661" y="791"/>
                    <a:pt x="660" y="791"/>
                  </a:cubicBezTo>
                  <a:cubicBezTo>
                    <a:pt x="658" y="791"/>
                    <a:pt x="656" y="791"/>
                    <a:pt x="654" y="791"/>
                  </a:cubicBezTo>
                  <a:cubicBezTo>
                    <a:pt x="653" y="791"/>
                    <a:pt x="650" y="791"/>
                    <a:pt x="650" y="792"/>
                  </a:cubicBezTo>
                  <a:cubicBezTo>
                    <a:pt x="650" y="793"/>
                    <a:pt x="651" y="794"/>
                    <a:pt x="652" y="795"/>
                  </a:cubicBezTo>
                  <a:cubicBezTo>
                    <a:pt x="653" y="795"/>
                    <a:pt x="656" y="797"/>
                    <a:pt x="657" y="798"/>
                  </a:cubicBezTo>
                  <a:cubicBezTo>
                    <a:pt x="659" y="799"/>
                    <a:pt x="660" y="798"/>
                    <a:pt x="661" y="798"/>
                  </a:cubicBezTo>
                  <a:cubicBezTo>
                    <a:pt x="662" y="797"/>
                    <a:pt x="663" y="796"/>
                    <a:pt x="665" y="797"/>
                  </a:cubicBezTo>
                  <a:cubicBezTo>
                    <a:pt x="666" y="798"/>
                    <a:pt x="668" y="797"/>
                    <a:pt x="667" y="799"/>
                  </a:cubicBezTo>
                  <a:cubicBezTo>
                    <a:pt x="667" y="801"/>
                    <a:pt x="665" y="801"/>
                    <a:pt x="665" y="802"/>
                  </a:cubicBezTo>
                  <a:cubicBezTo>
                    <a:pt x="664" y="803"/>
                    <a:pt x="664" y="803"/>
                    <a:pt x="666" y="804"/>
                  </a:cubicBezTo>
                  <a:cubicBezTo>
                    <a:pt x="667" y="804"/>
                    <a:pt x="668" y="803"/>
                    <a:pt x="669" y="805"/>
                  </a:cubicBezTo>
                  <a:cubicBezTo>
                    <a:pt x="669" y="807"/>
                    <a:pt x="669" y="807"/>
                    <a:pt x="669" y="809"/>
                  </a:cubicBezTo>
                  <a:cubicBezTo>
                    <a:pt x="670" y="811"/>
                    <a:pt x="669" y="812"/>
                    <a:pt x="667" y="812"/>
                  </a:cubicBezTo>
                  <a:cubicBezTo>
                    <a:pt x="665" y="812"/>
                    <a:pt x="662" y="810"/>
                    <a:pt x="660" y="810"/>
                  </a:cubicBezTo>
                  <a:cubicBezTo>
                    <a:pt x="659" y="810"/>
                    <a:pt x="657" y="811"/>
                    <a:pt x="656" y="810"/>
                  </a:cubicBezTo>
                  <a:cubicBezTo>
                    <a:pt x="654" y="810"/>
                    <a:pt x="652" y="809"/>
                    <a:pt x="650" y="809"/>
                  </a:cubicBezTo>
                  <a:cubicBezTo>
                    <a:pt x="649" y="809"/>
                    <a:pt x="648" y="809"/>
                    <a:pt x="648" y="810"/>
                  </a:cubicBezTo>
                  <a:cubicBezTo>
                    <a:pt x="648" y="811"/>
                    <a:pt x="650" y="812"/>
                    <a:pt x="651" y="812"/>
                  </a:cubicBezTo>
                  <a:cubicBezTo>
                    <a:pt x="653" y="812"/>
                    <a:pt x="653" y="811"/>
                    <a:pt x="656" y="812"/>
                  </a:cubicBezTo>
                  <a:cubicBezTo>
                    <a:pt x="658" y="813"/>
                    <a:pt x="659" y="813"/>
                    <a:pt x="661" y="814"/>
                  </a:cubicBezTo>
                  <a:cubicBezTo>
                    <a:pt x="663" y="815"/>
                    <a:pt x="665" y="816"/>
                    <a:pt x="663" y="817"/>
                  </a:cubicBezTo>
                  <a:cubicBezTo>
                    <a:pt x="662" y="817"/>
                    <a:pt x="660" y="817"/>
                    <a:pt x="658" y="817"/>
                  </a:cubicBezTo>
                  <a:cubicBezTo>
                    <a:pt x="656" y="816"/>
                    <a:pt x="654" y="815"/>
                    <a:pt x="653" y="816"/>
                  </a:cubicBezTo>
                  <a:cubicBezTo>
                    <a:pt x="652" y="817"/>
                    <a:pt x="653" y="817"/>
                    <a:pt x="651" y="818"/>
                  </a:cubicBezTo>
                  <a:cubicBezTo>
                    <a:pt x="650" y="819"/>
                    <a:pt x="648" y="819"/>
                    <a:pt x="646" y="819"/>
                  </a:cubicBezTo>
                  <a:cubicBezTo>
                    <a:pt x="645" y="819"/>
                    <a:pt x="643" y="818"/>
                    <a:pt x="643" y="820"/>
                  </a:cubicBezTo>
                  <a:cubicBezTo>
                    <a:pt x="643" y="821"/>
                    <a:pt x="644" y="822"/>
                    <a:pt x="646" y="824"/>
                  </a:cubicBezTo>
                  <a:cubicBezTo>
                    <a:pt x="647" y="826"/>
                    <a:pt x="648" y="826"/>
                    <a:pt x="649" y="827"/>
                  </a:cubicBezTo>
                  <a:cubicBezTo>
                    <a:pt x="650" y="828"/>
                    <a:pt x="651" y="830"/>
                    <a:pt x="651" y="830"/>
                  </a:cubicBezTo>
                  <a:cubicBezTo>
                    <a:pt x="651" y="831"/>
                    <a:pt x="649" y="831"/>
                    <a:pt x="648" y="831"/>
                  </a:cubicBezTo>
                  <a:cubicBezTo>
                    <a:pt x="647" y="830"/>
                    <a:pt x="646" y="829"/>
                    <a:pt x="645" y="829"/>
                  </a:cubicBezTo>
                  <a:cubicBezTo>
                    <a:pt x="644" y="828"/>
                    <a:pt x="643" y="826"/>
                    <a:pt x="642" y="826"/>
                  </a:cubicBezTo>
                  <a:cubicBezTo>
                    <a:pt x="641" y="826"/>
                    <a:pt x="640" y="825"/>
                    <a:pt x="640" y="826"/>
                  </a:cubicBezTo>
                  <a:cubicBezTo>
                    <a:pt x="640" y="827"/>
                    <a:pt x="640" y="827"/>
                    <a:pt x="641" y="828"/>
                  </a:cubicBezTo>
                  <a:cubicBezTo>
                    <a:pt x="642" y="829"/>
                    <a:pt x="642" y="829"/>
                    <a:pt x="643" y="830"/>
                  </a:cubicBezTo>
                  <a:cubicBezTo>
                    <a:pt x="645" y="831"/>
                    <a:pt x="646" y="832"/>
                    <a:pt x="645" y="832"/>
                  </a:cubicBezTo>
                  <a:cubicBezTo>
                    <a:pt x="644" y="833"/>
                    <a:pt x="643" y="832"/>
                    <a:pt x="642" y="832"/>
                  </a:cubicBezTo>
                  <a:cubicBezTo>
                    <a:pt x="642" y="831"/>
                    <a:pt x="641" y="831"/>
                    <a:pt x="640" y="830"/>
                  </a:cubicBezTo>
                  <a:cubicBezTo>
                    <a:pt x="639" y="829"/>
                    <a:pt x="638" y="828"/>
                    <a:pt x="637" y="829"/>
                  </a:cubicBezTo>
                  <a:cubicBezTo>
                    <a:pt x="636" y="830"/>
                    <a:pt x="635" y="829"/>
                    <a:pt x="636" y="831"/>
                  </a:cubicBezTo>
                  <a:cubicBezTo>
                    <a:pt x="637" y="832"/>
                    <a:pt x="638" y="833"/>
                    <a:pt x="640" y="833"/>
                  </a:cubicBezTo>
                  <a:cubicBezTo>
                    <a:pt x="641" y="833"/>
                    <a:pt x="643" y="834"/>
                    <a:pt x="644" y="835"/>
                  </a:cubicBezTo>
                  <a:cubicBezTo>
                    <a:pt x="645" y="837"/>
                    <a:pt x="645" y="839"/>
                    <a:pt x="644" y="839"/>
                  </a:cubicBezTo>
                  <a:cubicBezTo>
                    <a:pt x="643" y="839"/>
                    <a:pt x="640" y="839"/>
                    <a:pt x="639" y="839"/>
                  </a:cubicBezTo>
                  <a:cubicBezTo>
                    <a:pt x="637" y="840"/>
                    <a:pt x="636" y="840"/>
                    <a:pt x="635" y="839"/>
                  </a:cubicBezTo>
                  <a:cubicBezTo>
                    <a:pt x="635" y="838"/>
                    <a:pt x="633" y="837"/>
                    <a:pt x="632" y="837"/>
                  </a:cubicBezTo>
                  <a:cubicBezTo>
                    <a:pt x="631" y="837"/>
                    <a:pt x="630" y="836"/>
                    <a:pt x="629" y="837"/>
                  </a:cubicBezTo>
                  <a:cubicBezTo>
                    <a:pt x="628" y="839"/>
                    <a:pt x="627" y="838"/>
                    <a:pt x="627" y="839"/>
                  </a:cubicBezTo>
                  <a:cubicBezTo>
                    <a:pt x="627" y="841"/>
                    <a:pt x="628" y="841"/>
                    <a:pt x="628" y="842"/>
                  </a:cubicBezTo>
                  <a:cubicBezTo>
                    <a:pt x="627" y="843"/>
                    <a:pt x="625" y="843"/>
                    <a:pt x="623" y="843"/>
                  </a:cubicBezTo>
                  <a:cubicBezTo>
                    <a:pt x="622" y="843"/>
                    <a:pt x="624" y="843"/>
                    <a:pt x="621" y="842"/>
                  </a:cubicBezTo>
                  <a:cubicBezTo>
                    <a:pt x="617" y="841"/>
                    <a:pt x="617" y="842"/>
                    <a:pt x="617" y="843"/>
                  </a:cubicBezTo>
                  <a:cubicBezTo>
                    <a:pt x="616" y="844"/>
                    <a:pt x="615" y="846"/>
                    <a:pt x="617" y="846"/>
                  </a:cubicBezTo>
                  <a:cubicBezTo>
                    <a:pt x="620" y="846"/>
                    <a:pt x="620" y="846"/>
                    <a:pt x="621" y="846"/>
                  </a:cubicBezTo>
                  <a:cubicBezTo>
                    <a:pt x="622" y="847"/>
                    <a:pt x="622" y="846"/>
                    <a:pt x="623" y="847"/>
                  </a:cubicBezTo>
                  <a:cubicBezTo>
                    <a:pt x="624" y="848"/>
                    <a:pt x="625" y="848"/>
                    <a:pt x="626" y="848"/>
                  </a:cubicBezTo>
                  <a:cubicBezTo>
                    <a:pt x="627" y="848"/>
                    <a:pt x="628" y="848"/>
                    <a:pt x="629" y="849"/>
                  </a:cubicBezTo>
                  <a:cubicBezTo>
                    <a:pt x="629" y="849"/>
                    <a:pt x="630" y="850"/>
                    <a:pt x="629" y="851"/>
                  </a:cubicBezTo>
                  <a:cubicBezTo>
                    <a:pt x="629" y="852"/>
                    <a:pt x="628" y="852"/>
                    <a:pt x="627" y="852"/>
                  </a:cubicBezTo>
                  <a:cubicBezTo>
                    <a:pt x="626" y="851"/>
                    <a:pt x="625" y="850"/>
                    <a:pt x="624" y="850"/>
                  </a:cubicBezTo>
                  <a:cubicBezTo>
                    <a:pt x="622" y="850"/>
                    <a:pt x="621" y="849"/>
                    <a:pt x="621" y="850"/>
                  </a:cubicBezTo>
                  <a:cubicBezTo>
                    <a:pt x="620" y="850"/>
                    <a:pt x="619" y="851"/>
                    <a:pt x="620" y="851"/>
                  </a:cubicBezTo>
                  <a:cubicBezTo>
                    <a:pt x="622" y="852"/>
                    <a:pt x="625" y="853"/>
                    <a:pt x="625" y="854"/>
                  </a:cubicBezTo>
                  <a:cubicBezTo>
                    <a:pt x="626" y="854"/>
                    <a:pt x="627" y="854"/>
                    <a:pt x="628" y="856"/>
                  </a:cubicBezTo>
                  <a:cubicBezTo>
                    <a:pt x="629" y="857"/>
                    <a:pt x="630" y="857"/>
                    <a:pt x="631" y="857"/>
                  </a:cubicBezTo>
                  <a:cubicBezTo>
                    <a:pt x="633" y="857"/>
                    <a:pt x="634" y="856"/>
                    <a:pt x="634" y="857"/>
                  </a:cubicBezTo>
                  <a:cubicBezTo>
                    <a:pt x="634" y="859"/>
                    <a:pt x="634" y="859"/>
                    <a:pt x="633" y="860"/>
                  </a:cubicBezTo>
                  <a:cubicBezTo>
                    <a:pt x="632" y="861"/>
                    <a:pt x="632" y="861"/>
                    <a:pt x="631" y="862"/>
                  </a:cubicBezTo>
                  <a:cubicBezTo>
                    <a:pt x="631" y="863"/>
                    <a:pt x="631" y="863"/>
                    <a:pt x="630" y="865"/>
                  </a:cubicBezTo>
                  <a:cubicBezTo>
                    <a:pt x="630" y="866"/>
                    <a:pt x="629" y="866"/>
                    <a:pt x="629" y="867"/>
                  </a:cubicBezTo>
                  <a:cubicBezTo>
                    <a:pt x="629" y="869"/>
                    <a:pt x="630" y="869"/>
                    <a:pt x="631" y="870"/>
                  </a:cubicBezTo>
                  <a:cubicBezTo>
                    <a:pt x="632" y="870"/>
                    <a:pt x="632" y="871"/>
                    <a:pt x="632" y="872"/>
                  </a:cubicBezTo>
                  <a:cubicBezTo>
                    <a:pt x="633" y="873"/>
                    <a:pt x="633" y="873"/>
                    <a:pt x="632" y="874"/>
                  </a:cubicBezTo>
                  <a:cubicBezTo>
                    <a:pt x="631" y="875"/>
                    <a:pt x="630" y="875"/>
                    <a:pt x="629" y="875"/>
                  </a:cubicBezTo>
                  <a:cubicBezTo>
                    <a:pt x="628" y="875"/>
                    <a:pt x="627" y="874"/>
                    <a:pt x="626" y="874"/>
                  </a:cubicBezTo>
                  <a:cubicBezTo>
                    <a:pt x="625" y="873"/>
                    <a:pt x="623" y="872"/>
                    <a:pt x="622" y="873"/>
                  </a:cubicBezTo>
                  <a:cubicBezTo>
                    <a:pt x="622" y="874"/>
                    <a:pt x="622" y="875"/>
                    <a:pt x="623" y="875"/>
                  </a:cubicBezTo>
                  <a:cubicBezTo>
                    <a:pt x="625" y="875"/>
                    <a:pt x="626" y="877"/>
                    <a:pt x="628" y="877"/>
                  </a:cubicBezTo>
                  <a:cubicBezTo>
                    <a:pt x="630" y="877"/>
                    <a:pt x="632" y="877"/>
                    <a:pt x="632" y="878"/>
                  </a:cubicBezTo>
                  <a:cubicBezTo>
                    <a:pt x="632" y="879"/>
                    <a:pt x="632" y="880"/>
                    <a:pt x="630" y="880"/>
                  </a:cubicBezTo>
                  <a:cubicBezTo>
                    <a:pt x="629" y="881"/>
                    <a:pt x="627" y="880"/>
                    <a:pt x="625" y="880"/>
                  </a:cubicBezTo>
                  <a:cubicBezTo>
                    <a:pt x="623" y="880"/>
                    <a:pt x="623" y="879"/>
                    <a:pt x="621" y="879"/>
                  </a:cubicBezTo>
                  <a:cubicBezTo>
                    <a:pt x="619" y="880"/>
                    <a:pt x="619" y="881"/>
                    <a:pt x="619" y="882"/>
                  </a:cubicBezTo>
                  <a:cubicBezTo>
                    <a:pt x="620" y="883"/>
                    <a:pt x="621" y="883"/>
                    <a:pt x="623" y="883"/>
                  </a:cubicBezTo>
                  <a:cubicBezTo>
                    <a:pt x="624" y="883"/>
                    <a:pt x="625" y="883"/>
                    <a:pt x="626" y="883"/>
                  </a:cubicBezTo>
                  <a:cubicBezTo>
                    <a:pt x="628" y="883"/>
                    <a:pt x="629" y="882"/>
                    <a:pt x="630" y="884"/>
                  </a:cubicBezTo>
                  <a:cubicBezTo>
                    <a:pt x="631" y="885"/>
                    <a:pt x="630" y="887"/>
                    <a:pt x="629" y="887"/>
                  </a:cubicBezTo>
                  <a:cubicBezTo>
                    <a:pt x="628" y="888"/>
                    <a:pt x="626" y="888"/>
                    <a:pt x="624" y="888"/>
                  </a:cubicBezTo>
                  <a:cubicBezTo>
                    <a:pt x="623" y="888"/>
                    <a:pt x="621" y="888"/>
                    <a:pt x="619" y="888"/>
                  </a:cubicBezTo>
                  <a:cubicBezTo>
                    <a:pt x="618" y="887"/>
                    <a:pt x="614" y="886"/>
                    <a:pt x="614" y="887"/>
                  </a:cubicBezTo>
                  <a:cubicBezTo>
                    <a:pt x="614" y="889"/>
                    <a:pt x="614" y="889"/>
                    <a:pt x="616" y="889"/>
                  </a:cubicBezTo>
                  <a:cubicBezTo>
                    <a:pt x="618" y="890"/>
                    <a:pt x="618" y="889"/>
                    <a:pt x="620" y="890"/>
                  </a:cubicBezTo>
                  <a:cubicBezTo>
                    <a:pt x="622" y="890"/>
                    <a:pt x="623" y="890"/>
                    <a:pt x="623" y="891"/>
                  </a:cubicBezTo>
                  <a:cubicBezTo>
                    <a:pt x="623" y="892"/>
                    <a:pt x="623" y="892"/>
                    <a:pt x="621" y="892"/>
                  </a:cubicBezTo>
                  <a:cubicBezTo>
                    <a:pt x="619" y="892"/>
                    <a:pt x="616" y="891"/>
                    <a:pt x="615" y="892"/>
                  </a:cubicBezTo>
                  <a:cubicBezTo>
                    <a:pt x="614" y="893"/>
                    <a:pt x="615" y="894"/>
                    <a:pt x="613" y="895"/>
                  </a:cubicBezTo>
                  <a:cubicBezTo>
                    <a:pt x="610" y="895"/>
                    <a:pt x="609" y="893"/>
                    <a:pt x="608" y="895"/>
                  </a:cubicBezTo>
                  <a:cubicBezTo>
                    <a:pt x="607" y="896"/>
                    <a:pt x="607" y="897"/>
                    <a:pt x="609" y="897"/>
                  </a:cubicBezTo>
                  <a:cubicBezTo>
                    <a:pt x="611" y="897"/>
                    <a:pt x="612" y="896"/>
                    <a:pt x="614" y="896"/>
                  </a:cubicBezTo>
                  <a:cubicBezTo>
                    <a:pt x="615" y="896"/>
                    <a:pt x="617" y="896"/>
                    <a:pt x="618" y="896"/>
                  </a:cubicBezTo>
                  <a:cubicBezTo>
                    <a:pt x="620" y="897"/>
                    <a:pt x="622" y="897"/>
                    <a:pt x="622" y="898"/>
                  </a:cubicBezTo>
                  <a:cubicBezTo>
                    <a:pt x="623" y="899"/>
                    <a:pt x="624" y="900"/>
                    <a:pt x="622" y="900"/>
                  </a:cubicBezTo>
                  <a:cubicBezTo>
                    <a:pt x="620" y="900"/>
                    <a:pt x="618" y="900"/>
                    <a:pt x="616" y="900"/>
                  </a:cubicBezTo>
                  <a:cubicBezTo>
                    <a:pt x="613" y="900"/>
                    <a:pt x="612" y="900"/>
                    <a:pt x="611" y="900"/>
                  </a:cubicBezTo>
                  <a:cubicBezTo>
                    <a:pt x="610" y="901"/>
                    <a:pt x="610" y="902"/>
                    <a:pt x="610" y="903"/>
                  </a:cubicBezTo>
                  <a:cubicBezTo>
                    <a:pt x="611" y="904"/>
                    <a:pt x="610" y="905"/>
                    <a:pt x="611" y="905"/>
                  </a:cubicBezTo>
                  <a:cubicBezTo>
                    <a:pt x="613" y="905"/>
                    <a:pt x="616" y="905"/>
                    <a:pt x="618" y="905"/>
                  </a:cubicBezTo>
                  <a:cubicBezTo>
                    <a:pt x="620" y="905"/>
                    <a:pt x="622" y="905"/>
                    <a:pt x="622" y="906"/>
                  </a:cubicBezTo>
                  <a:cubicBezTo>
                    <a:pt x="623" y="907"/>
                    <a:pt x="623" y="909"/>
                    <a:pt x="622" y="909"/>
                  </a:cubicBezTo>
                  <a:cubicBezTo>
                    <a:pt x="620" y="909"/>
                    <a:pt x="618" y="909"/>
                    <a:pt x="617" y="909"/>
                  </a:cubicBezTo>
                  <a:cubicBezTo>
                    <a:pt x="617" y="908"/>
                    <a:pt x="616" y="909"/>
                    <a:pt x="616" y="909"/>
                  </a:cubicBezTo>
                  <a:cubicBezTo>
                    <a:pt x="616" y="910"/>
                    <a:pt x="616" y="910"/>
                    <a:pt x="618" y="911"/>
                  </a:cubicBezTo>
                  <a:cubicBezTo>
                    <a:pt x="619" y="911"/>
                    <a:pt x="620" y="911"/>
                    <a:pt x="620" y="912"/>
                  </a:cubicBezTo>
                  <a:cubicBezTo>
                    <a:pt x="620" y="913"/>
                    <a:pt x="619" y="913"/>
                    <a:pt x="618" y="913"/>
                  </a:cubicBezTo>
                  <a:cubicBezTo>
                    <a:pt x="617" y="913"/>
                    <a:pt x="616" y="913"/>
                    <a:pt x="615" y="913"/>
                  </a:cubicBezTo>
                  <a:cubicBezTo>
                    <a:pt x="614" y="913"/>
                    <a:pt x="613" y="913"/>
                    <a:pt x="612" y="913"/>
                  </a:cubicBezTo>
                  <a:cubicBezTo>
                    <a:pt x="611" y="913"/>
                    <a:pt x="610" y="913"/>
                    <a:pt x="610" y="912"/>
                  </a:cubicBezTo>
                  <a:cubicBezTo>
                    <a:pt x="609" y="912"/>
                    <a:pt x="608" y="911"/>
                    <a:pt x="608" y="910"/>
                  </a:cubicBezTo>
                  <a:cubicBezTo>
                    <a:pt x="608" y="909"/>
                    <a:pt x="607" y="907"/>
                    <a:pt x="606" y="908"/>
                  </a:cubicBezTo>
                  <a:cubicBezTo>
                    <a:pt x="605" y="908"/>
                    <a:pt x="605" y="908"/>
                    <a:pt x="605" y="909"/>
                  </a:cubicBezTo>
                  <a:cubicBezTo>
                    <a:pt x="605" y="910"/>
                    <a:pt x="605" y="911"/>
                    <a:pt x="604" y="911"/>
                  </a:cubicBezTo>
                  <a:cubicBezTo>
                    <a:pt x="603" y="911"/>
                    <a:pt x="601" y="911"/>
                    <a:pt x="601" y="910"/>
                  </a:cubicBezTo>
                  <a:cubicBezTo>
                    <a:pt x="600" y="910"/>
                    <a:pt x="599" y="910"/>
                    <a:pt x="598" y="910"/>
                  </a:cubicBezTo>
                  <a:cubicBezTo>
                    <a:pt x="597" y="911"/>
                    <a:pt x="596" y="909"/>
                    <a:pt x="595" y="910"/>
                  </a:cubicBezTo>
                  <a:cubicBezTo>
                    <a:pt x="595" y="911"/>
                    <a:pt x="594" y="912"/>
                    <a:pt x="596" y="912"/>
                  </a:cubicBezTo>
                  <a:cubicBezTo>
                    <a:pt x="597" y="913"/>
                    <a:pt x="599" y="912"/>
                    <a:pt x="600" y="913"/>
                  </a:cubicBezTo>
                  <a:cubicBezTo>
                    <a:pt x="602" y="913"/>
                    <a:pt x="603" y="914"/>
                    <a:pt x="604" y="914"/>
                  </a:cubicBezTo>
                  <a:cubicBezTo>
                    <a:pt x="605" y="914"/>
                    <a:pt x="606" y="914"/>
                    <a:pt x="607" y="914"/>
                  </a:cubicBezTo>
                  <a:cubicBezTo>
                    <a:pt x="609" y="915"/>
                    <a:pt x="610" y="915"/>
                    <a:pt x="610" y="916"/>
                  </a:cubicBezTo>
                  <a:cubicBezTo>
                    <a:pt x="610" y="916"/>
                    <a:pt x="608" y="917"/>
                    <a:pt x="608" y="918"/>
                  </a:cubicBezTo>
                  <a:cubicBezTo>
                    <a:pt x="607" y="919"/>
                    <a:pt x="607" y="920"/>
                    <a:pt x="608" y="920"/>
                  </a:cubicBezTo>
                  <a:cubicBezTo>
                    <a:pt x="610" y="920"/>
                    <a:pt x="611" y="920"/>
                    <a:pt x="612" y="919"/>
                  </a:cubicBezTo>
                  <a:cubicBezTo>
                    <a:pt x="613" y="918"/>
                    <a:pt x="614" y="917"/>
                    <a:pt x="616" y="918"/>
                  </a:cubicBezTo>
                  <a:cubicBezTo>
                    <a:pt x="617" y="919"/>
                    <a:pt x="619" y="919"/>
                    <a:pt x="619" y="920"/>
                  </a:cubicBezTo>
                  <a:cubicBezTo>
                    <a:pt x="619" y="921"/>
                    <a:pt x="617" y="921"/>
                    <a:pt x="617" y="923"/>
                  </a:cubicBezTo>
                  <a:cubicBezTo>
                    <a:pt x="616" y="924"/>
                    <a:pt x="617" y="925"/>
                    <a:pt x="615" y="925"/>
                  </a:cubicBezTo>
                  <a:cubicBezTo>
                    <a:pt x="613" y="925"/>
                    <a:pt x="612" y="924"/>
                    <a:pt x="610" y="924"/>
                  </a:cubicBezTo>
                  <a:cubicBezTo>
                    <a:pt x="608" y="924"/>
                    <a:pt x="607" y="924"/>
                    <a:pt x="606" y="924"/>
                  </a:cubicBezTo>
                  <a:cubicBezTo>
                    <a:pt x="605" y="924"/>
                    <a:pt x="603" y="924"/>
                    <a:pt x="601" y="924"/>
                  </a:cubicBezTo>
                  <a:cubicBezTo>
                    <a:pt x="600" y="924"/>
                    <a:pt x="597" y="923"/>
                    <a:pt x="597" y="923"/>
                  </a:cubicBezTo>
                  <a:cubicBezTo>
                    <a:pt x="597" y="923"/>
                    <a:pt x="596" y="922"/>
                    <a:pt x="597" y="921"/>
                  </a:cubicBezTo>
                  <a:cubicBezTo>
                    <a:pt x="597" y="920"/>
                    <a:pt x="598" y="919"/>
                    <a:pt x="597" y="918"/>
                  </a:cubicBezTo>
                  <a:cubicBezTo>
                    <a:pt x="595" y="917"/>
                    <a:pt x="593" y="918"/>
                    <a:pt x="593" y="919"/>
                  </a:cubicBezTo>
                  <a:cubicBezTo>
                    <a:pt x="593" y="919"/>
                    <a:pt x="593" y="921"/>
                    <a:pt x="593" y="922"/>
                  </a:cubicBezTo>
                  <a:cubicBezTo>
                    <a:pt x="593" y="922"/>
                    <a:pt x="592" y="923"/>
                    <a:pt x="591" y="923"/>
                  </a:cubicBezTo>
                  <a:cubicBezTo>
                    <a:pt x="590" y="923"/>
                    <a:pt x="589" y="925"/>
                    <a:pt x="589" y="925"/>
                  </a:cubicBezTo>
                  <a:cubicBezTo>
                    <a:pt x="589" y="926"/>
                    <a:pt x="588" y="927"/>
                    <a:pt x="587" y="927"/>
                  </a:cubicBezTo>
                  <a:cubicBezTo>
                    <a:pt x="586" y="928"/>
                    <a:pt x="584" y="928"/>
                    <a:pt x="584" y="928"/>
                  </a:cubicBezTo>
                  <a:cubicBezTo>
                    <a:pt x="583" y="927"/>
                    <a:pt x="581" y="926"/>
                    <a:pt x="582" y="925"/>
                  </a:cubicBezTo>
                  <a:cubicBezTo>
                    <a:pt x="582" y="924"/>
                    <a:pt x="581" y="922"/>
                    <a:pt x="582" y="921"/>
                  </a:cubicBezTo>
                  <a:cubicBezTo>
                    <a:pt x="583" y="920"/>
                    <a:pt x="583" y="920"/>
                    <a:pt x="584" y="920"/>
                  </a:cubicBezTo>
                  <a:cubicBezTo>
                    <a:pt x="585" y="919"/>
                    <a:pt x="586" y="919"/>
                    <a:pt x="586" y="918"/>
                  </a:cubicBezTo>
                  <a:cubicBezTo>
                    <a:pt x="587" y="917"/>
                    <a:pt x="587" y="916"/>
                    <a:pt x="587" y="915"/>
                  </a:cubicBezTo>
                  <a:cubicBezTo>
                    <a:pt x="588" y="915"/>
                    <a:pt x="591" y="914"/>
                    <a:pt x="590" y="913"/>
                  </a:cubicBezTo>
                  <a:cubicBezTo>
                    <a:pt x="589" y="912"/>
                    <a:pt x="588" y="911"/>
                    <a:pt x="588" y="911"/>
                  </a:cubicBezTo>
                  <a:cubicBezTo>
                    <a:pt x="587" y="912"/>
                    <a:pt x="587" y="913"/>
                    <a:pt x="586" y="914"/>
                  </a:cubicBezTo>
                  <a:cubicBezTo>
                    <a:pt x="586" y="914"/>
                    <a:pt x="585" y="915"/>
                    <a:pt x="585" y="915"/>
                  </a:cubicBezTo>
                  <a:cubicBezTo>
                    <a:pt x="584" y="916"/>
                    <a:pt x="584" y="916"/>
                    <a:pt x="583" y="917"/>
                  </a:cubicBezTo>
                  <a:cubicBezTo>
                    <a:pt x="582" y="918"/>
                    <a:pt x="580" y="920"/>
                    <a:pt x="580" y="920"/>
                  </a:cubicBezTo>
                  <a:cubicBezTo>
                    <a:pt x="579" y="919"/>
                    <a:pt x="579" y="918"/>
                    <a:pt x="580" y="917"/>
                  </a:cubicBezTo>
                  <a:cubicBezTo>
                    <a:pt x="581" y="916"/>
                    <a:pt x="582" y="916"/>
                    <a:pt x="582" y="914"/>
                  </a:cubicBezTo>
                  <a:cubicBezTo>
                    <a:pt x="582" y="913"/>
                    <a:pt x="583" y="911"/>
                    <a:pt x="584" y="910"/>
                  </a:cubicBezTo>
                  <a:cubicBezTo>
                    <a:pt x="585" y="910"/>
                    <a:pt x="586" y="909"/>
                    <a:pt x="586" y="908"/>
                  </a:cubicBezTo>
                  <a:cubicBezTo>
                    <a:pt x="586" y="907"/>
                    <a:pt x="586" y="906"/>
                    <a:pt x="585" y="906"/>
                  </a:cubicBezTo>
                  <a:cubicBezTo>
                    <a:pt x="585" y="906"/>
                    <a:pt x="584" y="906"/>
                    <a:pt x="583" y="908"/>
                  </a:cubicBezTo>
                  <a:cubicBezTo>
                    <a:pt x="582" y="909"/>
                    <a:pt x="581" y="910"/>
                    <a:pt x="580" y="910"/>
                  </a:cubicBezTo>
                  <a:cubicBezTo>
                    <a:pt x="580" y="911"/>
                    <a:pt x="579" y="912"/>
                    <a:pt x="579" y="913"/>
                  </a:cubicBezTo>
                  <a:cubicBezTo>
                    <a:pt x="578" y="913"/>
                    <a:pt x="576" y="915"/>
                    <a:pt x="576" y="914"/>
                  </a:cubicBezTo>
                  <a:cubicBezTo>
                    <a:pt x="576" y="912"/>
                    <a:pt x="576" y="912"/>
                    <a:pt x="577" y="911"/>
                  </a:cubicBezTo>
                  <a:cubicBezTo>
                    <a:pt x="578" y="911"/>
                    <a:pt x="579" y="910"/>
                    <a:pt x="578" y="909"/>
                  </a:cubicBezTo>
                  <a:cubicBezTo>
                    <a:pt x="578" y="907"/>
                    <a:pt x="577" y="906"/>
                    <a:pt x="576" y="906"/>
                  </a:cubicBezTo>
                  <a:cubicBezTo>
                    <a:pt x="575" y="906"/>
                    <a:pt x="573" y="905"/>
                    <a:pt x="571" y="906"/>
                  </a:cubicBezTo>
                  <a:cubicBezTo>
                    <a:pt x="570" y="907"/>
                    <a:pt x="570" y="907"/>
                    <a:pt x="570" y="908"/>
                  </a:cubicBezTo>
                  <a:cubicBezTo>
                    <a:pt x="569" y="910"/>
                    <a:pt x="569" y="911"/>
                    <a:pt x="568" y="911"/>
                  </a:cubicBezTo>
                  <a:cubicBezTo>
                    <a:pt x="567" y="910"/>
                    <a:pt x="566" y="910"/>
                    <a:pt x="566" y="908"/>
                  </a:cubicBezTo>
                  <a:cubicBezTo>
                    <a:pt x="567" y="907"/>
                    <a:pt x="567" y="906"/>
                    <a:pt x="567" y="905"/>
                  </a:cubicBezTo>
                  <a:cubicBezTo>
                    <a:pt x="566" y="904"/>
                    <a:pt x="568" y="904"/>
                    <a:pt x="569" y="903"/>
                  </a:cubicBezTo>
                  <a:cubicBezTo>
                    <a:pt x="570" y="903"/>
                    <a:pt x="571" y="903"/>
                    <a:pt x="571" y="900"/>
                  </a:cubicBezTo>
                  <a:cubicBezTo>
                    <a:pt x="571" y="898"/>
                    <a:pt x="570" y="897"/>
                    <a:pt x="571" y="897"/>
                  </a:cubicBezTo>
                  <a:cubicBezTo>
                    <a:pt x="572" y="896"/>
                    <a:pt x="573" y="895"/>
                    <a:pt x="574" y="894"/>
                  </a:cubicBezTo>
                  <a:cubicBezTo>
                    <a:pt x="574" y="893"/>
                    <a:pt x="574" y="892"/>
                    <a:pt x="574" y="892"/>
                  </a:cubicBezTo>
                  <a:cubicBezTo>
                    <a:pt x="574" y="892"/>
                    <a:pt x="574" y="890"/>
                    <a:pt x="572" y="892"/>
                  </a:cubicBezTo>
                  <a:cubicBezTo>
                    <a:pt x="571" y="893"/>
                    <a:pt x="570" y="893"/>
                    <a:pt x="570" y="892"/>
                  </a:cubicBezTo>
                  <a:cubicBezTo>
                    <a:pt x="570" y="891"/>
                    <a:pt x="570" y="890"/>
                    <a:pt x="569" y="890"/>
                  </a:cubicBezTo>
                  <a:cubicBezTo>
                    <a:pt x="569" y="890"/>
                    <a:pt x="568" y="889"/>
                    <a:pt x="568" y="890"/>
                  </a:cubicBezTo>
                  <a:cubicBezTo>
                    <a:pt x="567" y="891"/>
                    <a:pt x="567" y="892"/>
                    <a:pt x="567" y="893"/>
                  </a:cubicBezTo>
                  <a:cubicBezTo>
                    <a:pt x="567" y="894"/>
                    <a:pt x="567" y="895"/>
                    <a:pt x="566" y="896"/>
                  </a:cubicBezTo>
                  <a:cubicBezTo>
                    <a:pt x="565" y="896"/>
                    <a:pt x="565" y="897"/>
                    <a:pt x="564" y="897"/>
                  </a:cubicBezTo>
                  <a:cubicBezTo>
                    <a:pt x="563" y="897"/>
                    <a:pt x="562" y="897"/>
                    <a:pt x="562" y="896"/>
                  </a:cubicBezTo>
                  <a:cubicBezTo>
                    <a:pt x="563" y="896"/>
                    <a:pt x="564" y="895"/>
                    <a:pt x="564" y="895"/>
                  </a:cubicBezTo>
                  <a:cubicBezTo>
                    <a:pt x="565" y="895"/>
                    <a:pt x="565" y="894"/>
                    <a:pt x="565" y="893"/>
                  </a:cubicBezTo>
                  <a:cubicBezTo>
                    <a:pt x="565" y="892"/>
                    <a:pt x="564" y="892"/>
                    <a:pt x="564" y="891"/>
                  </a:cubicBezTo>
                  <a:cubicBezTo>
                    <a:pt x="563" y="891"/>
                    <a:pt x="563" y="891"/>
                    <a:pt x="563" y="890"/>
                  </a:cubicBezTo>
                  <a:cubicBezTo>
                    <a:pt x="563" y="889"/>
                    <a:pt x="563" y="889"/>
                    <a:pt x="564" y="889"/>
                  </a:cubicBezTo>
                  <a:cubicBezTo>
                    <a:pt x="564" y="889"/>
                    <a:pt x="565" y="888"/>
                    <a:pt x="564" y="888"/>
                  </a:cubicBezTo>
                  <a:cubicBezTo>
                    <a:pt x="564" y="887"/>
                    <a:pt x="563" y="886"/>
                    <a:pt x="562" y="887"/>
                  </a:cubicBezTo>
                  <a:cubicBezTo>
                    <a:pt x="561" y="888"/>
                    <a:pt x="560" y="888"/>
                    <a:pt x="559" y="888"/>
                  </a:cubicBezTo>
                  <a:cubicBezTo>
                    <a:pt x="558" y="888"/>
                    <a:pt x="556" y="888"/>
                    <a:pt x="556" y="889"/>
                  </a:cubicBezTo>
                  <a:cubicBezTo>
                    <a:pt x="555" y="890"/>
                    <a:pt x="555" y="891"/>
                    <a:pt x="556" y="891"/>
                  </a:cubicBezTo>
                  <a:cubicBezTo>
                    <a:pt x="558" y="892"/>
                    <a:pt x="558" y="891"/>
                    <a:pt x="559" y="892"/>
                  </a:cubicBezTo>
                  <a:cubicBezTo>
                    <a:pt x="560" y="893"/>
                    <a:pt x="560" y="893"/>
                    <a:pt x="560" y="894"/>
                  </a:cubicBezTo>
                  <a:cubicBezTo>
                    <a:pt x="559" y="895"/>
                    <a:pt x="559" y="895"/>
                    <a:pt x="558" y="895"/>
                  </a:cubicBezTo>
                  <a:cubicBezTo>
                    <a:pt x="556" y="895"/>
                    <a:pt x="556" y="894"/>
                    <a:pt x="554" y="894"/>
                  </a:cubicBezTo>
                  <a:cubicBezTo>
                    <a:pt x="552" y="895"/>
                    <a:pt x="551" y="894"/>
                    <a:pt x="550" y="895"/>
                  </a:cubicBezTo>
                  <a:cubicBezTo>
                    <a:pt x="549" y="896"/>
                    <a:pt x="548" y="896"/>
                    <a:pt x="546" y="897"/>
                  </a:cubicBezTo>
                  <a:cubicBezTo>
                    <a:pt x="544" y="899"/>
                    <a:pt x="543" y="898"/>
                    <a:pt x="542" y="899"/>
                  </a:cubicBezTo>
                  <a:cubicBezTo>
                    <a:pt x="542" y="899"/>
                    <a:pt x="541" y="900"/>
                    <a:pt x="541" y="901"/>
                  </a:cubicBezTo>
                  <a:cubicBezTo>
                    <a:pt x="542" y="902"/>
                    <a:pt x="542" y="902"/>
                    <a:pt x="541" y="902"/>
                  </a:cubicBezTo>
                  <a:cubicBezTo>
                    <a:pt x="540" y="902"/>
                    <a:pt x="538" y="903"/>
                    <a:pt x="537" y="902"/>
                  </a:cubicBezTo>
                  <a:cubicBezTo>
                    <a:pt x="537" y="901"/>
                    <a:pt x="537" y="900"/>
                    <a:pt x="537" y="899"/>
                  </a:cubicBezTo>
                  <a:cubicBezTo>
                    <a:pt x="537" y="899"/>
                    <a:pt x="534" y="898"/>
                    <a:pt x="533" y="898"/>
                  </a:cubicBezTo>
                  <a:cubicBezTo>
                    <a:pt x="532" y="899"/>
                    <a:pt x="531" y="900"/>
                    <a:pt x="530" y="900"/>
                  </a:cubicBezTo>
                  <a:cubicBezTo>
                    <a:pt x="529" y="900"/>
                    <a:pt x="527" y="899"/>
                    <a:pt x="526" y="900"/>
                  </a:cubicBezTo>
                  <a:cubicBezTo>
                    <a:pt x="525" y="901"/>
                    <a:pt x="524" y="901"/>
                    <a:pt x="523" y="901"/>
                  </a:cubicBezTo>
                  <a:cubicBezTo>
                    <a:pt x="522" y="901"/>
                    <a:pt x="520" y="902"/>
                    <a:pt x="520" y="901"/>
                  </a:cubicBezTo>
                  <a:cubicBezTo>
                    <a:pt x="519" y="901"/>
                    <a:pt x="519" y="900"/>
                    <a:pt x="521" y="900"/>
                  </a:cubicBezTo>
                  <a:cubicBezTo>
                    <a:pt x="522" y="899"/>
                    <a:pt x="523" y="899"/>
                    <a:pt x="524" y="898"/>
                  </a:cubicBezTo>
                  <a:cubicBezTo>
                    <a:pt x="524" y="897"/>
                    <a:pt x="523" y="897"/>
                    <a:pt x="521" y="897"/>
                  </a:cubicBezTo>
                  <a:cubicBezTo>
                    <a:pt x="520" y="897"/>
                    <a:pt x="519" y="897"/>
                    <a:pt x="520" y="896"/>
                  </a:cubicBezTo>
                  <a:cubicBezTo>
                    <a:pt x="520" y="895"/>
                    <a:pt x="520" y="894"/>
                    <a:pt x="520" y="894"/>
                  </a:cubicBezTo>
                  <a:cubicBezTo>
                    <a:pt x="521" y="894"/>
                    <a:pt x="522" y="893"/>
                    <a:pt x="521" y="892"/>
                  </a:cubicBezTo>
                  <a:cubicBezTo>
                    <a:pt x="521" y="892"/>
                    <a:pt x="519" y="891"/>
                    <a:pt x="519" y="892"/>
                  </a:cubicBezTo>
                  <a:cubicBezTo>
                    <a:pt x="518" y="893"/>
                    <a:pt x="517" y="893"/>
                    <a:pt x="516" y="894"/>
                  </a:cubicBezTo>
                  <a:cubicBezTo>
                    <a:pt x="515" y="894"/>
                    <a:pt x="514" y="894"/>
                    <a:pt x="514" y="893"/>
                  </a:cubicBezTo>
                  <a:cubicBezTo>
                    <a:pt x="514" y="892"/>
                    <a:pt x="514" y="891"/>
                    <a:pt x="516" y="891"/>
                  </a:cubicBezTo>
                  <a:cubicBezTo>
                    <a:pt x="517" y="891"/>
                    <a:pt x="517" y="889"/>
                    <a:pt x="518" y="889"/>
                  </a:cubicBezTo>
                  <a:cubicBezTo>
                    <a:pt x="518" y="888"/>
                    <a:pt x="518" y="887"/>
                    <a:pt x="517" y="887"/>
                  </a:cubicBezTo>
                  <a:cubicBezTo>
                    <a:pt x="516" y="887"/>
                    <a:pt x="514" y="887"/>
                    <a:pt x="514" y="888"/>
                  </a:cubicBezTo>
                  <a:cubicBezTo>
                    <a:pt x="513" y="889"/>
                    <a:pt x="512" y="889"/>
                    <a:pt x="511" y="890"/>
                  </a:cubicBezTo>
                  <a:cubicBezTo>
                    <a:pt x="510" y="890"/>
                    <a:pt x="507" y="891"/>
                    <a:pt x="507" y="890"/>
                  </a:cubicBezTo>
                  <a:cubicBezTo>
                    <a:pt x="506" y="889"/>
                    <a:pt x="506" y="889"/>
                    <a:pt x="506" y="889"/>
                  </a:cubicBezTo>
                  <a:cubicBezTo>
                    <a:pt x="506" y="889"/>
                    <a:pt x="506" y="888"/>
                    <a:pt x="507" y="888"/>
                  </a:cubicBezTo>
                  <a:cubicBezTo>
                    <a:pt x="508" y="888"/>
                    <a:pt x="509" y="887"/>
                    <a:pt x="509" y="887"/>
                  </a:cubicBezTo>
                  <a:cubicBezTo>
                    <a:pt x="509" y="886"/>
                    <a:pt x="509" y="885"/>
                    <a:pt x="508" y="885"/>
                  </a:cubicBezTo>
                  <a:cubicBezTo>
                    <a:pt x="507" y="885"/>
                    <a:pt x="506" y="885"/>
                    <a:pt x="506" y="884"/>
                  </a:cubicBezTo>
                  <a:cubicBezTo>
                    <a:pt x="506" y="883"/>
                    <a:pt x="506" y="883"/>
                    <a:pt x="507" y="883"/>
                  </a:cubicBezTo>
                  <a:cubicBezTo>
                    <a:pt x="508" y="883"/>
                    <a:pt x="510" y="883"/>
                    <a:pt x="510" y="882"/>
                  </a:cubicBezTo>
                  <a:cubicBezTo>
                    <a:pt x="510" y="882"/>
                    <a:pt x="511" y="881"/>
                    <a:pt x="511" y="881"/>
                  </a:cubicBezTo>
                  <a:cubicBezTo>
                    <a:pt x="510" y="880"/>
                    <a:pt x="509" y="879"/>
                    <a:pt x="507" y="879"/>
                  </a:cubicBezTo>
                  <a:cubicBezTo>
                    <a:pt x="506" y="879"/>
                    <a:pt x="503" y="880"/>
                    <a:pt x="502" y="881"/>
                  </a:cubicBezTo>
                  <a:cubicBezTo>
                    <a:pt x="500" y="882"/>
                    <a:pt x="499" y="882"/>
                    <a:pt x="498" y="882"/>
                  </a:cubicBezTo>
                  <a:cubicBezTo>
                    <a:pt x="497" y="881"/>
                    <a:pt x="496" y="880"/>
                    <a:pt x="497" y="880"/>
                  </a:cubicBezTo>
                  <a:cubicBezTo>
                    <a:pt x="498" y="879"/>
                    <a:pt x="499" y="880"/>
                    <a:pt x="499" y="880"/>
                  </a:cubicBezTo>
                  <a:cubicBezTo>
                    <a:pt x="500" y="880"/>
                    <a:pt x="501" y="879"/>
                    <a:pt x="502" y="879"/>
                  </a:cubicBezTo>
                  <a:cubicBezTo>
                    <a:pt x="503" y="879"/>
                    <a:pt x="503" y="879"/>
                    <a:pt x="503" y="878"/>
                  </a:cubicBezTo>
                  <a:cubicBezTo>
                    <a:pt x="503" y="878"/>
                    <a:pt x="502" y="877"/>
                    <a:pt x="501" y="878"/>
                  </a:cubicBezTo>
                  <a:cubicBezTo>
                    <a:pt x="500" y="878"/>
                    <a:pt x="498" y="878"/>
                    <a:pt x="498" y="878"/>
                  </a:cubicBezTo>
                  <a:cubicBezTo>
                    <a:pt x="498" y="877"/>
                    <a:pt x="497" y="878"/>
                    <a:pt x="497" y="877"/>
                  </a:cubicBezTo>
                  <a:cubicBezTo>
                    <a:pt x="498" y="876"/>
                    <a:pt x="498" y="876"/>
                    <a:pt x="498" y="875"/>
                  </a:cubicBezTo>
                  <a:cubicBezTo>
                    <a:pt x="499" y="874"/>
                    <a:pt x="499" y="873"/>
                    <a:pt x="498" y="873"/>
                  </a:cubicBezTo>
                  <a:cubicBezTo>
                    <a:pt x="498" y="873"/>
                    <a:pt x="496" y="874"/>
                    <a:pt x="496" y="873"/>
                  </a:cubicBezTo>
                  <a:cubicBezTo>
                    <a:pt x="495" y="872"/>
                    <a:pt x="496" y="871"/>
                    <a:pt x="496" y="871"/>
                  </a:cubicBezTo>
                  <a:cubicBezTo>
                    <a:pt x="497" y="871"/>
                    <a:pt x="498" y="870"/>
                    <a:pt x="499" y="870"/>
                  </a:cubicBezTo>
                  <a:cubicBezTo>
                    <a:pt x="499" y="869"/>
                    <a:pt x="500" y="869"/>
                    <a:pt x="500" y="868"/>
                  </a:cubicBezTo>
                  <a:cubicBezTo>
                    <a:pt x="500" y="868"/>
                    <a:pt x="501" y="867"/>
                    <a:pt x="500" y="867"/>
                  </a:cubicBezTo>
                  <a:cubicBezTo>
                    <a:pt x="499" y="868"/>
                    <a:pt x="498" y="868"/>
                    <a:pt x="497" y="868"/>
                  </a:cubicBezTo>
                  <a:cubicBezTo>
                    <a:pt x="497" y="869"/>
                    <a:pt x="496" y="869"/>
                    <a:pt x="495" y="869"/>
                  </a:cubicBezTo>
                  <a:cubicBezTo>
                    <a:pt x="494" y="870"/>
                    <a:pt x="493" y="870"/>
                    <a:pt x="492" y="869"/>
                  </a:cubicBezTo>
                  <a:cubicBezTo>
                    <a:pt x="492" y="869"/>
                    <a:pt x="492" y="869"/>
                    <a:pt x="492" y="868"/>
                  </a:cubicBezTo>
                  <a:cubicBezTo>
                    <a:pt x="493" y="867"/>
                    <a:pt x="493" y="867"/>
                    <a:pt x="494" y="867"/>
                  </a:cubicBezTo>
                  <a:cubicBezTo>
                    <a:pt x="495" y="867"/>
                    <a:pt x="496" y="866"/>
                    <a:pt x="497" y="866"/>
                  </a:cubicBezTo>
                  <a:cubicBezTo>
                    <a:pt x="498" y="866"/>
                    <a:pt x="498" y="865"/>
                    <a:pt x="499" y="865"/>
                  </a:cubicBezTo>
                  <a:cubicBezTo>
                    <a:pt x="499" y="864"/>
                    <a:pt x="499" y="863"/>
                    <a:pt x="499" y="863"/>
                  </a:cubicBezTo>
                  <a:cubicBezTo>
                    <a:pt x="498" y="863"/>
                    <a:pt x="497" y="863"/>
                    <a:pt x="497" y="862"/>
                  </a:cubicBezTo>
                  <a:cubicBezTo>
                    <a:pt x="496" y="862"/>
                    <a:pt x="496" y="861"/>
                    <a:pt x="496" y="860"/>
                  </a:cubicBezTo>
                  <a:cubicBezTo>
                    <a:pt x="496" y="860"/>
                    <a:pt x="495" y="858"/>
                    <a:pt x="494" y="859"/>
                  </a:cubicBezTo>
                  <a:cubicBezTo>
                    <a:pt x="494" y="860"/>
                    <a:pt x="493" y="860"/>
                    <a:pt x="493" y="861"/>
                  </a:cubicBezTo>
                  <a:cubicBezTo>
                    <a:pt x="493" y="862"/>
                    <a:pt x="492" y="863"/>
                    <a:pt x="492" y="863"/>
                  </a:cubicBezTo>
                  <a:cubicBezTo>
                    <a:pt x="492" y="864"/>
                    <a:pt x="491" y="865"/>
                    <a:pt x="490" y="865"/>
                  </a:cubicBezTo>
                  <a:cubicBezTo>
                    <a:pt x="489" y="865"/>
                    <a:pt x="488" y="864"/>
                    <a:pt x="488" y="863"/>
                  </a:cubicBezTo>
                  <a:cubicBezTo>
                    <a:pt x="488" y="862"/>
                    <a:pt x="488" y="861"/>
                    <a:pt x="489" y="861"/>
                  </a:cubicBezTo>
                  <a:cubicBezTo>
                    <a:pt x="490" y="860"/>
                    <a:pt x="490" y="860"/>
                    <a:pt x="491" y="859"/>
                  </a:cubicBezTo>
                  <a:cubicBezTo>
                    <a:pt x="491" y="858"/>
                    <a:pt x="490" y="857"/>
                    <a:pt x="489" y="857"/>
                  </a:cubicBezTo>
                  <a:cubicBezTo>
                    <a:pt x="489" y="857"/>
                    <a:pt x="489" y="857"/>
                    <a:pt x="487" y="857"/>
                  </a:cubicBezTo>
                  <a:cubicBezTo>
                    <a:pt x="485" y="858"/>
                    <a:pt x="484" y="858"/>
                    <a:pt x="482" y="858"/>
                  </a:cubicBezTo>
                  <a:cubicBezTo>
                    <a:pt x="481" y="857"/>
                    <a:pt x="480" y="856"/>
                    <a:pt x="479" y="856"/>
                  </a:cubicBezTo>
                  <a:cubicBezTo>
                    <a:pt x="478" y="855"/>
                    <a:pt x="477" y="855"/>
                    <a:pt x="476" y="854"/>
                  </a:cubicBezTo>
                  <a:cubicBezTo>
                    <a:pt x="475" y="853"/>
                    <a:pt x="474" y="852"/>
                    <a:pt x="473" y="852"/>
                  </a:cubicBezTo>
                  <a:cubicBezTo>
                    <a:pt x="472" y="851"/>
                    <a:pt x="470" y="853"/>
                    <a:pt x="470" y="851"/>
                  </a:cubicBezTo>
                  <a:cubicBezTo>
                    <a:pt x="469" y="849"/>
                    <a:pt x="469" y="848"/>
                    <a:pt x="470" y="847"/>
                  </a:cubicBezTo>
                  <a:cubicBezTo>
                    <a:pt x="471" y="846"/>
                    <a:pt x="472" y="846"/>
                    <a:pt x="473" y="844"/>
                  </a:cubicBezTo>
                  <a:cubicBezTo>
                    <a:pt x="474" y="843"/>
                    <a:pt x="474" y="842"/>
                    <a:pt x="475" y="842"/>
                  </a:cubicBezTo>
                  <a:cubicBezTo>
                    <a:pt x="476" y="842"/>
                    <a:pt x="477" y="841"/>
                    <a:pt x="477" y="840"/>
                  </a:cubicBezTo>
                  <a:cubicBezTo>
                    <a:pt x="478" y="839"/>
                    <a:pt x="478" y="838"/>
                    <a:pt x="477" y="838"/>
                  </a:cubicBezTo>
                  <a:cubicBezTo>
                    <a:pt x="477" y="838"/>
                    <a:pt x="476" y="838"/>
                    <a:pt x="475" y="839"/>
                  </a:cubicBezTo>
                  <a:cubicBezTo>
                    <a:pt x="475" y="840"/>
                    <a:pt x="473" y="841"/>
                    <a:pt x="472" y="841"/>
                  </a:cubicBezTo>
                  <a:cubicBezTo>
                    <a:pt x="471" y="841"/>
                    <a:pt x="472" y="840"/>
                    <a:pt x="472" y="839"/>
                  </a:cubicBezTo>
                  <a:cubicBezTo>
                    <a:pt x="473" y="839"/>
                    <a:pt x="473" y="839"/>
                    <a:pt x="474" y="839"/>
                  </a:cubicBezTo>
                  <a:cubicBezTo>
                    <a:pt x="474" y="838"/>
                    <a:pt x="474" y="837"/>
                    <a:pt x="475" y="837"/>
                  </a:cubicBezTo>
                  <a:cubicBezTo>
                    <a:pt x="476" y="837"/>
                    <a:pt x="476" y="836"/>
                    <a:pt x="477" y="835"/>
                  </a:cubicBezTo>
                  <a:cubicBezTo>
                    <a:pt x="478" y="835"/>
                    <a:pt x="478" y="835"/>
                    <a:pt x="479" y="834"/>
                  </a:cubicBezTo>
                  <a:cubicBezTo>
                    <a:pt x="480" y="834"/>
                    <a:pt x="481" y="833"/>
                    <a:pt x="481" y="832"/>
                  </a:cubicBezTo>
                  <a:cubicBezTo>
                    <a:pt x="481" y="832"/>
                    <a:pt x="479" y="831"/>
                    <a:pt x="478" y="832"/>
                  </a:cubicBezTo>
                  <a:cubicBezTo>
                    <a:pt x="478" y="833"/>
                    <a:pt x="479" y="833"/>
                    <a:pt x="477" y="834"/>
                  </a:cubicBezTo>
                  <a:cubicBezTo>
                    <a:pt x="475" y="834"/>
                    <a:pt x="474" y="835"/>
                    <a:pt x="473" y="834"/>
                  </a:cubicBezTo>
                  <a:cubicBezTo>
                    <a:pt x="473" y="834"/>
                    <a:pt x="472" y="833"/>
                    <a:pt x="471" y="834"/>
                  </a:cubicBezTo>
                  <a:cubicBezTo>
                    <a:pt x="470" y="835"/>
                    <a:pt x="469" y="835"/>
                    <a:pt x="468" y="835"/>
                  </a:cubicBezTo>
                  <a:cubicBezTo>
                    <a:pt x="467" y="835"/>
                    <a:pt x="465" y="835"/>
                    <a:pt x="464" y="834"/>
                  </a:cubicBezTo>
                  <a:cubicBezTo>
                    <a:pt x="464" y="833"/>
                    <a:pt x="463" y="833"/>
                    <a:pt x="465" y="832"/>
                  </a:cubicBezTo>
                  <a:cubicBezTo>
                    <a:pt x="466" y="831"/>
                    <a:pt x="467" y="830"/>
                    <a:pt x="468" y="830"/>
                  </a:cubicBezTo>
                  <a:cubicBezTo>
                    <a:pt x="470" y="830"/>
                    <a:pt x="472" y="829"/>
                    <a:pt x="473" y="828"/>
                  </a:cubicBezTo>
                  <a:cubicBezTo>
                    <a:pt x="474" y="827"/>
                    <a:pt x="475" y="826"/>
                    <a:pt x="472" y="826"/>
                  </a:cubicBezTo>
                  <a:cubicBezTo>
                    <a:pt x="470" y="827"/>
                    <a:pt x="469" y="827"/>
                    <a:pt x="467" y="827"/>
                  </a:cubicBezTo>
                  <a:cubicBezTo>
                    <a:pt x="466" y="827"/>
                    <a:pt x="465" y="828"/>
                    <a:pt x="464" y="828"/>
                  </a:cubicBezTo>
                  <a:cubicBezTo>
                    <a:pt x="462" y="828"/>
                    <a:pt x="461" y="829"/>
                    <a:pt x="460" y="828"/>
                  </a:cubicBezTo>
                  <a:cubicBezTo>
                    <a:pt x="460" y="827"/>
                    <a:pt x="459" y="826"/>
                    <a:pt x="458" y="827"/>
                  </a:cubicBezTo>
                  <a:cubicBezTo>
                    <a:pt x="456" y="827"/>
                    <a:pt x="455" y="828"/>
                    <a:pt x="454" y="827"/>
                  </a:cubicBezTo>
                  <a:cubicBezTo>
                    <a:pt x="454" y="826"/>
                    <a:pt x="453" y="824"/>
                    <a:pt x="454" y="824"/>
                  </a:cubicBezTo>
                  <a:cubicBezTo>
                    <a:pt x="455" y="824"/>
                    <a:pt x="457" y="823"/>
                    <a:pt x="458" y="824"/>
                  </a:cubicBezTo>
                  <a:cubicBezTo>
                    <a:pt x="459" y="824"/>
                    <a:pt x="462" y="825"/>
                    <a:pt x="463" y="824"/>
                  </a:cubicBezTo>
                  <a:cubicBezTo>
                    <a:pt x="464" y="823"/>
                    <a:pt x="464" y="823"/>
                    <a:pt x="466" y="823"/>
                  </a:cubicBezTo>
                  <a:cubicBezTo>
                    <a:pt x="468" y="822"/>
                    <a:pt x="469" y="822"/>
                    <a:pt x="469" y="821"/>
                  </a:cubicBezTo>
                  <a:cubicBezTo>
                    <a:pt x="468" y="821"/>
                    <a:pt x="467" y="820"/>
                    <a:pt x="466" y="821"/>
                  </a:cubicBezTo>
                  <a:cubicBezTo>
                    <a:pt x="464" y="821"/>
                    <a:pt x="464" y="821"/>
                    <a:pt x="462" y="821"/>
                  </a:cubicBezTo>
                  <a:cubicBezTo>
                    <a:pt x="461" y="821"/>
                    <a:pt x="459" y="822"/>
                    <a:pt x="458" y="821"/>
                  </a:cubicBezTo>
                  <a:cubicBezTo>
                    <a:pt x="457" y="821"/>
                    <a:pt x="455" y="821"/>
                    <a:pt x="455" y="820"/>
                  </a:cubicBezTo>
                  <a:cubicBezTo>
                    <a:pt x="455" y="820"/>
                    <a:pt x="454" y="818"/>
                    <a:pt x="456" y="818"/>
                  </a:cubicBezTo>
                  <a:cubicBezTo>
                    <a:pt x="459" y="817"/>
                    <a:pt x="459" y="818"/>
                    <a:pt x="459" y="817"/>
                  </a:cubicBezTo>
                  <a:cubicBezTo>
                    <a:pt x="460" y="817"/>
                    <a:pt x="460" y="816"/>
                    <a:pt x="459" y="816"/>
                  </a:cubicBezTo>
                  <a:cubicBezTo>
                    <a:pt x="458" y="816"/>
                    <a:pt x="458" y="816"/>
                    <a:pt x="457" y="816"/>
                  </a:cubicBezTo>
                  <a:cubicBezTo>
                    <a:pt x="455" y="816"/>
                    <a:pt x="454" y="816"/>
                    <a:pt x="454" y="815"/>
                  </a:cubicBezTo>
                  <a:cubicBezTo>
                    <a:pt x="454" y="815"/>
                    <a:pt x="454" y="815"/>
                    <a:pt x="455" y="815"/>
                  </a:cubicBezTo>
                  <a:cubicBezTo>
                    <a:pt x="456" y="815"/>
                    <a:pt x="457" y="815"/>
                    <a:pt x="458" y="815"/>
                  </a:cubicBezTo>
                  <a:cubicBezTo>
                    <a:pt x="460" y="815"/>
                    <a:pt x="461" y="814"/>
                    <a:pt x="463" y="814"/>
                  </a:cubicBezTo>
                  <a:cubicBezTo>
                    <a:pt x="464" y="814"/>
                    <a:pt x="465" y="814"/>
                    <a:pt x="465" y="813"/>
                  </a:cubicBezTo>
                  <a:cubicBezTo>
                    <a:pt x="465" y="812"/>
                    <a:pt x="464" y="812"/>
                    <a:pt x="462" y="812"/>
                  </a:cubicBezTo>
                  <a:cubicBezTo>
                    <a:pt x="460" y="812"/>
                    <a:pt x="458" y="812"/>
                    <a:pt x="457" y="812"/>
                  </a:cubicBezTo>
                  <a:cubicBezTo>
                    <a:pt x="455" y="812"/>
                    <a:pt x="454" y="811"/>
                    <a:pt x="453" y="812"/>
                  </a:cubicBezTo>
                  <a:cubicBezTo>
                    <a:pt x="452" y="813"/>
                    <a:pt x="451" y="814"/>
                    <a:pt x="451" y="815"/>
                  </a:cubicBezTo>
                  <a:cubicBezTo>
                    <a:pt x="451" y="816"/>
                    <a:pt x="450" y="817"/>
                    <a:pt x="448" y="816"/>
                  </a:cubicBezTo>
                  <a:cubicBezTo>
                    <a:pt x="446" y="816"/>
                    <a:pt x="446" y="815"/>
                    <a:pt x="446" y="814"/>
                  </a:cubicBezTo>
                  <a:cubicBezTo>
                    <a:pt x="446" y="813"/>
                    <a:pt x="447" y="812"/>
                    <a:pt x="447" y="811"/>
                  </a:cubicBezTo>
                  <a:cubicBezTo>
                    <a:pt x="447" y="810"/>
                    <a:pt x="447" y="810"/>
                    <a:pt x="447" y="809"/>
                  </a:cubicBezTo>
                  <a:cubicBezTo>
                    <a:pt x="448" y="808"/>
                    <a:pt x="448" y="808"/>
                    <a:pt x="449" y="808"/>
                  </a:cubicBezTo>
                  <a:cubicBezTo>
                    <a:pt x="450" y="807"/>
                    <a:pt x="450" y="807"/>
                    <a:pt x="451" y="807"/>
                  </a:cubicBezTo>
                  <a:cubicBezTo>
                    <a:pt x="452" y="807"/>
                    <a:pt x="454" y="806"/>
                    <a:pt x="455" y="806"/>
                  </a:cubicBezTo>
                  <a:cubicBezTo>
                    <a:pt x="455" y="806"/>
                    <a:pt x="456" y="805"/>
                    <a:pt x="456" y="805"/>
                  </a:cubicBezTo>
                  <a:cubicBezTo>
                    <a:pt x="456" y="804"/>
                    <a:pt x="455" y="803"/>
                    <a:pt x="454" y="804"/>
                  </a:cubicBezTo>
                  <a:cubicBezTo>
                    <a:pt x="453" y="805"/>
                    <a:pt x="452" y="805"/>
                    <a:pt x="451" y="805"/>
                  </a:cubicBezTo>
                  <a:cubicBezTo>
                    <a:pt x="449" y="805"/>
                    <a:pt x="447" y="806"/>
                    <a:pt x="447" y="806"/>
                  </a:cubicBezTo>
                  <a:cubicBezTo>
                    <a:pt x="446" y="806"/>
                    <a:pt x="446" y="805"/>
                    <a:pt x="447" y="804"/>
                  </a:cubicBezTo>
                  <a:cubicBezTo>
                    <a:pt x="448" y="803"/>
                    <a:pt x="448" y="802"/>
                    <a:pt x="448" y="801"/>
                  </a:cubicBezTo>
                  <a:cubicBezTo>
                    <a:pt x="448" y="800"/>
                    <a:pt x="450" y="800"/>
                    <a:pt x="451" y="800"/>
                  </a:cubicBezTo>
                  <a:cubicBezTo>
                    <a:pt x="453" y="800"/>
                    <a:pt x="454" y="800"/>
                    <a:pt x="455" y="800"/>
                  </a:cubicBezTo>
                  <a:cubicBezTo>
                    <a:pt x="457" y="799"/>
                    <a:pt x="457" y="799"/>
                    <a:pt x="458" y="799"/>
                  </a:cubicBezTo>
                  <a:cubicBezTo>
                    <a:pt x="460" y="798"/>
                    <a:pt x="461" y="797"/>
                    <a:pt x="462" y="797"/>
                  </a:cubicBezTo>
                  <a:cubicBezTo>
                    <a:pt x="464" y="797"/>
                    <a:pt x="465" y="797"/>
                    <a:pt x="465" y="797"/>
                  </a:cubicBezTo>
                  <a:cubicBezTo>
                    <a:pt x="466" y="796"/>
                    <a:pt x="466" y="796"/>
                    <a:pt x="468" y="796"/>
                  </a:cubicBezTo>
                  <a:cubicBezTo>
                    <a:pt x="469" y="796"/>
                    <a:pt x="470" y="796"/>
                    <a:pt x="471" y="796"/>
                  </a:cubicBezTo>
                  <a:cubicBezTo>
                    <a:pt x="471" y="797"/>
                    <a:pt x="471" y="799"/>
                    <a:pt x="473" y="799"/>
                  </a:cubicBezTo>
                  <a:cubicBezTo>
                    <a:pt x="474" y="799"/>
                    <a:pt x="475" y="798"/>
                    <a:pt x="474" y="797"/>
                  </a:cubicBezTo>
                  <a:cubicBezTo>
                    <a:pt x="474" y="796"/>
                    <a:pt x="474" y="795"/>
                    <a:pt x="473" y="794"/>
                  </a:cubicBezTo>
                  <a:cubicBezTo>
                    <a:pt x="471" y="794"/>
                    <a:pt x="470" y="794"/>
                    <a:pt x="469" y="794"/>
                  </a:cubicBezTo>
                  <a:cubicBezTo>
                    <a:pt x="468" y="794"/>
                    <a:pt x="468" y="792"/>
                    <a:pt x="468" y="791"/>
                  </a:cubicBezTo>
                  <a:cubicBezTo>
                    <a:pt x="468" y="790"/>
                    <a:pt x="468" y="789"/>
                    <a:pt x="469" y="788"/>
                  </a:cubicBezTo>
                  <a:cubicBezTo>
                    <a:pt x="470" y="788"/>
                    <a:pt x="470" y="787"/>
                    <a:pt x="472" y="787"/>
                  </a:cubicBezTo>
                  <a:cubicBezTo>
                    <a:pt x="474" y="787"/>
                    <a:pt x="475" y="787"/>
                    <a:pt x="476" y="788"/>
                  </a:cubicBezTo>
                  <a:cubicBezTo>
                    <a:pt x="478" y="790"/>
                    <a:pt x="478" y="790"/>
                    <a:pt x="479" y="790"/>
                  </a:cubicBezTo>
                  <a:cubicBezTo>
                    <a:pt x="481" y="791"/>
                    <a:pt x="482" y="791"/>
                    <a:pt x="482" y="791"/>
                  </a:cubicBezTo>
                  <a:cubicBezTo>
                    <a:pt x="483" y="791"/>
                    <a:pt x="483" y="790"/>
                    <a:pt x="483" y="789"/>
                  </a:cubicBezTo>
                  <a:cubicBezTo>
                    <a:pt x="483" y="789"/>
                    <a:pt x="482" y="789"/>
                    <a:pt x="481" y="788"/>
                  </a:cubicBezTo>
                  <a:cubicBezTo>
                    <a:pt x="479" y="787"/>
                    <a:pt x="478" y="786"/>
                    <a:pt x="477" y="786"/>
                  </a:cubicBezTo>
                  <a:cubicBezTo>
                    <a:pt x="476" y="785"/>
                    <a:pt x="475" y="784"/>
                    <a:pt x="475" y="783"/>
                  </a:cubicBezTo>
                  <a:cubicBezTo>
                    <a:pt x="475" y="783"/>
                    <a:pt x="475" y="783"/>
                    <a:pt x="475" y="781"/>
                  </a:cubicBezTo>
                  <a:cubicBezTo>
                    <a:pt x="474" y="779"/>
                    <a:pt x="474" y="778"/>
                    <a:pt x="475" y="777"/>
                  </a:cubicBezTo>
                  <a:cubicBezTo>
                    <a:pt x="475" y="775"/>
                    <a:pt x="476" y="773"/>
                    <a:pt x="476" y="772"/>
                  </a:cubicBezTo>
                  <a:cubicBezTo>
                    <a:pt x="475" y="772"/>
                    <a:pt x="473" y="773"/>
                    <a:pt x="472" y="774"/>
                  </a:cubicBezTo>
                  <a:cubicBezTo>
                    <a:pt x="471" y="775"/>
                    <a:pt x="472" y="775"/>
                    <a:pt x="470" y="776"/>
                  </a:cubicBezTo>
                  <a:cubicBezTo>
                    <a:pt x="468" y="776"/>
                    <a:pt x="466" y="776"/>
                    <a:pt x="465" y="776"/>
                  </a:cubicBezTo>
                  <a:cubicBezTo>
                    <a:pt x="464" y="775"/>
                    <a:pt x="463" y="775"/>
                    <a:pt x="463" y="773"/>
                  </a:cubicBezTo>
                  <a:cubicBezTo>
                    <a:pt x="463" y="772"/>
                    <a:pt x="463" y="771"/>
                    <a:pt x="462" y="771"/>
                  </a:cubicBezTo>
                  <a:cubicBezTo>
                    <a:pt x="460" y="770"/>
                    <a:pt x="460" y="769"/>
                    <a:pt x="460" y="768"/>
                  </a:cubicBezTo>
                  <a:cubicBezTo>
                    <a:pt x="460" y="767"/>
                    <a:pt x="459" y="766"/>
                    <a:pt x="460" y="765"/>
                  </a:cubicBezTo>
                  <a:cubicBezTo>
                    <a:pt x="460" y="764"/>
                    <a:pt x="461" y="762"/>
                    <a:pt x="461" y="762"/>
                  </a:cubicBezTo>
                  <a:cubicBezTo>
                    <a:pt x="460" y="761"/>
                    <a:pt x="459" y="762"/>
                    <a:pt x="458" y="762"/>
                  </a:cubicBezTo>
                  <a:cubicBezTo>
                    <a:pt x="456" y="763"/>
                    <a:pt x="455" y="762"/>
                    <a:pt x="455" y="762"/>
                  </a:cubicBezTo>
                  <a:cubicBezTo>
                    <a:pt x="454" y="762"/>
                    <a:pt x="454" y="762"/>
                    <a:pt x="454" y="764"/>
                  </a:cubicBezTo>
                  <a:cubicBezTo>
                    <a:pt x="455" y="766"/>
                    <a:pt x="456" y="766"/>
                    <a:pt x="456" y="767"/>
                  </a:cubicBezTo>
                  <a:cubicBezTo>
                    <a:pt x="456" y="769"/>
                    <a:pt x="457" y="770"/>
                    <a:pt x="457" y="770"/>
                  </a:cubicBezTo>
                  <a:cubicBezTo>
                    <a:pt x="458" y="771"/>
                    <a:pt x="459" y="770"/>
                    <a:pt x="459" y="772"/>
                  </a:cubicBezTo>
                  <a:cubicBezTo>
                    <a:pt x="459" y="773"/>
                    <a:pt x="459" y="774"/>
                    <a:pt x="460" y="774"/>
                  </a:cubicBezTo>
                  <a:cubicBezTo>
                    <a:pt x="461" y="775"/>
                    <a:pt x="461" y="775"/>
                    <a:pt x="461" y="776"/>
                  </a:cubicBezTo>
                  <a:cubicBezTo>
                    <a:pt x="460" y="777"/>
                    <a:pt x="460" y="778"/>
                    <a:pt x="458" y="778"/>
                  </a:cubicBezTo>
                  <a:cubicBezTo>
                    <a:pt x="456" y="778"/>
                    <a:pt x="455" y="779"/>
                    <a:pt x="454" y="779"/>
                  </a:cubicBezTo>
                  <a:cubicBezTo>
                    <a:pt x="453" y="780"/>
                    <a:pt x="452" y="780"/>
                    <a:pt x="452" y="779"/>
                  </a:cubicBezTo>
                  <a:cubicBezTo>
                    <a:pt x="452" y="779"/>
                    <a:pt x="452" y="777"/>
                    <a:pt x="453" y="777"/>
                  </a:cubicBezTo>
                  <a:cubicBezTo>
                    <a:pt x="454" y="777"/>
                    <a:pt x="454" y="776"/>
                    <a:pt x="454" y="775"/>
                  </a:cubicBezTo>
                  <a:cubicBezTo>
                    <a:pt x="453" y="775"/>
                    <a:pt x="452" y="774"/>
                    <a:pt x="451" y="774"/>
                  </a:cubicBezTo>
                  <a:cubicBezTo>
                    <a:pt x="451" y="775"/>
                    <a:pt x="450" y="774"/>
                    <a:pt x="450" y="777"/>
                  </a:cubicBezTo>
                  <a:cubicBezTo>
                    <a:pt x="449" y="779"/>
                    <a:pt x="448" y="779"/>
                    <a:pt x="447" y="780"/>
                  </a:cubicBezTo>
                  <a:cubicBezTo>
                    <a:pt x="446" y="781"/>
                    <a:pt x="444" y="781"/>
                    <a:pt x="444" y="783"/>
                  </a:cubicBezTo>
                  <a:cubicBezTo>
                    <a:pt x="444" y="785"/>
                    <a:pt x="444" y="785"/>
                    <a:pt x="442" y="786"/>
                  </a:cubicBezTo>
                  <a:cubicBezTo>
                    <a:pt x="441" y="788"/>
                    <a:pt x="440" y="788"/>
                    <a:pt x="440" y="790"/>
                  </a:cubicBezTo>
                  <a:cubicBezTo>
                    <a:pt x="441" y="791"/>
                    <a:pt x="441" y="792"/>
                    <a:pt x="441" y="793"/>
                  </a:cubicBezTo>
                  <a:cubicBezTo>
                    <a:pt x="441" y="795"/>
                    <a:pt x="441" y="795"/>
                    <a:pt x="440" y="796"/>
                  </a:cubicBezTo>
                  <a:cubicBezTo>
                    <a:pt x="439" y="796"/>
                    <a:pt x="437" y="798"/>
                    <a:pt x="436" y="796"/>
                  </a:cubicBezTo>
                  <a:cubicBezTo>
                    <a:pt x="434" y="794"/>
                    <a:pt x="433" y="792"/>
                    <a:pt x="434" y="791"/>
                  </a:cubicBezTo>
                  <a:cubicBezTo>
                    <a:pt x="434" y="789"/>
                    <a:pt x="433" y="784"/>
                    <a:pt x="432" y="782"/>
                  </a:cubicBezTo>
                  <a:cubicBezTo>
                    <a:pt x="432" y="781"/>
                    <a:pt x="432" y="780"/>
                    <a:pt x="433" y="779"/>
                  </a:cubicBezTo>
                  <a:cubicBezTo>
                    <a:pt x="434" y="778"/>
                    <a:pt x="435" y="777"/>
                    <a:pt x="436" y="777"/>
                  </a:cubicBezTo>
                  <a:cubicBezTo>
                    <a:pt x="438" y="777"/>
                    <a:pt x="439" y="776"/>
                    <a:pt x="440" y="775"/>
                  </a:cubicBezTo>
                  <a:cubicBezTo>
                    <a:pt x="441" y="774"/>
                    <a:pt x="442" y="774"/>
                    <a:pt x="444" y="774"/>
                  </a:cubicBezTo>
                  <a:cubicBezTo>
                    <a:pt x="445" y="773"/>
                    <a:pt x="446" y="772"/>
                    <a:pt x="448" y="771"/>
                  </a:cubicBezTo>
                  <a:cubicBezTo>
                    <a:pt x="450" y="770"/>
                    <a:pt x="450" y="769"/>
                    <a:pt x="450" y="768"/>
                  </a:cubicBezTo>
                  <a:cubicBezTo>
                    <a:pt x="450" y="767"/>
                    <a:pt x="449" y="765"/>
                    <a:pt x="448" y="767"/>
                  </a:cubicBezTo>
                  <a:cubicBezTo>
                    <a:pt x="446" y="769"/>
                    <a:pt x="447" y="770"/>
                    <a:pt x="445" y="769"/>
                  </a:cubicBezTo>
                  <a:cubicBezTo>
                    <a:pt x="444" y="769"/>
                    <a:pt x="442" y="768"/>
                    <a:pt x="441" y="768"/>
                  </a:cubicBezTo>
                  <a:cubicBezTo>
                    <a:pt x="440" y="768"/>
                    <a:pt x="441" y="768"/>
                    <a:pt x="440" y="770"/>
                  </a:cubicBezTo>
                  <a:cubicBezTo>
                    <a:pt x="440" y="771"/>
                    <a:pt x="438" y="773"/>
                    <a:pt x="436" y="772"/>
                  </a:cubicBezTo>
                  <a:cubicBezTo>
                    <a:pt x="435" y="771"/>
                    <a:pt x="435" y="771"/>
                    <a:pt x="435" y="770"/>
                  </a:cubicBezTo>
                  <a:cubicBezTo>
                    <a:pt x="435" y="770"/>
                    <a:pt x="434" y="769"/>
                    <a:pt x="433" y="768"/>
                  </a:cubicBezTo>
                  <a:cubicBezTo>
                    <a:pt x="432" y="767"/>
                    <a:pt x="429" y="768"/>
                    <a:pt x="429" y="767"/>
                  </a:cubicBezTo>
                  <a:cubicBezTo>
                    <a:pt x="429" y="765"/>
                    <a:pt x="429" y="763"/>
                    <a:pt x="430" y="763"/>
                  </a:cubicBezTo>
                  <a:cubicBezTo>
                    <a:pt x="432" y="762"/>
                    <a:pt x="432" y="762"/>
                    <a:pt x="433" y="761"/>
                  </a:cubicBezTo>
                  <a:cubicBezTo>
                    <a:pt x="434" y="760"/>
                    <a:pt x="436" y="758"/>
                    <a:pt x="434" y="758"/>
                  </a:cubicBezTo>
                  <a:cubicBezTo>
                    <a:pt x="433" y="757"/>
                    <a:pt x="433" y="758"/>
                    <a:pt x="431" y="758"/>
                  </a:cubicBezTo>
                  <a:cubicBezTo>
                    <a:pt x="429" y="758"/>
                    <a:pt x="429" y="757"/>
                    <a:pt x="427" y="757"/>
                  </a:cubicBezTo>
                  <a:cubicBezTo>
                    <a:pt x="425" y="757"/>
                    <a:pt x="427" y="756"/>
                    <a:pt x="428" y="755"/>
                  </a:cubicBezTo>
                  <a:cubicBezTo>
                    <a:pt x="429" y="754"/>
                    <a:pt x="430" y="753"/>
                    <a:pt x="432" y="753"/>
                  </a:cubicBezTo>
                  <a:cubicBezTo>
                    <a:pt x="435" y="753"/>
                    <a:pt x="436" y="751"/>
                    <a:pt x="437" y="750"/>
                  </a:cubicBezTo>
                  <a:cubicBezTo>
                    <a:pt x="438" y="749"/>
                    <a:pt x="439" y="747"/>
                    <a:pt x="440" y="746"/>
                  </a:cubicBezTo>
                  <a:cubicBezTo>
                    <a:pt x="441" y="746"/>
                    <a:pt x="444" y="745"/>
                    <a:pt x="445" y="745"/>
                  </a:cubicBezTo>
                  <a:cubicBezTo>
                    <a:pt x="447" y="745"/>
                    <a:pt x="449" y="745"/>
                    <a:pt x="451" y="745"/>
                  </a:cubicBezTo>
                  <a:cubicBezTo>
                    <a:pt x="452" y="745"/>
                    <a:pt x="455" y="744"/>
                    <a:pt x="457" y="744"/>
                  </a:cubicBezTo>
                  <a:cubicBezTo>
                    <a:pt x="458" y="745"/>
                    <a:pt x="461" y="747"/>
                    <a:pt x="463" y="746"/>
                  </a:cubicBezTo>
                  <a:cubicBezTo>
                    <a:pt x="464" y="746"/>
                    <a:pt x="465" y="745"/>
                    <a:pt x="463" y="745"/>
                  </a:cubicBezTo>
                  <a:cubicBezTo>
                    <a:pt x="461" y="744"/>
                    <a:pt x="460" y="744"/>
                    <a:pt x="459" y="743"/>
                  </a:cubicBezTo>
                  <a:cubicBezTo>
                    <a:pt x="458" y="743"/>
                    <a:pt x="457" y="742"/>
                    <a:pt x="456" y="742"/>
                  </a:cubicBezTo>
                  <a:cubicBezTo>
                    <a:pt x="454" y="742"/>
                    <a:pt x="452" y="743"/>
                    <a:pt x="451" y="742"/>
                  </a:cubicBezTo>
                  <a:cubicBezTo>
                    <a:pt x="450" y="742"/>
                    <a:pt x="448" y="741"/>
                    <a:pt x="447" y="741"/>
                  </a:cubicBezTo>
                  <a:cubicBezTo>
                    <a:pt x="446" y="741"/>
                    <a:pt x="444" y="741"/>
                    <a:pt x="443" y="742"/>
                  </a:cubicBezTo>
                  <a:cubicBezTo>
                    <a:pt x="442" y="743"/>
                    <a:pt x="439" y="743"/>
                    <a:pt x="438" y="744"/>
                  </a:cubicBezTo>
                  <a:cubicBezTo>
                    <a:pt x="436" y="744"/>
                    <a:pt x="435" y="743"/>
                    <a:pt x="435" y="745"/>
                  </a:cubicBezTo>
                  <a:cubicBezTo>
                    <a:pt x="434" y="747"/>
                    <a:pt x="434" y="747"/>
                    <a:pt x="433" y="748"/>
                  </a:cubicBezTo>
                  <a:cubicBezTo>
                    <a:pt x="433" y="750"/>
                    <a:pt x="432" y="750"/>
                    <a:pt x="430" y="751"/>
                  </a:cubicBezTo>
                  <a:cubicBezTo>
                    <a:pt x="429" y="751"/>
                    <a:pt x="427" y="751"/>
                    <a:pt x="427" y="752"/>
                  </a:cubicBezTo>
                  <a:cubicBezTo>
                    <a:pt x="426" y="752"/>
                    <a:pt x="424" y="751"/>
                    <a:pt x="424" y="750"/>
                  </a:cubicBezTo>
                  <a:cubicBezTo>
                    <a:pt x="424" y="749"/>
                    <a:pt x="425" y="748"/>
                    <a:pt x="425" y="747"/>
                  </a:cubicBezTo>
                  <a:cubicBezTo>
                    <a:pt x="426" y="746"/>
                    <a:pt x="426" y="745"/>
                    <a:pt x="424" y="745"/>
                  </a:cubicBezTo>
                  <a:cubicBezTo>
                    <a:pt x="423" y="745"/>
                    <a:pt x="420" y="745"/>
                    <a:pt x="420" y="745"/>
                  </a:cubicBezTo>
                  <a:cubicBezTo>
                    <a:pt x="420" y="744"/>
                    <a:pt x="421" y="742"/>
                    <a:pt x="420" y="742"/>
                  </a:cubicBezTo>
                  <a:cubicBezTo>
                    <a:pt x="420" y="741"/>
                    <a:pt x="420" y="741"/>
                    <a:pt x="419" y="742"/>
                  </a:cubicBezTo>
                  <a:cubicBezTo>
                    <a:pt x="418" y="743"/>
                    <a:pt x="418" y="743"/>
                    <a:pt x="417" y="744"/>
                  </a:cubicBezTo>
                  <a:cubicBezTo>
                    <a:pt x="416" y="745"/>
                    <a:pt x="414" y="744"/>
                    <a:pt x="414" y="744"/>
                  </a:cubicBezTo>
                  <a:cubicBezTo>
                    <a:pt x="413" y="744"/>
                    <a:pt x="415" y="743"/>
                    <a:pt x="416" y="742"/>
                  </a:cubicBezTo>
                  <a:cubicBezTo>
                    <a:pt x="417" y="742"/>
                    <a:pt x="418" y="740"/>
                    <a:pt x="418" y="740"/>
                  </a:cubicBezTo>
                  <a:cubicBezTo>
                    <a:pt x="418" y="739"/>
                    <a:pt x="420" y="739"/>
                    <a:pt x="422" y="739"/>
                  </a:cubicBezTo>
                  <a:cubicBezTo>
                    <a:pt x="424" y="739"/>
                    <a:pt x="424" y="740"/>
                    <a:pt x="426" y="740"/>
                  </a:cubicBezTo>
                  <a:cubicBezTo>
                    <a:pt x="428" y="741"/>
                    <a:pt x="430" y="740"/>
                    <a:pt x="431" y="738"/>
                  </a:cubicBezTo>
                  <a:cubicBezTo>
                    <a:pt x="433" y="737"/>
                    <a:pt x="433" y="736"/>
                    <a:pt x="435" y="736"/>
                  </a:cubicBezTo>
                  <a:cubicBezTo>
                    <a:pt x="438" y="736"/>
                    <a:pt x="439" y="737"/>
                    <a:pt x="440" y="736"/>
                  </a:cubicBezTo>
                  <a:cubicBezTo>
                    <a:pt x="441" y="736"/>
                    <a:pt x="440" y="732"/>
                    <a:pt x="440" y="732"/>
                  </a:cubicBezTo>
                  <a:cubicBezTo>
                    <a:pt x="439" y="731"/>
                    <a:pt x="436" y="733"/>
                    <a:pt x="435" y="733"/>
                  </a:cubicBezTo>
                  <a:cubicBezTo>
                    <a:pt x="434" y="734"/>
                    <a:pt x="432" y="733"/>
                    <a:pt x="431" y="734"/>
                  </a:cubicBezTo>
                  <a:cubicBezTo>
                    <a:pt x="430" y="735"/>
                    <a:pt x="428" y="736"/>
                    <a:pt x="427" y="736"/>
                  </a:cubicBezTo>
                  <a:cubicBezTo>
                    <a:pt x="426" y="736"/>
                    <a:pt x="425" y="734"/>
                    <a:pt x="424" y="734"/>
                  </a:cubicBezTo>
                  <a:cubicBezTo>
                    <a:pt x="422" y="734"/>
                    <a:pt x="421" y="734"/>
                    <a:pt x="420" y="734"/>
                  </a:cubicBezTo>
                  <a:cubicBezTo>
                    <a:pt x="419" y="735"/>
                    <a:pt x="419" y="736"/>
                    <a:pt x="417" y="736"/>
                  </a:cubicBezTo>
                  <a:cubicBezTo>
                    <a:pt x="416" y="736"/>
                    <a:pt x="414" y="737"/>
                    <a:pt x="413" y="738"/>
                  </a:cubicBezTo>
                  <a:cubicBezTo>
                    <a:pt x="413" y="738"/>
                    <a:pt x="412" y="738"/>
                    <a:pt x="412" y="738"/>
                  </a:cubicBezTo>
                  <a:cubicBezTo>
                    <a:pt x="412" y="737"/>
                    <a:pt x="413" y="736"/>
                    <a:pt x="414" y="735"/>
                  </a:cubicBezTo>
                  <a:cubicBezTo>
                    <a:pt x="415" y="735"/>
                    <a:pt x="416" y="735"/>
                    <a:pt x="416" y="734"/>
                  </a:cubicBezTo>
                  <a:cubicBezTo>
                    <a:pt x="415" y="733"/>
                    <a:pt x="415" y="733"/>
                    <a:pt x="413" y="733"/>
                  </a:cubicBezTo>
                  <a:cubicBezTo>
                    <a:pt x="412" y="734"/>
                    <a:pt x="411" y="733"/>
                    <a:pt x="411" y="733"/>
                  </a:cubicBezTo>
                  <a:cubicBezTo>
                    <a:pt x="410" y="733"/>
                    <a:pt x="408" y="732"/>
                    <a:pt x="408" y="731"/>
                  </a:cubicBezTo>
                  <a:cubicBezTo>
                    <a:pt x="409" y="731"/>
                    <a:pt x="412" y="731"/>
                    <a:pt x="413" y="731"/>
                  </a:cubicBezTo>
                  <a:cubicBezTo>
                    <a:pt x="415" y="731"/>
                    <a:pt x="417" y="728"/>
                    <a:pt x="419" y="727"/>
                  </a:cubicBezTo>
                  <a:cubicBezTo>
                    <a:pt x="421" y="726"/>
                    <a:pt x="423" y="725"/>
                    <a:pt x="426" y="723"/>
                  </a:cubicBezTo>
                  <a:cubicBezTo>
                    <a:pt x="429" y="721"/>
                    <a:pt x="431" y="721"/>
                    <a:pt x="433" y="720"/>
                  </a:cubicBezTo>
                  <a:cubicBezTo>
                    <a:pt x="434" y="719"/>
                    <a:pt x="435" y="716"/>
                    <a:pt x="437" y="715"/>
                  </a:cubicBezTo>
                  <a:cubicBezTo>
                    <a:pt x="438" y="714"/>
                    <a:pt x="439" y="713"/>
                    <a:pt x="441" y="712"/>
                  </a:cubicBezTo>
                  <a:cubicBezTo>
                    <a:pt x="444" y="711"/>
                    <a:pt x="445" y="709"/>
                    <a:pt x="447" y="708"/>
                  </a:cubicBezTo>
                  <a:cubicBezTo>
                    <a:pt x="448" y="707"/>
                    <a:pt x="450" y="707"/>
                    <a:pt x="452" y="707"/>
                  </a:cubicBezTo>
                  <a:cubicBezTo>
                    <a:pt x="454" y="706"/>
                    <a:pt x="455" y="706"/>
                    <a:pt x="456" y="707"/>
                  </a:cubicBezTo>
                  <a:cubicBezTo>
                    <a:pt x="458" y="707"/>
                    <a:pt x="460" y="708"/>
                    <a:pt x="462" y="707"/>
                  </a:cubicBezTo>
                  <a:cubicBezTo>
                    <a:pt x="464" y="707"/>
                    <a:pt x="467" y="708"/>
                    <a:pt x="467" y="707"/>
                  </a:cubicBezTo>
                  <a:cubicBezTo>
                    <a:pt x="468" y="706"/>
                    <a:pt x="467" y="705"/>
                    <a:pt x="465" y="705"/>
                  </a:cubicBezTo>
                  <a:cubicBezTo>
                    <a:pt x="463" y="705"/>
                    <a:pt x="459" y="706"/>
                    <a:pt x="459" y="705"/>
                  </a:cubicBezTo>
                  <a:cubicBezTo>
                    <a:pt x="458" y="704"/>
                    <a:pt x="458" y="702"/>
                    <a:pt x="460" y="702"/>
                  </a:cubicBezTo>
                  <a:cubicBezTo>
                    <a:pt x="462" y="702"/>
                    <a:pt x="463" y="701"/>
                    <a:pt x="465" y="702"/>
                  </a:cubicBezTo>
                  <a:cubicBezTo>
                    <a:pt x="467" y="702"/>
                    <a:pt x="470" y="703"/>
                    <a:pt x="471" y="702"/>
                  </a:cubicBezTo>
                  <a:cubicBezTo>
                    <a:pt x="473" y="702"/>
                    <a:pt x="475" y="703"/>
                    <a:pt x="476" y="702"/>
                  </a:cubicBezTo>
                  <a:cubicBezTo>
                    <a:pt x="476" y="701"/>
                    <a:pt x="475" y="700"/>
                    <a:pt x="473" y="700"/>
                  </a:cubicBezTo>
                  <a:cubicBezTo>
                    <a:pt x="471" y="700"/>
                    <a:pt x="469" y="699"/>
                    <a:pt x="469" y="699"/>
                  </a:cubicBezTo>
                  <a:cubicBezTo>
                    <a:pt x="468" y="698"/>
                    <a:pt x="468" y="697"/>
                    <a:pt x="467" y="697"/>
                  </a:cubicBezTo>
                  <a:cubicBezTo>
                    <a:pt x="466" y="697"/>
                    <a:pt x="464" y="698"/>
                    <a:pt x="463" y="699"/>
                  </a:cubicBezTo>
                  <a:cubicBezTo>
                    <a:pt x="461" y="699"/>
                    <a:pt x="458" y="699"/>
                    <a:pt x="456" y="699"/>
                  </a:cubicBezTo>
                  <a:cubicBezTo>
                    <a:pt x="455" y="700"/>
                    <a:pt x="454" y="700"/>
                    <a:pt x="453" y="701"/>
                  </a:cubicBezTo>
                  <a:cubicBezTo>
                    <a:pt x="451" y="702"/>
                    <a:pt x="451" y="703"/>
                    <a:pt x="449" y="704"/>
                  </a:cubicBezTo>
                  <a:cubicBezTo>
                    <a:pt x="446" y="705"/>
                    <a:pt x="444" y="707"/>
                    <a:pt x="442" y="707"/>
                  </a:cubicBezTo>
                  <a:cubicBezTo>
                    <a:pt x="440" y="707"/>
                    <a:pt x="438" y="708"/>
                    <a:pt x="437" y="710"/>
                  </a:cubicBezTo>
                  <a:cubicBezTo>
                    <a:pt x="436" y="711"/>
                    <a:pt x="435" y="710"/>
                    <a:pt x="433" y="712"/>
                  </a:cubicBezTo>
                  <a:cubicBezTo>
                    <a:pt x="432" y="714"/>
                    <a:pt x="431" y="715"/>
                    <a:pt x="430" y="717"/>
                  </a:cubicBezTo>
                  <a:cubicBezTo>
                    <a:pt x="429" y="718"/>
                    <a:pt x="428" y="719"/>
                    <a:pt x="425" y="719"/>
                  </a:cubicBezTo>
                  <a:cubicBezTo>
                    <a:pt x="422" y="720"/>
                    <a:pt x="418" y="720"/>
                    <a:pt x="417" y="722"/>
                  </a:cubicBezTo>
                  <a:cubicBezTo>
                    <a:pt x="416" y="724"/>
                    <a:pt x="416" y="725"/>
                    <a:pt x="414" y="726"/>
                  </a:cubicBezTo>
                  <a:cubicBezTo>
                    <a:pt x="413" y="727"/>
                    <a:pt x="411" y="727"/>
                    <a:pt x="409" y="728"/>
                  </a:cubicBezTo>
                  <a:cubicBezTo>
                    <a:pt x="408" y="729"/>
                    <a:pt x="406" y="729"/>
                    <a:pt x="404" y="729"/>
                  </a:cubicBezTo>
                  <a:cubicBezTo>
                    <a:pt x="403" y="729"/>
                    <a:pt x="402" y="729"/>
                    <a:pt x="402" y="728"/>
                  </a:cubicBezTo>
                  <a:cubicBezTo>
                    <a:pt x="403" y="728"/>
                    <a:pt x="404" y="727"/>
                    <a:pt x="405" y="727"/>
                  </a:cubicBezTo>
                  <a:cubicBezTo>
                    <a:pt x="406" y="727"/>
                    <a:pt x="408" y="727"/>
                    <a:pt x="408" y="726"/>
                  </a:cubicBezTo>
                  <a:cubicBezTo>
                    <a:pt x="409" y="725"/>
                    <a:pt x="410" y="725"/>
                    <a:pt x="408" y="724"/>
                  </a:cubicBezTo>
                  <a:cubicBezTo>
                    <a:pt x="407" y="724"/>
                    <a:pt x="405" y="725"/>
                    <a:pt x="404" y="724"/>
                  </a:cubicBezTo>
                  <a:cubicBezTo>
                    <a:pt x="403" y="723"/>
                    <a:pt x="402" y="724"/>
                    <a:pt x="403" y="722"/>
                  </a:cubicBezTo>
                  <a:cubicBezTo>
                    <a:pt x="403" y="719"/>
                    <a:pt x="404" y="718"/>
                    <a:pt x="405" y="718"/>
                  </a:cubicBezTo>
                  <a:cubicBezTo>
                    <a:pt x="406" y="718"/>
                    <a:pt x="409" y="718"/>
                    <a:pt x="411" y="718"/>
                  </a:cubicBezTo>
                  <a:cubicBezTo>
                    <a:pt x="412" y="719"/>
                    <a:pt x="413" y="719"/>
                    <a:pt x="414" y="719"/>
                  </a:cubicBezTo>
                  <a:cubicBezTo>
                    <a:pt x="416" y="719"/>
                    <a:pt x="417" y="718"/>
                    <a:pt x="418" y="718"/>
                  </a:cubicBezTo>
                  <a:cubicBezTo>
                    <a:pt x="419" y="717"/>
                    <a:pt x="421" y="717"/>
                    <a:pt x="422" y="717"/>
                  </a:cubicBezTo>
                  <a:cubicBezTo>
                    <a:pt x="423" y="716"/>
                    <a:pt x="423" y="715"/>
                    <a:pt x="423" y="715"/>
                  </a:cubicBezTo>
                  <a:cubicBezTo>
                    <a:pt x="422" y="715"/>
                    <a:pt x="421" y="715"/>
                    <a:pt x="419" y="716"/>
                  </a:cubicBezTo>
                  <a:cubicBezTo>
                    <a:pt x="417" y="716"/>
                    <a:pt x="414" y="716"/>
                    <a:pt x="413" y="716"/>
                  </a:cubicBezTo>
                  <a:cubicBezTo>
                    <a:pt x="411" y="716"/>
                    <a:pt x="409" y="716"/>
                    <a:pt x="408" y="715"/>
                  </a:cubicBezTo>
                  <a:cubicBezTo>
                    <a:pt x="408" y="714"/>
                    <a:pt x="405" y="713"/>
                    <a:pt x="407" y="713"/>
                  </a:cubicBezTo>
                  <a:cubicBezTo>
                    <a:pt x="410" y="712"/>
                    <a:pt x="411" y="712"/>
                    <a:pt x="413" y="712"/>
                  </a:cubicBezTo>
                  <a:cubicBezTo>
                    <a:pt x="415" y="713"/>
                    <a:pt x="417" y="712"/>
                    <a:pt x="418" y="711"/>
                  </a:cubicBezTo>
                  <a:cubicBezTo>
                    <a:pt x="418" y="711"/>
                    <a:pt x="420" y="711"/>
                    <a:pt x="421" y="710"/>
                  </a:cubicBezTo>
                  <a:cubicBezTo>
                    <a:pt x="423" y="709"/>
                    <a:pt x="421" y="709"/>
                    <a:pt x="422" y="708"/>
                  </a:cubicBezTo>
                  <a:cubicBezTo>
                    <a:pt x="422" y="707"/>
                    <a:pt x="425" y="706"/>
                    <a:pt x="426" y="706"/>
                  </a:cubicBezTo>
                  <a:cubicBezTo>
                    <a:pt x="428" y="706"/>
                    <a:pt x="429" y="706"/>
                    <a:pt x="429" y="704"/>
                  </a:cubicBezTo>
                  <a:cubicBezTo>
                    <a:pt x="428" y="703"/>
                    <a:pt x="425" y="699"/>
                    <a:pt x="423" y="700"/>
                  </a:cubicBezTo>
                  <a:cubicBezTo>
                    <a:pt x="422" y="700"/>
                    <a:pt x="423" y="702"/>
                    <a:pt x="419" y="703"/>
                  </a:cubicBezTo>
                  <a:cubicBezTo>
                    <a:pt x="416" y="704"/>
                    <a:pt x="415" y="704"/>
                    <a:pt x="414" y="704"/>
                  </a:cubicBezTo>
                  <a:cubicBezTo>
                    <a:pt x="412" y="703"/>
                    <a:pt x="412" y="702"/>
                    <a:pt x="409" y="703"/>
                  </a:cubicBezTo>
                  <a:cubicBezTo>
                    <a:pt x="407" y="703"/>
                    <a:pt x="407" y="703"/>
                    <a:pt x="406" y="703"/>
                  </a:cubicBezTo>
                  <a:cubicBezTo>
                    <a:pt x="404" y="703"/>
                    <a:pt x="402" y="703"/>
                    <a:pt x="402" y="702"/>
                  </a:cubicBezTo>
                  <a:cubicBezTo>
                    <a:pt x="402" y="702"/>
                    <a:pt x="403" y="701"/>
                    <a:pt x="404" y="701"/>
                  </a:cubicBezTo>
                  <a:cubicBezTo>
                    <a:pt x="405" y="702"/>
                    <a:pt x="406" y="702"/>
                    <a:pt x="408" y="701"/>
                  </a:cubicBezTo>
                  <a:cubicBezTo>
                    <a:pt x="409" y="701"/>
                    <a:pt x="410" y="700"/>
                    <a:pt x="410" y="700"/>
                  </a:cubicBezTo>
                  <a:cubicBezTo>
                    <a:pt x="409" y="700"/>
                    <a:pt x="408" y="700"/>
                    <a:pt x="407" y="700"/>
                  </a:cubicBezTo>
                  <a:cubicBezTo>
                    <a:pt x="405" y="700"/>
                    <a:pt x="405" y="700"/>
                    <a:pt x="404" y="700"/>
                  </a:cubicBezTo>
                  <a:cubicBezTo>
                    <a:pt x="402" y="700"/>
                    <a:pt x="400" y="700"/>
                    <a:pt x="400" y="699"/>
                  </a:cubicBezTo>
                  <a:cubicBezTo>
                    <a:pt x="399" y="698"/>
                    <a:pt x="399" y="698"/>
                    <a:pt x="400" y="698"/>
                  </a:cubicBezTo>
                  <a:cubicBezTo>
                    <a:pt x="401" y="698"/>
                    <a:pt x="402" y="698"/>
                    <a:pt x="403" y="698"/>
                  </a:cubicBezTo>
                  <a:cubicBezTo>
                    <a:pt x="404" y="698"/>
                    <a:pt x="405" y="698"/>
                    <a:pt x="405" y="697"/>
                  </a:cubicBezTo>
                  <a:cubicBezTo>
                    <a:pt x="405" y="697"/>
                    <a:pt x="405" y="696"/>
                    <a:pt x="405" y="696"/>
                  </a:cubicBezTo>
                  <a:cubicBezTo>
                    <a:pt x="404" y="696"/>
                    <a:pt x="404" y="696"/>
                    <a:pt x="402" y="696"/>
                  </a:cubicBezTo>
                  <a:cubicBezTo>
                    <a:pt x="401" y="696"/>
                    <a:pt x="400" y="696"/>
                    <a:pt x="400" y="696"/>
                  </a:cubicBezTo>
                  <a:cubicBezTo>
                    <a:pt x="399" y="696"/>
                    <a:pt x="397" y="697"/>
                    <a:pt x="397" y="696"/>
                  </a:cubicBezTo>
                  <a:cubicBezTo>
                    <a:pt x="397" y="696"/>
                    <a:pt x="397" y="695"/>
                    <a:pt x="398" y="695"/>
                  </a:cubicBezTo>
                  <a:cubicBezTo>
                    <a:pt x="399" y="694"/>
                    <a:pt x="399" y="694"/>
                    <a:pt x="402" y="694"/>
                  </a:cubicBezTo>
                  <a:cubicBezTo>
                    <a:pt x="404" y="694"/>
                    <a:pt x="404" y="694"/>
                    <a:pt x="406" y="694"/>
                  </a:cubicBezTo>
                  <a:cubicBezTo>
                    <a:pt x="408" y="693"/>
                    <a:pt x="408" y="692"/>
                    <a:pt x="409" y="692"/>
                  </a:cubicBezTo>
                  <a:cubicBezTo>
                    <a:pt x="410" y="692"/>
                    <a:pt x="412" y="692"/>
                    <a:pt x="413" y="692"/>
                  </a:cubicBezTo>
                  <a:cubicBezTo>
                    <a:pt x="414" y="692"/>
                    <a:pt x="416" y="691"/>
                    <a:pt x="417" y="691"/>
                  </a:cubicBezTo>
                  <a:cubicBezTo>
                    <a:pt x="419" y="690"/>
                    <a:pt x="421" y="690"/>
                    <a:pt x="422" y="689"/>
                  </a:cubicBezTo>
                  <a:cubicBezTo>
                    <a:pt x="424" y="689"/>
                    <a:pt x="425" y="689"/>
                    <a:pt x="427" y="689"/>
                  </a:cubicBezTo>
                  <a:cubicBezTo>
                    <a:pt x="430" y="689"/>
                    <a:pt x="430" y="689"/>
                    <a:pt x="432" y="689"/>
                  </a:cubicBezTo>
                  <a:cubicBezTo>
                    <a:pt x="434" y="689"/>
                    <a:pt x="436" y="689"/>
                    <a:pt x="437" y="689"/>
                  </a:cubicBezTo>
                  <a:cubicBezTo>
                    <a:pt x="438" y="690"/>
                    <a:pt x="438" y="689"/>
                    <a:pt x="441" y="690"/>
                  </a:cubicBezTo>
                  <a:cubicBezTo>
                    <a:pt x="443" y="691"/>
                    <a:pt x="444" y="691"/>
                    <a:pt x="445" y="692"/>
                  </a:cubicBezTo>
                  <a:cubicBezTo>
                    <a:pt x="445" y="692"/>
                    <a:pt x="447" y="695"/>
                    <a:pt x="449" y="695"/>
                  </a:cubicBezTo>
                  <a:cubicBezTo>
                    <a:pt x="450" y="696"/>
                    <a:pt x="451" y="696"/>
                    <a:pt x="452" y="696"/>
                  </a:cubicBezTo>
                  <a:cubicBezTo>
                    <a:pt x="454" y="696"/>
                    <a:pt x="455" y="696"/>
                    <a:pt x="457" y="696"/>
                  </a:cubicBezTo>
                  <a:cubicBezTo>
                    <a:pt x="459" y="695"/>
                    <a:pt x="459" y="695"/>
                    <a:pt x="461" y="695"/>
                  </a:cubicBezTo>
                  <a:cubicBezTo>
                    <a:pt x="463" y="695"/>
                    <a:pt x="464" y="695"/>
                    <a:pt x="466" y="694"/>
                  </a:cubicBezTo>
                  <a:cubicBezTo>
                    <a:pt x="468" y="694"/>
                    <a:pt x="468" y="692"/>
                    <a:pt x="465" y="692"/>
                  </a:cubicBezTo>
                  <a:cubicBezTo>
                    <a:pt x="463" y="692"/>
                    <a:pt x="462" y="691"/>
                    <a:pt x="459" y="692"/>
                  </a:cubicBezTo>
                  <a:cubicBezTo>
                    <a:pt x="457" y="693"/>
                    <a:pt x="455" y="693"/>
                    <a:pt x="454" y="693"/>
                  </a:cubicBezTo>
                  <a:cubicBezTo>
                    <a:pt x="452" y="694"/>
                    <a:pt x="451" y="694"/>
                    <a:pt x="450" y="693"/>
                  </a:cubicBezTo>
                  <a:cubicBezTo>
                    <a:pt x="450" y="692"/>
                    <a:pt x="449" y="690"/>
                    <a:pt x="448" y="690"/>
                  </a:cubicBezTo>
                  <a:cubicBezTo>
                    <a:pt x="447" y="689"/>
                    <a:pt x="447" y="688"/>
                    <a:pt x="449" y="688"/>
                  </a:cubicBezTo>
                  <a:cubicBezTo>
                    <a:pt x="450" y="687"/>
                    <a:pt x="452" y="687"/>
                    <a:pt x="452" y="686"/>
                  </a:cubicBezTo>
                  <a:cubicBezTo>
                    <a:pt x="452" y="686"/>
                    <a:pt x="452" y="684"/>
                    <a:pt x="449" y="685"/>
                  </a:cubicBezTo>
                  <a:cubicBezTo>
                    <a:pt x="447" y="686"/>
                    <a:pt x="447" y="686"/>
                    <a:pt x="445" y="687"/>
                  </a:cubicBezTo>
                  <a:cubicBezTo>
                    <a:pt x="442" y="687"/>
                    <a:pt x="441" y="688"/>
                    <a:pt x="440" y="687"/>
                  </a:cubicBezTo>
                  <a:cubicBezTo>
                    <a:pt x="438" y="686"/>
                    <a:pt x="437" y="686"/>
                    <a:pt x="435" y="686"/>
                  </a:cubicBezTo>
                  <a:cubicBezTo>
                    <a:pt x="434" y="686"/>
                    <a:pt x="431" y="685"/>
                    <a:pt x="430" y="685"/>
                  </a:cubicBezTo>
                  <a:cubicBezTo>
                    <a:pt x="429" y="685"/>
                    <a:pt x="429" y="685"/>
                    <a:pt x="427" y="686"/>
                  </a:cubicBezTo>
                  <a:cubicBezTo>
                    <a:pt x="425" y="687"/>
                    <a:pt x="424" y="687"/>
                    <a:pt x="422" y="687"/>
                  </a:cubicBezTo>
                  <a:cubicBezTo>
                    <a:pt x="420" y="687"/>
                    <a:pt x="419" y="688"/>
                    <a:pt x="417" y="688"/>
                  </a:cubicBezTo>
                  <a:cubicBezTo>
                    <a:pt x="416" y="689"/>
                    <a:pt x="415" y="689"/>
                    <a:pt x="413" y="689"/>
                  </a:cubicBezTo>
                  <a:cubicBezTo>
                    <a:pt x="411" y="689"/>
                    <a:pt x="411" y="688"/>
                    <a:pt x="409" y="688"/>
                  </a:cubicBezTo>
                  <a:cubicBezTo>
                    <a:pt x="407" y="688"/>
                    <a:pt x="407" y="688"/>
                    <a:pt x="405" y="689"/>
                  </a:cubicBezTo>
                  <a:cubicBezTo>
                    <a:pt x="404" y="690"/>
                    <a:pt x="404" y="689"/>
                    <a:pt x="402" y="690"/>
                  </a:cubicBezTo>
                  <a:cubicBezTo>
                    <a:pt x="400" y="691"/>
                    <a:pt x="398" y="691"/>
                    <a:pt x="397" y="691"/>
                  </a:cubicBezTo>
                  <a:cubicBezTo>
                    <a:pt x="397" y="691"/>
                    <a:pt x="396" y="689"/>
                    <a:pt x="397" y="689"/>
                  </a:cubicBezTo>
                  <a:cubicBezTo>
                    <a:pt x="397" y="688"/>
                    <a:pt x="398" y="687"/>
                    <a:pt x="399" y="687"/>
                  </a:cubicBezTo>
                  <a:cubicBezTo>
                    <a:pt x="400" y="686"/>
                    <a:pt x="402" y="685"/>
                    <a:pt x="404" y="684"/>
                  </a:cubicBezTo>
                  <a:cubicBezTo>
                    <a:pt x="405" y="684"/>
                    <a:pt x="405" y="684"/>
                    <a:pt x="408" y="682"/>
                  </a:cubicBezTo>
                  <a:cubicBezTo>
                    <a:pt x="411" y="681"/>
                    <a:pt x="413" y="680"/>
                    <a:pt x="414" y="679"/>
                  </a:cubicBezTo>
                  <a:cubicBezTo>
                    <a:pt x="415" y="678"/>
                    <a:pt x="417" y="677"/>
                    <a:pt x="419" y="676"/>
                  </a:cubicBezTo>
                  <a:cubicBezTo>
                    <a:pt x="420" y="675"/>
                    <a:pt x="421" y="674"/>
                    <a:pt x="423" y="674"/>
                  </a:cubicBezTo>
                  <a:cubicBezTo>
                    <a:pt x="426" y="674"/>
                    <a:pt x="429" y="675"/>
                    <a:pt x="430" y="676"/>
                  </a:cubicBezTo>
                  <a:cubicBezTo>
                    <a:pt x="431" y="677"/>
                    <a:pt x="432" y="677"/>
                    <a:pt x="435" y="677"/>
                  </a:cubicBezTo>
                  <a:cubicBezTo>
                    <a:pt x="439" y="677"/>
                    <a:pt x="441" y="677"/>
                    <a:pt x="443" y="678"/>
                  </a:cubicBezTo>
                  <a:cubicBezTo>
                    <a:pt x="445" y="679"/>
                    <a:pt x="445" y="679"/>
                    <a:pt x="448" y="679"/>
                  </a:cubicBezTo>
                  <a:cubicBezTo>
                    <a:pt x="450" y="679"/>
                    <a:pt x="451" y="679"/>
                    <a:pt x="452" y="679"/>
                  </a:cubicBezTo>
                  <a:cubicBezTo>
                    <a:pt x="454" y="680"/>
                    <a:pt x="457" y="680"/>
                    <a:pt x="458" y="681"/>
                  </a:cubicBezTo>
                  <a:cubicBezTo>
                    <a:pt x="459" y="682"/>
                    <a:pt x="460" y="681"/>
                    <a:pt x="461" y="682"/>
                  </a:cubicBezTo>
                  <a:cubicBezTo>
                    <a:pt x="463" y="683"/>
                    <a:pt x="464" y="683"/>
                    <a:pt x="466" y="683"/>
                  </a:cubicBezTo>
                  <a:cubicBezTo>
                    <a:pt x="468" y="683"/>
                    <a:pt x="469" y="683"/>
                    <a:pt x="471" y="683"/>
                  </a:cubicBezTo>
                  <a:cubicBezTo>
                    <a:pt x="474" y="683"/>
                    <a:pt x="475" y="684"/>
                    <a:pt x="475" y="683"/>
                  </a:cubicBezTo>
                  <a:cubicBezTo>
                    <a:pt x="475" y="682"/>
                    <a:pt x="472" y="682"/>
                    <a:pt x="472" y="681"/>
                  </a:cubicBezTo>
                  <a:cubicBezTo>
                    <a:pt x="471" y="680"/>
                    <a:pt x="471" y="679"/>
                    <a:pt x="472" y="678"/>
                  </a:cubicBezTo>
                  <a:cubicBezTo>
                    <a:pt x="474" y="678"/>
                    <a:pt x="475" y="678"/>
                    <a:pt x="475" y="678"/>
                  </a:cubicBezTo>
                  <a:cubicBezTo>
                    <a:pt x="476" y="677"/>
                    <a:pt x="476" y="677"/>
                    <a:pt x="476" y="676"/>
                  </a:cubicBezTo>
                  <a:cubicBezTo>
                    <a:pt x="476" y="675"/>
                    <a:pt x="475" y="674"/>
                    <a:pt x="474" y="674"/>
                  </a:cubicBezTo>
                  <a:cubicBezTo>
                    <a:pt x="473" y="674"/>
                    <a:pt x="473" y="673"/>
                    <a:pt x="471" y="674"/>
                  </a:cubicBezTo>
                  <a:cubicBezTo>
                    <a:pt x="470" y="675"/>
                    <a:pt x="470" y="676"/>
                    <a:pt x="468" y="676"/>
                  </a:cubicBezTo>
                  <a:cubicBezTo>
                    <a:pt x="466" y="676"/>
                    <a:pt x="464" y="676"/>
                    <a:pt x="464" y="675"/>
                  </a:cubicBezTo>
                  <a:cubicBezTo>
                    <a:pt x="465" y="674"/>
                    <a:pt x="465" y="674"/>
                    <a:pt x="466" y="673"/>
                  </a:cubicBezTo>
                  <a:cubicBezTo>
                    <a:pt x="467" y="673"/>
                    <a:pt x="468" y="672"/>
                    <a:pt x="468" y="672"/>
                  </a:cubicBezTo>
                  <a:cubicBezTo>
                    <a:pt x="468" y="672"/>
                    <a:pt x="468" y="672"/>
                    <a:pt x="468" y="671"/>
                  </a:cubicBezTo>
                  <a:cubicBezTo>
                    <a:pt x="468" y="671"/>
                    <a:pt x="467" y="671"/>
                    <a:pt x="466" y="670"/>
                  </a:cubicBezTo>
                  <a:cubicBezTo>
                    <a:pt x="466" y="670"/>
                    <a:pt x="465" y="669"/>
                    <a:pt x="464" y="669"/>
                  </a:cubicBezTo>
                  <a:cubicBezTo>
                    <a:pt x="462" y="669"/>
                    <a:pt x="462" y="670"/>
                    <a:pt x="461" y="670"/>
                  </a:cubicBezTo>
                  <a:cubicBezTo>
                    <a:pt x="460" y="671"/>
                    <a:pt x="460" y="671"/>
                    <a:pt x="459" y="672"/>
                  </a:cubicBezTo>
                  <a:cubicBezTo>
                    <a:pt x="458" y="673"/>
                    <a:pt x="457" y="673"/>
                    <a:pt x="456" y="673"/>
                  </a:cubicBezTo>
                  <a:cubicBezTo>
                    <a:pt x="455" y="673"/>
                    <a:pt x="454" y="673"/>
                    <a:pt x="454" y="673"/>
                  </a:cubicBezTo>
                  <a:cubicBezTo>
                    <a:pt x="454" y="672"/>
                    <a:pt x="455" y="670"/>
                    <a:pt x="455" y="669"/>
                  </a:cubicBezTo>
                  <a:cubicBezTo>
                    <a:pt x="455" y="668"/>
                    <a:pt x="455" y="667"/>
                    <a:pt x="455" y="666"/>
                  </a:cubicBezTo>
                  <a:cubicBezTo>
                    <a:pt x="456" y="666"/>
                    <a:pt x="458" y="665"/>
                    <a:pt x="459" y="666"/>
                  </a:cubicBezTo>
                  <a:cubicBezTo>
                    <a:pt x="460" y="667"/>
                    <a:pt x="459" y="668"/>
                    <a:pt x="461" y="667"/>
                  </a:cubicBezTo>
                  <a:cubicBezTo>
                    <a:pt x="463" y="667"/>
                    <a:pt x="463" y="667"/>
                    <a:pt x="465" y="667"/>
                  </a:cubicBezTo>
                  <a:cubicBezTo>
                    <a:pt x="466" y="668"/>
                    <a:pt x="470" y="668"/>
                    <a:pt x="471" y="667"/>
                  </a:cubicBezTo>
                  <a:cubicBezTo>
                    <a:pt x="471" y="666"/>
                    <a:pt x="470" y="666"/>
                    <a:pt x="468" y="666"/>
                  </a:cubicBezTo>
                  <a:cubicBezTo>
                    <a:pt x="467" y="666"/>
                    <a:pt x="466" y="665"/>
                    <a:pt x="464" y="665"/>
                  </a:cubicBezTo>
                  <a:cubicBezTo>
                    <a:pt x="462" y="665"/>
                    <a:pt x="461" y="664"/>
                    <a:pt x="460" y="664"/>
                  </a:cubicBezTo>
                  <a:cubicBezTo>
                    <a:pt x="459" y="663"/>
                    <a:pt x="458" y="663"/>
                    <a:pt x="457" y="662"/>
                  </a:cubicBezTo>
                  <a:cubicBezTo>
                    <a:pt x="457" y="661"/>
                    <a:pt x="458" y="660"/>
                    <a:pt x="457" y="659"/>
                  </a:cubicBezTo>
                  <a:cubicBezTo>
                    <a:pt x="456" y="658"/>
                    <a:pt x="454" y="658"/>
                    <a:pt x="453" y="657"/>
                  </a:cubicBezTo>
                  <a:cubicBezTo>
                    <a:pt x="453" y="657"/>
                    <a:pt x="453" y="656"/>
                    <a:pt x="454" y="655"/>
                  </a:cubicBezTo>
                  <a:cubicBezTo>
                    <a:pt x="455" y="653"/>
                    <a:pt x="455" y="653"/>
                    <a:pt x="456" y="652"/>
                  </a:cubicBezTo>
                  <a:cubicBezTo>
                    <a:pt x="457" y="651"/>
                    <a:pt x="459" y="649"/>
                    <a:pt x="459" y="648"/>
                  </a:cubicBezTo>
                  <a:cubicBezTo>
                    <a:pt x="459" y="647"/>
                    <a:pt x="459" y="646"/>
                    <a:pt x="457" y="647"/>
                  </a:cubicBezTo>
                  <a:cubicBezTo>
                    <a:pt x="456" y="648"/>
                    <a:pt x="455" y="648"/>
                    <a:pt x="454" y="649"/>
                  </a:cubicBezTo>
                  <a:cubicBezTo>
                    <a:pt x="452" y="650"/>
                    <a:pt x="454" y="651"/>
                    <a:pt x="451" y="651"/>
                  </a:cubicBezTo>
                  <a:cubicBezTo>
                    <a:pt x="449" y="651"/>
                    <a:pt x="448" y="651"/>
                    <a:pt x="447" y="651"/>
                  </a:cubicBezTo>
                  <a:cubicBezTo>
                    <a:pt x="445" y="651"/>
                    <a:pt x="443" y="651"/>
                    <a:pt x="443" y="651"/>
                  </a:cubicBezTo>
                  <a:cubicBezTo>
                    <a:pt x="443" y="652"/>
                    <a:pt x="443" y="653"/>
                    <a:pt x="444" y="653"/>
                  </a:cubicBezTo>
                  <a:cubicBezTo>
                    <a:pt x="445" y="654"/>
                    <a:pt x="446" y="654"/>
                    <a:pt x="446" y="655"/>
                  </a:cubicBezTo>
                  <a:cubicBezTo>
                    <a:pt x="446" y="656"/>
                    <a:pt x="446" y="656"/>
                    <a:pt x="446" y="656"/>
                  </a:cubicBezTo>
                  <a:cubicBezTo>
                    <a:pt x="445" y="657"/>
                    <a:pt x="442" y="657"/>
                    <a:pt x="441" y="657"/>
                  </a:cubicBezTo>
                  <a:cubicBezTo>
                    <a:pt x="440" y="657"/>
                    <a:pt x="439" y="657"/>
                    <a:pt x="438" y="657"/>
                  </a:cubicBezTo>
                  <a:cubicBezTo>
                    <a:pt x="437" y="658"/>
                    <a:pt x="436" y="658"/>
                    <a:pt x="435" y="658"/>
                  </a:cubicBezTo>
                  <a:cubicBezTo>
                    <a:pt x="433" y="658"/>
                    <a:pt x="431" y="658"/>
                    <a:pt x="430" y="658"/>
                  </a:cubicBezTo>
                  <a:cubicBezTo>
                    <a:pt x="429" y="658"/>
                    <a:pt x="428" y="658"/>
                    <a:pt x="427" y="658"/>
                  </a:cubicBezTo>
                  <a:cubicBezTo>
                    <a:pt x="426" y="658"/>
                    <a:pt x="425" y="656"/>
                    <a:pt x="425" y="656"/>
                  </a:cubicBezTo>
                  <a:cubicBezTo>
                    <a:pt x="425" y="655"/>
                    <a:pt x="423" y="655"/>
                    <a:pt x="422" y="654"/>
                  </a:cubicBezTo>
                  <a:cubicBezTo>
                    <a:pt x="421" y="653"/>
                    <a:pt x="420" y="653"/>
                    <a:pt x="419" y="653"/>
                  </a:cubicBezTo>
                  <a:cubicBezTo>
                    <a:pt x="419" y="652"/>
                    <a:pt x="419" y="652"/>
                    <a:pt x="420" y="651"/>
                  </a:cubicBezTo>
                  <a:cubicBezTo>
                    <a:pt x="421" y="651"/>
                    <a:pt x="422" y="651"/>
                    <a:pt x="423" y="650"/>
                  </a:cubicBezTo>
                  <a:cubicBezTo>
                    <a:pt x="425" y="650"/>
                    <a:pt x="425" y="650"/>
                    <a:pt x="426" y="649"/>
                  </a:cubicBezTo>
                  <a:cubicBezTo>
                    <a:pt x="427" y="647"/>
                    <a:pt x="427" y="647"/>
                    <a:pt x="428" y="646"/>
                  </a:cubicBezTo>
                  <a:cubicBezTo>
                    <a:pt x="428" y="646"/>
                    <a:pt x="430" y="645"/>
                    <a:pt x="432" y="645"/>
                  </a:cubicBezTo>
                  <a:cubicBezTo>
                    <a:pt x="434" y="645"/>
                    <a:pt x="434" y="645"/>
                    <a:pt x="435" y="646"/>
                  </a:cubicBezTo>
                  <a:cubicBezTo>
                    <a:pt x="437" y="647"/>
                    <a:pt x="436" y="647"/>
                    <a:pt x="438" y="647"/>
                  </a:cubicBezTo>
                  <a:cubicBezTo>
                    <a:pt x="439" y="647"/>
                    <a:pt x="440" y="647"/>
                    <a:pt x="441" y="647"/>
                  </a:cubicBezTo>
                  <a:cubicBezTo>
                    <a:pt x="443" y="646"/>
                    <a:pt x="443" y="646"/>
                    <a:pt x="445" y="646"/>
                  </a:cubicBezTo>
                  <a:cubicBezTo>
                    <a:pt x="446" y="647"/>
                    <a:pt x="447" y="646"/>
                    <a:pt x="448" y="646"/>
                  </a:cubicBezTo>
                  <a:cubicBezTo>
                    <a:pt x="449" y="645"/>
                    <a:pt x="451" y="646"/>
                    <a:pt x="452" y="645"/>
                  </a:cubicBezTo>
                  <a:cubicBezTo>
                    <a:pt x="452" y="645"/>
                    <a:pt x="453" y="644"/>
                    <a:pt x="454" y="643"/>
                  </a:cubicBezTo>
                  <a:cubicBezTo>
                    <a:pt x="455" y="642"/>
                    <a:pt x="457" y="642"/>
                    <a:pt x="458" y="642"/>
                  </a:cubicBezTo>
                  <a:cubicBezTo>
                    <a:pt x="458" y="643"/>
                    <a:pt x="459" y="642"/>
                    <a:pt x="460" y="642"/>
                  </a:cubicBezTo>
                  <a:cubicBezTo>
                    <a:pt x="461" y="641"/>
                    <a:pt x="461" y="639"/>
                    <a:pt x="462" y="638"/>
                  </a:cubicBezTo>
                  <a:cubicBezTo>
                    <a:pt x="463" y="637"/>
                    <a:pt x="463" y="636"/>
                    <a:pt x="463" y="635"/>
                  </a:cubicBezTo>
                  <a:cubicBezTo>
                    <a:pt x="462" y="635"/>
                    <a:pt x="461" y="634"/>
                    <a:pt x="460" y="635"/>
                  </a:cubicBezTo>
                  <a:cubicBezTo>
                    <a:pt x="460" y="636"/>
                    <a:pt x="459" y="637"/>
                    <a:pt x="458" y="637"/>
                  </a:cubicBezTo>
                  <a:cubicBezTo>
                    <a:pt x="456" y="637"/>
                    <a:pt x="456" y="637"/>
                    <a:pt x="455" y="637"/>
                  </a:cubicBezTo>
                  <a:cubicBezTo>
                    <a:pt x="454" y="637"/>
                    <a:pt x="453" y="637"/>
                    <a:pt x="454" y="636"/>
                  </a:cubicBezTo>
                  <a:cubicBezTo>
                    <a:pt x="455" y="635"/>
                    <a:pt x="456" y="635"/>
                    <a:pt x="456" y="634"/>
                  </a:cubicBezTo>
                  <a:cubicBezTo>
                    <a:pt x="456" y="634"/>
                    <a:pt x="456" y="633"/>
                    <a:pt x="456" y="632"/>
                  </a:cubicBezTo>
                  <a:cubicBezTo>
                    <a:pt x="456" y="632"/>
                    <a:pt x="457" y="632"/>
                    <a:pt x="455" y="632"/>
                  </a:cubicBezTo>
                  <a:cubicBezTo>
                    <a:pt x="453" y="632"/>
                    <a:pt x="453" y="631"/>
                    <a:pt x="453" y="630"/>
                  </a:cubicBezTo>
                  <a:cubicBezTo>
                    <a:pt x="454" y="628"/>
                    <a:pt x="454" y="628"/>
                    <a:pt x="454" y="627"/>
                  </a:cubicBezTo>
                  <a:cubicBezTo>
                    <a:pt x="454" y="626"/>
                    <a:pt x="454" y="625"/>
                    <a:pt x="455" y="626"/>
                  </a:cubicBezTo>
                  <a:cubicBezTo>
                    <a:pt x="455" y="626"/>
                    <a:pt x="455" y="628"/>
                    <a:pt x="456" y="628"/>
                  </a:cubicBezTo>
                  <a:cubicBezTo>
                    <a:pt x="457" y="629"/>
                    <a:pt x="456" y="629"/>
                    <a:pt x="458" y="629"/>
                  </a:cubicBezTo>
                  <a:cubicBezTo>
                    <a:pt x="459" y="629"/>
                    <a:pt x="461" y="628"/>
                    <a:pt x="461" y="628"/>
                  </a:cubicBezTo>
                  <a:cubicBezTo>
                    <a:pt x="462" y="628"/>
                    <a:pt x="462" y="628"/>
                    <a:pt x="462" y="629"/>
                  </a:cubicBezTo>
                  <a:cubicBezTo>
                    <a:pt x="463" y="630"/>
                    <a:pt x="463" y="630"/>
                    <a:pt x="463" y="631"/>
                  </a:cubicBezTo>
                  <a:cubicBezTo>
                    <a:pt x="464" y="632"/>
                    <a:pt x="465" y="632"/>
                    <a:pt x="466" y="632"/>
                  </a:cubicBezTo>
                  <a:cubicBezTo>
                    <a:pt x="467" y="633"/>
                    <a:pt x="467" y="634"/>
                    <a:pt x="468" y="634"/>
                  </a:cubicBezTo>
                  <a:cubicBezTo>
                    <a:pt x="469" y="633"/>
                    <a:pt x="470" y="633"/>
                    <a:pt x="469" y="632"/>
                  </a:cubicBezTo>
                  <a:cubicBezTo>
                    <a:pt x="469" y="631"/>
                    <a:pt x="468" y="630"/>
                    <a:pt x="469" y="630"/>
                  </a:cubicBezTo>
                  <a:cubicBezTo>
                    <a:pt x="469" y="629"/>
                    <a:pt x="470" y="629"/>
                    <a:pt x="471" y="629"/>
                  </a:cubicBezTo>
                  <a:cubicBezTo>
                    <a:pt x="472" y="630"/>
                    <a:pt x="473" y="627"/>
                    <a:pt x="472" y="627"/>
                  </a:cubicBezTo>
                  <a:cubicBezTo>
                    <a:pt x="472" y="627"/>
                    <a:pt x="472" y="627"/>
                    <a:pt x="471" y="626"/>
                  </a:cubicBezTo>
                  <a:cubicBezTo>
                    <a:pt x="470" y="626"/>
                    <a:pt x="469" y="626"/>
                    <a:pt x="468" y="627"/>
                  </a:cubicBezTo>
                  <a:cubicBezTo>
                    <a:pt x="467" y="627"/>
                    <a:pt x="466" y="626"/>
                    <a:pt x="466" y="626"/>
                  </a:cubicBezTo>
                  <a:cubicBezTo>
                    <a:pt x="466" y="626"/>
                    <a:pt x="469" y="625"/>
                    <a:pt x="470" y="625"/>
                  </a:cubicBezTo>
                  <a:cubicBezTo>
                    <a:pt x="471" y="625"/>
                    <a:pt x="472" y="625"/>
                    <a:pt x="473" y="625"/>
                  </a:cubicBezTo>
                  <a:cubicBezTo>
                    <a:pt x="474" y="625"/>
                    <a:pt x="474" y="622"/>
                    <a:pt x="474" y="622"/>
                  </a:cubicBezTo>
                  <a:cubicBezTo>
                    <a:pt x="474" y="621"/>
                    <a:pt x="474" y="621"/>
                    <a:pt x="472" y="621"/>
                  </a:cubicBezTo>
                  <a:cubicBezTo>
                    <a:pt x="470" y="621"/>
                    <a:pt x="469" y="621"/>
                    <a:pt x="469" y="621"/>
                  </a:cubicBezTo>
                  <a:cubicBezTo>
                    <a:pt x="468" y="621"/>
                    <a:pt x="467" y="621"/>
                    <a:pt x="468" y="620"/>
                  </a:cubicBezTo>
                  <a:cubicBezTo>
                    <a:pt x="468" y="620"/>
                    <a:pt x="468" y="619"/>
                    <a:pt x="468" y="618"/>
                  </a:cubicBezTo>
                  <a:cubicBezTo>
                    <a:pt x="468" y="618"/>
                    <a:pt x="468" y="616"/>
                    <a:pt x="467" y="616"/>
                  </a:cubicBezTo>
                  <a:cubicBezTo>
                    <a:pt x="466" y="617"/>
                    <a:pt x="466" y="617"/>
                    <a:pt x="465" y="618"/>
                  </a:cubicBezTo>
                  <a:cubicBezTo>
                    <a:pt x="465" y="619"/>
                    <a:pt x="465" y="619"/>
                    <a:pt x="464" y="620"/>
                  </a:cubicBezTo>
                  <a:cubicBezTo>
                    <a:pt x="463" y="621"/>
                    <a:pt x="462" y="621"/>
                    <a:pt x="461" y="621"/>
                  </a:cubicBezTo>
                  <a:cubicBezTo>
                    <a:pt x="461" y="621"/>
                    <a:pt x="460" y="621"/>
                    <a:pt x="459" y="622"/>
                  </a:cubicBezTo>
                  <a:cubicBezTo>
                    <a:pt x="459" y="622"/>
                    <a:pt x="457" y="623"/>
                    <a:pt x="457" y="622"/>
                  </a:cubicBezTo>
                  <a:cubicBezTo>
                    <a:pt x="457" y="622"/>
                    <a:pt x="456" y="621"/>
                    <a:pt x="457" y="621"/>
                  </a:cubicBezTo>
                  <a:cubicBezTo>
                    <a:pt x="457" y="620"/>
                    <a:pt x="457" y="620"/>
                    <a:pt x="458" y="619"/>
                  </a:cubicBezTo>
                  <a:cubicBezTo>
                    <a:pt x="458" y="617"/>
                    <a:pt x="458" y="616"/>
                    <a:pt x="458" y="615"/>
                  </a:cubicBezTo>
                  <a:cubicBezTo>
                    <a:pt x="458" y="615"/>
                    <a:pt x="459" y="614"/>
                    <a:pt x="461" y="613"/>
                  </a:cubicBezTo>
                  <a:cubicBezTo>
                    <a:pt x="462" y="613"/>
                    <a:pt x="463" y="613"/>
                    <a:pt x="465" y="613"/>
                  </a:cubicBezTo>
                  <a:cubicBezTo>
                    <a:pt x="467" y="613"/>
                    <a:pt x="468" y="613"/>
                    <a:pt x="469" y="613"/>
                  </a:cubicBezTo>
                  <a:cubicBezTo>
                    <a:pt x="469" y="612"/>
                    <a:pt x="469" y="611"/>
                    <a:pt x="471" y="611"/>
                  </a:cubicBezTo>
                  <a:cubicBezTo>
                    <a:pt x="472" y="611"/>
                    <a:pt x="472" y="611"/>
                    <a:pt x="471" y="610"/>
                  </a:cubicBezTo>
                  <a:cubicBezTo>
                    <a:pt x="470" y="610"/>
                    <a:pt x="470" y="609"/>
                    <a:pt x="469" y="610"/>
                  </a:cubicBezTo>
                  <a:cubicBezTo>
                    <a:pt x="468" y="610"/>
                    <a:pt x="468" y="610"/>
                    <a:pt x="467" y="611"/>
                  </a:cubicBezTo>
                  <a:cubicBezTo>
                    <a:pt x="466" y="611"/>
                    <a:pt x="465" y="611"/>
                    <a:pt x="464" y="611"/>
                  </a:cubicBezTo>
                  <a:cubicBezTo>
                    <a:pt x="463" y="611"/>
                    <a:pt x="460" y="612"/>
                    <a:pt x="460" y="611"/>
                  </a:cubicBezTo>
                  <a:cubicBezTo>
                    <a:pt x="460" y="610"/>
                    <a:pt x="459" y="608"/>
                    <a:pt x="460" y="608"/>
                  </a:cubicBezTo>
                  <a:cubicBezTo>
                    <a:pt x="461" y="608"/>
                    <a:pt x="463" y="607"/>
                    <a:pt x="463" y="608"/>
                  </a:cubicBezTo>
                  <a:cubicBezTo>
                    <a:pt x="464" y="608"/>
                    <a:pt x="464" y="609"/>
                    <a:pt x="465" y="609"/>
                  </a:cubicBezTo>
                  <a:cubicBezTo>
                    <a:pt x="466" y="609"/>
                    <a:pt x="467" y="609"/>
                    <a:pt x="468" y="608"/>
                  </a:cubicBezTo>
                  <a:cubicBezTo>
                    <a:pt x="468" y="607"/>
                    <a:pt x="468" y="607"/>
                    <a:pt x="467" y="606"/>
                  </a:cubicBezTo>
                  <a:cubicBezTo>
                    <a:pt x="467" y="606"/>
                    <a:pt x="466" y="605"/>
                    <a:pt x="466" y="605"/>
                  </a:cubicBezTo>
                  <a:cubicBezTo>
                    <a:pt x="465" y="605"/>
                    <a:pt x="465" y="604"/>
                    <a:pt x="465" y="604"/>
                  </a:cubicBezTo>
                  <a:cubicBezTo>
                    <a:pt x="466" y="603"/>
                    <a:pt x="467" y="603"/>
                    <a:pt x="467" y="603"/>
                  </a:cubicBezTo>
                  <a:cubicBezTo>
                    <a:pt x="468" y="604"/>
                    <a:pt x="469" y="604"/>
                    <a:pt x="470" y="604"/>
                  </a:cubicBezTo>
                  <a:cubicBezTo>
                    <a:pt x="471" y="603"/>
                    <a:pt x="472" y="603"/>
                    <a:pt x="472" y="602"/>
                  </a:cubicBezTo>
                  <a:cubicBezTo>
                    <a:pt x="472" y="601"/>
                    <a:pt x="472" y="601"/>
                    <a:pt x="471" y="601"/>
                  </a:cubicBezTo>
                  <a:cubicBezTo>
                    <a:pt x="470" y="600"/>
                    <a:pt x="467" y="599"/>
                    <a:pt x="467" y="598"/>
                  </a:cubicBezTo>
                  <a:cubicBezTo>
                    <a:pt x="467" y="597"/>
                    <a:pt x="467" y="597"/>
                    <a:pt x="466" y="596"/>
                  </a:cubicBezTo>
                  <a:cubicBezTo>
                    <a:pt x="466" y="595"/>
                    <a:pt x="465" y="594"/>
                    <a:pt x="465" y="594"/>
                  </a:cubicBezTo>
                  <a:cubicBezTo>
                    <a:pt x="466" y="594"/>
                    <a:pt x="466" y="593"/>
                    <a:pt x="468" y="593"/>
                  </a:cubicBezTo>
                  <a:cubicBezTo>
                    <a:pt x="469" y="593"/>
                    <a:pt x="470" y="593"/>
                    <a:pt x="470" y="592"/>
                  </a:cubicBezTo>
                  <a:cubicBezTo>
                    <a:pt x="471" y="592"/>
                    <a:pt x="471" y="591"/>
                    <a:pt x="470" y="591"/>
                  </a:cubicBezTo>
                  <a:cubicBezTo>
                    <a:pt x="470" y="591"/>
                    <a:pt x="468" y="590"/>
                    <a:pt x="468" y="591"/>
                  </a:cubicBezTo>
                  <a:cubicBezTo>
                    <a:pt x="467" y="591"/>
                    <a:pt x="467" y="592"/>
                    <a:pt x="466" y="592"/>
                  </a:cubicBezTo>
                  <a:cubicBezTo>
                    <a:pt x="465" y="592"/>
                    <a:pt x="465" y="592"/>
                    <a:pt x="464" y="592"/>
                  </a:cubicBezTo>
                  <a:cubicBezTo>
                    <a:pt x="463" y="593"/>
                    <a:pt x="462" y="593"/>
                    <a:pt x="462" y="593"/>
                  </a:cubicBezTo>
                  <a:cubicBezTo>
                    <a:pt x="461" y="593"/>
                    <a:pt x="458" y="593"/>
                    <a:pt x="458" y="593"/>
                  </a:cubicBezTo>
                  <a:cubicBezTo>
                    <a:pt x="458" y="593"/>
                    <a:pt x="457" y="592"/>
                    <a:pt x="456" y="592"/>
                  </a:cubicBezTo>
                  <a:cubicBezTo>
                    <a:pt x="456" y="591"/>
                    <a:pt x="456" y="590"/>
                    <a:pt x="454" y="590"/>
                  </a:cubicBezTo>
                  <a:cubicBezTo>
                    <a:pt x="452" y="590"/>
                    <a:pt x="451" y="591"/>
                    <a:pt x="450" y="592"/>
                  </a:cubicBezTo>
                  <a:cubicBezTo>
                    <a:pt x="450" y="592"/>
                    <a:pt x="449" y="593"/>
                    <a:pt x="447" y="593"/>
                  </a:cubicBezTo>
                  <a:cubicBezTo>
                    <a:pt x="446" y="593"/>
                    <a:pt x="444" y="593"/>
                    <a:pt x="443" y="593"/>
                  </a:cubicBezTo>
                  <a:cubicBezTo>
                    <a:pt x="442" y="592"/>
                    <a:pt x="440" y="592"/>
                    <a:pt x="438" y="591"/>
                  </a:cubicBezTo>
                  <a:cubicBezTo>
                    <a:pt x="437" y="591"/>
                    <a:pt x="436" y="590"/>
                    <a:pt x="434" y="590"/>
                  </a:cubicBezTo>
                  <a:cubicBezTo>
                    <a:pt x="433" y="589"/>
                    <a:pt x="430" y="587"/>
                    <a:pt x="428" y="587"/>
                  </a:cubicBezTo>
                  <a:cubicBezTo>
                    <a:pt x="427" y="587"/>
                    <a:pt x="424" y="586"/>
                    <a:pt x="420" y="585"/>
                  </a:cubicBezTo>
                  <a:cubicBezTo>
                    <a:pt x="417" y="583"/>
                    <a:pt x="410" y="580"/>
                    <a:pt x="408" y="580"/>
                  </a:cubicBezTo>
                  <a:cubicBezTo>
                    <a:pt x="407" y="579"/>
                    <a:pt x="404" y="578"/>
                    <a:pt x="401" y="577"/>
                  </a:cubicBezTo>
                  <a:cubicBezTo>
                    <a:pt x="398" y="576"/>
                    <a:pt x="396" y="576"/>
                    <a:pt x="393" y="574"/>
                  </a:cubicBezTo>
                  <a:cubicBezTo>
                    <a:pt x="390" y="573"/>
                    <a:pt x="386" y="572"/>
                    <a:pt x="384" y="570"/>
                  </a:cubicBezTo>
                  <a:cubicBezTo>
                    <a:pt x="382" y="569"/>
                    <a:pt x="380" y="569"/>
                    <a:pt x="380" y="568"/>
                  </a:cubicBezTo>
                  <a:cubicBezTo>
                    <a:pt x="381" y="566"/>
                    <a:pt x="382" y="565"/>
                    <a:pt x="385" y="564"/>
                  </a:cubicBezTo>
                  <a:cubicBezTo>
                    <a:pt x="389" y="562"/>
                    <a:pt x="388" y="561"/>
                    <a:pt x="393" y="562"/>
                  </a:cubicBezTo>
                  <a:cubicBezTo>
                    <a:pt x="397" y="563"/>
                    <a:pt x="400" y="565"/>
                    <a:pt x="402" y="565"/>
                  </a:cubicBezTo>
                  <a:cubicBezTo>
                    <a:pt x="405" y="565"/>
                    <a:pt x="404" y="565"/>
                    <a:pt x="409" y="564"/>
                  </a:cubicBezTo>
                  <a:cubicBezTo>
                    <a:pt x="414" y="564"/>
                    <a:pt x="412" y="563"/>
                    <a:pt x="418" y="565"/>
                  </a:cubicBezTo>
                  <a:cubicBezTo>
                    <a:pt x="424" y="567"/>
                    <a:pt x="425" y="566"/>
                    <a:pt x="429" y="568"/>
                  </a:cubicBezTo>
                  <a:cubicBezTo>
                    <a:pt x="432" y="570"/>
                    <a:pt x="434" y="571"/>
                    <a:pt x="437" y="573"/>
                  </a:cubicBezTo>
                  <a:cubicBezTo>
                    <a:pt x="439" y="575"/>
                    <a:pt x="438" y="575"/>
                    <a:pt x="443" y="577"/>
                  </a:cubicBezTo>
                  <a:cubicBezTo>
                    <a:pt x="447" y="578"/>
                    <a:pt x="449" y="577"/>
                    <a:pt x="452" y="578"/>
                  </a:cubicBezTo>
                  <a:cubicBezTo>
                    <a:pt x="454" y="579"/>
                    <a:pt x="457" y="581"/>
                    <a:pt x="459" y="581"/>
                  </a:cubicBezTo>
                  <a:cubicBezTo>
                    <a:pt x="461" y="581"/>
                    <a:pt x="465" y="582"/>
                    <a:pt x="464" y="580"/>
                  </a:cubicBezTo>
                  <a:cubicBezTo>
                    <a:pt x="464" y="578"/>
                    <a:pt x="463" y="578"/>
                    <a:pt x="464" y="577"/>
                  </a:cubicBezTo>
                  <a:cubicBezTo>
                    <a:pt x="465" y="576"/>
                    <a:pt x="466" y="573"/>
                    <a:pt x="465" y="573"/>
                  </a:cubicBezTo>
                  <a:cubicBezTo>
                    <a:pt x="464" y="573"/>
                    <a:pt x="461" y="575"/>
                    <a:pt x="461" y="576"/>
                  </a:cubicBezTo>
                  <a:cubicBezTo>
                    <a:pt x="461" y="578"/>
                    <a:pt x="460" y="578"/>
                    <a:pt x="459" y="577"/>
                  </a:cubicBezTo>
                  <a:cubicBezTo>
                    <a:pt x="457" y="577"/>
                    <a:pt x="453" y="575"/>
                    <a:pt x="454" y="575"/>
                  </a:cubicBezTo>
                  <a:cubicBezTo>
                    <a:pt x="456" y="574"/>
                    <a:pt x="458" y="573"/>
                    <a:pt x="459" y="574"/>
                  </a:cubicBezTo>
                  <a:cubicBezTo>
                    <a:pt x="460" y="574"/>
                    <a:pt x="460" y="573"/>
                    <a:pt x="460" y="572"/>
                  </a:cubicBezTo>
                  <a:cubicBezTo>
                    <a:pt x="459" y="570"/>
                    <a:pt x="460" y="569"/>
                    <a:pt x="461" y="569"/>
                  </a:cubicBezTo>
                  <a:cubicBezTo>
                    <a:pt x="462" y="569"/>
                    <a:pt x="464" y="569"/>
                    <a:pt x="463" y="567"/>
                  </a:cubicBezTo>
                  <a:cubicBezTo>
                    <a:pt x="462" y="566"/>
                    <a:pt x="461" y="566"/>
                    <a:pt x="459" y="567"/>
                  </a:cubicBezTo>
                  <a:cubicBezTo>
                    <a:pt x="458" y="568"/>
                    <a:pt x="455" y="568"/>
                    <a:pt x="455" y="567"/>
                  </a:cubicBezTo>
                  <a:cubicBezTo>
                    <a:pt x="455" y="566"/>
                    <a:pt x="454" y="565"/>
                    <a:pt x="456" y="565"/>
                  </a:cubicBezTo>
                  <a:cubicBezTo>
                    <a:pt x="458" y="565"/>
                    <a:pt x="459" y="565"/>
                    <a:pt x="460" y="565"/>
                  </a:cubicBezTo>
                  <a:cubicBezTo>
                    <a:pt x="460" y="564"/>
                    <a:pt x="461" y="563"/>
                    <a:pt x="461" y="563"/>
                  </a:cubicBezTo>
                  <a:cubicBezTo>
                    <a:pt x="460" y="562"/>
                    <a:pt x="459" y="559"/>
                    <a:pt x="457" y="560"/>
                  </a:cubicBezTo>
                  <a:cubicBezTo>
                    <a:pt x="455" y="561"/>
                    <a:pt x="452" y="562"/>
                    <a:pt x="451" y="562"/>
                  </a:cubicBezTo>
                  <a:cubicBezTo>
                    <a:pt x="450" y="561"/>
                    <a:pt x="449" y="560"/>
                    <a:pt x="448" y="559"/>
                  </a:cubicBezTo>
                  <a:cubicBezTo>
                    <a:pt x="447" y="558"/>
                    <a:pt x="444" y="558"/>
                    <a:pt x="443" y="557"/>
                  </a:cubicBezTo>
                  <a:cubicBezTo>
                    <a:pt x="442" y="557"/>
                    <a:pt x="438" y="554"/>
                    <a:pt x="440" y="554"/>
                  </a:cubicBezTo>
                  <a:cubicBezTo>
                    <a:pt x="442" y="554"/>
                    <a:pt x="442" y="555"/>
                    <a:pt x="444" y="555"/>
                  </a:cubicBezTo>
                  <a:cubicBezTo>
                    <a:pt x="445" y="556"/>
                    <a:pt x="447" y="557"/>
                    <a:pt x="449" y="557"/>
                  </a:cubicBezTo>
                  <a:cubicBezTo>
                    <a:pt x="451" y="557"/>
                    <a:pt x="452" y="558"/>
                    <a:pt x="454" y="557"/>
                  </a:cubicBezTo>
                  <a:cubicBezTo>
                    <a:pt x="455" y="556"/>
                    <a:pt x="455" y="554"/>
                    <a:pt x="454" y="554"/>
                  </a:cubicBezTo>
                  <a:cubicBezTo>
                    <a:pt x="453" y="554"/>
                    <a:pt x="453" y="554"/>
                    <a:pt x="451" y="554"/>
                  </a:cubicBezTo>
                  <a:cubicBezTo>
                    <a:pt x="450" y="553"/>
                    <a:pt x="446" y="552"/>
                    <a:pt x="447" y="552"/>
                  </a:cubicBezTo>
                  <a:cubicBezTo>
                    <a:pt x="448" y="551"/>
                    <a:pt x="449" y="550"/>
                    <a:pt x="448" y="550"/>
                  </a:cubicBezTo>
                  <a:cubicBezTo>
                    <a:pt x="447" y="550"/>
                    <a:pt x="444" y="549"/>
                    <a:pt x="443" y="550"/>
                  </a:cubicBezTo>
                  <a:cubicBezTo>
                    <a:pt x="442" y="550"/>
                    <a:pt x="440" y="551"/>
                    <a:pt x="439" y="551"/>
                  </a:cubicBezTo>
                  <a:cubicBezTo>
                    <a:pt x="438" y="551"/>
                    <a:pt x="434" y="551"/>
                    <a:pt x="434" y="550"/>
                  </a:cubicBezTo>
                  <a:cubicBezTo>
                    <a:pt x="434" y="550"/>
                    <a:pt x="434" y="548"/>
                    <a:pt x="436" y="548"/>
                  </a:cubicBezTo>
                  <a:cubicBezTo>
                    <a:pt x="438" y="548"/>
                    <a:pt x="440" y="547"/>
                    <a:pt x="441" y="547"/>
                  </a:cubicBezTo>
                  <a:cubicBezTo>
                    <a:pt x="441" y="546"/>
                    <a:pt x="442" y="543"/>
                    <a:pt x="442" y="543"/>
                  </a:cubicBezTo>
                  <a:cubicBezTo>
                    <a:pt x="442" y="543"/>
                    <a:pt x="440" y="542"/>
                    <a:pt x="439" y="544"/>
                  </a:cubicBezTo>
                  <a:cubicBezTo>
                    <a:pt x="438" y="545"/>
                    <a:pt x="436" y="545"/>
                    <a:pt x="435" y="546"/>
                  </a:cubicBezTo>
                  <a:cubicBezTo>
                    <a:pt x="433" y="546"/>
                    <a:pt x="431" y="546"/>
                    <a:pt x="430" y="547"/>
                  </a:cubicBezTo>
                  <a:cubicBezTo>
                    <a:pt x="429" y="548"/>
                    <a:pt x="427" y="546"/>
                    <a:pt x="428" y="546"/>
                  </a:cubicBezTo>
                  <a:cubicBezTo>
                    <a:pt x="428" y="545"/>
                    <a:pt x="430" y="545"/>
                    <a:pt x="431" y="544"/>
                  </a:cubicBezTo>
                  <a:cubicBezTo>
                    <a:pt x="431" y="542"/>
                    <a:pt x="431" y="542"/>
                    <a:pt x="434" y="542"/>
                  </a:cubicBezTo>
                  <a:cubicBezTo>
                    <a:pt x="437" y="541"/>
                    <a:pt x="438" y="539"/>
                    <a:pt x="440" y="539"/>
                  </a:cubicBezTo>
                  <a:cubicBezTo>
                    <a:pt x="443" y="539"/>
                    <a:pt x="447" y="539"/>
                    <a:pt x="447" y="538"/>
                  </a:cubicBezTo>
                  <a:cubicBezTo>
                    <a:pt x="447" y="536"/>
                    <a:pt x="443" y="536"/>
                    <a:pt x="441" y="537"/>
                  </a:cubicBezTo>
                  <a:cubicBezTo>
                    <a:pt x="439" y="537"/>
                    <a:pt x="438" y="538"/>
                    <a:pt x="435" y="538"/>
                  </a:cubicBezTo>
                  <a:cubicBezTo>
                    <a:pt x="432" y="539"/>
                    <a:pt x="429" y="541"/>
                    <a:pt x="429" y="541"/>
                  </a:cubicBezTo>
                  <a:cubicBezTo>
                    <a:pt x="428" y="542"/>
                    <a:pt x="423" y="543"/>
                    <a:pt x="421" y="542"/>
                  </a:cubicBezTo>
                  <a:cubicBezTo>
                    <a:pt x="419" y="541"/>
                    <a:pt x="418" y="540"/>
                    <a:pt x="416" y="540"/>
                  </a:cubicBezTo>
                  <a:cubicBezTo>
                    <a:pt x="414" y="540"/>
                    <a:pt x="412" y="540"/>
                    <a:pt x="413" y="539"/>
                  </a:cubicBezTo>
                  <a:cubicBezTo>
                    <a:pt x="414" y="537"/>
                    <a:pt x="416" y="537"/>
                    <a:pt x="419" y="537"/>
                  </a:cubicBezTo>
                  <a:cubicBezTo>
                    <a:pt x="421" y="536"/>
                    <a:pt x="421" y="535"/>
                    <a:pt x="424" y="534"/>
                  </a:cubicBezTo>
                  <a:cubicBezTo>
                    <a:pt x="426" y="534"/>
                    <a:pt x="429" y="533"/>
                    <a:pt x="431" y="534"/>
                  </a:cubicBezTo>
                  <a:cubicBezTo>
                    <a:pt x="433" y="534"/>
                    <a:pt x="434" y="535"/>
                    <a:pt x="436" y="533"/>
                  </a:cubicBezTo>
                  <a:cubicBezTo>
                    <a:pt x="439" y="532"/>
                    <a:pt x="441" y="530"/>
                    <a:pt x="441" y="529"/>
                  </a:cubicBezTo>
                  <a:cubicBezTo>
                    <a:pt x="441" y="528"/>
                    <a:pt x="439" y="527"/>
                    <a:pt x="437" y="529"/>
                  </a:cubicBezTo>
                  <a:cubicBezTo>
                    <a:pt x="435" y="532"/>
                    <a:pt x="432" y="533"/>
                    <a:pt x="431" y="532"/>
                  </a:cubicBezTo>
                  <a:cubicBezTo>
                    <a:pt x="430" y="532"/>
                    <a:pt x="428" y="531"/>
                    <a:pt x="427" y="530"/>
                  </a:cubicBezTo>
                  <a:cubicBezTo>
                    <a:pt x="425" y="530"/>
                    <a:pt x="422" y="529"/>
                    <a:pt x="421" y="529"/>
                  </a:cubicBezTo>
                  <a:cubicBezTo>
                    <a:pt x="421" y="528"/>
                    <a:pt x="421" y="528"/>
                    <a:pt x="419" y="529"/>
                  </a:cubicBezTo>
                  <a:cubicBezTo>
                    <a:pt x="418" y="529"/>
                    <a:pt x="414" y="529"/>
                    <a:pt x="414" y="528"/>
                  </a:cubicBezTo>
                  <a:cubicBezTo>
                    <a:pt x="413" y="527"/>
                    <a:pt x="415" y="525"/>
                    <a:pt x="416" y="524"/>
                  </a:cubicBezTo>
                  <a:cubicBezTo>
                    <a:pt x="417" y="523"/>
                    <a:pt x="418" y="523"/>
                    <a:pt x="418" y="521"/>
                  </a:cubicBezTo>
                  <a:cubicBezTo>
                    <a:pt x="418" y="519"/>
                    <a:pt x="420" y="519"/>
                    <a:pt x="420" y="518"/>
                  </a:cubicBezTo>
                  <a:cubicBezTo>
                    <a:pt x="421" y="516"/>
                    <a:pt x="420" y="515"/>
                    <a:pt x="417" y="517"/>
                  </a:cubicBezTo>
                  <a:cubicBezTo>
                    <a:pt x="414" y="519"/>
                    <a:pt x="413" y="518"/>
                    <a:pt x="413" y="520"/>
                  </a:cubicBezTo>
                  <a:cubicBezTo>
                    <a:pt x="412" y="523"/>
                    <a:pt x="412" y="524"/>
                    <a:pt x="410" y="524"/>
                  </a:cubicBezTo>
                  <a:cubicBezTo>
                    <a:pt x="408" y="524"/>
                    <a:pt x="405" y="525"/>
                    <a:pt x="405" y="524"/>
                  </a:cubicBezTo>
                  <a:cubicBezTo>
                    <a:pt x="406" y="522"/>
                    <a:pt x="407" y="520"/>
                    <a:pt x="406" y="518"/>
                  </a:cubicBezTo>
                  <a:cubicBezTo>
                    <a:pt x="406" y="516"/>
                    <a:pt x="405" y="515"/>
                    <a:pt x="403" y="514"/>
                  </a:cubicBezTo>
                  <a:cubicBezTo>
                    <a:pt x="401" y="513"/>
                    <a:pt x="400" y="514"/>
                    <a:pt x="399" y="512"/>
                  </a:cubicBezTo>
                  <a:cubicBezTo>
                    <a:pt x="399" y="510"/>
                    <a:pt x="397" y="508"/>
                    <a:pt x="398" y="507"/>
                  </a:cubicBezTo>
                  <a:cubicBezTo>
                    <a:pt x="399" y="506"/>
                    <a:pt x="400" y="506"/>
                    <a:pt x="401" y="505"/>
                  </a:cubicBezTo>
                  <a:cubicBezTo>
                    <a:pt x="401" y="505"/>
                    <a:pt x="403" y="503"/>
                    <a:pt x="401" y="503"/>
                  </a:cubicBezTo>
                  <a:cubicBezTo>
                    <a:pt x="399" y="503"/>
                    <a:pt x="399" y="504"/>
                    <a:pt x="397" y="505"/>
                  </a:cubicBezTo>
                  <a:cubicBezTo>
                    <a:pt x="395" y="505"/>
                    <a:pt x="394" y="504"/>
                    <a:pt x="394" y="505"/>
                  </a:cubicBezTo>
                  <a:cubicBezTo>
                    <a:pt x="393" y="507"/>
                    <a:pt x="393" y="508"/>
                    <a:pt x="395" y="509"/>
                  </a:cubicBezTo>
                  <a:cubicBezTo>
                    <a:pt x="397" y="511"/>
                    <a:pt x="397" y="511"/>
                    <a:pt x="397" y="513"/>
                  </a:cubicBezTo>
                  <a:cubicBezTo>
                    <a:pt x="397" y="515"/>
                    <a:pt x="396" y="514"/>
                    <a:pt x="399" y="517"/>
                  </a:cubicBezTo>
                  <a:cubicBezTo>
                    <a:pt x="401" y="519"/>
                    <a:pt x="401" y="518"/>
                    <a:pt x="402" y="521"/>
                  </a:cubicBezTo>
                  <a:cubicBezTo>
                    <a:pt x="403" y="523"/>
                    <a:pt x="403" y="524"/>
                    <a:pt x="402" y="525"/>
                  </a:cubicBezTo>
                  <a:cubicBezTo>
                    <a:pt x="400" y="526"/>
                    <a:pt x="399" y="525"/>
                    <a:pt x="398" y="526"/>
                  </a:cubicBezTo>
                  <a:cubicBezTo>
                    <a:pt x="397" y="527"/>
                    <a:pt x="398" y="530"/>
                    <a:pt x="397" y="530"/>
                  </a:cubicBezTo>
                  <a:cubicBezTo>
                    <a:pt x="396" y="531"/>
                    <a:pt x="394" y="530"/>
                    <a:pt x="394" y="529"/>
                  </a:cubicBezTo>
                  <a:cubicBezTo>
                    <a:pt x="393" y="528"/>
                    <a:pt x="392" y="527"/>
                    <a:pt x="392" y="528"/>
                  </a:cubicBezTo>
                  <a:cubicBezTo>
                    <a:pt x="391" y="529"/>
                    <a:pt x="391" y="531"/>
                    <a:pt x="393" y="532"/>
                  </a:cubicBezTo>
                  <a:cubicBezTo>
                    <a:pt x="395" y="534"/>
                    <a:pt x="396" y="535"/>
                    <a:pt x="395" y="536"/>
                  </a:cubicBezTo>
                  <a:cubicBezTo>
                    <a:pt x="395" y="538"/>
                    <a:pt x="394" y="539"/>
                    <a:pt x="392" y="539"/>
                  </a:cubicBezTo>
                  <a:cubicBezTo>
                    <a:pt x="390" y="539"/>
                    <a:pt x="389" y="539"/>
                    <a:pt x="388" y="540"/>
                  </a:cubicBezTo>
                  <a:cubicBezTo>
                    <a:pt x="386" y="541"/>
                    <a:pt x="385" y="542"/>
                    <a:pt x="383" y="542"/>
                  </a:cubicBezTo>
                  <a:cubicBezTo>
                    <a:pt x="382" y="542"/>
                    <a:pt x="380" y="543"/>
                    <a:pt x="378" y="542"/>
                  </a:cubicBezTo>
                  <a:cubicBezTo>
                    <a:pt x="376" y="542"/>
                    <a:pt x="374" y="541"/>
                    <a:pt x="373" y="539"/>
                  </a:cubicBezTo>
                  <a:cubicBezTo>
                    <a:pt x="371" y="538"/>
                    <a:pt x="372" y="538"/>
                    <a:pt x="367" y="536"/>
                  </a:cubicBezTo>
                  <a:cubicBezTo>
                    <a:pt x="363" y="535"/>
                    <a:pt x="362" y="534"/>
                    <a:pt x="361" y="533"/>
                  </a:cubicBezTo>
                  <a:cubicBezTo>
                    <a:pt x="361" y="532"/>
                    <a:pt x="357" y="532"/>
                    <a:pt x="357" y="530"/>
                  </a:cubicBezTo>
                  <a:cubicBezTo>
                    <a:pt x="356" y="529"/>
                    <a:pt x="357" y="528"/>
                    <a:pt x="359" y="528"/>
                  </a:cubicBezTo>
                  <a:cubicBezTo>
                    <a:pt x="360" y="528"/>
                    <a:pt x="361" y="527"/>
                    <a:pt x="362" y="526"/>
                  </a:cubicBezTo>
                  <a:cubicBezTo>
                    <a:pt x="364" y="526"/>
                    <a:pt x="364" y="527"/>
                    <a:pt x="366" y="527"/>
                  </a:cubicBezTo>
                  <a:cubicBezTo>
                    <a:pt x="367" y="526"/>
                    <a:pt x="367" y="524"/>
                    <a:pt x="368" y="524"/>
                  </a:cubicBezTo>
                  <a:cubicBezTo>
                    <a:pt x="369" y="523"/>
                    <a:pt x="371" y="523"/>
                    <a:pt x="373" y="523"/>
                  </a:cubicBezTo>
                  <a:cubicBezTo>
                    <a:pt x="375" y="524"/>
                    <a:pt x="376" y="522"/>
                    <a:pt x="378" y="520"/>
                  </a:cubicBezTo>
                  <a:cubicBezTo>
                    <a:pt x="380" y="519"/>
                    <a:pt x="381" y="518"/>
                    <a:pt x="382" y="518"/>
                  </a:cubicBezTo>
                  <a:cubicBezTo>
                    <a:pt x="383" y="517"/>
                    <a:pt x="383" y="516"/>
                    <a:pt x="384" y="514"/>
                  </a:cubicBezTo>
                  <a:cubicBezTo>
                    <a:pt x="384" y="512"/>
                    <a:pt x="385" y="511"/>
                    <a:pt x="385" y="510"/>
                  </a:cubicBezTo>
                  <a:cubicBezTo>
                    <a:pt x="385" y="508"/>
                    <a:pt x="384" y="507"/>
                    <a:pt x="383" y="509"/>
                  </a:cubicBezTo>
                  <a:cubicBezTo>
                    <a:pt x="383" y="511"/>
                    <a:pt x="382" y="513"/>
                    <a:pt x="381" y="514"/>
                  </a:cubicBezTo>
                  <a:cubicBezTo>
                    <a:pt x="380" y="515"/>
                    <a:pt x="379" y="515"/>
                    <a:pt x="378" y="517"/>
                  </a:cubicBezTo>
                  <a:cubicBezTo>
                    <a:pt x="377" y="519"/>
                    <a:pt x="376" y="519"/>
                    <a:pt x="374" y="519"/>
                  </a:cubicBezTo>
                  <a:cubicBezTo>
                    <a:pt x="372" y="520"/>
                    <a:pt x="371" y="519"/>
                    <a:pt x="369" y="519"/>
                  </a:cubicBezTo>
                  <a:cubicBezTo>
                    <a:pt x="368" y="519"/>
                    <a:pt x="368" y="519"/>
                    <a:pt x="366" y="519"/>
                  </a:cubicBezTo>
                  <a:cubicBezTo>
                    <a:pt x="365" y="520"/>
                    <a:pt x="362" y="519"/>
                    <a:pt x="362" y="519"/>
                  </a:cubicBezTo>
                  <a:cubicBezTo>
                    <a:pt x="361" y="518"/>
                    <a:pt x="362" y="516"/>
                    <a:pt x="364" y="516"/>
                  </a:cubicBezTo>
                  <a:cubicBezTo>
                    <a:pt x="365" y="515"/>
                    <a:pt x="366" y="514"/>
                    <a:pt x="368" y="513"/>
                  </a:cubicBezTo>
                  <a:cubicBezTo>
                    <a:pt x="370" y="511"/>
                    <a:pt x="372" y="511"/>
                    <a:pt x="373" y="509"/>
                  </a:cubicBezTo>
                  <a:cubicBezTo>
                    <a:pt x="374" y="508"/>
                    <a:pt x="374" y="507"/>
                    <a:pt x="374" y="506"/>
                  </a:cubicBezTo>
                  <a:cubicBezTo>
                    <a:pt x="375" y="505"/>
                    <a:pt x="376" y="505"/>
                    <a:pt x="376" y="504"/>
                  </a:cubicBezTo>
                  <a:cubicBezTo>
                    <a:pt x="377" y="503"/>
                    <a:pt x="377" y="503"/>
                    <a:pt x="377" y="502"/>
                  </a:cubicBezTo>
                  <a:cubicBezTo>
                    <a:pt x="376" y="501"/>
                    <a:pt x="379" y="499"/>
                    <a:pt x="381" y="499"/>
                  </a:cubicBezTo>
                  <a:cubicBezTo>
                    <a:pt x="382" y="500"/>
                    <a:pt x="383" y="500"/>
                    <a:pt x="384" y="500"/>
                  </a:cubicBezTo>
                  <a:cubicBezTo>
                    <a:pt x="386" y="500"/>
                    <a:pt x="388" y="499"/>
                    <a:pt x="387" y="498"/>
                  </a:cubicBezTo>
                  <a:cubicBezTo>
                    <a:pt x="387" y="497"/>
                    <a:pt x="384" y="497"/>
                    <a:pt x="382" y="497"/>
                  </a:cubicBezTo>
                  <a:cubicBezTo>
                    <a:pt x="380" y="497"/>
                    <a:pt x="380" y="496"/>
                    <a:pt x="378" y="496"/>
                  </a:cubicBezTo>
                  <a:cubicBezTo>
                    <a:pt x="376" y="497"/>
                    <a:pt x="374" y="498"/>
                    <a:pt x="374" y="497"/>
                  </a:cubicBezTo>
                  <a:cubicBezTo>
                    <a:pt x="374" y="495"/>
                    <a:pt x="375" y="494"/>
                    <a:pt x="376" y="494"/>
                  </a:cubicBezTo>
                  <a:cubicBezTo>
                    <a:pt x="378" y="494"/>
                    <a:pt x="379" y="494"/>
                    <a:pt x="379" y="493"/>
                  </a:cubicBezTo>
                  <a:cubicBezTo>
                    <a:pt x="379" y="492"/>
                    <a:pt x="379" y="491"/>
                    <a:pt x="379" y="490"/>
                  </a:cubicBezTo>
                  <a:cubicBezTo>
                    <a:pt x="380" y="489"/>
                    <a:pt x="381" y="489"/>
                    <a:pt x="382" y="488"/>
                  </a:cubicBezTo>
                  <a:cubicBezTo>
                    <a:pt x="382" y="487"/>
                    <a:pt x="380" y="486"/>
                    <a:pt x="380" y="486"/>
                  </a:cubicBezTo>
                  <a:cubicBezTo>
                    <a:pt x="379" y="485"/>
                    <a:pt x="377" y="486"/>
                    <a:pt x="377" y="485"/>
                  </a:cubicBezTo>
                  <a:cubicBezTo>
                    <a:pt x="377" y="484"/>
                    <a:pt x="378" y="482"/>
                    <a:pt x="378" y="481"/>
                  </a:cubicBezTo>
                  <a:cubicBezTo>
                    <a:pt x="378" y="479"/>
                    <a:pt x="375" y="477"/>
                    <a:pt x="374" y="476"/>
                  </a:cubicBezTo>
                  <a:cubicBezTo>
                    <a:pt x="374" y="476"/>
                    <a:pt x="372" y="475"/>
                    <a:pt x="371" y="476"/>
                  </a:cubicBezTo>
                  <a:cubicBezTo>
                    <a:pt x="370" y="476"/>
                    <a:pt x="368" y="477"/>
                    <a:pt x="368" y="477"/>
                  </a:cubicBezTo>
                  <a:cubicBezTo>
                    <a:pt x="367" y="477"/>
                    <a:pt x="364" y="477"/>
                    <a:pt x="363" y="476"/>
                  </a:cubicBezTo>
                  <a:cubicBezTo>
                    <a:pt x="362" y="476"/>
                    <a:pt x="361" y="476"/>
                    <a:pt x="362" y="475"/>
                  </a:cubicBezTo>
                  <a:cubicBezTo>
                    <a:pt x="363" y="474"/>
                    <a:pt x="363" y="475"/>
                    <a:pt x="364" y="474"/>
                  </a:cubicBezTo>
                  <a:cubicBezTo>
                    <a:pt x="365" y="473"/>
                    <a:pt x="365" y="472"/>
                    <a:pt x="366" y="472"/>
                  </a:cubicBezTo>
                  <a:cubicBezTo>
                    <a:pt x="367" y="471"/>
                    <a:pt x="368" y="472"/>
                    <a:pt x="369" y="471"/>
                  </a:cubicBezTo>
                  <a:cubicBezTo>
                    <a:pt x="369" y="471"/>
                    <a:pt x="369" y="470"/>
                    <a:pt x="369" y="470"/>
                  </a:cubicBezTo>
                  <a:cubicBezTo>
                    <a:pt x="368" y="469"/>
                    <a:pt x="367" y="469"/>
                    <a:pt x="366" y="469"/>
                  </a:cubicBezTo>
                  <a:cubicBezTo>
                    <a:pt x="365" y="469"/>
                    <a:pt x="364" y="469"/>
                    <a:pt x="365" y="468"/>
                  </a:cubicBezTo>
                  <a:cubicBezTo>
                    <a:pt x="365" y="467"/>
                    <a:pt x="366" y="467"/>
                    <a:pt x="366" y="466"/>
                  </a:cubicBezTo>
                  <a:cubicBezTo>
                    <a:pt x="367" y="466"/>
                    <a:pt x="366" y="465"/>
                    <a:pt x="367" y="465"/>
                  </a:cubicBezTo>
                  <a:cubicBezTo>
                    <a:pt x="369" y="465"/>
                    <a:pt x="369" y="465"/>
                    <a:pt x="370" y="464"/>
                  </a:cubicBezTo>
                  <a:cubicBezTo>
                    <a:pt x="370" y="463"/>
                    <a:pt x="369" y="463"/>
                    <a:pt x="368" y="462"/>
                  </a:cubicBezTo>
                  <a:cubicBezTo>
                    <a:pt x="366" y="462"/>
                    <a:pt x="364" y="460"/>
                    <a:pt x="364" y="460"/>
                  </a:cubicBezTo>
                  <a:cubicBezTo>
                    <a:pt x="363" y="459"/>
                    <a:pt x="361" y="458"/>
                    <a:pt x="360" y="457"/>
                  </a:cubicBezTo>
                  <a:cubicBezTo>
                    <a:pt x="360" y="455"/>
                    <a:pt x="358" y="454"/>
                    <a:pt x="357" y="454"/>
                  </a:cubicBezTo>
                  <a:cubicBezTo>
                    <a:pt x="357" y="453"/>
                    <a:pt x="356" y="452"/>
                    <a:pt x="355" y="452"/>
                  </a:cubicBezTo>
                  <a:cubicBezTo>
                    <a:pt x="354" y="452"/>
                    <a:pt x="353" y="451"/>
                    <a:pt x="353" y="451"/>
                  </a:cubicBezTo>
                  <a:cubicBezTo>
                    <a:pt x="354" y="450"/>
                    <a:pt x="356" y="450"/>
                    <a:pt x="356" y="450"/>
                  </a:cubicBezTo>
                  <a:cubicBezTo>
                    <a:pt x="357" y="451"/>
                    <a:pt x="358" y="451"/>
                    <a:pt x="359" y="450"/>
                  </a:cubicBezTo>
                  <a:cubicBezTo>
                    <a:pt x="359" y="450"/>
                    <a:pt x="359" y="449"/>
                    <a:pt x="359" y="449"/>
                  </a:cubicBezTo>
                  <a:cubicBezTo>
                    <a:pt x="358" y="448"/>
                    <a:pt x="357" y="447"/>
                    <a:pt x="356" y="447"/>
                  </a:cubicBezTo>
                  <a:cubicBezTo>
                    <a:pt x="356" y="446"/>
                    <a:pt x="355" y="445"/>
                    <a:pt x="356" y="445"/>
                  </a:cubicBezTo>
                  <a:cubicBezTo>
                    <a:pt x="357" y="445"/>
                    <a:pt x="357" y="445"/>
                    <a:pt x="358" y="445"/>
                  </a:cubicBezTo>
                  <a:cubicBezTo>
                    <a:pt x="358" y="445"/>
                    <a:pt x="359" y="445"/>
                    <a:pt x="359" y="444"/>
                  </a:cubicBezTo>
                  <a:cubicBezTo>
                    <a:pt x="359" y="443"/>
                    <a:pt x="358" y="443"/>
                    <a:pt x="357" y="442"/>
                  </a:cubicBezTo>
                  <a:cubicBezTo>
                    <a:pt x="356" y="442"/>
                    <a:pt x="356" y="442"/>
                    <a:pt x="355" y="441"/>
                  </a:cubicBezTo>
                  <a:cubicBezTo>
                    <a:pt x="353" y="441"/>
                    <a:pt x="353" y="441"/>
                    <a:pt x="352" y="440"/>
                  </a:cubicBezTo>
                  <a:cubicBezTo>
                    <a:pt x="351" y="440"/>
                    <a:pt x="351" y="439"/>
                    <a:pt x="351" y="439"/>
                  </a:cubicBezTo>
                  <a:cubicBezTo>
                    <a:pt x="351" y="438"/>
                    <a:pt x="353" y="439"/>
                    <a:pt x="353" y="438"/>
                  </a:cubicBezTo>
                  <a:cubicBezTo>
                    <a:pt x="353" y="436"/>
                    <a:pt x="351" y="436"/>
                    <a:pt x="350" y="436"/>
                  </a:cubicBezTo>
                  <a:cubicBezTo>
                    <a:pt x="349" y="436"/>
                    <a:pt x="347" y="435"/>
                    <a:pt x="346" y="435"/>
                  </a:cubicBezTo>
                  <a:cubicBezTo>
                    <a:pt x="346" y="434"/>
                    <a:pt x="346" y="433"/>
                    <a:pt x="346" y="433"/>
                  </a:cubicBezTo>
                  <a:cubicBezTo>
                    <a:pt x="347" y="432"/>
                    <a:pt x="347" y="432"/>
                    <a:pt x="348" y="431"/>
                  </a:cubicBezTo>
                  <a:cubicBezTo>
                    <a:pt x="349" y="430"/>
                    <a:pt x="350" y="430"/>
                    <a:pt x="349" y="429"/>
                  </a:cubicBezTo>
                  <a:cubicBezTo>
                    <a:pt x="349" y="428"/>
                    <a:pt x="349" y="427"/>
                    <a:pt x="347" y="427"/>
                  </a:cubicBezTo>
                  <a:cubicBezTo>
                    <a:pt x="346" y="428"/>
                    <a:pt x="346" y="428"/>
                    <a:pt x="345" y="428"/>
                  </a:cubicBezTo>
                  <a:cubicBezTo>
                    <a:pt x="345" y="427"/>
                    <a:pt x="344" y="426"/>
                    <a:pt x="344" y="426"/>
                  </a:cubicBezTo>
                  <a:cubicBezTo>
                    <a:pt x="343" y="426"/>
                    <a:pt x="343" y="425"/>
                    <a:pt x="343" y="425"/>
                  </a:cubicBezTo>
                  <a:cubicBezTo>
                    <a:pt x="343" y="424"/>
                    <a:pt x="344" y="423"/>
                    <a:pt x="345" y="423"/>
                  </a:cubicBezTo>
                  <a:cubicBezTo>
                    <a:pt x="347" y="423"/>
                    <a:pt x="348" y="423"/>
                    <a:pt x="348" y="423"/>
                  </a:cubicBezTo>
                  <a:cubicBezTo>
                    <a:pt x="348" y="422"/>
                    <a:pt x="346" y="422"/>
                    <a:pt x="346" y="421"/>
                  </a:cubicBezTo>
                  <a:cubicBezTo>
                    <a:pt x="346" y="420"/>
                    <a:pt x="346" y="419"/>
                    <a:pt x="347" y="419"/>
                  </a:cubicBezTo>
                  <a:cubicBezTo>
                    <a:pt x="348" y="418"/>
                    <a:pt x="348" y="418"/>
                    <a:pt x="348" y="417"/>
                  </a:cubicBezTo>
                  <a:cubicBezTo>
                    <a:pt x="348" y="417"/>
                    <a:pt x="347" y="417"/>
                    <a:pt x="346" y="416"/>
                  </a:cubicBezTo>
                  <a:cubicBezTo>
                    <a:pt x="344" y="416"/>
                    <a:pt x="343" y="416"/>
                    <a:pt x="342" y="415"/>
                  </a:cubicBezTo>
                  <a:cubicBezTo>
                    <a:pt x="342" y="414"/>
                    <a:pt x="342" y="412"/>
                    <a:pt x="341" y="412"/>
                  </a:cubicBezTo>
                  <a:cubicBezTo>
                    <a:pt x="340" y="411"/>
                    <a:pt x="340" y="411"/>
                    <a:pt x="338" y="411"/>
                  </a:cubicBezTo>
                  <a:cubicBezTo>
                    <a:pt x="335" y="411"/>
                    <a:pt x="333" y="410"/>
                    <a:pt x="333" y="409"/>
                  </a:cubicBezTo>
                  <a:cubicBezTo>
                    <a:pt x="333" y="409"/>
                    <a:pt x="333" y="408"/>
                    <a:pt x="334" y="407"/>
                  </a:cubicBezTo>
                  <a:cubicBezTo>
                    <a:pt x="335" y="407"/>
                    <a:pt x="335" y="405"/>
                    <a:pt x="334" y="404"/>
                  </a:cubicBezTo>
                  <a:cubicBezTo>
                    <a:pt x="333" y="403"/>
                    <a:pt x="333" y="401"/>
                    <a:pt x="330" y="401"/>
                  </a:cubicBezTo>
                  <a:cubicBezTo>
                    <a:pt x="328" y="401"/>
                    <a:pt x="328" y="402"/>
                    <a:pt x="326" y="401"/>
                  </a:cubicBezTo>
                  <a:cubicBezTo>
                    <a:pt x="324" y="400"/>
                    <a:pt x="323" y="400"/>
                    <a:pt x="323" y="399"/>
                  </a:cubicBezTo>
                  <a:cubicBezTo>
                    <a:pt x="322" y="397"/>
                    <a:pt x="320" y="399"/>
                    <a:pt x="318" y="397"/>
                  </a:cubicBezTo>
                  <a:cubicBezTo>
                    <a:pt x="317" y="395"/>
                    <a:pt x="316" y="395"/>
                    <a:pt x="315" y="393"/>
                  </a:cubicBezTo>
                  <a:cubicBezTo>
                    <a:pt x="314" y="391"/>
                    <a:pt x="314" y="390"/>
                    <a:pt x="311" y="389"/>
                  </a:cubicBezTo>
                  <a:cubicBezTo>
                    <a:pt x="309" y="387"/>
                    <a:pt x="304" y="387"/>
                    <a:pt x="304" y="386"/>
                  </a:cubicBezTo>
                  <a:cubicBezTo>
                    <a:pt x="303" y="386"/>
                    <a:pt x="302" y="385"/>
                    <a:pt x="303" y="384"/>
                  </a:cubicBezTo>
                  <a:cubicBezTo>
                    <a:pt x="304" y="382"/>
                    <a:pt x="305" y="381"/>
                    <a:pt x="306" y="380"/>
                  </a:cubicBezTo>
                  <a:cubicBezTo>
                    <a:pt x="306" y="379"/>
                    <a:pt x="307" y="379"/>
                    <a:pt x="307" y="378"/>
                  </a:cubicBezTo>
                  <a:cubicBezTo>
                    <a:pt x="306" y="377"/>
                    <a:pt x="305" y="376"/>
                    <a:pt x="304" y="374"/>
                  </a:cubicBezTo>
                  <a:cubicBezTo>
                    <a:pt x="303" y="373"/>
                    <a:pt x="303" y="373"/>
                    <a:pt x="303" y="372"/>
                  </a:cubicBezTo>
                  <a:cubicBezTo>
                    <a:pt x="303" y="371"/>
                    <a:pt x="303" y="370"/>
                    <a:pt x="303" y="369"/>
                  </a:cubicBezTo>
                  <a:cubicBezTo>
                    <a:pt x="303" y="369"/>
                    <a:pt x="301" y="366"/>
                    <a:pt x="299" y="366"/>
                  </a:cubicBezTo>
                  <a:cubicBezTo>
                    <a:pt x="297" y="365"/>
                    <a:pt x="295" y="366"/>
                    <a:pt x="292" y="365"/>
                  </a:cubicBezTo>
                  <a:cubicBezTo>
                    <a:pt x="289" y="363"/>
                    <a:pt x="289" y="363"/>
                    <a:pt x="282" y="361"/>
                  </a:cubicBezTo>
                  <a:cubicBezTo>
                    <a:pt x="275" y="359"/>
                    <a:pt x="267" y="358"/>
                    <a:pt x="264" y="355"/>
                  </a:cubicBezTo>
                  <a:cubicBezTo>
                    <a:pt x="260" y="352"/>
                    <a:pt x="259" y="350"/>
                    <a:pt x="254" y="350"/>
                  </a:cubicBezTo>
                  <a:cubicBezTo>
                    <a:pt x="249" y="349"/>
                    <a:pt x="236" y="348"/>
                    <a:pt x="231" y="348"/>
                  </a:cubicBezTo>
                  <a:cubicBezTo>
                    <a:pt x="226" y="349"/>
                    <a:pt x="220" y="349"/>
                    <a:pt x="214" y="349"/>
                  </a:cubicBezTo>
                  <a:cubicBezTo>
                    <a:pt x="207" y="348"/>
                    <a:pt x="196" y="347"/>
                    <a:pt x="194" y="347"/>
                  </a:cubicBezTo>
                  <a:cubicBezTo>
                    <a:pt x="192" y="347"/>
                    <a:pt x="192" y="348"/>
                    <a:pt x="190" y="349"/>
                  </a:cubicBezTo>
                  <a:cubicBezTo>
                    <a:pt x="187" y="350"/>
                    <a:pt x="184" y="346"/>
                    <a:pt x="182" y="344"/>
                  </a:cubicBezTo>
                  <a:cubicBezTo>
                    <a:pt x="181" y="342"/>
                    <a:pt x="179" y="341"/>
                    <a:pt x="179" y="343"/>
                  </a:cubicBezTo>
                  <a:cubicBezTo>
                    <a:pt x="178" y="345"/>
                    <a:pt x="178" y="346"/>
                    <a:pt x="177" y="347"/>
                  </a:cubicBezTo>
                  <a:cubicBezTo>
                    <a:pt x="176" y="347"/>
                    <a:pt x="174" y="348"/>
                    <a:pt x="174" y="349"/>
                  </a:cubicBezTo>
                  <a:cubicBezTo>
                    <a:pt x="173" y="350"/>
                    <a:pt x="173" y="352"/>
                    <a:pt x="171" y="352"/>
                  </a:cubicBezTo>
                  <a:cubicBezTo>
                    <a:pt x="170" y="353"/>
                    <a:pt x="169" y="352"/>
                    <a:pt x="167" y="353"/>
                  </a:cubicBezTo>
                  <a:cubicBezTo>
                    <a:pt x="166" y="354"/>
                    <a:pt x="164" y="354"/>
                    <a:pt x="162" y="354"/>
                  </a:cubicBezTo>
                  <a:cubicBezTo>
                    <a:pt x="161" y="355"/>
                    <a:pt x="159" y="356"/>
                    <a:pt x="158" y="355"/>
                  </a:cubicBezTo>
                  <a:cubicBezTo>
                    <a:pt x="157" y="355"/>
                    <a:pt x="157" y="354"/>
                    <a:pt x="155" y="353"/>
                  </a:cubicBezTo>
                  <a:cubicBezTo>
                    <a:pt x="154" y="352"/>
                    <a:pt x="151" y="353"/>
                    <a:pt x="151" y="351"/>
                  </a:cubicBezTo>
                  <a:cubicBezTo>
                    <a:pt x="151" y="350"/>
                    <a:pt x="151" y="348"/>
                    <a:pt x="152" y="348"/>
                  </a:cubicBezTo>
                  <a:cubicBezTo>
                    <a:pt x="154" y="348"/>
                    <a:pt x="155" y="346"/>
                    <a:pt x="155" y="346"/>
                  </a:cubicBezTo>
                  <a:cubicBezTo>
                    <a:pt x="154" y="345"/>
                    <a:pt x="151" y="345"/>
                    <a:pt x="150" y="345"/>
                  </a:cubicBezTo>
                  <a:cubicBezTo>
                    <a:pt x="149" y="345"/>
                    <a:pt x="147" y="344"/>
                    <a:pt x="146" y="344"/>
                  </a:cubicBezTo>
                  <a:cubicBezTo>
                    <a:pt x="146" y="344"/>
                    <a:pt x="143" y="342"/>
                    <a:pt x="142" y="344"/>
                  </a:cubicBezTo>
                  <a:cubicBezTo>
                    <a:pt x="142" y="347"/>
                    <a:pt x="142" y="348"/>
                    <a:pt x="141" y="349"/>
                  </a:cubicBezTo>
                  <a:cubicBezTo>
                    <a:pt x="140" y="349"/>
                    <a:pt x="138" y="350"/>
                    <a:pt x="138" y="351"/>
                  </a:cubicBezTo>
                  <a:cubicBezTo>
                    <a:pt x="138" y="353"/>
                    <a:pt x="135" y="352"/>
                    <a:pt x="134" y="351"/>
                  </a:cubicBezTo>
                  <a:cubicBezTo>
                    <a:pt x="133" y="349"/>
                    <a:pt x="133" y="349"/>
                    <a:pt x="132" y="348"/>
                  </a:cubicBezTo>
                  <a:cubicBezTo>
                    <a:pt x="131" y="346"/>
                    <a:pt x="129" y="347"/>
                    <a:pt x="128" y="346"/>
                  </a:cubicBezTo>
                  <a:cubicBezTo>
                    <a:pt x="128" y="345"/>
                    <a:pt x="124" y="345"/>
                    <a:pt x="124" y="345"/>
                  </a:cubicBezTo>
                  <a:cubicBezTo>
                    <a:pt x="123" y="346"/>
                    <a:pt x="122" y="347"/>
                    <a:pt x="122" y="349"/>
                  </a:cubicBezTo>
                  <a:cubicBezTo>
                    <a:pt x="123" y="351"/>
                    <a:pt x="123" y="352"/>
                    <a:pt x="125" y="353"/>
                  </a:cubicBezTo>
                  <a:cubicBezTo>
                    <a:pt x="128" y="354"/>
                    <a:pt x="130" y="354"/>
                    <a:pt x="131" y="356"/>
                  </a:cubicBezTo>
                  <a:cubicBezTo>
                    <a:pt x="132" y="358"/>
                    <a:pt x="134" y="360"/>
                    <a:pt x="132" y="360"/>
                  </a:cubicBezTo>
                  <a:cubicBezTo>
                    <a:pt x="131" y="360"/>
                    <a:pt x="131" y="359"/>
                    <a:pt x="127" y="358"/>
                  </a:cubicBezTo>
                  <a:cubicBezTo>
                    <a:pt x="124" y="357"/>
                    <a:pt x="120" y="356"/>
                    <a:pt x="119" y="356"/>
                  </a:cubicBezTo>
                  <a:cubicBezTo>
                    <a:pt x="117" y="356"/>
                    <a:pt x="116" y="356"/>
                    <a:pt x="112" y="355"/>
                  </a:cubicBezTo>
                  <a:cubicBezTo>
                    <a:pt x="107" y="353"/>
                    <a:pt x="101" y="353"/>
                    <a:pt x="98" y="353"/>
                  </a:cubicBezTo>
                  <a:cubicBezTo>
                    <a:pt x="95" y="353"/>
                    <a:pt x="91" y="352"/>
                    <a:pt x="90" y="351"/>
                  </a:cubicBezTo>
                  <a:cubicBezTo>
                    <a:pt x="89" y="350"/>
                    <a:pt x="90" y="350"/>
                    <a:pt x="86" y="348"/>
                  </a:cubicBezTo>
                  <a:cubicBezTo>
                    <a:pt x="81" y="345"/>
                    <a:pt x="80" y="345"/>
                    <a:pt x="77" y="343"/>
                  </a:cubicBezTo>
                  <a:cubicBezTo>
                    <a:pt x="74" y="341"/>
                    <a:pt x="73" y="341"/>
                    <a:pt x="73" y="341"/>
                  </a:cubicBezTo>
                  <a:cubicBezTo>
                    <a:pt x="74" y="340"/>
                    <a:pt x="78" y="339"/>
                    <a:pt x="80" y="338"/>
                  </a:cubicBezTo>
                  <a:cubicBezTo>
                    <a:pt x="82" y="338"/>
                    <a:pt x="82" y="337"/>
                    <a:pt x="83" y="336"/>
                  </a:cubicBezTo>
                  <a:cubicBezTo>
                    <a:pt x="84" y="335"/>
                    <a:pt x="85" y="333"/>
                    <a:pt x="88" y="333"/>
                  </a:cubicBezTo>
                  <a:cubicBezTo>
                    <a:pt x="92" y="332"/>
                    <a:pt x="93" y="331"/>
                    <a:pt x="95" y="332"/>
                  </a:cubicBezTo>
                  <a:cubicBezTo>
                    <a:pt x="98" y="333"/>
                    <a:pt x="103" y="333"/>
                    <a:pt x="103" y="331"/>
                  </a:cubicBezTo>
                  <a:cubicBezTo>
                    <a:pt x="104" y="330"/>
                    <a:pt x="105" y="329"/>
                    <a:pt x="102" y="328"/>
                  </a:cubicBezTo>
                  <a:cubicBezTo>
                    <a:pt x="99" y="328"/>
                    <a:pt x="94" y="328"/>
                    <a:pt x="90" y="328"/>
                  </a:cubicBezTo>
                  <a:cubicBezTo>
                    <a:pt x="85" y="328"/>
                    <a:pt x="81" y="329"/>
                    <a:pt x="79" y="328"/>
                  </a:cubicBezTo>
                  <a:cubicBezTo>
                    <a:pt x="76" y="327"/>
                    <a:pt x="76" y="327"/>
                    <a:pt x="74" y="326"/>
                  </a:cubicBezTo>
                  <a:cubicBezTo>
                    <a:pt x="71" y="325"/>
                    <a:pt x="70" y="325"/>
                    <a:pt x="68" y="324"/>
                  </a:cubicBezTo>
                  <a:cubicBezTo>
                    <a:pt x="66" y="324"/>
                    <a:pt x="64" y="324"/>
                    <a:pt x="64" y="323"/>
                  </a:cubicBezTo>
                  <a:cubicBezTo>
                    <a:pt x="64" y="322"/>
                    <a:pt x="64" y="321"/>
                    <a:pt x="66" y="320"/>
                  </a:cubicBezTo>
                  <a:cubicBezTo>
                    <a:pt x="67" y="319"/>
                    <a:pt x="67" y="318"/>
                    <a:pt x="68" y="317"/>
                  </a:cubicBezTo>
                  <a:cubicBezTo>
                    <a:pt x="69" y="316"/>
                    <a:pt x="70" y="316"/>
                    <a:pt x="71" y="316"/>
                  </a:cubicBezTo>
                  <a:cubicBezTo>
                    <a:pt x="73" y="315"/>
                    <a:pt x="73" y="313"/>
                    <a:pt x="72" y="313"/>
                  </a:cubicBezTo>
                  <a:cubicBezTo>
                    <a:pt x="71" y="313"/>
                    <a:pt x="71" y="313"/>
                    <a:pt x="69" y="315"/>
                  </a:cubicBezTo>
                  <a:cubicBezTo>
                    <a:pt x="67" y="317"/>
                    <a:pt x="63" y="318"/>
                    <a:pt x="61" y="319"/>
                  </a:cubicBezTo>
                  <a:cubicBezTo>
                    <a:pt x="60" y="319"/>
                    <a:pt x="58" y="320"/>
                    <a:pt x="58" y="321"/>
                  </a:cubicBezTo>
                  <a:cubicBezTo>
                    <a:pt x="57" y="323"/>
                    <a:pt x="57" y="324"/>
                    <a:pt x="54" y="323"/>
                  </a:cubicBezTo>
                  <a:cubicBezTo>
                    <a:pt x="51" y="321"/>
                    <a:pt x="49" y="323"/>
                    <a:pt x="48" y="321"/>
                  </a:cubicBezTo>
                  <a:cubicBezTo>
                    <a:pt x="46" y="320"/>
                    <a:pt x="49" y="319"/>
                    <a:pt x="49" y="318"/>
                  </a:cubicBezTo>
                  <a:cubicBezTo>
                    <a:pt x="49" y="316"/>
                    <a:pt x="47" y="315"/>
                    <a:pt x="45" y="315"/>
                  </a:cubicBezTo>
                  <a:cubicBezTo>
                    <a:pt x="43" y="315"/>
                    <a:pt x="42" y="314"/>
                    <a:pt x="41" y="315"/>
                  </a:cubicBezTo>
                  <a:cubicBezTo>
                    <a:pt x="40" y="315"/>
                    <a:pt x="38" y="316"/>
                    <a:pt x="38" y="315"/>
                  </a:cubicBezTo>
                  <a:cubicBezTo>
                    <a:pt x="37" y="314"/>
                    <a:pt x="36" y="313"/>
                    <a:pt x="37" y="312"/>
                  </a:cubicBezTo>
                  <a:cubicBezTo>
                    <a:pt x="39" y="311"/>
                    <a:pt x="39" y="310"/>
                    <a:pt x="40" y="309"/>
                  </a:cubicBezTo>
                  <a:cubicBezTo>
                    <a:pt x="41" y="309"/>
                    <a:pt x="43" y="308"/>
                    <a:pt x="45" y="308"/>
                  </a:cubicBezTo>
                  <a:cubicBezTo>
                    <a:pt x="47" y="308"/>
                    <a:pt x="49" y="308"/>
                    <a:pt x="50" y="306"/>
                  </a:cubicBezTo>
                  <a:cubicBezTo>
                    <a:pt x="52" y="305"/>
                    <a:pt x="51" y="304"/>
                    <a:pt x="54" y="304"/>
                  </a:cubicBezTo>
                  <a:cubicBezTo>
                    <a:pt x="56" y="304"/>
                    <a:pt x="57" y="303"/>
                    <a:pt x="60" y="304"/>
                  </a:cubicBezTo>
                  <a:cubicBezTo>
                    <a:pt x="63" y="305"/>
                    <a:pt x="67" y="304"/>
                    <a:pt x="70" y="304"/>
                  </a:cubicBezTo>
                  <a:cubicBezTo>
                    <a:pt x="72" y="304"/>
                    <a:pt x="73" y="303"/>
                    <a:pt x="76" y="305"/>
                  </a:cubicBezTo>
                  <a:cubicBezTo>
                    <a:pt x="79" y="307"/>
                    <a:pt x="81" y="306"/>
                    <a:pt x="86" y="307"/>
                  </a:cubicBezTo>
                  <a:cubicBezTo>
                    <a:pt x="90" y="307"/>
                    <a:pt x="90" y="307"/>
                    <a:pt x="94" y="307"/>
                  </a:cubicBezTo>
                  <a:cubicBezTo>
                    <a:pt x="98" y="307"/>
                    <a:pt x="100" y="307"/>
                    <a:pt x="103" y="307"/>
                  </a:cubicBezTo>
                  <a:cubicBezTo>
                    <a:pt x="105" y="306"/>
                    <a:pt x="107" y="306"/>
                    <a:pt x="110" y="306"/>
                  </a:cubicBezTo>
                  <a:cubicBezTo>
                    <a:pt x="112" y="306"/>
                    <a:pt x="116" y="306"/>
                    <a:pt x="119" y="307"/>
                  </a:cubicBezTo>
                  <a:cubicBezTo>
                    <a:pt x="121" y="308"/>
                    <a:pt x="123" y="308"/>
                    <a:pt x="127" y="309"/>
                  </a:cubicBezTo>
                  <a:cubicBezTo>
                    <a:pt x="131" y="310"/>
                    <a:pt x="133" y="309"/>
                    <a:pt x="135" y="309"/>
                  </a:cubicBezTo>
                  <a:cubicBezTo>
                    <a:pt x="137" y="309"/>
                    <a:pt x="139" y="309"/>
                    <a:pt x="140" y="308"/>
                  </a:cubicBezTo>
                  <a:cubicBezTo>
                    <a:pt x="141" y="307"/>
                    <a:pt x="142" y="306"/>
                    <a:pt x="141" y="306"/>
                  </a:cubicBezTo>
                  <a:cubicBezTo>
                    <a:pt x="140" y="305"/>
                    <a:pt x="140" y="305"/>
                    <a:pt x="136" y="306"/>
                  </a:cubicBezTo>
                  <a:cubicBezTo>
                    <a:pt x="132" y="307"/>
                    <a:pt x="126" y="307"/>
                    <a:pt x="124" y="306"/>
                  </a:cubicBezTo>
                  <a:cubicBezTo>
                    <a:pt x="122" y="306"/>
                    <a:pt x="119" y="305"/>
                    <a:pt x="116" y="305"/>
                  </a:cubicBezTo>
                  <a:cubicBezTo>
                    <a:pt x="113" y="305"/>
                    <a:pt x="109" y="304"/>
                    <a:pt x="106" y="304"/>
                  </a:cubicBezTo>
                  <a:cubicBezTo>
                    <a:pt x="103" y="304"/>
                    <a:pt x="98" y="304"/>
                    <a:pt x="96" y="304"/>
                  </a:cubicBezTo>
                  <a:cubicBezTo>
                    <a:pt x="94" y="304"/>
                    <a:pt x="91" y="304"/>
                    <a:pt x="90" y="303"/>
                  </a:cubicBezTo>
                  <a:cubicBezTo>
                    <a:pt x="90" y="302"/>
                    <a:pt x="90" y="300"/>
                    <a:pt x="94" y="300"/>
                  </a:cubicBezTo>
                  <a:cubicBezTo>
                    <a:pt x="98" y="300"/>
                    <a:pt x="98" y="299"/>
                    <a:pt x="102" y="299"/>
                  </a:cubicBezTo>
                  <a:cubicBezTo>
                    <a:pt x="105" y="298"/>
                    <a:pt x="107" y="298"/>
                    <a:pt x="113" y="298"/>
                  </a:cubicBezTo>
                  <a:cubicBezTo>
                    <a:pt x="119" y="298"/>
                    <a:pt x="122" y="297"/>
                    <a:pt x="126" y="298"/>
                  </a:cubicBezTo>
                  <a:cubicBezTo>
                    <a:pt x="130" y="299"/>
                    <a:pt x="131" y="299"/>
                    <a:pt x="133" y="300"/>
                  </a:cubicBezTo>
                  <a:cubicBezTo>
                    <a:pt x="134" y="301"/>
                    <a:pt x="136" y="302"/>
                    <a:pt x="138" y="302"/>
                  </a:cubicBezTo>
                  <a:cubicBezTo>
                    <a:pt x="139" y="302"/>
                    <a:pt x="140" y="302"/>
                    <a:pt x="139" y="301"/>
                  </a:cubicBezTo>
                  <a:cubicBezTo>
                    <a:pt x="138" y="299"/>
                    <a:pt x="135" y="299"/>
                    <a:pt x="135" y="297"/>
                  </a:cubicBezTo>
                  <a:cubicBezTo>
                    <a:pt x="135" y="296"/>
                    <a:pt x="135" y="295"/>
                    <a:pt x="136" y="295"/>
                  </a:cubicBezTo>
                  <a:cubicBezTo>
                    <a:pt x="138" y="295"/>
                    <a:pt x="139" y="296"/>
                    <a:pt x="141" y="295"/>
                  </a:cubicBezTo>
                  <a:cubicBezTo>
                    <a:pt x="143" y="295"/>
                    <a:pt x="144" y="295"/>
                    <a:pt x="144" y="293"/>
                  </a:cubicBezTo>
                  <a:cubicBezTo>
                    <a:pt x="144" y="292"/>
                    <a:pt x="144" y="292"/>
                    <a:pt x="142" y="290"/>
                  </a:cubicBezTo>
                  <a:cubicBezTo>
                    <a:pt x="140" y="289"/>
                    <a:pt x="135" y="288"/>
                    <a:pt x="132" y="288"/>
                  </a:cubicBezTo>
                  <a:cubicBezTo>
                    <a:pt x="129" y="289"/>
                    <a:pt x="127" y="288"/>
                    <a:pt x="123" y="288"/>
                  </a:cubicBezTo>
                  <a:cubicBezTo>
                    <a:pt x="119" y="288"/>
                    <a:pt x="115" y="290"/>
                    <a:pt x="113" y="290"/>
                  </a:cubicBezTo>
                  <a:cubicBezTo>
                    <a:pt x="111" y="291"/>
                    <a:pt x="105" y="291"/>
                    <a:pt x="102" y="291"/>
                  </a:cubicBezTo>
                  <a:cubicBezTo>
                    <a:pt x="100" y="292"/>
                    <a:pt x="96" y="291"/>
                    <a:pt x="95" y="289"/>
                  </a:cubicBezTo>
                  <a:cubicBezTo>
                    <a:pt x="94" y="287"/>
                    <a:pt x="93" y="286"/>
                    <a:pt x="92" y="286"/>
                  </a:cubicBezTo>
                  <a:cubicBezTo>
                    <a:pt x="91" y="286"/>
                    <a:pt x="90" y="287"/>
                    <a:pt x="90" y="289"/>
                  </a:cubicBezTo>
                  <a:cubicBezTo>
                    <a:pt x="90" y="291"/>
                    <a:pt x="89" y="292"/>
                    <a:pt x="87" y="292"/>
                  </a:cubicBezTo>
                  <a:cubicBezTo>
                    <a:pt x="85" y="292"/>
                    <a:pt x="82" y="292"/>
                    <a:pt x="81" y="292"/>
                  </a:cubicBezTo>
                  <a:cubicBezTo>
                    <a:pt x="79" y="293"/>
                    <a:pt x="77" y="290"/>
                    <a:pt x="77" y="288"/>
                  </a:cubicBezTo>
                  <a:cubicBezTo>
                    <a:pt x="76" y="286"/>
                    <a:pt x="73" y="287"/>
                    <a:pt x="72" y="286"/>
                  </a:cubicBezTo>
                  <a:cubicBezTo>
                    <a:pt x="71" y="285"/>
                    <a:pt x="71" y="284"/>
                    <a:pt x="72" y="283"/>
                  </a:cubicBezTo>
                  <a:cubicBezTo>
                    <a:pt x="73" y="282"/>
                    <a:pt x="74" y="281"/>
                    <a:pt x="72" y="281"/>
                  </a:cubicBezTo>
                  <a:cubicBezTo>
                    <a:pt x="70" y="281"/>
                    <a:pt x="68" y="282"/>
                    <a:pt x="67" y="282"/>
                  </a:cubicBezTo>
                  <a:cubicBezTo>
                    <a:pt x="66" y="283"/>
                    <a:pt x="64" y="283"/>
                    <a:pt x="62" y="283"/>
                  </a:cubicBezTo>
                  <a:cubicBezTo>
                    <a:pt x="60" y="284"/>
                    <a:pt x="59" y="285"/>
                    <a:pt x="55" y="284"/>
                  </a:cubicBezTo>
                  <a:cubicBezTo>
                    <a:pt x="52" y="283"/>
                    <a:pt x="50" y="284"/>
                    <a:pt x="51" y="283"/>
                  </a:cubicBezTo>
                  <a:cubicBezTo>
                    <a:pt x="53" y="281"/>
                    <a:pt x="55" y="281"/>
                    <a:pt x="56" y="280"/>
                  </a:cubicBezTo>
                  <a:cubicBezTo>
                    <a:pt x="57" y="278"/>
                    <a:pt x="58" y="278"/>
                    <a:pt x="59" y="278"/>
                  </a:cubicBezTo>
                  <a:cubicBezTo>
                    <a:pt x="61" y="278"/>
                    <a:pt x="63" y="278"/>
                    <a:pt x="62" y="277"/>
                  </a:cubicBezTo>
                  <a:cubicBezTo>
                    <a:pt x="61" y="276"/>
                    <a:pt x="58" y="276"/>
                    <a:pt x="56" y="277"/>
                  </a:cubicBezTo>
                  <a:cubicBezTo>
                    <a:pt x="54" y="278"/>
                    <a:pt x="51" y="278"/>
                    <a:pt x="49" y="279"/>
                  </a:cubicBezTo>
                  <a:cubicBezTo>
                    <a:pt x="46" y="279"/>
                    <a:pt x="43" y="278"/>
                    <a:pt x="41" y="279"/>
                  </a:cubicBezTo>
                  <a:cubicBezTo>
                    <a:pt x="38" y="280"/>
                    <a:pt x="36" y="279"/>
                    <a:pt x="36" y="277"/>
                  </a:cubicBezTo>
                  <a:cubicBezTo>
                    <a:pt x="36" y="276"/>
                    <a:pt x="36" y="274"/>
                    <a:pt x="34" y="274"/>
                  </a:cubicBezTo>
                  <a:cubicBezTo>
                    <a:pt x="32" y="274"/>
                    <a:pt x="30" y="274"/>
                    <a:pt x="27" y="272"/>
                  </a:cubicBezTo>
                  <a:cubicBezTo>
                    <a:pt x="24" y="270"/>
                    <a:pt x="24" y="270"/>
                    <a:pt x="21" y="269"/>
                  </a:cubicBezTo>
                  <a:cubicBezTo>
                    <a:pt x="18" y="268"/>
                    <a:pt x="19" y="268"/>
                    <a:pt x="15" y="267"/>
                  </a:cubicBezTo>
                  <a:cubicBezTo>
                    <a:pt x="11" y="267"/>
                    <a:pt x="8" y="267"/>
                    <a:pt x="7" y="266"/>
                  </a:cubicBezTo>
                  <a:cubicBezTo>
                    <a:pt x="6" y="265"/>
                    <a:pt x="4" y="264"/>
                    <a:pt x="3" y="264"/>
                  </a:cubicBezTo>
                  <a:cubicBezTo>
                    <a:pt x="2" y="264"/>
                    <a:pt x="0" y="264"/>
                    <a:pt x="1" y="261"/>
                  </a:cubicBezTo>
                  <a:cubicBezTo>
                    <a:pt x="2" y="259"/>
                    <a:pt x="0" y="257"/>
                    <a:pt x="4" y="255"/>
                  </a:cubicBezTo>
                  <a:cubicBezTo>
                    <a:pt x="7" y="254"/>
                    <a:pt x="8" y="253"/>
                    <a:pt x="9" y="251"/>
                  </a:cubicBezTo>
                  <a:cubicBezTo>
                    <a:pt x="10" y="248"/>
                    <a:pt x="8" y="248"/>
                    <a:pt x="12" y="247"/>
                  </a:cubicBezTo>
                  <a:cubicBezTo>
                    <a:pt x="16" y="245"/>
                    <a:pt x="17" y="245"/>
                    <a:pt x="23" y="245"/>
                  </a:cubicBezTo>
                  <a:cubicBezTo>
                    <a:pt x="28" y="246"/>
                    <a:pt x="30" y="245"/>
                    <a:pt x="33" y="245"/>
                  </a:cubicBezTo>
                  <a:cubicBezTo>
                    <a:pt x="37" y="244"/>
                    <a:pt x="39" y="244"/>
                    <a:pt x="43" y="244"/>
                  </a:cubicBezTo>
                  <a:cubicBezTo>
                    <a:pt x="47" y="243"/>
                    <a:pt x="46" y="244"/>
                    <a:pt x="50" y="243"/>
                  </a:cubicBezTo>
                  <a:cubicBezTo>
                    <a:pt x="55" y="241"/>
                    <a:pt x="59" y="240"/>
                    <a:pt x="61" y="239"/>
                  </a:cubicBezTo>
                  <a:cubicBezTo>
                    <a:pt x="64" y="238"/>
                    <a:pt x="64" y="237"/>
                    <a:pt x="70" y="236"/>
                  </a:cubicBezTo>
                  <a:cubicBezTo>
                    <a:pt x="76" y="235"/>
                    <a:pt x="78" y="234"/>
                    <a:pt x="81" y="234"/>
                  </a:cubicBezTo>
                  <a:cubicBezTo>
                    <a:pt x="84" y="234"/>
                    <a:pt x="86" y="233"/>
                    <a:pt x="86" y="232"/>
                  </a:cubicBezTo>
                  <a:cubicBezTo>
                    <a:pt x="87" y="231"/>
                    <a:pt x="88" y="230"/>
                    <a:pt x="85" y="230"/>
                  </a:cubicBezTo>
                  <a:cubicBezTo>
                    <a:pt x="83" y="230"/>
                    <a:pt x="80" y="228"/>
                    <a:pt x="81" y="227"/>
                  </a:cubicBezTo>
                  <a:cubicBezTo>
                    <a:pt x="82" y="225"/>
                    <a:pt x="86" y="224"/>
                    <a:pt x="92" y="224"/>
                  </a:cubicBezTo>
                  <a:cubicBezTo>
                    <a:pt x="98" y="224"/>
                    <a:pt x="99" y="223"/>
                    <a:pt x="103" y="221"/>
                  </a:cubicBezTo>
                  <a:cubicBezTo>
                    <a:pt x="107" y="220"/>
                    <a:pt x="108" y="220"/>
                    <a:pt x="112" y="220"/>
                  </a:cubicBezTo>
                  <a:cubicBezTo>
                    <a:pt x="116" y="219"/>
                    <a:pt x="118" y="218"/>
                    <a:pt x="122" y="218"/>
                  </a:cubicBezTo>
                  <a:cubicBezTo>
                    <a:pt x="125" y="218"/>
                    <a:pt x="126" y="218"/>
                    <a:pt x="127" y="219"/>
                  </a:cubicBezTo>
                  <a:cubicBezTo>
                    <a:pt x="127" y="220"/>
                    <a:pt x="126" y="220"/>
                    <a:pt x="127" y="221"/>
                  </a:cubicBezTo>
                  <a:cubicBezTo>
                    <a:pt x="129" y="221"/>
                    <a:pt x="130" y="220"/>
                    <a:pt x="133" y="220"/>
                  </a:cubicBezTo>
                  <a:cubicBezTo>
                    <a:pt x="136" y="219"/>
                    <a:pt x="138" y="218"/>
                    <a:pt x="140" y="219"/>
                  </a:cubicBezTo>
                  <a:cubicBezTo>
                    <a:pt x="142" y="220"/>
                    <a:pt x="144" y="220"/>
                    <a:pt x="146" y="220"/>
                  </a:cubicBezTo>
                  <a:cubicBezTo>
                    <a:pt x="147" y="219"/>
                    <a:pt x="150" y="219"/>
                    <a:pt x="151" y="218"/>
                  </a:cubicBezTo>
                  <a:cubicBezTo>
                    <a:pt x="153" y="216"/>
                    <a:pt x="153" y="217"/>
                    <a:pt x="155" y="212"/>
                  </a:cubicBezTo>
                  <a:cubicBezTo>
                    <a:pt x="156" y="208"/>
                    <a:pt x="157" y="207"/>
                    <a:pt x="160" y="204"/>
                  </a:cubicBezTo>
                  <a:cubicBezTo>
                    <a:pt x="163" y="201"/>
                    <a:pt x="162" y="200"/>
                    <a:pt x="165" y="197"/>
                  </a:cubicBezTo>
                  <a:cubicBezTo>
                    <a:pt x="168" y="193"/>
                    <a:pt x="169" y="194"/>
                    <a:pt x="168" y="192"/>
                  </a:cubicBezTo>
                  <a:cubicBezTo>
                    <a:pt x="167" y="189"/>
                    <a:pt x="166" y="189"/>
                    <a:pt x="166" y="186"/>
                  </a:cubicBezTo>
                  <a:cubicBezTo>
                    <a:pt x="166" y="184"/>
                    <a:pt x="166" y="183"/>
                    <a:pt x="166" y="182"/>
                  </a:cubicBezTo>
                  <a:cubicBezTo>
                    <a:pt x="167" y="181"/>
                    <a:pt x="167" y="180"/>
                    <a:pt x="167" y="179"/>
                  </a:cubicBezTo>
                  <a:cubicBezTo>
                    <a:pt x="166" y="178"/>
                    <a:pt x="168" y="177"/>
                    <a:pt x="169" y="177"/>
                  </a:cubicBezTo>
                  <a:cubicBezTo>
                    <a:pt x="170" y="178"/>
                    <a:pt x="172" y="178"/>
                    <a:pt x="174" y="177"/>
                  </a:cubicBezTo>
                  <a:cubicBezTo>
                    <a:pt x="176" y="176"/>
                    <a:pt x="176" y="175"/>
                    <a:pt x="179" y="175"/>
                  </a:cubicBezTo>
                  <a:cubicBezTo>
                    <a:pt x="181" y="174"/>
                    <a:pt x="181" y="174"/>
                    <a:pt x="183" y="174"/>
                  </a:cubicBezTo>
                  <a:cubicBezTo>
                    <a:pt x="186" y="174"/>
                    <a:pt x="187" y="174"/>
                    <a:pt x="188" y="173"/>
                  </a:cubicBezTo>
                  <a:cubicBezTo>
                    <a:pt x="189" y="172"/>
                    <a:pt x="189" y="171"/>
                    <a:pt x="187" y="171"/>
                  </a:cubicBezTo>
                  <a:cubicBezTo>
                    <a:pt x="184" y="171"/>
                    <a:pt x="183" y="172"/>
                    <a:pt x="183" y="170"/>
                  </a:cubicBezTo>
                  <a:cubicBezTo>
                    <a:pt x="183" y="168"/>
                    <a:pt x="183" y="167"/>
                    <a:pt x="182" y="167"/>
                  </a:cubicBezTo>
                  <a:cubicBezTo>
                    <a:pt x="181" y="167"/>
                    <a:pt x="180" y="167"/>
                    <a:pt x="179" y="168"/>
                  </a:cubicBezTo>
                  <a:cubicBezTo>
                    <a:pt x="178" y="170"/>
                    <a:pt x="176" y="172"/>
                    <a:pt x="174" y="172"/>
                  </a:cubicBezTo>
                  <a:cubicBezTo>
                    <a:pt x="173" y="173"/>
                    <a:pt x="172" y="172"/>
                    <a:pt x="170" y="173"/>
                  </a:cubicBezTo>
                  <a:cubicBezTo>
                    <a:pt x="168" y="174"/>
                    <a:pt x="167" y="176"/>
                    <a:pt x="165" y="174"/>
                  </a:cubicBezTo>
                  <a:cubicBezTo>
                    <a:pt x="164" y="173"/>
                    <a:pt x="161" y="172"/>
                    <a:pt x="160" y="172"/>
                  </a:cubicBezTo>
                  <a:cubicBezTo>
                    <a:pt x="158" y="173"/>
                    <a:pt x="155" y="172"/>
                    <a:pt x="154" y="175"/>
                  </a:cubicBezTo>
                  <a:cubicBezTo>
                    <a:pt x="152" y="177"/>
                    <a:pt x="148" y="179"/>
                    <a:pt x="147" y="178"/>
                  </a:cubicBezTo>
                  <a:cubicBezTo>
                    <a:pt x="145" y="177"/>
                    <a:pt x="144" y="176"/>
                    <a:pt x="143" y="175"/>
                  </a:cubicBezTo>
                  <a:cubicBezTo>
                    <a:pt x="142" y="174"/>
                    <a:pt x="139" y="172"/>
                    <a:pt x="137" y="172"/>
                  </a:cubicBezTo>
                  <a:cubicBezTo>
                    <a:pt x="135" y="173"/>
                    <a:pt x="134" y="173"/>
                    <a:pt x="132" y="173"/>
                  </a:cubicBezTo>
                  <a:cubicBezTo>
                    <a:pt x="130" y="174"/>
                    <a:pt x="127" y="175"/>
                    <a:pt x="126" y="174"/>
                  </a:cubicBezTo>
                  <a:cubicBezTo>
                    <a:pt x="125" y="174"/>
                    <a:pt x="125" y="173"/>
                    <a:pt x="122" y="171"/>
                  </a:cubicBezTo>
                  <a:cubicBezTo>
                    <a:pt x="120" y="170"/>
                    <a:pt x="117" y="170"/>
                    <a:pt x="116" y="170"/>
                  </a:cubicBezTo>
                  <a:cubicBezTo>
                    <a:pt x="115" y="169"/>
                    <a:pt x="113" y="168"/>
                    <a:pt x="113" y="166"/>
                  </a:cubicBezTo>
                  <a:cubicBezTo>
                    <a:pt x="113" y="165"/>
                    <a:pt x="113" y="164"/>
                    <a:pt x="117" y="163"/>
                  </a:cubicBezTo>
                  <a:cubicBezTo>
                    <a:pt x="121" y="162"/>
                    <a:pt x="123" y="161"/>
                    <a:pt x="127" y="160"/>
                  </a:cubicBezTo>
                  <a:cubicBezTo>
                    <a:pt x="130" y="158"/>
                    <a:pt x="135" y="155"/>
                    <a:pt x="138" y="154"/>
                  </a:cubicBezTo>
                  <a:cubicBezTo>
                    <a:pt x="142" y="153"/>
                    <a:pt x="146" y="151"/>
                    <a:pt x="149" y="149"/>
                  </a:cubicBezTo>
                  <a:cubicBezTo>
                    <a:pt x="153" y="148"/>
                    <a:pt x="164" y="142"/>
                    <a:pt x="169" y="141"/>
                  </a:cubicBezTo>
                  <a:cubicBezTo>
                    <a:pt x="173" y="139"/>
                    <a:pt x="180" y="135"/>
                    <a:pt x="183" y="134"/>
                  </a:cubicBezTo>
                  <a:cubicBezTo>
                    <a:pt x="186" y="132"/>
                    <a:pt x="191" y="131"/>
                    <a:pt x="193" y="130"/>
                  </a:cubicBezTo>
                  <a:cubicBezTo>
                    <a:pt x="195" y="129"/>
                    <a:pt x="197" y="128"/>
                    <a:pt x="198" y="128"/>
                  </a:cubicBezTo>
                  <a:cubicBezTo>
                    <a:pt x="199" y="129"/>
                    <a:pt x="199" y="133"/>
                    <a:pt x="200" y="134"/>
                  </a:cubicBezTo>
                  <a:cubicBezTo>
                    <a:pt x="201" y="134"/>
                    <a:pt x="204" y="137"/>
                    <a:pt x="205" y="138"/>
                  </a:cubicBezTo>
                  <a:cubicBezTo>
                    <a:pt x="207" y="139"/>
                    <a:pt x="209" y="141"/>
                    <a:pt x="210" y="142"/>
                  </a:cubicBezTo>
                  <a:cubicBezTo>
                    <a:pt x="210" y="142"/>
                    <a:pt x="211" y="140"/>
                    <a:pt x="209" y="139"/>
                  </a:cubicBezTo>
                  <a:cubicBezTo>
                    <a:pt x="208" y="138"/>
                    <a:pt x="204" y="134"/>
                    <a:pt x="203" y="133"/>
                  </a:cubicBezTo>
                  <a:cubicBezTo>
                    <a:pt x="203" y="132"/>
                    <a:pt x="201" y="129"/>
                    <a:pt x="202" y="128"/>
                  </a:cubicBezTo>
                  <a:cubicBezTo>
                    <a:pt x="202" y="127"/>
                    <a:pt x="201" y="125"/>
                    <a:pt x="201" y="124"/>
                  </a:cubicBezTo>
                  <a:cubicBezTo>
                    <a:pt x="201" y="123"/>
                    <a:pt x="204" y="122"/>
                    <a:pt x="207" y="122"/>
                  </a:cubicBezTo>
                  <a:cubicBezTo>
                    <a:pt x="209" y="122"/>
                    <a:pt x="211" y="123"/>
                    <a:pt x="213" y="122"/>
                  </a:cubicBezTo>
                  <a:cubicBezTo>
                    <a:pt x="215" y="122"/>
                    <a:pt x="219" y="122"/>
                    <a:pt x="222" y="122"/>
                  </a:cubicBezTo>
                  <a:cubicBezTo>
                    <a:pt x="226" y="122"/>
                    <a:pt x="227" y="122"/>
                    <a:pt x="228" y="123"/>
                  </a:cubicBezTo>
                  <a:cubicBezTo>
                    <a:pt x="230" y="125"/>
                    <a:pt x="231" y="125"/>
                    <a:pt x="233" y="126"/>
                  </a:cubicBezTo>
                  <a:cubicBezTo>
                    <a:pt x="235" y="127"/>
                    <a:pt x="237" y="128"/>
                    <a:pt x="239" y="127"/>
                  </a:cubicBezTo>
                  <a:cubicBezTo>
                    <a:pt x="241" y="126"/>
                    <a:pt x="241" y="125"/>
                    <a:pt x="243" y="125"/>
                  </a:cubicBezTo>
                  <a:cubicBezTo>
                    <a:pt x="244" y="125"/>
                    <a:pt x="245" y="125"/>
                    <a:pt x="245" y="124"/>
                  </a:cubicBezTo>
                  <a:cubicBezTo>
                    <a:pt x="246" y="123"/>
                    <a:pt x="247" y="120"/>
                    <a:pt x="247" y="119"/>
                  </a:cubicBezTo>
                  <a:cubicBezTo>
                    <a:pt x="247" y="117"/>
                    <a:pt x="245" y="116"/>
                    <a:pt x="244" y="114"/>
                  </a:cubicBezTo>
                  <a:cubicBezTo>
                    <a:pt x="243" y="113"/>
                    <a:pt x="242" y="113"/>
                    <a:pt x="244" y="111"/>
                  </a:cubicBezTo>
                  <a:cubicBezTo>
                    <a:pt x="245" y="110"/>
                    <a:pt x="246" y="110"/>
                    <a:pt x="247" y="109"/>
                  </a:cubicBezTo>
                  <a:cubicBezTo>
                    <a:pt x="247" y="108"/>
                    <a:pt x="247" y="107"/>
                    <a:pt x="248" y="106"/>
                  </a:cubicBezTo>
                  <a:cubicBezTo>
                    <a:pt x="249" y="104"/>
                    <a:pt x="249" y="104"/>
                    <a:pt x="249" y="102"/>
                  </a:cubicBezTo>
                  <a:cubicBezTo>
                    <a:pt x="248" y="101"/>
                    <a:pt x="248" y="101"/>
                    <a:pt x="245" y="99"/>
                  </a:cubicBezTo>
                  <a:cubicBezTo>
                    <a:pt x="242" y="97"/>
                    <a:pt x="241" y="96"/>
                    <a:pt x="241" y="94"/>
                  </a:cubicBezTo>
                  <a:cubicBezTo>
                    <a:pt x="240" y="92"/>
                    <a:pt x="242" y="92"/>
                    <a:pt x="246" y="93"/>
                  </a:cubicBezTo>
                  <a:cubicBezTo>
                    <a:pt x="250" y="93"/>
                    <a:pt x="252" y="93"/>
                    <a:pt x="256" y="93"/>
                  </a:cubicBezTo>
                  <a:cubicBezTo>
                    <a:pt x="260" y="92"/>
                    <a:pt x="263" y="91"/>
                    <a:pt x="266" y="90"/>
                  </a:cubicBezTo>
                  <a:cubicBezTo>
                    <a:pt x="269" y="89"/>
                    <a:pt x="269" y="89"/>
                    <a:pt x="272" y="89"/>
                  </a:cubicBezTo>
                  <a:cubicBezTo>
                    <a:pt x="275" y="89"/>
                    <a:pt x="277" y="87"/>
                    <a:pt x="279" y="87"/>
                  </a:cubicBezTo>
                  <a:cubicBezTo>
                    <a:pt x="280" y="87"/>
                    <a:pt x="282" y="87"/>
                    <a:pt x="284" y="87"/>
                  </a:cubicBezTo>
                  <a:cubicBezTo>
                    <a:pt x="286" y="87"/>
                    <a:pt x="288" y="87"/>
                    <a:pt x="290" y="88"/>
                  </a:cubicBezTo>
                  <a:cubicBezTo>
                    <a:pt x="292" y="90"/>
                    <a:pt x="293" y="90"/>
                    <a:pt x="294" y="91"/>
                  </a:cubicBezTo>
                  <a:cubicBezTo>
                    <a:pt x="296" y="92"/>
                    <a:pt x="296" y="92"/>
                    <a:pt x="296" y="94"/>
                  </a:cubicBezTo>
                  <a:cubicBezTo>
                    <a:pt x="296" y="95"/>
                    <a:pt x="293" y="95"/>
                    <a:pt x="295" y="97"/>
                  </a:cubicBezTo>
                  <a:cubicBezTo>
                    <a:pt x="297" y="98"/>
                    <a:pt x="299" y="99"/>
                    <a:pt x="301" y="99"/>
                  </a:cubicBezTo>
                  <a:cubicBezTo>
                    <a:pt x="304" y="99"/>
                    <a:pt x="304" y="98"/>
                    <a:pt x="307" y="100"/>
                  </a:cubicBezTo>
                  <a:cubicBezTo>
                    <a:pt x="311" y="101"/>
                    <a:pt x="309" y="101"/>
                    <a:pt x="312" y="102"/>
                  </a:cubicBezTo>
                  <a:cubicBezTo>
                    <a:pt x="316" y="103"/>
                    <a:pt x="315" y="102"/>
                    <a:pt x="318" y="103"/>
                  </a:cubicBezTo>
                  <a:cubicBezTo>
                    <a:pt x="320" y="104"/>
                    <a:pt x="321" y="104"/>
                    <a:pt x="322" y="105"/>
                  </a:cubicBezTo>
                  <a:cubicBezTo>
                    <a:pt x="323" y="107"/>
                    <a:pt x="323" y="107"/>
                    <a:pt x="324" y="108"/>
                  </a:cubicBezTo>
                  <a:cubicBezTo>
                    <a:pt x="325" y="110"/>
                    <a:pt x="325" y="109"/>
                    <a:pt x="326" y="111"/>
                  </a:cubicBezTo>
                  <a:cubicBezTo>
                    <a:pt x="328" y="113"/>
                    <a:pt x="327" y="114"/>
                    <a:pt x="330" y="113"/>
                  </a:cubicBezTo>
                  <a:cubicBezTo>
                    <a:pt x="333" y="113"/>
                    <a:pt x="334" y="112"/>
                    <a:pt x="337" y="113"/>
                  </a:cubicBezTo>
                  <a:cubicBezTo>
                    <a:pt x="340" y="115"/>
                    <a:pt x="342" y="116"/>
                    <a:pt x="343" y="115"/>
                  </a:cubicBezTo>
                  <a:cubicBezTo>
                    <a:pt x="343" y="114"/>
                    <a:pt x="342" y="112"/>
                    <a:pt x="340" y="111"/>
                  </a:cubicBezTo>
                  <a:cubicBezTo>
                    <a:pt x="337" y="110"/>
                    <a:pt x="335" y="110"/>
                    <a:pt x="333" y="109"/>
                  </a:cubicBezTo>
                  <a:cubicBezTo>
                    <a:pt x="331" y="108"/>
                    <a:pt x="327" y="106"/>
                    <a:pt x="326" y="105"/>
                  </a:cubicBezTo>
                  <a:cubicBezTo>
                    <a:pt x="325" y="104"/>
                    <a:pt x="324" y="103"/>
                    <a:pt x="321" y="101"/>
                  </a:cubicBezTo>
                  <a:cubicBezTo>
                    <a:pt x="318" y="100"/>
                    <a:pt x="314" y="100"/>
                    <a:pt x="311" y="97"/>
                  </a:cubicBezTo>
                  <a:cubicBezTo>
                    <a:pt x="309" y="95"/>
                    <a:pt x="309" y="95"/>
                    <a:pt x="306" y="94"/>
                  </a:cubicBezTo>
                  <a:cubicBezTo>
                    <a:pt x="303" y="93"/>
                    <a:pt x="301" y="91"/>
                    <a:pt x="300" y="90"/>
                  </a:cubicBezTo>
                  <a:cubicBezTo>
                    <a:pt x="299" y="89"/>
                    <a:pt x="295" y="88"/>
                    <a:pt x="293" y="87"/>
                  </a:cubicBezTo>
                  <a:cubicBezTo>
                    <a:pt x="290" y="86"/>
                    <a:pt x="286" y="85"/>
                    <a:pt x="285" y="84"/>
                  </a:cubicBezTo>
                  <a:cubicBezTo>
                    <a:pt x="283" y="83"/>
                    <a:pt x="281" y="81"/>
                    <a:pt x="284" y="81"/>
                  </a:cubicBezTo>
                  <a:cubicBezTo>
                    <a:pt x="286" y="80"/>
                    <a:pt x="289" y="80"/>
                    <a:pt x="291" y="79"/>
                  </a:cubicBezTo>
                  <a:cubicBezTo>
                    <a:pt x="294" y="78"/>
                    <a:pt x="297" y="77"/>
                    <a:pt x="300" y="77"/>
                  </a:cubicBezTo>
                  <a:cubicBezTo>
                    <a:pt x="302" y="76"/>
                    <a:pt x="305" y="76"/>
                    <a:pt x="307" y="75"/>
                  </a:cubicBezTo>
                  <a:cubicBezTo>
                    <a:pt x="310" y="75"/>
                    <a:pt x="314" y="74"/>
                    <a:pt x="318" y="74"/>
                  </a:cubicBezTo>
                  <a:cubicBezTo>
                    <a:pt x="323" y="74"/>
                    <a:pt x="332" y="72"/>
                    <a:pt x="334" y="71"/>
                  </a:cubicBezTo>
                  <a:cubicBezTo>
                    <a:pt x="336" y="71"/>
                    <a:pt x="339" y="69"/>
                    <a:pt x="341" y="68"/>
                  </a:cubicBezTo>
                  <a:close/>
                  <a:moveTo>
                    <a:pt x="411" y="589"/>
                  </a:moveTo>
                  <a:cubicBezTo>
                    <a:pt x="414" y="593"/>
                    <a:pt x="414" y="593"/>
                    <a:pt x="418" y="595"/>
                  </a:cubicBezTo>
                  <a:cubicBezTo>
                    <a:pt x="421" y="597"/>
                    <a:pt x="423" y="598"/>
                    <a:pt x="425" y="598"/>
                  </a:cubicBezTo>
                  <a:cubicBezTo>
                    <a:pt x="428" y="599"/>
                    <a:pt x="429" y="598"/>
                    <a:pt x="430" y="599"/>
                  </a:cubicBezTo>
                  <a:cubicBezTo>
                    <a:pt x="432" y="600"/>
                    <a:pt x="433" y="600"/>
                    <a:pt x="433" y="602"/>
                  </a:cubicBezTo>
                  <a:cubicBezTo>
                    <a:pt x="433" y="604"/>
                    <a:pt x="432" y="604"/>
                    <a:pt x="433" y="605"/>
                  </a:cubicBezTo>
                  <a:cubicBezTo>
                    <a:pt x="435" y="606"/>
                    <a:pt x="436" y="605"/>
                    <a:pt x="436" y="607"/>
                  </a:cubicBezTo>
                  <a:cubicBezTo>
                    <a:pt x="436" y="608"/>
                    <a:pt x="437" y="608"/>
                    <a:pt x="434" y="609"/>
                  </a:cubicBezTo>
                  <a:cubicBezTo>
                    <a:pt x="432" y="611"/>
                    <a:pt x="430" y="610"/>
                    <a:pt x="428" y="613"/>
                  </a:cubicBezTo>
                  <a:cubicBezTo>
                    <a:pt x="425" y="615"/>
                    <a:pt x="425" y="616"/>
                    <a:pt x="421" y="616"/>
                  </a:cubicBezTo>
                  <a:cubicBezTo>
                    <a:pt x="418" y="616"/>
                    <a:pt x="414" y="617"/>
                    <a:pt x="412" y="619"/>
                  </a:cubicBezTo>
                  <a:cubicBezTo>
                    <a:pt x="410" y="621"/>
                    <a:pt x="406" y="621"/>
                    <a:pt x="403" y="621"/>
                  </a:cubicBezTo>
                  <a:cubicBezTo>
                    <a:pt x="401" y="622"/>
                    <a:pt x="400" y="622"/>
                    <a:pt x="396" y="620"/>
                  </a:cubicBezTo>
                  <a:cubicBezTo>
                    <a:pt x="391" y="617"/>
                    <a:pt x="387" y="617"/>
                    <a:pt x="389" y="616"/>
                  </a:cubicBezTo>
                  <a:cubicBezTo>
                    <a:pt x="392" y="614"/>
                    <a:pt x="394" y="614"/>
                    <a:pt x="396" y="615"/>
                  </a:cubicBezTo>
                  <a:cubicBezTo>
                    <a:pt x="399" y="615"/>
                    <a:pt x="402" y="615"/>
                    <a:pt x="404" y="614"/>
                  </a:cubicBezTo>
                  <a:cubicBezTo>
                    <a:pt x="406" y="613"/>
                    <a:pt x="404" y="612"/>
                    <a:pt x="401" y="612"/>
                  </a:cubicBezTo>
                  <a:cubicBezTo>
                    <a:pt x="399" y="613"/>
                    <a:pt x="397" y="613"/>
                    <a:pt x="396" y="612"/>
                  </a:cubicBezTo>
                  <a:cubicBezTo>
                    <a:pt x="395" y="611"/>
                    <a:pt x="394" y="611"/>
                    <a:pt x="393" y="610"/>
                  </a:cubicBezTo>
                  <a:cubicBezTo>
                    <a:pt x="393" y="609"/>
                    <a:pt x="390" y="608"/>
                    <a:pt x="389" y="609"/>
                  </a:cubicBezTo>
                  <a:cubicBezTo>
                    <a:pt x="388" y="609"/>
                    <a:pt x="386" y="609"/>
                    <a:pt x="384" y="608"/>
                  </a:cubicBezTo>
                  <a:cubicBezTo>
                    <a:pt x="383" y="608"/>
                    <a:pt x="382" y="609"/>
                    <a:pt x="378" y="607"/>
                  </a:cubicBezTo>
                  <a:cubicBezTo>
                    <a:pt x="375" y="606"/>
                    <a:pt x="375" y="606"/>
                    <a:pt x="374" y="605"/>
                  </a:cubicBezTo>
                  <a:cubicBezTo>
                    <a:pt x="374" y="604"/>
                    <a:pt x="376" y="603"/>
                    <a:pt x="377" y="603"/>
                  </a:cubicBezTo>
                  <a:cubicBezTo>
                    <a:pt x="378" y="603"/>
                    <a:pt x="379" y="604"/>
                    <a:pt x="380" y="604"/>
                  </a:cubicBezTo>
                  <a:cubicBezTo>
                    <a:pt x="381" y="605"/>
                    <a:pt x="383" y="605"/>
                    <a:pt x="383" y="604"/>
                  </a:cubicBezTo>
                  <a:cubicBezTo>
                    <a:pt x="384" y="604"/>
                    <a:pt x="385" y="604"/>
                    <a:pt x="384" y="603"/>
                  </a:cubicBezTo>
                  <a:cubicBezTo>
                    <a:pt x="383" y="602"/>
                    <a:pt x="383" y="602"/>
                    <a:pt x="381" y="602"/>
                  </a:cubicBezTo>
                  <a:cubicBezTo>
                    <a:pt x="379" y="601"/>
                    <a:pt x="378" y="602"/>
                    <a:pt x="378" y="600"/>
                  </a:cubicBezTo>
                  <a:cubicBezTo>
                    <a:pt x="377" y="598"/>
                    <a:pt x="376" y="598"/>
                    <a:pt x="377" y="597"/>
                  </a:cubicBezTo>
                  <a:cubicBezTo>
                    <a:pt x="378" y="596"/>
                    <a:pt x="378" y="595"/>
                    <a:pt x="379" y="595"/>
                  </a:cubicBezTo>
                  <a:cubicBezTo>
                    <a:pt x="381" y="596"/>
                    <a:pt x="382" y="596"/>
                    <a:pt x="384" y="596"/>
                  </a:cubicBezTo>
                  <a:cubicBezTo>
                    <a:pt x="386" y="596"/>
                    <a:pt x="387" y="597"/>
                    <a:pt x="387" y="596"/>
                  </a:cubicBezTo>
                  <a:cubicBezTo>
                    <a:pt x="387" y="595"/>
                    <a:pt x="390" y="595"/>
                    <a:pt x="387" y="594"/>
                  </a:cubicBezTo>
                  <a:cubicBezTo>
                    <a:pt x="384" y="594"/>
                    <a:pt x="383" y="594"/>
                    <a:pt x="381" y="593"/>
                  </a:cubicBezTo>
                  <a:cubicBezTo>
                    <a:pt x="380" y="591"/>
                    <a:pt x="379" y="592"/>
                    <a:pt x="379" y="590"/>
                  </a:cubicBezTo>
                  <a:cubicBezTo>
                    <a:pt x="378" y="588"/>
                    <a:pt x="377" y="587"/>
                    <a:pt x="378" y="586"/>
                  </a:cubicBezTo>
                  <a:cubicBezTo>
                    <a:pt x="379" y="585"/>
                    <a:pt x="380" y="584"/>
                    <a:pt x="383" y="584"/>
                  </a:cubicBezTo>
                  <a:cubicBezTo>
                    <a:pt x="385" y="583"/>
                    <a:pt x="384" y="582"/>
                    <a:pt x="387" y="582"/>
                  </a:cubicBezTo>
                  <a:cubicBezTo>
                    <a:pt x="390" y="582"/>
                    <a:pt x="391" y="581"/>
                    <a:pt x="394" y="583"/>
                  </a:cubicBezTo>
                  <a:cubicBezTo>
                    <a:pt x="396" y="584"/>
                    <a:pt x="397" y="584"/>
                    <a:pt x="399" y="585"/>
                  </a:cubicBezTo>
                  <a:cubicBezTo>
                    <a:pt x="403" y="585"/>
                    <a:pt x="409" y="586"/>
                    <a:pt x="411" y="589"/>
                  </a:cubicBezTo>
                  <a:close/>
                  <a:moveTo>
                    <a:pt x="372" y="575"/>
                  </a:moveTo>
                  <a:cubicBezTo>
                    <a:pt x="372" y="577"/>
                    <a:pt x="371" y="579"/>
                    <a:pt x="374" y="579"/>
                  </a:cubicBezTo>
                  <a:cubicBezTo>
                    <a:pt x="376" y="579"/>
                    <a:pt x="376" y="580"/>
                    <a:pt x="377" y="579"/>
                  </a:cubicBezTo>
                  <a:cubicBezTo>
                    <a:pt x="378" y="578"/>
                    <a:pt x="378" y="577"/>
                    <a:pt x="377" y="576"/>
                  </a:cubicBezTo>
                  <a:cubicBezTo>
                    <a:pt x="376" y="575"/>
                    <a:pt x="372" y="572"/>
                    <a:pt x="372" y="575"/>
                  </a:cubicBezTo>
                  <a:close/>
                  <a:moveTo>
                    <a:pt x="398" y="547"/>
                  </a:moveTo>
                  <a:cubicBezTo>
                    <a:pt x="396" y="548"/>
                    <a:pt x="395" y="549"/>
                    <a:pt x="395" y="550"/>
                  </a:cubicBezTo>
                  <a:cubicBezTo>
                    <a:pt x="394" y="551"/>
                    <a:pt x="394" y="552"/>
                    <a:pt x="396" y="553"/>
                  </a:cubicBezTo>
                  <a:cubicBezTo>
                    <a:pt x="398" y="554"/>
                    <a:pt x="399" y="555"/>
                    <a:pt x="401" y="555"/>
                  </a:cubicBezTo>
                  <a:cubicBezTo>
                    <a:pt x="403" y="555"/>
                    <a:pt x="404" y="556"/>
                    <a:pt x="404" y="553"/>
                  </a:cubicBezTo>
                  <a:cubicBezTo>
                    <a:pt x="404" y="551"/>
                    <a:pt x="404" y="551"/>
                    <a:pt x="403" y="548"/>
                  </a:cubicBezTo>
                  <a:cubicBezTo>
                    <a:pt x="402" y="545"/>
                    <a:pt x="400" y="545"/>
                    <a:pt x="398" y="547"/>
                  </a:cubicBezTo>
                  <a:close/>
                  <a:moveTo>
                    <a:pt x="416" y="544"/>
                  </a:moveTo>
                  <a:cubicBezTo>
                    <a:pt x="413" y="544"/>
                    <a:pt x="412" y="542"/>
                    <a:pt x="411" y="543"/>
                  </a:cubicBezTo>
                  <a:cubicBezTo>
                    <a:pt x="411" y="545"/>
                    <a:pt x="411" y="547"/>
                    <a:pt x="413" y="548"/>
                  </a:cubicBezTo>
                  <a:cubicBezTo>
                    <a:pt x="415" y="549"/>
                    <a:pt x="416" y="550"/>
                    <a:pt x="417" y="549"/>
                  </a:cubicBezTo>
                  <a:cubicBezTo>
                    <a:pt x="419" y="549"/>
                    <a:pt x="419" y="549"/>
                    <a:pt x="420" y="548"/>
                  </a:cubicBezTo>
                  <a:cubicBezTo>
                    <a:pt x="422" y="546"/>
                    <a:pt x="424" y="546"/>
                    <a:pt x="423" y="545"/>
                  </a:cubicBezTo>
                  <a:cubicBezTo>
                    <a:pt x="422" y="544"/>
                    <a:pt x="418" y="543"/>
                    <a:pt x="416" y="544"/>
                  </a:cubicBezTo>
                  <a:close/>
                  <a:moveTo>
                    <a:pt x="408" y="531"/>
                  </a:moveTo>
                  <a:cubicBezTo>
                    <a:pt x="406" y="531"/>
                    <a:pt x="405" y="531"/>
                    <a:pt x="407" y="533"/>
                  </a:cubicBezTo>
                  <a:cubicBezTo>
                    <a:pt x="408" y="534"/>
                    <a:pt x="408" y="535"/>
                    <a:pt x="410" y="535"/>
                  </a:cubicBezTo>
                  <a:cubicBezTo>
                    <a:pt x="411" y="535"/>
                    <a:pt x="410" y="534"/>
                    <a:pt x="413" y="533"/>
                  </a:cubicBezTo>
                  <a:cubicBezTo>
                    <a:pt x="415" y="533"/>
                    <a:pt x="417" y="532"/>
                    <a:pt x="415" y="532"/>
                  </a:cubicBezTo>
                  <a:cubicBezTo>
                    <a:pt x="414" y="531"/>
                    <a:pt x="410" y="531"/>
                    <a:pt x="408" y="531"/>
                  </a:cubicBezTo>
                  <a:close/>
                  <a:moveTo>
                    <a:pt x="453" y="598"/>
                  </a:moveTo>
                  <a:cubicBezTo>
                    <a:pt x="451" y="599"/>
                    <a:pt x="451" y="599"/>
                    <a:pt x="450" y="601"/>
                  </a:cubicBezTo>
                  <a:cubicBezTo>
                    <a:pt x="449" y="602"/>
                    <a:pt x="448" y="603"/>
                    <a:pt x="448" y="604"/>
                  </a:cubicBezTo>
                  <a:cubicBezTo>
                    <a:pt x="448" y="606"/>
                    <a:pt x="449" y="607"/>
                    <a:pt x="450" y="609"/>
                  </a:cubicBezTo>
                  <a:cubicBezTo>
                    <a:pt x="452" y="610"/>
                    <a:pt x="453" y="611"/>
                    <a:pt x="454" y="610"/>
                  </a:cubicBezTo>
                  <a:cubicBezTo>
                    <a:pt x="455" y="609"/>
                    <a:pt x="455" y="609"/>
                    <a:pt x="455" y="607"/>
                  </a:cubicBezTo>
                  <a:cubicBezTo>
                    <a:pt x="454" y="606"/>
                    <a:pt x="453" y="605"/>
                    <a:pt x="455" y="604"/>
                  </a:cubicBezTo>
                  <a:cubicBezTo>
                    <a:pt x="457" y="603"/>
                    <a:pt x="458" y="603"/>
                    <a:pt x="459" y="601"/>
                  </a:cubicBezTo>
                  <a:cubicBezTo>
                    <a:pt x="460" y="600"/>
                    <a:pt x="462" y="600"/>
                    <a:pt x="461" y="598"/>
                  </a:cubicBezTo>
                  <a:cubicBezTo>
                    <a:pt x="460" y="597"/>
                    <a:pt x="458" y="598"/>
                    <a:pt x="457" y="597"/>
                  </a:cubicBezTo>
                  <a:cubicBezTo>
                    <a:pt x="456" y="597"/>
                    <a:pt x="454" y="597"/>
                    <a:pt x="453" y="598"/>
                  </a:cubicBezTo>
                  <a:close/>
                  <a:moveTo>
                    <a:pt x="449" y="564"/>
                  </a:moveTo>
                  <a:cubicBezTo>
                    <a:pt x="448" y="565"/>
                    <a:pt x="447" y="564"/>
                    <a:pt x="448" y="565"/>
                  </a:cubicBezTo>
                  <a:cubicBezTo>
                    <a:pt x="448" y="566"/>
                    <a:pt x="449" y="567"/>
                    <a:pt x="450" y="567"/>
                  </a:cubicBezTo>
                  <a:cubicBezTo>
                    <a:pt x="451" y="567"/>
                    <a:pt x="451" y="566"/>
                    <a:pt x="452" y="565"/>
                  </a:cubicBezTo>
                  <a:cubicBezTo>
                    <a:pt x="452" y="565"/>
                    <a:pt x="450" y="564"/>
                    <a:pt x="449" y="564"/>
                  </a:cubicBezTo>
                  <a:close/>
                  <a:moveTo>
                    <a:pt x="440" y="669"/>
                  </a:moveTo>
                  <a:cubicBezTo>
                    <a:pt x="440" y="668"/>
                    <a:pt x="443" y="668"/>
                    <a:pt x="444" y="670"/>
                  </a:cubicBezTo>
                  <a:cubicBezTo>
                    <a:pt x="445" y="671"/>
                    <a:pt x="447" y="671"/>
                    <a:pt x="447" y="673"/>
                  </a:cubicBezTo>
                  <a:cubicBezTo>
                    <a:pt x="447" y="674"/>
                    <a:pt x="445" y="673"/>
                    <a:pt x="443" y="673"/>
                  </a:cubicBezTo>
                  <a:cubicBezTo>
                    <a:pt x="440" y="673"/>
                    <a:pt x="441" y="673"/>
                    <a:pt x="439" y="673"/>
                  </a:cubicBezTo>
                  <a:cubicBezTo>
                    <a:pt x="437" y="673"/>
                    <a:pt x="437" y="672"/>
                    <a:pt x="438" y="671"/>
                  </a:cubicBezTo>
                  <a:cubicBezTo>
                    <a:pt x="438" y="670"/>
                    <a:pt x="439" y="671"/>
                    <a:pt x="440" y="669"/>
                  </a:cubicBezTo>
                  <a:close/>
                  <a:moveTo>
                    <a:pt x="447" y="664"/>
                  </a:moveTo>
                  <a:cubicBezTo>
                    <a:pt x="445" y="665"/>
                    <a:pt x="444" y="664"/>
                    <a:pt x="444" y="665"/>
                  </a:cubicBezTo>
                  <a:cubicBezTo>
                    <a:pt x="444" y="666"/>
                    <a:pt x="444" y="667"/>
                    <a:pt x="445" y="667"/>
                  </a:cubicBezTo>
                  <a:cubicBezTo>
                    <a:pt x="447" y="666"/>
                    <a:pt x="448" y="666"/>
                    <a:pt x="449" y="666"/>
                  </a:cubicBezTo>
                  <a:cubicBezTo>
                    <a:pt x="451" y="666"/>
                    <a:pt x="452" y="666"/>
                    <a:pt x="451" y="665"/>
                  </a:cubicBezTo>
                  <a:cubicBezTo>
                    <a:pt x="451" y="664"/>
                    <a:pt x="449" y="663"/>
                    <a:pt x="447" y="664"/>
                  </a:cubicBezTo>
                  <a:close/>
                  <a:moveTo>
                    <a:pt x="436" y="664"/>
                  </a:moveTo>
                  <a:cubicBezTo>
                    <a:pt x="434" y="664"/>
                    <a:pt x="433" y="664"/>
                    <a:pt x="433" y="665"/>
                  </a:cubicBezTo>
                  <a:cubicBezTo>
                    <a:pt x="433" y="665"/>
                    <a:pt x="432" y="666"/>
                    <a:pt x="433" y="667"/>
                  </a:cubicBezTo>
                  <a:cubicBezTo>
                    <a:pt x="433" y="667"/>
                    <a:pt x="434" y="668"/>
                    <a:pt x="435" y="667"/>
                  </a:cubicBezTo>
                  <a:cubicBezTo>
                    <a:pt x="436" y="666"/>
                    <a:pt x="435" y="666"/>
                    <a:pt x="437" y="665"/>
                  </a:cubicBezTo>
                  <a:cubicBezTo>
                    <a:pt x="439" y="665"/>
                    <a:pt x="439" y="666"/>
                    <a:pt x="440" y="665"/>
                  </a:cubicBezTo>
                  <a:cubicBezTo>
                    <a:pt x="440" y="664"/>
                    <a:pt x="437" y="664"/>
                    <a:pt x="436" y="664"/>
                  </a:cubicBezTo>
                  <a:close/>
                  <a:moveTo>
                    <a:pt x="452" y="660"/>
                  </a:moveTo>
                  <a:cubicBezTo>
                    <a:pt x="451" y="660"/>
                    <a:pt x="451" y="660"/>
                    <a:pt x="451" y="660"/>
                  </a:cubicBezTo>
                  <a:cubicBezTo>
                    <a:pt x="452" y="661"/>
                    <a:pt x="453" y="662"/>
                    <a:pt x="453" y="661"/>
                  </a:cubicBezTo>
                  <a:cubicBezTo>
                    <a:pt x="454" y="661"/>
                    <a:pt x="453" y="659"/>
                    <a:pt x="452" y="660"/>
                  </a:cubicBezTo>
                  <a:close/>
                  <a:moveTo>
                    <a:pt x="413" y="661"/>
                  </a:moveTo>
                  <a:cubicBezTo>
                    <a:pt x="413" y="662"/>
                    <a:pt x="413" y="662"/>
                    <a:pt x="416" y="663"/>
                  </a:cubicBezTo>
                  <a:cubicBezTo>
                    <a:pt x="418" y="664"/>
                    <a:pt x="419" y="664"/>
                    <a:pt x="420" y="664"/>
                  </a:cubicBezTo>
                  <a:cubicBezTo>
                    <a:pt x="422" y="665"/>
                    <a:pt x="423" y="665"/>
                    <a:pt x="425" y="665"/>
                  </a:cubicBezTo>
                  <a:cubicBezTo>
                    <a:pt x="426" y="664"/>
                    <a:pt x="427" y="664"/>
                    <a:pt x="427" y="663"/>
                  </a:cubicBezTo>
                  <a:cubicBezTo>
                    <a:pt x="426" y="663"/>
                    <a:pt x="424" y="663"/>
                    <a:pt x="422" y="663"/>
                  </a:cubicBezTo>
                  <a:cubicBezTo>
                    <a:pt x="419" y="662"/>
                    <a:pt x="419" y="662"/>
                    <a:pt x="418" y="661"/>
                  </a:cubicBezTo>
                  <a:cubicBezTo>
                    <a:pt x="417" y="660"/>
                    <a:pt x="413" y="659"/>
                    <a:pt x="413" y="661"/>
                  </a:cubicBezTo>
                  <a:close/>
                  <a:moveTo>
                    <a:pt x="414" y="667"/>
                  </a:moveTo>
                  <a:cubicBezTo>
                    <a:pt x="416" y="667"/>
                    <a:pt x="417" y="666"/>
                    <a:pt x="419" y="667"/>
                  </a:cubicBezTo>
                  <a:cubicBezTo>
                    <a:pt x="420" y="668"/>
                    <a:pt x="420" y="668"/>
                    <a:pt x="422" y="668"/>
                  </a:cubicBezTo>
                  <a:cubicBezTo>
                    <a:pt x="424" y="669"/>
                    <a:pt x="424" y="668"/>
                    <a:pt x="425" y="668"/>
                  </a:cubicBezTo>
                  <a:cubicBezTo>
                    <a:pt x="426" y="668"/>
                    <a:pt x="427" y="667"/>
                    <a:pt x="428" y="667"/>
                  </a:cubicBezTo>
                  <a:cubicBezTo>
                    <a:pt x="429" y="668"/>
                    <a:pt x="430" y="668"/>
                    <a:pt x="429" y="669"/>
                  </a:cubicBezTo>
                  <a:cubicBezTo>
                    <a:pt x="428" y="669"/>
                    <a:pt x="425" y="670"/>
                    <a:pt x="424" y="670"/>
                  </a:cubicBezTo>
                  <a:cubicBezTo>
                    <a:pt x="422" y="671"/>
                    <a:pt x="422" y="671"/>
                    <a:pt x="420" y="672"/>
                  </a:cubicBezTo>
                  <a:cubicBezTo>
                    <a:pt x="419" y="672"/>
                    <a:pt x="418" y="672"/>
                    <a:pt x="416" y="672"/>
                  </a:cubicBezTo>
                  <a:cubicBezTo>
                    <a:pt x="414" y="673"/>
                    <a:pt x="412" y="673"/>
                    <a:pt x="412" y="675"/>
                  </a:cubicBezTo>
                  <a:cubicBezTo>
                    <a:pt x="411" y="676"/>
                    <a:pt x="409" y="676"/>
                    <a:pt x="409" y="677"/>
                  </a:cubicBezTo>
                  <a:cubicBezTo>
                    <a:pt x="408" y="678"/>
                    <a:pt x="406" y="680"/>
                    <a:pt x="404" y="680"/>
                  </a:cubicBezTo>
                  <a:cubicBezTo>
                    <a:pt x="403" y="680"/>
                    <a:pt x="402" y="680"/>
                    <a:pt x="403" y="678"/>
                  </a:cubicBezTo>
                  <a:cubicBezTo>
                    <a:pt x="403" y="676"/>
                    <a:pt x="404" y="676"/>
                    <a:pt x="403" y="674"/>
                  </a:cubicBezTo>
                  <a:cubicBezTo>
                    <a:pt x="402" y="673"/>
                    <a:pt x="400" y="672"/>
                    <a:pt x="402" y="672"/>
                  </a:cubicBezTo>
                  <a:cubicBezTo>
                    <a:pt x="404" y="671"/>
                    <a:pt x="404" y="671"/>
                    <a:pt x="406" y="672"/>
                  </a:cubicBezTo>
                  <a:cubicBezTo>
                    <a:pt x="407" y="672"/>
                    <a:pt x="408" y="672"/>
                    <a:pt x="409" y="672"/>
                  </a:cubicBezTo>
                  <a:cubicBezTo>
                    <a:pt x="410" y="671"/>
                    <a:pt x="411" y="671"/>
                    <a:pt x="412" y="670"/>
                  </a:cubicBezTo>
                  <a:cubicBezTo>
                    <a:pt x="412" y="669"/>
                    <a:pt x="412" y="668"/>
                    <a:pt x="414" y="667"/>
                  </a:cubicBezTo>
                  <a:close/>
                  <a:moveTo>
                    <a:pt x="946" y="562"/>
                  </a:moveTo>
                  <a:cubicBezTo>
                    <a:pt x="944" y="564"/>
                    <a:pt x="944" y="564"/>
                    <a:pt x="941" y="565"/>
                  </a:cubicBezTo>
                  <a:cubicBezTo>
                    <a:pt x="938" y="567"/>
                    <a:pt x="933" y="567"/>
                    <a:pt x="932" y="569"/>
                  </a:cubicBezTo>
                  <a:cubicBezTo>
                    <a:pt x="930" y="571"/>
                    <a:pt x="929" y="574"/>
                    <a:pt x="931" y="574"/>
                  </a:cubicBezTo>
                  <a:cubicBezTo>
                    <a:pt x="933" y="574"/>
                    <a:pt x="934" y="575"/>
                    <a:pt x="937" y="574"/>
                  </a:cubicBezTo>
                  <a:cubicBezTo>
                    <a:pt x="941" y="574"/>
                    <a:pt x="942" y="573"/>
                    <a:pt x="945" y="573"/>
                  </a:cubicBezTo>
                  <a:cubicBezTo>
                    <a:pt x="948" y="573"/>
                    <a:pt x="949" y="573"/>
                    <a:pt x="953" y="573"/>
                  </a:cubicBezTo>
                  <a:cubicBezTo>
                    <a:pt x="956" y="573"/>
                    <a:pt x="958" y="573"/>
                    <a:pt x="960" y="572"/>
                  </a:cubicBezTo>
                  <a:cubicBezTo>
                    <a:pt x="963" y="571"/>
                    <a:pt x="963" y="570"/>
                    <a:pt x="966" y="571"/>
                  </a:cubicBezTo>
                  <a:cubicBezTo>
                    <a:pt x="968" y="572"/>
                    <a:pt x="969" y="573"/>
                    <a:pt x="971" y="572"/>
                  </a:cubicBezTo>
                  <a:cubicBezTo>
                    <a:pt x="974" y="571"/>
                    <a:pt x="973" y="569"/>
                    <a:pt x="976" y="569"/>
                  </a:cubicBezTo>
                  <a:cubicBezTo>
                    <a:pt x="980" y="568"/>
                    <a:pt x="983" y="568"/>
                    <a:pt x="984" y="567"/>
                  </a:cubicBezTo>
                  <a:cubicBezTo>
                    <a:pt x="984" y="566"/>
                    <a:pt x="985" y="564"/>
                    <a:pt x="984" y="564"/>
                  </a:cubicBezTo>
                  <a:cubicBezTo>
                    <a:pt x="982" y="563"/>
                    <a:pt x="982" y="562"/>
                    <a:pt x="982" y="561"/>
                  </a:cubicBezTo>
                  <a:cubicBezTo>
                    <a:pt x="983" y="560"/>
                    <a:pt x="984" y="559"/>
                    <a:pt x="981" y="558"/>
                  </a:cubicBezTo>
                  <a:cubicBezTo>
                    <a:pt x="979" y="558"/>
                    <a:pt x="977" y="556"/>
                    <a:pt x="975" y="555"/>
                  </a:cubicBezTo>
                  <a:cubicBezTo>
                    <a:pt x="973" y="554"/>
                    <a:pt x="971" y="553"/>
                    <a:pt x="969" y="555"/>
                  </a:cubicBezTo>
                  <a:cubicBezTo>
                    <a:pt x="968" y="557"/>
                    <a:pt x="968" y="559"/>
                    <a:pt x="965" y="559"/>
                  </a:cubicBezTo>
                  <a:cubicBezTo>
                    <a:pt x="963" y="559"/>
                    <a:pt x="961" y="558"/>
                    <a:pt x="959" y="559"/>
                  </a:cubicBezTo>
                  <a:cubicBezTo>
                    <a:pt x="957" y="560"/>
                    <a:pt x="956" y="560"/>
                    <a:pt x="954" y="560"/>
                  </a:cubicBezTo>
                  <a:cubicBezTo>
                    <a:pt x="952" y="560"/>
                    <a:pt x="948" y="560"/>
                    <a:pt x="946" y="562"/>
                  </a:cubicBezTo>
                  <a:close/>
                  <a:moveTo>
                    <a:pt x="1003" y="490"/>
                  </a:moveTo>
                  <a:cubicBezTo>
                    <a:pt x="1002" y="487"/>
                    <a:pt x="1003" y="487"/>
                    <a:pt x="1004" y="487"/>
                  </a:cubicBezTo>
                  <a:cubicBezTo>
                    <a:pt x="1004" y="486"/>
                    <a:pt x="1005" y="487"/>
                    <a:pt x="1006" y="486"/>
                  </a:cubicBezTo>
                  <a:cubicBezTo>
                    <a:pt x="1008" y="486"/>
                    <a:pt x="1009" y="486"/>
                    <a:pt x="1011" y="486"/>
                  </a:cubicBezTo>
                  <a:cubicBezTo>
                    <a:pt x="1013" y="486"/>
                    <a:pt x="1014" y="486"/>
                    <a:pt x="1017" y="487"/>
                  </a:cubicBezTo>
                  <a:cubicBezTo>
                    <a:pt x="1019" y="487"/>
                    <a:pt x="1021" y="486"/>
                    <a:pt x="1024" y="486"/>
                  </a:cubicBezTo>
                  <a:cubicBezTo>
                    <a:pt x="1027" y="486"/>
                    <a:pt x="1028" y="487"/>
                    <a:pt x="1029" y="487"/>
                  </a:cubicBezTo>
                  <a:cubicBezTo>
                    <a:pt x="1031" y="487"/>
                    <a:pt x="1033" y="487"/>
                    <a:pt x="1034" y="488"/>
                  </a:cubicBezTo>
                  <a:cubicBezTo>
                    <a:pt x="1035" y="489"/>
                    <a:pt x="1035" y="490"/>
                    <a:pt x="1036" y="493"/>
                  </a:cubicBezTo>
                  <a:cubicBezTo>
                    <a:pt x="1038" y="496"/>
                    <a:pt x="1039" y="494"/>
                    <a:pt x="1040" y="495"/>
                  </a:cubicBezTo>
                  <a:cubicBezTo>
                    <a:pt x="1042" y="496"/>
                    <a:pt x="1044" y="497"/>
                    <a:pt x="1045" y="498"/>
                  </a:cubicBezTo>
                  <a:cubicBezTo>
                    <a:pt x="1047" y="498"/>
                    <a:pt x="1048" y="498"/>
                    <a:pt x="1050" y="499"/>
                  </a:cubicBezTo>
                  <a:cubicBezTo>
                    <a:pt x="1051" y="499"/>
                    <a:pt x="1049" y="499"/>
                    <a:pt x="1048" y="500"/>
                  </a:cubicBezTo>
                  <a:cubicBezTo>
                    <a:pt x="1047" y="501"/>
                    <a:pt x="1045" y="500"/>
                    <a:pt x="1042" y="499"/>
                  </a:cubicBezTo>
                  <a:cubicBezTo>
                    <a:pt x="1039" y="499"/>
                    <a:pt x="1039" y="500"/>
                    <a:pt x="1038" y="501"/>
                  </a:cubicBezTo>
                  <a:cubicBezTo>
                    <a:pt x="1037" y="503"/>
                    <a:pt x="1038" y="503"/>
                    <a:pt x="1039" y="504"/>
                  </a:cubicBezTo>
                  <a:cubicBezTo>
                    <a:pt x="1040" y="505"/>
                    <a:pt x="1041" y="504"/>
                    <a:pt x="1043" y="505"/>
                  </a:cubicBezTo>
                  <a:cubicBezTo>
                    <a:pt x="1044" y="505"/>
                    <a:pt x="1044" y="507"/>
                    <a:pt x="1045" y="508"/>
                  </a:cubicBezTo>
                  <a:cubicBezTo>
                    <a:pt x="1046" y="509"/>
                    <a:pt x="1047" y="508"/>
                    <a:pt x="1049" y="508"/>
                  </a:cubicBezTo>
                  <a:cubicBezTo>
                    <a:pt x="1051" y="508"/>
                    <a:pt x="1050" y="509"/>
                    <a:pt x="1049" y="510"/>
                  </a:cubicBezTo>
                  <a:cubicBezTo>
                    <a:pt x="1049" y="511"/>
                    <a:pt x="1047" y="511"/>
                    <a:pt x="1046" y="512"/>
                  </a:cubicBezTo>
                  <a:cubicBezTo>
                    <a:pt x="1045" y="513"/>
                    <a:pt x="1043" y="512"/>
                    <a:pt x="1042" y="512"/>
                  </a:cubicBezTo>
                  <a:cubicBezTo>
                    <a:pt x="1041" y="512"/>
                    <a:pt x="1038" y="512"/>
                    <a:pt x="1037" y="510"/>
                  </a:cubicBezTo>
                  <a:cubicBezTo>
                    <a:pt x="1035" y="509"/>
                    <a:pt x="1034" y="509"/>
                    <a:pt x="1033" y="507"/>
                  </a:cubicBezTo>
                  <a:cubicBezTo>
                    <a:pt x="1032" y="506"/>
                    <a:pt x="1031" y="506"/>
                    <a:pt x="1028" y="504"/>
                  </a:cubicBezTo>
                  <a:cubicBezTo>
                    <a:pt x="1025" y="503"/>
                    <a:pt x="1024" y="503"/>
                    <a:pt x="1023" y="502"/>
                  </a:cubicBezTo>
                  <a:cubicBezTo>
                    <a:pt x="1021" y="502"/>
                    <a:pt x="1019" y="502"/>
                    <a:pt x="1016" y="502"/>
                  </a:cubicBezTo>
                  <a:cubicBezTo>
                    <a:pt x="1014" y="502"/>
                    <a:pt x="1015" y="502"/>
                    <a:pt x="1012" y="502"/>
                  </a:cubicBezTo>
                  <a:cubicBezTo>
                    <a:pt x="1010" y="502"/>
                    <a:pt x="1010" y="500"/>
                    <a:pt x="1010" y="498"/>
                  </a:cubicBezTo>
                  <a:cubicBezTo>
                    <a:pt x="1009" y="496"/>
                    <a:pt x="1009" y="496"/>
                    <a:pt x="1008" y="495"/>
                  </a:cubicBezTo>
                  <a:cubicBezTo>
                    <a:pt x="1007" y="495"/>
                    <a:pt x="1006" y="495"/>
                    <a:pt x="1004" y="494"/>
                  </a:cubicBezTo>
                  <a:cubicBezTo>
                    <a:pt x="1003" y="493"/>
                    <a:pt x="1003" y="492"/>
                    <a:pt x="1003" y="490"/>
                  </a:cubicBezTo>
                  <a:close/>
                  <a:moveTo>
                    <a:pt x="1007" y="479"/>
                  </a:moveTo>
                  <a:cubicBezTo>
                    <a:pt x="1007" y="480"/>
                    <a:pt x="1007" y="481"/>
                    <a:pt x="1010" y="481"/>
                  </a:cubicBezTo>
                  <a:cubicBezTo>
                    <a:pt x="1012" y="481"/>
                    <a:pt x="1014" y="481"/>
                    <a:pt x="1016" y="482"/>
                  </a:cubicBezTo>
                  <a:cubicBezTo>
                    <a:pt x="1017" y="483"/>
                    <a:pt x="1018" y="482"/>
                    <a:pt x="1021" y="483"/>
                  </a:cubicBezTo>
                  <a:cubicBezTo>
                    <a:pt x="1023" y="483"/>
                    <a:pt x="1023" y="483"/>
                    <a:pt x="1025" y="483"/>
                  </a:cubicBezTo>
                  <a:cubicBezTo>
                    <a:pt x="1028" y="483"/>
                    <a:pt x="1030" y="483"/>
                    <a:pt x="1032" y="484"/>
                  </a:cubicBezTo>
                  <a:cubicBezTo>
                    <a:pt x="1035" y="484"/>
                    <a:pt x="1038" y="486"/>
                    <a:pt x="1039" y="487"/>
                  </a:cubicBezTo>
                  <a:cubicBezTo>
                    <a:pt x="1039" y="488"/>
                    <a:pt x="1039" y="489"/>
                    <a:pt x="1040" y="490"/>
                  </a:cubicBezTo>
                  <a:cubicBezTo>
                    <a:pt x="1041" y="491"/>
                    <a:pt x="1043" y="492"/>
                    <a:pt x="1045" y="492"/>
                  </a:cubicBezTo>
                  <a:cubicBezTo>
                    <a:pt x="1046" y="492"/>
                    <a:pt x="1046" y="493"/>
                    <a:pt x="1049" y="492"/>
                  </a:cubicBezTo>
                  <a:cubicBezTo>
                    <a:pt x="1051" y="491"/>
                    <a:pt x="1052" y="491"/>
                    <a:pt x="1053" y="491"/>
                  </a:cubicBezTo>
                  <a:cubicBezTo>
                    <a:pt x="1054" y="491"/>
                    <a:pt x="1055" y="492"/>
                    <a:pt x="1055" y="491"/>
                  </a:cubicBezTo>
                  <a:cubicBezTo>
                    <a:pt x="1055" y="490"/>
                    <a:pt x="1054" y="489"/>
                    <a:pt x="1053" y="488"/>
                  </a:cubicBezTo>
                  <a:cubicBezTo>
                    <a:pt x="1051" y="488"/>
                    <a:pt x="1050" y="488"/>
                    <a:pt x="1050" y="487"/>
                  </a:cubicBezTo>
                  <a:cubicBezTo>
                    <a:pt x="1051" y="485"/>
                    <a:pt x="1051" y="486"/>
                    <a:pt x="1053" y="485"/>
                  </a:cubicBezTo>
                  <a:cubicBezTo>
                    <a:pt x="1054" y="484"/>
                    <a:pt x="1056" y="484"/>
                    <a:pt x="1053" y="483"/>
                  </a:cubicBezTo>
                  <a:cubicBezTo>
                    <a:pt x="1051" y="482"/>
                    <a:pt x="1052" y="482"/>
                    <a:pt x="1049" y="482"/>
                  </a:cubicBezTo>
                  <a:cubicBezTo>
                    <a:pt x="1046" y="481"/>
                    <a:pt x="1045" y="481"/>
                    <a:pt x="1044" y="480"/>
                  </a:cubicBezTo>
                  <a:cubicBezTo>
                    <a:pt x="1042" y="478"/>
                    <a:pt x="1041" y="478"/>
                    <a:pt x="1039" y="478"/>
                  </a:cubicBezTo>
                  <a:cubicBezTo>
                    <a:pt x="1036" y="478"/>
                    <a:pt x="1036" y="479"/>
                    <a:pt x="1034" y="478"/>
                  </a:cubicBezTo>
                  <a:cubicBezTo>
                    <a:pt x="1032" y="477"/>
                    <a:pt x="1029" y="477"/>
                    <a:pt x="1028" y="477"/>
                  </a:cubicBezTo>
                  <a:cubicBezTo>
                    <a:pt x="1027" y="478"/>
                    <a:pt x="1026" y="478"/>
                    <a:pt x="1022" y="478"/>
                  </a:cubicBezTo>
                  <a:cubicBezTo>
                    <a:pt x="1019" y="478"/>
                    <a:pt x="1018" y="478"/>
                    <a:pt x="1015" y="478"/>
                  </a:cubicBezTo>
                  <a:cubicBezTo>
                    <a:pt x="1013" y="479"/>
                    <a:pt x="1009" y="477"/>
                    <a:pt x="1007" y="479"/>
                  </a:cubicBezTo>
                  <a:close/>
                  <a:moveTo>
                    <a:pt x="996" y="463"/>
                  </a:moveTo>
                  <a:cubicBezTo>
                    <a:pt x="999" y="463"/>
                    <a:pt x="1000" y="464"/>
                    <a:pt x="1002" y="463"/>
                  </a:cubicBezTo>
                  <a:cubicBezTo>
                    <a:pt x="1004" y="463"/>
                    <a:pt x="1005" y="462"/>
                    <a:pt x="1006" y="463"/>
                  </a:cubicBezTo>
                  <a:cubicBezTo>
                    <a:pt x="1007" y="463"/>
                    <a:pt x="1006" y="462"/>
                    <a:pt x="1009" y="464"/>
                  </a:cubicBezTo>
                  <a:cubicBezTo>
                    <a:pt x="1012" y="466"/>
                    <a:pt x="1013" y="466"/>
                    <a:pt x="1015" y="466"/>
                  </a:cubicBezTo>
                  <a:cubicBezTo>
                    <a:pt x="1017" y="467"/>
                    <a:pt x="1018" y="465"/>
                    <a:pt x="1020" y="467"/>
                  </a:cubicBezTo>
                  <a:cubicBezTo>
                    <a:pt x="1022" y="470"/>
                    <a:pt x="1017" y="469"/>
                    <a:pt x="1015" y="469"/>
                  </a:cubicBezTo>
                  <a:cubicBezTo>
                    <a:pt x="1012" y="468"/>
                    <a:pt x="1010" y="468"/>
                    <a:pt x="1007" y="468"/>
                  </a:cubicBezTo>
                  <a:cubicBezTo>
                    <a:pt x="1005" y="467"/>
                    <a:pt x="1007" y="467"/>
                    <a:pt x="1003" y="467"/>
                  </a:cubicBezTo>
                  <a:cubicBezTo>
                    <a:pt x="999" y="467"/>
                    <a:pt x="998" y="466"/>
                    <a:pt x="996" y="467"/>
                  </a:cubicBezTo>
                  <a:cubicBezTo>
                    <a:pt x="994" y="467"/>
                    <a:pt x="992" y="467"/>
                    <a:pt x="990" y="466"/>
                  </a:cubicBezTo>
                  <a:cubicBezTo>
                    <a:pt x="989" y="465"/>
                    <a:pt x="987" y="465"/>
                    <a:pt x="988" y="464"/>
                  </a:cubicBezTo>
                  <a:cubicBezTo>
                    <a:pt x="989" y="463"/>
                    <a:pt x="990" y="462"/>
                    <a:pt x="996" y="463"/>
                  </a:cubicBezTo>
                  <a:close/>
                  <a:moveTo>
                    <a:pt x="1066" y="473"/>
                  </a:moveTo>
                  <a:cubicBezTo>
                    <a:pt x="1064" y="473"/>
                    <a:pt x="1063" y="475"/>
                    <a:pt x="1064" y="475"/>
                  </a:cubicBezTo>
                  <a:cubicBezTo>
                    <a:pt x="1064" y="475"/>
                    <a:pt x="1070" y="476"/>
                    <a:pt x="1070" y="475"/>
                  </a:cubicBezTo>
                  <a:cubicBezTo>
                    <a:pt x="1070" y="474"/>
                    <a:pt x="1068" y="472"/>
                    <a:pt x="1066" y="473"/>
                  </a:cubicBezTo>
                  <a:close/>
                  <a:moveTo>
                    <a:pt x="1066" y="425"/>
                  </a:moveTo>
                  <a:cubicBezTo>
                    <a:pt x="1064" y="427"/>
                    <a:pt x="1064" y="427"/>
                    <a:pt x="1061" y="428"/>
                  </a:cubicBezTo>
                  <a:cubicBezTo>
                    <a:pt x="1058" y="428"/>
                    <a:pt x="1056" y="428"/>
                    <a:pt x="1055" y="429"/>
                  </a:cubicBezTo>
                  <a:cubicBezTo>
                    <a:pt x="1055" y="430"/>
                    <a:pt x="1054" y="432"/>
                    <a:pt x="1057" y="432"/>
                  </a:cubicBezTo>
                  <a:cubicBezTo>
                    <a:pt x="1059" y="432"/>
                    <a:pt x="1060" y="431"/>
                    <a:pt x="1062" y="433"/>
                  </a:cubicBezTo>
                  <a:cubicBezTo>
                    <a:pt x="1064" y="435"/>
                    <a:pt x="1064" y="435"/>
                    <a:pt x="1066" y="435"/>
                  </a:cubicBezTo>
                  <a:cubicBezTo>
                    <a:pt x="1068" y="436"/>
                    <a:pt x="1069" y="437"/>
                    <a:pt x="1071" y="436"/>
                  </a:cubicBezTo>
                  <a:cubicBezTo>
                    <a:pt x="1073" y="434"/>
                    <a:pt x="1073" y="434"/>
                    <a:pt x="1075" y="433"/>
                  </a:cubicBezTo>
                  <a:cubicBezTo>
                    <a:pt x="1077" y="433"/>
                    <a:pt x="1078" y="433"/>
                    <a:pt x="1079" y="433"/>
                  </a:cubicBezTo>
                  <a:cubicBezTo>
                    <a:pt x="1080" y="433"/>
                    <a:pt x="1081" y="432"/>
                    <a:pt x="1084" y="431"/>
                  </a:cubicBezTo>
                  <a:cubicBezTo>
                    <a:pt x="1086" y="431"/>
                    <a:pt x="1089" y="432"/>
                    <a:pt x="1088" y="430"/>
                  </a:cubicBezTo>
                  <a:cubicBezTo>
                    <a:pt x="1087" y="429"/>
                    <a:pt x="1085" y="428"/>
                    <a:pt x="1084" y="427"/>
                  </a:cubicBezTo>
                  <a:cubicBezTo>
                    <a:pt x="1082" y="426"/>
                    <a:pt x="1083" y="425"/>
                    <a:pt x="1081" y="424"/>
                  </a:cubicBezTo>
                  <a:cubicBezTo>
                    <a:pt x="1079" y="423"/>
                    <a:pt x="1078" y="423"/>
                    <a:pt x="1075" y="423"/>
                  </a:cubicBezTo>
                  <a:cubicBezTo>
                    <a:pt x="1073" y="424"/>
                    <a:pt x="1074" y="423"/>
                    <a:pt x="1072" y="423"/>
                  </a:cubicBezTo>
                  <a:cubicBezTo>
                    <a:pt x="1070" y="423"/>
                    <a:pt x="1067" y="423"/>
                    <a:pt x="1066" y="425"/>
                  </a:cubicBezTo>
                  <a:close/>
                  <a:moveTo>
                    <a:pt x="1084" y="398"/>
                  </a:moveTo>
                  <a:cubicBezTo>
                    <a:pt x="1083" y="399"/>
                    <a:pt x="1083" y="400"/>
                    <a:pt x="1084" y="401"/>
                  </a:cubicBezTo>
                  <a:cubicBezTo>
                    <a:pt x="1084" y="402"/>
                    <a:pt x="1084" y="403"/>
                    <a:pt x="1083" y="403"/>
                  </a:cubicBezTo>
                  <a:cubicBezTo>
                    <a:pt x="1082" y="403"/>
                    <a:pt x="1082" y="403"/>
                    <a:pt x="1082" y="405"/>
                  </a:cubicBezTo>
                  <a:cubicBezTo>
                    <a:pt x="1082" y="406"/>
                    <a:pt x="1082" y="407"/>
                    <a:pt x="1084" y="408"/>
                  </a:cubicBezTo>
                  <a:cubicBezTo>
                    <a:pt x="1086" y="408"/>
                    <a:pt x="1087" y="408"/>
                    <a:pt x="1089" y="409"/>
                  </a:cubicBezTo>
                  <a:cubicBezTo>
                    <a:pt x="1090" y="409"/>
                    <a:pt x="1092" y="411"/>
                    <a:pt x="1093" y="409"/>
                  </a:cubicBezTo>
                  <a:cubicBezTo>
                    <a:pt x="1094" y="408"/>
                    <a:pt x="1092" y="407"/>
                    <a:pt x="1094" y="406"/>
                  </a:cubicBezTo>
                  <a:cubicBezTo>
                    <a:pt x="1096" y="405"/>
                    <a:pt x="1098" y="406"/>
                    <a:pt x="1097" y="404"/>
                  </a:cubicBezTo>
                  <a:cubicBezTo>
                    <a:pt x="1097" y="402"/>
                    <a:pt x="1095" y="402"/>
                    <a:pt x="1093" y="402"/>
                  </a:cubicBezTo>
                  <a:cubicBezTo>
                    <a:pt x="1092" y="402"/>
                    <a:pt x="1092" y="401"/>
                    <a:pt x="1092" y="400"/>
                  </a:cubicBezTo>
                  <a:cubicBezTo>
                    <a:pt x="1091" y="398"/>
                    <a:pt x="1091" y="398"/>
                    <a:pt x="1090" y="398"/>
                  </a:cubicBezTo>
                  <a:cubicBezTo>
                    <a:pt x="1089" y="398"/>
                    <a:pt x="1085" y="396"/>
                    <a:pt x="1084" y="398"/>
                  </a:cubicBezTo>
                  <a:close/>
                  <a:moveTo>
                    <a:pt x="1118" y="388"/>
                  </a:moveTo>
                  <a:cubicBezTo>
                    <a:pt x="1119" y="392"/>
                    <a:pt x="1120" y="392"/>
                    <a:pt x="1119" y="394"/>
                  </a:cubicBezTo>
                  <a:cubicBezTo>
                    <a:pt x="1118" y="396"/>
                    <a:pt x="1117" y="396"/>
                    <a:pt x="1118" y="397"/>
                  </a:cubicBezTo>
                  <a:cubicBezTo>
                    <a:pt x="1120" y="398"/>
                    <a:pt x="1124" y="399"/>
                    <a:pt x="1127" y="399"/>
                  </a:cubicBezTo>
                  <a:cubicBezTo>
                    <a:pt x="1129" y="399"/>
                    <a:pt x="1131" y="399"/>
                    <a:pt x="1133" y="400"/>
                  </a:cubicBezTo>
                  <a:cubicBezTo>
                    <a:pt x="1135" y="400"/>
                    <a:pt x="1136" y="401"/>
                    <a:pt x="1138" y="401"/>
                  </a:cubicBezTo>
                  <a:cubicBezTo>
                    <a:pt x="1140" y="401"/>
                    <a:pt x="1141" y="402"/>
                    <a:pt x="1143" y="401"/>
                  </a:cubicBezTo>
                  <a:cubicBezTo>
                    <a:pt x="1146" y="400"/>
                    <a:pt x="1147" y="400"/>
                    <a:pt x="1148" y="398"/>
                  </a:cubicBezTo>
                  <a:cubicBezTo>
                    <a:pt x="1148" y="395"/>
                    <a:pt x="1150" y="393"/>
                    <a:pt x="1148" y="393"/>
                  </a:cubicBezTo>
                  <a:cubicBezTo>
                    <a:pt x="1147" y="393"/>
                    <a:pt x="1146" y="393"/>
                    <a:pt x="1144" y="395"/>
                  </a:cubicBezTo>
                  <a:cubicBezTo>
                    <a:pt x="1143" y="396"/>
                    <a:pt x="1142" y="397"/>
                    <a:pt x="1140" y="395"/>
                  </a:cubicBezTo>
                  <a:cubicBezTo>
                    <a:pt x="1138" y="393"/>
                    <a:pt x="1137" y="392"/>
                    <a:pt x="1136" y="392"/>
                  </a:cubicBezTo>
                  <a:cubicBezTo>
                    <a:pt x="1135" y="391"/>
                    <a:pt x="1133" y="391"/>
                    <a:pt x="1135" y="390"/>
                  </a:cubicBezTo>
                  <a:cubicBezTo>
                    <a:pt x="1138" y="388"/>
                    <a:pt x="1139" y="390"/>
                    <a:pt x="1139" y="387"/>
                  </a:cubicBezTo>
                  <a:cubicBezTo>
                    <a:pt x="1139" y="385"/>
                    <a:pt x="1138" y="384"/>
                    <a:pt x="1137" y="383"/>
                  </a:cubicBezTo>
                  <a:cubicBezTo>
                    <a:pt x="1136" y="382"/>
                    <a:pt x="1135" y="380"/>
                    <a:pt x="1134" y="382"/>
                  </a:cubicBezTo>
                  <a:cubicBezTo>
                    <a:pt x="1133" y="384"/>
                    <a:pt x="1133" y="387"/>
                    <a:pt x="1132" y="387"/>
                  </a:cubicBezTo>
                  <a:cubicBezTo>
                    <a:pt x="1131" y="387"/>
                    <a:pt x="1128" y="387"/>
                    <a:pt x="1128" y="385"/>
                  </a:cubicBezTo>
                  <a:cubicBezTo>
                    <a:pt x="1128" y="384"/>
                    <a:pt x="1127" y="382"/>
                    <a:pt x="1125" y="383"/>
                  </a:cubicBezTo>
                  <a:cubicBezTo>
                    <a:pt x="1123" y="384"/>
                    <a:pt x="1122" y="385"/>
                    <a:pt x="1121" y="385"/>
                  </a:cubicBezTo>
                  <a:cubicBezTo>
                    <a:pt x="1119" y="384"/>
                    <a:pt x="1118" y="386"/>
                    <a:pt x="1118" y="388"/>
                  </a:cubicBezTo>
                  <a:close/>
                  <a:moveTo>
                    <a:pt x="1114" y="325"/>
                  </a:moveTo>
                  <a:cubicBezTo>
                    <a:pt x="1114" y="328"/>
                    <a:pt x="1114" y="328"/>
                    <a:pt x="1115" y="329"/>
                  </a:cubicBezTo>
                  <a:cubicBezTo>
                    <a:pt x="1115" y="330"/>
                    <a:pt x="1115" y="330"/>
                    <a:pt x="1116" y="330"/>
                  </a:cubicBezTo>
                  <a:cubicBezTo>
                    <a:pt x="1117" y="330"/>
                    <a:pt x="1118" y="331"/>
                    <a:pt x="1119" y="330"/>
                  </a:cubicBezTo>
                  <a:cubicBezTo>
                    <a:pt x="1120" y="330"/>
                    <a:pt x="1118" y="328"/>
                    <a:pt x="1118" y="327"/>
                  </a:cubicBezTo>
                  <a:cubicBezTo>
                    <a:pt x="1117" y="326"/>
                    <a:pt x="1114" y="324"/>
                    <a:pt x="1114" y="325"/>
                  </a:cubicBezTo>
                  <a:close/>
                  <a:moveTo>
                    <a:pt x="1113" y="335"/>
                  </a:moveTo>
                  <a:cubicBezTo>
                    <a:pt x="1113" y="337"/>
                    <a:pt x="1113" y="338"/>
                    <a:pt x="1115" y="340"/>
                  </a:cubicBezTo>
                  <a:cubicBezTo>
                    <a:pt x="1116" y="342"/>
                    <a:pt x="1117" y="341"/>
                    <a:pt x="1118" y="345"/>
                  </a:cubicBezTo>
                  <a:cubicBezTo>
                    <a:pt x="1119" y="350"/>
                    <a:pt x="1118" y="350"/>
                    <a:pt x="1120" y="352"/>
                  </a:cubicBezTo>
                  <a:cubicBezTo>
                    <a:pt x="1122" y="355"/>
                    <a:pt x="1122" y="358"/>
                    <a:pt x="1123" y="359"/>
                  </a:cubicBezTo>
                  <a:cubicBezTo>
                    <a:pt x="1125" y="359"/>
                    <a:pt x="1126" y="359"/>
                    <a:pt x="1125" y="356"/>
                  </a:cubicBezTo>
                  <a:cubicBezTo>
                    <a:pt x="1124" y="354"/>
                    <a:pt x="1123" y="353"/>
                    <a:pt x="1123" y="350"/>
                  </a:cubicBezTo>
                  <a:cubicBezTo>
                    <a:pt x="1123" y="347"/>
                    <a:pt x="1123" y="347"/>
                    <a:pt x="1122" y="344"/>
                  </a:cubicBezTo>
                  <a:cubicBezTo>
                    <a:pt x="1122" y="341"/>
                    <a:pt x="1122" y="340"/>
                    <a:pt x="1122" y="337"/>
                  </a:cubicBezTo>
                  <a:cubicBezTo>
                    <a:pt x="1121" y="334"/>
                    <a:pt x="1121" y="333"/>
                    <a:pt x="1119" y="333"/>
                  </a:cubicBezTo>
                  <a:cubicBezTo>
                    <a:pt x="1117" y="333"/>
                    <a:pt x="1113" y="332"/>
                    <a:pt x="1113" y="335"/>
                  </a:cubicBezTo>
                  <a:close/>
                  <a:moveTo>
                    <a:pt x="1048" y="330"/>
                  </a:moveTo>
                  <a:cubicBezTo>
                    <a:pt x="1047" y="331"/>
                    <a:pt x="1046" y="332"/>
                    <a:pt x="1047" y="333"/>
                  </a:cubicBezTo>
                  <a:cubicBezTo>
                    <a:pt x="1047" y="334"/>
                    <a:pt x="1046" y="335"/>
                    <a:pt x="1048" y="335"/>
                  </a:cubicBezTo>
                  <a:cubicBezTo>
                    <a:pt x="1050" y="336"/>
                    <a:pt x="1050" y="336"/>
                    <a:pt x="1052" y="336"/>
                  </a:cubicBezTo>
                  <a:cubicBezTo>
                    <a:pt x="1054" y="336"/>
                    <a:pt x="1056" y="336"/>
                    <a:pt x="1055" y="335"/>
                  </a:cubicBezTo>
                  <a:cubicBezTo>
                    <a:pt x="1055" y="334"/>
                    <a:pt x="1055" y="333"/>
                    <a:pt x="1054" y="333"/>
                  </a:cubicBezTo>
                  <a:cubicBezTo>
                    <a:pt x="1052" y="333"/>
                    <a:pt x="1051" y="333"/>
                    <a:pt x="1051" y="332"/>
                  </a:cubicBezTo>
                  <a:cubicBezTo>
                    <a:pt x="1052" y="331"/>
                    <a:pt x="1052" y="331"/>
                    <a:pt x="1051" y="330"/>
                  </a:cubicBezTo>
                  <a:cubicBezTo>
                    <a:pt x="1051" y="330"/>
                    <a:pt x="1050" y="329"/>
                    <a:pt x="1048" y="330"/>
                  </a:cubicBezTo>
                  <a:close/>
                  <a:moveTo>
                    <a:pt x="1136" y="277"/>
                  </a:moveTo>
                  <a:cubicBezTo>
                    <a:pt x="1134" y="279"/>
                    <a:pt x="1134" y="280"/>
                    <a:pt x="1133" y="282"/>
                  </a:cubicBezTo>
                  <a:cubicBezTo>
                    <a:pt x="1132" y="283"/>
                    <a:pt x="1131" y="284"/>
                    <a:pt x="1133" y="284"/>
                  </a:cubicBezTo>
                  <a:cubicBezTo>
                    <a:pt x="1135" y="285"/>
                    <a:pt x="1135" y="284"/>
                    <a:pt x="1137" y="283"/>
                  </a:cubicBezTo>
                  <a:cubicBezTo>
                    <a:pt x="1139" y="283"/>
                    <a:pt x="1138" y="284"/>
                    <a:pt x="1140" y="282"/>
                  </a:cubicBezTo>
                  <a:cubicBezTo>
                    <a:pt x="1142" y="281"/>
                    <a:pt x="1142" y="280"/>
                    <a:pt x="1143" y="279"/>
                  </a:cubicBezTo>
                  <a:cubicBezTo>
                    <a:pt x="1143" y="277"/>
                    <a:pt x="1144" y="275"/>
                    <a:pt x="1142" y="275"/>
                  </a:cubicBezTo>
                  <a:cubicBezTo>
                    <a:pt x="1140" y="275"/>
                    <a:pt x="1139" y="275"/>
                    <a:pt x="1136" y="277"/>
                  </a:cubicBezTo>
                  <a:close/>
                  <a:moveTo>
                    <a:pt x="1106" y="230"/>
                  </a:moveTo>
                  <a:cubicBezTo>
                    <a:pt x="1106" y="231"/>
                    <a:pt x="1106" y="231"/>
                    <a:pt x="1105" y="232"/>
                  </a:cubicBezTo>
                  <a:cubicBezTo>
                    <a:pt x="1103" y="232"/>
                    <a:pt x="1102" y="233"/>
                    <a:pt x="1102" y="234"/>
                  </a:cubicBezTo>
                  <a:cubicBezTo>
                    <a:pt x="1102" y="235"/>
                    <a:pt x="1105" y="234"/>
                    <a:pt x="1106" y="234"/>
                  </a:cubicBezTo>
                  <a:cubicBezTo>
                    <a:pt x="1107" y="234"/>
                    <a:pt x="1108" y="234"/>
                    <a:pt x="1109" y="234"/>
                  </a:cubicBezTo>
                  <a:cubicBezTo>
                    <a:pt x="1110" y="233"/>
                    <a:pt x="1111" y="233"/>
                    <a:pt x="1110" y="232"/>
                  </a:cubicBezTo>
                  <a:cubicBezTo>
                    <a:pt x="1110" y="231"/>
                    <a:pt x="1110" y="231"/>
                    <a:pt x="1110" y="230"/>
                  </a:cubicBezTo>
                  <a:cubicBezTo>
                    <a:pt x="1109" y="228"/>
                    <a:pt x="1107" y="228"/>
                    <a:pt x="1106" y="230"/>
                  </a:cubicBezTo>
                  <a:close/>
                  <a:moveTo>
                    <a:pt x="1125" y="240"/>
                  </a:moveTo>
                  <a:cubicBezTo>
                    <a:pt x="1124" y="240"/>
                    <a:pt x="1124" y="240"/>
                    <a:pt x="1123" y="241"/>
                  </a:cubicBezTo>
                  <a:cubicBezTo>
                    <a:pt x="1122" y="241"/>
                    <a:pt x="1121" y="242"/>
                    <a:pt x="1122" y="243"/>
                  </a:cubicBezTo>
                  <a:cubicBezTo>
                    <a:pt x="1123" y="243"/>
                    <a:pt x="1123" y="242"/>
                    <a:pt x="1124" y="242"/>
                  </a:cubicBezTo>
                  <a:cubicBezTo>
                    <a:pt x="1125" y="241"/>
                    <a:pt x="1126" y="241"/>
                    <a:pt x="1127" y="241"/>
                  </a:cubicBezTo>
                  <a:cubicBezTo>
                    <a:pt x="1129" y="241"/>
                    <a:pt x="1130" y="241"/>
                    <a:pt x="1129" y="240"/>
                  </a:cubicBezTo>
                  <a:cubicBezTo>
                    <a:pt x="1129" y="239"/>
                    <a:pt x="1126" y="238"/>
                    <a:pt x="1125" y="240"/>
                  </a:cubicBezTo>
                  <a:close/>
                  <a:moveTo>
                    <a:pt x="1138" y="216"/>
                  </a:moveTo>
                  <a:cubicBezTo>
                    <a:pt x="1137" y="218"/>
                    <a:pt x="1137" y="218"/>
                    <a:pt x="1136" y="219"/>
                  </a:cubicBezTo>
                  <a:cubicBezTo>
                    <a:pt x="1135" y="220"/>
                    <a:pt x="1135" y="221"/>
                    <a:pt x="1135" y="222"/>
                  </a:cubicBezTo>
                  <a:cubicBezTo>
                    <a:pt x="1135" y="224"/>
                    <a:pt x="1135" y="225"/>
                    <a:pt x="1136" y="224"/>
                  </a:cubicBezTo>
                  <a:cubicBezTo>
                    <a:pt x="1137" y="223"/>
                    <a:pt x="1137" y="222"/>
                    <a:pt x="1139" y="222"/>
                  </a:cubicBezTo>
                  <a:cubicBezTo>
                    <a:pt x="1141" y="221"/>
                    <a:pt x="1141" y="221"/>
                    <a:pt x="1142" y="221"/>
                  </a:cubicBezTo>
                  <a:cubicBezTo>
                    <a:pt x="1143" y="221"/>
                    <a:pt x="1144" y="222"/>
                    <a:pt x="1144" y="220"/>
                  </a:cubicBezTo>
                  <a:cubicBezTo>
                    <a:pt x="1143" y="218"/>
                    <a:pt x="1142" y="218"/>
                    <a:pt x="1142" y="217"/>
                  </a:cubicBezTo>
                  <a:cubicBezTo>
                    <a:pt x="1142" y="215"/>
                    <a:pt x="1139" y="214"/>
                    <a:pt x="1138" y="216"/>
                  </a:cubicBezTo>
                  <a:close/>
                  <a:moveTo>
                    <a:pt x="1102" y="213"/>
                  </a:moveTo>
                  <a:cubicBezTo>
                    <a:pt x="1102" y="214"/>
                    <a:pt x="1102" y="214"/>
                    <a:pt x="1101" y="215"/>
                  </a:cubicBezTo>
                  <a:cubicBezTo>
                    <a:pt x="1099" y="216"/>
                    <a:pt x="1099" y="217"/>
                    <a:pt x="1098" y="218"/>
                  </a:cubicBezTo>
                  <a:cubicBezTo>
                    <a:pt x="1098" y="219"/>
                    <a:pt x="1097" y="219"/>
                    <a:pt x="1099" y="219"/>
                  </a:cubicBezTo>
                  <a:cubicBezTo>
                    <a:pt x="1101" y="219"/>
                    <a:pt x="1100" y="218"/>
                    <a:pt x="1102" y="218"/>
                  </a:cubicBezTo>
                  <a:cubicBezTo>
                    <a:pt x="1104" y="218"/>
                    <a:pt x="1106" y="217"/>
                    <a:pt x="1106" y="216"/>
                  </a:cubicBezTo>
                  <a:cubicBezTo>
                    <a:pt x="1106" y="215"/>
                    <a:pt x="1105" y="215"/>
                    <a:pt x="1107" y="214"/>
                  </a:cubicBezTo>
                  <a:cubicBezTo>
                    <a:pt x="1108" y="212"/>
                    <a:pt x="1109" y="213"/>
                    <a:pt x="1108" y="212"/>
                  </a:cubicBezTo>
                  <a:cubicBezTo>
                    <a:pt x="1107" y="211"/>
                    <a:pt x="1103" y="210"/>
                    <a:pt x="1102" y="213"/>
                  </a:cubicBezTo>
                  <a:close/>
                  <a:moveTo>
                    <a:pt x="1111" y="214"/>
                  </a:moveTo>
                  <a:cubicBezTo>
                    <a:pt x="1110" y="215"/>
                    <a:pt x="1109" y="216"/>
                    <a:pt x="1110" y="216"/>
                  </a:cubicBezTo>
                  <a:cubicBezTo>
                    <a:pt x="1111" y="217"/>
                    <a:pt x="1112" y="217"/>
                    <a:pt x="1113" y="216"/>
                  </a:cubicBezTo>
                  <a:cubicBezTo>
                    <a:pt x="1114" y="215"/>
                    <a:pt x="1114" y="215"/>
                    <a:pt x="1113" y="214"/>
                  </a:cubicBezTo>
                  <a:cubicBezTo>
                    <a:pt x="1113" y="212"/>
                    <a:pt x="1111" y="212"/>
                    <a:pt x="1111" y="214"/>
                  </a:cubicBezTo>
                  <a:close/>
                  <a:moveTo>
                    <a:pt x="1102" y="167"/>
                  </a:moveTo>
                  <a:cubicBezTo>
                    <a:pt x="1105" y="167"/>
                    <a:pt x="1105" y="168"/>
                    <a:pt x="1106" y="169"/>
                  </a:cubicBezTo>
                  <a:cubicBezTo>
                    <a:pt x="1107" y="170"/>
                    <a:pt x="1107" y="170"/>
                    <a:pt x="1109" y="170"/>
                  </a:cubicBezTo>
                  <a:cubicBezTo>
                    <a:pt x="1110" y="171"/>
                    <a:pt x="1111" y="170"/>
                    <a:pt x="1111" y="171"/>
                  </a:cubicBezTo>
                  <a:cubicBezTo>
                    <a:pt x="1111" y="172"/>
                    <a:pt x="1112" y="173"/>
                    <a:pt x="1109" y="173"/>
                  </a:cubicBezTo>
                  <a:cubicBezTo>
                    <a:pt x="1107" y="173"/>
                    <a:pt x="1105" y="172"/>
                    <a:pt x="1103" y="173"/>
                  </a:cubicBezTo>
                  <a:cubicBezTo>
                    <a:pt x="1101" y="174"/>
                    <a:pt x="1101" y="174"/>
                    <a:pt x="1099" y="174"/>
                  </a:cubicBezTo>
                  <a:cubicBezTo>
                    <a:pt x="1096" y="174"/>
                    <a:pt x="1095" y="174"/>
                    <a:pt x="1095" y="173"/>
                  </a:cubicBezTo>
                  <a:cubicBezTo>
                    <a:pt x="1096" y="171"/>
                    <a:pt x="1098" y="172"/>
                    <a:pt x="1099" y="170"/>
                  </a:cubicBezTo>
                  <a:cubicBezTo>
                    <a:pt x="1100" y="168"/>
                    <a:pt x="1102" y="167"/>
                    <a:pt x="1102" y="16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0" name="Freeform 495">
              <a:extLst>
                <a:ext uri="{FF2B5EF4-FFF2-40B4-BE49-F238E27FC236}">
                  <a16:creationId xmlns:a16="http://schemas.microsoft.com/office/drawing/2014/main" id="{230763C0-D584-31A3-4E34-5A705B5B9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297" y="2758164"/>
              <a:ext cx="260922" cy="370932"/>
            </a:xfrm>
            <a:custGeom>
              <a:avLst/>
              <a:gdLst>
                <a:gd name="T0" fmla="*/ 36 w 238"/>
                <a:gd name="T1" fmla="*/ 96 h 345"/>
                <a:gd name="T2" fmla="*/ 24 w 238"/>
                <a:gd name="T3" fmla="*/ 102 h 345"/>
                <a:gd name="T4" fmla="*/ 31 w 238"/>
                <a:gd name="T5" fmla="*/ 123 h 345"/>
                <a:gd name="T6" fmla="*/ 29 w 238"/>
                <a:gd name="T7" fmla="*/ 146 h 345"/>
                <a:gd name="T8" fmla="*/ 32 w 238"/>
                <a:gd name="T9" fmla="*/ 172 h 345"/>
                <a:gd name="T10" fmla="*/ 32 w 238"/>
                <a:gd name="T11" fmla="*/ 188 h 345"/>
                <a:gd name="T12" fmla="*/ 18 w 238"/>
                <a:gd name="T13" fmla="*/ 206 h 345"/>
                <a:gd name="T14" fmla="*/ 6 w 238"/>
                <a:gd name="T15" fmla="*/ 221 h 345"/>
                <a:gd name="T16" fmla="*/ 12 w 238"/>
                <a:gd name="T17" fmla="*/ 236 h 345"/>
                <a:gd name="T18" fmla="*/ 28 w 238"/>
                <a:gd name="T19" fmla="*/ 245 h 345"/>
                <a:gd name="T20" fmla="*/ 47 w 238"/>
                <a:gd name="T21" fmla="*/ 251 h 345"/>
                <a:gd name="T22" fmla="*/ 78 w 238"/>
                <a:gd name="T23" fmla="*/ 260 h 345"/>
                <a:gd name="T24" fmla="*/ 96 w 238"/>
                <a:gd name="T25" fmla="*/ 277 h 345"/>
                <a:gd name="T26" fmla="*/ 114 w 238"/>
                <a:gd name="T27" fmla="*/ 296 h 345"/>
                <a:gd name="T28" fmla="*/ 121 w 238"/>
                <a:gd name="T29" fmla="*/ 304 h 345"/>
                <a:gd name="T30" fmla="*/ 141 w 238"/>
                <a:gd name="T31" fmla="*/ 307 h 345"/>
                <a:gd name="T32" fmla="*/ 159 w 238"/>
                <a:gd name="T33" fmla="*/ 306 h 345"/>
                <a:gd name="T34" fmla="*/ 178 w 238"/>
                <a:gd name="T35" fmla="*/ 322 h 345"/>
                <a:gd name="T36" fmla="*/ 172 w 238"/>
                <a:gd name="T37" fmla="*/ 335 h 345"/>
                <a:gd name="T38" fmla="*/ 185 w 238"/>
                <a:gd name="T39" fmla="*/ 337 h 345"/>
                <a:gd name="T40" fmla="*/ 192 w 238"/>
                <a:gd name="T41" fmla="*/ 284 h 345"/>
                <a:gd name="T42" fmla="*/ 180 w 238"/>
                <a:gd name="T43" fmla="*/ 262 h 345"/>
                <a:gd name="T44" fmla="*/ 191 w 238"/>
                <a:gd name="T45" fmla="*/ 243 h 345"/>
                <a:gd name="T46" fmla="*/ 199 w 238"/>
                <a:gd name="T47" fmla="*/ 245 h 345"/>
                <a:gd name="T48" fmla="*/ 192 w 238"/>
                <a:gd name="T49" fmla="*/ 239 h 345"/>
                <a:gd name="T50" fmla="*/ 187 w 238"/>
                <a:gd name="T51" fmla="*/ 223 h 345"/>
                <a:gd name="T52" fmla="*/ 216 w 238"/>
                <a:gd name="T53" fmla="*/ 222 h 345"/>
                <a:gd name="T54" fmla="*/ 217 w 238"/>
                <a:gd name="T55" fmla="*/ 221 h 345"/>
                <a:gd name="T56" fmla="*/ 229 w 238"/>
                <a:gd name="T57" fmla="*/ 218 h 345"/>
                <a:gd name="T58" fmla="*/ 230 w 238"/>
                <a:gd name="T59" fmla="*/ 203 h 345"/>
                <a:gd name="T60" fmla="*/ 233 w 238"/>
                <a:gd name="T61" fmla="*/ 193 h 345"/>
                <a:gd name="T62" fmla="*/ 230 w 238"/>
                <a:gd name="T63" fmla="*/ 179 h 345"/>
                <a:gd name="T64" fmla="*/ 226 w 238"/>
                <a:gd name="T65" fmla="*/ 147 h 345"/>
                <a:gd name="T66" fmla="*/ 232 w 238"/>
                <a:gd name="T67" fmla="*/ 132 h 345"/>
                <a:gd name="T68" fmla="*/ 208 w 238"/>
                <a:gd name="T69" fmla="*/ 132 h 345"/>
                <a:gd name="T70" fmla="*/ 179 w 238"/>
                <a:gd name="T71" fmla="*/ 116 h 345"/>
                <a:gd name="T72" fmla="*/ 153 w 238"/>
                <a:gd name="T73" fmla="*/ 116 h 345"/>
                <a:gd name="T74" fmla="*/ 136 w 238"/>
                <a:gd name="T75" fmla="*/ 108 h 345"/>
                <a:gd name="T76" fmla="*/ 131 w 238"/>
                <a:gd name="T77" fmla="*/ 98 h 345"/>
                <a:gd name="T78" fmla="*/ 128 w 238"/>
                <a:gd name="T79" fmla="*/ 80 h 345"/>
                <a:gd name="T80" fmla="*/ 117 w 238"/>
                <a:gd name="T81" fmla="*/ 70 h 345"/>
                <a:gd name="T82" fmla="*/ 120 w 238"/>
                <a:gd name="T83" fmla="*/ 50 h 345"/>
                <a:gd name="T84" fmla="*/ 132 w 238"/>
                <a:gd name="T85" fmla="*/ 28 h 345"/>
                <a:gd name="T86" fmla="*/ 140 w 238"/>
                <a:gd name="T87" fmla="*/ 17 h 345"/>
                <a:gd name="T88" fmla="*/ 158 w 238"/>
                <a:gd name="T89" fmla="*/ 8 h 345"/>
                <a:gd name="T90" fmla="*/ 136 w 238"/>
                <a:gd name="T91" fmla="*/ 8 h 345"/>
                <a:gd name="T92" fmla="*/ 113 w 238"/>
                <a:gd name="T93" fmla="*/ 25 h 345"/>
                <a:gd name="T94" fmla="*/ 90 w 238"/>
                <a:gd name="T95" fmla="*/ 36 h 345"/>
                <a:gd name="T96" fmla="*/ 79 w 238"/>
                <a:gd name="T97" fmla="*/ 33 h 345"/>
                <a:gd name="T98" fmla="*/ 67 w 238"/>
                <a:gd name="T99" fmla="*/ 48 h 345"/>
                <a:gd name="T100" fmla="*/ 65 w 238"/>
                <a:gd name="T101" fmla="*/ 64 h 345"/>
                <a:gd name="T102" fmla="*/ 46 w 238"/>
                <a:gd name="T103" fmla="*/ 79 h 345"/>
                <a:gd name="T104" fmla="*/ 41 w 238"/>
                <a:gd name="T105" fmla="*/ 93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8" h="345">
                  <a:moveTo>
                    <a:pt x="32" y="82"/>
                  </a:moveTo>
                  <a:cubicBezTo>
                    <a:pt x="32" y="82"/>
                    <a:pt x="32" y="83"/>
                    <a:pt x="32" y="83"/>
                  </a:cubicBezTo>
                  <a:cubicBezTo>
                    <a:pt x="32" y="85"/>
                    <a:pt x="33" y="87"/>
                    <a:pt x="34" y="88"/>
                  </a:cubicBezTo>
                  <a:cubicBezTo>
                    <a:pt x="36" y="91"/>
                    <a:pt x="38" y="94"/>
                    <a:pt x="36" y="96"/>
                  </a:cubicBezTo>
                  <a:cubicBezTo>
                    <a:pt x="35" y="97"/>
                    <a:pt x="34" y="98"/>
                    <a:pt x="32" y="100"/>
                  </a:cubicBezTo>
                  <a:cubicBezTo>
                    <a:pt x="31" y="101"/>
                    <a:pt x="30" y="102"/>
                    <a:pt x="28" y="102"/>
                  </a:cubicBezTo>
                  <a:cubicBezTo>
                    <a:pt x="27" y="103"/>
                    <a:pt x="26" y="102"/>
                    <a:pt x="25" y="102"/>
                  </a:cubicBezTo>
                  <a:cubicBezTo>
                    <a:pt x="25" y="101"/>
                    <a:pt x="25" y="101"/>
                    <a:pt x="24" y="102"/>
                  </a:cubicBezTo>
                  <a:cubicBezTo>
                    <a:pt x="22" y="102"/>
                    <a:pt x="21" y="106"/>
                    <a:pt x="20" y="109"/>
                  </a:cubicBezTo>
                  <a:cubicBezTo>
                    <a:pt x="21" y="110"/>
                    <a:pt x="22" y="111"/>
                    <a:pt x="23" y="112"/>
                  </a:cubicBezTo>
                  <a:cubicBezTo>
                    <a:pt x="24" y="114"/>
                    <a:pt x="26" y="116"/>
                    <a:pt x="28" y="118"/>
                  </a:cubicBezTo>
                  <a:cubicBezTo>
                    <a:pt x="30" y="120"/>
                    <a:pt x="30" y="121"/>
                    <a:pt x="31" y="123"/>
                  </a:cubicBezTo>
                  <a:cubicBezTo>
                    <a:pt x="31" y="125"/>
                    <a:pt x="30" y="128"/>
                    <a:pt x="29" y="130"/>
                  </a:cubicBezTo>
                  <a:cubicBezTo>
                    <a:pt x="28" y="132"/>
                    <a:pt x="29" y="133"/>
                    <a:pt x="31" y="135"/>
                  </a:cubicBezTo>
                  <a:cubicBezTo>
                    <a:pt x="33" y="137"/>
                    <a:pt x="33" y="141"/>
                    <a:pt x="32" y="142"/>
                  </a:cubicBezTo>
                  <a:cubicBezTo>
                    <a:pt x="32" y="143"/>
                    <a:pt x="29" y="145"/>
                    <a:pt x="29" y="146"/>
                  </a:cubicBezTo>
                  <a:cubicBezTo>
                    <a:pt x="29" y="148"/>
                    <a:pt x="31" y="149"/>
                    <a:pt x="32" y="152"/>
                  </a:cubicBezTo>
                  <a:cubicBezTo>
                    <a:pt x="32" y="154"/>
                    <a:pt x="32" y="158"/>
                    <a:pt x="32" y="160"/>
                  </a:cubicBezTo>
                  <a:cubicBezTo>
                    <a:pt x="32" y="163"/>
                    <a:pt x="32" y="166"/>
                    <a:pt x="32" y="168"/>
                  </a:cubicBezTo>
                  <a:cubicBezTo>
                    <a:pt x="32" y="171"/>
                    <a:pt x="32" y="171"/>
                    <a:pt x="32" y="172"/>
                  </a:cubicBezTo>
                  <a:cubicBezTo>
                    <a:pt x="32" y="174"/>
                    <a:pt x="33" y="176"/>
                    <a:pt x="34" y="176"/>
                  </a:cubicBezTo>
                  <a:cubicBezTo>
                    <a:pt x="35" y="177"/>
                    <a:pt x="36" y="177"/>
                    <a:pt x="37" y="178"/>
                  </a:cubicBezTo>
                  <a:cubicBezTo>
                    <a:pt x="38" y="179"/>
                    <a:pt x="37" y="180"/>
                    <a:pt x="36" y="182"/>
                  </a:cubicBezTo>
                  <a:cubicBezTo>
                    <a:pt x="35" y="184"/>
                    <a:pt x="33" y="185"/>
                    <a:pt x="32" y="188"/>
                  </a:cubicBezTo>
                  <a:cubicBezTo>
                    <a:pt x="31" y="190"/>
                    <a:pt x="30" y="191"/>
                    <a:pt x="29" y="192"/>
                  </a:cubicBezTo>
                  <a:cubicBezTo>
                    <a:pt x="27" y="194"/>
                    <a:pt x="27" y="194"/>
                    <a:pt x="26" y="196"/>
                  </a:cubicBezTo>
                  <a:cubicBezTo>
                    <a:pt x="25" y="198"/>
                    <a:pt x="25" y="200"/>
                    <a:pt x="24" y="202"/>
                  </a:cubicBezTo>
                  <a:cubicBezTo>
                    <a:pt x="23" y="204"/>
                    <a:pt x="21" y="205"/>
                    <a:pt x="18" y="206"/>
                  </a:cubicBezTo>
                  <a:cubicBezTo>
                    <a:pt x="15" y="208"/>
                    <a:pt x="14" y="207"/>
                    <a:pt x="12" y="207"/>
                  </a:cubicBezTo>
                  <a:cubicBezTo>
                    <a:pt x="10" y="208"/>
                    <a:pt x="8" y="209"/>
                    <a:pt x="7" y="211"/>
                  </a:cubicBezTo>
                  <a:cubicBezTo>
                    <a:pt x="6" y="213"/>
                    <a:pt x="6" y="213"/>
                    <a:pt x="6" y="215"/>
                  </a:cubicBezTo>
                  <a:cubicBezTo>
                    <a:pt x="5" y="217"/>
                    <a:pt x="7" y="219"/>
                    <a:pt x="6" y="221"/>
                  </a:cubicBezTo>
                  <a:cubicBezTo>
                    <a:pt x="5" y="223"/>
                    <a:pt x="4" y="223"/>
                    <a:pt x="2" y="224"/>
                  </a:cubicBezTo>
                  <a:cubicBezTo>
                    <a:pt x="1" y="225"/>
                    <a:pt x="0" y="225"/>
                    <a:pt x="0" y="226"/>
                  </a:cubicBezTo>
                  <a:cubicBezTo>
                    <a:pt x="1" y="227"/>
                    <a:pt x="2" y="228"/>
                    <a:pt x="3" y="229"/>
                  </a:cubicBezTo>
                  <a:cubicBezTo>
                    <a:pt x="6" y="231"/>
                    <a:pt x="8" y="233"/>
                    <a:pt x="12" y="236"/>
                  </a:cubicBezTo>
                  <a:cubicBezTo>
                    <a:pt x="16" y="238"/>
                    <a:pt x="19" y="239"/>
                    <a:pt x="21" y="240"/>
                  </a:cubicBezTo>
                  <a:cubicBezTo>
                    <a:pt x="23" y="240"/>
                    <a:pt x="24" y="241"/>
                    <a:pt x="25" y="241"/>
                  </a:cubicBezTo>
                  <a:cubicBezTo>
                    <a:pt x="27" y="242"/>
                    <a:pt x="28" y="244"/>
                    <a:pt x="28" y="245"/>
                  </a:cubicBezTo>
                  <a:cubicBezTo>
                    <a:pt x="28" y="245"/>
                    <a:pt x="28" y="245"/>
                    <a:pt x="28" y="245"/>
                  </a:cubicBezTo>
                  <a:cubicBezTo>
                    <a:pt x="29" y="247"/>
                    <a:pt x="29" y="249"/>
                    <a:pt x="31" y="249"/>
                  </a:cubicBezTo>
                  <a:cubicBezTo>
                    <a:pt x="33" y="250"/>
                    <a:pt x="36" y="251"/>
                    <a:pt x="38" y="251"/>
                  </a:cubicBezTo>
                  <a:cubicBezTo>
                    <a:pt x="41" y="252"/>
                    <a:pt x="43" y="252"/>
                    <a:pt x="45" y="251"/>
                  </a:cubicBezTo>
                  <a:cubicBezTo>
                    <a:pt x="46" y="251"/>
                    <a:pt x="46" y="251"/>
                    <a:pt x="47" y="251"/>
                  </a:cubicBezTo>
                  <a:cubicBezTo>
                    <a:pt x="49" y="250"/>
                    <a:pt x="52" y="248"/>
                    <a:pt x="57" y="251"/>
                  </a:cubicBezTo>
                  <a:cubicBezTo>
                    <a:pt x="61" y="253"/>
                    <a:pt x="64" y="254"/>
                    <a:pt x="67" y="256"/>
                  </a:cubicBezTo>
                  <a:cubicBezTo>
                    <a:pt x="69" y="257"/>
                    <a:pt x="70" y="258"/>
                    <a:pt x="72" y="259"/>
                  </a:cubicBezTo>
                  <a:cubicBezTo>
                    <a:pt x="75" y="260"/>
                    <a:pt x="76" y="260"/>
                    <a:pt x="78" y="260"/>
                  </a:cubicBezTo>
                  <a:cubicBezTo>
                    <a:pt x="80" y="260"/>
                    <a:pt x="83" y="260"/>
                    <a:pt x="86" y="262"/>
                  </a:cubicBezTo>
                  <a:cubicBezTo>
                    <a:pt x="88" y="264"/>
                    <a:pt x="91" y="266"/>
                    <a:pt x="92" y="268"/>
                  </a:cubicBezTo>
                  <a:cubicBezTo>
                    <a:pt x="94" y="269"/>
                    <a:pt x="95" y="271"/>
                    <a:pt x="96" y="273"/>
                  </a:cubicBezTo>
                  <a:cubicBezTo>
                    <a:pt x="97" y="275"/>
                    <a:pt x="96" y="276"/>
                    <a:pt x="96" y="277"/>
                  </a:cubicBezTo>
                  <a:cubicBezTo>
                    <a:pt x="96" y="278"/>
                    <a:pt x="95" y="279"/>
                    <a:pt x="98" y="281"/>
                  </a:cubicBezTo>
                  <a:cubicBezTo>
                    <a:pt x="100" y="282"/>
                    <a:pt x="101" y="283"/>
                    <a:pt x="103" y="283"/>
                  </a:cubicBezTo>
                  <a:cubicBezTo>
                    <a:pt x="105" y="283"/>
                    <a:pt x="107" y="284"/>
                    <a:pt x="110" y="287"/>
                  </a:cubicBezTo>
                  <a:cubicBezTo>
                    <a:pt x="113" y="291"/>
                    <a:pt x="113" y="294"/>
                    <a:pt x="114" y="296"/>
                  </a:cubicBezTo>
                  <a:cubicBezTo>
                    <a:pt x="114" y="297"/>
                    <a:pt x="114" y="297"/>
                    <a:pt x="114" y="297"/>
                  </a:cubicBezTo>
                  <a:cubicBezTo>
                    <a:pt x="114" y="297"/>
                    <a:pt x="115" y="297"/>
                    <a:pt x="115" y="297"/>
                  </a:cubicBezTo>
                  <a:cubicBezTo>
                    <a:pt x="116" y="298"/>
                    <a:pt x="119" y="298"/>
                    <a:pt x="120" y="301"/>
                  </a:cubicBezTo>
                  <a:cubicBezTo>
                    <a:pt x="121" y="302"/>
                    <a:pt x="121" y="303"/>
                    <a:pt x="121" y="304"/>
                  </a:cubicBezTo>
                  <a:cubicBezTo>
                    <a:pt x="122" y="306"/>
                    <a:pt x="123" y="309"/>
                    <a:pt x="126" y="309"/>
                  </a:cubicBezTo>
                  <a:cubicBezTo>
                    <a:pt x="129" y="309"/>
                    <a:pt x="133" y="309"/>
                    <a:pt x="135" y="309"/>
                  </a:cubicBezTo>
                  <a:cubicBezTo>
                    <a:pt x="136" y="309"/>
                    <a:pt x="138" y="308"/>
                    <a:pt x="139" y="308"/>
                  </a:cubicBezTo>
                  <a:cubicBezTo>
                    <a:pt x="139" y="308"/>
                    <a:pt x="140" y="308"/>
                    <a:pt x="141" y="307"/>
                  </a:cubicBezTo>
                  <a:cubicBezTo>
                    <a:pt x="142" y="306"/>
                    <a:pt x="144" y="304"/>
                    <a:pt x="147" y="305"/>
                  </a:cubicBezTo>
                  <a:cubicBezTo>
                    <a:pt x="149" y="305"/>
                    <a:pt x="150" y="305"/>
                    <a:pt x="152" y="306"/>
                  </a:cubicBezTo>
                  <a:cubicBezTo>
                    <a:pt x="154" y="306"/>
                    <a:pt x="155" y="307"/>
                    <a:pt x="156" y="307"/>
                  </a:cubicBezTo>
                  <a:cubicBezTo>
                    <a:pt x="158" y="307"/>
                    <a:pt x="159" y="306"/>
                    <a:pt x="159" y="306"/>
                  </a:cubicBezTo>
                  <a:cubicBezTo>
                    <a:pt x="160" y="305"/>
                    <a:pt x="162" y="305"/>
                    <a:pt x="163" y="305"/>
                  </a:cubicBezTo>
                  <a:cubicBezTo>
                    <a:pt x="165" y="305"/>
                    <a:pt x="168" y="306"/>
                    <a:pt x="171" y="307"/>
                  </a:cubicBezTo>
                  <a:cubicBezTo>
                    <a:pt x="175" y="310"/>
                    <a:pt x="179" y="312"/>
                    <a:pt x="180" y="314"/>
                  </a:cubicBezTo>
                  <a:cubicBezTo>
                    <a:pt x="182" y="316"/>
                    <a:pt x="180" y="320"/>
                    <a:pt x="178" y="322"/>
                  </a:cubicBezTo>
                  <a:cubicBezTo>
                    <a:pt x="178" y="323"/>
                    <a:pt x="178" y="324"/>
                    <a:pt x="177" y="324"/>
                  </a:cubicBezTo>
                  <a:cubicBezTo>
                    <a:pt x="177" y="325"/>
                    <a:pt x="176" y="327"/>
                    <a:pt x="175" y="328"/>
                  </a:cubicBezTo>
                  <a:cubicBezTo>
                    <a:pt x="174" y="331"/>
                    <a:pt x="172" y="334"/>
                    <a:pt x="172" y="334"/>
                  </a:cubicBezTo>
                  <a:cubicBezTo>
                    <a:pt x="172" y="335"/>
                    <a:pt x="172" y="335"/>
                    <a:pt x="172" y="335"/>
                  </a:cubicBezTo>
                  <a:cubicBezTo>
                    <a:pt x="172" y="335"/>
                    <a:pt x="172" y="336"/>
                    <a:pt x="174" y="336"/>
                  </a:cubicBezTo>
                  <a:cubicBezTo>
                    <a:pt x="178" y="337"/>
                    <a:pt x="181" y="342"/>
                    <a:pt x="183" y="345"/>
                  </a:cubicBezTo>
                  <a:cubicBezTo>
                    <a:pt x="184" y="343"/>
                    <a:pt x="184" y="341"/>
                    <a:pt x="185" y="338"/>
                  </a:cubicBezTo>
                  <a:cubicBezTo>
                    <a:pt x="185" y="337"/>
                    <a:pt x="185" y="337"/>
                    <a:pt x="185" y="337"/>
                  </a:cubicBezTo>
                  <a:cubicBezTo>
                    <a:pt x="185" y="336"/>
                    <a:pt x="185" y="334"/>
                    <a:pt x="185" y="332"/>
                  </a:cubicBezTo>
                  <a:cubicBezTo>
                    <a:pt x="186" y="325"/>
                    <a:pt x="187" y="316"/>
                    <a:pt x="189" y="312"/>
                  </a:cubicBezTo>
                  <a:cubicBezTo>
                    <a:pt x="191" y="306"/>
                    <a:pt x="192" y="293"/>
                    <a:pt x="192" y="285"/>
                  </a:cubicBezTo>
                  <a:cubicBezTo>
                    <a:pt x="192" y="284"/>
                    <a:pt x="192" y="284"/>
                    <a:pt x="192" y="284"/>
                  </a:cubicBezTo>
                  <a:cubicBezTo>
                    <a:pt x="192" y="281"/>
                    <a:pt x="192" y="278"/>
                    <a:pt x="191" y="275"/>
                  </a:cubicBezTo>
                  <a:cubicBezTo>
                    <a:pt x="189" y="271"/>
                    <a:pt x="187" y="268"/>
                    <a:pt x="186" y="267"/>
                  </a:cubicBezTo>
                  <a:cubicBezTo>
                    <a:pt x="185" y="267"/>
                    <a:pt x="184" y="266"/>
                    <a:pt x="183" y="266"/>
                  </a:cubicBezTo>
                  <a:cubicBezTo>
                    <a:pt x="181" y="265"/>
                    <a:pt x="180" y="264"/>
                    <a:pt x="180" y="262"/>
                  </a:cubicBezTo>
                  <a:cubicBezTo>
                    <a:pt x="180" y="261"/>
                    <a:pt x="180" y="259"/>
                    <a:pt x="180" y="257"/>
                  </a:cubicBezTo>
                  <a:cubicBezTo>
                    <a:pt x="180" y="254"/>
                    <a:pt x="181" y="250"/>
                    <a:pt x="181" y="249"/>
                  </a:cubicBezTo>
                  <a:cubicBezTo>
                    <a:pt x="181" y="247"/>
                    <a:pt x="182" y="246"/>
                    <a:pt x="184" y="245"/>
                  </a:cubicBezTo>
                  <a:cubicBezTo>
                    <a:pt x="187" y="244"/>
                    <a:pt x="189" y="243"/>
                    <a:pt x="191" y="243"/>
                  </a:cubicBezTo>
                  <a:cubicBezTo>
                    <a:pt x="192" y="243"/>
                    <a:pt x="192" y="243"/>
                    <a:pt x="192" y="243"/>
                  </a:cubicBezTo>
                  <a:cubicBezTo>
                    <a:pt x="194" y="243"/>
                    <a:pt x="196" y="243"/>
                    <a:pt x="199" y="244"/>
                  </a:cubicBezTo>
                  <a:cubicBezTo>
                    <a:pt x="199" y="244"/>
                    <a:pt x="199" y="245"/>
                    <a:pt x="199" y="245"/>
                  </a:cubicBezTo>
                  <a:cubicBezTo>
                    <a:pt x="199" y="245"/>
                    <a:pt x="199" y="245"/>
                    <a:pt x="199" y="245"/>
                  </a:cubicBezTo>
                  <a:cubicBezTo>
                    <a:pt x="199" y="244"/>
                    <a:pt x="199" y="244"/>
                    <a:pt x="199" y="244"/>
                  </a:cubicBezTo>
                  <a:cubicBezTo>
                    <a:pt x="199" y="242"/>
                    <a:pt x="198" y="242"/>
                    <a:pt x="198" y="241"/>
                  </a:cubicBezTo>
                  <a:cubicBezTo>
                    <a:pt x="197" y="240"/>
                    <a:pt x="197" y="240"/>
                    <a:pt x="196" y="239"/>
                  </a:cubicBezTo>
                  <a:cubicBezTo>
                    <a:pt x="195" y="239"/>
                    <a:pt x="193" y="239"/>
                    <a:pt x="192" y="239"/>
                  </a:cubicBezTo>
                  <a:cubicBezTo>
                    <a:pt x="189" y="239"/>
                    <a:pt x="187" y="238"/>
                    <a:pt x="186" y="237"/>
                  </a:cubicBezTo>
                  <a:cubicBezTo>
                    <a:pt x="185" y="236"/>
                    <a:pt x="185" y="230"/>
                    <a:pt x="185" y="227"/>
                  </a:cubicBezTo>
                  <a:cubicBezTo>
                    <a:pt x="185" y="227"/>
                    <a:pt x="185" y="227"/>
                    <a:pt x="185" y="227"/>
                  </a:cubicBezTo>
                  <a:cubicBezTo>
                    <a:pt x="185" y="225"/>
                    <a:pt x="186" y="224"/>
                    <a:pt x="187" y="223"/>
                  </a:cubicBezTo>
                  <a:cubicBezTo>
                    <a:pt x="188" y="223"/>
                    <a:pt x="189" y="222"/>
                    <a:pt x="191" y="222"/>
                  </a:cubicBezTo>
                  <a:cubicBezTo>
                    <a:pt x="191" y="222"/>
                    <a:pt x="193" y="222"/>
                    <a:pt x="196" y="222"/>
                  </a:cubicBezTo>
                  <a:cubicBezTo>
                    <a:pt x="200" y="222"/>
                    <a:pt x="205" y="223"/>
                    <a:pt x="210" y="223"/>
                  </a:cubicBezTo>
                  <a:cubicBezTo>
                    <a:pt x="216" y="223"/>
                    <a:pt x="216" y="222"/>
                    <a:pt x="216" y="222"/>
                  </a:cubicBezTo>
                  <a:cubicBezTo>
                    <a:pt x="217" y="221"/>
                    <a:pt x="217" y="221"/>
                    <a:pt x="217" y="221"/>
                  </a:cubicBezTo>
                  <a:cubicBezTo>
                    <a:pt x="217" y="221"/>
                    <a:pt x="217" y="221"/>
                    <a:pt x="217" y="221"/>
                  </a:cubicBezTo>
                  <a:cubicBezTo>
                    <a:pt x="217" y="221"/>
                    <a:pt x="217" y="221"/>
                    <a:pt x="217" y="221"/>
                  </a:cubicBezTo>
                  <a:cubicBezTo>
                    <a:pt x="217" y="221"/>
                    <a:pt x="217" y="221"/>
                    <a:pt x="217" y="221"/>
                  </a:cubicBezTo>
                  <a:cubicBezTo>
                    <a:pt x="219" y="218"/>
                    <a:pt x="220" y="217"/>
                    <a:pt x="222" y="218"/>
                  </a:cubicBezTo>
                  <a:cubicBezTo>
                    <a:pt x="223" y="218"/>
                    <a:pt x="223" y="219"/>
                    <a:pt x="224" y="219"/>
                  </a:cubicBezTo>
                  <a:cubicBezTo>
                    <a:pt x="224" y="220"/>
                    <a:pt x="225" y="221"/>
                    <a:pt x="225" y="220"/>
                  </a:cubicBezTo>
                  <a:cubicBezTo>
                    <a:pt x="226" y="220"/>
                    <a:pt x="227" y="219"/>
                    <a:pt x="229" y="218"/>
                  </a:cubicBezTo>
                  <a:cubicBezTo>
                    <a:pt x="231" y="217"/>
                    <a:pt x="235" y="214"/>
                    <a:pt x="238" y="213"/>
                  </a:cubicBezTo>
                  <a:cubicBezTo>
                    <a:pt x="238" y="211"/>
                    <a:pt x="237" y="210"/>
                    <a:pt x="237" y="209"/>
                  </a:cubicBezTo>
                  <a:cubicBezTo>
                    <a:pt x="236" y="208"/>
                    <a:pt x="235" y="206"/>
                    <a:pt x="233" y="205"/>
                  </a:cubicBezTo>
                  <a:cubicBezTo>
                    <a:pt x="232" y="204"/>
                    <a:pt x="231" y="204"/>
                    <a:pt x="230" y="203"/>
                  </a:cubicBezTo>
                  <a:cubicBezTo>
                    <a:pt x="228" y="203"/>
                    <a:pt x="227" y="203"/>
                    <a:pt x="227" y="201"/>
                  </a:cubicBezTo>
                  <a:cubicBezTo>
                    <a:pt x="226" y="198"/>
                    <a:pt x="227" y="197"/>
                    <a:pt x="230" y="196"/>
                  </a:cubicBezTo>
                  <a:cubicBezTo>
                    <a:pt x="230" y="195"/>
                    <a:pt x="231" y="195"/>
                    <a:pt x="232" y="194"/>
                  </a:cubicBezTo>
                  <a:cubicBezTo>
                    <a:pt x="233" y="193"/>
                    <a:pt x="233" y="193"/>
                    <a:pt x="233" y="193"/>
                  </a:cubicBezTo>
                  <a:cubicBezTo>
                    <a:pt x="235" y="192"/>
                    <a:pt x="237" y="190"/>
                    <a:pt x="237" y="188"/>
                  </a:cubicBezTo>
                  <a:cubicBezTo>
                    <a:pt x="236" y="186"/>
                    <a:pt x="234" y="184"/>
                    <a:pt x="232" y="182"/>
                  </a:cubicBezTo>
                  <a:cubicBezTo>
                    <a:pt x="232" y="182"/>
                    <a:pt x="232" y="182"/>
                    <a:pt x="232" y="182"/>
                  </a:cubicBezTo>
                  <a:cubicBezTo>
                    <a:pt x="231" y="181"/>
                    <a:pt x="230" y="180"/>
                    <a:pt x="230" y="179"/>
                  </a:cubicBezTo>
                  <a:cubicBezTo>
                    <a:pt x="229" y="178"/>
                    <a:pt x="228" y="175"/>
                    <a:pt x="227" y="172"/>
                  </a:cubicBezTo>
                  <a:cubicBezTo>
                    <a:pt x="226" y="168"/>
                    <a:pt x="225" y="164"/>
                    <a:pt x="225" y="162"/>
                  </a:cubicBezTo>
                  <a:cubicBezTo>
                    <a:pt x="225" y="160"/>
                    <a:pt x="225" y="157"/>
                    <a:pt x="225" y="155"/>
                  </a:cubicBezTo>
                  <a:cubicBezTo>
                    <a:pt x="225" y="152"/>
                    <a:pt x="226" y="149"/>
                    <a:pt x="226" y="147"/>
                  </a:cubicBezTo>
                  <a:cubicBezTo>
                    <a:pt x="227" y="146"/>
                    <a:pt x="229" y="144"/>
                    <a:pt x="231" y="141"/>
                  </a:cubicBezTo>
                  <a:cubicBezTo>
                    <a:pt x="232" y="140"/>
                    <a:pt x="233" y="138"/>
                    <a:pt x="234" y="137"/>
                  </a:cubicBezTo>
                  <a:cubicBezTo>
                    <a:pt x="234" y="136"/>
                    <a:pt x="235" y="136"/>
                    <a:pt x="234" y="135"/>
                  </a:cubicBezTo>
                  <a:cubicBezTo>
                    <a:pt x="234" y="134"/>
                    <a:pt x="233" y="133"/>
                    <a:pt x="232" y="132"/>
                  </a:cubicBezTo>
                  <a:cubicBezTo>
                    <a:pt x="231" y="131"/>
                    <a:pt x="230" y="131"/>
                    <a:pt x="228" y="130"/>
                  </a:cubicBezTo>
                  <a:cubicBezTo>
                    <a:pt x="228" y="130"/>
                    <a:pt x="228" y="130"/>
                    <a:pt x="228" y="130"/>
                  </a:cubicBezTo>
                  <a:cubicBezTo>
                    <a:pt x="227" y="130"/>
                    <a:pt x="222" y="130"/>
                    <a:pt x="217" y="131"/>
                  </a:cubicBezTo>
                  <a:cubicBezTo>
                    <a:pt x="213" y="131"/>
                    <a:pt x="209" y="132"/>
                    <a:pt x="208" y="132"/>
                  </a:cubicBezTo>
                  <a:cubicBezTo>
                    <a:pt x="207" y="133"/>
                    <a:pt x="204" y="134"/>
                    <a:pt x="200" y="134"/>
                  </a:cubicBezTo>
                  <a:cubicBezTo>
                    <a:pt x="198" y="134"/>
                    <a:pt x="195" y="133"/>
                    <a:pt x="193" y="132"/>
                  </a:cubicBezTo>
                  <a:cubicBezTo>
                    <a:pt x="190" y="131"/>
                    <a:pt x="187" y="126"/>
                    <a:pt x="184" y="122"/>
                  </a:cubicBezTo>
                  <a:cubicBezTo>
                    <a:pt x="182" y="119"/>
                    <a:pt x="180" y="117"/>
                    <a:pt x="179" y="116"/>
                  </a:cubicBezTo>
                  <a:cubicBezTo>
                    <a:pt x="178" y="115"/>
                    <a:pt x="175" y="114"/>
                    <a:pt x="172" y="114"/>
                  </a:cubicBezTo>
                  <a:cubicBezTo>
                    <a:pt x="169" y="114"/>
                    <a:pt x="166" y="114"/>
                    <a:pt x="164" y="114"/>
                  </a:cubicBezTo>
                  <a:cubicBezTo>
                    <a:pt x="160" y="116"/>
                    <a:pt x="159" y="116"/>
                    <a:pt x="153" y="116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0" y="115"/>
                    <a:pt x="147" y="115"/>
                    <a:pt x="145" y="114"/>
                  </a:cubicBezTo>
                  <a:cubicBezTo>
                    <a:pt x="142" y="114"/>
                    <a:pt x="139" y="113"/>
                    <a:pt x="139" y="112"/>
                  </a:cubicBezTo>
                  <a:cubicBezTo>
                    <a:pt x="139" y="111"/>
                    <a:pt x="138" y="110"/>
                    <a:pt x="138" y="109"/>
                  </a:cubicBezTo>
                  <a:cubicBezTo>
                    <a:pt x="137" y="108"/>
                    <a:pt x="136" y="108"/>
                    <a:pt x="136" y="108"/>
                  </a:cubicBezTo>
                  <a:cubicBezTo>
                    <a:pt x="134" y="107"/>
                    <a:pt x="134" y="107"/>
                    <a:pt x="133" y="106"/>
                  </a:cubicBezTo>
                  <a:cubicBezTo>
                    <a:pt x="132" y="105"/>
                    <a:pt x="132" y="104"/>
                    <a:pt x="131" y="103"/>
                  </a:cubicBezTo>
                  <a:cubicBezTo>
                    <a:pt x="131" y="101"/>
                    <a:pt x="131" y="100"/>
                    <a:pt x="131" y="98"/>
                  </a:cubicBezTo>
                  <a:cubicBezTo>
                    <a:pt x="131" y="98"/>
                    <a:pt x="131" y="98"/>
                    <a:pt x="131" y="98"/>
                  </a:cubicBezTo>
                  <a:cubicBezTo>
                    <a:pt x="131" y="97"/>
                    <a:pt x="132" y="95"/>
                    <a:pt x="132" y="93"/>
                  </a:cubicBezTo>
                  <a:cubicBezTo>
                    <a:pt x="133" y="92"/>
                    <a:pt x="133" y="91"/>
                    <a:pt x="133" y="90"/>
                  </a:cubicBezTo>
                  <a:cubicBezTo>
                    <a:pt x="133" y="89"/>
                    <a:pt x="132" y="88"/>
                    <a:pt x="131" y="86"/>
                  </a:cubicBezTo>
                  <a:cubicBezTo>
                    <a:pt x="130" y="84"/>
                    <a:pt x="129" y="82"/>
                    <a:pt x="128" y="80"/>
                  </a:cubicBezTo>
                  <a:cubicBezTo>
                    <a:pt x="127" y="77"/>
                    <a:pt x="126" y="74"/>
                    <a:pt x="124" y="73"/>
                  </a:cubicBezTo>
                  <a:cubicBezTo>
                    <a:pt x="123" y="71"/>
                    <a:pt x="122" y="71"/>
                    <a:pt x="122" y="70"/>
                  </a:cubicBezTo>
                  <a:cubicBezTo>
                    <a:pt x="121" y="70"/>
                    <a:pt x="121" y="70"/>
                    <a:pt x="120" y="70"/>
                  </a:cubicBezTo>
                  <a:cubicBezTo>
                    <a:pt x="119" y="70"/>
                    <a:pt x="118" y="70"/>
                    <a:pt x="117" y="70"/>
                  </a:cubicBezTo>
                  <a:cubicBezTo>
                    <a:pt x="114" y="71"/>
                    <a:pt x="112" y="71"/>
                    <a:pt x="111" y="69"/>
                  </a:cubicBezTo>
                  <a:cubicBezTo>
                    <a:pt x="110" y="67"/>
                    <a:pt x="113" y="64"/>
                    <a:pt x="116" y="61"/>
                  </a:cubicBezTo>
                  <a:cubicBezTo>
                    <a:pt x="117" y="60"/>
                    <a:pt x="119" y="58"/>
                    <a:pt x="119" y="57"/>
                  </a:cubicBezTo>
                  <a:cubicBezTo>
                    <a:pt x="120" y="56"/>
                    <a:pt x="120" y="53"/>
                    <a:pt x="120" y="50"/>
                  </a:cubicBezTo>
                  <a:cubicBezTo>
                    <a:pt x="121" y="46"/>
                    <a:pt x="121" y="43"/>
                    <a:pt x="122" y="42"/>
                  </a:cubicBezTo>
                  <a:cubicBezTo>
                    <a:pt x="122" y="40"/>
                    <a:pt x="124" y="37"/>
                    <a:pt x="125" y="35"/>
                  </a:cubicBezTo>
                  <a:cubicBezTo>
                    <a:pt x="127" y="32"/>
                    <a:pt x="128" y="31"/>
                    <a:pt x="129" y="30"/>
                  </a:cubicBezTo>
                  <a:cubicBezTo>
                    <a:pt x="130" y="29"/>
                    <a:pt x="131" y="28"/>
                    <a:pt x="132" y="28"/>
                  </a:cubicBezTo>
                  <a:cubicBezTo>
                    <a:pt x="132" y="28"/>
                    <a:pt x="132" y="28"/>
                    <a:pt x="132" y="28"/>
                  </a:cubicBezTo>
                  <a:cubicBezTo>
                    <a:pt x="132" y="28"/>
                    <a:pt x="133" y="28"/>
                    <a:pt x="133" y="27"/>
                  </a:cubicBezTo>
                  <a:cubicBezTo>
                    <a:pt x="134" y="27"/>
                    <a:pt x="134" y="26"/>
                    <a:pt x="135" y="25"/>
                  </a:cubicBezTo>
                  <a:cubicBezTo>
                    <a:pt x="136" y="22"/>
                    <a:pt x="138" y="19"/>
                    <a:pt x="140" y="17"/>
                  </a:cubicBezTo>
                  <a:cubicBezTo>
                    <a:pt x="141" y="17"/>
                    <a:pt x="142" y="16"/>
                    <a:pt x="144" y="16"/>
                  </a:cubicBezTo>
                  <a:cubicBezTo>
                    <a:pt x="145" y="15"/>
                    <a:pt x="147" y="15"/>
                    <a:pt x="149" y="14"/>
                  </a:cubicBezTo>
                  <a:cubicBezTo>
                    <a:pt x="151" y="12"/>
                    <a:pt x="154" y="13"/>
                    <a:pt x="157" y="11"/>
                  </a:cubicBezTo>
                  <a:cubicBezTo>
                    <a:pt x="159" y="10"/>
                    <a:pt x="158" y="10"/>
                    <a:pt x="158" y="8"/>
                  </a:cubicBezTo>
                  <a:cubicBezTo>
                    <a:pt x="158" y="6"/>
                    <a:pt x="158" y="6"/>
                    <a:pt x="156" y="3"/>
                  </a:cubicBezTo>
                  <a:cubicBezTo>
                    <a:pt x="154" y="0"/>
                    <a:pt x="151" y="1"/>
                    <a:pt x="149" y="1"/>
                  </a:cubicBezTo>
                  <a:cubicBezTo>
                    <a:pt x="147" y="1"/>
                    <a:pt x="145" y="2"/>
                    <a:pt x="143" y="3"/>
                  </a:cubicBezTo>
                  <a:cubicBezTo>
                    <a:pt x="140" y="3"/>
                    <a:pt x="137" y="6"/>
                    <a:pt x="136" y="8"/>
                  </a:cubicBezTo>
                  <a:cubicBezTo>
                    <a:pt x="136" y="10"/>
                    <a:pt x="135" y="11"/>
                    <a:pt x="134" y="13"/>
                  </a:cubicBezTo>
                  <a:cubicBezTo>
                    <a:pt x="133" y="14"/>
                    <a:pt x="131" y="14"/>
                    <a:pt x="128" y="15"/>
                  </a:cubicBezTo>
                  <a:cubicBezTo>
                    <a:pt x="125" y="17"/>
                    <a:pt x="125" y="18"/>
                    <a:pt x="122" y="20"/>
                  </a:cubicBezTo>
                  <a:cubicBezTo>
                    <a:pt x="119" y="21"/>
                    <a:pt x="118" y="24"/>
                    <a:pt x="113" y="25"/>
                  </a:cubicBezTo>
                  <a:cubicBezTo>
                    <a:pt x="108" y="26"/>
                    <a:pt x="109" y="25"/>
                    <a:pt x="106" y="25"/>
                  </a:cubicBezTo>
                  <a:cubicBezTo>
                    <a:pt x="102" y="25"/>
                    <a:pt x="100" y="25"/>
                    <a:pt x="97" y="26"/>
                  </a:cubicBezTo>
                  <a:cubicBezTo>
                    <a:pt x="95" y="27"/>
                    <a:pt x="96" y="29"/>
                    <a:pt x="95" y="31"/>
                  </a:cubicBezTo>
                  <a:cubicBezTo>
                    <a:pt x="95" y="34"/>
                    <a:pt x="93" y="37"/>
                    <a:pt x="90" y="36"/>
                  </a:cubicBezTo>
                  <a:cubicBezTo>
                    <a:pt x="86" y="35"/>
                    <a:pt x="89" y="35"/>
                    <a:pt x="91" y="33"/>
                  </a:cubicBezTo>
                  <a:cubicBezTo>
                    <a:pt x="92" y="31"/>
                    <a:pt x="91" y="31"/>
                    <a:pt x="89" y="30"/>
                  </a:cubicBezTo>
                  <a:cubicBezTo>
                    <a:pt x="88" y="29"/>
                    <a:pt x="85" y="29"/>
                    <a:pt x="83" y="30"/>
                  </a:cubicBezTo>
                  <a:cubicBezTo>
                    <a:pt x="80" y="31"/>
                    <a:pt x="80" y="32"/>
                    <a:pt x="79" y="33"/>
                  </a:cubicBezTo>
                  <a:cubicBezTo>
                    <a:pt x="77" y="34"/>
                    <a:pt x="76" y="35"/>
                    <a:pt x="75" y="36"/>
                  </a:cubicBezTo>
                  <a:cubicBezTo>
                    <a:pt x="73" y="37"/>
                    <a:pt x="72" y="39"/>
                    <a:pt x="70" y="41"/>
                  </a:cubicBezTo>
                  <a:cubicBezTo>
                    <a:pt x="67" y="42"/>
                    <a:pt x="68" y="43"/>
                    <a:pt x="67" y="44"/>
                  </a:cubicBezTo>
                  <a:cubicBezTo>
                    <a:pt x="66" y="46"/>
                    <a:pt x="67" y="46"/>
                    <a:pt x="67" y="48"/>
                  </a:cubicBezTo>
                  <a:cubicBezTo>
                    <a:pt x="68" y="49"/>
                    <a:pt x="68" y="50"/>
                    <a:pt x="68" y="51"/>
                  </a:cubicBezTo>
                  <a:cubicBezTo>
                    <a:pt x="68" y="53"/>
                    <a:pt x="67" y="54"/>
                    <a:pt x="65" y="56"/>
                  </a:cubicBezTo>
                  <a:cubicBezTo>
                    <a:pt x="64" y="58"/>
                    <a:pt x="66" y="58"/>
                    <a:pt x="67" y="59"/>
                  </a:cubicBezTo>
                  <a:cubicBezTo>
                    <a:pt x="68" y="60"/>
                    <a:pt x="67" y="62"/>
                    <a:pt x="65" y="64"/>
                  </a:cubicBezTo>
                  <a:cubicBezTo>
                    <a:pt x="63" y="66"/>
                    <a:pt x="63" y="65"/>
                    <a:pt x="60" y="65"/>
                  </a:cubicBezTo>
                  <a:cubicBezTo>
                    <a:pt x="58" y="65"/>
                    <a:pt x="57" y="67"/>
                    <a:pt x="55" y="69"/>
                  </a:cubicBezTo>
                  <a:cubicBezTo>
                    <a:pt x="54" y="71"/>
                    <a:pt x="54" y="73"/>
                    <a:pt x="53" y="76"/>
                  </a:cubicBezTo>
                  <a:cubicBezTo>
                    <a:pt x="52" y="78"/>
                    <a:pt x="49" y="78"/>
                    <a:pt x="46" y="79"/>
                  </a:cubicBezTo>
                  <a:cubicBezTo>
                    <a:pt x="42" y="80"/>
                    <a:pt x="42" y="80"/>
                    <a:pt x="41" y="81"/>
                  </a:cubicBezTo>
                  <a:cubicBezTo>
                    <a:pt x="41" y="82"/>
                    <a:pt x="42" y="84"/>
                    <a:pt x="43" y="85"/>
                  </a:cubicBezTo>
                  <a:cubicBezTo>
                    <a:pt x="44" y="87"/>
                    <a:pt x="44" y="90"/>
                    <a:pt x="44" y="92"/>
                  </a:cubicBezTo>
                  <a:cubicBezTo>
                    <a:pt x="44" y="93"/>
                    <a:pt x="43" y="94"/>
                    <a:pt x="41" y="93"/>
                  </a:cubicBezTo>
                  <a:cubicBezTo>
                    <a:pt x="39" y="92"/>
                    <a:pt x="40" y="91"/>
                    <a:pt x="38" y="88"/>
                  </a:cubicBezTo>
                  <a:cubicBezTo>
                    <a:pt x="36" y="85"/>
                    <a:pt x="37" y="86"/>
                    <a:pt x="34" y="84"/>
                  </a:cubicBezTo>
                  <a:cubicBezTo>
                    <a:pt x="33" y="83"/>
                    <a:pt x="32" y="82"/>
                    <a:pt x="32" y="8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1" name="Freeform 496">
              <a:extLst>
                <a:ext uri="{FF2B5EF4-FFF2-40B4-BE49-F238E27FC236}">
                  <a16:creationId xmlns:a16="http://schemas.microsoft.com/office/drawing/2014/main" id="{5D555974-0795-B917-CBF8-A17EA2C88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187" y="2903434"/>
              <a:ext cx="88854" cy="91675"/>
            </a:xfrm>
            <a:custGeom>
              <a:avLst/>
              <a:gdLst>
                <a:gd name="T0" fmla="*/ 17 w 82"/>
                <a:gd name="T1" fmla="*/ 10 h 85"/>
                <a:gd name="T2" fmla="*/ 16 w 82"/>
                <a:gd name="T3" fmla="*/ 19 h 85"/>
                <a:gd name="T4" fmla="*/ 8 w 82"/>
                <a:gd name="T5" fmla="*/ 24 h 85"/>
                <a:gd name="T6" fmla="*/ 3 w 82"/>
                <a:gd name="T7" fmla="*/ 26 h 85"/>
                <a:gd name="T8" fmla="*/ 2 w 82"/>
                <a:gd name="T9" fmla="*/ 35 h 85"/>
                <a:gd name="T10" fmla="*/ 0 w 82"/>
                <a:gd name="T11" fmla="*/ 39 h 85"/>
                <a:gd name="T12" fmla="*/ 4 w 82"/>
                <a:gd name="T13" fmla="*/ 48 h 85"/>
                <a:gd name="T14" fmla="*/ 6 w 82"/>
                <a:gd name="T15" fmla="*/ 51 h 85"/>
                <a:gd name="T16" fmla="*/ 11 w 82"/>
                <a:gd name="T17" fmla="*/ 54 h 85"/>
                <a:gd name="T18" fmla="*/ 16 w 82"/>
                <a:gd name="T19" fmla="*/ 63 h 85"/>
                <a:gd name="T20" fmla="*/ 20 w 82"/>
                <a:gd name="T21" fmla="*/ 70 h 85"/>
                <a:gd name="T22" fmla="*/ 26 w 82"/>
                <a:gd name="T23" fmla="*/ 77 h 85"/>
                <a:gd name="T24" fmla="*/ 30 w 82"/>
                <a:gd name="T25" fmla="*/ 83 h 85"/>
                <a:gd name="T26" fmla="*/ 37 w 82"/>
                <a:gd name="T27" fmla="*/ 85 h 85"/>
                <a:gd name="T28" fmla="*/ 40 w 82"/>
                <a:gd name="T29" fmla="*/ 84 h 85"/>
                <a:gd name="T30" fmla="*/ 39 w 82"/>
                <a:gd name="T31" fmla="*/ 78 h 85"/>
                <a:gd name="T32" fmla="*/ 41 w 82"/>
                <a:gd name="T33" fmla="*/ 72 h 85"/>
                <a:gd name="T34" fmla="*/ 45 w 82"/>
                <a:gd name="T35" fmla="*/ 72 h 85"/>
                <a:gd name="T36" fmla="*/ 56 w 82"/>
                <a:gd name="T37" fmla="*/ 71 h 85"/>
                <a:gd name="T38" fmla="*/ 66 w 82"/>
                <a:gd name="T39" fmla="*/ 72 h 85"/>
                <a:gd name="T40" fmla="*/ 76 w 82"/>
                <a:gd name="T41" fmla="*/ 67 h 85"/>
                <a:gd name="T42" fmla="*/ 78 w 82"/>
                <a:gd name="T43" fmla="*/ 49 h 85"/>
                <a:gd name="T44" fmla="*/ 75 w 82"/>
                <a:gd name="T45" fmla="*/ 40 h 85"/>
                <a:gd name="T46" fmla="*/ 72 w 82"/>
                <a:gd name="T47" fmla="*/ 26 h 85"/>
                <a:gd name="T48" fmla="*/ 79 w 82"/>
                <a:gd name="T49" fmla="*/ 11 h 85"/>
                <a:gd name="T50" fmla="*/ 82 w 82"/>
                <a:gd name="T51" fmla="*/ 5 h 85"/>
                <a:gd name="T52" fmla="*/ 71 w 82"/>
                <a:gd name="T53" fmla="*/ 0 h 85"/>
                <a:gd name="T54" fmla="*/ 58 w 82"/>
                <a:gd name="T55" fmla="*/ 3 h 85"/>
                <a:gd name="T56" fmla="*/ 48 w 82"/>
                <a:gd name="T57" fmla="*/ 1 h 85"/>
                <a:gd name="T58" fmla="*/ 41 w 82"/>
                <a:gd name="T59" fmla="*/ 6 h 85"/>
                <a:gd name="T60" fmla="*/ 32 w 82"/>
                <a:gd name="T61" fmla="*/ 2 h 85"/>
                <a:gd name="T62" fmla="*/ 20 w 82"/>
                <a:gd name="T63" fmla="*/ 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5">
                  <a:moveTo>
                    <a:pt x="19" y="5"/>
                  </a:moveTo>
                  <a:cubicBezTo>
                    <a:pt x="18" y="7"/>
                    <a:pt x="17" y="9"/>
                    <a:pt x="17" y="10"/>
                  </a:cubicBezTo>
                  <a:cubicBezTo>
                    <a:pt x="17" y="12"/>
                    <a:pt x="17" y="13"/>
                    <a:pt x="17" y="14"/>
                  </a:cubicBezTo>
                  <a:cubicBezTo>
                    <a:pt x="17" y="16"/>
                    <a:pt x="17" y="17"/>
                    <a:pt x="16" y="19"/>
                  </a:cubicBezTo>
                  <a:cubicBezTo>
                    <a:pt x="16" y="21"/>
                    <a:pt x="14" y="22"/>
                    <a:pt x="13" y="22"/>
                  </a:cubicBezTo>
                  <a:cubicBezTo>
                    <a:pt x="11" y="23"/>
                    <a:pt x="9" y="23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5" y="24"/>
                    <a:pt x="3" y="24"/>
                    <a:pt x="3" y="26"/>
                  </a:cubicBezTo>
                  <a:cubicBezTo>
                    <a:pt x="3" y="27"/>
                    <a:pt x="3" y="28"/>
                    <a:pt x="3" y="29"/>
                  </a:cubicBezTo>
                  <a:cubicBezTo>
                    <a:pt x="4" y="31"/>
                    <a:pt x="4" y="33"/>
                    <a:pt x="2" y="35"/>
                  </a:cubicBezTo>
                  <a:cubicBezTo>
                    <a:pt x="1" y="37"/>
                    <a:pt x="1" y="37"/>
                    <a:pt x="0" y="37"/>
                  </a:cubicBezTo>
                  <a:cubicBezTo>
                    <a:pt x="0" y="37"/>
                    <a:pt x="0" y="38"/>
                    <a:pt x="0" y="39"/>
                  </a:cubicBezTo>
                  <a:cubicBezTo>
                    <a:pt x="0" y="42"/>
                    <a:pt x="2" y="44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5" y="49"/>
                    <a:pt x="5" y="50"/>
                    <a:pt x="6" y="51"/>
                  </a:cubicBezTo>
                  <a:cubicBezTo>
                    <a:pt x="7" y="53"/>
                    <a:pt x="7" y="53"/>
                    <a:pt x="9" y="53"/>
                  </a:cubicBezTo>
                  <a:cubicBezTo>
                    <a:pt x="10" y="54"/>
                    <a:pt x="11" y="54"/>
                    <a:pt x="11" y="54"/>
                  </a:cubicBezTo>
                  <a:cubicBezTo>
                    <a:pt x="13" y="54"/>
                    <a:pt x="14" y="54"/>
                    <a:pt x="15" y="56"/>
                  </a:cubicBezTo>
                  <a:cubicBezTo>
                    <a:pt x="16" y="59"/>
                    <a:pt x="16" y="61"/>
                    <a:pt x="16" y="63"/>
                  </a:cubicBezTo>
                  <a:cubicBezTo>
                    <a:pt x="16" y="63"/>
                    <a:pt x="16" y="64"/>
                    <a:pt x="16" y="65"/>
                  </a:cubicBezTo>
                  <a:cubicBezTo>
                    <a:pt x="17" y="66"/>
                    <a:pt x="18" y="68"/>
                    <a:pt x="20" y="70"/>
                  </a:cubicBezTo>
                  <a:cubicBezTo>
                    <a:pt x="21" y="71"/>
                    <a:pt x="21" y="71"/>
                    <a:pt x="22" y="72"/>
                  </a:cubicBezTo>
                  <a:cubicBezTo>
                    <a:pt x="23" y="73"/>
                    <a:pt x="24" y="75"/>
                    <a:pt x="26" y="77"/>
                  </a:cubicBezTo>
                  <a:cubicBezTo>
                    <a:pt x="27" y="79"/>
                    <a:pt x="28" y="81"/>
                    <a:pt x="29" y="81"/>
                  </a:cubicBezTo>
                  <a:cubicBezTo>
                    <a:pt x="29" y="82"/>
                    <a:pt x="29" y="82"/>
                    <a:pt x="30" y="83"/>
                  </a:cubicBezTo>
                  <a:cubicBezTo>
                    <a:pt x="31" y="83"/>
                    <a:pt x="32" y="84"/>
                    <a:pt x="33" y="84"/>
                  </a:cubicBezTo>
                  <a:cubicBezTo>
                    <a:pt x="34" y="84"/>
                    <a:pt x="35" y="85"/>
                    <a:pt x="37" y="85"/>
                  </a:cubicBezTo>
                  <a:cubicBezTo>
                    <a:pt x="38" y="85"/>
                    <a:pt x="39" y="85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1" y="83"/>
                    <a:pt x="41" y="83"/>
                    <a:pt x="40" y="81"/>
                  </a:cubicBezTo>
                  <a:cubicBezTo>
                    <a:pt x="39" y="80"/>
                    <a:pt x="39" y="79"/>
                    <a:pt x="39" y="78"/>
                  </a:cubicBezTo>
                  <a:cubicBezTo>
                    <a:pt x="39" y="76"/>
                    <a:pt x="38" y="75"/>
                    <a:pt x="39" y="74"/>
                  </a:cubicBezTo>
                  <a:cubicBezTo>
                    <a:pt x="39" y="73"/>
                    <a:pt x="39" y="72"/>
                    <a:pt x="41" y="72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43" y="71"/>
                    <a:pt x="44" y="72"/>
                    <a:pt x="45" y="72"/>
                  </a:cubicBezTo>
                  <a:cubicBezTo>
                    <a:pt x="46" y="73"/>
                    <a:pt x="48" y="74"/>
                    <a:pt x="50" y="73"/>
                  </a:cubicBezTo>
                  <a:cubicBezTo>
                    <a:pt x="52" y="73"/>
                    <a:pt x="54" y="72"/>
                    <a:pt x="56" y="71"/>
                  </a:cubicBezTo>
                  <a:cubicBezTo>
                    <a:pt x="58" y="70"/>
                    <a:pt x="59" y="70"/>
                    <a:pt x="61" y="70"/>
                  </a:cubicBezTo>
                  <a:cubicBezTo>
                    <a:pt x="62" y="70"/>
                    <a:pt x="64" y="71"/>
                    <a:pt x="66" y="72"/>
                  </a:cubicBezTo>
                  <a:cubicBezTo>
                    <a:pt x="67" y="72"/>
                    <a:pt x="68" y="73"/>
                    <a:pt x="70" y="74"/>
                  </a:cubicBezTo>
                  <a:cubicBezTo>
                    <a:pt x="71" y="72"/>
                    <a:pt x="74" y="70"/>
                    <a:pt x="76" y="67"/>
                  </a:cubicBezTo>
                  <a:cubicBezTo>
                    <a:pt x="77" y="64"/>
                    <a:pt x="78" y="62"/>
                    <a:pt x="78" y="59"/>
                  </a:cubicBezTo>
                  <a:cubicBezTo>
                    <a:pt x="79" y="56"/>
                    <a:pt x="78" y="53"/>
                    <a:pt x="78" y="49"/>
                  </a:cubicBezTo>
                  <a:cubicBezTo>
                    <a:pt x="77" y="46"/>
                    <a:pt x="76" y="43"/>
                    <a:pt x="75" y="40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75" y="38"/>
                    <a:pt x="75" y="38"/>
                    <a:pt x="75" y="38"/>
                  </a:cubicBezTo>
                  <a:cubicBezTo>
                    <a:pt x="73" y="33"/>
                    <a:pt x="72" y="31"/>
                    <a:pt x="72" y="26"/>
                  </a:cubicBezTo>
                  <a:cubicBezTo>
                    <a:pt x="72" y="21"/>
                    <a:pt x="74" y="18"/>
                    <a:pt x="77" y="15"/>
                  </a:cubicBezTo>
                  <a:cubicBezTo>
                    <a:pt x="77" y="13"/>
                    <a:pt x="78" y="12"/>
                    <a:pt x="79" y="11"/>
                  </a:cubicBezTo>
                  <a:cubicBezTo>
                    <a:pt x="79" y="11"/>
                    <a:pt x="79" y="11"/>
                    <a:pt x="79" y="11"/>
                  </a:cubicBezTo>
                  <a:cubicBezTo>
                    <a:pt x="80" y="9"/>
                    <a:pt x="81" y="7"/>
                    <a:pt x="82" y="5"/>
                  </a:cubicBezTo>
                  <a:cubicBezTo>
                    <a:pt x="81" y="5"/>
                    <a:pt x="81" y="4"/>
                    <a:pt x="80" y="4"/>
                  </a:cubicBezTo>
                  <a:cubicBezTo>
                    <a:pt x="79" y="4"/>
                    <a:pt x="73" y="1"/>
                    <a:pt x="71" y="0"/>
                  </a:cubicBezTo>
                  <a:cubicBezTo>
                    <a:pt x="68" y="0"/>
                    <a:pt x="62" y="0"/>
                    <a:pt x="59" y="1"/>
                  </a:cubicBezTo>
                  <a:cubicBezTo>
                    <a:pt x="57" y="1"/>
                    <a:pt x="59" y="2"/>
                    <a:pt x="58" y="3"/>
                  </a:cubicBezTo>
                  <a:cubicBezTo>
                    <a:pt x="58" y="4"/>
                    <a:pt x="55" y="3"/>
                    <a:pt x="54" y="1"/>
                  </a:cubicBezTo>
                  <a:cubicBezTo>
                    <a:pt x="52" y="0"/>
                    <a:pt x="52" y="1"/>
                    <a:pt x="48" y="1"/>
                  </a:cubicBezTo>
                  <a:cubicBezTo>
                    <a:pt x="44" y="1"/>
                    <a:pt x="44" y="1"/>
                    <a:pt x="43" y="2"/>
                  </a:cubicBezTo>
                  <a:cubicBezTo>
                    <a:pt x="42" y="3"/>
                    <a:pt x="42" y="5"/>
                    <a:pt x="41" y="6"/>
                  </a:cubicBezTo>
                  <a:cubicBezTo>
                    <a:pt x="40" y="7"/>
                    <a:pt x="38" y="6"/>
                    <a:pt x="37" y="5"/>
                  </a:cubicBezTo>
                  <a:cubicBezTo>
                    <a:pt x="36" y="5"/>
                    <a:pt x="34" y="4"/>
                    <a:pt x="32" y="2"/>
                  </a:cubicBezTo>
                  <a:cubicBezTo>
                    <a:pt x="29" y="0"/>
                    <a:pt x="28" y="1"/>
                    <a:pt x="26" y="1"/>
                  </a:cubicBezTo>
                  <a:cubicBezTo>
                    <a:pt x="24" y="1"/>
                    <a:pt x="22" y="2"/>
                    <a:pt x="20" y="3"/>
                  </a:cubicBezTo>
                  <a:cubicBezTo>
                    <a:pt x="20" y="4"/>
                    <a:pt x="19" y="4"/>
                    <a:pt x="19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2" name="Freeform 497">
              <a:extLst>
                <a:ext uri="{FF2B5EF4-FFF2-40B4-BE49-F238E27FC236}">
                  <a16:creationId xmlns:a16="http://schemas.microsoft.com/office/drawing/2014/main" id="{6732D040-4D30-ED61-5FEC-60F1B07DF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855" y="3256031"/>
              <a:ext cx="269384" cy="294771"/>
            </a:xfrm>
            <a:custGeom>
              <a:avLst/>
              <a:gdLst>
                <a:gd name="T0" fmla="*/ 208 w 246"/>
                <a:gd name="T1" fmla="*/ 198 h 274"/>
                <a:gd name="T2" fmla="*/ 177 w 246"/>
                <a:gd name="T3" fmla="*/ 202 h 274"/>
                <a:gd name="T4" fmla="*/ 156 w 246"/>
                <a:gd name="T5" fmla="*/ 214 h 274"/>
                <a:gd name="T6" fmla="*/ 149 w 246"/>
                <a:gd name="T7" fmla="*/ 234 h 274"/>
                <a:gd name="T8" fmla="*/ 142 w 246"/>
                <a:gd name="T9" fmla="*/ 257 h 274"/>
                <a:gd name="T10" fmla="*/ 116 w 246"/>
                <a:gd name="T11" fmla="*/ 256 h 274"/>
                <a:gd name="T12" fmla="*/ 107 w 246"/>
                <a:gd name="T13" fmla="*/ 269 h 274"/>
                <a:gd name="T14" fmla="*/ 90 w 246"/>
                <a:gd name="T15" fmla="*/ 258 h 274"/>
                <a:gd name="T16" fmla="*/ 77 w 246"/>
                <a:gd name="T17" fmla="*/ 255 h 274"/>
                <a:gd name="T18" fmla="*/ 68 w 246"/>
                <a:gd name="T19" fmla="*/ 252 h 274"/>
                <a:gd name="T20" fmla="*/ 56 w 246"/>
                <a:gd name="T21" fmla="*/ 265 h 274"/>
                <a:gd name="T22" fmla="*/ 37 w 246"/>
                <a:gd name="T23" fmla="*/ 272 h 274"/>
                <a:gd name="T24" fmla="*/ 33 w 246"/>
                <a:gd name="T25" fmla="*/ 257 h 274"/>
                <a:gd name="T26" fmla="*/ 29 w 246"/>
                <a:gd name="T27" fmla="*/ 240 h 274"/>
                <a:gd name="T28" fmla="*/ 23 w 246"/>
                <a:gd name="T29" fmla="*/ 231 h 274"/>
                <a:gd name="T30" fmla="*/ 18 w 246"/>
                <a:gd name="T31" fmla="*/ 219 h 274"/>
                <a:gd name="T32" fmla="*/ 20 w 246"/>
                <a:gd name="T33" fmla="*/ 211 h 274"/>
                <a:gd name="T34" fmla="*/ 21 w 246"/>
                <a:gd name="T35" fmla="*/ 206 h 274"/>
                <a:gd name="T36" fmla="*/ 15 w 246"/>
                <a:gd name="T37" fmla="*/ 191 h 274"/>
                <a:gd name="T38" fmla="*/ 11 w 246"/>
                <a:gd name="T39" fmla="*/ 176 h 274"/>
                <a:gd name="T40" fmla="*/ 9 w 246"/>
                <a:gd name="T41" fmla="*/ 170 h 274"/>
                <a:gd name="T42" fmla="*/ 2 w 246"/>
                <a:gd name="T43" fmla="*/ 163 h 274"/>
                <a:gd name="T44" fmla="*/ 0 w 246"/>
                <a:gd name="T45" fmla="*/ 158 h 274"/>
                <a:gd name="T46" fmla="*/ 15 w 246"/>
                <a:gd name="T47" fmla="*/ 139 h 274"/>
                <a:gd name="T48" fmla="*/ 14 w 246"/>
                <a:gd name="T49" fmla="*/ 134 h 274"/>
                <a:gd name="T50" fmla="*/ 10 w 246"/>
                <a:gd name="T51" fmla="*/ 129 h 274"/>
                <a:gd name="T52" fmla="*/ 7 w 246"/>
                <a:gd name="T53" fmla="*/ 117 h 274"/>
                <a:gd name="T54" fmla="*/ 6 w 246"/>
                <a:gd name="T55" fmla="*/ 105 h 274"/>
                <a:gd name="T56" fmla="*/ 14 w 246"/>
                <a:gd name="T57" fmla="*/ 87 h 274"/>
                <a:gd name="T58" fmla="*/ 20 w 246"/>
                <a:gd name="T59" fmla="*/ 56 h 274"/>
                <a:gd name="T60" fmla="*/ 5 w 246"/>
                <a:gd name="T61" fmla="*/ 26 h 274"/>
                <a:gd name="T62" fmla="*/ 18 w 246"/>
                <a:gd name="T63" fmla="*/ 27 h 274"/>
                <a:gd name="T64" fmla="*/ 43 w 246"/>
                <a:gd name="T65" fmla="*/ 15 h 274"/>
                <a:gd name="T66" fmla="*/ 64 w 246"/>
                <a:gd name="T67" fmla="*/ 1 h 274"/>
                <a:gd name="T68" fmla="*/ 86 w 246"/>
                <a:gd name="T69" fmla="*/ 4 h 274"/>
                <a:gd name="T70" fmla="*/ 86 w 246"/>
                <a:gd name="T71" fmla="*/ 11 h 274"/>
                <a:gd name="T72" fmla="*/ 106 w 246"/>
                <a:gd name="T73" fmla="*/ 55 h 274"/>
                <a:gd name="T74" fmla="*/ 126 w 246"/>
                <a:gd name="T75" fmla="*/ 57 h 274"/>
                <a:gd name="T76" fmla="*/ 142 w 246"/>
                <a:gd name="T77" fmla="*/ 68 h 274"/>
                <a:gd name="T78" fmla="*/ 155 w 246"/>
                <a:gd name="T79" fmla="*/ 72 h 274"/>
                <a:gd name="T80" fmla="*/ 176 w 246"/>
                <a:gd name="T81" fmla="*/ 78 h 274"/>
                <a:gd name="T82" fmla="*/ 190 w 246"/>
                <a:gd name="T83" fmla="*/ 97 h 274"/>
                <a:gd name="T84" fmla="*/ 186 w 246"/>
                <a:gd name="T85" fmla="*/ 113 h 274"/>
                <a:gd name="T86" fmla="*/ 193 w 246"/>
                <a:gd name="T87" fmla="*/ 127 h 274"/>
                <a:gd name="T88" fmla="*/ 211 w 246"/>
                <a:gd name="T89" fmla="*/ 136 h 274"/>
                <a:gd name="T90" fmla="*/ 229 w 246"/>
                <a:gd name="T91" fmla="*/ 141 h 274"/>
                <a:gd name="T92" fmla="*/ 234 w 246"/>
                <a:gd name="T93" fmla="*/ 159 h 274"/>
                <a:gd name="T94" fmla="*/ 246 w 246"/>
                <a:gd name="T95" fmla="*/ 173 h 274"/>
                <a:gd name="T96" fmla="*/ 241 w 246"/>
                <a:gd name="T97" fmla="*/ 193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6" h="274">
                  <a:moveTo>
                    <a:pt x="235" y="207"/>
                  </a:moveTo>
                  <a:cubicBezTo>
                    <a:pt x="231" y="205"/>
                    <a:pt x="221" y="199"/>
                    <a:pt x="217" y="198"/>
                  </a:cubicBezTo>
                  <a:cubicBezTo>
                    <a:pt x="213" y="198"/>
                    <a:pt x="211" y="198"/>
                    <a:pt x="208" y="198"/>
                  </a:cubicBezTo>
                  <a:cubicBezTo>
                    <a:pt x="206" y="198"/>
                    <a:pt x="203" y="199"/>
                    <a:pt x="199" y="199"/>
                  </a:cubicBezTo>
                  <a:cubicBezTo>
                    <a:pt x="190" y="200"/>
                    <a:pt x="188" y="200"/>
                    <a:pt x="182" y="201"/>
                  </a:cubicBezTo>
                  <a:cubicBezTo>
                    <a:pt x="180" y="201"/>
                    <a:pt x="179" y="202"/>
                    <a:pt x="177" y="202"/>
                  </a:cubicBezTo>
                  <a:cubicBezTo>
                    <a:pt x="175" y="202"/>
                    <a:pt x="175" y="202"/>
                    <a:pt x="175" y="202"/>
                  </a:cubicBezTo>
                  <a:cubicBezTo>
                    <a:pt x="166" y="204"/>
                    <a:pt x="164" y="205"/>
                    <a:pt x="160" y="207"/>
                  </a:cubicBezTo>
                  <a:cubicBezTo>
                    <a:pt x="158" y="209"/>
                    <a:pt x="157" y="212"/>
                    <a:pt x="156" y="214"/>
                  </a:cubicBezTo>
                  <a:cubicBezTo>
                    <a:pt x="155" y="216"/>
                    <a:pt x="154" y="217"/>
                    <a:pt x="154" y="218"/>
                  </a:cubicBezTo>
                  <a:cubicBezTo>
                    <a:pt x="153" y="220"/>
                    <a:pt x="151" y="222"/>
                    <a:pt x="150" y="226"/>
                  </a:cubicBezTo>
                  <a:cubicBezTo>
                    <a:pt x="149" y="228"/>
                    <a:pt x="149" y="231"/>
                    <a:pt x="149" y="234"/>
                  </a:cubicBezTo>
                  <a:cubicBezTo>
                    <a:pt x="149" y="238"/>
                    <a:pt x="148" y="241"/>
                    <a:pt x="147" y="244"/>
                  </a:cubicBezTo>
                  <a:cubicBezTo>
                    <a:pt x="146" y="246"/>
                    <a:pt x="146" y="248"/>
                    <a:pt x="146" y="250"/>
                  </a:cubicBezTo>
                  <a:cubicBezTo>
                    <a:pt x="145" y="254"/>
                    <a:pt x="143" y="256"/>
                    <a:pt x="142" y="257"/>
                  </a:cubicBezTo>
                  <a:cubicBezTo>
                    <a:pt x="141" y="256"/>
                    <a:pt x="140" y="256"/>
                    <a:pt x="138" y="256"/>
                  </a:cubicBezTo>
                  <a:cubicBezTo>
                    <a:pt x="137" y="256"/>
                    <a:pt x="137" y="256"/>
                    <a:pt x="137" y="256"/>
                  </a:cubicBezTo>
                  <a:cubicBezTo>
                    <a:pt x="131" y="255"/>
                    <a:pt x="118" y="255"/>
                    <a:pt x="116" y="256"/>
                  </a:cubicBezTo>
                  <a:cubicBezTo>
                    <a:pt x="115" y="257"/>
                    <a:pt x="114" y="260"/>
                    <a:pt x="113" y="264"/>
                  </a:cubicBezTo>
                  <a:cubicBezTo>
                    <a:pt x="111" y="268"/>
                    <a:pt x="109" y="273"/>
                    <a:pt x="109" y="273"/>
                  </a:cubicBezTo>
                  <a:cubicBezTo>
                    <a:pt x="109" y="273"/>
                    <a:pt x="108" y="271"/>
                    <a:pt x="107" y="269"/>
                  </a:cubicBezTo>
                  <a:cubicBezTo>
                    <a:pt x="106" y="267"/>
                    <a:pt x="105" y="264"/>
                    <a:pt x="103" y="262"/>
                  </a:cubicBezTo>
                  <a:cubicBezTo>
                    <a:pt x="102" y="261"/>
                    <a:pt x="102" y="261"/>
                    <a:pt x="101" y="260"/>
                  </a:cubicBezTo>
                  <a:cubicBezTo>
                    <a:pt x="99" y="259"/>
                    <a:pt x="98" y="258"/>
                    <a:pt x="90" y="258"/>
                  </a:cubicBezTo>
                  <a:cubicBezTo>
                    <a:pt x="86" y="258"/>
                    <a:pt x="84" y="259"/>
                    <a:pt x="83" y="259"/>
                  </a:cubicBezTo>
                  <a:cubicBezTo>
                    <a:pt x="81" y="259"/>
                    <a:pt x="81" y="259"/>
                    <a:pt x="80" y="258"/>
                  </a:cubicBezTo>
                  <a:cubicBezTo>
                    <a:pt x="79" y="258"/>
                    <a:pt x="78" y="257"/>
                    <a:pt x="77" y="255"/>
                  </a:cubicBezTo>
                  <a:cubicBezTo>
                    <a:pt x="75" y="254"/>
                    <a:pt x="74" y="253"/>
                    <a:pt x="72" y="252"/>
                  </a:cubicBezTo>
                  <a:cubicBezTo>
                    <a:pt x="70" y="251"/>
                    <a:pt x="69" y="251"/>
                    <a:pt x="68" y="252"/>
                  </a:cubicBezTo>
                  <a:cubicBezTo>
                    <a:pt x="68" y="252"/>
                    <a:pt x="68" y="252"/>
                    <a:pt x="68" y="252"/>
                  </a:cubicBezTo>
                  <a:cubicBezTo>
                    <a:pt x="67" y="253"/>
                    <a:pt x="67" y="255"/>
                    <a:pt x="67" y="256"/>
                  </a:cubicBezTo>
                  <a:cubicBezTo>
                    <a:pt x="66" y="257"/>
                    <a:pt x="66" y="258"/>
                    <a:pt x="65" y="258"/>
                  </a:cubicBezTo>
                  <a:cubicBezTo>
                    <a:pt x="64" y="259"/>
                    <a:pt x="60" y="262"/>
                    <a:pt x="56" y="265"/>
                  </a:cubicBezTo>
                  <a:cubicBezTo>
                    <a:pt x="54" y="267"/>
                    <a:pt x="51" y="269"/>
                    <a:pt x="50" y="270"/>
                  </a:cubicBezTo>
                  <a:cubicBezTo>
                    <a:pt x="50" y="272"/>
                    <a:pt x="49" y="273"/>
                    <a:pt x="49" y="274"/>
                  </a:cubicBezTo>
                  <a:cubicBezTo>
                    <a:pt x="47" y="274"/>
                    <a:pt x="38" y="273"/>
                    <a:pt x="37" y="272"/>
                  </a:cubicBezTo>
                  <a:cubicBezTo>
                    <a:pt x="36" y="271"/>
                    <a:pt x="36" y="270"/>
                    <a:pt x="36" y="270"/>
                  </a:cubicBezTo>
                  <a:cubicBezTo>
                    <a:pt x="36" y="268"/>
                    <a:pt x="36" y="267"/>
                    <a:pt x="36" y="264"/>
                  </a:cubicBezTo>
                  <a:cubicBezTo>
                    <a:pt x="35" y="260"/>
                    <a:pt x="34" y="259"/>
                    <a:pt x="33" y="257"/>
                  </a:cubicBezTo>
                  <a:cubicBezTo>
                    <a:pt x="33" y="256"/>
                    <a:pt x="33" y="255"/>
                    <a:pt x="32" y="252"/>
                  </a:cubicBezTo>
                  <a:cubicBezTo>
                    <a:pt x="31" y="250"/>
                    <a:pt x="31" y="248"/>
                    <a:pt x="30" y="246"/>
                  </a:cubicBezTo>
                  <a:cubicBezTo>
                    <a:pt x="30" y="244"/>
                    <a:pt x="30" y="242"/>
                    <a:pt x="29" y="240"/>
                  </a:cubicBezTo>
                  <a:cubicBezTo>
                    <a:pt x="28" y="239"/>
                    <a:pt x="27" y="238"/>
                    <a:pt x="26" y="237"/>
                  </a:cubicBezTo>
                  <a:cubicBezTo>
                    <a:pt x="25" y="236"/>
                    <a:pt x="23" y="235"/>
                    <a:pt x="23" y="233"/>
                  </a:cubicBezTo>
                  <a:cubicBezTo>
                    <a:pt x="23" y="233"/>
                    <a:pt x="23" y="232"/>
                    <a:pt x="23" y="231"/>
                  </a:cubicBezTo>
                  <a:cubicBezTo>
                    <a:pt x="24" y="229"/>
                    <a:pt x="24" y="228"/>
                    <a:pt x="22" y="225"/>
                  </a:cubicBezTo>
                  <a:cubicBezTo>
                    <a:pt x="21" y="224"/>
                    <a:pt x="20" y="223"/>
                    <a:pt x="20" y="223"/>
                  </a:cubicBezTo>
                  <a:cubicBezTo>
                    <a:pt x="19" y="221"/>
                    <a:pt x="18" y="221"/>
                    <a:pt x="18" y="219"/>
                  </a:cubicBezTo>
                  <a:cubicBezTo>
                    <a:pt x="18" y="218"/>
                    <a:pt x="18" y="217"/>
                    <a:pt x="19" y="216"/>
                  </a:cubicBezTo>
                  <a:cubicBezTo>
                    <a:pt x="20" y="215"/>
                    <a:pt x="20" y="214"/>
                    <a:pt x="20" y="213"/>
                  </a:cubicBezTo>
                  <a:cubicBezTo>
                    <a:pt x="20" y="212"/>
                    <a:pt x="20" y="212"/>
                    <a:pt x="20" y="211"/>
                  </a:cubicBezTo>
                  <a:cubicBezTo>
                    <a:pt x="20" y="210"/>
                    <a:pt x="20" y="210"/>
                    <a:pt x="20" y="208"/>
                  </a:cubicBezTo>
                  <a:cubicBezTo>
                    <a:pt x="20" y="207"/>
                    <a:pt x="21" y="207"/>
                    <a:pt x="21" y="206"/>
                  </a:cubicBezTo>
                  <a:cubicBezTo>
                    <a:pt x="21" y="206"/>
                    <a:pt x="21" y="206"/>
                    <a:pt x="21" y="206"/>
                  </a:cubicBezTo>
                  <a:cubicBezTo>
                    <a:pt x="22" y="204"/>
                    <a:pt x="23" y="203"/>
                    <a:pt x="22" y="200"/>
                  </a:cubicBezTo>
                  <a:cubicBezTo>
                    <a:pt x="21" y="197"/>
                    <a:pt x="20" y="196"/>
                    <a:pt x="19" y="195"/>
                  </a:cubicBezTo>
                  <a:cubicBezTo>
                    <a:pt x="18" y="194"/>
                    <a:pt x="17" y="193"/>
                    <a:pt x="15" y="191"/>
                  </a:cubicBezTo>
                  <a:cubicBezTo>
                    <a:pt x="14" y="188"/>
                    <a:pt x="13" y="187"/>
                    <a:pt x="13" y="184"/>
                  </a:cubicBezTo>
                  <a:cubicBezTo>
                    <a:pt x="13" y="183"/>
                    <a:pt x="12" y="182"/>
                    <a:pt x="12" y="180"/>
                  </a:cubicBezTo>
                  <a:cubicBezTo>
                    <a:pt x="12" y="178"/>
                    <a:pt x="12" y="177"/>
                    <a:pt x="11" y="176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11" y="173"/>
                    <a:pt x="11" y="171"/>
                    <a:pt x="9" y="170"/>
                  </a:cubicBezTo>
                  <a:cubicBezTo>
                    <a:pt x="9" y="170"/>
                    <a:pt x="9" y="170"/>
                    <a:pt x="9" y="170"/>
                  </a:cubicBezTo>
                  <a:cubicBezTo>
                    <a:pt x="7" y="169"/>
                    <a:pt x="7" y="168"/>
                    <a:pt x="6" y="168"/>
                  </a:cubicBezTo>
                  <a:cubicBezTo>
                    <a:pt x="5" y="168"/>
                    <a:pt x="5" y="168"/>
                    <a:pt x="4" y="166"/>
                  </a:cubicBezTo>
                  <a:cubicBezTo>
                    <a:pt x="3" y="165"/>
                    <a:pt x="2" y="164"/>
                    <a:pt x="2" y="163"/>
                  </a:cubicBezTo>
                  <a:cubicBezTo>
                    <a:pt x="2" y="163"/>
                    <a:pt x="1" y="162"/>
                    <a:pt x="1" y="161"/>
                  </a:cubicBezTo>
                  <a:cubicBezTo>
                    <a:pt x="1" y="161"/>
                    <a:pt x="1" y="161"/>
                    <a:pt x="1" y="161"/>
                  </a:cubicBezTo>
                  <a:cubicBezTo>
                    <a:pt x="1" y="159"/>
                    <a:pt x="1" y="158"/>
                    <a:pt x="0" y="158"/>
                  </a:cubicBezTo>
                  <a:cubicBezTo>
                    <a:pt x="0" y="157"/>
                    <a:pt x="0" y="157"/>
                    <a:pt x="0" y="156"/>
                  </a:cubicBezTo>
                  <a:cubicBezTo>
                    <a:pt x="1" y="154"/>
                    <a:pt x="6" y="149"/>
                    <a:pt x="10" y="144"/>
                  </a:cubicBezTo>
                  <a:cubicBezTo>
                    <a:pt x="13" y="142"/>
                    <a:pt x="15" y="139"/>
                    <a:pt x="15" y="139"/>
                  </a:cubicBezTo>
                  <a:cubicBezTo>
                    <a:pt x="15" y="138"/>
                    <a:pt x="16" y="137"/>
                    <a:pt x="16" y="137"/>
                  </a:cubicBezTo>
                  <a:cubicBezTo>
                    <a:pt x="16" y="136"/>
                    <a:pt x="16" y="136"/>
                    <a:pt x="15" y="135"/>
                  </a:cubicBezTo>
                  <a:cubicBezTo>
                    <a:pt x="15" y="134"/>
                    <a:pt x="15" y="134"/>
                    <a:pt x="14" y="134"/>
                  </a:cubicBezTo>
                  <a:cubicBezTo>
                    <a:pt x="13" y="133"/>
                    <a:pt x="13" y="133"/>
                    <a:pt x="12" y="133"/>
                  </a:cubicBezTo>
                  <a:cubicBezTo>
                    <a:pt x="12" y="133"/>
                    <a:pt x="12" y="133"/>
                    <a:pt x="12" y="133"/>
                  </a:cubicBezTo>
                  <a:cubicBezTo>
                    <a:pt x="11" y="133"/>
                    <a:pt x="11" y="133"/>
                    <a:pt x="10" y="129"/>
                  </a:cubicBezTo>
                  <a:cubicBezTo>
                    <a:pt x="9" y="127"/>
                    <a:pt x="8" y="125"/>
                    <a:pt x="8" y="123"/>
                  </a:cubicBezTo>
                  <a:cubicBezTo>
                    <a:pt x="7" y="122"/>
                    <a:pt x="7" y="121"/>
                    <a:pt x="7" y="119"/>
                  </a:cubicBezTo>
                  <a:cubicBezTo>
                    <a:pt x="7" y="118"/>
                    <a:pt x="7" y="118"/>
                    <a:pt x="7" y="117"/>
                  </a:cubicBezTo>
                  <a:cubicBezTo>
                    <a:pt x="8" y="117"/>
                    <a:pt x="9" y="116"/>
                    <a:pt x="9" y="114"/>
                  </a:cubicBezTo>
                  <a:cubicBezTo>
                    <a:pt x="9" y="112"/>
                    <a:pt x="8" y="110"/>
                    <a:pt x="7" y="108"/>
                  </a:cubicBezTo>
                  <a:cubicBezTo>
                    <a:pt x="7" y="107"/>
                    <a:pt x="6" y="106"/>
                    <a:pt x="6" y="105"/>
                  </a:cubicBezTo>
                  <a:cubicBezTo>
                    <a:pt x="6" y="103"/>
                    <a:pt x="9" y="101"/>
                    <a:pt x="11" y="98"/>
                  </a:cubicBezTo>
                  <a:cubicBezTo>
                    <a:pt x="13" y="96"/>
                    <a:pt x="15" y="94"/>
                    <a:pt x="16" y="92"/>
                  </a:cubicBezTo>
                  <a:cubicBezTo>
                    <a:pt x="16" y="91"/>
                    <a:pt x="15" y="89"/>
                    <a:pt x="14" y="87"/>
                  </a:cubicBezTo>
                  <a:cubicBezTo>
                    <a:pt x="13" y="85"/>
                    <a:pt x="11" y="82"/>
                    <a:pt x="12" y="79"/>
                  </a:cubicBezTo>
                  <a:cubicBezTo>
                    <a:pt x="12" y="75"/>
                    <a:pt x="14" y="70"/>
                    <a:pt x="16" y="66"/>
                  </a:cubicBezTo>
                  <a:cubicBezTo>
                    <a:pt x="18" y="62"/>
                    <a:pt x="19" y="59"/>
                    <a:pt x="20" y="56"/>
                  </a:cubicBezTo>
                  <a:cubicBezTo>
                    <a:pt x="20" y="54"/>
                    <a:pt x="17" y="48"/>
                    <a:pt x="14" y="42"/>
                  </a:cubicBezTo>
                  <a:cubicBezTo>
                    <a:pt x="11" y="36"/>
                    <a:pt x="7" y="30"/>
                    <a:pt x="4" y="26"/>
                  </a:cubicBezTo>
                  <a:cubicBezTo>
                    <a:pt x="4" y="26"/>
                    <a:pt x="4" y="26"/>
                    <a:pt x="5" y="26"/>
                  </a:cubicBezTo>
                  <a:cubicBezTo>
                    <a:pt x="6" y="26"/>
                    <a:pt x="7" y="26"/>
                    <a:pt x="7" y="26"/>
                  </a:cubicBezTo>
                  <a:cubicBezTo>
                    <a:pt x="8" y="26"/>
                    <a:pt x="10" y="26"/>
                    <a:pt x="12" y="26"/>
                  </a:cubicBezTo>
                  <a:cubicBezTo>
                    <a:pt x="13" y="26"/>
                    <a:pt x="16" y="26"/>
                    <a:pt x="18" y="27"/>
                  </a:cubicBezTo>
                  <a:cubicBezTo>
                    <a:pt x="21" y="27"/>
                    <a:pt x="24" y="25"/>
                    <a:pt x="27" y="23"/>
                  </a:cubicBezTo>
                  <a:cubicBezTo>
                    <a:pt x="29" y="22"/>
                    <a:pt x="31" y="21"/>
                    <a:pt x="33" y="20"/>
                  </a:cubicBezTo>
                  <a:cubicBezTo>
                    <a:pt x="36" y="18"/>
                    <a:pt x="39" y="17"/>
                    <a:pt x="43" y="15"/>
                  </a:cubicBezTo>
                  <a:cubicBezTo>
                    <a:pt x="46" y="13"/>
                    <a:pt x="49" y="11"/>
                    <a:pt x="52" y="10"/>
                  </a:cubicBezTo>
                  <a:cubicBezTo>
                    <a:pt x="54" y="9"/>
                    <a:pt x="56" y="7"/>
                    <a:pt x="58" y="5"/>
                  </a:cubicBezTo>
                  <a:cubicBezTo>
                    <a:pt x="60" y="4"/>
                    <a:pt x="62" y="2"/>
                    <a:pt x="64" y="1"/>
                  </a:cubicBezTo>
                  <a:cubicBezTo>
                    <a:pt x="67" y="1"/>
                    <a:pt x="72" y="0"/>
                    <a:pt x="77" y="0"/>
                  </a:cubicBezTo>
                  <a:cubicBezTo>
                    <a:pt x="80" y="0"/>
                    <a:pt x="83" y="0"/>
                    <a:pt x="84" y="0"/>
                  </a:cubicBezTo>
                  <a:cubicBezTo>
                    <a:pt x="86" y="1"/>
                    <a:pt x="86" y="2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5"/>
                    <a:pt x="86" y="5"/>
                  </a:cubicBezTo>
                  <a:cubicBezTo>
                    <a:pt x="86" y="6"/>
                    <a:pt x="86" y="8"/>
                    <a:pt x="86" y="11"/>
                  </a:cubicBezTo>
                  <a:cubicBezTo>
                    <a:pt x="86" y="19"/>
                    <a:pt x="86" y="30"/>
                    <a:pt x="87" y="33"/>
                  </a:cubicBezTo>
                  <a:cubicBezTo>
                    <a:pt x="87" y="34"/>
                    <a:pt x="90" y="38"/>
                    <a:pt x="94" y="42"/>
                  </a:cubicBezTo>
                  <a:cubicBezTo>
                    <a:pt x="99" y="47"/>
                    <a:pt x="105" y="53"/>
                    <a:pt x="106" y="55"/>
                  </a:cubicBezTo>
                  <a:cubicBezTo>
                    <a:pt x="108" y="56"/>
                    <a:pt x="111" y="56"/>
                    <a:pt x="114" y="56"/>
                  </a:cubicBezTo>
                  <a:cubicBezTo>
                    <a:pt x="116" y="56"/>
                    <a:pt x="117" y="56"/>
                    <a:pt x="118" y="56"/>
                  </a:cubicBezTo>
                  <a:cubicBezTo>
                    <a:pt x="121" y="56"/>
                    <a:pt x="123" y="56"/>
                    <a:pt x="126" y="57"/>
                  </a:cubicBezTo>
                  <a:cubicBezTo>
                    <a:pt x="128" y="57"/>
                    <a:pt x="131" y="58"/>
                    <a:pt x="132" y="59"/>
                  </a:cubicBezTo>
                  <a:cubicBezTo>
                    <a:pt x="134" y="60"/>
                    <a:pt x="135" y="62"/>
                    <a:pt x="137" y="63"/>
                  </a:cubicBezTo>
                  <a:cubicBezTo>
                    <a:pt x="139" y="66"/>
                    <a:pt x="140" y="67"/>
                    <a:pt x="142" y="68"/>
                  </a:cubicBezTo>
                  <a:cubicBezTo>
                    <a:pt x="143" y="68"/>
                    <a:pt x="144" y="68"/>
                    <a:pt x="146" y="68"/>
                  </a:cubicBezTo>
                  <a:cubicBezTo>
                    <a:pt x="148" y="69"/>
                    <a:pt x="151" y="69"/>
                    <a:pt x="152" y="70"/>
                  </a:cubicBezTo>
                  <a:cubicBezTo>
                    <a:pt x="153" y="70"/>
                    <a:pt x="154" y="71"/>
                    <a:pt x="155" y="72"/>
                  </a:cubicBezTo>
                  <a:cubicBezTo>
                    <a:pt x="157" y="75"/>
                    <a:pt x="160" y="79"/>
                    <a:pt x="165" y="79"/>
                  </a:cubicBezTo>
                  <a:cubicBezTo>
                    <a:pt x="168" y="79"/>
                    <a:pt x="170" y="79"/>
                    <a:pt x="172" y="78"/>
                  </a:cubicBezTo>
                  <a:cubicBezTo>
                    <a:pt x="173" y="78"/>
                    <a:pt x="175" y="78"/>
                    <a:pt x="176" y="78"/>
                  </a:cubicBezTo>
                  <a:cubicBezTo>
                    <a:pt x="177" y="78"/>
                    <a:pt x="180" y="80"/>
                    <a:pt x="182" y="83"/>
                  </a:cubicBezTo>
                  <a:cubicBezTo>
                    <a:pt x="185" y="85"/>
                    <a:pt x="187" y="87"/>
                    <a:pt x="188" y="88"/>
                  </a:cubicBezTo>
                  <a:cubicBezTo>
                    <a:pt x="189" y="90"/>
                    <a:pt x="189" y="93"/>
                    <a:pt x="190" y="97"/>
                  </a:cubicBezTo>
                  <a:cubicBezTo>
                    <a:pt x="190" y="101"/>
                    <a:pt x="190" y="104"/>
                    <a:pt x="189" y="106"/>
                  </a:cubicBezTo>
                  <a:cubicBezTo>
                    <a:pt x="188" y="108"/>
                    <a:pt x="188" y="109"/>
                    <a:pt x="187" y="109"/>
                  </a:cubicBezTo>
                  <a:cubicBezTo>
                    <a:pt x="186" y="110"/>
                    <a:pt x="186" y="111"/>
                    <a:pt x="186" y="113"/>
                  </a:cubicBezTo>
                  <a:cubicBezTo>
                    <a:pt x="186" y="114"/>
                    <a:pt x="188" y="115"/>
                    <a:pt x="189" y="116"/>
                  </a:cubicBezTo>
                  <a:cubicBezTo>
                    <a:pt x="190" y="118"/>
                    <a:pt x="192" y="119"/>
                    <a:pt x="192" y="121"/>
                  </a:cubicBezTo>
                  <a:cubicBezTo>
                    <a:pt x="193" y="122"/>
                    <a:pt x="193" y="125"/>
                    <a:pt x="193" y="127"/>
                  </a:cubicBezTo>
                  <a:cubicBezTo>
                    <a:pt x="193" y="131"/>
                    <a:pt x="193" y="134"/>
                    <a:pt x="194" y="135"/>
                  </a:cubicBezTo>
                  <a:cubicBezTo>
                    <a:pt x="196" y="138"/>
                    <a:pt x="202" y="137"/>
                    <a:pt x="207" y="136"/>
                  </a:cubicBezTo>
                  <a:cubicBezTo>
                    <a:pt x="208" y="136"/>
                    <a:pt x="210" y="136"/>
                    <a:pt x="211" y="136"/>
                  </a:cubicBezTo>
                  <a:cubicBezTo>
                    <a:pt x="212" y="136"/>
                    <a:pt x="212" y="136"/>
                    <a:pt x="212" y="136"/>
                  </a:cubicBezTo>
                  <a:cubicBezTo>
                    <a:pt x="217" y="136"/>
                    <a:pt x="227" y="135"/>
                    <a:pt x="229" y="136"/>
                  </a:cubicBezTo>
                  <a:cubicBezTo>
                    <a:pt x="230" y="137"/>
                    <a:pt x="229" y="139"/>
                    <a:pt x="229" y="141"/>
                  </a:cubicBezTo>
                  <a:cubicBezTo>
                    <a:pt x="228" y="143"/>
                    <a:pt x="228" y="144"/>
                    <a:pt x="228" y="145"/>
                  </a:cubicBezTo>
                  <a:cubicBezTo>
                    <a:pt x="227" y="147"/>
                    <a:pt x="227" y="150"/>
                    <a:pt x="229" y="152"/>
                  </a:cubicBezTo>
                  <a:cubicBezTo>
                    <a:pt x="230" y="155"/>
                    <a:pt x="231" y="157"/>
                    <a:pt x="234" y="159"/>
                  </a:cubicBezTo>
                  <a:cubicBezTo>
                    <a:pt x="235" y="160"/>
                    <a:pt x="237" y="161"/>
                    <a:pt x="238" y="162"/>
                  </a:cubicBezTo>
                  <a:cubicBezTo>
                    <a:pt x="240" y="163"/>
                    <a:pt x="242" y="164"/>
                    <a:pt x="243" y="166"/>
                  </a:cubicBezTo>
                  <a:cubicBezTo>
                    <a:pt x="244" y="169"/>
                    <a:pt x="245" y="171"/>
                    <a:pt x="246" y="173"/>
                  </a:cubicBezTo>
                  <a:cubicBezTo>
                    <a:pt x="246" y="175"/>
                    <a:pt x="246" y="177"/>
                    <a:pt x="246" y="180"/>
                  </a:cubicBezTo>
                  <a:cubicBezTo>
                    <a:pt x="246" y="182"/>
                    <a:pt x="246" y="184"/>
                    <a:pt x="245" y="186"/>
                  </a:cubicBezTo>
                  <a:cubicBezTo>
                    <a:pt x="244" y="189"/>
                    <a:pt x="243" y="191"/>
                    <a:pt x="241" y="193"/>
                  </a:cubicBezTo>
                  <a:cubicBezTo>
                    <a:pt x="238" y="198"/>
                    <a:pt x="236" y="203"/>
                    <a:pt x="235" y="206"/>
                  </a:cubicBezTo>
                  <a:cubicBezTo>
                    <a:pt x="235" y="207"/>
                    <a:pt x="235" y="207"/>
                    <a:pt x="235" y="207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3" name="Freeform 498">
              <a:extLst>
                <a:ext uri="{FF2B5EF4-FFF2-40B4-BE49-F238E27FC236}">
                  <a16:creationId xmlns:a16="http://schemas.microsoft.com/office/drawing/2014/main" id="{FE551BFA-A7DB-7594-980E-2BC5AA97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314" y="3725690"/>
              <a:ext cx="111421" cy="118473"/>
            </a:xfrm>
            <a:custGeom>
              <a:avLst/>
              <a:gdLst>
                <a:gd name="T0" fmla="*/ 102 w 102"/>
                <a:gd name="T1" fmla="*/ 83 h 111"/>
                <a:gd name="T2" fmla="*/ 99 w 102"/>
                <a:gd name="T3" fmla="*/ 77 h 111"/>
                <a:gd name="T4" fmla="*/ 100 w 102"/>
                <a:gd name="T5" fmla="*/ 74 h 111"/>
                <a:gd name="T6" fmla="*/ 99 w 102"/>
                <a:gd name="T7" fmla="*/ 64 h 111"/>
                <a:gd name="T8" fmla="*/ 98 w 102"/>
                <a:gd name="T9" fmla="*/ 61 h 111"/>
                <a:gd name="T10" fmla="*/ 94 w 102"/>
                <a:gd name="T11" fmla="*/ 48 h 111"/>
                <a:gd name="T12" fmla="*/ 86 w 102"/>
                <a:gd name="T13" fmla="*/ 40 h 111"/>
                <a:gd name="T14" fmla="*/ 82 w 102"/>
                <a:gd name="T15" fmla="*/ 36 h 111"/>
                <a:gd name="T16" fmla="*/ 77 w 102"/>
                <a:gd name="T17" fmla="*/ 31 h 111"/>
                <a:gd name="T18" fmla="*/ 72 w 102"/>
                <a:gd name="T19" fmla="*/ 29 h 111"/>
                <a:gd name="T20" fmla="*/ 65 w 102"/>
                <a:gd name="T21" fmla="*/ 25 h 111"/>
                <a:gd name="T22" fmla="*/ 61 w 102"/>
                <a:gd name="T23" fmla="*/ 21 h 111"/>
                <a:gd name="T24" fmla="*/ 60 w 102"/>
                <a:gd name="T25" fmla="*/ 20 h 111"/>
                <a:gd name="T26" fmla="*/ 59 w 102"/>
                <a:gd name="T27" fmla="*/ 19 h 111"/>
                <a:gd name="T28" fmla="*/ 59 w 102"/>
                <a:gd name="T29" fmla="*/ 19 h 111"/>
                <a:gd name="T30" fmla="*/ 57 w 102"/>
                <a:gd name="T31" fmla="*/ 19 h 111"/>
                <a:gd name="T32" fmla="*/ 57 w 102"/>
                <a:gd name="T33" fmla="*/ 19 h 111"/>
                <a:gd name="T34" fmla="*/ 57 w 102"/>
                <a:gd name="T35" fmla="*/ 19 h 111"/>
                <a:gd name="T36" fmla="*/ 52 w 102"/>
                <a:gd name="T37" fmla="*/ 22 h 111"/>
                <a:gd name="T38" fmla="*/ 47 w 102"/>
                <a:gd name="T39" fmla="*/ 16 h 111"/>
                <a:gd name="T40" fmla="*/ 47 w 102"/>
                <a:gd name="T41" fmla="*/ 15 h 111"/>
                <a:gd name="T42" fmla="*/ 47 w 102"/>
                <a:gd name="T43" fmla="*/ 15 h 111"/>
                <a:gd name="T44" fmla="*/ 43 w 102"/>
                <a:gd name="T45" fmla="*/ 11 h 111"/>
                <a:gd name="T46" fmla="*/ 39 w 102"/>
                <a:gd name="T47" fmla="*/ 7 h 111"/>
                <a:gd name="T48" fmla="*/ 35 w 102"/>
                <a:gd name="T49" fmla="*/ 2 h 111"/>
                <a:gd name="T50" fmla="*/ 31 w 102"/>
                <a:gd name="T51" fmla="*/ 0 h 111"/>
                <a:gd name="T52" fmla="*/ 30 w 102"/>
                <a:gd name="T53" fmla="*/ 1 h 111"/>
                <a:gd name="T54" fmla="*/ 24 w 102"/>
                <a:gd name="T55" fmla="*/ 4 h 111"/>
                <a:gd name="T56" fmla="*/ 18 w 102"/>
                <a:gd name="T57" fmla="*/ 1 h 111"/>
                <a:gd name="T58" fmla="*/ 16 w 102"/>
                <a:gd name="T59" fmla="*/ 4 h 111"/>
                <a:gd name="T60" fmla="*/ 13 w 102"/>
                <a:gd name="T61" fmla="*/ 11 h 111"/>
                <a:gd name="T62" fmla="*/ 11 w 102"/>
                <a:gd name="T63" fmla="*/ 25 h 111"/>
                <a:gd name="T64" fmla="*/ 11 w 102"/>
                <a:gd name="T65" fmla="*/ 25 h 111"/>
                <a:gd name="T66" fmla="*/ 11 w 102"/>
                <a:gd name="T67" fmla="*/ 25 h 111"/>
                <a:gd name="T68" fmla="*/ 11 w 102"/>
                <a:gd name="T69" fmla="*/ 25 h 111"/>
                <a:gd name="T70" fmla="*/ 10 w 102"/>
                <a:gd name="T71" fmla="*/ 31 h 111"/>
                <a:gd name="T72" fmla="*/ 7 w 102"/>
                <a:gd name="T73" fmla="*/ 40 h 111"/>
                <a:gd name="T74" fmla="*/ 6 w 102"/>
                <a:gd name="T75" fmla="*/ 51 h 111"/>
                <a:gd name="T76" fmla="*/ 6 w 102"/>
                <a:gd name="T77" fmla="*/ 52 h 111"/>
                <a:gd name="T78" fmla="*/ 6 w 102"/>
                <a:gd name="T79" fmla="*/ 54 h 111"/>
                <a:gd name="T80" fmla="*/ 6 w 102"/>
                <a:gd name="T81" fmla="*/ 68 h 111"/>
                <a:gd name="T82" fmla="*/ 4 w 102"/>
                <a:gd name="T83" fmla="*/ 71 h 111"/>
                <a:gd name="T84" fmla="*/ 2 w 102"/>
                <a:gd name="T85" fmla="*/ 73 h 111"/>
                <a:gd name="T86" fmla="*/ 1 w 102"/>
                <a:gd name="T87" fmla="*/ 78 h 111"/>
                <a:gd name="T88" fmla="*/ 1 w 102"/>
                <a:gd name="T89" fmla="*/ 83 h 111"/>
                <a:gd name="T90" fmla="*/ 4 w 102"/>
                <a:gd name="T91" fmla="*/ 92 h 111"/>
                <a:gd name="T92" fmla="*/ 11 w 102"/>
                <a:gd name="T93" fmla="*/ 97 h 111"/>
                <a:gd name="T94" fmla="*/ 14 w 102"/>
                <a:gd name="T95" fmla="*/ 99 h 111"/>
                <a:gd name="T96" fmla="*/ 22 w 102"/>
                <a:gd name="T97" fmla="*/ 99 h 111"/>
                <a:gd name="T98" fmla="*/ 32 w 102"/>
                <a:gd name="T99" fmla="*/ 102 h 111"/>
                <a:gd name="T100" fmla="*/ 43 w 102"/>
                <a:gd name="T101" fmla="*/ 107 h 111"/>
                <a:gd name="T102" fmla="*/ 54 w 102"/>
                <a:gd name="T103" fmla="*/ 108 h 111"/>
                <a:gd name="T104" fmla="*/ 61 w 102"/>
                <a:gd name="T105" fmla="*/ 108 h 111"/>
                <a:gd name="T106" fmla="*/ 67 w 102"/>
                <a:gd name="T107" fmla="*/ 110 h 111"/>
                <a:gd name="T108" fmla="*/ 75 w 102"/>
                <a:gd name="T109" fmla="*/ 109 h 111"/>
                <a:gd name="T110" fmla="*/ 84 w 102"/>
                <a:gd name="T111" fmla="*/ 106 h 111"/>
                <a:gd name="T112" fmla="*/ 85 w 102"/>
                <a:gd name="T113" fmla="*/ 101 h 111"/>
                <a:gd name="T114" fmla="*/ 88 w 102"/>
                <a:gd name="T115" fmla="*/ 99 h 111"/>
                <a:gd name="T116" fmla="*/ 96 w 102"/>
                <a:gd name="T117" fmla="*/ 96 h 111"/>
                <a:gd name="T118" fmla="*/ 100 w 102"/>
                <a:gd name="T119" fmla="*/ 88 h 111"/>
                <a:gd name="T120" fmla="*/ 102 w 102"/>
                <a:gd name="T121" fmla="*/ 8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2" h="111">
                  <a:moveTo>
                    <a:pt x="102" y="83"/>
                  </a:moveTo>
                  <a:cubicBezTo>
                    <a:pt x="100" y="81"/>
                    <a:pt x="99" y="80"/>
                    <a:pt x="99" y="77"/>
                  </a:cubicBezTo>
                  <a:cubicBezTo>
                    <a:pt x="99" y="76"/>
                    <a:pt x="99" y="75"/>
                    <a:pt x="100" y="74"/>
                  </a:cubicBezTo>
                  <a:cubicBezTo>
                    <a:pt x="100" y="72"/>
                    <a:pt x="100" y="69"/>
                    <a:pt x="99" y="64"/>
                  </a:cubicBezTo>
                  <a:cubicBezTo>
                    <a:pt x="99" y="63"/>
                    <a:pt x="99" y="62"/>
                    <a:pt x="98" y="61"/>
                  </a:cubicBezTo>
                  <a:cubicBezTo>
                    <a:pt x="97" y="55"/>
                    <a:pt x="97" y="53"/>
                    <a:pt x="94" y="48"/>
                  </a:cubicBezTo>
                  <a:cubicBezTo>
                    <a:pt x="92" y="44"/>
                    <a:pt x="89" y="42"/>
                    <a:pt x="86" y="40"/>
                  </a:cubicBezTo>
                  <a:cubicBezTo>
                    <a:pt x="85" y="38"/>
                    <a:pt x="84" y="37"/>
                    <a:pt x="82" y="36"/>
                  </a:cubicBezTo>
                  <a:cubicBezTo>
                    <a:pt x="81" y="34"/>
                    <a:pt x="79" y="33"/>
                    <a:pt x="77" y="31"/>
                  </a:cubicBezTo>
                  <a:cubicBezTo>
                    <a:pt x="75" y="30"/>
                    <a:pt x="73" y="29"/>
                    <a:pt x="72" y="29"/>
                  </a:cubicBezTo>
                  <a:cubicBezTo>
                    <a:pt x="70" y="28"/>
                    <a:pt x="67" y="27"/>
                    <a:pt x="65" y="25"/>
                  </a:cubicBezTo>
                  <a:cubicBezTo>
                    <a:pt x="63" y="24"/>
                    <a:pt x="62" y="22"/>
                    <a:pt x="61" y="21"/>
                  </a:cubicBezTo>
                  <a:cubicBezTo>
                    <a:pt x="61" y="20"/>
                    <a:pt x="61" y="20"/>
                    <a:pt x="60" y="20"/>
                  </a:cubicBezTo>
                  <a:cubicBezTo>
                    <a:pt x="60" y="19"/>
                    <a:pt x="59" y="19"/>
                    <a:pt x="59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8" y="19"/>
                    <a:pt x="58" y="19"/>
                    <a:pt x="57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6" y="20"/>
                    <a:pt x="54" y="21"/>
                    <a:pt x="52" y="22"/>
                  </a:cubicBezTo>
                  <a:cubicBezTo>
                    <a:pt x="49" y="22"/>
                    <a:pt x="48" y="19"/>
                    <a:pt x="47" y="16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4"/>
                    <a:pt x="45" y="12"/>
                    <a:pt x="43" y="11"/>
                  </a:cubicBezTo>
                  <a:cubicBezTo>
                    <a:pt x="42" y="9"/>
                    <a:pt x="40" y="8"/>
                    <a:pt x="39" y="7"/>
                  </a:cubicBezTo>
                  <a:cubicBezTo>
                    <a:pt x="38" y="5"/>
                    <a:pt x="36" y="3"/>
                    <a:pt x="35" y="2"/>
                  </a:cubicBezTo>
                  <a:cubicBezTo>
                    <a:pt x="33" y="1"/>
                    <a:pt x="32" y="0"/>
                    <a:pt x="31" y="0"/>
                  </a:cubicBezTo>
                  <a:cubicBezTo>
                    <a:pt x="31" y="0"/>
                    <a:pt x="31" y="1"/>
                    <a:pt x="30" y="1"/>
                  </a:cubicBezTo>
                  <a:cubicBezTo>
                    <a:pt x="29" y="3"/>
                    <a:pt x="27" y="4"/>
                    <a:pt x="24" y="4"/>
                  </a:cubicBezTo>
                  <a:cubicBezTo>
                    <a:pt x="21" y="3"/>
                    <a:pt x="19" y="1"/>
                    <a:pt x="18" y="1"/>
                  </a:cubicBezTo>
                  <a:cubicBezTo>
                    <a:pt x="17" y="2"/>
                    <a:pt x="16" y="3"/>
                    <a:pt x="16" y="4"/>
                  </a:cubicBezTo>
                  <a:cubicBezTo>
                    <a:pt x="14" y="7"/>
                    <a:pt x="13" y="9"/>
                    <a:pt x="13" y="11"/>
                  </a:cubicBezTo>
                  <a:cubicBezTo>
                    <a:pt x="14" y="15"/>
                    <a:pt x="13" y="19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7"/>
                    <a:pt x="10" y="29"/>
                    <a:pt x="10" y="31"/>
                  </a:cubicBezTo>
                  <a:cubicBezTo>
                    <a:pt x="9" y="35"/>
                    <a:pt x="8" y="38"/>
                    <a:pt x="7" y="40"/>
                  </a:cubicBezTo>
                  <a:cubicBezTo>
                    <a:pt x="6" y="42"/>
                    <a:pt x="6" y="45"/>
                    <a:pt x="6" y="51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7" y="60"/>
                    <a:pt x="7" y="66"/>
                    <a:pt x="6" y="68"/>
                  </a:cubicBezTo>
                  <a:cubicBezTo>
                    <a:pt x="6" y="69"/>
                    <a:pt x="5" y="70"/>
                    <a:pt x="4" y="71"/>
                  </a:cubicBezTo>
                  <a:cubicBezTo>
                    <a:pt x="4" y="72"/>
                    <a:pt x="3" y="72"/>
                    <a:pt x="2" y="73"/>
                  </a:cubicBezTo>
                  <a:cubicBezTo>
                    <a:pt x="2" y="74"/>
                    <a:pt x="1" y="76"/>
                    <a:pt x="1" y="78"/>
                  </a:cubicBezTo>
                  <a:cubicBezTo>
                    <a:pt x="0" y="80"/>
                    <a:pt x="1" y="81"/>
                    <a:pt x="1" y="83"/>
                  </a:cubicBezTo>
                  <a:cubicBezTo>
                    <a:pt x="1" y="86"/>
                    <a:pt x="3" y="89"/>
                    <a:pt x="4" y="92"/>
                  </a:cubicBezTo>
                  <a:cubicBezTo>
                    <a:pt x="6" y="94"/>
                    <a:pt x="10" y="96"/>
                    <a:pt x="11" y="97"/>
                  </a:cubicBezTo>
                  <a:cubicBezTo>
                    <a:pt x="12" y="99"/>
                    <a:pt x="12" y="98"/>
                    <a:pt x="14" y="99"/>
                  </a:cubicBezTo>
                  <a:cubicBezTo>
                    <a:pt x="16" y="100"/>
                    <a:pt x="20" y="99"/>
                    <a:pt x="22" y="99"/>
                  </a:cubicBezTo>
                  <a:cubicBezTo>
                    <a:pt x="24" y="99"/>
                    <a:pt x="30" y="100"/>
                    <a:pt x="32" y="102"/>
                  </a:cubicBezTo>
                  <a:cubicBezTo>
                    <a:pt x="34" y="103"/>
                    <a:pt x="39" y="104"/>
                    <a:pt x="43" y="107"/>
                  </a:cubicBezTo>
                  <a:cubicBezTo>
                    <a:pt x="48" y="110"/>
                    <a:pt x="51" y="108"/>
                    <a:pt x="54" y="108"/>
                  </a:cubicBezTo>
                  <a:cubicBezTo>
                    <a:pt x="56" y="107"/>
                    <a:pt x="59" y="108"/>
                    <a:pt x="61" y="108"/>
                  </a:cubicBezTo>
                  <a:cubicBezTo>
                    <a:pt x="64" y="108"/>
                    <a:pt x="65" y="108"/>
                    <a:pt x="67" y="110"/>
                  </a:cubicBezTo>
                  <a:cubicBezTo>
                    <a:pt x="69" y="111"/>
                    <a:pt x="73" y="111"/>
                    <a:pt x="75" y="109"/>
                  </a:cubicBezTo>
                  <a:cubicBezTo>
                    <a:pt x="77" y="107"/>
                    <a:pt x="81" y="107"/>
                    <a:pt x="84" y="106"/>
                  </a:cubicBezTo>
                  <a:cubicBezTo>
                    <a:pt x="86" y="105"/>
                    <a:pt x="84" y="103"/>
                    <a:pt x="85" y="101"/>
                  </a:cubicBezTo>
                  <a:cubicBezTo>
                    <a:pt x="85" y="99"/>
                    <a:pt x="88" y="100"/>
                    <a:pt x="88" y="99"/>
                  </a:cubicBezTo>
                  <a:cubicBezTo>
                    <a:pt x="89" y="98"/>
                    <a:pt x="95" y="97"/>
                    <a:pt x="96" y="96"/>
                  </a:cubicBezTo>
                  <a:cubicBezTo>
                    <a:pt x="98" y="95"/>
                    <a:pt x="99" y="92"/>
                    <a:pt x="100" y="88"/>
                  </a:cubicBezTo>
                  <a:cubicBezTo>
                    <a:pt x="100" y="86"/>
                    <a:pt x="101" y="85"/>
                    <a:pt x="102" y="8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4" name="Freeform 499">
              <a:extLst>
                <a:ext uri="{FF2B5EF4-FFF2-40B4-BE49-F238E27FC236}">
                  <a16:creationId xmlns:a16="http://schemas.microsoft.com/office/drawing/2014/main" id="{C1EEDA4A-0ADF-33CC-A05F-B269CE178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8095" y="2107976"/>
              <a:ext cx="29618" cy="22566"/>
            </a:xfrm>
            <a:custGeom>
              <a:avLst/>
              <a:gdLst>
                <a:gd name="T0" fmla="*/ 21 w 28"/>
                <a:gd name="T1" fmla="*/ 8 h 21"/>
                <a:gd name="T2" fmla="*/ 17 w 28"/>
                <a:gd name="T3" fmla="*/ 8 h 21"/>
                <a:gd name="T4" fmla="*/ 12 w 28"/>
                <a:gd name="T5" fmla="*/ 5 h 21"/>
                <a:gd name="T6" fmla="*/ 8 w 28"/>
                <a:gd name="T7" fmla="*/ 1 h 21"/>
                <a:gd name="T8" fmla="*/ 3 w 28"/>
                <a:gd name="T9" fmla="*/ 0 h 21"/>
                <a:gd name="T10" fmla="*/ 0 w 28"/>
                <a:gd name="T11" fmla="*/ 0 h 21"/>
                <a:gd name="T12" fmla="*/ 2 w 28"/>
                <a:gd name="T13" fmla="*/ 1 h 21"/>
                <a:gd name="T14" fmla="*/ 8 w 28"/>
                <a:gd name="T15" fmla="*/ 7 h 21"/>
                <a:gd name="T16" fmla="*/ 10 w 28"/>
                <a:gd name="T17" fmla="*/ 9 h 21"/>
                <a:gd name="T18" fmla="*/ 18 w 28"/>
                <a:gd name="T19" fmla="*/ 18 h 21"/>
                <a:gd name="T20" fmla="*/ 19 w 28"/>
                <a:gd name="T21" fmla="*/ 19 h 21"/>
                <a:gd name="T22" fmla="*/ 28 w 28"/>
                <a:gd name="T23" fmla="*/ 21 h 21"/>
                <a:gd name="T24" fmla="*/ 27 w 28"/>
                <a:gd name="T25" fmla="*/ 16 h 21"/>
                <a:gd name="T26" fmla="*/ 27 w 28"/>
                <a:gd name="T27" fmla="*/ 16 h 21"/>
                <a:gd name="T28" fmla="*/ 21 w 28"/>
                <a:gd name="T29" fmla="*/ 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21">
                  <a:moveTo>
                    <a:pt x="21" y="8"/>
                  </a:moveTo>
                  <a:cubicBezTo>
                    <a:pt x="20" y="8"/>
                    <a:pt x="19" y="8"/>
                    <a:pt x="17" y="8"/>
                  </a:cubicBezTo>
                  <a:cubicBezTo>
                    <a:pt x="16" y="7"/>
                    <a:pt x="14" y="7"/>
                    <a:pt x="12" y="5"/>
                  </a:cubicBezTo>
                  <a:cubicBezTo>
                    <a:pt x="11" y="4"/>
                    <a:pt x="9" y="2"/>
                    <a:pt x="8" y="1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4" y="3"/>
                    <a:pt x="6" y="5"/>
                    <a:pt x="8" y="7"/>
                  </a:cubicBezTo>
                  <a:cubicBezTo>
                    <a:pt x="9" y="8"/>
                    <a:pt x="9" y="9"/>
                    <a:pt x="10" y="9"/>
                  </a:cubicBezTo>
                  <a:cubicBezTo>
                    <a:pt x="12" y="13"/>
                    <a:pt x="15" y="17"/>
                    <a:pt x="18" y="18"/>
                  </a:cubicBezTo>
                  <a:cubicBezTo>
                    <a:pt x="18" y="18"/>
                    <a:pt x="19" y="19"/>
                    <a:pt x="19" y="19"/>
                  </a:cubicBezTo>
                  <a:cubicBezTo>
                    <a:pt x="22" y="20"/>
                    <a:pt x="25" y="21"/>
                    <a:pt x="28" y="21"/>
                  </a:cubicBezTo>
                  <a:cubicBezTo>
                    <a:pt x="28" y="20"/>
                    <a:pt x="28" y="18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5" y="13"/>
                    <a:pt x="24" y="10"/>
                    <a:pt x="21" y="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5" name="Freeform 500">
              <a:extLst>
                <a:ext uri="{FF2B5EF4-FFF2-40B4-BE49-F238E27FC236}">
                  <a16:creationId xmlns:a16="http://schemas.microsoft.com/office/drawing/2014/main" id="{21085E3E-E128-E95B-ED37-C036A870F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994" y="2677772"/>
              <a:ext cx="129756" cy="67699"/>
            </a:xfrm>
            <a:custGeom>
              <a:avLst/>
              <a:gdLst>
                <a:gd name="T0" fmla="*/ 21 w 118"/>
                <a:gd name="T1" fmla="*/ 5 h 63"/>
                <a:gd name="T2" fmla="*/ 28 w 118"/>
                <a:gd name="T3" fmla="*/ 3 h 63"/>
                <a:gd name="T4" fmla="*/ 35 w 118"/>
                <a:gd name="T5" fmla="*/ 3 h 63"/>
                <a:gd name="T6" fmla="*/ 44 w 118"/>
                <a:gd name="T7" fmla="*/ 5 h 63"/>
                <a:gd name="T8" fmla="*/ 54 w 118"/>
                <a:gd name="T9" fmla="*/ 5 h 63"/>
                <a:gd name="T10" fmla="*/ 62 w 118"/>
                <a:gd name="T11" fmla="*/ 2 h 63"/>
                <a:gd name="T12" fmla="*/ 69 w 118"/>
                <a:gd name="T13" fmla="*/ 2 h 63"/>
                <a:gd name="T14" fmla="*/ 78 w 118"/>
                <a:gd name="T15" fmla="*/ 2 h 63"/>
                <a:gd name="T16" fmla="*/ 84 w 118"/>
                <a:gd name="T17" fmla="*/ 1 h 63"/>
                <a:gd name="T18" fmla="*/ 91 w 118"/>
                <a:gd name="T19" fmla="*/ 4 h 63"/>
                <a:gd name="T20" fmla="*/ 96 w 118"/>
                <a:gd name="T21" fmla="*/ 5 h 63"/>
                <a:gd name="T22" fmla="*/ 103 w 118"/>
                <a:gd name="T23" fmla="*/ 8 h 63"/>
                <a:gd name="T24" fmla="*/ 107 w 118"/>
                <a:gd name="T25" fmla="*/ 11 h 63"/>
                <a:gd name="T26" fmla="*/ 106 w 118"/>
                <a:gd name="T27" fmla="*/ 14 h 63"/>
                <a:gd name="T28" fmla="*/ 113 w 118"/>
                <a:gd name="T29" fmla="*/ 19 h 63"/>
                <a:gd name="T30" fmla="*/ 117 w 118"/>
                <a:gd name="T31" fmla="*/ 21 h 63"/>
                <a:gd name="T32" fmla="*/ 118 w 118"/>
                <a:gd name="T33" fmla="*/ 23 h 63"/>
                <a:gd name="T34" fmla="*/ 113 w 118"/>
                <a:gd name="T35" fmla="*/ 25 h 63"/>
                <a:gd name="T36" fmla="*/ 99 w 118"/>
                <a:gd name="T37" fmla="*/ 29 h 63"/>
                <a:gd name="T38" fmla="*/ 94 w 118"/>
                <a:gd name="T39" fmla="*/ 27 h 63"/>
                <a:gd name="T40" fmla="*/ 89 w 118"/>
                <a:gd name="T41" fmla="*/ 25 h 63"/>
                <a:gd name="T42" fmla="*/ 85 w 118"/>
                <a:gd name="T43" fmla="*/ 27 h 63"/>
                <a:gd name="T44" fmla="*/ 81 w 118"/>
                <a:gd name="T45" fmla="*/ 31 h 63"/>
                <a:gd name="T46" fmla="*/ 81 w 118"/>
                <a:gd name="T47" fmla="*/ 35 h 63"/>
                <a:gd name="T48" fmla="*/ 81 w 118"/>
                <a:gd name="T49" fmla="*/ 37 h 63"/>
                <a:gd name="T50" fmla="*/ 77 w 118"/>
                <a:gd name="T51" fmla="*/ 41 h 63"/>
                <a:gd name="T52" fmla="*/ 70 w 118"/>
                <a:gd name="T53" fmla="*/ 45 h 63"/>
                <a:gd name="T54" fmla="*/ 67 w 118"/>
                <a:gd name="T55" fmla="*/ 44 h 63"/>
                <a:gd name="T56" fmla="*/ 64 w 118"/>
                <a:gd name="T57" fmla="*/ 42 h 63"/>
                <a:gd name="T58" fmla="*/ 59 w 118"/>
                <a:gd name="T59" fmla="*/ 45 h 63"/>
                <a:gd name="T60" fmla="*/ 57 w 118"/>
                <a:gd name="T61" fmla="*/ 47 h 63"/>
                <a:gd name="T62" fmla="*/ 54 w 118"/>
                <a:gd name="T63" fmla="*/ 47 h 63"/>
                <a:gd name="T64" fmla="*/ 47 w 118"/>
                <a:gd name="T65" fmla="*/ 48 h 63"/>
                <a:gd name="T66" fmla="*/ 47 w 118"/>
                <a:gd name="T67" fmla="*/ 54 h 63"/>
                <a:gd name="T68" fmla="*/ 47 w 118"/>
                <a:gd name="T69" fmla="*/ 57 h 63"/>
                <a:gd name="T70" fmla="*/ 44 w 118"/>
                <a:gd name="T71" fmla="*/ 61 h 63"/>
                <a:gd name="T72" fmla="*/ 40 w 118"/>
                <a:gd name="T73" fmla="*/ 63 h 63"/>
                <a:gd name="T74" fmla="*/ 36 w 118"/>
                <a:gd name="T75" fmla="*/ 63 h 63"/>
                <a:gd name="T76" fmla="*/ 35 w 118"/>
                <a:gd name="T77" fmla="*/ 62 h 63"/>
                <a:gd name="T78" fmla="*/ 33 w 118"/>
                <a:gd name="T79" fmla="*/ 59 h 63"/>
                <a:gd name="T80" fmla="*/ 34 w 118"/>
                <a:gd name="T81" fmla="*/ 56 h 63"/>
                <a:gd name="T82" fmla="*/ 33 w 118"/>
                <a:gd name="T83" fmla="*/ 55 h 63"/>
                <a:gd name="T84" fmla="*/ 30 w 118"/>
                <a:gd name="T85" fmla="*/ 55 h 63"/>
                <a:gd name="T86" fmla="*/ 29 w 118"/>
                <a:gd name="T87" fmla="*/ 48 h 63"/>
                <a:gd name="T88" fmla="*/ 28 w 118"/>
                <a:gd name="T89" fmla="*/ 45 h 63"/>
                <a:gd name="T90" fmla="*/ 26 w 118"/>
                <a:gd name="T91" fmla="*/ 44 h 63"/>
                <a:gd name="T92" fmla="*/ 23 w 118"/>
                <a:gd name="T93" fmla="*/ 43 h 63"/>
                <a:gd name="T94" fmla="*/ 19 w 118"/>
                <a:gd name="T95" fmla="*/ 43 h 63"/>
                <a:gd name="T96" fmla="*/ 17 w 118"/>
                <a:gd name="T97" fmla="*/ 43 h 63"/>
                <a:gd name="T98" fmla="*/ 12 w 118"/>
                <a:gd name="T99" fmla="*/ 43 h 63"/>
                <a:gd name="T100" fmla="*/ 3 w 118"/>
                <a:gd name="T101" fmla="*/ 35 h 63"/>
                <a:gd name="T102" fmla="*/ 0 w 118"/>
                <a:gd name="T103" fmla="*/ 30 h 63"/>
                <a:gd name="T104" fmla="*/ 1 w 118"/>
                <a:gd name="T105" fmla="*/ 26 h 63"/>
                <a:gd name="T106" fmla="*/ 2 w 118"/>
                <a:gd name="T107" fmla="*/ 24 h 63"/>
                <a:gd name="T108" fmla="*/ 7 w 118"/>
                <a:gd name="T109" fmla="*/ 18 h 63"/>
                <a:gd name="T110" fmla="*/ 7 w 118"/>
                <a:gd name="T111" fmla="*/ 18 h 63"/>
                <a:gd name="T112" fmla="*/ 7 w 118"/>
                <a:gd name="T113" fmla="*/ 18 h 63"/>
                <a:gd name="T114" fmla="*/ 14 w 118"/>
                <a:gd name="T115" fmla="*/ 12 h 63"/>
                <a:gd name="T116" fmla="*/ 21 w 118"/>
                <a:gd name="T117" fmla="*/ 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8" h="63">
                  <a:moveTo>
                    <a:pt x="21" y="5"/>
                  </a:moveTo>
                  <a:cubicBezTo>
                    <a:pt x="23" y="5"/>
                    <a:pt x="27" y="3"/>
                    <a:pt x="28" y="3"/>
                  </a:cubicBezTo>
                  <a:cubicBezTo>
                    <a:pt x="30" y="3"/>
                    <a:pt x="33" y="2"/>
                    <a:pt x="35" y="3"/>
                  </a:cubicBezTo>
                  <a:cubicBezTo>
                    <a:pt x="37" y="4"/>
                    <a:pt x="42" y="5"/>
                    <a:pt x="44" y="5"/>
                  </a:cubicBezTo>
                  <a:cubicBezTo>
                    <a:pt x="47" y="5"/>
                    <a:pt x="50" y="6"/>
                    <a:pt x="54" y="5"/>
                  </a:cubicBezTo>
                  <a:cubicBezTo>
                    <a:pt x="58" y="4"/>
                    <a:pt x="57" y="3"/>
                    <a:pt x="62" y="2"/>
                  </a:cubicBezTo>
                  <a:cubicBezTo>
                    <a:pt x="66" y="2"/>
                    <a:pt x="65" y="1"/>
                    <a:pt x="69" y="2"/>
                  </a:cubicBezTo>
                  <a:cubicBezTo>
                    <a:pt x="73" y="2"/>
                    <a:pt x="75" y="3"/>
                    <a:pt x="78" y="2"/>
                  </a:cubicBezTo>
                  <a:cubicBezTo>
                    <a:pt x="80" y="1"/>
                    <a:pt x="82" y="0"/>
                    <a:pt x="84" y="1"/>
                  </a:cubicBezTo>
                  <a:cubicBezTo>
                    <a:pt x="87" y="2"/>
                    <a:pt x="88" y="3"/>
                    <a:pt x="91" y="4"/>
                  </a:cubicBezTo>
                  <a:cubicBezTo>
                    <a:pt x="93" y="5"/>
                    <a:pt x="93" y="4"/>
                    <a:pt x="96" y="5"/>
                  </a:cubicBezTo>
                  <a:cubicBezTo>
                    <a:pt x="99" y="6"/>
                    <a:pt x="102" y="7"/>
                    <a:pt x="103" y="8"/>
                  </a:cubicBezTo>
                  <a:cubicBezTo>
                    <a:pt x="104" y="9"/>
                    <a:pt x="106" y="9"/>
                    <a:pt x="107" y="11"/>
                  </a:cubicBezTo>
                  <a:cubicBezTo>
                    <a:pt x="108" y="13"/>
                    <a:pt x="106" y="12"/>
                    <a:pt x="106" y="14"/>
                  </a:cubicBezTo>
                  <a:cubicBezTo>
                    <a:pt x="107" y="16"/>
                    <a:pt x="110" y="18"/>
                    <a:pt x="113" y="19"/>
                  </a:cubicBezTo>
                  <a:cubicBezTo>
                    <a:pt x="115" y="20"/>
                    <a:pt x="116" y="19"/>
                    <a:pt x="117" y="21"/>
                  </a:cubicBezTo>
                  <a:cubicBezTo>
                    <a:pt x="118" y="23"/>
                    <a:pt x="118" y="23"/>
                    <a:pt x="118" y="23"/>
                  </a:cubicBezTo>
                  <a:cubicBezTo>
                    <a:pt x="116" y="24"/>
                    <a:pt x="115" y="25"/>
                    <a:pt x="113" y="25"/>
                  </a:cubicBezTo>
                  <a:cubicBezTo>
                    <a:pt x="107" y="27"/>
                    <a:pt x="100" y="29"/>
                    <a:pt x="99" y="29"/>
                  </a:cubicBezTo>
                  <a:cubicBezTo>
                    <a:pt x="97" y="29"/>
                    <a:pt x="95" y="28"/>
                    <a:pt x="94" y="27"/>
                  </a:cubicBezTo>
                  <a:cubicBezTo>
                    <a:pt x="92" y="25"/>
                    <a:pt x="90" y="24"/>
                    <a:pt x="89" y="25"/>
                  </a:cubicBezTo>
                  <a:cubicBezTo>
                    <a:pt x="88" y="25"/>
                    <a:pt x="86" y="26"/>
                    <a:pt x="85" y="27"/>
                  </a:cubicBezTo>
                  <a:cubicBezTo>
                    <a:pt x="83" y="28"/>
                    <a:pt x="82" y="30"/>
                    <a:pt x="81" y="31"/>
                  </a:cubicBezTo>
                  <a:cubicBezTo>
                    <a:pt x="81" y="32"/>
                    <a:pt x="81" y="34"/>
                    <a:pt x="81" y="35"/>
                  </a:cubicBezTo>
                  <a:cubicBezTo>
                    <a:pt x="81" y="36"/>
                    <a:pt x="81" y="37"/>
                    <a:pt x="81" y="37"/>
                  </a:cubicBezTo>
                  <a:cubicBezTo>
                    <a:pt x="81" y="38"/>
                    <a:pt x="79" y="39"/>
                    <a:pt x="77" y="41"/>
                  </a:cubicBezTo>
                  <a:cubicBezTo>
                    <a:pt x="74" y="43"/>
                    <a:pt x="71" y="45"/>
                    <a:pt x="70" y="45"/>
                  </a:cubicBezTo>
                  <a:cubicBezTo>
                    <a:pt x="69" y="46"/>
                    <a:pt x="68" y="45"/>
                    <a:pt x="67" y="44"/>
                  </a:cubicBezTo>
                  <a:cubicBezTo>
                    <a:pt x="66" y="43"/>
                    <a:pt x="65" y="42"/>
                    <a:pt x="64" y="42"/>
                  </a:cubicBezTo>
                  <a:cubicBezTo>
                    <a:pt x="62" y="42"/>
                    <a:pt x="60" y="43"/>
                    <a:pt x="59" y="45"/>
                  </a:cubicBezTo>
                  <a:cubicBezTo>
                    <a:pt x="58" y="46"/>
                    <a:pt x="57" y="47"/>
                    <a:pt x="57" y="47"/>
                  </a:cubicBezTo>
                  <a:cubicBezTo>
                    <a:pt x="56" y="47"/>
                    <a:pt x="55" y="47"/>
                    <a:pt x="54" y="47"/>
                  </a:cubicBezTo>
                  <a:cubicBezTo>
                    <a:pt x="51" y="46"/>
                    <a:pt x="48" y="45"/>
                    <a:pt x="47" y="48"/>
                  </a:cubicBezTo>
                  <a:cubicBezTo>
                    <a:pt x="46" y="50"/>
                    <a:pt x="47" y="52"/>
                    <a:pt x="47" y="54"/>
                  </a:cubicBezTo>
                  <a:cubicBezTo>
                    <a:pt x="47" y="56"/>
                    <a:pt x="48" y="57"/>
                    <a:pt x="47" y="57"/>
                  </a:cubicBezTo>
                  <a:cubicBezTo>
                    <a:pt x="47" y="58"/>
                    <a:pt x="46" y="59"/>
                    <a:pt x="44" y="61"/>
                  </a:cubicBezTo>
                  <a:cubicBezTo>
                    <a:pt x="42" y="62"/>
                    <a:pt x="41" y="63"/>
                    <a:pt x="40" y="63"/>
                  </a:cubicBezTo>
                  <a:cubicBezTo>
                    <a:pt x="39" y="63"/>
                    <a:pt x="37" y="63"/>
                    <a:pt x="36" y="63"/>
                  </a:cubicBezTo>
                  <a:cubicBezTo>
                    <a:pt x="36" y="62"/>
                    <a:pt x="36" y="62"/>
                    <a:pt x="35" y="62"/>
                  </a:cubicBezTo>
                  <a:cubicBezTo>
                    <a:pt x="35" y="61"/>
                    <a:pt x="33" y="61"/>
                    <a:pt x="33" y="59"/>
                  </a:cubicBezTo>
                  <a:cubicBezTo>
                    <a:pt x="34" y="58"/>
                    <a:pt x="34" y="57"/>
                    <a:pt x="34" y="56"/>
                  </a:cubicBezTo>
                  <a:cubicBezTo>
                    <a:pt x="34" y="56"/>
                    <a:pt x="34" y="55"/>
                    <a:pt x="33" y="55"/>
                  </a:cubicBezTo>
                  <a:cubicBezTo>
                    <a:pt x="31" y="55"/>
                    <a:pt x="31" y="55"/>
                    <a:pt x="30" y="55"/>
                  </a:cubicBezTo>
                  <a:cubicBezTo>
                    <a:pt x="30" y="52"/>
                    <a:pt x="30" y="49"/>
                    <a:pt x="29" y="48"/>
                  </a:cubicBezTo>
                  <a:cubicBezTo>
                    <a:pt x="29" y="46"/>
                    <a:pt x="29" y="46"/>
                    <a:pt x="28" y="45"/>
                  </a:cubicBezTo>
                  <a:cubicBezTo>
                    <a:pt x="27" y="45"/>
                    <a:pt x="27" y="45"/>
                    <a:pt x="26" y="44"/>
                  </a:cubicBezTo>
                  <a:cubicBezTo>
                    <a:pt x="25" y="43"/>
                    <a:pt x="24" y="43"/>
                    <a:pt x="23" y="43"/>
                  </a:cubicBezTo>
                  <a:cubicBezTo>
                    <a:pt x="21" y="42"/>
                    <a:pt x="20" y="43"/>
                    <a:pt x="19" y="43"/>
                  </a:cubicBezTo>
                  <a:cubicBezTo>
                    <a:pt x="19" y="43"/>
                    <a:pt x="18" y="43"/>
                    <a:pt x="17" y="43"/>
                  </a:cubicBezTo>
                  <a:cubicBezTo>
                    <a:pt x="16" y="44"/>
                    <a:pt x="14" y="45"/>
                    <a:pt x="12" y="43"/>
                  </a:cubicBezTo>
                  <a:cubicBezTo>
                    <a:pt x="10" y="42"/>
                    <a:pt x="6" y="39"/>
                    <a:pt x="3" y="35"/>
                  </a:cubicBezTo>
                  <a:cubicBezTo>
                    <a:pt x="1" y="33"/>
                    <a:pt x="0" y="31"/>
                    <a:pt x="0" y="30"/>
                  </a:cubicBezTo>
                  <a:cubicBezTo>
                    <a:pt x="1" y="28"/>
                    <a:pt x="1" y="27"/>
                    <a:pt x="1" y="26"/>
                  </a:cubicBezTo>
                  <a:cubicBezTo>
                    <a:pt x="1" y="26"/>
                    <a:pt x="1" y="25"/>
                    <a:pt x="2" y="24"/>
                  </a:cubicBezTo>
                  <a:cubicBezTo>
                    <a:pt x="2" y="21"/>
                    <a:pt x="4" y="20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8" y="17"/>
                    <a:pt x="11" y="15"/>
                    <a:pt x="14" y="12"/>
                  </a:cubicBezTo>
                  <a:cubicBezTo>
                    <a:pt x="16" y="10"/>
                    <a:pt x="19" y="7"/>
                    <a:pt x="21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6" name="Freeform 501">
              <a:extLst>
                <a:ext uri="{FF2B5EF4-FFF2-40B4-BE49-F238E27FC236}">
                  <a16:creationId xmlns:a16="http://schemas.microsoft.com/office/drawing/2014/main" id="{EDFE7175-9F78-4FF3-ED58-29CABE65D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743" y="2796245"/>
              <a:ext cx="21156" cy="18335"/>
            </a:xfrm>
            <a:custGeom>
              <a:avLst/>
              <a:gdLst>
                <a:gd name="T0" fmla="*/ 11 w 19"/>
                <a:gd name="T1" fmla="*/ 1 h 17"/>
                <a:gd name="T2" fmla="*/ 16 w 19"/>
                <a:gd name="T3" fmla="*/ 0 h 17"/>
                <a:gd name="T4" fmla="*/ 18 w 19"/>
                <a:gd name="T5" fmla="*/ 2 h 17"/>
                <a:gd name="T6" fmla="*/ 15 w 19"/>
                <a:gd name="T7" fmla="*/ 6 h 17"/>
                <a:gd name="T8" fmla="*/ 17 w 19"/>
                <a:gd name="T9" fmla="*/ 10 h 17"/>
                <a:gd name="T10" fmla="*/ 16 w 19"/>
                <a:gd name="T11" fmla="*/ 14 h 17"/>
                <a:gd name="T12" fmla="*/ 12 w 19"/>
                <a:gd name="T13" fmla="*/ 15 h 17"/>
                <a:gd name="T14" fmla="*/ 8 w 19"/>
                <a:gd name="T15" fmla="*/ 15 h 17"/>
                <a:gd name="T16" fmla="*/ 2 w 19"/>
                <a:gd name="T17" fmla="*/ 16 h 17"/>
                <a:gd name="T18" fmla="*/ 2 w 19"/>
                <a:gd name="T19" fmla="*/ 14 h 17"/>
                <a:gd name="T20" fmla="*/ 6 w 19"/>
                <a:gd name="T21" fmla="*/ 11 h 17"/>
                <a:gd name="T22" fmla="*/ 7 w 19"/>
                <a:gd name="T23" fmla="*/ 6 h 17"/>
                <a:gd name="T24" fmla="*/ 5 w 19"/>
                <a:gd name="T25" fmla="*/ 3 h 17"/>
                <a:gd name="T26" fmla="*/ 11 w 19"/>
                <a:gd name="T27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" h="17">
                  <a:moveTo>
                    <a:pt x="11" y="1"/>
                  </a:moveTo>
                  <a:cubicBezTo>
                    <a:pt x="13" y="0"/>
                    <a:pt x="14" y="0"/>
                    <a:pt x="16" y="0"/>
                  </a:cubicBezTo>
                  <a:cubicBezTo>
                    <a:pt x="18" y="1"/>
                    <a:pt x="19" y="0"/>
                    <a:pt x="18" y="2"/>
                  </a:cubicBezTo>
                  <a:cubicBezTo>
                    <a:pt x="16" y="5"/>
                    <a:pt x="15" y="4"/>
                    <a:pt x="15" y="6"/>
                  </a:cubicBezTo>
                  <a:cubicBezTo>
                    <a:pt x="16" y="8"/>
                    <a:pt x="16" y="9"/>
                    <a:pt x="17" y="10"/>
                  </a:cubicBezTo>
                  <a:cubicBezTo>
                    <a:pt x="17" y="11"/>
                    <a:pt x="17" y="13"/>
                    <a:pt x="16" y="14"/>
                  </a:cubicBezTo>
                  <a:cubicBezTo>
                    <a:pt x="15" y="15"/>
                    <a:pt x="13" y="15"/>
                    <a:pt x="12" y="15"/>
                  </a:cubicBezTo>
                  <a:cubicBezTo>
                    <a:pt x="10" y="15"/>
                    <a:pt x="10" y="14"/>
                    <a:pt x="8" y="15"/>
                  </a:cubicBezTo>
                  <a:cubicBezTo>
                    <a:pt x="5" y="16"/>
                    <a:pt x="3" y="17"/>
                    <a:pt x="2" y="16"/>
                  </a:cubicBezTo>
                  <a:cubicBezTo>
                    <a:pt x="1" y="15"/>
                    <a:pt x="0" y="15"/>
                    <a:pt x="2" y="14"/>
                  </a:cubicBezTo>
                  <a:cubicBezTo>
                    <a:pt x="4" y="13"/>
                    <a:pt x="5" y="12"/>
                    <a:pt x="6" y="11"/>
                  </a:cubicBezTo>
                  <a:cubicBezTo>
                    <a:pt x="7" y="9"/>
                    <a:pt x="8" y="8"/>
                    <a:pt x="7" y="6"/>
                  </a:cubicBezTo>
                  <a:cubicBezTo>
                    <a:pt x="6" y="5"/>
                    <a:pt x="4" y="4"/>
                    <a:pt x="5" y="3"/>
                  </a:cubicBezTo>
                  <a:cubicBezTo>
                    <a:pt x="5" y="2"/>
                    <a:pt x="8" y="1"/>
                    <a:pt x="1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7" name="Freeform 502">
              <a:extLst>
                <a:ext uri="{FF2B5EF4-FFF2-40B4-BE49-F238E27FC236}">
                  <a16:creationId xmlns:a16="http://schemas.microsoft.com/office/drawing/2014/main" id="{C3664133-1B78-D7E2-984A-E69B4ED4B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1923" y="2665079"/>
              <a:ext cx="2821" cy="7052"/>
            </a:xfrm>
            <a:custGeom>
              <a:avLst/>
              <a:gdLst>
                <a:gd name="T0" fmla="*/ 0 w 3"/>
                <a:gd name="T1" fmla="*/ 2 h 6"/>
                <a:gd name="T2" fmla="*/ 1 w 3"/>
                <a:gd name="T3" fmla="*/ 5 h 6"/>
                <a:gd name="T4" fmla="*/ 3 w 3"/>
                <a:gd name="T5" fmla="*/ 2 h 6"/>
                <a:gd name="T6" fmla="*/ 0 w 3"/>
                <a:gd name="T7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6">
                  <a:moveTo>
                    <a:pt x="0" y="2"/>
                  </a:moveTo>
                  <a:cubicBezTo>
                    <a:pt x="0" y="4"/>
                    <a:pt x="0" y="6"/>
                    <a:pt x="1" y="5"/>
                  </a:cubicBezTo>
                  <a:cubicBezTo>
                    <a:pt x="2" y="5"/>
                    <a:pt x="2" y="4"/>
                    <a:pt x="3" y="2"/>
                  </a:cubicBezTo>
                  <a:cubicBezTo>
                    <a:pt x="3" y="0"/>
                    <a:pt x="0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8" name="Freeform 503">
              <a:extLst>
                <a:ext uri="{FF2B5EF4-FFF2-40B4-BE49-F238E27FC236}">
                  <a16:creationId xmlns:a16="http://schemas.microsoft.com/office/drawing/2014/main" id="{7C4D1838-91AA-A5DE-9E10-801A1DA01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6409" y="2669310"/>
              <a:ext cx="9873" cy="5642"/>
            </a:xfrm>
            <a:custGeom>
              <a:avLst/>
              <a:gdLst>
                <a:gd name="T0" fmla="*/ 3 w 9"/>
                <a:gd name="T1" fmla="*/ 1 h 5"/>
                <a:gd name="T2" fmla="*/ 0 w 9"/>
                <a:gd name="T3" fmla="*/ 4 h 5"/>
                <a:gd name="T4" fmla="*/ 5 w 9"/>
                <a:gd name="T5" fmla="*/ 2 h 5"/>
                <a:gd name="T6" fmla="*/ 8 w 9"/>
                <a:gd name="T7" fmla="*/ 2 h 5"/>
                <a:gd name="T8" fmla="*/ 3 w 9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5">
                  <a:moveTo>
                    <a:pt x="3" y="1"/>
                  </a:moveTo>
                  <a:cubicBezTo>
                    <a:pt x="2" y="2"/>
                    <a:pt x="0" y="2"/>
                    <a:pt x="0" y="4"/>
                  </a:cubicBezTo>
                  <a:cubicBezTo>
                    <a:pt x="0" y="5"/>
                    <a:pt x="4" y="3"/>
                    <a:pt x="5" y="2"/>
                  </a:cubicBezTo>
                  <a:cubicBezTo>
                    <a:pt x="7" y="2"/>
                    <a:pt x="8" y="3"/>
                    <a:pt x="8" y="2"/>
                  </a:cubicBezTo>
                  <a:cubicBezTo>
                    <a:pt x="9" y="0"/>
                    <a:pt x="6" y="1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59" name="Freeform 504">
              <a:extLst>
                <a:ext uri="{FF2B5EF4-FFF2-40B4-BE49-F238E27FC236}">
                  <a16:creationId xmlns:a16="http://schemas.microsoft.com/office/drawing/2014/main" id="{A694AB05-CF31-94AA-E3E8-690F06BAE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850" y="2588918"/>
              <a:ext cx="81802" cy="55005"/>
            </a:xfrm>
            <a:custGeom>
              <a:avLst/>
              <a:gdLst>
                <a:gd name="T0" fmla="*/ 4 w 74"/>
                <a:gd name="T1" fmla="*/ 3 h 51"/>
                <a:gd name="T2" fmla="*/ 5 w 74"/>
                <a:gd name="T3" fmla="*/ 15 h 51"/>
                <a:gd name="T4" fmla="*/ 5 w 74"/>
                <a:gd name="T5" fmla="*/ 19 h 51"/>
                <a:gd name="T6" fmla="*/ 5 w 74"/>
                <a:gd name="T7" fmla="*/ 24 h 51"/>
                <a:gd name="T8" fmla="*/ 2 w 74"/>
                <a:gd name="T9" fmla="*/ 27 h 51"/>
                <a:gd name="T10" fmla="*/ 1 w 74"/>
                <a:gd name="T11" fmla="*/ 29 h 51"/>
                <a:gd name="T12" fmla="*/ 2 w 74"/>
                <a:gd name="T13" fmla="*/ 33 h 51"/>
                <a:gd name="T14" fmla="*/ 5 w 74"/>
                <a:gd name="T15" fmla="*/ 37 h 51"/>
                <a:gd name="T16" fmla="*/ 5 w 74"/>
                <a:gd name="T17" fmla="*/ 40 h 51"/>
                <a:gd name="T18" fmla="*/ 5 w 74"/>
                <a:gd name="T19" fmla="*/ 41 h 51"/>
                <a:gd name="T20" fmla="*/ 5 w 74"/>
                <a:gd name="T21" fmla="*/ 43 h 51"/>
                <a:gd name="T22" fmla="*/ 5 w 74"/>
                <a:gd name="T23" fmla="*/ 44 h 51"/>
                <a:gd name="T24" fmla="*/ 10 w 74"/>
                <a:gd name="T25" fmla="*/ 48 h 51"/>
                <a:gd name="T26" fmla="*/ 13 w 74"/>
                <a:gd name="T27" fmla="*/ 47 h 51"/>
                <a:gd name="T28" fmla="*/ 15 w 74"/>
                <a:gd name="T29" fmla="*/ 39 h 51"/>
                <a:gd name="T30" fmla="*/ 21 w 74"/>
                <a:gd name="T31" fmla="*/ 36 h 51"/>
                <a:gd name="T32" fmla="*/ 26 w 74"/>
                <a:gd name="T33" fmla="*/ 34 h 51"/>
                <a:gd name="T34" fmla="*/ 29 w 74"/>
                <a:gd name="T35" fmla="*/ 37 h 51"/>
                <a:gd name="T36" fmla="*/ 38 w 74"/>
                <a:gd name="T37" fmla="*/ 37 h 51"/>
                <a:gd name="T38" fmla="*/ 42 w 74"/>
                <a:gd name="T39" fmla="*/ 32 h 51"/>
                <a:gd name="T40" fmla="*/ 48 w 74"/>
                <a:gd name="T41" fmla="*/ 34 h 51"/>
                <a:gd name="T42" fmla="*/ 54 w 74"/>
                <a:gd name="T43" fmla="*/ 34 h 51"/>
                <a:gd name="T44" fmla="*/ 61 w 74"/>
                <a:gd name="T45" fmla="*/ 33 h 51"/>
                <a:gd name="T46" fmla="*/ 67 w 74"/>
                <a:gd name="T47" fmla="*/ 38 h 51"/>
                <a:gd name="T48" fmla="*/ 69 w 74"/>
                <a:gd name="T49" fmla="*/ 36 h 51"/>
                <a:gd name="T50" fmla="*/ 72 w 74"/>
                <a:gd name="T51" fmla="*/ 31 h 51"/>
                <a:gd name="T52" fmla="*/ 74 w 74"/>
                <a:gd name="T53" fmla="*/ 27 h 51"/>
                <a:gd name="T54" fmla="*/ 71 w 74"/>
                <a:gd name="T55" fmla="*/ 25 h 51"/>
                <a:gd name="T56" fmla="*/ 65 w 74"/>
                <a:gd name="T57" fmla="*/ 22 h 51"/>
                <a:gd name="T58" fmla="*/ 57 w 74"/>
                <a:gd name="T59" fmla="*/ 19 h 51"/>
                <a:gd name="T60" fmla="*/ 49 w 74"/>
                <a:gd name="T61" fmla="*/ 19 h 51"/>
                <a:gd name="T62" fmla="*/ 48 w 74"/>
                <a:gd name="T63" fmla="*/ 17 h 51"/>
                <a:gd name="T64" fmla="*/ 52 w 74"/>
                <a:gd name="T65" fmla="*/ 15 h 51"/>
                <a:gd name="T66" fmla="*/ 49 w 74"/>
                <a:gd name="T67" fmla="*/ 14 h 51"/>
                <a:gd name="T68" fmla="*/ 44 w 74"/>
                <a:gd name="T69" fmla="*/ 12 h 51"/>
                <a:gd name="T70" fmla="*/ 43 w 74"/>
                <a:gd name="T71" fmla="*/ 6 h 51"/>
                <a:gd name="T72" fmla="*/ 39 w 74"/>
                <a:gd name="T73" fmla="*/ 5 h 51"/>
                <a:gd name="T74" fmla="*/ 32 w 74"/>
                <a:gd name="T75" fmla="*/ 4 h 51"/>
                <a:gd name="T76" fmla="*/ 26 w 74"/>
                <a:gd name="T77" fmla="*/ 2 h 51"/>
                <a:gd name="T78" fmla="*/ 19 w 74"/>
                <a:gd name="T79" fmla="*/ 1 h 51"/>
                <a:gd name="T80" fmla="*/ 13 w 74"/>
                <a:gd name="T81" fmla="*/ 3 h 51"/>
                <a:gd name="T82" fmla="*/ 6 w 74"/>
                <a:gd name="T83" fmla="*/ 2 h 51"/>
                <a:gd name="T84" fmla="*/ 4 w 74"/>
                <a:gd name="T85" fmla="*/ 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4" h="51">
                  <a:moveTo>
                    <a:pt x="4" y="3"/>
                  </a:moveTo>
                  <a:cubicBezTo>
                    <a:pt x="4" y="7"/>
                    <a:pt x="5" y="12"/>
                    <a:pt x="5" y="15"/>
                  </a:cubicBezTo>
                  <a:cubicBezTo>
                    <a:pt x="5" y="17"/>
                    <a:pt x="5" y="18"/>
                    <a:pt x="5" y="19"/>
                  </a:cubicBezTo>
                  <a:cubicBezTo>
                    <a:pt x="5" y="20"/>
                    <a:pt x="5" y="21"/>
                    <a:pt x="5" y="24"/>
                  </a:cubicBezTo>
                  <a:cubicBezTo>
                    <a:pt x="4" y="27"/>
                    <a:pt x="3" y="27"/>
                    <a:pt x="2" y="27"/>
                  </a:cubicBezTo>
                  <a:cubicBezTo>
                    <a:pt x="2" y="27"/>
                    <a:pt x="1" y="28"/>
                    <a:pt x="1" y="29"/>
                  </a:cubicBezTo>
                  <a:cubicBezTo>
                    <a:pt x="0" y="31"/>
                    <a:pt x="1" y="32"/>
                    <a:pt x="2" y="33"/>
                  </a:cubicBezTo>
                  <a:cubicBezTo>
                    <a:pt x="3" y="34"/>
                    <a:pt x="4" y="35"/>
                    <a:pt x="5" y="37"/>
                  </a:cubicBezTo>
                  <a:cubicBezTo>
                    <a:pt x="5" y="38"/>
                    <a:pt x="5" y="39"/>
                    <a:pt x="5" y="40"/>
                  </a:cubicBezTo>
                  <a:cubicBezTo>
                    <a:pt x="5" y="40"/>
                    <a:pt x="5" y="41"/>
                    <a:pt x="5" y="41"/>
                  </a:cubicBezTo>
                  <a:cubicBezTo>
                    <a:pt x="5" y="41"/>
                    <a:pt x="5" y="42"/>
                    <a:pt x="5" y="43"/>
                  </a:cubicBezTo>
                  <a:cubicBezTo>
                    <a:pt x="5" y="43"/>
                    <a:pt x="5" y="44"/>
                    <a:pt x="5" y="44"/>
                  </a:cubicBezTo>
                  <a:cubicBezTo>
                    <a:pt x="7" y="47"/>
                    <a:pt x="8" y="46"/>
                    <a:pt x="10" y="48"/>
                  </a:cubicBezTo>
                  <a:cubicBezTo>
                    <a:pt x="11" y="51"/>
                    <a:pt x="12" y="48"/>
                    <a:pt x="13" y="47"/>
                  </a:cubicBezTo>
                  <a:cubicBezTo>
                    <a:pt x="15" y="46"/>
                    <a:pt x="14" y="41"/>
                    <a:pt x="15" y="39"/>
                  </a:cubicBezTo>
                  <a:cubicBezTo>
                    <a:pt x="16" y="36"/>
                    <a:pt x="18" y="36"/>
                    <a:pt x="21" y="36"/>
                  </a:cubicBezTo>
                  <a:cubicBezTo>
                    <a:pt x="24" y="36"/>
                    <a:pt x="23" y="34"/>
                    <a:pt x="26" y="34"/>
                  </a:cubicBezTo>
                  <a:cubicBezTo>
                    <a:pt x="29" y="34"/>
                    <a:pt x="27" y="36"/>
                    <a:pt x="29" y="37"/>
                  </a:cubicBezTo>
                  <a:cubicBezTo>
                    <a:pt x="30" y="38"/>
                    <a:pt x="37" y="38"/>
                    <a:pt x="38" y="37"/>
                  </a:cubicBezTo>
                  <a:cubicBezTo>
                    <a:pt x="39" y="37"/>
                    <a:pt x="40" y="34"/>
                    <a:pt x="42" y="32"/>
                  </a:cubicBezTo>
                  <a:cubicBezTo>
                    <a:pt x="44" y="31"/>
                    <a:pt x="46" y="33"/>
                    <a:pt x="48" y="34"/>
                  </a:cubicBezTo>
                  <a:cubicBezTo>
                    <a:pt x="50" y="35"/>
                    <a:pt x="51" y="34"/>
                    <a:pt x="54" y="34"/>
                  </a:cubicBezTo>
                  <a:cubicBezTo>
                    <a:pt x="58" y="34"/>
                    <a:pt x="58" y="34"/>
                    <a:pt x="61" y="33"/>
                  </a:cubicBezTo>
                  <a:cubicBezTo>
                    <a:pt x="65" y="32"/>
                    <a:pt x="66" y="35"/>
                    <a:pt x="67" y="38"/>
                  </a:cubicBezTo>
                  <a:cubicBezTo>
                    <a:pt x="68" y="40"/>
                    <a:pt x="68" y="38"/>
                    <a:pt x="69" y="36"/>
                  </a:cubicBezTo>
                  <a:cubicBezTo>
                    <a:pt x="69" y="34"/>
                    <a:pt x="70" y="33"/>
                    <a:pt x="72" y="31"/>
                  </a:cubicBezTo>
                  <a:cubicBezTo>
                    <a:pt x="74" y="30"/>
                    <a:pt x="74" y="29"/>
                    <a:pt x="74" y="27"/>
                  </a:cubicBezTo>
                  <a:cubicBezTo>
                    <a:pt x="73" y="25"/>
                    <a:pt x="72" y="27"/>
                    <a:pt x="71" y="25"/>
                  </a:cubicBezTo>
                  <a:cubicBezTo>
                    <a:pt x="69" y="23"/>
                    <a:pt x="68" y="22"/>
                    <a:pt x="65" y="22"/>
                  </a:cubicBezTo>
                  <a:cubicBezTo>
                    <a:pt x="61" y="21"/>
                    <a:pt x="59" y="21"/>
                    <a:pt x="57" y="19"/>
                  </a:cubicBezTo>
                  <a:cubicBezTo>
                    <a:pt x="55" y="18"/>
                    <a:pt x="52" y="20"/>
                    <a:pt x="49" y="19"/>
                  </a:cubicBezTo>
                  <a:cubicBezTo>
                    <a:pt x="46" y="19"/>
                    <a:pt x="48" y="18"/>
                    <a:pt x="48" y="17"/>
                  </a:cubicBezTo>
                  <a:cubicBezTo>
                    <a:pt x="48" y="15"/>
                    <a:pt x="52" y="16"/>
                    <a:pt x="52" y="15"/>
                  </a:cubicBezTo>
                  <a:cubicBezTo>
                    <a:pt x="52" y="14"/>
                    <a:pt x="51" y="14"/>
                    <a:pt x="49" y="14"/>
                  </a:cubicBezTo>
                  <a:cubicBezTo>
                    <a:pt x="47" y="14"/>
                    <a:pt x="45" y="14"/>
                    <a:pt x="44" y="12"/>
                  </a:cubicBezTo>
                  <a:cubicBezTo>
                    <a:pt x="43" y="11"/>
                    <a:pt x="43" y="8"/>
                    <a:pt x="43" y="6"/>
                  </a:cubicBezTo>
                  <a:cubicBezTo>
                    <a:pt x="43" y="4"/>
                    <a:pt x="40" y="5"/>
                    <a:pt x="39" y="5"/>
                  </a:cubicBezTo>
                  <a:cubicBezTo>
                    <a:pt x="37" y="5"/>
                    <a:pt x="35" y="5"/>
                    <a:pt x="32" y="4"/>
                  </a:cubicBezTo>
                  <a:cubicBezTo>
                    <a:pt x="30" y="4"/>
                    <a:pt x="28" y="4"/>
                    <a:pt x="26" y="2"/>
                  </a:cubicBezTo>
                  <a:cubicBezTo>
                    <a:pt x="24" y="0"/>
                    <a:pt x="21" y="0"/>
                    <a:pt x="19" y="1"/>
                  </a:cubicBezTo>
                  <a:cubicBezTo>
                    <a:pt x="17" y="1"/>
                    <a:pt x="16" y="3"/>
                    <a:pt x="13" y="3"/>
                  </a:cubicBezTo>
                  <a:cubicBezTo>
                    <a:pt x="10" y="3"/>
                    <a:pt x="11" y="2"/>
                    <a:pt x="6" y="2"/>
                  </a:cubicBezTo>
                  <a:cubicBezTo>
                    <a:pt x="5" y="2"/>
                    <a:pt x="4" y="3"/>
                    <a:pt x="4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0" name="Freeform 505">
              <a:extLst>
                <a:ext uri="{FF2B5EF4-FFF2-40B4-BE49-F238E27FC236}">
                  <a16:creationId xmlns:a16="http://schemas.microsoft.com/office/drawing/2014/main" id="{3FF671E7-4353-A6D3-4A94-A4E54F385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253" y="2464804"/>
              <a:ext cx="43722" cy="80392"/>
            </a:xfrm>
            <a:custGeom>
              <a:avLst/>
              <a:gdLst>
                <a:gd name="T0" fmla="*/ 1 w 40"/>
                <a:gd name="T1" fmla="*/ 48 h 75"/>
                <a:gd name="T2" fmla="*/ 3 w 40"/>
                <a:gd name="T3" fmla="*/ 54 h 75"/>
                <a:gd name="T4" fmla="*/ 7 w 40"/>
                <a:gd name="T5" fmla="*/ 63 h 75"/>
                <a:gd name="T6" fmla="*/ 11 w 40"/>
                <a:gd name="T7" fmla="*/ 68 h 75"/>
                <a:gd name="T8" fmla="*/ 14 w 40"/>
                <a:gd name="T9" fmla="*/ 74 h 75"/>
                <a:gd name="T10" fmla="*/ 16 w 40"/>
                <a:gd name="T11" fmla="*/ 67 h 75"/>
                <a:gd name="T12" fmla="*/ 22 w 40"/>
                <a:gd name="T13" fmla="*/ 56 h 75"/>
                <a:gd name="T14" fmla="*/ 27 w 40"/>
                <a:gd name="T15" fmla="*/ 44 h 75"/>
                <a:gd name="T16" fmla="*/ 31 w 40"/>
                <a:gd name="T17" fmla="*/ 34 h 75"/>
                <a:gd name="T18" fmla="*/ 34 w 40"/>
                <a:gd name="T19" fmla="*/ 25 h 75"/>
                <a:gd name="T20" fmla="*/ 37 w 40"/>
                <a:gd name="T21" fmla="*/ 16 h 75"/>
                <a:gd name="T22" fmla="*/ 37 w 40"/>
                <a:gd name="T23" fmla="*/ 11 h 75"/>
                <a:gd name="T24" fmla="*/ 39 w 40"/>
                <a:gd name="T25" fmla="*/ 7 h 75"/>
                <a:gd name="T26" fmla="*/ 35 w 40"/>
                <a:gd name="T27" fmla="*/ 4 h 75"/>
                <a:gd name="T28" fmla="*/ 29 w 40"/>
                <a:gd name="T29" fmla="*/ 1 h 75"/>
                <a:gd name="T30" fmla="*/ 25 w 40"/>
                <a:gd name="T31" fmla="*/ 4 h 75"/>
                <a:gd name="T32" fmla="*/ 18 w 40"/>
                <a:gd name="T33" fmla="*/ 10 h 75"/>
                <a:gd name="T34" fmla="*/ 13 w 40"/>
                <a:gd name="T35" fmla="*/ 17 h 75"/>
                <a:gd name="T36" fmla="*/ 6 w 40"/>
                <a:gd name="T37" fmla="*/ 27 h 75"/>
                <a:gd name="T38" fmla="*/ 3 w 40"/>
                <a:gd name="T39" fmla="*/ 33 h 75"/>
                <a:gd name="T40" fmla="*/ 1 w 40"/>
                <a:gd name="T41" fmla="*/ 40 h 75"/>
                <a:gd name="T42" fmla="*/ 1 w 40"/>
                <a:gd name="T43" fmla="*/ 4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75">
                  <a:moveTo>
                    <a:pt x="1" y="48"/>
                  </a:moveTo>
                  <a:cubicBezTo>
                    <a:pt x="2" y="51"/>
                    <a:pt x="2" y="51"/>
                    <a:pt x="3" y="54"/>
                  </a:cubicBezTo>
                  <a:cubicBezTo>
                    <a:pt x="5" y="58"/>
                    <a:pt x="6" y="59"/>
                    <a:pt x="7" y="63"/>
                  </a:cubicBezTo>
                  <a:cubicBezTo>
                    <a:pt x="9" y="66"/>
                    <a:pt x="9" y="63"/>
                    <a:pt x="11" y="68"/>
                  </a:cubicBezTo>
                  <a:cubicBezTo>
                    <a:pt x="13" y="73"/>
                    <a:pt x="13" y="75"/>
                    <a:pt x="14" y="74"/>
                  </a:cubicBezTo>
                  <a:cubicBezTo>
                    <a:pt x="15" y="73"/>
                    <a:pt x="16" y="69"/>
                    <a:pt x="16" y="67"/>
                  </a:cubicBezTo>
                  <a:cubicBezTo>
                    <a:pt x="16" y="65"/>
                    <a:pt x="21" y="59"/>
                    <a:pt x="22" y="56"/>
                  </a:cubicBezTo>
                  <a:cubicBezTo>
                    <a:pt x="24" y="53"/>
                    <a:pt x="25" y="48"/>
                    <a:pt x="27" y="44"/>
                  </a:cubicBezTo>
                  <a:cubicBezTo>
                    <a:pt x="30" y="40"/>
                    <a:pt x="31" y="36"/>
                    <a:pt x="31" y="34"/>
                  </a:cubicBezTo>
                  <a:cubicBezTo>
                    <a:pt x="31" y="31"/>
                    <a:pt x="34" y="27"/>
                    <a:pt x="34" y="25"/>
                  </a:cubicBezTo>
                  <a:cubicBezTo>
                    <a:pt x="34" y="22"/>
                    <a:pt x="36" y="18"/>
                    <a:pt x="37" y="16"/>
                  </a:cubicBezTo>
                  <a:cubicBezTo>
                    <a:pt x="37" y="14"/>
                    <a:pt x="36" y="13"/>
                    <a:pt x="37" y="11"/>
                  </a:cubicBezTo>
                  <a:cubicBezTo>
                    <a:pt x="38" y="9"/>
                    <a:pt x="40" y="8"/>
                    <a:pt x="39" y="7"/>
                  </a:cubicBezTo>
                  <a:cubicBezTo>
                    <a:pt x="39" y="5"/>
                    <a:pt x="38" y="6"/>
                    <a:pt x="35" y="4"/>
                  </a:cubicBezTo>
                  <a:cubicBezTo>
                    <a:pt x="33" y="3"/>
                    <a:pt x="30" y="0"/>
                    <a:pt x="29" y="1"/>
                  </a:cubicBezTo>
                  <a:cubicBezTo>
                    <a:pt x="27" y="2"/>
                    <a:pt x="27" y="3"/>
                    <a:pt x="25" y="4"/>
                  </a:cubicBezTo>
                  <a:cubicBezTo>
                    <a:pt x="23" y="6"/>
                    <a:pt x="18" y="6"/>
                    <a:pt x="18" y="10"/>
                  </a:cubicBezTo>
                  <a:cubicBezTo>
                    <a:pt x="16" y="15"/>
                    <a:pt x="16" y="13"/>
                    <a:pt x="13" y="17"/>
                  </a:cubicBezTo>
                  <a:cubicBezTo>
                    <a:pt x="10" y="20"/>
                    <a:pt x="7" y="24"/>
                    <a:pt x="6" y="27"/>
                  </a:cubicBezTo>
                  <a:cubicBezTo>
                    <a:pt x="6" y="31"/>
                    <a:pt x="4" y="30"/>
                    <a:pt x="3" y="33"/>
                  </a:cubicBezTo>
                  <a:cubicBezTo>
                    <a:pt x="2" y="36"/>
                    <a:pt x="1" y="37"/>
                    <a:pt x="1" y="40"/>
                  </a:cubicBezTo>
                  <a:cubicBezTo>
                    <a:pt x="2" y="43"/>
                    <a:pt x="0" y="45"/>
                    <a:pt x="1" y="4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1" name="Freeform 506">
              <a:extLst>
                <a:ext uri="{FF2B5EF4-FFF2-40B4-BE49-F238E27FC236}">
                  <a16:creationId xmlns:a16="http://schemas.microsoft.com/office/drawing/2014/main" id="{B7F5BA67-A670-D46B-1D9C-B2364E8495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60060" y="2140415"/>
              <a:ext cx="110010" cy="133987"/>
            </a:xfrm>
            <a:custGeom>
              <a:avLst/>
              <a:gdLst>
                <a:gd name="T0" fmla="*/ 7 w 100"/>
                <a:gd name="T1" fmla="*/ 43 h 125"/>
                <a:gd name="T2" fmla="*/ 9 w 100"/>
                <a:gd name="T3" fmla="*/ 55 h 125"/>
                <a:gd name="T4" fmla="*/ 13 w 100"/>
                <a:gd name="T5" fmla="*/ 60 h 125"/>
                <a:gd name="T6" fmla="*/ 11 w 100"/>
                <a:gd name="T7" fmla="*/ 65 h 125"/>
                <a:gd name="T8" fmla="*/ 10 w 100"/>
                <a:gd name="T9" fmla="*/ 72 h 125"/>
                <a:gd name="T10" fmla="*/ 5 w 100"/>
                <a:gd name="T11" fmla="*/ 78 h 125"/>
                <a:gd name="T12" fmla="*/ 6 w 100"/>
                <a:gd name="T13" fmla="*/ 85 h 125"/>
                <a:gd name="T14" fmla="*/ 9 w 100"/>
                <a:gd name="T15" fmla="*/ 91 h 125"/>
                <a:gd name="T16" fmla="*/ 3 w 100"/>
                <a:gd name="T17" fmla="*/ 92 h 125"/>
                <a:gd name="T18" fmla="*/ 11 w 100"/>
                <a:gd name="T19" fmla="*/ 95 h 125"/>
                <a:gd name="T20" fmla="*/ 24 w 100"/>
                <a:gd name="T21" fmla="*/ 88 h 125"/>
                <a:gd name="T22" fmla="*/ 31 w 100"/>
                <a:gd name="T23" fmla="*/ 90 h 125"/>
                <a:gd name="T24" fmla="*/ 37 w 100"/>
                <a:gd name="T25" fmla="*/ 81 h 125"/>
                <a:gd name="T26" fmla="*/ 47 w 100"/>
                <a:gd name="T27" fmla="*/ 84 h 125"/>
                <a:gd name="T28" fmla="*/ 53 w 100"/>
                <a:gd name="T29" fmla="*/ 79 h 125"/>
                <a:gd name="T30" fmla="*/ 63 w 100"/>
                <a:gd name="T31" fmla="*/ 79 h 125"/>
                <a:gd name="T32" fmla="*/ 70 w 100"/>
                <a:gd name="T33" fmla="*/ 63 h 125"/>
                <a:gd name="T34" fmla="*/ 66 w 100"/>
                <a:gd name="T35" fmla="*/ 50 h 125"/>
                <a:gd name="T36" fmla="*/ 63 w 100"/>
                <a:gd name="T37" fmla="*/ 25 h 125"/>
                <a:gd name="T38" fmla="*/ 48 w 100"/>
                <a:gd name="T39" fmla="*/ 0 h 125"/>
                <a:gd name="T40" fmla="*/ 40 w 100"/>
                <a:gd name="T41" fmla="*/ 8 h 125"/>
                <a:gd name="T42" fmla="*/ 30 w 100"/>
                <a:gd name="T43" fmla="*/ 7 h 125"/>
                <a:gd name="T44" fmla="*/ 16 w 100"/>
                <a:gd name="T45" fmla="*/ 11 h 125"/>
                <a:gd name="T46" fmla="*/ 12 w 100"/>
                <a:gd name="T47" fmla="*/ 17 h 125"/>
                <a:gd name="T48" fmla="*/ 12 w 100"/>
                <a:gd name="T49" fmla="*/ 19 h 125"/>
                <a:gd name="T50" fmla="*/ 14 w 100"/>
                <a:gd name="T51" fmla="*/ 26 h 125"/>
                <a:gd name="T52" fmla="*/ 14 w 100"/>
                <a:gd name="T53" fmla="*/ 34 h 125"/>
                <a:gd name="T54" fmla="*/ 19 w 100"/>
                <a:gd name="T55" fmla="*/ 40 h 125"/>
                <a:gd name="T56" fmla="*/ 12 w 100"/>
                <a:gd name="T57" fmla="*/ 37 h 125"/>
                <a:gd name="T58" fmla="*/ 4 w 100"/>
                <a:gd name="T59" fmla="*/ 38 h 125"/>
                <a:gd name="T60" fmla="*/ 74 w 100"/>
                <a:gd name="T61" fmla="*/ 113 h 125"/>
                <a:gd name="T62" fmla="*/ 74 w 100"/>
                <a:gd name="T63" fmla="*/ 110 h 125"/>
                <a:gd name="T64" fmla="*/ 74 w 100"/>
                <a:gd name="T65" fmla="*/ 113 h 125"/>
                <a:gd name="T66" fmla="*/ 97 w 100"/>
                <a:gd name="T67" fmla="*/ 25 h 125"/>
                <a:gd name="T68" fmla="*/ 97 w 100"/>
                <a:gd name="T69" fmla="*/ 23 h 125"/>
                <a:gd name="T70" fmla="*/ 27 w 100"/>
                <a:gd name="T71" fmla="*/ 93 h 125"/>
                <a:gd name="T72" fmla="*/ 23 w 100"/>
                <a:gd name="T73" fmla="*/ 95 h 125"/>
                <a:gd name="T74" fmla="*/ 39 w 100"/>
                <a:gd name="T75" fmla="*/ 90 h 125"/>
                <a:gd name="T76" fmla="*/ 36 w 100"/>
                <a:gd name="T77" fmla="*/ 87 h 125"/>
                <a:gd name="T78" fmla="*/ 39 w 100"/>
                <a:gd name="T79" fmla="*/ 90 h 125"/>
                <a:gd name="T80" fmla="*/ 5 w 100"/>
                <a:gd name="T81" fmla="*/ 124 h 125"/>
                <a:gd name="T82" fmla="*/ 14 w 100"/>
                <a:gd name="T83" fmla="*/ 120 h 125"/>
                <a:gd name="T84" fmla="*/ 11 w 100"/>
                <a:gd name="T85" fmla="*/ 118 h 125"/>
                <a:gd name="T86" fmla="*/ 2 w 100"/>
                <a:gd name="T87" fmla="*/ 121 h 125"/>
                <a:gd name="T88" fmla="*/ 6 w 100"/>
                <a:gd name="T89" fmla="*/ 20 h 125"/>
                <a:gd name="T90" fmla="*/ 8 w 100"/>
                <a:gd name="T91" fmla="*/ 22 h 125"/>
                <a:gd name="T92" fmla="*/ 7 w 100"/>
                <a:gd name="T93" fmla="*/ 20 h 125"/>
                <a:gd name="T94" fmla="*/ 6 w 100"/>
                <a:gd name="T95" fmla="*/ 20 h 125"/>
                <a:gd name="T96" fmla="*/ 52 w 100"/>
                <a:gd name="T97" fmla="*/ 88 h 125"/>
                <a:gd name="T98" fmla="*/ 50 w 100"/>
                <a:gd name="T99" fmla="*/ 86 h 125"/>
                <a:gd name="T100" fmla="*/ 65 w 100"/>
                <a:gd name="T101" fmla="*/ 101 h 125"/>
                <a:gd name="T102" fmla="*/ 69 w 100"/>
                <a:gd name="T103" fmla="*/ 92 h 125"/>
                <a:gd name="T104" fmla="*/ 64 w 100"/>
                <a:gd name="T105" fmla="*/ 96 h 125"/>
                <a:gd name="T106" fmla="*/ 65 w 100"/>
                <a:gd name="T107" fmla="*/ 10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0" h="125">
                  <a:moveTo>
                    <a:pt x="4" y="41"/>
                  </a:moveTo>
                  <a:cubicBezTo>
                    <a:pt x="5" y="43"/>
                    <a:pt x="6" y="42"/>
                    <a:pt x="7" y="43"/>
                  </a:cubicBezTo>
                  <a:cubicBezTo>
                    <a:pt x="8" y="44"/>
                    <a:pt x="8" y="46"/>
                    <a:pt x="7" y="49"/>
                  </a:cubicBezTo>
                  <a:cubicBezTo>
                    <a:pt x="7" y="52"/>
                    <a:pt x="7" y="53"/>
                    <a:pt x="9" y="55"/>
                  </a:cubicBezTo>
                  <a:cubicBezTo>
                    <a:pt x="10" y="58"/>
                    <a:pt x="13" y="57"/>
                    <a:pt x="14" y="58"/>
                  </a:cubicBezTo>
                  <a:cubicBezTo>
                    <a:pt x="14" y="59"/>
                    <a:pt x="13" y="59"/>
                    <a:pt x="13" y="60"/>
                  </a:cubicBezTo>
                  <a:cubicBezTo>
                    <a:pt x="12" y="60"/>
                    <a:pt x="13" y="61"/>
                    <a:pt x="13" y="63"/>
                  </a:cubicBezTo>
                  <a:cubicBezTo>
                    <a:pt x="13" y="65"/>
                    <a:pt x="13" y="64"/>
                    <a:pt x="11" y="65"/>
                  </a:cubicBezTo>
                  <a:cubicBezTo>
                    <a:pt x="10" y="67"/>
                    <a:pt x="11" y="67"/>
                    <a:pt x="11" y="69"/>
                  </a:cubicBezTo>
                  <a:cubicBezTo>
                    <a:pt x="12" y="71"/>
                    <a:pt x="11" y="72"/>
                    <a:pt x="10" y="72"/>
                  </a:cubicBezTo>
                  <a:cubicBezTo>
                    <a:pt x="9" y="72"/>
                    <a:pt x="8" y="73"/>
                    <a:pt x="7" y="74"/>
                  </a:cubicBezTo>
                  <a:cubicBezTo>
                    <a:pt x="6" y="74"/>
                    <a:pt x="5" y="76"/>
                    <a:pt x="5" y="78"/>
                  </a:cubicBezTo>
                  <a:cubicBezTo>
                    <a:pt x="5" y="80"/>
                    <a:pt x="6" y="80"/>
                    <a:pt x="5" y="82"/>
                  </a:cubicBezTo>
                  <a:cubicBezTo>
                    <a:pt x="5" y="84"/>
                    <a:pt x="5" y="84"/>
                    <a:pt x="6" y="85"/>
                  </a:cubicBezTo>
                  <a:cubicBezTo>
                    <a:pt x="8" y="86"/>
                    <a:pt x="11" y="86"/>
                    <a:pt x="10" y="88"/>
                  </a:cubicBezTo>
                  <a:cubicBezTo>
                    <a:pt x="9" y="90"/>
                    <a:pt x="10" y="89"/>
                    <a:pt x="9" y="91"/>
                  </a:cubicBezTo>
                  <a:cubicBezTo>
                    <a:pt x="8" y="92"/>
                    <a:pt x="8" y="91"/>
                    <a:pt x="6" y="90"/>
                  </a:cubicBezTo>
                  <a:cubicBezTo>
                    <a:pt x="4" y="90"/>
                    <a:pt x="4" y="91"/>
                    <a:pt x="3" y="92"/>
                  </a:cubicBezTo>
                  <a:cubicBezTo>
                    <a:pt x="3" y="93"/>
                    <a:pt x="5" y="94"/>
                    <a:pt x="6" y="95"/>
                  </a:cubicBezTo>
                  <a:cubicBezTo>
                    <a:pt x="8" y="97"/>
                    <a:pt x="9" y="98"/>
                    <a:pt x="11" y="95"/>
                  </a:cubicBezTo>
                  <a:cubicBezTo>
                    <a:pt x="13" y="92"/>
                    <a:pt x="16" y="91"/>
                    <a:pt x="17" y="90"/>
                  </a:cubicBezTo>
                  <a:cubicBezTo>
                    <a:pt x="18" y="89"/>
                    <a:pt x="23" y="89"/>
                    <a:pt x="24" y="88"/>
                  </a:cubicBezTo>
                  <a:cubicBezTo>
                    <a:pt x="25" y="86"/>
                    <a:pt x="26" y="86"/>
                    <a:pt x="28" y="86"/>
                  </a:cubicBezTo>
                  <a:cubicBezTo>
                    <a:pt x="30" y="86"/>
                    <a:pt x="30" y="89"/>
                    <a:pt x="31" y="90"/>
                  </a:cubicBezTo>
                  <a:cubicBezTo>
                    <a:pt x="32" y="91"/>
                    <a:pt x="33" y="90"/>
                    <a:pt x="33" y="87"/>
                  </a:cubicBezTo>
                  <a:cubicBezTo>
                    <a:pt x="33" y="84"/>
                    <a:pt x="35" y="83"/>
                    <a:pt x="37" y="81"/>
                  </a:cubicBezTo>
                  <a:cubicBezTo>
                    <a:pt x="38" y="80"/>
                    <a:pt x="40" y="82"/>
                    <a:pt x="41" y="83"/>
                  </a:cubicBezTo>
                  <a:cubicBezTo>
                    <a:pt x="42" y="84"/>
                    <a:pt x="45" y="86"/>
                    <a:pt x="47" y="84"/>
                  </a:cubicBezTo>
                  <a:cubicBezTo>
                    <a:pt x="48" y="82"/>
                    <a:pt x="49" y="83"/>
                    <a:pt x="52" y="83"/>
                  </a:cubicBezTo>
                  <a:cubicBezTo>
                    <a:pt x="54" y="82"/>
                    <a:pt x="52" y="81"/>
                    <a:pt x="53" y="79"/>
                  </a:cubicBezTo>
                  <a:cubicBezTo>
                    <a:pt x="54" y="77"/>
                    <a:pt x="56" y="79"/>
                    <a:pt x="58" y="79"/>
                  </a:cubicBezTo>
                  <a:cubicBezTo>
                    <a:pt x="59" y="78"/>
                    <a:pt x="60" y="79"/>
                    <a:pt x="63" y="79"/>
                  </a:cubicBezTo>
                  <a:cubicBezTo>
                    <a:pt x="65" y="79"/>
                    <a:pt x="65" y="77"/>
                    <a:pt x="66" y="73"/>
                  </a:cubicBezTo>
                  <a:cubicBezTo>
                    <a:pt x="68" y="69"/>
                    <a:pt x="69" y="66"/>
                    <a:pt x="70" y="63"/>
                  </a:cubicBezTo>
                  <a:cubicBezTo>
                    <a:pt x="72" y="60"/>
                    <a:pt x="70" y="59"/>
                    <a:pt x="68" y="57"/>
                  </a:cubicBezTo>
                  <a:cubicBezTo>
                    <a:pt x="65" y="56"/>
                    <a:pt x="66" y="55"/>
                    <a:pt x="66" y="50"/>
                  </a:cubicBezTo>
                  <a:cubicBezTo>
                    <a:pt x="65" y="46"/>
                    <a:pt x="66" y="39"/>
                    <a:pt x="67" y="36"/>
                  </a:cubicBezTo>
                  <a:cubicBezTo>
                    <a:pt x="68" y="32"/>
                    <a:pt x="65" y="28"/>
                    <a:pt x="63" y="25"/>
                  </a:cubicBezTo>
                  <a:cubicBezTo>
                    <a:pt x="60" y="22"/>
                    <a:pt x="57" y="14"/>
                    <a:pt x="53" y="8"/>
                  </a:cubicBezTo>
                  <a:cubicBezTo>
                    <a:pt x="52" y="5"/>
                    <a:pt x="50" y="2"/>
                    <a:pt x="48" y="0"/>
                  </a:cubicBezTo>
                  <a:cubicBezTo>
                    <a:pt x="46" y="3"/>
                    <a:pt x="44" y="6"/>
                    <a:pt x="43" y="6"/>
                  </a:cubicBezTo>
                  <a:cubicBezTo>
                    <a:pt x="42" y="7"/>
                    <a:pt x="41" y="7"/>
                    <a:pt x="40" y="8"/>
                  </a:cubicBezTo>
                  <a:cubicBezTo>
                    <a:pt x="38" y="8"/>
                    <a:pt x="36" y="8"/>
                    <a:pt x="34" y="8"/>
                  </a:cubicBezTo>
                  <a:cubicBezTo>
                    <a:pt x="32" y="8"/>
                    <a:pt x="31" y="7"/>
                    <a:pt x="30" y="7"/>
                  </a:cubicBezTo>
                  <a:cubicBezTo>
                    <a:pt x="27" y="7"/>
                    <a:pt x="24" y="7"/>
                    <a:pt x="21" y="8"/>
                  </a:cubicBezTo>
                  <a:cubicBezTo>
                    <a:pt x="18" y="9"/>
                    <a:pt x="17" y="10"/>
                    <a:pt x="16" y="11"/>
                  </a:cubicBezTo>
                  <a:cubicBezTo>
                    <a:pt x="16" y="12"/>
                    <a:pt x="15" y="13"/>
                    <a:pt x="14" y="13"/>
                  </a:cubicBezTo>
                  <a:cubicBezTo>
                    <a:pt x="13" y="15"/>
                    <a:pt x="12" y="16"/>
                    <a:pt x="12" y="17"/>
                  </a:cubicBezTo>
                  <a:cubicBezTo>
                    <a:pt x="12" y="18"/>
                    <a:pt x="11" y="18"/>
                    <a:pt x="11" y="18"/>
                  </a:cubicBezTo>
                  <a:cubicBezTo>
                    <a:pt x="11" y="18"/>
                    <a:pt x="12" y="18"/>
                    <a:pt x="12" y="19"/>
                  </a:cubicBezTo>
                  <a:cubicBezTo>
                    <a:pt x="13" y="20"/>
                    <a:pt x="13" y="20"/>
                    <a:pt x="13" y="23"/>
                  </a:cubicBezTo>
                  <a:cubicBezTo>
                    <a:pt x="12" y="25"/>
                    <a:pt x="13" y="25"/>
                    <a:pt x="14" y="26"/>
                  </a:cubicBezTo>
                  <a:cubicBezTo>
                    <a:pt x="15" y="28"/>
                    <a:pt x="14" y="29"/>
                    <a:pt x="14" y="30"/>
                  </a:cubicBezTo>
                  <a:cubicBezTo>
                    <a:pt x="13" y="31"/>
                    <a:pt x="13" y="31"/>
                    <a:pt x="14" y="34"/>
                  </a:cubicBezTo>
                  <a:cubicBezTo>
                    <a:pt x="15" y="36"/>
                    <a:pt x="16" y="35"/>
                    <a:pt x="17" y="36"/>
                  </a:cubicBezTo>
                  <a:cubicBezTo>
                    <a:pt x="19" y="37"/>
                    <a:pt x="19" y="39"/>
                    <a:pt x="19" y="40"/>
                  </a:cubicBezTo>
                  <a:cubicBezTo>
                    <a:pt x="18" y="40"/>
                    <a:pt x="15" y="41"/>
                    <a:pt x="14" y="39"/>
                  </a:cubicBezTo>
                  <a:cubicBezTo>
                    <a:pt x="14" y="37"/>
                    <a:pt x="13" y="38"/>
                    <a:pt x="12" y="37"/>
                  </a:cubicBezTo>
                  <a:cubicBezTo>
                    <a:pt x="12" y="36"/>
                    <a:pt x="9" y="36"/>
                    <a:pt x="7" y="37"/>
                  </a:cubicBezTo>
                  <a:cubicBezTo>
                    <a:pt x="6" y="38"/>
                    <a:pt x="6" y="38"/>
                    <a:pt x="4" y="38"/>
                  </a:cubicBezTo>
                  <a:cubicBezTo>
                    <a:pt x="2" y="39"/>
                    <a:pt x="3" y="40"/>
                    <a:pt x="4" y="41"/>
                  </a:cubicBezTo>
                  <a:close/>
                  <a:moveTo>
                    <a:pt x="74" y="113"/>
                  </a:moveTo>
                  <a:cubicBezTo>
                    <a:pt x="75" y="113"/>
                    <a:pt x="75" y="111"/>
                    <a:pt x="75" y="111"/>
                  </a:cubicBezTo>
                  <a:cubicBezTo>
                    <a:pt x="76" y="110"/>
                    <a:pt x="75" y="110"/>
                    <a:pt x="74" y="110"/>
                  </a:cubicBezTo>
                  <a:cubicBezTo>
                    <a:pt x="73" y="111"/>
                    <a:pt x="72" y="112"/>
                    <a:pt x="72" y="112"/>
                  </a:cubicBezTo>
                  <a:cubicBezTo>
                    <a:pt x="73" y="113"/>
                    <a:pt x="74" y="114"/>
                    <a:pt x="74" y="113"/>
                  </a:cubicBezTo>
                  <a:close/>
                  <a:moveTo>
                    <a:pt x="97" y="23"/>
                  </a:moveTo>
                  <a:cubicBezTo>
                    <a:pt x="96" y="24"/>
                    <a:pt x="97" y="25"/>
                    <a:pt x="97" y="25"/>
                  </a:cubicBezTo>
                  <a:cubicBezTo>
                    <a:pt x="98" y="25"/>
                    <a:pt x="99" y="25"/>
                    <a:pt x="99" y="24"/>
                  </a:cubicBezTo>
                  <a:cubicBezTo>
                    <a:pt x="100" y="23"/>
                    <a:pt x="98" y="22"/>
                    <a:pt x="97" y="23"/>
                  </a:cubicBezTo>
                  <a:close/>
                  <a:moveTo>
                    <a:pt x="26" y="96"/>
                  </a:moveTo>
                  <a:cubicBezTo>
                    <a:pt x="27" y="95"/>
                    <a:pt x="27" y="94"/>
                    <a:pt x="27" y="93"/>
                  </a:cubicBezTo>
                  <a:cubicBezTo>
                    <a:pt x="27" y="92"/>
                    <a:pt x="26" y="91"/>
                    <a:pt x="24" y="92"/>
                  </a:cubicBezTo>
                  <a:cubicBezTo>
                    <a:pt x="22" y="93"/>
                    <a:pt x="22" y="94"/>
                    <a:pt x="23" y="95"/>
                  </a:cubicBezTo>
                  <a:cubicBezTo>
                    <a:pt x="24" y="95"/>
                    <a:pt x="24" y="96"/>
                    <a:pt x="26" y="96"/>
                  </a:cubicBezTo>
                  <a:close/>
                  <a:moveTo>
                    <a:pt x="39" y="90"/>
                  </a:moveTo>
                  <a:cubicBezTo>
                    <a:pt x="40" y="89"/>
                    <a:pt x="39" y="89"/>
                    <a:pt x="39" y="88"/>
                  </a:cubicBezTo>
                  <a:cubicBezTo>
                    <a:pt x="39" y="87"/>
                    <a:pt x="36" y="85"/>
                    <a:pt x="36" y="87"/>
                  </a:cubicBezTo>
                  <a:cubicBezTo>
                    <a:pt x="36" y="88"/>
                    <a:pt x="36" y="89"/>
                    <a:pt x="37" y="89"/>
                  </a:cubicBezTo>
                  <a:cubicBezTo>
                    <a:pt x="38" y="90"/>
                    <a:pt x="38" y="91"/>
                    <a:pt x="39" y="90"/>
                  </a:cubicBezTo>
                  <a:close/>
                  <a:moveTo>
                    <a:pt x="1" y="124"/>
                  </a:moveTo>
                  <a:cubicBezTo>
                    <a:pt x="3" y="124"/>
                    <a:pt x="3" y="125"/>
                    <a:pt x="5" y="124"/>
                  </a:cubicBezTo>
                  <a:cubicBezTo>
                    <a:pt x="8" y="124"/>
                    <a:pt x="8" y="124"/>
                    <a:pt x="10" y="123"/>
                  </a:cubicBezTo>
                  <a:cubicBezTo>
                    <a:pt x="12" y="121"/>
                    <a:pt x="11" y="121"/>
                    <a:pt x="14" y="120"/>
                  </a:cubicBezTo>
                  <a:cubicBezTo>
                    <a:pt x="16" y="119"/>
                    <a:pt x="17" y="118"/>
                    <a:pt x="16" y="118"/>
                  </a:cubicBezTo>
                  <a:cubicBezTo>
                    <a:pt x="14" y="118"/>
                    <a:pt x="13" y="118"/>
                    <a:pt x="11" y="118"/>
                  </a:cubicBezTo>
                  <a:cubicBezTo>
                    <a:pt x="10" y="117"/>
                    <a:pt x="5" y="116"/>
                    <a:pt x="5" y="119"/>
                  </a:cubicBezTo>
                  <a:cubicBezTo>
                    <a:pt x="4" y="120"/>
                    <a:pt x="3" y="120"/>
                    <a:pt x="2" y="121"/>
                  </a:cubicBezTo>
                  <a:cubicBezTo>
                    <a:pt x="1" y="122"/>
                    <a:pt x="0" y="123"/>
                    <a:pt x="1" y="124"/>
                  </a:cubicBezTo>
                  <a:close/>
                  <a:moveTo>
                    <a:pt x="6" y="20"/>
                  </a:moveTo>
                  <a:cubicBezTo>
                    <a:pt x="5" y="20"/>
                    <a:pt x="5" y="21"/>
                    <a:pt x="6" y="21"/>
                  </a:cubicBezTo>
                  <a:cubicBezTo>
                    <a:pt x="6" y="22"/>
                    <a:pt x="8" y="23"/>
                    <a:pt x="8" y="22"/>
                  </a:cubicBezTo>
                  <a:cubicBezTo>
                    <a:pt x="8" y="22"/>
                    <a:pt x="8" y="21"/>
                    <a:pt x="8" y="21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7" y="19"/>
                    <a:pt x="6" y="19"/>
                    <a:pt x="6" y="20"/>
                  </a:cubicBezTo>
                  <a:close/>
                  <a:moveTo>
                    <a:pt x="50" y="89"/>
                  </a:moveTo>
                  <a:cubicBezTo>
                    <a:pt x="52" y="89"/>
                    <a:pt x="51" y="89"/>
                    <a:pt x="52" y="88"/>
                  </a:cubicBezTo>
                  <a:cubicBezTo>
                    <a:pt x="53" y="87"/>
                    <a:pt x="53" y="86"/>
                    <a:pt x="52" y="86"/>
                  </a:cubicBezTo>
                  <a:cubicBezTo>
                    <a:pt x="52" y="85"/>
                    <a:pt x="51" y="86"/>
                    <a:pt x="50" y="86"/>
                  </a:cubicBezTo>
                  <a:cubicBezTo>
                    <a:pt x="48" y="87"/>
                    <a:pt x="49" y="90"/>
                    <a:pt x="50" y="89"/>
                  </a:cubicBezTo>
                  <a:close/>
                  <a:moveTo>
                    <a:pt x="65" y="101"/>
                  </a:moveTo>
                  <a:cubicBezTo>
                    <a:pt x="66" y="99"/>
                    <a:pt x="66" y="98"/>
                    <a:pt x="67" y="96"/>
                  </a:cubicBezTo>
                  <a:cubicBezTo>
                    <a:pt x="68" y="94"/>
                    <a:pt x="69" y="93"/>
                    <a:pt x="69" y="92"/>
                  </a:cubicBezTo>
                  <a:cubicBezTo>
                    <a:pt x="68" y="91"/>
                    <a:pt x="66" y="90"/>
                    <a:pt x="65" y="93"/>
                  </a:cubicBezTo>
                  <a:cubicBezTo>
                    <a:pt x="65" y="94"/>
                    <a:pt x="65" y="95"/>
                    <a:pt x="64" y="96"/>
                  </a:cubicBezTo>
                  <a:cubicBezTo>
                    <a:pt x="64" y="98"/>
                    <a:pt x="62" y="99"/>
                    <a:pt x="63" y="100"/>
                  </a:cubicBezTo>
                  <a:cubicBezTo>
                    <a:pt x="64" y="102"/>
                    <a:pt x="64" y="102"/>
                    <a:pt x="65" y="10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2" name="Freeform 507">
              <a:extLst>
                <a:ext uri="{FF2B5EF4-FFF2-40B4-BE49-F238E27FC236}">
                  <a16:creationId xmlns:a16="http://schemas.microsoft.com/office/drawing/2014/main" id="{AA975314-D576-B8F4-7CB5-19167BA89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4597" y="2181316"/>
              <a:ext cx="12693" cy="5642"/>
            </a:xfrm>
            <a:custGeom>
              <a:avLst/>
              <a:gdLst>
                <a:gd name="T0" fmla="*/ 8 w 11"/>
                <a:gd name="T1" fmla="*/ 1 h 5"/>
                <a:gd name="T2" fmla="*/ 4 w 11"/>
                <a:gd name="T3" fmla="*/ 2 h 5"/>
                <a:gd name="T4" fmla="*/ 1 w 11"/>
                <a:gd name="T5" fmla="*/ 4 h 5"/>
                <a:gd name="T6" fmla="*/ 4 w 11"/>
                <a:gd name="T7" fmla="*/ 4 h 5"/>
                <a:gd name="T8" fmla="*/ 7 w 11"/>
                <a:gd name="T9" fmla="*/ 3 h 5"/>
                <a:gd name="T10" fmla="*/ 9 w 11"/>
                <a:gd name="T11" fmla="*/ 2 h 5"/>
                <a:gd name="T12" fmla="*/ 8 w 11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5">
                  <a:moveTo>
                    <a:pt x="8" y="1"/>
                  </a:moveTo>
                  <a:cubicBezTo>
                    <a:pt x="7" y="2"/>
                    <a:pt x="7" y="2"/>
                    <a:pt x="4" y="2"/>
                  </a:cubicBezTo>
                  <a:cubicBezTo>
                    <a:pt x="1" y="3"/>
                    <a:pt x="0" y="3"/>
                    <a:pt x="1" y="4"/>
                  </a:cubicBezTo>
                  <a:cubicBezTo>
                    <a:pt x="2" y="5"/>
                    <a:pt x="2" y="5"/>
                    <a:pt x="4" y="4"/>
                  </a:cubicBezTo>
                  <a:cubicBezTo>
                    <a:pt x="5" y="4"/>
                    <a:pt x="6" y="3"/>
                    <a:pt x="7" y="3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1" y="1"/>
                    <a:pt x="9" y="0"/>
                    <a:pt x="8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3" name="Freeform 508">
              <a:extLst>
                <a:ext uri="{FF2B5EF4-FFF2-40B4-BE49-F238E27FC236}">
                  <a16:creationId xmlns:a16="http://schemas.microsoft.com/office/drawing/2014/main" id="{805E1843-C5E9-E276-58AE-46E6D5DDE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7672" y="2158750"/>
              <a:ext cx="8462" cy="2821"/>
            </a:xfrm>
            <a:custGeom>
              <a:avLst/>
              <a:gdLst>
                <a:gd name="T0" fmla="*/ 4 w 8"/>
                <a:gd name="T1" fmla="*/ 0 h 3"/>
                <a:gd name="T2" fmla="*/ 2 w 8"/>
                <a:gd name="T3" fmla="*/ 1 h 3"/>
                <a:gd name="T4" fmla="*/ 5 w 8"/>
                <a:gd name="T5" fmla="*/ 3 h 3"/>
                <a:gd name="T6" fmla="*/ 8 w 8"/>
                <a:gd name="T7" fmla="*/ 1 h 3"/>
                <a:gd name="T8" fmla="*/ 4 w 8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cubicBezTo>
                    <a:pt x="1" y="0"/>
                    <a:pt x="0" y="0"/>
                    <a:pt x="2" y="1"/>
                  </a:cubicBezTo>
                  <a:cubicBezTo>
                    <a:pt x="4" y="2"/>
                    <a:pt x="4" y="3"/>
                    <a:pt x="5" y="3"/>
                  </a:cubicBezTo>
                  <a:cubicBezTo>
                    <a:pt x="6" y="2"/>
                    <a:pt x="8" y="2"/>
                    <a:pt x="8" y="1"/>
                  </a:cubicBezTo>
                  <a:cubicBezTo>
                    <a:pt x="7" y="0"/>
                    <a:pt x="5" y="0"/>
                    <a:pt x="4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4" name="Freeform 509">
              <a:extLst>
                <a:ext uri="{FF2B5EF4-FFF2-40B4-BE49-F238E27FC236}">
                  <a16:creationId xmlns:a16="http://schemas.microsoft.com/office/drawing/2014/main" id="{21AF19DD-DC2B-1CC6-1E5B-5B645FD9A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314" y="2174264"/>
              <a:ext cx="4231" cy="5642"/>
            </a:xfrm>
            <a:custGeom>
              <a:avLst/>
              <a:gdLst>
                <a:gd name="T0" fmla="*/ 0 w 4"/>
                <a:gd name="T1" fmla="*/ 1 h 5"/>
                <a:gd name="T2" fmla="*/ 1 w 4"/>
                <a:gd name="T3" fmla="*/ 3 h 5"/>
                <a:gd name="T4" fmla="*/ 3 w 4"/>
                <a:gd name="T5" fmla="*/ 4 h 5"/>
                <a:gd name="T6" fmla="*/ 3 w 4"/>
                <a:gd name="T7" fmla="*/ 2 h 5"/>
                <a:gd name="T8" fmla="*/ 0 w 4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0" y="2"/>
                    <a:pt x="1" y="2"/>
                    <a:pt x="1" y="3"/>
                  </a:cubicBezTo>
                  <a:cubicBezTo>
                    <a:pt x="1" y="4"/>
                    <a:pt x="2" y="5"/>
                    <a:pt x="3" y="4"/>
                  </a:cubicBezTo>
                  <a:cubicBezTo>
                    <a:pt x="3" y="4"/>
                    <a:pt x="4" y="4"/>
                    <a:pt x="3" y="2"/>
                  </a:cubicBezTo>
                  <a:cubicBezTo>
                    <a:pt x="3" y="1"/>
                    <a:pt x="0" y="0"/>
                    <a:pt x="0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5" name="Freeform 510">
              <a:extLst>
                <a:ext uri="{FF2B5EF4-FFF2-40B4-BE49-F238E27FC236}">
                  <a16:creationId xmlns:a16="http://schemas.microsoft.com/office/drawing/2014/main" id="{4D155424-F72E-E9E6-46C3-5881B281C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799" y="2048740"/>
              <a:ext cx="64878" cy="45132"/>
            </a:xfrm>
            <a:custGeom>
              <a:avLst/>
              <a:gdLst>
                <a:gd name="T0" fmla="*/ 12 w 59"/>
                <a:gd name="T1" fmla="*/ 34 h 42"/>
                <a:gd name="T2" fmla="*/ 8 w 59"/>
                <a:gd name="T3" fmla="*/ 36 h 42"/>
                <a:gd name="T4" fmla="*/ 4 w 59"/>
                <a:gd name="T5" fmla="*/ 39 h 42"/>
                <a:gd name="T6" fmla="*/ 3 w 59"/>
                <a:gd name="T7" fmla="*/ 42 h 42"/>
                <a:gd name="T8" fmla="*/ 8 w 59"/>
                <a:gd name="T9" fmla="*/ 39 h 42"/>
                <a:gd name="T10" fmla="*/ 14 w 59"/>
                <a:gd name="T11" fmla="*/ 35 h 42"/>
                <a:gd name="T12" fmla="*/ 19 w 59"/>
                <a:gd name="T13" fmla="*/ 33 h 42"/>
                <a:gd name="T14" fmla="*/ 23 w 59"/>
                <a:gd name="T15" fmla="*/ 29 h 42"/>
                <a:gd name="T16" fmla="*/ 30 w 59"/>
                <a:gd name="T17" fmla="*/ 25 h 42"/>
                <a:gd name="T18" fmla="*/ 36 w 59"/>
                <a:gd name="T19" fmla="*/ 23 h 42"/>
                <a:gd name="T20" fmla="*/ 42 w 59"/>
                <a:gd name="T21" fmla="*/ 23 h 42"/>
                <a:gd name="T22" fmla="*/ 48 w 59"/>
                <a:gd name="T23" fmla="*/ 23 h 42"/>
                <a:gd name="T24" fmla="*/ 54 w 59"/>
                <a:gd name="T25" fmla="*/ 24 h 42"/>
                <a:gd name="T26" fmla="*/ 58 w 59"/>
                <a:gd name="T27" fmla="*/ 21 h 42"/>
                <a:gd name="T28" fmla="*/ 54 w 59"/>
                <a:gd name="T29" fmla="*/ 17 h 42"/>
                <a:gd name="T30" fmla="*/ 46 w 59"/>
                <a:gd name="T31" fmla="*/ 12 h 42"/>
                <a:gd name="T32" fmla="*/ 41 w 59"/>
                <a:gd name="T33" fmla="*/ 9 h 42"/>
                <a:gd name="T34" fmla="*/ 40 w 59"/>
                <a:gd name="T35" fmla="*/ 2 h 42"/>
                <a:gd name="T36" fmla="*/ 37 w 59"/>
                <a:gd name="T37" fmla="*/ 2 h 42"/>
                <a:gd name="T38" fmla="*/ 30 w 59"/>
                <a:gd name="T39" fmla="*/ 3 h 42"/>
                <a:gd name="T40" fmla="*/ 26 w 59"/>
                <a:gd name="T41" fmla="*/ 1 h 42"/>
                <a:gd name="T42" fmla="*/ 23 w 59"/>
                <a:gd name="T43" fmla="*/ 0 h 42"/>
                <a:gd name="T44" fmla="*/ 19 w 59"/>
                <a:gd name="T45" fmla="*/ 0 h 42"/>
                <a:gd name="T46" fmla="*/ 15 w 59"/>
                <a:gd name="T47" fmla="*/ 2 h 42"/>
                <a:gd name="T48" fmla="*/ 11 w 59"/>
                <a:gd name="T49" fmla="*/ 5 h 42"/>
                <a:gd name="T50" fmla="*/ 10 w 59"/>
                <a:gd name="T51" fmla="*/ 6 h 42"/>
                <a:gd name="T52" fmla="*/ 13 w 59"/>
                <a:gd name="T53" fmla="*/ 13 h 42"/>
                <a:gd name="T54" fmla="*/ 11 w 59"/>
                <a:gd name="T55" fmla="*/ 18 h 42"/>
                <a:gd name="T56" fmla="*/ 11 w 59"/>
                <a:gd name="T57" fmla="*/ 18 h 42"/>
                <a:gd name="T58" fmla="*/ 10 w 59"/>
                <a:gd name="T59" fmla="*/ 18 h 42"/>
                <a:gd name="T60" fmla="*/ 10 w 59"/>
                <a:gd name="T61" fmla="*/ 18 h 42"/>
                <a:gd name="T62" fmla="*/ 6 w 59"/>
                <a:gd name="T63" fmla="*/ 22 h 42"/>
                <a:gd name="T64" fmla="*/ 3 w 59"/>
                <a:gd name="T65" fmla="*/ 29 h 42"/>
                <a:gd name="T66" fmla="*/ 0 w 59"/>
                <a:gd name="T67" fmla="*/ 32 h 42"/>
                <a:gd name="T68" fmla="*/ 0 w 59"/>
                <a:gd name="T69" fmla="*/ 33 h 42"/>
                <a:gd name="T70" fmla="*/ 1 w 59"/>
                <a:gd name="T71" fmla="*/ 33 h 42"/>
                <a:gd name="T72" fmla="*/ 6 w 59"/>
                <a:gd name="T73" fmla="*/ 32 h 42"/>
                <a:gd name="T74" fmla="*/ 12 w 59"/>
                <a:gd name="T75" fmla="*/ 32 h 42"/>
                <a:gd name="T76" fmla="*/ 12 w 59"/>
                <a:gd name="T77" fmla="*/ 3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9" h="42">
                  <a:moveTo>
                    <a:pt x="12" y="34"/>
                  </a:moveTo>
                  <a:cubicBezTo>
                    <a:pt x="11" y="35"/>
                    <a:pt x="9" y="35"/>
                    <a:pt x="8" y="36"/>
                  </a:cubicBezTo>
                  <a:cubicBezTo>
                    <a:pt x="6" y="37"/>
                    <a:pt x="4" y="38"/>
                    <a:pt x="4" y="39"/>
                  </a:cubicBezTo>
                  <a:cubicBezTo>
                    <a:pt x="4" y="40"/>
                    <a:pt x="2" y="41"/>
                    <a:pt x="3" y="42"/>
                  </a:cubicBezTo>
                  <a:cubicBezTo>
                    <a:pt x="5" y="42"/>
                    <a:pt x="6" y="41"/>
                    <a:pt x="8" y="39"/>
                  </a:cubicBezTo>
                  <a:cubicBezTo>
                    <a:pt x="9" y="38"/>
                    <a:pt x="13" y="36"/>
                    <a:pt x="14" y="35"/>
                  </a:cubicBezTo>
                  <a:cubicBezTo>
                    <a:pt x="16" y="35"/>
                    <a:pt x="18" y="34"/>
                    <a:pt x="19" y="33"/>
                  </a:cubicBezTo>
                  <a:cubicBezTo>
                    <a:pt x="20" y="33"/>
                    <a:pt x="21" y="31"/>
                    <a:pt x="23" y="29"/>
                  </a:cubicBezTo>
                  <a:cubicBezTo>
                    <a:pt x="25" y="27"/>
                    <a:pt x="27" y="27"/>
                    <a:pt x="30" y="25"/>
                  </a:cubicBezTo>
                  <a:cubicBezTo>
                    <a:pt x="33" y="23"/>
                    <a:pt x="32" y="23"/>
                    <a:pt x="36" y="23"/>
                  </a:cubicBezTo>
                  <a:cubicBezTo>
                    <a:pt x="39" y="23"/>
                    <a:pt x="39" y="23"/>
                    <a:pt x="42" y="23"/>
                  </a:cubicBezTo>
                  <a:cubicBezTo>
                    <a:pt x="46" y="23"/>
                    <a:pt x="46" y="22"/>
                    <a:pt x="48" y="23"/>
                  </a:cubicBezTo>
                  <a:cubicBezTo>
                    <a:pt x="50" y="24"/>
                    <a:pt x="52" y="24"/>
                    <a:pt x="54" y="24"/>
                  </a:cubicBezTo>
                  <a:cubicBezTo>
                    <a:pt x="56" y="23"/>
                    <a:pt x="57" y="23"/>
                    <a:pt x="58" y="21"/>
                  </a:cubicBezTo>
                  <a:cubicBezTo>
                    <a:pt x="59" y="19"/>
                    <a:pt x="56" y="18"/>
                    <a:pt x="54" y="17"/>
                  </a:cubicBezTo>
                  <a:cubicBezTo>
                    <a:pt x="51" y="16"/>
                    <a:pt x="48" y="12"/>
                    <a:pt x="46" y="12"/>
                  </a:cubicBezTo>
                  <a:cubicBezTo>
                    <a:pt x="45" y="12"/>
                    <a:pt x="41" y="12"/>
                    <a:pt x="41" y="9"/>
                  </a:cubicBezTo>
                  <a:cubicBezTo>
                    <a:pt x="40" y="6"/>
                    <a:pt x="40" y="4"/>
                    <a:pt x="40" y="2"/>
                  </a:cubicBezTo>
                  <a:cubicBezTo>
                    <a:pt x="39" y="2"/>
                    <a:pt x="38" y="2"/>
                    <a:pt x="37" y="2"/>
                  </a:cubicBezTo>
                  <a:cubicBezTo>
                    <a:pt x="34" y="2"/>
                    <a:pt x="32" y="3"/>
                    <a:pt x="30" y="3"/>
                  </a:cubicBezTo>
                  <a:cubicBezTo>
                    <a:pt x="29" y="2"/>
                    <a:pt x="28" y="2"/>
                    <a:pt x="26" y="1"/>
                  </a:cubicBezTo>
                  <a:cubicBezTo>
                    <a:pt x="25" y="0"/>
                    <a:pt x="24" y="0"/>
                    <a:pt x="23" y="0"/>
                  </a:cubicBezTo>
                  <a:cubicBezTo>
                    <a:pt x="22" y="0"/>
                    <a:pt x="21" y="0"/>
                    <a:pt x="19" y="0"/>
                  </a:cubicBezTo>
                  <a:cubicBezTo>
                    <a:pt x="18" y="0"/>
                    <a:pt x="16" y="1"/>
                    <a:pt x="15" y="2"/>
                  </a:cubicBezTo>
                  <a:cubicBezTo>
                    <a:pt x="13" y="2"/>
                    <a:pt x="12" y="4"/>
                    <a:pt x="11" y="5"/>
                  </a:cubicBezTo>
                  <a:cubicBezTo>
                    <a:pt x="10" y="5"/>
                    <a:pt x="10" y="6"/>
                    <a:pt x="10" y="6"/>
                  </a:cubicBezTo>
                  <a:cubicBezTo>
                    <a:pt x="10" y="7"/>
                    <a:pt x="12" y="12"/>
                    <a:pt x="13" y="13"/>
                  </a:cubicBezTo>
                  <a:cubicBezTo>
                    <a:pt x="14" y="15"/>
                    <a:pt x="13" y="16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8" y="19"/>
                    <a:pt x="6" y="21"/>
                    <a:pt x="6" y="22"/>
                  </a:cubicBezTo>
                  <a:cubicBezTo>
                    <a:pt x="6" y="24"/>
                    <a:pt x="5" y="26"/>
                    <a:pt x="3" y="29"/>
                  </a:cubicBezTo>
                  <a:cubicBezTo>
                    <a:pt x="3" y="30"/>
                    <a:pt x="2" y="31"/>
                    <a:pt x="0" y="32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3" y="33"/>
                    <a:pt x="3" y="32"/>
                    <a:pt x="6" y="32"/>
                  </a:cubicBezTo>
                  <a:cubicBezTo>
                    <a:pt x="8" y="32"/>
                    <a:pt x="11" y="32"/>
                    <a:pt x="12" y="32"/>
                  </a:cubicBezTo>
                  <a:cubicBezTo>
                    <a:pt x="13" y="32"/>
                    <a:pt x="13" y="33"/>
                    <a:pt x="12" y="3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6" name="Freeform 511">
              <a:extLst>
                <a:ext uri="{FF2B5EF4-FFF2-40B4-BE49-F238E27FC236}">
                  <a16:creationId xmlns:a16="http://schemas.microsoft.com/office/drawing/2014/main" id="{775F4334-8DA5-1CD6-A317-6D704DF7D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7799" y="2119259"/>
              <a:ext cx="9873" cy="7052"/>
            </a:xfrm>
            <a:custGeom>
              <a:avLst/>
              <a:gdLst>
                <a:gd name="T0" fmla="*/ 4 w 9"/>
                <a:gd name="T1" fmla="*/ 5 h 7"/>
                <a:gd name="T2" fmla="*/ 7 w 9"/>
                <a:gd name="T3" fmla="*/ 7 h 7"/>
                <a:gd name="T4" fmla="*/ 8 w 9"/>
                <a:gd name="T5" fmla="*/ 4 h 7"/>
                <a:gd name="T6" fmla="*/ 7 w 9"/>
                <a:gd name="T7" fmla="*/ 2 h 7"/>
                <a:gd name="T8" fmla="*/ 3 w 9"/>
                <a:gd name="T9" fmla="*/ 0 h 7"/>
                <a:gd name="T10" fmla="*/ 2 w 9"/>
                <a:gd name="T11" fmla="*/ 2 h 7"/>
                <a:gd name="T12" fmla="*/ 4 w 9"/>
                <a:gd name="T1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cubicBezTo>
                    <a:pt x="7" y="6"/>
                    <a:pt x="6" y="7"/>
                    <a:pt x="7" y="7"/>
                  </a:cubicBezTo>
                  <a:cubicBezTo>
                    <a:pt x="9" y="7"/>
                    <a:pt x="9" y="6"/>
                    <a:pt x="8" y="4"/>
                  </a:cubicBezTo>
                  <a:cubicBezTo>
                    <a:pt x="8" y="3"/>
                    <a:pt x="7" y="3"/>
                    <a:pt x="7" y="2"/>
                  </a:cubicBezTo>
                  <a:cubicBezTo>
                    <a:pt x="6" y="1"/>
                    <a:pt x="5" y="0"/>
                    <a:pt x="3" y="0"/>
                  </a:cubicBezTo>
                  <a:cubicBezTo>
                    <a:pt x="1" y="0"/>
                    <a:pt x="0" y="1"/>
                    <a:pt x="2" y="2"/>
                  </a:cubicBezTo>
                  <a:cubicBezTo>
                    <a:pt x="3" y="2"/>
                    <a:pt x="1" y="4"/>
                    <a:pt x="4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7" name="Freeform 512">
              <a:extLst>
                <a:ext uri="{FF2B5EF4-FFF2-40B4-BE49-F238E27FC236}">
                  <a16:creationId xmlns:a16="http://schemas.microsoft.com/office/drawing/2014/main" id="{CD4A58C9-E760-7DB8-EA03-0F9106A39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158" y="2158750"/>
              <a:ext cx="11283" cy="8462"/>
            </a:xfrm>
            <a:custGeom>
              <a:avLst/>
              <a:gdLst>
                <a:gd name="T0" fmla="*/ 1 w 10"/>
                <a:gd name="T1" fmla="*/ 5 h 7"/>
                <a:gd name="T2" fmla="*/ 4 w 10"/>
                <a:gd name="T3" fmla="*/ 5 h 7"/>
                <a:gd name="T4" fmla="*/ 7 w 10"/>
                <a:gd name="T5" fmla="*/ 4 h 7"/>
                <a:gd name="T6" fmla="*/ 10 w 10"/>
                <a:gd name="T7" fmla="*/ 3 h 7"/>
                <a:gd name="T8" fmla="*/ 8 w 10"/>
                <a:gd name="T9" fmla="*/ 1 h 7"/>
                <a:gd name="T10" fmla="*/ 5 w 10"/>
                <a:gd name="T11" fmla="*/ 3 h 7"/>
                <a:gd name="T12" fmla="*/ 1 w 10"/>
                <a:gd name="T1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1" y="5"/>
                  </a:moveTo>
                  <a:cubicBezTo>
                    <a:pt x="2" y="6"/>
                    <a:pt x="2" y="7"/>
                    <a:pt x="4" y="5"/>
                  </a:cubicBezTo>
                  <a:cubicBezTo>
                    <a:pt x="5" y="4"/>
                    <a:pt x="5" y="4"/>
                    <a:pt x="7" y="4"/>
                  </a:cubicBezTo>
                  <a:cubicBezTo>
                    <a:pt x="8" y="4"/>
                    <a:pt x="9" y="4"/>
                    <a:pt x="10" y="3"/>
                  </a:cubicBezTo>
                  <a:cubicBezTo>
                    <a:pt x="10" y="1"/>
                    <a:pt x="10" y="0"/>
                    <a:pt x="8" y="1"/>
                  </a:cubicBezTo>
                  <a:cubicBezTo>
                    <a:pt x="7" y="2"/>
                    <a:pt x="7" y="3"/>
                    <a:pt x="5" y="3"/>
                  </a:cubicBezTo>
                  <a:cubicBezTo>
                    <a:pt x="2" y="3"/>
                    <a:pt x="0" y="5"/>
                    <a:pt x="1" y="5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8" name="Freeform 513">
              <a:extLst>
                <a:ext uri="{FF2B5EF4-FFF2-40B4-BE49-F238E27FC236}">
                  <a16:creationId xmlns:a16="http://schemas.microsoft.com/office/drawing/2014/main" id="{58FECF1E-8B9F-C638-ACA1-A272591DE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6134" y="2181316"/>
              <a:ext cx="7052" cy="5642"/>
            </a:xfrm>
            <a:custGeom>
              <a:avLst/>
              <a:gdLst>
                <a:gd name="T0" fmla="*/ 5 w 7"/>
                <a:gd name="T1" fmla="*/ 1 h 6"/>
                <a:gd name="T2" fmla="*/ 2 w 7"/>
                <a:gd name="T3" fmla="*/ 1 h 6"/>
                <a:gd name="T4" fmla="*/ 1 w 7"/>
                <a:gd name="T5" fmla="*/ 4 h 6"/>
                <a:gd name="T6" fmla="*/ 1 w 7"/>
                <a:gd name="T7" fmla="*/ 6 h 6"/>
                <a:gd name="T8" fmla="*/ 3 w 7"/>
                <a:gd name="T9" fmla="*/ 3 h 6"/>
                <a:gd name="T10" fmla="*/ 6 w 7"/>
                <a:gd name="T11" fmla="*/ 2 h 6"/>
                <a:gd name="T12" fmla="*/ 5 w 7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5" y="1"/>
                  </a:moveTo>
                  <a:cubicBezTo>
                    <a:pt x="4" y="1"/>
                    <a:pt x="3" y="0"/>
                    <a:pt x="2" y="1"/>
                  </a:cubicBezTo>
                  <a:cubicBezTo>
                    <a:pt x="1" y="2"/>
                    <a:pt x="0" y="3"/>
                    <a:pt x="1" y="4"/>
                  </a:cubicBezTo>
                  <a:cubicBezTo>
                    <a:pt x="1" y="5"/>
                    <a:pt x="0" y="6"/>
                    <a:pt x="1" y="6"/>
                  </a:cubicBezTo>
                  <a:cubicBezTo>
                    <a:pt x="2" y="5"/>
                    <a:pt x="2" y="3"/>
                    <a:pt x="3" y="3"/>
                  </a:cubicBezTo>
                  <a:cubicBezTo>
                    <a:pt x="4" y="2"/>
                    <a:pt x="5" y="2"/>
                    <a:pt x="6" y="2"/>
                  </a:cubicBezTo>
                  <a:cubicBezTo>
                    <a:pt x="6" y="2"/>
                    <a:pt x="7" y="1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69" name="Freeform 514">
              <a:extLst>
                <a:ext uri="{FF2B5EF4-FFF2-40B4-BE49-F238E27FC236}">
                  <a16:creationId xmlns:a16="http://schemas.microsoft.com/office/drawing/2014/main" id="{70EB6C5A-DA92-A399-E0D8-2E308877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2306" y="2239142"/>
              <a:ext cx="28208" cy="35260"/>
            </a:xfrm>
            <a:custGeom>
              <a:avLst/>
              <a:gdLst>
                <a:gd name="T0" fmla="*/ 7 w 26"/>
                <a:gd name="T1" fmla="*/ 18 h 33"/>
                <a:gd name="T2" fmla="*/ 3 w 26"/>
                <a:gd name="T3" fmla="*/ 26 h 33"/>
                <a:gd name="T4" fmla="*/ 0 w 26"/>
                <a:gd name="T5" fmla="*/ 33 h 33"/>
                <a:gd name="T6" fmla="*/ 8 w 26"/>
                <a:gd name="T7" fmla="*/ 31 h 33"/>
                <a:gd name="T8" fmla="*/ 13 w 26"/>
                <a:gd name="T9" fmla="*/ 26 h 33"/>
                <a:gd name="T10" fmla="*/ 16 w 26"/>
                <a:gd name="T11" fmla="*/ 24 h 33"/>
                <a:gd name="T12" fmla="*/ 17 w 26"/>
                <a:gd name="T13" fmla="*/ 21 h 33"/>
                <a:gd name="T14" fmla="*/ 17 w 26"/>
                <a:gd name="T15" fmla="*/ 18 h 33"/>
                <a:gd name="T16" fmla="*/ 19 w 26"/>
                <a:gd name="T17" fmla="*/ 15 h 33"/>
                <a:gd name="T18" fmla="*/ 24 w 26"/>
                <a:gd name="T19" fmla="*/ 12 h 33"/>
                <a:gd name="T20" fmla="*/ 25 w 26"/>
                <a:gd name="T21" fmla="*/ 10 h 33"/>
                <a:gd name="T22" fmla="*/ 24 w 26"/>
                <a:gd name="T23" fmla="*/ 5 h 33"/>
                <a:gd name="T24" fmla="*/ 20 w 26"/>
                <a:gd name="T25" fmla="*/ 1 h 33"/>
                <a:gd name="T26" fmla="*/ 19 w 26"/>
                <a:gd name="T27" fmla="*/ 0 h 33"/>
                <a:gd name="T28" fmla="*/ 14 w 26"/>
                <a:gd name="T29" fmla="*/ 0 h 33"/>
                <a:gd name="T30" fmla="*/ 14 w 26"/>
                <a:gd name="T31" fmla="*/ 3 h 33"/>
                <a:gd name="T32" fmla="*/ 10 w 26"/>
                <a:gd name="T33" fmla="*/ 8 h 33"/>
                <a:gd name="T34" fmla="*/ 9 w 26"/>
                <a:gd name="T35" fmla="*/ 14 h 33"/>
                <a:gd name="T36" fmla="*/ 7 w 26"/>
                <a:gd name="T37" fmla="*/ 1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33">
                  <a:moveTo>
                    <a:pt x="7" y="18"/>
                  </a:moveTo>
                  <a:cubicBezTo>
                    <a:pt x="6" y="20"/>
                    <a:pt x="5" y="22"/>
                    <a:pt x="3" y="26"/>
                  </a:cubicBezTo>
                  <a:cubicBezTo>
                    <a:pt x="0" y="29"/>
                    <a:pt x="0" y="30"/>
                    <a:pt x="0" y="33"/>
                  </a:cubicBezTo>
                  <a:cubicBezTo>
                    <a:pt x="3" y="33"/>
                    <a:pt x="8" y="32"/>
                    <a:pt x="8" y="31"/>
                  </a:cubicBezTo>
                  <a:cubicBezTo>
                    <a:pt x="10" y="29"/>
                    <a:pt x="11" y="28"/>
                    <a:pt x="13" y="26"/>
                  </a:cubicBezTo>
                  <a:cubicBezTo>
                    <a:pt x="14" y="25"/>
                    <a:pt x="15" y="25"/>
                    <a:pt x="16" y="24"/>
                  </a:cubicBezTo>
                  <a:cubicBezTo>
                    <a:pt x="18" y="22"/>
                    <a:pt x="17" y="22"/>
                    <a:pt x="17" y="21"/>
                  </a:cubicBezTo>
                  <a:cubicBezTo>
                    <a:pt x="17" y="20"/>
                    <a:pt x="17" y="19"/>
                    <a:pt x="17" y="18"/>
                  </a:cubicBezTo>
                  <a:cubicBezTo>
                    <a:pt x="17" y="17"/>
                    <a:pt x="18" y="16"/>
                    <a:pt x="19" y="15"/>
                  </a:cubicBezTo>
                  <a:cubicBezTo>
                    <a:pt x="20" y="14"/>
                    <a:pt x="22" y="13"/>
                    <a:pt x="24" y="12"/>
                  </a:cubicBezTo>
                  <a:cubicBezTo>
                    <a:pt x="25" y="12"/>
                    <a:pt x="25" y="11"/>
                    <a:pt x="25" y="10"/>
                  </a:cubicBezTo>
                  <a:cubicBezTo>
                    <a:pt x="26" y="9"/>
                    <a:pt x="25" y="7"/>
                    <a:pt x="24" y="5"/>
                  </a:cubicBezTo>
                  <a:cubicBezTo>
                    <a:pt x="23" y="2"/>
                    <a:pt x="22" y="1"/>
                    <a:pt x="20" y="1"/>
                  </a:cubicBezTo>
                  <a:cubicBezTo>
                    <a:pt x="20" y="1"/>
                    <a:pt x="19" y="1"/>
                    <a:pt x="19" y="0"/>
                  </a:cubicBezTo>
                  <a:cubicBezTo>
                    <a:pt x="17" y="0"/>
                    <a:pt x="16" y="0"/>
                    <a:pt x="14" y="0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3" y="4"/>
                    <a:pt x="12" y="5"/>
                    <a:pt x="10" y="8"/>
                  </a:cubicBezTo>
                  <a:cubicBezTo>
                    <a:pt x="8" y="10"/>
                    <a:pt x="9" y="12"/>
                    <a:pt x="9" y="14"/>
                  </a:cubicBezTo>
                  <a:cubicBezTo>
                    <a:pt x="8" y="16"/>
                    <a:pt x="7" y="17"/>
                    <a:pt x="7" y="18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0" name="Freeform 515">
              <a:extLst>
                <a:ext uri="{FF2B5EF4-FFF2-40B4-BE49-F238E27FC236}">
                  <a16:creationId xmlns:a16="http://schemas.microsoft.com/office/drawing/2014/main" id="{0692DB00-75F9-7E40-C2B7-A990BBAF6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059" y="2191189"/>
              <a:ext cx="14104" cy="14104"/>
            </a:xfrm>
            <a:custGeom>
              <a:avLst/>
              <a:gdLst>
                <a:gd name="T0" fmla="*/ 7 w 13"/>
                <a:gd name="T1" fmla="*/ 3 h 13"/>
                <a:gd name="T2" fmla="*/ 3 w 13"/>
                <a:gd name="T3" fmla="*/ 6 h 13"/>
                <a:gd name="T4" fmla="*/ 1 w 13"/>
                <a:gd name="T5" fmla="*/ 8 h 13"/>
                <a:gd name="T6" fmla="*/ 1 w 13"/>
                <a:gd name="T7" fmla="*/ 12 h 13"/>
                <a:gd name="T8" fmla="*/ 6 w 13"/>
                <a:gd name="T9" fmla="*/ 11 h 13"/>
                <a:gd name="T10" fmla="*/ 9 w 13"/>
                <a:gd name="T11" fmla="*/ 9 h 13"/>
                <a:gd name="T12" fmla="*/ 10 w 13"/>
                <a:gd name="T13" fmla="*/ 7 h 13"/>
                <a:gd name="T14" fmla="*/ 7 w 13"/>
                <a:gd name="T15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3">
                  <a:moveTo>
                    <a:pt x="7" y="3"/>
                  </a:moveTo>
                  <a:cubicBezTo>
                    <a:pt x="5" y="5"/>
                    <a:pt x="4" y="5"/>
                    <a:pt x="3" y="6"/>
                  </a:cubicBezTo>
                  <a:cubicBezTo>
                    <a:pt x="1" y="7"/>
                    <a:pt x="1" y="6"/>
                    <a:pt x="1" y="8"/>
                  </a:cubicBezTo>
                  <a:cubicBezTo>
                    <a:pt x="1" y="10"/>
                    <a:pt x="0" y="11"/>
                    <a:pt x="1" y="12"/>
                  </a:cubicBezTo>
                  <a:cubicBezTo>
                    <a:pt x="3" y="13"/>
                    <a:pt x="5" y="13"/>
                    <a:pt x="6" y="11"/>
                  </a:cubicBezTo>
                  <a:cubicBezTo>
                    <a:pt x="6" y="10"/>
                    <a:pt x="8" y="10"/>
                    <a:pt x="9" y="9"/>
                  </a:cubicBezTo>
                  <a:cubicBezTo>
                    <a:pt x="9" y="9"/>
                    <a:pt x="11" y="8"/>
                    <a:pt x="10" y="7"/>
                  </a:cubicBezTo>
                  <a:cubicBezTo>
                    <a:pt x="10" y="5"/>
                    <a:pt x="13" y="0"/>
                    <a:pt x="7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1" name="Freeform 516">
              <a:extLst>
                <a:ext uri="{FF2B5EF4-FFF2-40B4-BE49-F238E27FC236}">
                  <a16:creationId xmlns:a16="http://schemas.microsoft.com/office/drawing/2014/main" id="{461FBE90-65F3-FF55-0EC6-C3C346847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3018" y="1590364"/>
              <a:ext cx="53595" cy="35260"/>
            </a:xfrm>
            <a:custGeom>
              <a:avLst/>
              <a:gdLst>
                <a:gd name="T0" fmla="*/ 49 w 49"/>
                <a:gd name="T1" fmla="*/ 2 h 32"/>
                <a:gd name="T2" fmla="*/ 47 w 49"/>
                <a:gd name="T3" fmla="*/ 2 h 32"/>
                <a:gd name="T4" fmla="*/ 44 w 49"/>
                <a:gd name="T5" fmla="*/ 4 h 32"/>
                <a:gd name="T6" fmla="*/ 37 w 49"/>
                <a:gd name="T7" fmla="*/ 6 h 32"/>
                <a:gd name="T8" fmla="*/ 31 w 49"/>
                <a:gd name="T9" fmla="*/ 11 h 32"/>
                <a:gd name="T10" fmla="*/ 26 w 49"/>
                <a:gd name="T11" fmla="*/ 17 h 32"/>
                <a:gd name="T12" fmla="*/ 22 w 49"/>
                <a:gd name="T13" fmla="*/ 18 h 32"/>
                <a:gd name="T14" fmla="*/ 13 w 49"/>
                <a:gd name="T15" fmla="*/ 18 h 32"/>
                <a:gd name="T16" fmla="*/ 7 w 49"/>
                <a:gd name="T17" fmla="*/ 20 h 32"/>
                <a:gd name="T18" fmla="*/ 3 w 49"/>
                <a:gd name="T19" fmla="*/ 25 h 32"/>
                <a:gd name="T20" fmla="*/ 1 w 49"/>
                <a:gd name="T21" fmla="*/ 30 h 32"/>
                <a:gd name="T22" fmla="*/ 5 w 49"/>
                <a:gd name="T23" fmla="*/ 31 h 32"/>
                <a:gd name="T24" fmla="*/ 8 w 49"/>
                <a:gd name="T25" fmla="*/ 27 h 32"/>
                <a:gd name="T26" fmla="*/ 12 w 49"/>
                <a:gd name="T27" fmla="*/ 23 h 32"/>
                <a:gd name="T28" fmla="*/ 17 w 49"/>
                <a:gd name="T29" fmla="*/ 22 h 32"/>
                <a:gd name="T30" fmla="*/ 21 w 49"/>
                <a:gd name="T31" fmla="*/ 20 h 32"/>
                <a:gd name="T32" fmla="*/ 25 w 49"/>
                <a:gd name="T33" fmla="*/ 20 h 32"/>
                <a:gd name="T34" fmla="*/ 29 w 49"/>
                <a:gd name="T35" fmla="*/ 20 h 32"/>
                <a:gd name="T36" fmla="*/ 34 w 49"/>
                <a:gd name="T37" fmla="*/ 20 h 32"/>
                <a:gd name="T38" fmla="*/ 37 w 49"/>
                <a:gd name="T39" fmla="*/ 20 h 32"/>
                <a:gd name="T40" fmla="*/ 41 w 49"/>
                <a:gd name="T41" fmla="*/ 20 h 32"/>
                <a:gd name="T42" fmla="*/ 45 w 49"/>
                <a:gd name="T43" fmla="*/ 17 h 32"/>
                <a:gd name="T44" fmla="*/ 46 w 49"/>
                <a:gd name="T45" fmla="*/ 13 h 32"/>
                <a:gd name="T46" fmla="*/ 45 w 49"/>
                <a:gd name="T47" fmla="*/ 8 h 32"/>
                <a:gd name="T48" fmla="*/ 49 w 49"/>
                <a:gd name="T49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" h="32">
                  <a:moveTo>
                    <a:pt x="49" y="2"/>
                  </a:moveTo>
                  <a:cubicBezTo>
                    <a:pt x="49" y="1"/>
                    <a:pt x="47" y="0"/>
                    <a:pt x="47" y="2"/>
                  </a:cubicBezTo>
                  <a:cubicBezTo>
                    <a:pt x="46" y="3"/>
                    <a:pt x="46" y="3"/>
                    <a:pt x="44" y="4"/>
                  </a:cubicBezTo>
                  <a:cubicBezTo>
                    <a:pt x="41" y="4"/>
                    <a:pt x="40" y="4"/>
                    <a:pt x="37" y="6"/>
                  </a:cubicBezTo>
                  <a:cubicBezTo>
                    <a:pt x="34" y="8"/>
                    <a:pt x="34" y="8"/>
                    <a:pt x="31" y="11"/>
                  </a:cubicBezTo>
                  <a:cubicBezTo>
                    <a:pt x="28" y="14"/>
                    <a:pt x="27" y="15"/>
                    <a:pt x="26" y="17"/>
                  </a:cubicBezTo>
                  <a:cubicBezTo>
                    <a:pt x="25" y="18"/>
                    <a:pt x="24" y="18"/>
                    <a:pt x="22" y="18"/>
                  </a:cubicBezTo>
                  <a:cubicBezTo>
                    <a:pt x="20" y="18"/>
                    <a:pt x="15" y="17"/>
                    <a:pt x="13" y="18"/>
                  </a:cubicBezTo>
                  <a:cubicBezTo>
                    <a:pt x="11" y="18"/>
                    <a:pt x="9" y="18"/>
                    <a:pt x="7" y="20"/>
                  </a:cubicBezTo>
                  <a:cubicBezTo>
                    <a:pt x="5" y="23"/>
                    <a:pt x="3" y="23"/>
                    <a:pt x="3" y="25"/>
                  </a:cubicBezTo>
                  <a:cubicBezTo>
                    <a:pt x="3" y="28"/>
                    <a:pt x="0" y="29"/>
                    <a:pt x="1" y="30"/>
                  </a:cubicBezTo>
                  <a:cubicBezTo>
                    <a:pt x="2" y="31"/>
                    <a:pt x="4" y="32"/>
                    <a:pt x="5" y="31"/>
                  </a:cubicBezTo>
                  <a:cubicBezTo>
                    <a:pt x="6" y="29"/>
                    <a:pt x="6" y="28"/>
                    <a:pt x="8" y="27"/>
                  </a:cubicBezTo>
                  <a:cubicBezTo>
                    <a:pt x="10" y="25"/>
                    <a:pt x="10" y="24"/>
                    <a:pt x="12" y="23"/>
                  </a:cubicBezTo>
                  <a:cubicBezTo>
                    <a:pt x="15" y="23"/>
                    <a:pt x="15" y="23"/>
                    <a:pt x="17" y="22"/>
                  </a:cubicBezTo>
                  <a:cubicBezTo>
                    <a:pt x="18" y="20"/>
                    <a:pt x="19" y="20"/>
                    <a:pt x="21" y="20"/>
                  </a:cubicBezTo>
                  <a:cubicBezTo>
                    <a:pt x="23" y="20"/>
                    <a:pt x="24" y="21"/>
                    <a:pt x="25" y="20"/>
                  </a:cubicBezTo>
                  <a:cubicBezTo>
                    <a:pt x="27" y="20"/>
                    <a:pt x="26" y="19"/>
                    <a:pt x="29" y="20"/>
                  </a:cubicBezTo>
                  <a:cubicBezTo>
                    <a:pt x="31" y="20"/>
                    <a:pt x="32" y="20"/>
                    <a:pt x="34" y="20"/>
                  </a:cubicBezTo>
                  <a:cubicBezTo>
                    <a:pt x="36" y="19"/>
                    <a:pt x="35" y="19"/>
                    <a:pt x="37" y="20"/>
                  </a:cubicBezTo>
                  <a:cubicBezTo>
                    <a:pt x="38" y="21"/>
                    <a:pt x="39" y="21"/>
                    <a:pt x="41" y="20"/>
                  </a:cubicBezTo>
                  <a:cubicBezTo>
                    <a:pt x="43" y="19"/>
                    <a:pt x="44" y="19"/>
                    <a:pt x="45" y="17"/>
                  </a:cubicBezTo>
                  <a:cubicBezTo>
                    <a:pt x="46" y="15"/>
                    <a:pt x="46" y="14"/>
                    <a:pt x="46" y="13"/>
                  </a:cubicBezTo>
                  <a:cubicBezTo>
                    <a:pt x="45" y="11"/>
                    <a:pt x="44" y="10"/>
                    <a:pt x="45" y="8"/>
                  </a:cubicBezTo>
                  <a:cubicBezTo>
                    <a:pt x="46" y="7"/>
                    <a:pt x="49" y="3"/>
                    <a:pt x="49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2" name="Freeform 517">
              <a:extLst>
                <a:ext uri="{FF2B5EF4-FFF2-40B4-BE49-F238E27FC236}">
                  <a16:creationId xmlns:a16="http://schemas.microsoft.com/office/drawing/2014/main" id="{CAAFD669-2A6D-C245-EA9B-B3E555608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891" y="1618572"/>
              <a:ext cx="5642" cy="7052"/>
            </a:xfrm>
            <a:custGeom>
              <a:avLst/>
              <a:gdLst>
                <a:gd name="T0" fmla="*/ 1 w 6"/>
                <a:gd name="T1" fmla="*/ 1 h 6"/>
                <a:gd name="T2" fmla="*/ 0 w 6"/>
                <a:gd name="T3" fmla="*/ 4 h 6"/>
                <a:gd name="T4" fmla="*/ 1 w 6"/>
                <a:gd name="T5" fmla="*/ 6 h 6"/>
                <a:gd name="T6" fmla="*/ 3 w 6"/>
                <a:gd name="T7" fmla="*/ 3 h 6"/>
                <a:gd name="T8" fmla="*/ 5 w 6"/>
                <a:gd name="T9" fmla="*/ 0 h 6"/>
                <a:gd name="T10" fmla="*/ 1 w 6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1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6"/>
                    <a:pt x="1" y="6"/>
                  </a:cubicBezTo>
                  <a:cubicBezTo>
                    <a:pt x="3" y="5"/>
                    <a:pt x="1" y="4"/>
                    <a:pt x="3" y="3"/>
                  </a:cubicBezTo>
                  <a:cubicBezTo>
                    <a:pt x="5" y="1"/>
                    <a:pt x="6" y="0"/>
                    <a:pt x="5" y="0"/>
                  </a:cubicBezTo>
                  <a:cubicBezTo>
                    <a:pt x="4" y="0"/>
                    <a:pt x="3" y="0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3" name="Freeform 518">
              <a:extLst>
                <a:ext uri="{FF2B5EF4-FFF2-40B4-BE49-F238E27FC236}">
                  <a16:creationId xmlns:a16="http://schemas.microsoft.com/office/drawing/2014/main" id="{8DDBE05A-9952-99FA-4E76-9832C49875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0198" y="1614340"/>
              <a:ext cx="101548" cy="80392"/>
            </a:xfrm>
            <a:custGeom>
              <a:avLst/>
              <a:gdLst>
                <a:gd name="T0" fmla="*/ 1 w 92"/>
                <a:gd name="T1" fmla="*/ 23 h 75"/>
                <a:gd name="T2" fmla="*/ 3 w 92"/>
                <a:gd name="T3" fmla="*/ 36 h 75"/>
                <a:gd name="T4" fmla="*/ 5 w 92"/>
                <a:gd name="T5" fmla="*/ 43 h 75"/>
                <a:gd name="T6" fmla="*/ 10 w 92"/>
                <a:gd name="T7" fmla="*/ 51 h 75"/>
                <a:gd name="T8" fmla="*/ 10 w 92"/>
                <a:gd name="T9" fmla="*/ 60 h 75"/>
                <a:gd name="T10" fmla="*/ 26 w 92"/>
                <a:gd name="T11" fmla="*/ 62 h 75"/>
                <a:gd name="T12" fmla="*/ 35 w 92"/>
                <a:gd name="T13" fmla="*/ 64 h 75"/>
                <a:gd name="T14" fmla="*/ 31 w 92"/>
                <a:gd name="T15" fmla="*/ 60 h 75"/>
                <a:gd name="T16" fmla="*/ 32 w 92"/>
                <a:gd name="T17" fmla="*/ 53 h 75"/>
                <a:gd name="T18" fmla="*/ 30 w 92"/>
                <a:gd name="T19" fmla="*/ 43 h 75"/>
                <a:gd name="T20" fmla="*/ 35 w 92"/>
                <a:gd name="T21" fmla="*/ 38 h 75"/>
                <a:gd name="T22" fmla="*/ 42 w 92"/>
                <a:gd name="T23" fmla="*/ 33 h 75"/>
                <a:gd name="T24" fmla="*/ 45 w 92"/>
                <a:gd name="T25" fmla="*/ 25 h 75"/>
                <a:gd name="T26" fmla="*/ 48 w 92"/>
                <a:gd name="T27" fmla="*/ 25 h 75"/>
                <a:gd name="T28" fmla="*/ 55 w 92"/>
                <a:gd name="T29" fmla="*/ 21 h 75"/>
                <a:gd name="T30" fmla="*/ 51 w 92"/>
                <a:gd name="T31" fmla="*/ 17 h 75"/>
                <a:gd name="T32" fmla="*/ 46 w 92"/>
                <a:gd name="T33" fmla="*/ 16 h 75"/>
                <a:gd name="T34" fmla="*/ 43 w 92"/>
                <a:gd name="T35" fmla="*/ 13 h 75"/>
                <a:gd name="T36" fmla="*/ 35 w 92"/>
                <a:gd name="T37" fmla="*/ 12 h 75"/>
                <a:gd name="T38" fmla="*/ 41 w 92"/>
                <a:gd name="T39" fmla="*/ 9 h 75"/>
                <a:gd name="T40" fmla="*/ 43 w 92"/>
                <a:gd name="T41" fmla="*/ 1 h 75"/>
                <a:gd name="T42" fmla="*/ 30 w 92"/>
                <a:gd name="T43" fmla="*/ 1 h 75"/>
                <a:gd name="T44" fmla="*/ 22 w 92"/>
                <a:gd name="T45" fmla="*/ 7 h 75"/>
                <a:gd name="T46" fmla="*/ 25 w 92"/>
                <a:gd name="T47" fmla="*/ 14 h 75"/>
                <a:gd name="T48" fmla="*/ 19 w 92"/>
                <a:gd name="T49" fmla="*/ 9 h 75"/>
                <a:gd name="T50" fmla="*/ 11 w 92"/>
                <a:gd name="T51" fmla="*/ 16 h 75"/>
                <a:gd name="T52" fmla="*/ 83 w 92"/>
                <a:gd name="T53" fmla="*/ 42 h 75"/>
                <a:gd name="T54" fmla="*/ 91 w 92"/>
                <a:gd name="T55" fmla="*/ 34 h 75"/>
                <a:gd name="T56" fmla="*/ 82 w 92"/>
                <a:gd name="T57" fmla="*/ 27 h 75"/>
                <a:gd name="T58" fmla="*/ 80 w 92"/>
                <a:gd name="T59" fmla="*/ 37 h 75"/>
                <a:gd name="T60" fmla="*/ 76 w 92"/>
                <a:gd name="T61" fmla="*/ 34 h 75"/>
                <a:gd name="T62" fmla="*/ 67 w 92"/>
                <a:gd name="T63" fmla="*/ 33 h 75"/>
                <a:gd name="T64" fmla="*/ 62 w 92"/>
                <a:gd name="T65" fmla="*/ 38 h 75"/>
                <a:gd name="T66" fmla="*/ 63 w 92"/>
                <a:gd name="T67" fmla="*/ 45 h 75"/>
                <a:gd name="T68" fmla="*/ 68 w 92"/>
                <a:gd name="T69" fmla="*/ 51 h 75"/>
                <a:gd name="T70" fmla="*/ 75 w 92"/>
                <a:gd name="T71" fmla="*/ 56 h 75"/>
                <a:gd name="T72" fmla="*/ 81 w 92"/>
                <a:gd name="T73" fmla="*/ 55 h 75"/>
                <a:gd name="T74" fmla="*/ 88 w 92"/>
                <a:gd name="T75" fmla="*/ 51 h 75"/>
                <a:gd name="T76" fmla="*/ 83 w 92"/>
                <a:gd name="T77" fmla="*/ 42 h 75"/>
                <a:gd name="T78" fmla="*/ 89 w 92"/>
                <a:gd name="T79" fmla="*/ 60 h 75"/>
                <a:gd name="T80" fmla="*/ 76 w 92"/>
                <a:gd name="T81" fmla="*/ 61 h 75"/>
                <a:gd name="T82" fmla="*/ 81 w 92"/>
                <a:gd name="T83" fmla="*/ 66 h 75"/>
                <a:gd name="T84" fmla="*/ 57 w 92"/>
                <a:gd name="T85" fmla="*/ 57 h 75"/>
                <a:gd name="T86" fmla="*/ 54 w 92"/>
                <a:gd name="T87" fmla="*/ 65 h 75"/>
                <a:gd name="T88" fmla="*/ 57 w 92"/>
                <a:gd name="T89" fmla="*/ 57 h 75"/>
                <a:gd name="T90" fmla="*/ 75 w 92"/>
                <a:gd name="T91" fmla="*/ 66 h 75"/>
                <a:gd name="T92" fmla="*/ 68 w 92"/>
                <a:gd name="T93" fmla="*/ 63 h 75"/>
                <a:gd name="T94" fmla="*/ 61 w 92"/>
                <a:gd name="T95" fmla="*/ 66 h 75"/>
                <a:gd name="T96" fmla="*/ 61 w 92"/>
                <a:gd name="T97" fmla="*/ 71 h 75"/>
                <a:gd name="T98" fmla="*/ 65 w 92"/>
                <a:gd name="T99" fmla="*/ 72 h 75"/>
                <a:gd name="T100" fmla="*/ 35 w 92"/>
                <a:gd name="T101" fmla="*/ 59 h 75"/>
                <a:gd name="T102" fmla="*/ 33 w 92"/>
                <a:gd name="T103" fmla="*/ 58 h 75"/>
                <a:gd name="T104" fmla="*/ 53 w 92"/>
                <a:gd name="T105" fmla="*/ 56 h 75"/>
                <a:gd name="T106" fmla="*/ 52 w 92"/>
                <a:gd name="T107" fmla="*/ 44 h 75"/>
                <a:gd name="T108" fmla="*/ 45 w 92"/>
                <a:gd name="T109" fmla="*/ 43 h 75"/>
                <a:gd name="T110" fmla="*/ 36 w 92"/>
                <a:gd name="T111" fmla="*/ 4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2" h="75">
                  <a:moveTo>
                    <a:pt x="2" y="12"/>
                  </a:moveTo>
                  <a:cubicBezTo>
                    <a:pt x="1" y="13"/>
                    <a:pt x="1" y="15"/>
                    <a:pt x="0" y="17"/>
                  </a:cubicBezTo>
                  <a:cubicBezTo>
                    <a:pt x="0" y="18"/>
                    <a:pt x="1" y="21"/>
                    <a:pt x="1" y="23"/>
                  </a:cubicBezTo>
                  <a:cubicBezTo>
                    <a:pt x="1" y="25"/>
                    <a:pt x="2" y="27"/>
                    <a:pt x="2" y="28"/>
                  </a:cubicBezTo>
                  <a:cubicBezTo>
                    <a:pt x="3" y="30"/>
                    <a:pt x="5" y="31"/>
                    <a:pt x="5" y="33"/>
                  </a:cubicBezTo>
                  <a:cubicBezTo>
                    <a:pt x="4" y="35"/>
                    <a:pt x="4" y="35"/>
                    <a:pt x="3" y="36"/>
                  </a:cubicBezTo>
                  <a:cubicBezTo>
                    <a:pt x="1" y="38"/>
                    <a:pt x="0" y="38"/>
                    <a:pt x="1" y="40"/>
                  </a:cubicBezTo>
                  <a:cubicBezTo>
                    <a:pt x="1" y="41"/>
                    <a:pt x="0" y="42"/>
                    <a:pt x="2" y="42"/>
                  </a:cubicBezTo>
                  <a:cubicBezTo>
                    <a:pt x="3" y="42"/>
                    <a:pt x="3" y="42"/>
                    <a:pt x="5" y="43"/>
                  </a:cubicBezTo>
                  <a:cubicBezTo>
                    <a:pt x="7" y="43"/>
                    <a:pt x="8" y="42"/>
                    <a:pt x="9" y="44"/>
                  </a:cubicBezTo>
                  <a:cubicBezTo>
                    <a:pt x="10" y="46"/>
                    <a:pt x="11" y="47"/>
                    <a:pt x="11" y="48"/>
                  </a:cubicBezTo>
                  <a:cubicBezTo>
                    <a:pt x="11" y="49"/>
                    <a:pt x="10" y="50"/>
                    <a:pt x="10" y="51"/>
                  </a:cubicBezTo>
                  <a:cubicBezTo>
                    <a:pt x="10" y="52"/>
                    <a:pt x="9" y="52"/>
                    <a:pt x="9" y="54"/>
                  </a:cubicBezTo>
                  <a:cubicBezTo>
                    <a:pt x="10" y="56"/>
                    <a:pt x="10" y="56"/>
                    <a:pt x="10" y="58"/>
                  </a:cubicBezTo>
                  <a:cubicBezTo>
                    <a:pt x="10" y="59"/>
                    <a:pt x="10" y="59"/>
                    <a:pt x="10" y="60"/>
                  </a:cubicBezTo>
                  <a:cubicBezTo>
                    <a:pt x="11" y="60"/>
                    <a:pt x="12" y="60"/>
                    <a:pt x="14" y="61"/>
                  </a:cubicBezTo>
                  <a:cubicBezTo>
                    <a:pt x="17" y="61"/>
                    <a:pt x="18" y="61"/>
                    <a:pt x="20" y="61"/>
                  </a:cubicBezTo>
                  <a:cubicBezTo>
                    <a:pt x="22" y="61"/>
                    <a:pt x="23" y="61"/>
                    <a:pt x="26" y="62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30" y="64"/>
                    <a:pt x="31" y="64"/>
                    <a:pt x="34" y="64"/>
                  </a:cubicBezTo>
                  <a:cubicBezTo>
                    <a:pt x="34" y="64"/>
                    <a:pt x="35" y="64"/>
                    <a:pt x="35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33" y="63"/>
                    <a:pt x="32" y="64"/>
                    <a:pt x="32" y="62"/>
                  </a:cubicBezTo>
                  <a:cubicBezTo>
                    <a:pt x="32" y="61"/>
                    <a:pt x="32" y="60"/>
                    <a:pt x="31" y="60"/>
                  </a:cubicBezTo>
                  <a:cubicBezTo>
                    <a:pt x="29" y="59"/>
                    <a:pt x="28" y="59"/>
                    <a:pt x="28" y="58"/>
                  </a:cubicBezTo>
                  <a:cubicBezTo>
                    <a:pt x="28" y="57"/>
                    <a:pt x="27" y="56"/>
                    <a:pt x="28" y="55"/>
                  </a:cubicBezTo>
                  <a:cubicBezTo>
                    <a:pt x="28" y="54"/>
                    <a:pt x="31" y="54"/>
                    <a:pt x="32" y="53"/>
                  </a:cubicBezTo>
                  <a:cubicBezTo>
                    <a:pt x="32" y="52"/>
                    <a:pt x="32" y="52"/>
                    <a:pt x="31" y="49"/>
                  </a:cubicBezTo>
                  <a:cubicBezTo>
                    <a:pt x="30" y="47"/>
                    <a:pt x="30" y="47"/>
                    <a:pt x="30" y="46"/>
                  </a:cubicBezTo>
                  <a:cubicBezTo>
                    <a:pt x="30" y="45"/>
                    <a:pt x="29" y="43"/>
                    <a:pt x="30" y="43"/>
                  </a:cubicBezTo>
                  <a:cubicBezTo>
                    <a:pt x="31" y="42"/>
                    <a:pt x="32" y="42"/>
                    <a:pt x="32" y="41"/>
                  </a:cubicBezTo>
                  <a:cubicBezTo>
                    <a:pt x="32" y="40"/>
                    <a:pt x="30" y="40"/>
                    <a:pt x="31" y="39"/>
                  </a:cubicBezTo>
                  <a:cubicBezTo>
                    <a:pt x="32" y="38"/>
                    <a:pt x="34" y="38"/>
                    <a:pt x="35" y="38"/>
                  </a:cubicBezTo>
                  <a:cubicBezTo>
                    <a:pt x="36" y="37"/>
                    <a:pt x="37" y="38"/>
                    <a:pt x="38" y="37"/>
                  </a:cubicBezTo>
                  <a:cubicBezTo>
                    <a:pt x="39" y="36"/>
                    <a:pt x="38" y="34"/>
                    <a:pt x="40" y="34"/>
                  </a:cubicBezTo>
                  <a:cubicBezTo>
                    <a:pt x="41" y="33"/>
                    <a:pt x="41" y="34"/>
                    <a:pt x="42" y="33"/>
                  </a:cubicBezTo>
                  <a:cubicBezTo>
                    <a:pt x="43" y="32"/>
                    <a:pt x="43" y="32"/>
                    <a:pt x="43" y="30"/>
                  </a:cubicBezTo>
                  <a:cubicBezTo>
                    <a:pt x="43" y="29"/>
                    <a:pt x="42" y="28"/>
                    <a:pt x="43" y="27"/>
                  </a:cubicBezTo>
                  <a:cubicBezTo>
                    <a:pt x="44" y="26"/>
                    <a:pt x="45" y="27"/>
                    <a:pt x="45" y="25"/>
                  </a:cubicBezTo>
                  <a:cubicBezTo>
                    <a:pt x="45" y="23"/>
                    <a:pt x="45" y="23"/>
                    <a:pt x="46" y="22"/>
                  </a:cubicBezTo>
                  <a:cubicBezTo>
                    <a:pt x="47" y="22"/>
                    <a:pt x="48" y="21"/>
                    <a:pt x="48" y="22"/>
                  </a:cubicBezTo>
                  <a:cubicBezTo>
                    <a:pt x="48" y="23"/>
                    <a:pt x="47" y="24"/>
                    <a:pt x="48" y="25"/>
                  </a:cubicBezTo>
                  <a:cubicBezTo>
                    <a:pt x="49" y="26"/>
                    <a:pt x="50" y="26"/>
                    <a:pt x="51" y="25"/>
                  </a:cubicBezTo>
                  <a:cubicBezTo>
                    <a:pt x="51" y="24"/>
                    <a:pt x="51" y="24"/>
                    <a:pt x="52" y="23"/>
                  </a:cubicBezTo>
                  <a:cubicBezTo>
                    <a:pt x="54" y="22"/>
                    <a:pt x="54" y="22"/>
                    <a:pt x="55" y="21"/>
                  </a:cubicBezTo>
                  <a:cubicBezTo>
                    <a:pt x="55" y="20"/>
                    <a:pt x="56" y="19"/>
                    <a:pt x="56" y="18"/>
                  </a:cubicBezTo>
                  <a:cubicBezTo>
                    <a:pt x="56" y="17"/>
                    <a:pt x="55" y="17"/>
                    <a:pt x="54" y="17"/>
                  </a:cubicBezTo>
                  <a:cubicBezTo>
                    <a:pt x="53" y="17"/>
                    <a:pt x="52" y="17"/>
                    <a:pt x="51" y="17"/>
                  </a:cubicBezTo>
                  <a:cubicBezTo>
                    <a:pt x="50" y="16"/>
                    <a:pt x="49" y="15"/>
                    <a:pt x="49" y="15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6" y="16"/>
                    <a:pt x="46" y="16"/>
                  </a:cubicBezTo>
                  <a:cubicBezTo>
                    <a:pt x="45" y="17"/>
                    <a:pt x="44" y="17"/>
                    <a:pt x="43" y="17"/>
                  </a:cubicBezTo>
                  <a:cubicBezTo>
                    <a:pt x="43" y="17"/>
                    <a:pt x="41" y="16"/>
                    <a:pt x="42" y="15"/>
                  </a:cubicBezTo>
                  <a:cubicBezTo>
                    <a:pt x="42" y="14"/>
                    <a:pt x="43" y="14"/>
                    <a:pt x="43" y="13"/>
                  </a:cubicBezTo>
                  <a:cubicBezTo>
                    <a:pt x="43" y="12"/>
                    <a:pt x="43" y="11"/>
                    <a:pt x="42" y="11"/>
                  </a:cubicBezTo>
                  <a:cubicBezTo>
                    <a:pt x="40" y="11"/>
                    <a:pt x="41" y="11"/>
                    <a:pt x="39" y="12"/>
                  </a:cubicBezTo>
                  <a:cubicBezTo>
                    <a:pt x="37" y="13"/>
                    <a:pt x="35" y="13"/>
                    <a:pt x="35" y="12"/>
                  </a:cubicBezTo>
                  <a:cubicBezTo>
                    <a:pt x="35" y="11"/>
                    <a:pt x="34" y="11"/>
                    <a:pt x="35" y="10"/>
                  </a:cubicBezTo>
                  <a:cubicBezTo>
                    <a:pt x="36" y="10"/>
                    <a:pt x="36" y="9"/>
                    <a:pt x="37" y="9"/>
                  </a:cubicBezTo>
                  <a:cubicBezTo>
                    <a:pt x="39" y="9"/>
                    <a:pt x="39" y="9"/>
                    <a:pt x="41" y="9"/>
                  </a:cubicBezTo>
                  <a:cubicBezTo>
                    <a:pt x="42" y="9"/>
                    <a:pt x="43" y="9"/>
                    <a:pt x="44" y="8"/>
                  </a:cubicBezTo>
                  <a:cubicBezTo>
                    <a:pt x="45" y="6"/>
                    <a:pt x="45" y="5"/>
                    <a:pt x="45" y="4"/>
                  </a:cubicBezTo>
                  <a:cubicBezTo>
                    <a:pt x="44" y="2"/>
                    <a:pt x="45" y="2"/>
                    <a:pt x="43" y="1"/>
                  </a:cubicBezTo>
                  <a:cubicBezTo>
                    <a:pt x="41" y="1"/>
                    <a:pt x="40" y="1"/>
                    <a:pt x="38" y="1"/>
                  </a:cubicBezTo>
                  <a:cubicBezTo>
                    <a:pt x="36" y="1"/>
                    <a:pt x="37" y="0"/>
                    <a:pt x="35" y="1"/>
                  </a:cubicBezTo>
                  <a:cubicBezTo>
                    <a:pt x="32" y="2"/>
                    <a:pt x="31" y="1"/>
                    <a:pt x="30" y="1"/>
                  </a:cubicBezTo>
                  <a:cubicBezTo>
                    <a:pt x="28" y="1"/>
                    <a:pt x="27" y="1"/>
                    <a:pt x="26" y="2"/>
                  </a:cubicBezTo>
                  <a:cubicBezTo>
                    <a:pt x="25" y="3"/>
                    <a:pt x="24" y="3"/>
                    <a:pt x="23" y="5"/>
                  </a:cubicBezTo>
                  <a:cubicBezTo>
                    <a:pt x="23" y="6"/>
                    <a:pt x="22" y="6"/>
                    <a:pt x="22" y="7"/>
                  </a:cubicBezTo>
                  <a:cubicBezTo>
                    <a:pt x="23" y="9"/>
                    <a:pt x="23" y="8"/>
                    <a:pt x="24" y="9"/>
                  </a:cubicBezTo>
                  <a:cubicBezTo>
                    <a:pt x="25" y="10"/>
                    <a:pt x="26" y="10"/>
                    <a:pt x="26" y="12"/>
                  </a:cubicBezTo>
                  <a:cubicBezTo>
                    <a:pt x="26" y="13"/>
                    <a:pt x="27" y="14"/>
                    <a:pt x="25" y="14"/>
                  </a:cubicBezTo>
                  <a:cubicBezTo>
                    <a:pt x="23" y="14"/>
                    <a:pt x="22" y="13"/>
                    <a:pt x="21" y="13"/>
                  </a:cubicBezTo>
                  <a:cubicBezTo>
                    <a:pt x="19" y="13"/>
                    <a:pt x="17" y="13"/>
                    <a:pt x="18" y="12"/>
                  </a:cubicBezTo>
                  <a:cubicBezTo>
                    <a:pt x="19" y="11"/>
                    <a:pt x="21" y="10"/>
                    <a:pt x="19" y="9"/>
                  </a:cubicBezTo>
                  <a:cubicBezTo>
                    <a:pt x="18" y="9"/>
                    <a:pt x="16" y="9"/>
                    <a:pt x="15" y="10"/>
                  </a:cubicBezTo>
                  <a:cubicBezTo>
                    <a:pt x="14" y="11"/>
                    <a:pt x="14" y="13"/>
                    <a:pt x="13" y="14"/>
                  </a:cubicBezTo>
                  <a:cubicBezTo>
                    <a:pt x="13" y="15"/>
                    <a:pt x="13" y="16"/>
                    <a:pt x="11" y="16"/>
                  </a:cubicBezTo>
                  <a:cubicBezTo>
                    <a:pt x="8" y="15"/>
                    <a:pt x="7" y="14"/>
                    <a:pt x="6" y="13"/>
                  </a:cubicBezTo>
                  <a:cubicBezTo>
                    <a:pt x="4" y="13"/>
                    <a:pt x="3" y="11"/>
                    <a:pt x="2" y="12"/>
                  </a:cubicBezTo>
                  <a:close/>
                  <a:moveTo>
                    <a:pt x="83" y="42"/>
                  </a:moveTo>
                  <a:cubicBezTo>
                    <a:pt x="85" y="41"/>
                    <a:pt x="86" y="41"/>
                    <a:pt x="88" y="41"/>
                  </a:cubicBezTo>
                  <a:cubicBezTo>
                    <a:pt x="90" y="40"/>
                    <a:pt x="92" y="40"/>
                    <a:pt x="92" y="38"/>
                  </a:cubicBezTo>
                  <a:cubicBezTo>
                    <a:pt x="92" y="37"/>
                    <a:pt x="92" y="36"/>
                    <a:pt x="91" y="34"/>
                  </a:cubicBezTo>
                  <a:cubicBezTo>
                    <a:pt x="89" y="33"/>
                    <a:pt x="88" y="33"/>
                    <a:pt x="89" y="32"/>
                  </a:cubicBezTo>
                  <a:cubicBezTo>
                    <a:pt x="89" y="30"/>
                    <a:pt x="90" y="30"/>
                    <a:pt x="89" y="29"/>
                  </a:cubicBezTo>
                  <a:cubicBezTo>
                    <a:pt x="88" y="28"/>
                    <a:pt x="85" y="27"/>
                    <a:pt x="82" y="27"/>
                  </a:cubicBezTo>
                  <a:cubicBezTo>
                    <a:pt x="80" y="29"/>
                    <a:pt x="78" y="28"/>
                    <a:pt x="79" y="31"/>
                  </a:cubicBezTo>
                  <a:cubicBezTo>
                    <a:pt x="80" y="33"/>
                    <a:pt x="80" y="34"/>
                    <a:pt x="80" y="35"/>
                  </a:cubicBezTo>
                  <a:cubicBezTo>
                    <a:pt x="81" y="36"/>
                    <a:pt x="81" y="36"/>
                    <a:pt x="80" y="37"/>
                  </a:cubicBezTo>
                  <a:cubicBezTo>
                    <a:pt x="80" y="38"/>
                    <a:pt x="79" y="39"/>
                    <a:pt x="78" y="39"/>
                  </a:cubicBezTo>
                  <a:cubicBezTo>
                    <a:pt x="77" y="39"/>
                    <a:pt x="74" y="39"/>
                    <a:pt x="74" y="37"/>
                  </a:cubicBezTo>
                  <a:cubicBezTo>
                    <a:pt x="75" y="35"/>
                    <a:pt x="75" y="36"/>
                    <a:pt x="76" y="34"/>
                  </a:cubicBezTo>
                  <a:cubicBezTo>
                    <a:pt x="76" y="32"/>
                    <a:pt x="75" y="31"/>
                    <a:pt x="73" y="31"/>
                  </a:cubicBezTo>
                  <a:cubicBezTo>
                    <a:pt x="71" y="32"/>
                    <a:pt x="71" y="32"/>
                    <a:pt x="69" y="32"/>
                  </a:cubicBezTo>
                  <a:cubicBezTo>
                    <a:pt x="68" y="32"/>
                    <a:pt x="67" y="32"/>
                    <a:pt x="67" y="33"/>
                  </a:cubicBezTo>
                  <a:cubicBezTo>
                    <a:pt x="67" y="35"/>
                    <a:pt x="68" y="35"/>
                    <a:pt x="68" y="36"/>
                  </a:cubicBezTo>
                  <a:cubicBezTo>
                    <a:pt x="68" y="37"/>
                    <a:pt x="67" y="37"/>
                    <a:pt x="66" y="38"/>
                  </a:cubicBezTo>
                  <a:cubicBezTo>
                    <a:pt x="65" y="38"/>
                    <a:pt x="64" y="38"/>
                    <a:pt x="62" y="38"/>
                  </a:cubicBezTo>
                  <a:cubicBezTo>
                    <a:pt x="61" y="38"/>
                    <a:pt x="60" y="38"/>
                    <a:pt x="60" y="39"/>
                  </a:cubicBezTo>
                  <a:cubicBezTo>
                    <a:pt x="60" y="40"/>
                    <a:pt x="60" y="41"/>
                    <a:pt x="61" y="42"/>
                  </a:cubicBezTo>
                  <a:cubicBezTo>
                    <a:pt x="62" y="43"/>
                    <a:pt x="63" y="43"/>
                    <a:pt x="63" y="45"/>
                  </a:cubicBezTo>
                  <a:cubicBezTo>
                    <a:pt x="63" y="46"/>
                    <a:pt x="61" y="46"/>
                    <a:pt x="61" y="47"/>
                  </a:cubicBezTo>
                  <a:cubicBezTo>
                    <a:pt x="61" y="48"/>
                    <a:pt x="60" y="49"/>
                    <a:pt x="63" y="50"/>
                  </a:cubicBezTo>
                  <a:cubicBezTo>
                    <a:pt x="65" y="51"/>
                    <a:pt x="66" y="50"/>
                    <a:pt x="68" y="51"/>
                  </a:cubicBezTo>
                  <a:cubicBezTo>
                    <a:pt x="70" y="51"/>
                    <a:pt x="71" y="51"/>
                    <a:pt x="72" y="52"/>
                  </a:cubicBezTo>
                  <a:cubicBezTo>
                    <a:pt x="73" y="53"/>
                    <a:pt x="73" y="54"/>
                    <a:pt x="74" y="54"/>
                  </a:cubicBezTo>
                  <a:cubicBezTo>
                    <a:pt x="75" y="54"/>
                    <a:pt x="75" y="55"/>
                    <a:pt x="75" y="56"/>
                  </a:cubicBezTo>
                  <a:cubicBezTo>
                    <a:pt x="75" y="56"/>
                    <a:pt x="75" y="57"/>
                    <a:pt x="76" y="57"/>
                  </a:cubicBezTo>
                  <a:cubicBezTo>
                    <a:pt x="77" y="58"/>
                    <a:pt x="79" y="60"/>
                    <a:pt x="79" y="58"/>
                  </a:cubicBezTo>
                  <a:cubicBezTo>
                    <a:pt x="80" y="57"/>
                    <a:pt x="82" y="56"/>
                    <a:pt x="81" y="55"/>
                  </a:cubicBezTo>
                  <a:cubicBezTo>
                    <a:pt x="81" y="54"/>
                    <a:pt x="79" y="54"/>
                    <a:pt x="80" y="53"/>
                  </a:cubicBezTo>
                  <a:cubicBezTo>
                    <a:pt x="81" y="52"/>
                    <a:pt x="82" y="52"/>
                    <a:pt x="83" y="52"/>
                  </a:cubicBezTo>
                  <a:cubicBezTo>
                    <a:pt x="85" y="52"/>
                    <a:pt x="87" y="53"/>
                    <a:pt x="88" y="51"/>
                  </a:cubicBezTo>
                  <a:cubicBezTo>
                    <a:pt x="88" y="50"/>
                    <a:pt x="89" y="50"/>
                    <a:pt x="88" y="48"/>
                  </a:cubicBezTo>
                  <a:cubicBezTo>
                    <a:pt x="86" y="47"/>
                    <a:pt x="84" y="48"/>
                    <a:pt x="84" y="46"/>
                  </a:cubicBezTo>
                  <a:cubicBezTo>
                    <a:pt x="83" y="44"/>
                    <a:pt x="81" y="43"/>
                    <a:pt x="83" y="42"/>
                  </a:cubicBezTo>
                  <a:close/>
                  <a:moveTo>
                    <a:pt x="85" y="57"/>
                  </a:moveTo>
                  <a:cubicBezTo>
                    <a:pt x="84" y="58"/>
                    <a:pt x="83" y="59"/>
                    <a:pt x="84" y="61"/>
                  </a:cubicBezTo>
                  <a:cubicBezTo>
                    <a:pt x="85" y="62"/>
                    <a:pt x="89" y="61"/>
                    <a:pt x="89" y="60"/>
                  </a:cubicBezTo>
                  <a:cubicBezTo>
                    <a:pt x="89" y="59"/>
                    <a:pt x="87" y="56"/>
                    <a:pt x="85" y="57"/>
                  </a:cubicBezTo>
                  <a:close/>
                  <a:moveTo>
                    <a:pt x="79" y="62"/>
                  </a:moveTo>
                  <a:cubicBezTo>
                    <a:pt x="78" y="61"/>
                    <a:pt x="76" y="59"/>
                    <a:pt x="76" y="61"/>
                  </a:cubicBezTo>
                  <a:cubicBezTo>
                    <a:pt x="76" y="62"/>
                    <a:pt x="76" y="62"/>
                    <a:pt x="77" y="63"/>
                  </a:cubicBezTo>
                  <a:cubicBezTo>
                    <a:pt x="78" y="64"/>
                    <a:pt x="77" y="65"/>
                    <a:pt x="78" y="66"/>
                  </a:cubicBezTo>
                  <a:cubicBezTo>
                    <a:pt x="79" y="68"/>
                    <a:pt x="80" y="67"/>
                    <a:pt x="81" y="66"/>
                  </a:cubicBezTo>
                  <a:cubicBezTo>
                    <a:pt x="81" y="64"/>
                    <a:pt x="83" y="64"/>
                    <a:pt x="82" y="63"/>
                  </a:cubicBezTo>
                  <a:cubicBezTo>
                    <a:pt x="81" y="62"/>
                    <a:pt x="81" y="63"/>
                    <a:pt x="79" y="62"/>
                  </a:cubicBezTo>
                  <a:close/>
                  <a:moveTo>
                    <a:pt x="57" y="57"/>
                  </a:moveTo>
                  <a:cubicBezTo>
                    <a:pt x="55" y="58"/>
                    <a:pt x="56" y="59"/>
                    <a:pt x="54" y="60"/>
                  </a:cubicBezTo>
                  <a:cubicBezTo>
                    <a:pt x="53" y="62"/>
                    <a:pt x="50" y="63"/>
                    <a:pt x="51" y="65"/>
                  </a:cubicBezTo>
                  <a:cubicBezTo>
                    <a:pt x="52" y="66"/>
                    <a:pt x="54" y="68"/>
                    <a:pt x="54" y="65"/>
                  </a:cubicBezTo>
                  <a:cubicBezTo>
                    <a:pt x="55" y="63"/>
                    <a:pt x="54" y="63"/>
                    <a:pt x="55" y="62"/>
                  </a:cubicBezTo>
                  <a:cubicBezTo>
                    <a:pt x="56" y="60"/>
                    <a:pt x="56" y="60"/>
                    <a:pt x="57" y="58"/>
                  </a:cubicBezTo>
                  <a:cubicBezTo>
                    <a:pt x="58" y="57"/>
                    <a:pt x="58" y="56"/>
                    <a:pt x="57" y="57"/>
                  </a:cubicBezTo>
                  <a:close/>
                  <a:moveTo>
                    <a:pt x="68" y="68"/>
                  </a:moveTo>
                  <a:cubicBezTo>
                    <a:pt x="69" y="69"/>
                    <a:pt x="69" y="68"/>
                    <a:pt x="71" y="67"/>
                  </a:cubicBezTo>
                  <a:cubicBezTo>
                    <a:pt x="73" y="66"/>
                    <a:pt x="73" y="67"/>
                    <a:pt x="75" y="66"/>
                  </a:cubicBezTo>
                  <a:cubicBezTo>
                    <a:pt x="76" y="65"/>
                    <a:pt x="75" y="64"/>
                    <a:pt x="74" y="64"/>
                  </a:cubicBezTo>
                  <a:cubicBezTo>
                    <a:pt x="72" y="64"/>
                    <a:pt x="72" y="64"/>
                    <a:pt x="70" y="64"/>
                  </a:cubicBezTo>
                  <a:cubicBezTo>
                    <a:pt x="68" y="64"/>
                    <a:pt x="69" y="64"/>
                    <a:pt x="68" y="63"/>
                  </a:cubicBezTo>
                  <a:cubicBezTo>
                    <a:pt x="66" y="62"/>
                    <a:pt x="66" y="62"/>
                    <a:pt x="64" y="63"/>
                  </a:cubicBezTo>
                  <a:cubicBezTo>
                    <a:pt x="63" y="63"/>
                    <a:pt x="62" y="64"/>
                    <a:pt x="61" y="64"/>
                  </a:cubicBezTo>
                  <a:cubicBezTo>
                    <a:pt x="60" y="65"/>
                    <a:pt x="59" y="66"/>
                    <a:pt x="61" y="66"/>
                  </a:cubicBezTo>
                  <a:cubicBezTo>
                    <a:pt x="62" y="66"/>
                    <a:pt x="63" y="66"/>
                    <a:pt x="64" y="66"/>
                  </a:cubicBezTo>
                  <a:cubicBezTo>
                    <a:pt x="66" y="66"/>
                    <a:pt x="66" y="68"/>
                    <a:pt x="68" y="68"/>
                  </a:cubicBezTo>
                  <a:close/>
                  <a:moveTo>
                    <a:pt x="61" y="71"/>
                  </a:moveTo>
                  <a:cubicBezTo>
                    <a:pt x="60" y="72"/>
                    <a:pt x="61" y="73"/>
                    <a:pt x="62" y="73"/>
                  </a:cubicBezTo>
                  <a:cubicBezTo>
                    <a:pt x="63" y="73"/>
                    <a:pt x="62" y="75"/>
                    <a:pt x="64" y="74"/>
                  </a:cubicBezTo>
                  <a:cubicBezTo>
                    <a:pt x="65" y="74"/>
                    <a:pt x="66" y="73"/>
                    <a:pt x="65" y="72"/>
                  </a:cubicBezTo>
                  <a:cubicBezTo>
                    <a:pt x="64" y="72"/>
                    <a:pt x="63" y="71"/>
                    <a:pt x="61" y="71"/>
                  </a:cubicBezTo>
                  <a:close/>
                  <a:moveTo>
                    <a:pt x="33" y="58"/>
                  </a:moveTo>
                  <a:cubicBezTo>
                    <a:pt x="33" y="59"/>
                    <a:pt x="34" y="58"/>
                    <a:pt x="35" y="59"/>
                  </a:cubicBezTo>
                  <a:cubicBezTo>
                    <a:pt x="36" y="60"/>
                    <a:pt x="35" y="62"/>
                    <a:pt x="36" y="61"/>
                  </a:cubicBezTo>
                  <a:cubicBezTo>
                    <a:pt x="37" y="61"/>
                    <a:pt x="38" y="57"/>
                    <a:pt x="33" y="56"/>
                  </a:cubicBezTo>
                  <a:cubicBezTo>
                    <a:pt x="33" y="57"/>
                    <a:pt x="32" y="57"/>
                    <a:pt x="33" y="58"/>
                  </a:cubicBezTo>
                  <a:close/>
                  <a:moveTo>
                    <a:pt x="41" y="54"/>
                  </a:moveTo>
                  <a:cubicBezTo>
                    <a:pt x="43" y="55"/>
                    <a:pt x="45" y="57"/>
                    <a:pt x="47" y="57"/>
                  </a:cubicBezTo>
                  <a:cubicBezTo>
                    <a:pt x="50" y="58"/>
                    <a:pt x="50" y="56"/>
                    <a:pt x="53" y="56"/>
                  </a:cubicBezTo>
                  <a:cubicBezTo>
                    <a:pt x="55" y="55"/>
                    <a:pt x="54" y="54"/>
                    <a:pt x="55" y="52"/>
                  </a:cubicBezTo>
                  <a:cubicBezTo>
                    <a:pt x="55" y="50"/>
                    <a:pt x="55" y="50"/>
                    <a:pt x="54" y="47"/>
                  </a:cubicBezTo>
                  <a:cubicBezTo>
                    <a:pt x="53" y="45"/>
                    <a:pt x="53" y="45"/>
                    <a:pt x="52" y="44"/>
                  </a:cubicBezTo>
                  <a:cubicBezTo>
                    <a:pt x="52" y="43"/>
                    <a:pt x="51" y="45"/>
                    <a:pt x="50" y="46"/>
                  </a:cubicBezTo>
                  <a:cubicBezTo>
                    <a:pt x="49" y="46"/>
                    <a:pt x="48" y="46"/>
                    <a:pt x="47" y="45"/>
                  </a:cubicBezTo>
                  <a:cubicBezTo>
                    <a:pt x="47" y="44"/>
                    <a:pt x="46" y="43"/>
                    <a:pt x="45" y="43"/>
                  </a:cubicBezTo>
                  <a:cubicBezTo>
                    <a:pt x="43" y="42"/>
                    <a:pt x="43" y="43"/>
                    <a:pt x="39" y="43"/>
                  </a:cubicBezTo>
                  <a:cubicBezTo>
                    <a:pt x="36" y="43"/>
                    <a:pt x="34" y="43"/>
                    <a:pt x="33" y="44"/>
                  </a:cubicBezTo>
                  <a:cubicBezTo>
                    <a:pt x="32" y="45"/>
                    <a:pt x="34" y="46"/>
                    <a:pt x="36" y="48"/>
                  </a:cubicBezTo>
                  <a:cubicBezTo>
                    <a:pt x="37" y="50"/>
                    <a:pt x="36" y="50"/>
                    <a:pt x="37" y="51"/>
                  </a:cubicBezTo>
                  <a:cubicBezTo>
                    <a:pt x="38" y="53"/>
                    <a:pt x="40" y="52"/>
                    <a:pt x="41" y="54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4" name="Freeform 519">
              <a:extLst>
                <a:ext uri="{FF2B5EF4-FFF2-40B4-BE49-F238E27FC236}">
                  <a16:creationId xmlns:a16="http://schemas.microsoft.com/office/drawing/2014/main" id="{D4787E39-920E-E4E2-79D0-435AF8345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195" y="2343510"/>
              <a:ext cx="180530" cy="94496"/>
            </a:xfrm>
            <a:custGeom>
              <a:avLst/>
              <a:gdLst>
                <a:gd name="T0" fmla="*/ 4 w 164"/>
                <a:gd name="T1" fmla="*/ 22 h 87"/>
                <a:gd name="T2" fmla="*/ 1 w 164"/>
                <a:gd name="T3" fmla="*/ 28 h 87"/>
                <a:gd name="T4" fmla="*/ 0 w 164"/>
                <a:gd name="T5" fmla="*/ 33 h 87"/>
                <a:gd name="T6" fmla="*/ 4 w 164"/>
                <a:gd name="T7" fmla="*/ 38 h 87"/>
                <a:gd name="T8" fmla="*/ 9 w 164"/>
                <a:gd name="T9" fmla="*/ 37 h 87"/>
                <a:gd name="T10" fmla="*/ 17 w 164"/>
                <a:gd name="T11" fmla="*/ 41 h 87"/>
                <a:gd name="T12" fmla="*/ 29 w 164"/>
                <a:gd name="T13" fmla="*/ 47 h 87"/>
                <a:gd name="T14" fmla="*/ 33 w 164"/>
                <a:gd name="T15" fmla="*/ 52 h 87"/>
                <a:gd name="T16" fmla="*/ 38 w 164"/>
                <a:gd name="T17" fmla="*/ 53 h 87"/>
                <a:gd name="T18" fmla="*/ 45 w 164"/>
                <a:gd name="T19" fmla="*/ 54 h 87"/>
                <a:gd name="T20" fmla="*/ 49 w 164"/>
                <a:gd name="T21" fmla="*/ 56 h 87"/>
                <a:gd name="T22" fmla="*/ 59 w 164"/>
                <a:gd name="T23" fmla="*/ 63 h 87"/>
                <a:gd name="T24" fmla="*/ 63 w 164"/>
                <a:gd name="T25" fmla="*/ 64 h 87"/>
                <a:gd name="T26" fmla="*/ 65 w 164"/>
                <a:gd name="T27" fmla="*/ 64 h 87"/>
                <a:gd name="T28" fmla="*/ 72 w 164"/>
                <a:gd name="T29" fmla="*/ 64 h 87"/>
                <a:gd name="T30" fmla="*/ 77 w 164"/>
                <a:gd name="T31" fmla="*/ 64 h 87"/>
                <a:gd name="T32" fmla="*/ 86 w 164"/>
                <a:gd name="T33" fmla="*/ 63 h 87"/>
                <a:gd name="T34" fmla="*/ 91 w 164"/>
                <a:gd name="T35" fmla="*/ 68 h 87"/>
                <a:gd name="T36" fmla="*/ 98 w 164"/>
                <a:gd name="T37" fmla="*/ 73 h 87"/>
                <a:gd name="T38" fmla="*/ 103 w 164"/>
                <a:gd name="T39" fmla="*/ 76 h 87"/>
                <a:gd name="T40" fmla="*/ 109 w 164"/>
                <a:gd name="T41" fmla="*/ 78 h 87"/>
                <a:gd name="T42" fmla="*/ 116 w 164"/>
                <a:gd name="T43" fmla="*/ 80 h 87"/>
                <a:gd name="T44" fmla="*/ 122 w 164"/>
                <a:gd name="T45" fmla="*/ 82 h 87"/>
                <a:gd name="T46" fmla="*/ 133 w 164"/>
                <a:gd name="T47" fmla="*/ 85 h 87"/>
                <a:gd name="T48" fmla="*/ 136 w 164"/>
                <a:gd name="T49" fmla="*/ 85 h 87"/>
                <a:gd name="T50" fmla="*/ 143 w 164"/>
                <a:gd name="T51" fmla="*/ 85 h 87"/>
                <a:gd name="T52" fmla="*/ 145 w 164"/>
                <a:gd name="T53" fmla="*/ 86 h 87"/>
                <a:gd name="T54" fmla="*/ 157 w 164"/>
                <a:gd name="T55" fmla="*/ 86 h 87"/>
                <a:gd name="T56" fmla="*/ 160 w 164"/>
                <a:gd name="T57" fmla="*/ 86 h 87"/>
                <a:gd name="T58" fmla="*/ 163 w 164"/>
                <a:gd name="T59" fmla="*/ 82 h 87"/>
                <a:gd name="T60" fmla="*/ 162 w 164"/>
                <a:gd name="T61" fmla="*/ 75 h 87"/>
                <a:gd name="T62" fmla="*/ 161 w 164"/>
                <a:gd name="T63" fmla="*/ 67 h 87"/>
                <a:gd name="T64" fmla="*/ 162 w 164"/>
                <a:gd name="T65" fmla="*/ 60 h 87"/>
                <a:gd name="T66" fmla="*/ 162 w 164"/>
                <a:gd name="T67" fmla="*/ 57 h 87"/>
                <a:gd name="T68" fmla="*/ 145 w 164"/>
                <a:gd name="T69" fmla="*/ 56 h 87"/>
                <a:gd name="T70" fmla="*/ 136 w 164"/>
                <a:gd name="T71" fmla="*/ 52 h 87"/>
                <a:gd name="T72" fmla="*/ 130 w 164"/>
                <a:gd name="T73" fmla="*/ 54 h 87"/>
                <a:gd name="T74" fmla="*/ 127 w 164"/>
                <a:gd name="T75" fmla="*/ 53 h 87"/>
                <a:gd name="T76" fmla="*/ 123 w 164"/>
                <a:gd name="T77" fmla="*/ 53 h 87"/>
                <a:gd name="T78" fmla="*/ 117 w 164"/>
                <a:gd name="T79" fmla="*/ 50 h 87"/>
                <a:gd name="T80" fmla="*/ 110 w 164"/>
                <a:gd name="T81" fmla="*/ 46 h 87"/>
                <a:gd name="T82" fmla="*/ 102 w 164"/>
                <a:gd name="T83" fmla="*/ 44 h 87"/>
                <a:gd name="T84" fmla="*/ 101 w 164"/>
                <a:gd name="T85" fmla="*/ 41 h 87"/>
                <a:gd name="T86" fmla="*/ 95 w 164"/>
                <a:gd name="T87" fmla="*/ 40 h 87"/>
                <a:gd name="T88" fmla="*/ 88 w 164"/>
                <a:gd name="T89" fmla="*/ 36 h 87"/>
                <a:gd name="T90" fmla="*/ 83 w 164"/>
                <a:gd name="T91" fmla="*/ 30 h 87"/>
                <a:gd name="T92" fmla="*/ 82 w 164"/>
                <a:gd name="T93" fmla="*/ 29 h 87"/>
                <a:gd name="T94" fmla="*/ 79 w 164"/>
                <a:gd name="T95" fmla="*/ 26 h 87"/>
                <a:gd name="T96" fmla="*/ 72 w 164"/>
                <a:gd name="T97" fmla="*/ 26 h 87"/>
                <a:gd name="T98" fmla="*/ 65 w 164"/>
                <a:gd name="T99" fmla="*/ 20 h 87"/>
                <a:gd name="T100" fmla="*/ 60 w 164"/>
                <a:gd name="T101" fmla="*/ 17 h 87"/>
                <a:gd name="T102" fmla="*/ 54 w 164"/>
                <a:gd name="T103" fmla="*/ 14 h 87"/>
                <a:gd name="T104" fmla="*/ 42 w 164"/>
                <a:gd name="T105" fmla="*/ 6 h 87"/>
                <a:gd name="T106" fmla="*/ 39 w 164"/>
                <a:gd name="T107" fmla="*/ 3 h 87"/>
                <a:gd name="T108" fmla="*/ 32 w 164"/>
                <a:gd name="T109" fmla="*/ 0 h 87"/>
                <a:gd name="T110" fmla="*/ 27 w 164"/>
                <a:gd name="T111" fmla="*/ 2 h 87"/>
                <a:gd name="T112" fmla="*/ 25 w 164"/>
                <a:gd name="T113" fmla="*/ 4 h 87"/>
                <a:gd name="T114" fmla="*/ 21 w 164"/>
                <a:gd name="T115" fmla="*/ 6 h 87"/>
                <a:gd name="T116" fmla="*/ 19 w 164"/>
                <a:gd name="T117" fmla="*/ 6 h 87"/>
                <a:gd name="T118" fmla="*/ 16 w 164"/>
                <a:gd name="T119" fmla="*/ 4 h 87"/>
                <a:gd name="T120" fmla="*/ 13 w 164"/>
                <a:gd name="T121" fmla="*/ 8 h 87"/>
                <a:gd name="T122" fmla="*/ 8 w 164"/>
                <a:gd name="T123" fmla="*/ 12 h 87"/>
                <a:gd name="T124" fmla="*/ 6 w 164"/>
                <a:gd name="T125" fmla="*/ 18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4" h="87">
                  <a:moveTo>
                    <a:pt x="6" y="19"/>
                  </a:moveTo>
                  <a:cubicBezTo>
                    <a:pt x="4" y="20"/>
                    <a:pt x="4" y="21"/>
                    <a:pt x="4" y="22"/>
                  </a:cubicBezTo>
                  <a:cubicBezTo>
                    <a:pt x="4" y="24"/>
                    <a:pt x="3" y="24"/>
                    <a:pt x="3" y="25"/>
                  </a:cubicBezTo>
                  <a:cubicBezTo>
                    <a:pt x="2" y="26"/>
                    <a:pt x="2" y="27"/>
                    <a:pt x="1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31"/>
                    <a:pt x="0" y="32"/>
                    <a:pt x="0" y="33"/>
                  </a:cubicBezTo>
                  <a:cubicBezTo>
                    <a:pt x="0" y="34"/>
                    <a:pt x="1" y="35"/>
                    <a:pt x="2" y="36"/>
                  </a:cubicBezTo>
                  <a:cubicBezTo>
                    <a:pt x="2" y="36"/>
                    <a:pt x="3" y="37"/>
                    <a:pt x="4" y="38"/>
                  </a:cubicBezTo>
                  <a:cubicBezTo>
                    <a:pt x="4" y="38"/>
                    <a:pt x="5" y="38"/>
                    <a:pt x="6" y="38"/>
                  </a:cubicBezTo>
                  <a:cubicBezTo>
                    <a:pt x="7" y="37"/>
                    <a:pt x="8" y="37"/>
                    <a:pt x="9" y="37"/>
                  </a:cubicBezTo>
                  <a:cubicBezTo>
                    <a:pt x="10" y="37"/>
                    <a:pt x="11" y="38"/>
                    <a:pt x="13" y="38"/>
                  </a:cubicBezTo>
                  <a:cubicBezTo>
                    <a:pt x="14" y="39"/>
                    <a:pt x="16" y="40"/>
                    <a:pt x="17" y="41"/>
                  </a:cubicBezTo>
                  <a:cubicBezTo>
                    <a:pt x="19" y="41"/>
                    <a:pt x="20" y="42"/>
                    <a:pt x="22" y="43"/>
                  </a:cubicBezTo>
                  <a:cubicBezTo>
                    <a:pt x="24" y="44"/>
                    <a:pt x="27" y="45"/>
                    <a:pt x="29" y="47"/>
                  </a:cubicBezTo>
                  <a:cubicBezTo>
                    <a:pt x="29" y="48"/>
                    <a:pt x="30" y="49"/>
                    <a:pt x="30" y="50"/>
                  </a:cubicBezTo>
                  <a:cubicBezTo>
                    <a:pt x="31" y="51"/>
                    <a:pt x="32" y="52"/>
                    <a:pt x="33" y="52"/>
                  </a:cubicBezTo>
                  <a:cubicBezTo>
                    <a:pt x="35" y="53"/>
                    <a:pt x="36" y="53"/>
                    <a:pt x="38" y="53"/>
                  </a:cubicBezTo>
                  <a:cubicBezTo>
                    <a:pt x="38" y="53"/>
                    <a:pt x="38" y="53"/>
                    <a:pt x="38" y="53"/>
                  </a:cubicBezTo>
                  <a:cubicBezTo>
                    <a:pt x="39" y="53"/>
                    <a:pt x="40" y="53"/>
                    <a:pt x="41" y="53"/>
                  </a:cubicBezTo>
                  <a:cubicBezTo>
                    <a:pt x="42" y="53"/>
                    <a:pt x="43" y="54"/>
                    <a:pt x="45" y="54"/>
                  </a:cubicBezTo>
                  <a:cubicBezTo>
                    <a:pt x="46" y="55"/>
                    <a:pt x="47" y="55"/>
                    <a:pt x="48" y="56"/>
                  </a:cubicBezTo>
                  <a:cubicBezTo>
                    <a:pt x="48" y="56"/>
                    <a:pt x="49" y="56"/>
                    <a:pt x="49" y="56"/>
                  </a:cubicBezTo>
                  <a:cubicBezTo>
                    <a:pt x="51" y="57"/>
                    <a:pt x="52" y="58"/>
                    <a:pt x="54" y="60"/>
                  </a:cubicBezTo>
                  <a:cubicBezTo>
                    <a:pt x="56" y="62"/>
                    <a:pt x="58" y="62"/>
                    <a:pt x="59" y="63"/>
                  </a:cubicBezTo>
                  <a:cubicBezTo>
                    <a:pt x="59" y="63"/>
                    <a:pt x="60" y="63"/>
                    <a:pt x="60" y="63"/>
                  </a:cubicBezTo>
                  <a:cubicBezTo>
                    <a:pt x="61" y="63"/>
                    <a:pt x="62" y="64"/>
                    <a:pt x="63" y="64"/>
                  </a:cubicBezTo>
                  <a:cubicBezTo>
                    <a:pt x="63" y="64"/>
                    <a:pt x="64" y="65"/>
                    <a:pt x="65" y="65"/>
                  </a:cubicBezTo>
                  <a:cubicBezTo>
                    <a:pt x="65" y="65"/>
                    <a:pt x="65" y="64"/>
                    <a:pt x="65" y="64"/>
                  </a:cubicBezTo>
                  <a:cubicBezTo>
                    <a:pt x="66" y="63"/>
                    <a:pt x="67" y="63"/>
                    <a:pt x="68" y="63"/>
                  </a:cubicBezTo>
                  <a:cubicBezTo>
                    <a:pt x="70" y="63"/>
                    <a:pt x="71" y="63"/>
                    <a:pt x="72" y="64"/>
                  </a:cubicBezTo>
                  <a:cubicBezTo>
                    <a:pt x="73" y="64"/>
                    <a:pt x="74" y="65"/>
                    <a:pt x="75" y="65"/>
                  </a:cubicBezTo>
                  <a:cubicBezTo>
                    <a:pt x="75" y="64"/>
                    <a:pt x="76" y="64"/>
                    <a:pt x="77" y="64"/>
                  </a:cubicBezTo>
                  <a:cubicBezTo>
                    <a:pt x="79" y="64"/>
                    <a:pt x="81" y="63"/>
                    <a:pt x="82" y="63"/>
                  </a:cubicBezTo>
                  <a:cubicBezTo>
                    <a:pt x="83" y="63"/>
                    <a:pt x="85" y="63"/>
                    <a:pt x="86" y="63"/>
                  </a:cubicBezTo>
                  <a:cubicBezTo>
                    <a:pt x="87" y="63"/>
                    <a:pt x="89" y="64"/>
                    <a:pt x="90" y="65"/>
                  </a:cubicBezTo>
                  <a:cubicBezTo>
                    <a:pt x="91" y="66"/>
                    <a:pt x="91" y="67"/>
                    <a:pt x="91" y="68"/>
                  </a:cubicBezTo>
                  <a:cubicBezTo>
                    <a:pt x="92" y="69"/>
                    <a:pt x="92" y="70"/>
                    <a:pt x="93" y="71"/>
                  </a:cubicBezTo>
                  <a:cubicBezTo>
                    <a:pt x="95" y="73"/>
                    <a:pt x="96" y="73"/>
                    <a:pt x="98" y="73"/>
                  </a:cubicBezTo>
                  <a:cubicBezTo>
                    <a:pt x="99" y="73"/>
                    <a:pt x="100" y="74"/>
                    <a:pt x="101" y="74"/>
                  </a:cubicBezTo>
                  <a:cubicBezTo>
                    <a:pt x="102" y="75"/>
                    <a:pt x="102" y="75"/>
                    <a:pt x="103" y="76"/>
                  </a:cubicBezTo>
                  <a:cubicBezTo>
                    <a:pt x="104" y="77"/>
                    <a:pt x="105" y="78"/>
                    <a:pt x="107" y="78"/>
                  </a:cubicBezTo>
                  <a:cubicBezTo>
                    <a:pt x="108" y="79"/>
                    <a:pt x="108" y="78"/>
                    <a:pt x="109" y="78"/>
                  </a:cubicBezTo>
                  <a:cubicBezTo>
                    <a:pt x="110" y="77"/>
                    <a:pt x="111" y="77"/>
                    <a:pt x="113" y="78"/>
                  </a:cubicBezTo>
                  <a:cubicBezTo>
                    <a:pt x="114" y="79"/>
                    <a:pt x="115" y="79"/>
                    <a:pt x="116" y="80"/>
                  </a:cubicBezTo>
                  <a:cubicBezTo>
                    <a:pt x="117" y="81"/>
                    <a:pt x="118" y="82"/>
                    <a:pt x="119" y="82"/>
                  </a:cubicBezTo>
                  <a:cubicBezTo>
                    <a:pt x="120" y="82"/>
                    <a:pt x="121" y="82"/>
                    <a:pt x="122" y="82"/>
                  </a:cubicBezTo>
                  <a:cubicBezTo>
                    <a:pt x="124" y="81"/>
                    <a:pt x="125" y="81"/>
                    <a:pt x="128" y="82"/>
                  </a:cubicBezTo>
                  <a:cubicBezTo>
                    <a:pt x="130" y="83"/>
                    <a:pt x="132" y="84"/>
                    <a:pt x="133" y="85"/>
                  </a:cubicBezTo>
                  <a:cubicBezTo>
                    <a:pt x="134" y="85"/>
                    <a:pt x="134" y="86"/>
                    <a:pt x="134" y="86"/>
                  </a:cubicBezTo>
                  <a:cubicBezTo>
                    <a:pt x="135" y="86"/>
                    <a:pt x="135" y="85"/>
                    <a:pt x="136" y="85"/>
                  </a:cubicBezTo>
                  <a:cubicBezTo>
                    <a:pt x="137" y="84"/>
                    <a:pt x="138" y="83"/>
                    <a:pt x="140" y="84"/>
                  </a:cubicBezTo>
                  <a:cubicBezTo>
                    <a:pt x="142" y="84"/>
                    <a:pt x="142" y="84"/>
                    <a:pt x="143" y="85"/>
                  </a:cubicBezTo>
                  <a:cubicBezTo>
                    <a:pt x="143" y="86"/>
                    <a:pt x="143" y="86"/>
                    <a:pt x="145" y="86"/>
                  </a:cubicBezTo>
                  <a:cubicBezTo>
                    <a:pt x="145" y="86"/>
                    <a:pt x="145" y="86"/>
                    <a:pt x="145" y="86"/>
                  </a:cubicBezTo>
                  <a:cubicBezTo>
                    <a:pt x="148" y="86"/>
                    <a:pt x="148" y="86"/>
                    <a:pt x="153" y="86"/>
                  </a:cubicBezTo>
                  <a:cubicBezTo>
                    <a:pt x="155" y="86"/>
                    <a:pt x="156" y="86"/>
                    <a:pt x="157" y="86"/>
                  </a:cubicBezTo>
                  <a:cubicBezTo>
                    <a:pt x="159" y="86"/>
                    <a:pt x="160" y="87"/>
                    <a:pt x="160" y="86"/>
                  </a:cubicBezTo>
                  <a:cubicBezTo>
                    <a:pt x="160" y="86"/>
                    <a:pt x="160" y="86"/>
                    <a:pt x="160" y="86"/>
                  </a:cubicBezTo>
                  <a:cubicBezTo>
                    <a:pt x="160" y="86"/>
                    <a:pt x="161" y="85"/>
                    <a:pt x="162" y="85"/>
                  </a:cubicBezTo>
                  <a:cubicBezTo>
                    <a:pt x="162" y="84"/>
                    <a:pt x="163" y="83"/>
                    <a:pt x="163" y="82"/>
                  </a:cubicBezTo>
                  <a:cubicBezTo>
                    <a:pt x="164" y="81"/>
                    <a:pt x="163" y="80"/>
                    <a:pt x="163" y="79"/>
                  </a:cubicBezTo>
                  <a:cubicBezTo>
                    <a:pt x="163" y="78"/>
                    <a:pt x="162" y="77"/>
                    <a:pt x="162" y="75"/>
                  </a:cubicBezTo>
                  <a:cubicBezTo>
                    <a:pt x="162" y="74"/>
                    <a:pt x="162" y="74"/>
                    <a:pt x="162" y="73"/>
                  </a:cubicBezTo>
                  <a:cubicBezTo>
                    <a:pt x="161" y="71"/>
                    <a:pt x="161" y="70"/>
                    <a:pt x="161" y="67"/>
                  </a:cubicBezTo>
                  <a:cubicBezTo>
                    <a:pt x="162" y="65"/>
                    <a:pt x="162" y="63"/>
                    <a:pt x="162" y="62"/>
                  </a:cubicBezTo>
                  <a:cubicBezTo>
                    <a:pt x="162" y="61"/>
                    <a:pt x="162" y="61"/>
                    <a:pt x="162" y="60"/>
                  </a:cubicBezTo>
                  <a:cubicBezTo>
                    <a:pt x="162" y="59"/>
                    <a:pt x="162" y="58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0" y="57"/>
                    <a:pt x="157" y="57"/>
                    <a:pt x="154" y="57"/>
                  </a:cubicBezTo>
                  <a:cubicBezTo>
                    <a:pt x="151" y="57"/>
                    <a:pt x="148" y="56"/>
                    <a:pt x="145" y="56"/>
                  </a:cubicBezTo>
                  <a:cubicBezTo>
                    <a:pt x="142" y="55"/>
                    <a:pt x="141" y="54"/>
                    <a:pt x="139" y="54"/>
                  </a:cubicBezTo>
                  <a:cubicBezTo>
                    <a:pt x="138" y="53"/>
                    <a:pt x="137" y="53"/>
                    <a:pt x="136" y="52"/>
                  </a:cubicBezTo>
                  <a:cubicBezTo>
                    <a:pt x="135" y="52"/>
                    <a:pt x="134" y="53"/>
                    <a:pt x="134" y="53"/>
                  </a:cubicBezTo>
                  <a:cubicBezTo>
                    <a:pt x="133" y="54"/>
                    <a:pt x="132" y="54"/>
                    <a:pt x="130" y="54"/>
                  </a:cubicBezTo>
                  <a:cubicBezTo>
                    <a:pt x="129" y="54"/>
                    <a:pt x="128" y="54"/>
                    <a:pt x="127" y="53"/>
                  </a:cubicBezTo>
                  <a:cubicBezTo>
                    <a:pt x="127" y="53"/>
                    <a:pt x="127" y="53"/>
                    <a:pt x="127" y="53"/>
                  </a:cubicBezTo>
                  <a:cubicBezTo>
                    <a:pt x="126" y="52"/>
                    <a:pt x="125" y="52"/>
                    <a:pt x="125" y="52"/>
                  </a:cubicBezTo>
                  <a:cubicBezTo>
                    <a:pt x="124" y="53"/>
                    <a:pt x="123" y="53"/>
                    <a:pt x="123" y="53"/>
                  </a:cubicBezTo>
                  <a:cubicBezTo>
                    <a:pt x="122" y="54"/>
                    <a:pt x="122" y="54"/>
                    <a:pt x="120" y="54"/>
                  </a:cubicBezTo>
                  <a:cubicBezTo>
                    <a:pt x="119" y="54"/>
                    <a:pt x="118" y="52"/>
                    <a:pt x="117" y="50"/>
                  </a:cubicBezTo>
                  <a:cubicBezTo>
                    <a:pt x="116" y="49"/>
                    <a:pt x="114" y="47"/>
                    <a:pt x="114" y="47"/>
                  </a:cubicBezTo>
                  <a:cubicBezTo>
                    <a:pt x="113" y="47"/>
                    <a:pt x="112" y="47"/>
                    <a:pt x="110" y="46"/>
                  </a:cubicBezTo>
                  <a:cubicBezTo>
                    <a:pt x="107" y="46"/>
                    <a:pt x="103" y="46"/>
                    <a:pt x="102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2" y="43"/>
                    <a:pt x="102" y="43"/>
                    <a:pt x="102" y="42"/>
                  </a:cubicBezTo>
                  <a:cubicBezTo>
                    <a:pt x="101" y="41"/>
                    <a:pt x="101" y="41"/>
                    <a:pt x="101" y="41"/>
                  </a:cubicBezTo>
                  <a:cubicBezTo>
                    <a:pt x="100" y="40"/>
                    <a:pt x="100" y="40"/>
                    <a:pt x="99" y="40"/>
                  </a:cubicBezTo>
                  <a:cubicBezTo>
                    <a:pt x="98" y="40"/>
                    <a:pt x="97" y="40"/>
                    <a:pt x="95" y="40"/>
                  </a:cubicBezTo>
                  <a:cubicBezTo>
                    <a:pt x="93" y="39"/>
                    <a:pt x="92" y="38"/>
                    <a:pt x="91" y="37"/>
                  </a:cubicBezTo>
                  <a:cubicBezTo>
                    <a:pt x="90" y="37"/>
                    <a:pt x="89" y="36"/>
                    <a:pt x="88" y="36"/>
                  </a:cubicBezTo>
                  <a:cubicBezTo>
                    <a:pt x="85" y="34"/>
                    <a:pt x="84" y="33"/>
                    <a:pt x="83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2" y="28"/>
                    <a:pt x="82" y="27"/>
                    <a:pt x="81" y="27"/>
                  </a:cubicBezTo>
                  <a:cubicBezTo>
                    <a:pt x="81" y="26"/>
                    <a:pt x="80" y="26"/>
                    <a:pt x="79" y="26"/>
                  </a:cubicBezTo>
                  <a:cubicBezTo>
                    <a:pt x="78" y="26"/>
                    <a:pt x="78" y="26"/>
                    <a:pt x="77" y="26"/>
                  </a:cubicBezTo>
                  <a:cubicBezTo>
                    <a:pt x="75" y="27"/>
                    <a:pt x="74" y="27"/>
                    <a:pt x="72" y="26"/>
                  </a:cubicBezTo>
                  <a:cubicBezTo>
                    <a:pt x="70" y="26"/>
                    <a:pt x="69" y="24"/>
                    <a:pt x="68" y="23"/>
                  </a:cubicBezTo>
                  <a:cubicBezTo>
                    <a:pt x="67" y="22"/>
                    <a:pt x="66" y="21"/>
                    <a:pt x="65" y="20"/>
                  </a:cubicBezTo>
                  <a:cubicBezTo>
                    <a:pt x="64" y="19"/>
                    <a:pt x="63" y="18"/>
                    <a:pt x="63" y="18"/>
                  </a:cubicBezTo>
                  <a:cubicBezTo>
                    <a:pt x="62" y="17"/>
                    <a:pt x="61" y="17"/>
                    <a:pt x="60" y="17"/>
                  </a:cubicBezTo>
                  <a:cubicBezTo>
                    <a:pt x="59" y="17"/>
                    <a:pt x="58" y="17"/>
                    <a:pt x="57" y="16"/>
                  </a:cubicBezTo>
                  <a:cubicBezTo>
                    <a:pt x="56" y="16"/>
                    <a:pt x="55" y="15"/>
                    <a:pt x="54" y="14"/>
                  </a:cubicBezTo>
                  <a:cubicBezTo>
                    <a:pt x="54" y="14"/>
                    <a:pt x="52" y="13"/>
                    <a:pt x="50" y="12"/>
                  </a:cubicBezTo>
                  <a:cubicBezTo>
                    <a:pt x="47" y="10"/>
                    <a:pt x="44" y="8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0" y="5"/>
                    <a:pt x="39" y="4"/>
                    <a:pt x="39" y="3"/>
                  </a:cubicBezTo>
                  <a:cubicBezTo>
                    <a:pt x="39" y="2"/>
                    <a:pt x="38" y="2"/>
                    <a:pt x="37" y="1"/>
                  </a:cubicBezTo>
                  <a:cubicBezTo>
                    <a:pt x="35" y="1"/>
                    <a:pt x="34" y="1"/>
                    <a:pt x="32" y="0"/>
                  </a:cubicBezTo>
                  <a:cubicBezTo>
                    <a:pt x="30" y="0"/>
                    <a:pt x="28" y="0"/>
                    <a:pt x="28" y="0"/>
                  </a:cubicBezTo>
                  <a:cubicBezTo>
                    <a:pt x="28" y="0"/>
                    <a:pt x="27" y="1"/>
                    <a:pt x="27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6" y="2"/>
                    <a:pt x="26" y="3"/>
                    <a:pt x="25" y="4"/>
                  </a:cubicBezTo>
                  <a:cubicBezTo>
                    <a:pt x="24" y="7"/>
                    <a:pt x="22" y="7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6"/>
                    <a:pt x="20" y="6"/>
                    <a:pt x="20" y="6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5"/>
                    <a:pt x="18" y="5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5"/>
                    <a:pt x="15" y="6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0" y="9"/>
                    <a:pt x="9" y="10"/>
                    <a:pt x="8" y="12"/>
                  </a:cubicBezTo>
                  <a:cubicBezTo>
                    <a:pt x="7" y="13"/>
                    <a:pt x="8" y="14"/>
                    <a:pt x="8" y="14"/>
                  </a:cubicBezTo>
                  <a:cubicBezTo>
                    <a:pt x="8" y="15"/>
                    <a:pt x="8" y="16"/>
                    <a:pt x="6" y="18"/>
                  </a:cubicBezTo>
                  <a:cubicBezTo>
                    <a:pt x="6" y="19"/>
                    <a:pt x="6" y="19"/>
                    <a:pt x="6" y="1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5" name="Freeform 520">
              <a:extLst>
                <a:ext uri="{FF2B5EF4-FFF2-40B4-BE49-F238E27FC236}">
                  <a16:creationId xmlns:a16="http://schemas.microsoft.com/office/drawing/2014/main" id="{07A83DE9-582E-D5EA-1E24-87BE3FAF65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059" y="2394284"/>
              <a:ext cx="70519" cy="35260"/>
            </a:xfrm>
            <a:custGeom>
              <a:avLst/>
              <a:gdLst>
                <a:gd name="T0" fmla="*/ 64 w 65"/>
                <a:gd name="T1" fmla="*/ 23 h 33"/>
                <a:gd name="T2" fmla="*/ 64 w 65"/>
                <a:gd name="T3" fmla="*/ 20 h 33"/>
                <a:gd name="T4" fmla="*/ 62 w 65"/>
                <a:gd name="T5" fmla="*/ 19 h 33"/>
                <a:gd name="T6" fmla="*/ 59 w 65"/>
                <a:gd name="T7" fmla="*/ 18 h 33"/>
                <a:gd name="T8" fmla="*/ 57 w 65"/>
                <a:gd name="T9" fmla="*/ 16 h 33"/>
                <a:gd name="T10" fmla="*/ 56 w 65"/>
                <a:gd name="T11" fmla="*/ 13 h 33"/>
                <a:gd name="T12" fmla="*/ 57 w 65"/>
                <a:gd name="T13" fmla="*/ 10 h 33"/>
                <a:gd name="T14" fmla="*/ 58 w 65"/>
                <a:gd name="T15" fmla="*/ 9 h 33"/>
                <a:gd name="T16" fmla="*/ 56 w 65"/>
                <a:gd name="T17" fmla="*/ 7 h 33"/>
                <a:gd name="T18" fmla="*/ 55 w 65"/>
                <a:gd name="T19" fmla="*/ 6 h 33"/>
                <a:gd name="T20" fmla="*/ 50 w 65"/>
                <a:gd name="T21" fmla="*/ 5 h 33"/>
                <a:gd name="T22" fmla="*/ 46 w 65"/>
                <a:gd name="T23" fmla="*/ 6 h 33"/>
                <a:gd name="T24" fmla="*/ 41 w 65"/>
                <a:gd name="T25" fmla="*/ 6 h 33"/>
                <a:gd name="T26" fmla="*/ 37 w 65"/>
                <a:gd name="T27" fmla="*/ 5 h 33"/>
                <a:gd name="T28" fmla="*/ 34 w 65"/>
                <a:gd name="T29" fmla="*/ 5 h 33"/>
                <a:gd name="T30" fmla="*/ 29 w 65"/>
                <a:gd name="T31" fmla="*/ 2 h 33"/>
                <a:gd name="T32" fmla="*/ 28 w 65"/>
                <a:gd name="T33" fmla="*/ 1 h 33"/>
                <a:gd name="T34" fmla="*/ 25 w 65"/>
                <a:gd name="T35" fmla="*/ 1 h 33"/>
                <a:gd name="T36" fmla="*/ 21 w 65"/>
                <a:gd name="T37" fmla="*/ 1 h 33"/>
                <a:gd name="T38" fmla="*/ 17 w 65"/>
                <a:gd name="T39" fmla="*/ 4 h 33"/>
                <a:gd name="T40" fmla="*/ 12 w 65"/>
                <a:gd name="T41" fmla="*/ 7 h 33"/>
                <a:gd name="T42" fmla="*/ 8 w 65"/>
                <a:gd name="T43" fmla="*/ 12 h 33"/>
                <a:gd name="T44" fmla="*/ 8 w 65"/>
                <a:gd name="T45" fmla="*/ 12 h 33"/>
                <a:gd name="T46" fmla="*/ 6 w 65"/>
                <a:gd name="T47" fmla="*/ 15 h 33"/>
                <a:gd name="T48" fmla="*/ 4 w 65"/>
                <a:gd name="T49" fmla="*/ 18 h 33"/>
                <a:gd name="T50" fmla="*/ 4 w 65"/>
                <a:gd name="T51" fmla="*/ 18 h 33"/>
                <a:gd name="T52" fmla="*/ 1 w 65"/>
                <a:gd name="T53" fmla="*/ 21 h 33"/>
                <a:gd name="T54" fmla="*/ 1 w 65"/>
                <a:gd name="T55" fmla="*/ 21 h 33"/>
                <a:gd name="T56" fmla="*/ 1 w 65"/>
                <a:gd name="T57" fmla="*/ 21 h 33"/>
                <a:gd name="T58" fmla="*/ 0 w 65"/>
                <a:gd name="T59" fmla="*/ 23 h 33"/>
                <a:gd name="T60" fmla="*/ 0 w 65"/>
                <a:gd name="T61" fmla="*/ 23 h 33"/>
                <a:gd name="T62" fmla="*/ 0 w 65"/>
                <a:gd name="T63" fmla="*/ 24 h 33"/>
                <a:gd name="T64" fmla="*/ 1 w 65"/>
                <a:gd name="T65" fmla="*/ 26 h 33"/>
                <a:gd name="T66" fmla="*/ 5 w 65"/>
                <a:gd name="T67" fmla="*/ 29 h 33"/>
                <a:gd name="T68" fmla="*/ 9 w 65"/>
                <a:gd name="T69" fmla="*/ 30 h 33"/>
                <a:gd name="T70" fmla="*/ 13 w 65"/>
                <a:gd name="T71" fmla="*/ 31 h 33"/>
                <a:gd name="T72" fmla="*/ 15 w 65"/>
                <a:gd name="T73" fmla="*/ 32 h 33"/>
                <a:gd name="T74" fmla="*/ 20 w 65"/>
                <a:gd name="T75" fmla="*/ 33 h 33"/>
                <a:gd name="T76" fmla="*/ 24 w 65"/>
                <a:gd name="T77" fmla="*/ 31 h 33"/>
                <a:gd name="T78" fmla="*/ 29 w 65"/>
                <a:gd name="T79" fmla="*/ 29 h 33"/>
                <a:gd name="T80" fmla="*/ 33 w 65"/>
                <a:gd name="T81" fmla="*/ 30 h 33"/>
                <a:gd name="T82" fmla="*/ 38 w 65"/>
                <a:gd name="T83" fmla="*/ 31 h 33"/>
                <a:gd name="T84" fmla="*/ 54 w 65"/>
                <a:gd name="T85" fmla="*/ 31 h 33"/>
                <a:gd name="T86" fmla="*/ 59 w 65"/>
                <a:gd name="T87" fmla="*/ 31 h 33"/>
                <a:gd name="T88" fmla="*/ 59 w 65"/>
                <a:gd name="T89" fmla="*/ 31 h 33"/>
                <a:gd name="T90" fmla="*/ 60 w 65"/>
                <a:gd name="T91" fmla="*/ 31 h 33"/>
                <a:gd name="T92" fmla="*/ 65 w 65"/>
                <a:gd name="T93" fmla="*/ 30 h 33"/>
                <a:gd name="T94" fmla="*/ 65 w 65"/>
                <a:gd name="T95" fmla="*/ 29 h 33"/>
                <a:gd name="T96" fmla="*/ 64 w 65"/>
                <a:gd name="T97" fmla="*/ 25 h 33"/>
                <a:gd name="T98" fmla="*/ 64 w 65"/>
                <a:gd name="T99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5" h="33">
                  <a:moveTo>
                    <a:pt x="64" y="23"/>
                  </a:moveTo>
                  <a:cubicBezTo>
                    <a:pt x="65" y="22"/>
                    <a:pt x="65" y="21"/>
                    <a:pt x="64" y="20"/>
                  </a:cubicBezTo>
                  <a:cubicBezTo>
                    <a:pt x="63" y="20"/>
                    <a:pt x="63" y="20"/>
                    <a:pt x="62" y="19"/>
                  </a:cubicBezTo>
                  <a:cubicBezTo>
                    <a:pt x="61" y="19"/>
                    <a:pt x="60" y="19"/>
                    <a:pt x="59" y="18"/>
                  </a:cubicBezTo>
                  <a:cubicBezTo>
                    <a:pt x="58" y="18"/>
                    <a:pt x="58" y="17"/>
                    <a:pt x="57" y="16"/>
                  </a:cubicBezTo>
                  <a:cubicBezTo>
                    <a:pt x="56" y="15"/>
                    <a:pt x="56" y="13"/>
                    <a:pt x="56" y="13"/>
                  </a:cubicBezTo>
                  <a:cubicBezTo>
                    <a:pt x="56" y="12"/>
                    <a:pt x="56" y="11"/>
                    <a:pt x="57" y="10"/>
                  </a:cubicBezTo>
                  <a:cubicBezTo>
                    <a:pt x="57" y="10"/>
                    <a:pt x="57" y="10"/>
                    <a:pt x="58" y="9"/>
                  </a:cubicBezTo>
                  <a:cubicBezTo>
                    <a:pt x="57" y="9"/>
                    <a:pt x="57" y="8"/>
                    <a:pt x="56" y="7"/>
                  </a:cubicBezTo>
                  <a:cubicBezTo>
                    <a:pt x="56" y="6"/>
                    <a:pt x="55" y="6"/>
                    <a:pt x="55" y="6"/>
                  </a:cubicBezTo>
                  <a:cubicBezTo>
                    <a:pt x="54" y="6"/>
                    <a:pt x="52" y="6"/>
                    <a:pt x="50" y="5"/>
                  </a:cubicBezTo>
                  <a:cubicBezTo>
                    <a:pt x="49" y="5"/>
                    <a:pt x="47" y="6"/>
                    <a:pt x="46" y="6"/>
                  </a:cubicBezTo>
                  <a:cubicBezTo>
                    <a:pt x="44" y="7"/>
                    <a:pt x="43" y="7"/>
                    <a:pt x="41" y="6"/>
                  </a:cubicBezTo>
                  <a:cubicBezTo>
                    <a:pt x="40" y="6"/>
                    <a:pt x="39" y="6"/>
                    <a:pt x="37" y="5"/>
                  </a:cubicBezTo>
                  <a:cubicBezTo>
                    <a:pt x="37" y="5"/>
                    <a:pt x="36" y="5"/>
                    <a:pt x="34" y="5"/>
                  </a:cubicBezTo>
                  <a:cubicBezTo>
                    <a:pt x="31" y="4"/>
                    <a:pt x="30" y="4"/>
                    <a:pt x="29" y="2"/>
                  </a:cubicBezTo>
                  <a:cubicBezTo>
                    <a:pt x="29" y="2"/>
                    <a:pt x="29" y="2"/>
                    <a:pt x="28" y="1"/>
                  </a:cubicBezTo>
                  <a:cubicBezTo>
                    <a:pt x="27" y="0"/>
                    <a:pt x="26" y="0"/>
                    <a:pt x="25" y="1"/>
                  </a:cubicBezTo>
                  <a:cubicBezTo>
                    <a:pt x="24" y="1"/>
                    <a:pt x="23" y="1"/>
                    <a:pt x="21" y="1"/>
                  </a:cubicBezTo>
                  <a:cubicBezTo>
                    <a:pt x="20" y="1"/>
                    <a:pt x="18" y="2"/>
                    <a:pt x="17" y="4"/>
                  </a:cubicBezTo>
                  <a:cubicBezTo>
                    <a:pt x="16" y="5"/>
                    <a:pt x="14" y="6"/>
                    <a:pt x="12" y="7"/>
                  </a:cubicBezTo>
                  <a:cubicBezTo>
                    <a:pt x="10" y="9"/>
                    <a:pt x="9" y="10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7" y="13"/>
                    <a:pt x="7" y="14"/>
                    <a:pt x="6" y="15"/>
                  </a:cubicBezTo>
                  <a:cubicBezTo>
                    <a:pt x="5" y="16"/>
                    <a:pt x="4" y="17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3" y="19"/>
                    <a:pt x="2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1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4"/>
                    <a:pt x="0" y="24"/>
                  </a:cubicBezTo>
                  <a:cubicBezTo>
                    <a:pt x="0" y="25"/>
                    <a:pt x="0" y="26"/>
                    <a:pt x="1" y="26"/>
                  </a:cubicBezTo>
                  <a:cubicBezTo>
                    <a:pt x="1" y="27"/>
                    <a:pt x="3" y="28"/>
                    <a:pt x="5" y="29"/>
                  </a:cubicBezTo>
                  <a:cubicBezTo>
                    <a:pt x="7" y="30"/>
                    <a:pt x="8" y="30"/>
                    <a:pt x="9" y="30"/>
                  </a:cubicBezTo>
                  <a:cubicBezTo>
                    <a:pt x="10" y="30"/>
                    <a:pt x="11" y="30"/>
                    <a:pt x="13" y="31"/>
                  </a:cubicBezTo>
                  <a:cubicBezTo>
                    <a:pt x="14" y="31"/>
                    <a:pt x="15" y="31"/>
                    <a:pt x="15" y="32"/>
                  </a:cubicBezTo>
                  <a:cubicBezTo>
                    <a:pt x="17" y="32"/>
                    <a:pt x="17" y="33"/>
                    <a:pt x="20" y="33"/>
                  </a:cubicBezTo>
                  <a:cubicBezTo>
                    <a:pt x="21" y="33"/>
                    <a:pt x="23" y="32"/>
                    <a:pt x="24" y="31"/>
                  </a:cubicBezTo>
                  <a:cubicBezTo>
                    <a:pt x="25" y="30"/>
                    <a:pt x="27" y="29"/>
                    <a:pt x="29" y="29"/>
                  </a:cubicBezTo>
                  <a:cubicBezTo>
                    <a:pt x="31" y="29"/>
                    <a:pt x="32" y="30"/>
                    <a:pt x="33" y="30"/>
                  </a:cubicBezTo>
                  <a:cubicBezTo>
                    <a:pt x="34" y="30"/>
                    <a:pt x="35" y="31"/>
                    <a:pt x="38" y="31"/>
                  </a:cubicBezTo>
                  <a:cubicBezTo>
                    <a:pt x="43" y="31"/>
                    <a:pt x="49" y="31"/>
                    <a:pt x="54" y="31"/>
                  </a:cubicBezTo>
                  <a:cubicBezTo>
                    <a:pt x="56" y="31"/>
                    <a:pt x="59" y="31"/>
                    <a:pt x="59" y="31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3" y="31"/>
                    <a:pt x="65" y="31"/>
                    <a:pt x="65" y="30"/>
                  </a:cubicBezTo>
                  <a:cubicBezTo>
                    <a:pt x="65" y="30"/>
                    <a:pt x="65" y="30"/>
                    <a:pt x="65" y="29"/>
                  </a:cubicBezTo>
                  <a:cubicBezTo>
                    <a:pt x="64" y="28"/>
                    <a:pt x="63" y="27"/>
                    <a:pt x="64" y="25"/>
                  </a:cubicBezTo>
                  <a:cubicBezTo>
                    <a:pt x="64" y="24"/>
                    <a:pt x="64" y="24"/>
                    <a:pt x="64" y="2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6" name="Freeform 521">
              <a:extLst>
                <a:ext uri="{FF2B5EF4-FFF2-40B4-BE49-F238E27FC236}">
                  <a16:creationId xmlns:a16="http://schemas.microsoft.com/office/drawing/2014/main" id="{DB5273CA-E15F-4686-CC90-64E9E60E0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9149" y="2502884"/>
              <a:ext cx="7052" cy="4231"/>
            </a:xfrm>
            <a:custGeom>
              <a:avLst/>
              <a:gdLst>
                <a:gd name="T0" fmla="*/ 5 w 6"/>
                <a:gd name="T1" fmla="*/ 3 h 4"/>
                <a:gd name="T2" fmla="*/ 1 w 6"/>
                <a:gd name="T3" fmla="*/ 1 h 4"/>
                <a:gd name="T4" fmla="*/ 2 w 6"/>
                <a:gd name="T5" fmla="*/ 4 h 4"/>
                <a:gd name="T6" fmla="*/ 5 w 6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4">
                  <a:moveTo>
                    <a:pt x="5" y="3"/>
                  </a:moveTo>
                  <a:cubicBezTo>
                    <a:pt x="6" y="1"/>
                    <a:pt x="4" y="0"/>
                    <a:pt x="1" y="1"/>
                  </a:cubicBezTo>
                  <a:cubicBezTo>
                    <a:pt x="0" y="3"/>
                    <a:pt x="0" y="4"/>
                    <a:pt x="2" y="4"/>
                  </a:cubicBezTo>
                  <a:cubicBezTo>
                    <a:pt x="4" y="4"/>
                    <a:pt x="4" y="4"/>
                    <a:pt x="5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7" name="Freeform 522">
              <a:extLst>
                <a:ext uri="{FF2B5EF4-FFF2-40B4-BE49-F238E27FC236}">
                  <a16:creationId xmlns:a16="http://schemas.microsoft.com/office/drawing/2014/main" id="{2477BC7B-F73A-51A2-4818-606BF86B7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2051" y="3753897"/>
              <a:ext cx="9873" cy="8462"/>
            </a:xfrm>
            <a:custGeom>
              <a:avLst/>
              <a:gdLst>
                <a:gd name="T0" fmla="*/ 4 w 9"/>
                <a:gd name="T1" fmla="*/ 1 h 8"/>
                <a:gd name="T2" fmla="*/ 2 w 9"/>
                <a:gd name="T3" fmla="*/ 5 h 8"/>
                <a:gd name="T4" fmla="*/ 8 w 9"/>
                <a:gd name="T5" fmla="*/ 6 h 8"/>
                <a:gd name="T6" fmla="*/ 4 w 9"/>
                <a:gd name="T7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8">
                  <a:moveTo>
                    <a:pt x="4" y="1"/>
                  </a:moveTo>
                  <a:cubicBezTo>
                    <a:pt x="2" y="3"/>
                    <a:pt x="0" y="4"/>
                    <a:pt x="2" y="5"/>
                  </a:cubicBezTo>
                  <a:cubicBezTo>
                    <a:pt x="4" y="6"/>
                    <a:pt x="8" y="8"/>
                    <a:pt x="8" y="6"/>
                  </a:cubicBezTo>
                  <a:cubicBezTo>
                    <a:pt x="9" y="4"/>
                    <a:pt x="8" y="0"/>
                    <a:pt x="4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8" name="Freeform 523">
              <a:extLst>
                <a:ext uri="{FF2B5EF4-FFF2-40B4-BE49-F238E27FC236}">
                  <a16:creationId xmlns:a16="http://schemas.microsoft.com/office/drawing/2014/main" id="{E735AAC5-B388-0B54-3221-CC487E908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9322" y="2818811"/>
              <a:ext cx="49364" cy="87444"/>
            </a:xfrm>
            <a:custGeom>
              <a:avLst/>
              <a:gdLst>
                <a:gd name="T0" fmla="*/ 41 w 46"/>
                <a:gd name="T1" fmla="*/ 40 h 81"/>
                <a:gd name="T2" fmla="*/ 38 w 46"/>
                <a:gd name="T3" fmla="*/ 34 h 81"/>
                <a:gd name="T4" fmla="*/ 31 w 46"/>
                <a:gd name="T5" fmla="*/ 25 h 81"/>
                <a:gd name="T6" fmla="*/ 27 w 46"/>
                <a:gd name="T7" fmla="*/ 18 h 81"/>
                <a:gd name="T8" fmla="*/ 20 w 46"/>
                <a:gd name="T9" fmla="*/ 7 h 81"/>
                <a:gd name="T10" fmla="*/ 19 w 46"/>
                <a:gd name="T11" fmla="*/ 5 h 81"/>
                <a:gd name="T12" fmla="*/ 15 w 46"/>
                <a:gd name="T13" fmla="*/ 3 h 81"/>
                <a:gd name="T14" fmla="*/ 12 w 46"/>
                <a:gd name="T15" fmla="*/ 2 h 81"/>
                <a:gd name="T16" fmla="*/ 10 w 46"/>
                <a:gd name="T17" fmla="*/ 2 h 81"/>
                <a:gd name="T18" fmla="*/ 11 w 46"/>
                <a:gd name="T19" fmla="*/ 6 h 81"/>
                <a:gd name="T20" fmla="*/ 9 w 46"/>
                <a:gd name="T21" fmla="*/ 7 h 81"/>
                <a:gd name="T22" fmla="*/ 9 w 46"/>
                <a:gd name="T23" fmla="*/ 10 h 81"/>
                <a:gd name="T24" fmla="*/ 6 w 46"/>
                <a:gd name="T25" fmla="*/ 15 h 81"/>
                <a:gd name="T26" fmla="*/ 3 w 46"/>
                <a:gd name="T27" fmla="*/ 16 h 81"/>
                <a:gd name="T28" fmla="*/ 5 w 46"/>
                <a:gd name="T29" fmla="*/ 21 h 81"/>
                <a:gd name="T30" fmla="*/ 5 w 46"/>
                <a:gd name="T31" fmla="*/ 29 h 81"/>
                <a:gd name="T32" fmla="*/ 2 w 46"/>
                <a:gd name="T33" fmla="*/ 34 h 81"/>
                <a:gd name="T34" fmla="*/ 2 w 46"/>
                <a:gd name="T35" fmla="*/ 39 h 81"/>
                <a:gd name="T36" fmla="*/ 4 w 46"/>
                <a:gd name="T37" fmla="*/ 61 h 81"/>
                <a:gd name="T38" fmla="*/ 7 w 46"/>
                <a:gd name="T39" fmla="*/ 70 h 81"/>
                <a:gd name="T40" fmla="*/ 14 w 46"/>
                <a:gd name="T41" fmla="*/ 79 h 81"/>
                <a:gd name="T42" fmla="*/ 23 w 46"/>
                <a:gd name="T43" fmla="*/ 79 h 81"/>
                <a:gd name="T44" fmla="*/ 30 w 46"/>
                <a:gd name="T45" fmla="*/ 74 h 81"/>
                <a:gd name="T46" fmla="*/ 39 w 46"/>
                <a:gd name="T47" fmla="*/ 70 h 81"/>
                <a:gd name="T48" fmla="*/ 44 w 46"/>
                <a:gd name="T49" fmla="*/ 66 h 81"/>
                <a:gd name="T50" fmla="*/ 45 w 46"/>
                <a:gd name="T51" fmla="*/ 61 h 81"/>
                <a:gd name="T52" fmla="*/ 46 w 46"/>
                <a:gd name="T53" fmla="*/ 53 h 81"/>
                <a:gd name="T54" fmla="*/ 44 w 46"/>
                <a:gd name="T55" fmla="*/ 46 h 81"/>
                <a:gd name="T56" fmla="*/ 41 w 46"/>
                <a:gd name="T57" fmla="*/ 4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" h="81">
                  <a:moveTo>
                    <a:pt x="41" y="40"/>
                  </a:moveTo>
                  <a:cubicBezTo>
                    <a:pt x="39" y="37"/>
                    <a:pt x="40" y="37"/>
                    <a:pt x="38" y="34"/>
                  </a:cubicBezTo>
                  <a:cubicBezTo>
                    <a:pt x="37" y="32"/>
                    <a:pt x="34" y="29"/>
                    <a:pt x="31" y="25"/>
                  </a:cubicBezTo>
                  <a:cubicBezTo>
                    <a:pt x="27" y="20"/>
                    <a:pt x="29" y="21"/>
                    <a:pt x="27" y="18"/>
                  </a:cubicBezTo>
                  <a:cubicBezTo>
                    <a:pt x="26" y="11"/>
                    <a:pt x="22" y="9"/>
                    <a:pt x="20" y="7"/>
                  </a:cubicBezTo>
                  <a:cubicBezTo>
                    <a:pt x="19" y="6"/>
                    <a:pt x="19" y="7"/>
                    <a:pt x="19" y="5"/>
                  </a:cubicBezTo>
                  <a:cubicBezTo>
                    <a:pt x="18" y="3"/>
                    <a:pt x="17" y="3"/>
                    <a:pt x="15" y="3"/>
                  </a:cubicBezTo>
                  <a:cubicBezTo>
                    <a:pt x="14" y="2"/>
                    <a:pt x="13" y="4"/>
                    <a:pt x="12" y="2"/>
                  </a:cubicBezTo>
                  <a:cubicBezTo>
                    <a:pt x="12" y="1"/>
                    <a:pt x="10" y="0"/>
                    <a:pt x="10" y="2"/>
                  </a:cubicBezTo>
                  <a:cubicBezTo>
                    <a:pt x="9" y="3"/>
                    <a:pt x="12" y="4"/>
                    <a:pt x="11" y="6"/>
                  </a:cubicBezTo>
                  <a:cubicBezTo>
                    <a:pt x="11" y="8"/>
                    <a:pt x="10" y="7"/>
                    <a:pt x="9" y="7"/>
                  </a:cubicBezTo>
                  <a:cubicBezTo>
                    <a:pt x="8" y="7"/>
                    <a:pt x="9" y="8"/>
                    <a:pt x="9" y="10"/>
                  </a:cubicBezTo>
                  <a:cubicBezTo>
                    <a:pt x="9" y="11"/>
                    <a:pt x="8" y="13"/>
                    <a:pt x="6" y="15"/>
                  </a:cubicBezTo>
                  <a:cubicBezTo>
                    <a:pt x="5" y="17"/>
                    <a:pt x="5" y="15"/>
                    <a:pt x="3" y="16"/>
                  </a:cubicBezTo>
                  <a:cubicBezTo>
                    <a:pt x="2" y="16"/>
                    <a:pt x="4" y="18"/>
                    <a:pt x="5" y="21"/>
                  </a:cubicBezTo>
                  <a:cubicBezTo>
                    <a:pt x="6" y="23"/>
                    <a:pt x="5" y="25"/>
                    <a:pt x="5" y="29"/>
                  </a:cubicBezTo>
                  <a:cubicBezTo>
                    <a:pt x="4" y="33"/>
                    <a:pt x="4" y="31"/>
                    <a:pt x="2" y="34"/>
                  </a:cubicBezTo>
                  <a:cubicBezTo>
                    <a:pt x="0" y="36"/>
                    <a:pt x="1" y="35"/>
                    <a:pt x="2" y="39"/>
                  </a:cubicBezTo>
                  <a:cubicBezTo>
                    <a:pt x="2" y="42"/>
                    <a:pt x="3" y="56"/>
                    <a:pt x="4" y="61"/>
                  </a:cubicBezTo>
                  <a:cubicBezTo>
                    <a:pt x="5" y="66"/>
                    <a:pt x="5" y="67"/>
                    <a:pt x="7" y="70"/>
                  </a:cubicBezTo>
                  <a:cubicBezTo>
                    <a:pt x="8" y="74"/>
                    <a:pt x="11" y="76"/>
                    <a:pt x="14" y="79"/>
                  </a:cubicBezTo>
                  <a:cubicBezTo>
                    <a:pt x="17" y="81"/>
                    <a:pt x="20" y="80"/>
                    <a:pt x="23" y="79"/>
                  </a:cubicBezTo>
                  <a:cubicBezTo>
                    <a:pt x="26" y="77"/>
                    <a:pt x="28" y="76"/>
                    <a:pt x="30" y="74"/>
                  </a:cubicBezTo>
                  <a:cubicBezTo>
                    <a:pt x="32" y="72"/>
                    <a:pt x="36" y="72"/>
                    <a:pt x="39" y="70"/>
                  </a:cubicBezTo>
                  <a:cubicBezTo>
                    <a:pt x="43" y="69"/>
                    <a:pt x="43" y="68"/>
                    <a:pt x="44" y="66"/>
                  </a:cubicBezTo>
                  <a:cubicBezTo>
                    <a:pt x="44" y="64"/>
                    <a:pt x="44" y="63"/>
                    <a:pt x="45" y="61"/>
                  </a:cubicBezTo>
                  <a:cubicBezTo>
                    <a:pt x="45" y="59"/>
                    <a:pt x="46" y="57"/>
                    <a:pt x="46" y="53"/>
                  </a:cubicBezTo>
                  <a:cubicBezTo>
                    <a:pt x="46" y="50"/>
                    <a:pt x="45" y="50"/>
                    <a:pt x="44" y="46"/>
                  </a:cubicBezTo>
                  <a:cubicBezTo>
                    <a:pt x="42" y="43"/>
                    <a:pt x="42" y="43"/>
                    <a:pt x="41" y="4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79" name="Freeform 524">
              <a:extLst>
                <a:ext uri="{FF2B5EF4-FFF2-40B4-BE49-F238E27FC236}">
                  <a16:creationId xmlns:a16="http://schemas.microsoft.com/office/drawing/2014/main" id="{7487FE45-C805-B6A2-BEE0-8BCE95AF7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95631" y="2731367"/>
              <a:ext cx="35260" cy="153732"/>
            </a:xfrm>
            <a:custGeom>
              <a:avLst/>
              <a:gdLst>
                <a:gd name="T0" fmla="*/ 2 w 32"/>
                <a:gd name="T1" fmla="*/ 59 h 143"/>
                <a:gd name="T2" fmla="*/ 0 w 32"/>
                <a:gd name="T3" fmla="*/ 63 h 143"/>
                <a:gd name="T4" fmla="*/ 2 w 32"/>
                <a:gd name="T5" fmla="*/ 67 h 143"/>
                <a:gd name="T6" fmla="*/ 5 w 32"/>
                <a:gd name="T7" fmla="*/ 63 h 143"/>
                <a:gd name="T8" fmla="*/ 2 w 32"/>
                <a:gd name="T9" fmla="*/ 59 h 143"/>
                <a:gd name="T10" fmla="*/ 9 w 32"/>
                <a:gd name="T11" fmla="*/ 45 h 143"/>
                <a:gd name="T12" fmla="*/ 8 w 32"/>
                <a:gd name="T13" fmla="*/ 41 h 143"/>
                <a:gd name="T14" fmla="*/ 9 w 32"/>
                <a:gd name="T15" fmla="*/ 37 h 143"/>
                <a:gd name="T16" fmla="*/ 9 w 32"/>
                <a:gd name="T17" fmla="*/ 34 h 143"/>
                <a:gd name="T18" fmla="*/ 6 w 32"/>
                <a:gd name="T19" fmla="*/ 34 h 143"/>
                <a:gd name="T20" fmla="*/ 4 w 32"/>
                <a:gd name="T21" fmla="*/ 37 h 143"/>
                <a:gd name="T22" fmla="*/ 5 w 32"/>
                <a:gd name="T23" fmla="*/ 42 h 143"/>
                <a:gd name="T24" fmla="*/ 7 w 32"/>
                <a:gd name="T25" fmla="*/ 45 h 143"/>
                <a:gd name="T26" fmla="*/ 7 w 32"/>
                <a:gd name="T27" fmla="*/ 49 h 143"/>
                <a:gd name="T28" fmla="*/ 9 w 32"/>
                <a:gd name="T29" fmla="*/ 45 h 143"/>
                <a:gd name="T30" fmla="*/ 31 w 32"/>
                <a:gd name="T31" fmla="*/ 137 h 143"/>
                <a:gd name="T32" fmla="*/ 29 w 32"/>
                <a:gd name="T33" fmla="*/ 137 h 143"/>
                <a:gd name="T34" fmla="*/ 28 w 32"/>
                <a:gd name="T35" fmla="*/ 141 h 143"/>
                <a:gd name="T36" fmla="*/ 31 w 32"/>
                <a:gd name="T37" fmla="*/ 143 h 143"/>
                <a:gd name="T38" fmla="*/ 31 w 32"/>
                <a:gd name="T39" fmla="*/ 140 h 143"/>
                <a:gd name="T40" fmla="*/ 31 w 32"/>
                <a:gd name="T41" fmla="*/ 137 h 143"/>
                <a:gd name="T42" fmla="*/ 29 w 32"/>
                <a:gd name="T43" fmla="*/ 132 h 143"/>
                <a:gd name="T44" fmla="*/ 28 w 32"/>
                <a:gd name="T45" fmla="*/ 131 h 143"/>
                <a:gd name="T46" fmla="*/ 26 w 32"/>
                <a:gd name="T47" fmla="*/ 133 h 143"/>
                <a:gd name="T48" fmla="*/ 29 w 32"/>
                <a:gd name="T49" fmla="*/ 132 h 143"/>
                <a:gd name="T50" fmla="*/ 16 w 32"/>
                <a:gd name="T51" fmla="*/ 112 h 143"/>
                <a:gd name="T52" fmla="*/ 16 w 32"/>
                <a:gd name="T53" fmla="*/ 114 h 143"/>
                <a:gd name="T54" fmla="*/ 18 w 32"/>
                <a:gd name="T55" fmla="*/ 114 h 143"/>
                <a:gd name="T56" fmla="*/ 16 w 32"/>
                <a:gd name="T57" fmla="*/ 112 h 143"/>
                <a:gd name="T58" fmla="*/ 9 w 32"/>
                <a:gd name="T59" fmla="*/ 93 h 143"/>
                <a:gd name="T60" fmla="*/ 8 w 32"/>
                <a:gd name="T61" fmla="*/ 95 h 143"/>
                <a:gd name="T62" fmla="*/ 10 w 32"/>
                <a:gd name="T63" fmla="*/ 95 h 143"/>
                <a:gd name="T64" fmla="*/ 9 w 32"/>
                <a:gd name="T65" fmla="*/ 93 h 143"/>
                <a:gd name="T66" fmla="*/ 10 w 32"/>
                <a:gd name="T67" fmla="*/ 17 h 143"/>
                <a:gd name="T68" fmla="*/ 10 w 32"/>
                <a:gd name="T69" fmla="*/ 20 h 143"/>
                <a:gd name="T70" fmla="*/ 10 w 32"/>
                <a:gd name="T71" fmla="*/ 23 h 143"/>
                <a:gd name="T72" fmla="*/ 9 w 32"/>
                <a:gd name="T73" fmla="*/ 27 h 143"/>
                <a:gd name="T74" fmla="*/ 10 w 32"/>
                <a:gd name="T75" fmla="*/ 30 h 143"/>
                <a:gd name="T76" fmla="*/ 12 w 32"/>
                <a:gd name="T77" fmla="*/ 27 h 143"/>
                <a:gd name="T78" fmla="*/ 14 w 32"/>
                <a:gd name="T79" fmla="*/ 23 h 143"/>
                <a:gd name="T80" fmla="*/ 13 w 32"/>
                <a:gd name="T81" fmla="*/ 19 h 143"/>
                <a:gd name="T82" fmla="*/ 10 w 32"/>
                <a:gd name="T83" fmla="*/ 17 h 143"/>
                <a:gd name="T84" fmla="*/ 16 w 32"/>
                <a:gd name="T85" fmla="*/ 5 h 143"/>
                <a:gd name="T86" fmla="*/ 14 w 32"/>
                <a:gd name="T87" fmla="*/ 4 h 143"/>
                <a:gd name="T88" fmla="*/ 13 w 32"/>
                <a:gd name="T89" fmla="*/ 9 h 143"/>
                <a:gd name="T90" fmla="*/ 12 w 32"/>
                <a:gd name="T91" fmla="*/ 12 h 143"/>
                <a:gd name="T92" fmla="*/ 13 w 32"/>
                <a:gd name="T93" fmla="*/ 14 h 143"/>
                <a:gd name="T94" fmla="*/ 15 w 32"/>
                <a:gd name="T95" fmla="*/ 11 h 143"/>
                <a:gd name="T96" fmla="*/ 15 w 32"/>
                <a:gd name="T97" fmla="*/ 9 h 143"/>
                <a:gd name="T98" fmla="*/ 16 w 32"/>
                <a:gd name="T99" fmla="*/ 5 h 143"/>
                <a:gd name="T100" fmla="*/ 24 w 32"/>
                <a:gd name="T101" fmla="*/ 115 h 143"/>
                <a:gd name="T102" fmla="*/ 21 w 32"/>
                <a:gd name="T103" fmla="*/ 118 h 143"/>
                <a:gd name="T104" fmla="*/ 20 w 32"/>
                <a:gd name="T105" fmla="*/ 121 h 143"/>
                <a:gd name="T106" fmla="*/ 23 w 32"/>
                <a:gd name="T107" fmla="*/ 122 h 143"/>
                <a:gd name="T108" fmla="*/ 23 w 32"/>
                <a:gd name="T109" fmla="*/ 119 h 143"/>
                <a:gd name="T110" fmla="*/ 25 w 32"/>
                <a:gd name="T111" fmla="*/ 116 h 143"/>
                <a:gd name="T112" fmla="*/ 24 w 32"/>
                <a:gd name="T113" fmla="*/ 115 h 143"/>
                <a:gd name="T114" fmla="*/ 28 w 32"/>
                <a:gd name="T115" fmla="*/ 110 h 143"/>
                <a:gd name="T116" fmla="*/ 26 w 32"/>
                <a:gd name="T117" fmla="*/ 108 h 143"/>
                <a:gd name="T118" fmla="*/ 26 w 32"/>
                <a:gd name="T119" fmla="*/ 110 h 143"/>
                <a:gd name="T120" fmla="*/ 28 w 32"/>
                <a:gd name="T121" fmla="*/ 11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" h="143">
                  <a:moveTo>
                    <a:pt x="2" y="59"/>
                  </a:moveTo>
                  <a:cubicBezTo>
                    <a:pt x="2" y="60"/>
                    <a:pt x="0" y="61"/>
                    <a:pt x="0" y="63"/>
                  </a:cubicBezTo>
                  <a:cubicBezTo>
                    <a:pt x="0" y="65"/>
                    <a:pt x="0" y="67"/>
                    <a:pt x="2" y="67"/>
                  </a:cubicBezTo>
                  <a:cubicBezTo>
                    <a:pt x="3" y="67"/>
                    <a:pt x="4" y="64"/>
                    <a:pt x="5" y="63"/>
                  </a:cubicBezTo>
                  <a:cubicBezTo>
                    <a:pt x="5" y="61"/>
                    <a:pt x="5" y="58"/>
                    <a:pt x="2" y="59"/>
                  </a:cubicBezTo>
                  <a:close/>
                  <a:moveTo>
                    <a:pt x="9" y="45"/>
                  </a:moveTo>
                  <a:cubicBezTo>
                    <a:pt x="8" y="44"/>
                    <a:pt x="8" y="42"/>
                    <a:pt x="8" y="41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10" y="36"/>
                    <a:pt x="9" y="34"/>
                  </a:cubicBezTo>
                  <a:cubicBezTo>
                    <a:pt x="9" y="32"/>
                    <a:pt x="6" y="30"/>
                    <a:pt x="6" y="34"/>
                  </a:cubicBezTo>
                  <a:cubicBezTo>
                    <a:pt x="6" y="36"/>
                    <a:pt x="5" y="35"/>
                    <a:pt x="4" y="37"/>
                  </a:cubicBezTo>
                  <a:cubicBezTo>
                    <a:pt x="3" y="38"/>
                    <a:pt x="4" y="40"/>
                    <a:pt x="5" y="42"/>
                  </a:cubicBezTo>
                  <a:cubicBezTo>
                    <a:pt x="6" y="44"/>
                    <a:pt x="6" y="44"/>
                    <a:pt x="7" y="45"/>
                  </a:cubicBezTo>
                  <a:cubicBezTo>
                    <a:pt x="7" y="47"/>
                    <a:pt x="5" y="49"/>
                    <a:pt x="7" y="49"/>
                  </a:cubicBezTo>
                  <a:cubicBezTo>
                    <a:pt x="8" y="49"/>
                    <a:pt x="9" y="47"/>
                    <a:pt x="9" y="45"/>
                  </a:cubicBezTo>
                  <a:close/>
                  <a:moveTo>
                    <a:pt x="31" y="137"/>
                  </a:moveTo>
                  <a:cubicBezTo>
                    <a:pt x="31" y="135"/>
                    <a:pt x="30" y="136"/>
                    <a:pt x="29" y="137"/>
                  </a:cubicBezTo>
                  <a:cubicBezTo>
                    <a:pt x="27" y="137"/>
                    <a:pt x="28" y="139"/>
                    <a:pt x="28" y="141"/>
                  </a:cubicBezTo>
                  <a:cubicBezTo>
                    <a:pt x="29" y="142"/>
                    <a:pt x="30" y="143"/>
                    <a:pt x="31" y="143"/>
                  </a:cubicBezTo>
                  <a:cubicBezTo>
                    <a:pt x="32" y="143"/>
                    <a:pt x="31" y="141"/>
                    <a:pt x="31" y="140"/>
                  </a:cubicBezTo>
                  <a:cubicBezTo>
                    <a:pt x="31" y="138"/>
                    <a:pt x="31" y="138"/>
                    <a:pt x="31" y="137"/>
                  </a:cubicBezTo>
                  <a:close/>
                  <a:moveTo>
                    <a:pt x="29" y="132"/>
                  </a:moveTo>
                  <a:cubicBezTo>
                    <a:pt x="29" y="132"/>
                    <a:pt x="29" y="130"/>
                    <a:pt x="28" y="131"/>
                  </a:cubicBezTo>
                  <a:cubicBezTo>
                    <a:pt x="27" y="132"/>
                    <a:pt x="26" y="133"/>
                    <a:pt x="26" y="133"/>
                  </a:cubicBezTo>
                  <a:cubicBezTo>
                    <a:pt x="27" y="134"/>
                    <a:pt x="29" y="133"/>
                    <a:pt x="29" y="132"/>
                  </a:cubicBezTo>
                  <a:close/>
                  <a:moveTo>
                    <a:pt x="16" y="112"/>
                  </a:moveTo>
                  <a:cubicBezTo>
                    <a:pt x="16" y="113"/>
                    <a:pt x="15" y="112"/>
                    <a:pt x="16" y="114"/>
                  </a:cubicBezTo>
                  <a:cubicBezTo>
                    <a:pt x="17" y="115"/>
                    <a:pt x="18" y="115"/>
                    <a:pt x="18" y="114"/>
                  </a:cubicBezTo>
                  <a:cubicBezTo>
                    <a:pt x="18" y="114"/>
                    <a:pt x="17" y="110"/>
                    <a:pt x="16" y="112"/>
                  </a:cubicBezTo>
                  <a:close/>
                  <a:moveTo>
                    <a:pt x="9" y="93"/>
                  </a:moveTo>
                  <a:cubicBezTo>
                    <a:pt x="8" y="94"/>
                    <a:pt x="7" y="94"/>
                    <a:pt x="8" y="95"/>
                  </a:cubicBezTo>
                  <a:cubicBezTo>
                    <a:pt x="8" y="96"/>
                    <a:pt x="9" y="96"/>
                    <a:pt x="10" y="95"/>
                  </a:cubicBezTo>
                  <a:cubicBezTo>
                    <a:pt x="11" y="94"/>
                    <a:pt x="10" y="92"/>
                    <a:pt x="9" y="93"/>
                  </a:cubicBezTo>
                  <a:close/>
                  <a:moveTo>
                    <a:pt x="10" y="17"/>
                  </a:moveTo>
                  <a:cubicBezTo>
                    <a:pt x="9" y="19"/>
                    <a:pt x="9" y="19"/>
                    <a:pt x="10" y="20"/>
                  </a:cubicBezTo>
                  <a:cubicBezTo>
                    <a:pt x="11" y="22"/>
                    <a:pt x="11" y="22"/>
                    <a:pt x="10" y="23"/>
                  </a:cubicBezTo>
                  <a:cubicBezTo>
                    <a:pt x="10" y="25"/>
                    <a:pt x="9" y="26"/>
                    <a:pt x="9" y="27"/>
                  </a:cubicBezTo>
                  <a:cubicBezTo>
                    <a:pt x="9" y="28"/>
                    <a:pt x="9" y="30"/>
                    <a:pt x="10" y="30"/>
                  </a:cubicBezTo>
                  <a:cubicBezTo>
                    <a:pt x="11" y="30"/>
                    <a:pt x="12" y="30"/>
                    <a:pt x="12" y="27"/>
                  </a:cubicBezTo>
                  <a:cubicBezTo>
                    <a:pt x="13" y="25"/>
                    <a:pt x="14" y="25"/>
                    <a:pt x="14" y="23"/>
                  </a:cubicBezTo>
                  <a:cubicBezTo>
                    <a:pt x="14" y="21"/>
                    <a:pt x="13" y="21"/>
                    <a:pt x="13" y="19"/>
                  </a:cubicBezTo>
                  <a:cubicBezTo>
                    <a:pt x="12" y="17"/>
                    <a:pt x="10" y="15"/>
                    <a:pt x="10" y="17"/>
                  </a:cubicBezTo>
                  <a:close/>
                  <a:moveTo>
                    <a:pt x="16" y="5"/>
                  </a:moveTo>
                  <a:cubicBezTo>
                    <a:pt x="16" y="5"/>
                    <a:pt x="13" y="0"/>
                    <a:pt x="14" y="4"/>
                  </a:cubicBezTo>
                  <a:cubicBezTo>
                    <a:pt x="14" y="7"/>
                    <a:pt x="13" y="8"/>
                    <a:pt x="13" y="9"/>
                  </a:cubicBezTo>
                  <a:cubicBezTo>
                    <a:pt x="12" y="10"/>
                    <a:pt x="11" y="11"/>
                    <a:pt x="12" y="12"/>
                  </a:cubicBezTo>
                  <a:cubicBezTo>
                    <a:pt x="12" y="14"/>
                    <a:pt x="13" y="14"/>
                    <a:pt x="13" y="14"/>
                  </a:cubicBezTo>
                  <a:cubicBezTo>
                    <a:pt x="14" y="13"/>
                    <a:pt x="15" y="12"/>
                    <a:pt x="15" y="11"/>
                  </a:cubicBezTo>
                  <a:cubicBezTo>
                    <a:pt x="15" y="10"/>
                    <a:pt x="15" y="10"/>
                    <a:pt x="15" y="9"/>
                  </a:cubicBezTo>
                  <a:cubicBezTo>
                    <a:pt x="16" y="8"/>
                    <a:pt x="16" y="6"/>
                    <a:pt x="16" y="5"/>
                  </a:cubicBezTo>
                  <a:close/>
                  <a:moveTo>
                    <a:pt x="24" y="115"/>
                  </a:moveTo>
                  <a:cubicBezTo>
                    <a:pt x="23" y="117"/>
                    <a:pt x="22" y="117"/>
                    <a:pt x="21" y="118"/>
                  </a:cubicBezTo>
                  <a:cubicBezTo>
                    <a:pt x="20" y="119"/>
                    <a:pt x="19" y="119"/>
                    <a:pt x="20" y="121"/>
                  </a:cubicBezTo>
                  <a:cubicBezTo>
                    <a:pt x="21" y="122"/>
                    <a:pt x="22" y="123"/>
                    <a:pt x="23" y="122"/>
                  </a:cubicBezTo>
                  <a:cubicBezTo>
                    <a:pt x="23" y="121"/>
                    <a:pt x="22" y="121"/>
                    <a:pt x="23" y="119"/>
                  </a:cubicBezTo>
                  <a:cubicBezTo>
                    <a:pt x="24" y="118"/>
                    <a:pt x="25" y="117"/>
                    <a:pt x="25" y="116"/>
                  </a:cubicBezTo>
                  <a:cubicBezTo>
                    <a:pt x="25" y="115"/>
                    <a:pt x="24" y="114"/>
                    <a:pt x="24" y="115"/>
                  </a:cubicBezTo>
                  <a:close/>
                  <a:moveTo>
                    <a:pt x="28" y="110"/>
                  </a:moveTo>
                  <a:cubicBezTo>
                    <a:pt x="28" y="109"/>
                    <a:pt x="27" y="107"/>
                    <a:pt x="26" y="108"/>
                  </a:cubicBezTo>
                  <a:cubicBezTo>
                    <a:pt x="25" y="109"/>
                    <a:pt x="25" y="110"/>
                    <a:pt x="26" y="110"/>
                  </a:cubicBezTo>
                  <a:cubicBezTo>
                    <a:pt x="27" y="111"/>
                    <a:pt x="28" y="111"/>
                    <a:pt x="28" y="1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0" name="Freeform 525">
              <a:extLst>
                <a:ext uri="{FF2B5EF4-FFF2-40B4-BE49-F238E27FC236}">
                  <a16:creationId xmlns:a16="http://schemas.microsoft.com/office/drawing/2014/main" id="{E7C51B39-1333-8F41-0AEB-6333394BE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7968" y="3689020"/>
              <a:ext cx="12693" cy="12693"/>
            </a:xfrm>
            <a:custGeom>
              <a:avLst/>
              <a:gdLst>
                <a:gd name="T0" fmla="*/ 5 w 11"/>
                <a:gd name="T1" fmla="*/ 3 h 12"/>
                <a:gd name="T2" fmla="*/ 3 w 11"/>
                <a:gd name="T3" fmla="*/ 9 h 12"/>
                <a:gd name="T4" fmla="*/ 10 w 11"/>
                <a:gd name="T5" fmla="*/ 10 h 12"/>
                <a:gd name="T6" fmla="*/ 10 w 11"/>
                <a:gd name="T7" fmla="*/ 4 h 12"/>
                <a:gd name="T8" fmla="*/ 5 w 11"/>
                <a:gd name="T9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2">
                  <a:moveTo>
                    <a:pt x="5" y="3"/>
                  </a:moveTo>
                  <a:cubicBezTo>
                    <a:pt x="3" y="6"/>
                    <a:pt x="0" y="6"/>
                    <a:pt x="3" y="9"/>
                  </a:cubicBezTo>
                  <a:cubicBezTo>
                    <a:pt x="6" y="11"/>
                    <a:pt x="10" y="12"/>
                    <a:pt x="10" y="10"/>
                  </a:cubicBezTo>
                  <a:cubicBezTo>
                    <a:pt x="10" y="7"/>
                    <a:pt x="11" y="6"/>
                    <a:pt x="10" y="4"/>
                  </a:cubicBezTo>
                  <a:cubicBezTo>
                    <a:pt x="9" y="2"/>
                    <a:pt x="6" y="0"/>
                    <a:pt x="5" y="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1" name="Freeform 526">
              <a:extLst>
                <a:ext uri="{FF2B5EF4-FFF2-40B4-BE49-F238E27FC236}">
                  <a16:creationId xmlns:a16="http://schemas.microsoft.com/office/drawing/2014/main" id="{F804CB39-0177-1E43-3841-3B2DC37FA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986" y="2653796"/>
              <a:ext cx="9873" cy="12693"/>
            </a:xfrm>
            <a:custGeom>
              <a:avLst/>
              <a:gdLst>
                <a:gd name="T0" fmla="*/ 5 w 9"/>
                <a:gd name="T1" fmla="*/ 9 h 11"/>
                <a:gd name="T2" fmla="*/ 9 w 9"/>
                <a:gd name="T3" fmla="*/ 10 h 11"/>
                <a:gd name="T4" fmla="*/ 7 w 9"/>
                <a:gd name="T5" fmla="*/ 6 h 11"/>
                <a:gd name="T6" fmla="*/ 5 w 9"/>
                <a:gd name="T7" fmla="*/ 4 h 11"/>
                <a:gd name="T8" fmla="*/ 1 w 9"/>
                <a:gd name="T9" fmla="*/ 5 h 11"/>
                <a:gd name="T10" fmla="*/ 5 w 9"/>
                <a:gd name="T11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1">
                  <a:moveTo>
                    <a:pt x="5" y="9"/>
                  </a:moveTo>
                  <a:cubicBezTo>
                    <a:pt x="7" y="11"/>
                    <a:pt x="9" y="11"/>
                    <a:pt x="9" y="10"/>
                  </a:cubicBezTo>
                  <a:cubicBezTo>
                    <a:pt x="9" y="8"/>
                    <a:pt x="8" y="7"/>
                    <a:pt x="7" y="6"/>
                  </a:cubicBezTo>
                  <a:cubicBezTo>
                    <a:pt x="6" y="6"/>
                    <a:pt x="6" y="6"/>
                    <a:pt x="5" y="4"/>
                  </a:cubicBezTo>
                  <a:cubicBezTo>
                    <a:pt x="4" y="0"/>
                    <a:pt x="0" y="3"/>
                    <a:pt x="1" y="5"/>
                  </a:cubicBezTo>
                  <a:cubicBezTo>
                    <a:pt x="1" y="8"/>
                    <a:pt x="3" y="7"/>
                    <a:pt x="5" y="9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2" name="Freeform 527">
              <a:extLst>
                <a:ext uri="{FF2B5EF4-FFF2-40B4-BE49-F238E27FC236}">
                  <a16:creationId xmlns:a16="http://schemas.microsoft.com/office/drawing/2014/main" id="{22C60A30-D733-4D43-A88E-6C32E2665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665" y="1604468"/>
              <a:ext cx="7052" cy="5642"/>
            </a:xfrm>
            <a:custGeom>
              <a:avLst/>
              <a:gdLst>
                <a:gd name="T0" fmla="*/ 4 w 6"/>
                <a:gd name="T1" fmla="*/ 2 h 6"/>
                <a:gd name="T2" fmla="*/ 0 w 6"/>
                <a:gd name="T3" fmla="*/ 4 h 6"/>
                <a:gd name="T4" fmla="*/ 1 w 6"/>
                <a:gd name="T5" fmla="*/ 5 h 6"/>
                <a:gd name="T6" fmla="*/ 5 w 6"/>
                <a:gd name="T7" fmla="*/ 2 h 6"/>
                <a:gd name="T8" fmla="*/ 4 w 6"/>
                <a:gd name="T9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4" y="2"/>
                  </a:moveTo>
                  <a:cubicBezTo>
                    <a:pt x="2" y="3"/>
                    <a:pt x="0" y="2"/>
                    <a:pt x="0" y="4"/>
                  </a:cubicBezTo>
                  <a:cubicBezTo>
                    <a:pt x="0" y="5"/>
                    <a:pt x="0" y="6"/>
                    <a:pt x="1" y="5"/>
                  </a:cubicBezTo>
                  <a:cubicBezTo>
                    <a:pt x="3" y="5"/>
                    <a:pt x="4" y="3"/>
                    <a:pt x="5" y="2"/>
                  </a:cubicBezTo>
                  <a:cubicBezTo>
                    <a:pt x="6" y="2"/>
                    <a:pt x="6" y="0"/>
                    <a:pt x="4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3" name="Freeform 528">
              <a:extLst>
                <a:ext uri="{FF2B5EF4-FFF2-40B4-BE49-F238E27FC236}">
                  <a16:creationId xmlns:a16="http://schemas.microsoft.com/office/drawing/2014/main" id="{44F8BCEB-DE9C-0D3F-3463-994DDC53E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0747" y="2136184"/>
              <a:ext cx="7052" cy="12693"/>
            </a:xfrm>
            <a:custGeom>
              <a:avLst/>
              <a:gdLst>
                <a:gd name="T0" fmla="*/ 0 w 6"/>
                <a:gd name="T1" fmla="*/ 2 h 11"/>
                <a:gd name="T2" fmla="*/ 1 w 6"/>
                <a:gd name="T3" fmla="*/ 6 h 11"/>
                <a:gd name="T4" fmla="*/ 2 w 6"/>
                <a:gd name="T5" fmla="*/ 9 h 11"/>
                <a:gd name="T6" fmla="*/ 4 w 6"/>
                <a:gd name="T7" fmla="*/ 9 h 11"/>
                <a:gd name="T8" fmla="*/ 6 w 6"/>
                <a:gd name="T9" fmla="*/ 6 h 11"/>
                <a:gd name="T10" fmla="*/ 6 w 6"/>
                <a:gd name="T11" fmla="*/ 3 h 11"/>
                <a:gd name="T12" fmla="*/ 0 w 6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0" y="5"/>
                    <a:pt x="1" y="5"/>
                    <a:pt x="1" y="6"/>
                  </a:cubicBezTo>
                  <a:cubicBezTo>
                    <a:pt x="1" y="8"/>
                    <a:pt x="0" y="9"/>
                    <a:pt x="2" y="9"/>
                  </a:cubicBezTo>
                  <a:cubicBezTo>
                    <a:pt x="4" y="10"/>
                    <a:pt x="4" y="11"/>
                    <a:pt x="4" y="9"/>
                  </a:cubicBezTo>
                  <a:cubicBezTo>
                    <a:pt x="5" y="7"/>
                    <a:pt x="6" y="9"/>
                    <a:pt x="6" y="6"/>
                  </a:cubicBezTo>
                  <a:cubicBezTo>
                    <a:pt x="6" y="4"/>
                    <a:pt x="6" y="4"/>
                    <a:pt x="6" y="3"/>
                  </a:cubicBezTo>
                  <a:cubicBezTo>
                    <a:pt x="5" y="1"/>
                    <a:pt x="0" y="0"/>
                    <a:pt x="0" y="2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4" name="Freeform 529">
              <a:extLst>
                <a:ext uri="{FF2B5EF4-FFF2-40B4-BE49-F238E27FC236}">
                  <a16:creationId xmlns:a16="http://schemas.microsoft.com/office/drawing/2014/main" id="{A9AEF793-28C1-84DC-4945-F536B13DD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4785" y="2438006"/>
              <a:ext cx="9873" cy="18335"/>
            </a:xfrm>
            <a:custGeom>
              <a:avLst/>
              <a:gdLst>
                <a:gd name="T0" fmla="*/ 5 w 9"/>
                <a:gd name="T1" fmla="*/ 1 h 17"/>
                <a:gd name="T2" fmla="*/ 0 w 9"/>
                <a:gd name="T3" fmla="*/ 8 h 17"/>
                <a:gd name="T4" fmla="*/ 0 w 9"/>
                <a:gd name="T5" fmla="*/ 8 h 17"/>
                <a:gd name="T6" fmla="*/ 3 w 9"/>
                <a:gd name="T7" fmla="*/ 16 h 17"/>
                <a:gd name="T8" fmla="*/ 5 w 9"/>
                <a:gd name="T9" fmla="*/ 17 h 17"/>
                <a:gd name="T10" fmla="*/ 7 w 9"/>
                <a:gd name="T11" fmla="*/ 13 h 17"/>
                <a:gd name="T12" fmla="*/ 8 w 9"/>
                <a:gd name="T13" fmla="*/ 8 h 17"/>
                <a:gd name="T14" fmla="*/ 8 w 9"/>
                <a:gd name="T15" fmla="*/ 3 h 17"/>
                <a:gd name="T16" fmla="*/ 5 w 9"/>
                <a:gd name="T17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7">
                  <a:moveTo>
                    <a:pt x="5" y="1"/>
                  </a:moveTo>
                  <a:cubicBezTo>
                    <a:pt x="4" y="3"/>
                    <a:pt x="2" y="5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11"/>
                    <a:pt x="1" y="14"/>
                    <a:pt x="3" y="16"/>
                  </a:cubicBezTo>
                  <a:cubicBezTo>
                    <a:pt x="4" y="16"/>
                    <a:pt x="5" y="16"/>
                    <a:pt x="5" y="17"/>
                  </a:cubicBezTo>
                  <a:cubicBezTo>
                    <a:pt x="6" y="15"/>
                    <a:pt x="6" y="14"/>
                    <a:pt x="7" y="13"/>
                  </a:cubicBezTo>
                  <a:cubicBezTo>
                    <a:pt x="7" y="11"/>
                    <a:pt x="9" y="10"/>
                    <a:pt x="8" y="8"/>
                  </a:cubicBezTo>
                  <a:cubicBezTo>
                    <a:pt x="7" y="7"/>
                    <a:pt x="7" y="5"/>
                    <a:pt x="8" y="3"/>
                  </a:cubicBezTo>
                  <a:cubicBezTo>
                    <a:pt x="9" y="2"/>
                    <a:pt x="7" y="0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5" name="Freeform 530">
              <a:extLst>
                <a:ext uri="{FF2B5EF4-FFF2-40B4-BE49-F238E27FC236}">
                  <a16:creationId xmlns:a16="http://schemas.microsoft.com/office/drawing/2014/main" id="{AB28E360-F0E1-BAE7-350F-4AF6D1896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96" y="2466214"/>
              <a:ext cx="9873" cy="14104"/>
            </a:xfrm>
            <a:custGeom>
              <a:avLst/>
              <a:gdLst>
                <a:gd name="T0" fmla="*/ 1 w 10"/>
                <a:gd name="T1" fmla="*/ 1 h 13"/>
                <a:gd name="T2" fmla="*/ 0 w 10"/>
                <a:gd name="T3" fmla="*/ 4 h 13"/>
                <a:gd name="T4" fmla="*/ 1 w 10"/>
                <a:gd name="T5" fmla="*/ 7 h 13"/>
                <a:gd name="T6" fmla="*/ 3 w 10"/>
                <a:gd name="T7" fmla="*/ 11 h 13"/>
                <a:gd name="T8" fmla="*/ 5 w 10"/>
                <a:gd name="T9" fmla="*/ 13 h 13"/>
                <a:gd name="T10" fmla="*/ 10 w 10"/>
                <a:gd name="T11" fmla="*/ 12 h 13"/>
                <a:gd name="T12" fmla="*/ 9 w 10"/>
                <a:gd name="T13" fmla="*/ 10 h 13"/>
                <a:gd name="T14" fmla="*/ 5 w 10"/>
                <a:gd name="T15" fmla="*/ 2 h 13"/>
                <a:gd name="T16" fmla="*/ 4 w 10"/>
                <a:gd name="T17" fmla="*/ 0 h 13"/>
                <a:gd name="T18" fmla="*/ 2 w 10"/>
                <a:gd name="T19" fmla="*/ 0 h 13"/>
                <a:gd name="T20" fmla="*/ 1 w 10"/>
                <a:gd name="T21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1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1" y="8"/>
                    <a:pt x="2" y="10"/>
                    <a:pt x="3" y="11"/>
                  </a:cubicBezTo>
                  <a:cubicBezTo>
                    <a:pt x="4" y="12"/>
                    <a:pt x="4" y="13"/>
                    <a:pt x="5" y="13"/>
                  </a:cubicBezTo>
                  <a:cubicBezTo>
                    <a:pt x="6" y="13"/>
                    <a:pt x="8" y="13"/>
                    <a:pt x="10" y="12"/>
                  </a:cubicBezTo>
                  <a:cubicBezTo>
                    <a:pt x="10" y="12"/>
                    <a:pt x="9" y="11"/>
                    <a:pt x="9" y="10"/>
                  </a:cubicBezTo>
                  <a:cubicBezTo>
                    <a:pt x="7" y="6"/>
                    <a:pt x="6" y="6"/>
                    <a:pt x="5" y="2"/>
                  </a:cubicBezTo>
                  <a:cubicBezTo>
                    <a:pt x="5" y="1"/>
                    <a:pt x="4" y="1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6" name="Freeform 531">
              <a:extLst>
                <a:ext uri="{FF2B5EF4-FFF2-40B4-BE49-F238E27FC236}">
                  <a16:creationId xmlns:a16="http://schemas.microsoft.com/office/drawing/2014/main" id="{97F9D1DD-DE15-5714-4D04-847244574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812" y="2409799"/>
              <a:ext cx="186171" cy="146680"/>
            </a:xfrm>
            <a:custGeom>
              <a:avLst/>
              <a:gdLst>
                <a:gd name="T0" fmla="*/ 67 w 170"/>
                <a:gd name="T1" fmla="*/ 23 h 137"/>
                <a:gd name="T2" fmla="*/ 54 w 170"/>
                <a:gd name="T3" fmla="*/ 29 h 137"/>
                <a:gd name="T4" fmla="*/ 51 w 170"/>
                <a:gd name="T5" fmla="*/ 37 h 137"/>
                <a:gd name="T6" fmla="*/ 45 w 170"/>
                <a:gd name="T7" fmla="*/ 46 h 137"/>
                <a:gd name="T8" fmla="*/ 45 w 170"/>
                <a:gd name="T9" fmla="*/ 53 h 137"/>
                <a:gd name="T10" fmla="*/ 44 w 170"/>
                <a:gd name="T11" fmla="*/ 57 h 137"/>
                <a:gd name="T12" fmla="*/ 41 w 170"/>
                <a:gd name="T13" fmla="*/ 64 h 137"/>
                <a:gd name="T14" fmla="*/ 37 w 170"/>
                <a:gd name="T15" fmla="*/ 70 h 137"/>
                <a:gd name="T16" fmla="*/ 30 w 170"/>
                <a:gd name="T17" fmla="*/ 77 h 137"/>
                <a:gd name="T18" fmla="*/ 24 w 170"/>
                <a:gd name="T19" fmla="*/ 82 h 137"/>
                <a:gd name="T20" fmla="*/ 22 w 170"/>
                <a:gd name="T21" fmla="*/ 87 h 137"/>
                <a:gd name="T22" fmla="*/ 21 w 170"/>
                <a:gd name="T23" fmla="*/ 93 h 137"/>
                <a:gd name="T24" fmla="*/ 17 w 170"/>
                <a:gd name="T25" fmla="*/ 100 h 137"/>
                <a:gd name="T26" fmla="*/ 13 w 170"/>
                <a:gd name="T27" fmla="*/ 111 h 137"/>
                <a:gd name="T28" fmla="*/ 10 w 170"/>
                <a:gd name="T29" fmla="*/ 116 h 137"/>
                <a:gd name="T30" fmla="*/ 2 w 170"/>
                <a:gd name="T31" fmla="*/ 124 h 137"/>
                <a:gd name="T32" fmla="*/ 0 w 170"/>
                <a:gd name="T33" fmla="*/ 133 h 137"/>
                <a:gd name="T34" fmla="*/ 0 w 170"/>
                <a:gd name="T35" fmla="*/ 137 h 137"/>
                <a:gd name="T36" fmla="*/ 80 w 170"/>
                <a:gd name="T37" fmla="*/ 136 h 137"/>
                <a:gd name="T38" fmla="*/ 81 w 170"/>
                <a:gd name="T39" fmla="*/ 136 h 137"/>
                <a:gd name="T40" fmla="*/ 81 w 170"/>
                <a:gd name="T41" fmla="*/ 135 h 137"/>
                <a:gd name="T42" fmla="*/ 80 w 170"/>
                <a:gd name="T43" fmla="*/ 132 h 137"/>
                <a:gd name="T44" fmla="*/ 80 w 170"/>
                <a:gd name="T45" fmla="*/ 123 h 137"/>
                <a:gd name="T46" fmla="*/ 79 w 170"/>
                <a:gd name="T47" fmla="*/ 113 h 137"/>
                <a:gd name="T48" fmla="*/ 79 w 170"/>
                <a:gd name="T49" fmla="*/ 105 h 137"/>
                <a:gd name="T50" fmla="*/ 82 w 170"/>
                <a:gd name="T51" fmla="*/ 100 h 137"/>
                <a:gd name="T52" fmla="*/ 88 w 170"/>
                <a:gd name="T53" fmla="*/ 95 h 137"/>
                <a:gd name="T54" fmla="*/ 98 w 170"/>
                <a:gd name="T55" fmla="*/ 91 h 137"/>
                <a:gd name="T56" fmla="*/ 101 w 170"/>
                <a:gd name="T57" fmla="*/ 90 h 137"/>
                <a:gd name="T58" fmla="*/ 102 w 170"/>
                <a:gd name="T59" fmla="*/ 88 h 137"/>
                <a:gd name="T60" fmla="*/ 102 w 170"/>
                <a:gd name="T61" fmla="*/ 87 h 137"/>
                <a:gd name="T62" fmla="*/ 102 w 170"/>
                <a:gd name="T63" fmla="*/ 87 h 137"/>
                <a:gd name="T64" fmla="*/ 102 w 170"/>
                <a:gd name="T65" fmla="*/ 86 h 137"/>
                <a:gd name="T66" fmla="*/ 102 w 170"/>
                <a:gd name="T67" fmla="*/ 38 h 137"/>
                <a:gd name="T68" fmla="*/ 106 w 170"/>
                <a:gd name="T69" fmla="*/ 35 h 137"/>
                <a:gd name="T70" fmla="*/ 168 w 170"/>
                <a:gd name="T71" fmla="*/ 34 h 137"/>
                <a:gd name="T72" fmla="*/ 170 w 170"/>
                <a:gd name="T73" fmla="*/ 32 h 137"/>
                <a:gd name="T74" fmla="*/ 170 w 170"/>
                <a:gd name="T75" fmla="*/ 32 h 137"/>
                <a:gd name="T76" fmla="*/ 170 w 170"/>
                <a:gd name="T77" fmla="*/ 6 h 137"/>
                <a:gd name="T78" fmla="*/ 170 w 170"/>
                <a:gd name="T79" fmla="*/ 0 h 137"/>
                <a:gd name="T80" fmla="*/ 79 w 170"/>
                <a:gd name="T81" fmla="*/ 0 h 137"/>
                <a:gd name="T82" fmla="*/ 79 w 170"/>
                <a:gd name="T83" fmla="*/ 0 h 137"/>
                <a:gd name="T84" fmla="*/ 75 w 170"/>
                <a:gd name="T85" fmla="*/ 7 h 137"/>
                <a:gd name="T86" fmla="*/ 72 w 170"/>
                <a:gd name="T87" fmla="*/ 15 h 137"/>
                <a:gd name="T88" fmla="*/ 67 w 170"/>
                <a:gd name="T89" fmla="*/ 23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0" h="137">
                  <a:moveTo>
                    <a:pt x="67" y="23"/>
                  </a:moveTo>
                  <a:cubicBezTo>
                    <a:pt x="63" y="25"/>
                    <a:pt x="58" y="26"/>
                    <a:pt x="54" y="29"/>
                  </a:cubicBezTo>
                  <a:cubicBezTo>
                    <a:pt x="51" y="32"/>
                    <a:pt x="53" y="34"/>
                    <a:pt x="51" y="37"/>
                  </a:cubicBezTo>
                  <a:cubicBezTo>
                    <a:pt x="50" y="40"/>
                    <a:pt x="46" y="43"/>
                    <a:pt x="45" y="46"/>
                  </a:cubicBezTo>
                  <a:cubicBezTo>
                    <a:pt x="45" y="49"/>
                    <a:pt x="45" y="51"/>
                    <a:pt x="45" y="53"/>
                  </a:cubicBezTo>
                  <a:cubicBezTo>
                    <a:pt x="45" y="55"/>
                    <a:pt x="45" y="55"/>
                    <a:pt x="44" y="57"/>
                  </a:cubicBezTo>
                  <a:cubicBezTo>
                    <a:pt x="43" y="60"/>
                    <a:pt x="42" y="62"/>
                    <a:pt x="41" y="64"/>
                  </a:cubicBezTo>
                  <a:cubicBezTo>
                    <a:pt x="41" y="66"/>
                    <a:pt x="39" y="69"/>
                    <a:pt x="37" y="70"/>
                  </a:cubicBezTo>
                  <a:cubicBezTo>
                    <a:pt x="35" y="72"/>
                    <a:pt x="32" y="75"/>
                    <a:pt x="30" y="77"/>
                  </a:cubicBezTo>
                  <a:cubicBezTo>
                    <a:pt x="28" y="80"/>
                    <a:pt x="26" y="81"/>
                    <a:pt x="24" y="82"/>
                  </a:cubicBezTo>
                  <a:cubicBezTo>
                    <a:pt x="22" y="84"/>
                    <a:pt x="21" y="85"/>
                    <a:pt x="22" y="87"/>
                  </a:cubicBezTo>
                  <a:cubicBezTo>
                    <a:pt x="22" y="88"/>
                    <a:pt x="22" y="90"/>
                    <a:pt x="21" y="93"/>
                  </a:cubicBezTo>
                  <a:cubicBezTo>
                    <a:pt x="20" y="96"/>
                    <a:pt x="18" y="96"/>
                    <a:pt x="17" y="100"/>
                  </a:cubicBezTo>
                  <a:cubicBezTo>
                    <a:pt x="15" y="104"/>
                    <a:pt x="14" y="110"/>
                    <a:pt x="13" y="111"/>
                  </a:cubicBezTo>
                  <a:cubicBezTo>
                    <a:pt x="13" y="113"/>
                    <a:pt x="12" y="114"/>
                    <a:pt x="10" y="116"/>
                  </a:cubicBezTo>
                  <a:cubicBezTo>
                    <a:pt x="8" y="118"/>
                    <a:pt x="4" y="121"/>
                    <a:pt x="2" y="124"/>
                  </a:cubicBezTo>
                  <a:cubicBezTo>
                    <a:pt x="1" y="128"/>
                    <a:pt x="0" y="129"/>
                    <a:pt x="0" y="133"/>
                  </a:cubicBezTo>
                  <a:cubicBezTo>
                    <a:pt x="0" y="134"/>
                    <a:pt x="0" y="135"/>
                    <a:pt x="0" y="137"/>
                  </a:cubicBezTo>
                  <a:cubicBezTo>
                    <a:pt x="15" y="136"/>
                    <a:pt x="78" y="136"/>
                    <a:pt x="80" y="136"/>
                  </a:cubicBezTo>
                  <a:cubicBezTo>
                    <a:pt x="80" y="136"/>
                    <a:pt x="80" y="136"/>
                    <a:pt x="81" y="136"/>
                  </a:cubicBezTo>
                  <a:cubicBezTo>
                    <a:pt x="81" y="136"/>
                    <a:pt x="81" y="135"/>
                    <a:pt x="81" y="135"/>
                  </a:cubicBezTo>
                  <a:cubicBezTo>
                    <a:pt x="80" y="134"/>
                    <a:pt x="80" y="133"/>
                    <a:pt x="80" y="132"/>
                  </a:cubicBezTo>
                  <a:cubicBezTo>
                    <a:pt x="80" y="129"/>
                    <a:pt x="80" y="126"/>
                    <a:pt x="80" y="123"/>
                  </a:cubicBezTo>
                  <a:cubicBezTo>
                    <a:pt x="79" y="120"/>
                    <a:pt x="79" y="117"/>
                    <a:pt x="79" y="113"/>
                  </a:cubicBezTo>
                  <a:cubicBezTo>
                    <a:pt x="79" y="110"/>
                    <a:pt x="79" y="107"/>
                    <a:pt x="79" y="105"/>
                  </a:cubicBezTo>
                  <a:cubicBezTo>
                    <a:pt x="79" y="104"/>
                    <a:pt x="81" y="102"/>
                    <a:pt x="82" y="100"/>
                  </a:cubicBezTo>
                  <a:cubicBezTo>
                    <a:pt x="84" y="98"/>
                    <a:pt x="87" y="96"/>
                    <a:pt x="88" y="95"/>
                  </a:cubicBezTo>
                  <a:cubicBezTo>
                    <a:pt x="90" y="94"/>
                    <a:pt x="95" y="92"/>
                    <a:pt x="98" y="91"/>
                  </a:cubicBezTo>
                  <a:cubicBezTo>
                    <a:pt x="100" y="91"/>
                    <a:pt x="101" y="91"/>
                    <a:pt x="101" y="90"/>
                  </a:cubicBezTo>
                  <a:cubicBezTo>
                    <a:pt x="102" y="90"/>
                    <a:pt x="102" y="89"/>
                    <a:pt x="102" y="88"/>
                  </a:cubicBezTo>
                  <a:cubicBezTo>
                    <a:pt x="102" y="88"/>
                    <a:pt x="102" y="88"/>
                    <a:pt x="102" y="87"/>
                  </a:cubicBezTo>
                  <a:cubicBezTo>
                    <a:pt x="102" y="87"/>
                    <a:pt x="102" y="87"/>
                    <a:pt x="102" y="87"/>
                  </a:cubicBezTo>
                  <a:cubicBezTo>
                    <a:pt x="102" y="86"/>
                    <a:pt x="102" y="86"/>
                    <a:pt x="102" y="86"/>
                  </a:cubicBezTo>
                  <a:cubicBezTo>
                    <a:pt x="102" y="78"/>
                    <a:pt x="102" y="41"/>
                    <a:pt x="102" y="38"/>
                  </a:cubicBezTo>
                  <a:cubicBezTo>
                    <a:pt x="102" y="34"/>
                    <a:pt x="105" y="35"/>
                    <a:pt x="106" y="35"/>
                  </a:cubicBezTo>
                  <a:cubicBezTo>
                    <a:pt x="109" y="35"/>
                    <a:pt x="164" y="34"/>
                    <a:pt x="168" y="34"/>
                  </a:cubicBezTo>
                  <a:cubicBezTo>
                    <a:pt x="170" y="35"/>
                    <a:pt x="170" y="33"/>
                    <a:pt x="170" y="32"/>
                  </a:cubicBezTo>
                  <a:cubicBezTo>
                    <a:pt x="170" y="32"/>
                    <a:pt x="170" y="32"/>
                    <a:pt x="170" y="32"/>
                  </a:cubicBezTo>
                  <a:cubicBezTo>
                    <a:pt x="170" y="31"/>
                    <a:pt x="170" y="18"/>
                    <a:pt x="170" y="6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7" y="3"/>
                    <a:pt x="76" y="3"/>
                    <a:pt x="75" y="7"/>
                  </a:cubicBezTo>
                  <a:cubicBezTo>
                    <a:pt x="74" y="11"/>
                    <a:pt x="73" y="13"/>
                    <a:pt x="72" y="15"/>
                  </a:cubicBezTo>
                  <a:cubicBezTo>
                    <a:pt x="71" y="17"/>
                    <a:pt x="71" y="20"/>
                    <a:pt x="67" y="2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7" name="Freeform 532">
              <a:extLst>
                <a:ext uri="{FF2B5EF4-FFF2-40B4-BE49-F238E27FC236}">
                  <a16:creationId xmlns:a16="http://schemas.microsoft.com/office/drawing/2014/main" id="{8AA9282C-F6FE-EB5D-C817-7BEAEBE77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074" y="2291326"/>
              <a:ext cx="11283" cy="28208"/>
            </a:xfrm>
            <a:custGeom>
              <a:avLst/>
              <a:gdLst>
                <a:gd name="T0" fmla="*/ 7 w 10"/>
                <a:gd name="T1" fmla="*/ 26 h 26"/>
                <a:gd name="T2" fmla="*/ 3 w 10"/>
                <a:gd name="T3" fmla="*/ 25 h 26"/>
                <a:gd name="T4" fmla="*/ 0 w 10"/>
                <a:gd name="T5" fmla="*/ 24 h 26"/>
                <a:gd name="T6" fmla="*/ 0 w 10"/>
                <a:gd name="T7" fmla="*/ 21 h 26"/>
                <a:gd name="T8" fmla="*/ 2 w 10"/>
                <a:gd name="T9" fmla="*/ 18 h 26"/>
                <a:gd name="T10" fmla="*/ 1 w 10"/>
                <a:gd name="T11" fmla="*/ 13 h 26"/>
                <a:gd name="T12" fmla="*/ 0 w 10"/>
                <a:gd name="T13" fmla="*/ 7 h 26"/>
                <a:gd name="T14" fmla="*/ 1 w 10"/>
                <a:gd name="T15" fmla="*/ 4 h 26"/>
                <a:gd name="T16" fmla="*/ 3 w 10"/>
                <a:gd name="T17" fmla="*/ 2 h 26"/>
                <a:gd name="T18" fmla="*/ 10 w 10"/>
                <a:gd name="T19" fmla="*/ 1 h 26"/>
                <a:gd name="T20" fmla="*/ 10 w 10"/>
                <a:gd name="T21" fmla="*/ 10 h 26"/>
                <a:gd name="T22" fmla="*/ 10 w 10"/>
                <a:gd name="T23" fmla="*/ 17 h 26"/>
                <a:gd name="T24" fmla="*/ 7 w 10"/>
                <a:gd name="T2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26">
                  <a:moveTo>
                    <a:pt x="7" y="26"/>
                  </a:moveTo>
                  <a:cubicBezTo>
                    <a:pt x="7" y="26"/>
                    <a:pt x="4" y="26"/>
                    <a:pt x="3" y="25"/>
                  </a:cubicBezTo>
                  <a:cubicBezTo>
                    <a:pt x="2" y="25"/>
                    <a:pt x="1" y="24"/>
                    <a:pt x="0" y="24"/>
                  </a:cubicBezTo>
                  <a:cubicBezTo>
                    <a:pt x="0" y="23"/>
                    <a:pt x="0" y="22"/>
                    <a:pt x="0" y="21"/>
                  </a:cubicBezTo>
                  <a:cubicBezTo>
                    <a:pt x="1" y="20"/>
                    <a:pt x="2" y="20"/>
                    <a:pt x="2" y="18"/>
                  </a:cubicBezTo>
                  <a:cubicBezTo>
                    <a:pt x="3" y="17"/>
                    <a:pt x="2" y="14"/>
                    <a:pt x="1" y="13"/>
                  </a:cubicBezTo>
                  <a:cubicBezTo>
                    <a:pt x="1" y="12"/>
                    <a:pt x="0" y="9"/>
                    <a:pt x="0" y="7"/>
                  </a:cubicBezTo>
                  <a:cubicBezTo>
                    <a:pt x="0" y="6"/>
                    <a:pt x="0" y="4"/>
                    <a:pt x="1" y="4"/>
                  </a:cubicBezTo>
                  <a:cubicBezTo>
                    <a:pt x="1" y="3"/>
                    <a:pt x="2" y="2"/>
                    <a:pt x="3" y="2"/>
                  </a:cubicBezTo>
                  <a:cubicBezTo>
                    <a:pt x="6" y="0"/>
                    <a:pt x="7" y="0"/>
                    <a:pt x="10" y="1"/>
                  </a:cubicBezTo>
                  <a:cubicBezTo>
                    <a:pt x="10" y="1"/>
                    <a:pt x="10" y="8"/>
                    <a:pt x="10" y="10"/>
                  </a:cubicBezTo>
                  <a:cubicBezTo>
                    <a:pt x="10" y="11"/>
                    <a:pt x="10" y="15"/>
                    <a:pt x="10" y="17"/>
                  </a:cubicBezTo>
                  <a:cubicBezTo>
                    <a:pt x="9" y="20"/>
                    <a:pt x="7" y="26"/>
                    <a:pt x="7" y="2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8" name="Freeform 533">
              <a:extLst>
                <a:ext uri="{FF2B5EF4-FFF2-40B4-BE49-F238E27FC236}">
                  <a16:creationId xmlns:a16="http://schemas.microsoft.com/office/drawing/2014/main" id="{8CBDD785-BE4D-EE6C-A75F-6A13291D3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463" y="324474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89" name="Rectangle 534">
              <a:extLst>
                <a:ext uri="{FF2B5EF4-FFF2-40B4-BE49-F238E27FC236}">
                  <a16:creationId xmlns:a16="http://schemas.microsoft.com/office/drawing/2014/main" id="{ADCA3ADF-2918-B31F-EE51-8E3E12B54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1623" y="1703195"/>
              <a:ext cx="1410" cy="1410"/>
            </a:xfrm>
            <a:prstGeom prst="rect">
              <a:avLst/>
            </a:prstGeom>
            <a:grpFill/>
            <a:ln w="3175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0" name="Freeform 535">
              <a:extLst>
                <a:ext uri="{FF2B5EF4-FFF2-40B4-BE49-F238E27FC236}">
                  <a16:creationId xmlns:a16="http://schemas.microsoft.com/office/drawing/2014/main" id="{B58035EB-6CE8-8306-3FFD-0E19DDD52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7993" y="2985237"/>
              <a:ext cx="5642" cy="4231"/>
            </a:xfrm>
            <a:custGeom>
              <a:avLst/>
              <a:gdLst>
                <a:gd name="T0" fmla="*/ 1 w 5"/>
                <a:gd name="T1" fmla="*/ 0 h 4"/>
                <a:gd name="T2" fmla="*/ 1 w 5"/>
                <a:gd name="T3" fmla="*/ 2 h 4"/>
                <a:gd name="T4" fmla="*/ 2 w 5"/>
                <a:gd name="T5" fmla="*/ 4 h 4"/>
                <a:gd name="T6" fmla="*/ 5 w 5"/>
                <a:gd name="T7" fmla="*/ 3 h 4"/>
                <a:gd name="T8" fmla="*/ 3 w 5"/>
                <a:gd name="T9" fmla="*/ 1 h 4"/>
                <a:gd name="T10" fmla="*/ 1 w 5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0"/>
                  </a:moveTo>
                  <a:cubicBezTo>
                    <a:pt x="0" y="1"/>
                    <a:pt x="1" y="1"/>
                    <a:pt x="1" y="2"/>
                  </a:cubicBezTo>
                  <a:cubicBezTo>
                    <a:pt x="2" y="3"/>
                    <a:pt x="1" y="4"/>
                    <a:pt x="2" y="4"/>
                  </a:cubicBezTo>
                  <a:cubicBezTo>
                    <a:pt x="4" y="4"/>
                    <a:pt x="5" y="4"/>
                    <a:pt x="5" y="3"/>
                  </a:cubicBezTo>
                  <a:cubicBezTo>
                    <a:pt x="4" y="2"/>
                    <a:pt x="4" y="2"/>
                    <a:pt x="3" y="1"/>
                  </a:cubicBezTo>
                  <a:cubicBezTo>
                    <a:pt x="3" y="0"/>
                    <a:pt x="2" y="0"/>
                    <a:pt x="1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1" name="Freeform 536">
              <a:extLst>
                <a:ext uri="{FF2B5EF4-FFF2-40B4-BE49-F238E27FC236}">
                  <a16:creationId xmlns:a16="http://schemas.microsoft.com/office/drawing/2014/main" id="{2CB248ED-5D76-1D8C-573A-7F62F0C99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1069" y="2958439"/>
              <a:ext cx="4231" cy="4231"/>
            </a:xfrm>
            <a:custGeom>
              <a:avLst/>
              <a:gdLst>
                <a:gd name="T0" fmla="*/ 3 w 4"/>
                <a:gd name="T1" fmla="*/ 1 h 4"/>
                <a:gd name="T2" fmla="*/ 0 w 4"/>
                <a:gd name="T3" fmla="*/ 0 h 4"/>
                <a:gd name="T4" fmla="*/ 1 w 4"/>
                <a:gd name="T5" fmla="*/ 2 h 4"/>
                <a:gd name="T6" fmla="*/ 4 w 4"/>
                <a:gd name="T7" fmla="*/ 3 h 4"/>
                <a:gd name="T8" fmla="*/ 3 w 4"/>
                <a:gd name="T9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3" y="1"/>
                    <a:pt x="1" y="0"/>
                    <a:pt x="0" y="0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2" y="3"/>
                    <a:pt x="4" y="4"/>
                    <a:pt x="4" y="3"/>
                  </a:cubicBezTo>
                  <a:cubicBezTo>
                    <a:pt x="4" y="2"/>
                    <a:pt x="4" y="2"/>
                    <a:pt x="3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2" name="Freeform 538">
              <a:extLst>
                <a:ext uri="{FF2B5EF4-FFF2-40B4-BE49-F238E27FC236}">
                  <a16:creationId xmlns:a16="http://schemas.microsoft.com/office/drawing/2014/main" id="{1B2F48F0-24F8-7B36-0A7F-7E058285E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0534" y="220952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3" name="Freeform 539">
              <a:extLst>
                <a:ext uri="{FF2B5EF4-FFF2-40B4-BE49-F238E27FC236}">
                  <a16:creationId xmlns:a16="http://schemas.microsoft.com/office/drawing/2014/main" id="{06592AA5-1970-06A6-EC42-C6D39CB1F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289" y="1698964"/>
              <a:ext cx="8462" cy="7052"/>
            </a:xfrm>
            <a:custGeom>
              <a:avLst/>
              <a:gdLst>
                <a:gd name="T0" fmla="*/ 3 w 8"/>
                <a:gd name="T1" fmla="*/ 6 h 7"/>
                <a:gd name="T2" fmla="*/ 6 w 8"/>
                <a:gd name="T3" fmla="*/ 5 h 7"/>
                <a:gd name="T4" fmla="*/ 8 w 8"/>
                <a:gd name="T5" fmla="*/ 3 h 7"/>
                <a:gd name="T6" fmla="*/ 4 w 8"/>
                <a:gd name="T7" fmla="*/ 1 h 7"/>
                <a:gd name="T8" fmla="*/ 2 w 8"/>
                <a:gd name="T9" fmla="*/ 3 h 7"/>
                <a:gd name="T10" fmla="*/ 0 w 8"/>
                <a:gd name="T11" fmla="*/ 5 h 7"/>
                <a:gd name="T12" fmla="*/ 3 w 8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3" y="6"/>
                  </a:moveTo>
                  <a:cubicBezTo>
                    <a:pt x="4" y="6"/>
                    <a:pt x="4" y="7"/>
                    <a:pt x="6" y="5"/>
                  </a:cubicBezTo>
                  <a:cubicBezTo>
                    <a:pt x="7" y="4"/>
                    <a:pt x="8" y="4"/>
                    <a:pt x="8" y="3"/>
                  </a:cubicBezTo>
                  <a:cubicBezTo>
                    <a:pt x="8" y="2"/>
                    <a:pt x="6" y="0"/>
                    <a:pt x="4" y="1"/>
                  </a:cubicBezTo>
                  <a:cubicBezTo>
                    <a:pt x="3" y="2"/>
                    <a:pt x="3" y="2"/>
                    <a:pt x="2" y="3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1" y="6"/>
                    <a:pt x="1" y="6"/>
                    <a:pt x="3" y="6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4" name="Freeform 540">
              <a:extLst>
                <a:ext uri="{FF2B5EF4-FFF2-40B4-BE49-F238E27FC236}">
                  <a16:creationId xmlns:a16="http://schemas.microsoft.com/office/drawing/2014/main" id="{4C7A7B00-ED94-9FF7-0E17-740A9D721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26" y="1673577"/>
              <a:ext cx="9873" cy="8462"/>
            </a:xfrm>
            <a:custGeom>
              <a:avLst/>
              <a:gdLst>
                <a:gd name="T0" fmla="*/ 5 w 9"/>
                <a:gd name="T1" fmla="*/ 1 h 8"/>
                <a:gd name="T2" fmla="*/ 4 w 9"/>
                <a:gd name="T3" fmla="*/ 2 h 8"/>
                <a:gd name="T4" fmla="*/ 1 w 9"/>
                <a:gd name="T5" fmla="*/ 3 h 8"/>
                <a:gd name="T6" fmla="*/ 1 w 9"/>
                <a:gd name="T7" fmla="*/ 6 h 8"/>
                <a:gd name="T8" fmla="*/ 4 w 9"/>
                <a:gd name="T9" fmla="*/ 6 h 8"/>
                <a:gd name="T10" fmla="*/ 7 w 9"/>
                <a:gd name="T11" fmla="*/ 5 h 8"/>
                <a:gd name="T12" fmla="*/ 8 w 9"/>
                <a:gd name="T13" fmla="*/ 2 h 8"/>
                <a:gd name="T14" fmla="*/ 5 w 9"/>
                <a:gd name="T15" fmla="*/ 1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8">
                  <a:moveTo>
                    <a:pt x="5" y="1"/>
                  </a:moveTo>
                  <a:cubicBezTo>
                    <a:pt x="5" y="2"/>
                    <a:pt x="6" y="2"/>
                    <a:pt x="4" y="2"/>
                  </a:cubicBezTo>
                  <a:cubicBezTo>
                    <a:pt x="2" y="3"/>
                    <a:pt x="1" y="2"/>
                    <a:pt x="1" y="3"/>
                  </a:cubicBezTo>
                  <a:cubicBezTo>
                    <a:pt x="1" y="4"/>
                    <a:pt x="0" y="5"/>
                    <a:pt x="1" y="6"/>
                  </a:cubicBezTo>
                  <a:cubicBezTo>
                    <a:pt x="2" y="7"/>
                    <a:pt x="3" y="8"/>
                    <a:pt x="4" y="6"/>
                  </a:cubicBezTo>
                  <a:cubicBezTo>
                    <a:pt x="5" y="5"/>
                    <a:pt x="6" y="6"/>
                    <a:pt x="7" y="5"/>
                  </a:cubicBezTo>
                  <a:cubicBezTo>
                    <a:pt x="8" y="3"/>
                    <a:pt x="7" y="3"/>
                    <a:pt x="8" y="2"/>
                  </a:cubicBezTo>
                  <a:cubicBezTo>
                    <a:pt x="9" y="1"/>
                    <a:pt x="7" y="0"/>
                    <a:pt x="5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5" name="Freeform 541">
              <a:extLst>
                <a:ext uri="{FF2B5EF4-FFF2-40B4-BE49-F238E27FC236}">
                  <a16:creationId xmlns:a16="http://schemas.microsoft.com/office/drawing/2014/main" id="{406F6452-CC13-2822-AE05-C921871F1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109" y="1672166"/>
              <a:ext cx="21156" cy="16925"/>
            </a:xfrm>
            <a:custGeom>
              <a:avLst/>
              <a:gdLst>
                <a:gd name="T0" fmla="*/ 8 w 19"/>
                <a:gd name="T1" fmla="*/ 13 h 16"/>
                <a:gd name="T2" fmla="*/ 11 w 19"/>
                <a:gd name="T3" fmla="*/ 14 h 16"/>
                <a:gd name="T4" fmla="*/ 13 w 19"/>
                <a:gd name="T5" fmla="*/ 11 h 16"/>
                <a:gd name="T6" fmla="*/ 16 w 19"/>
                <a:gd name="T7" fmla="*/ 8 h 16"/>
                <a:gd name="T8" fmla="*/ 18 w 19"/>
                <a:gd name="T9" fmla="*/ 5 h 16"/>
                <a:gd name="T10" fmla="*/ 17 w 19"/>
                <a:gd name="T11" fmla="*/ 3 h 16"/>
                <a:gd name="T12" fmla="*/ 12 w 19"/>
                <a:gd name="T13" fmla="*/ 2 h 16"/>
                <a:gd name="T14" fmla="*/ 10 w 19"/>
                <a:gd name="T15" fmla="*/ 1 h 16"/>
                <a:gd name="T16" fmla="*/ 7 w 19"/>
                <a:gd name="T17" fmla="*/ 1 h 16"/>
                <a:gd name="T18" fmla="*/ 5 w 19"/>
                <a:gd name="T19" fmla="*/ 4 h 16"/>
                <a:gd name="T20" fmla="*/ 2 w 19"/>
                <a:gd name="T21" fmla="*/ 6 h 16"/>
                <a:gd name="T22" fmla="*/ 2 w 19"/>
                <a:gd name="T23" fmla="*/ 9 h 16"/>
                <a:gd name="T24" fmla="*/ 6 w 19"/>
                <a:gd name="T25" fmla="*/ 8 h 16"/>
                <a:gd name="T26" fmla="*/ 7 w 19"/>
                <a:gd name="T27" fmla="*/ 11 h 16"/>
                <a:gd name="T28" fmla="*/ 8 w 19"/>
                <a:gd name="T2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16">
                  <a:moveTo>
                    <a:pt x="8" y="13"/>
                  </a:moveTo>
                  <a:cubicBezTo>
                    <a:pt x="9" y="14"/>
                    <a:pt x="10" y="16"/>
                    <a:pt x="11" y="14"/>
                  </a:cubicBezTo>
                  <a:cubicBezTo>
                    <a:pt x="12" y="13"/>
                    <a:pt x="11" y="12"/>
                    <a:pt x="13" y="11"/>
                  </a:cubicBezTo>
                  <a:cubicBezTo>
                    <a:pt x="14" y="9"/>
                    <a:pt x="15" y="10"/>
                    <a:pt x="16" y="8"/>
                  </a:cubicBezTo>
                  <a:cubicBezTo>
                    <a:pt x="16" y="6"/>
                    <a:pt x="17" y="6"/>
                    <a:pt x="18" y="5"/>
                  </a:cubicBezTo>
                  <a:cubicBezTo>
                    <a:pt x="19" y="4"/>
                    <a:pt x="19" y="3"/>
                    <a:pt x="17" y="3"/>
                  </a:cubicBezTo>
                  <a:cubicBezTo>
                    <a:pt x="16" y="3"/>
                    <a:pt x="13" y="3"/>
                    <a:pt x="12" y="2"/>
                  </a:cubicBezTo>
                  <a:cubicBezTo>
                    <a:pt x="12" y="1"/>
                    <a:pt x="11" y="1"/>
                    <a:pt x="10" y="1"/>
                  </a:cubicBezTo>
                  <a:cubicBezTo>
                    <a:pt x="10" y="1"/>
                    <a:pt x="8" y="0"/>
                    <a:pt x="7" y="1"/>
                  </a:cubicBezTo>
                  <a:cubicBezTo>
                    <a:pt x="5" y="3"/>
                    <a:pt x="6" y="3"/>
                    <a:pt x="5" y="4"/>
                  </a:cubicBezTo>
                  <a:cubicBezTo>
                    <a:pt x="4" y="6"/>
                    <a:pt x="3" y="5"/>
                    <a:pt x="2" y="6"/>
                  </a:cubicBezTo>
                  <a:cubicBezTo>
                    <a:pt x="1" y="7"/>
                    <a:pt x="0" y="9"/>
                    <a:pt x="2" y="9"/>
                  </a:cubicBezTo>
                  <a:cubicBezTo>
                    <a:pt x="4" y="9"/>
                    <a:pt x="4" y="8"/>
                    <a:pt x="6" y="8"/>
                  </a:cubicBezTo>
                  <a:cubicBezTo>
                    <a:pt x="7" y="8"/>
                    <a:pt x="8" y="9"/>
                    <a:pt x="7" y="11"/>
                  </a:cubicBezTo>
                  <a:cubicBezTo>
                    <a:pt x="7" y="12"/>
                    <a:pt x="6" y="11"/>
                    <a:pt x="8" y="13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6" name="Freeform 542">
              <a:extLst>
                <a:ext uri="{FF2B5EF4-FFF2-40B4-BE49-F238E27FC236}">
                  <a16:creationId xmlns:a16="http://schemas.microsoft.com/office/drawing/2014/main" id="{AB855DC3-3C01-9A4A-05FD-98C54CA91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4648" y="3997894"/>
              <a:ext cx="7052" cy="7052"/>
            </a:xfrm>
            <a:custGeom>
              <a:avLst/>
              <a:gdLst>
                <a:gd name="T0" fmla="*/ 4 w 7"/>
                <a:gd name="T1" fmla="*/ 1 h 6"/>
                <a:gd name="T2" fmla="*/ 2 w 7"/>
                <a:gd name="T3" fmla="*/ 4 h 6"/>
                <a:gd name="T4" fmla="*/ 4 w 7"/>
                <a:gd name="T5" fmla="*/ 4 h 6"/>
                <a:gd name="T6" fmla="*/ 6 w 7"/>
                <a:gd name="T7" fmla="*/ 2 h 6"/>
                <a:gd name="T8" fmla="*/ 4 w 7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6">
                  <a:moveTo>
                    <a:pt x="4" y="1"/>
                  </a:moveTo>
                  <a:cubicBezTo>
                    <a:pt x="2" y="2"/>
                    <a:pt x="0" y="2"/>
                    <a:pt x="2" y="4"/>
                  </a:cubicBezTo>
                  <a:cubicBezTo>
                    <a:pt x="3" y="5"/>
                    <a:pt x="3" y="6"/>
                    <a:pt x="4" y="4"/>
                  </a:cubicBezTo>
                  <a:cubicBezTo>
                    <a:pt x="5" y="3"/>
                    <a:pt x="7" y="3"/>
                    <a:pt x="6" y="2"/>
                  </a:cubicBezTo>
                  <a:cubicBezTo>
                    <a:pt x="6" y="1"/>
                    <a:pt x="6" y="0"/>
                    <a:pt x="4" y="1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497" name="Freeform 543">
              <a:extLst>
                <a:ext uri="{FF2B5EF4-FFF2-40B4-BE49-F238E27FC236}">
                  <a16:creationId xmlns:a16="http://schemas.microsoft.com/office/drawing/2014/main" id="{CF3FE4C2-53F9-3735-FEB4-4D515E544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162" y="1110832"/>
              <a:ext cx="21156" cy="11283"/>
            </a:xfrm>
            <a:custGeom>
              <a:avLst/>
              <a:gdLst>
                <a:gd name="T0" fmla="*/ 4 w 19"/>
                <a:gd name="T1" fmla="*/ 10 h 11"/>
                <a:gd name="T2" fmla="*/ 9 w 19"/>
                <a:gd name="T3" fmla="*/ 7 h 11"/>
                <a:gd name="T4" fmla="*/ 18 w 19"/>
                <a:gd name="T5" fmla="*/ 2 h 11"/>
                <a:gd name="T6" fmla="*/ 8 w 19"/>
                <a:gd name="T7" fmla="*/ 5 h 11"/>
                <a:gd name="T8" fmla="*/ 1 w 19"/>
                <a:gd name="T9" fmla="*/ 8 h 11"/>
                <a:gd name="T10" fmla="*/ 4 w 19"/>
                <a:gd name="T11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1">
                  <a:moveTo>
                    <a:pt x="4" y="10"/>
                  </a:moveTo>
                  <a:cubicBezTo>
                    <a:pt x="7" y="9"/>
                    <a:pt x="5" y="8"/>
                    <a:pt x="9" y="7"/>
                  </a:cubicBezTo>
                  <a:cubicBezTo>
                    <a:pt x="14" y="5"/>
                    <a:pt x="16" y="4"/>
                    <a:pt x="18" y="2"/>
                  </a:cubicBezTo>
                  <a:cubicBezTo>
                    <a:pt x="19" y="0"/>
                    <a:pt x="12" y="3"/>
                    <a:pt x="8" y="5"/>
                  </a:cubicBezTo>
                  <a:cubicBezTo>
                    <a:pt x="5" y="6"/>
                    <a:pt x="3" y="7"/>
                    <a:pt x="1" y="8"/>
                  </a:cubicBezTo>
                  <a:cubicBezTo>
                    <a:pt x="0" y="10"/>
                    <a:pt x="1" y="11"/>
                    <a:pt x="4" y="10"/>
                  </a:cubicBezTo>
                  <a:close/>
                </a:path>
              </a:pathLst>
            </a:custGeom>
            <a:grpFill/>
            <a:ln w="317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7922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B9335C-B82B-4EC5-23CD-057D81BD00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6C46B1-0F40-E6F1-A155-82AC480B63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E037ADB-6E08-A950-4766-B65923FB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24B258-C1CC-E900-1E69-C85669AD13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6F02E1-92CA-CADA-9F10-5DEA5F37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Bmatix 2026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35374195"/>
      </p:ext>
    </p:extLst>
  </p:cSld>
  <p:clrMapOvr>
    <a:masterClrMapping/>
  </p:clrMapOvr>
</p:sld>
</file>

<file path=ppt/theme/theme1.xml><?xml version="1.0" encoding="utf-8"?>
<a:theme xmlns:a="http://schemas.openxmlformats.org/drawingml/2006/main" name="bmatix full ">
  <a:themeElements>
    <a:clrScheme name="BMATIX 2025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151F6D"/>
      </a:accent1>
      <a:accent2>
        <a:srgbClr val="FF6900"/>
      </a:accent2>
      <a:accent3>
        <a:srgbClr val="00A6FB"/>
      </a:accent3>
      <a:accent4>
        <a:srgbClr val="83DD63"/>
      </a:accent4>
      <a:accent5>
        <a:srgbClr val="5E669F"/>
      </a:accent5>
      <a:accent6>
        <a:srgbClr val="D65800"/>
      </a:accent6>
      <a:hlink>
        <a:srgbClr val="151F6D"/>
      </a:hlink>
      <a:folHlink>
        <a:srgbClr val="FF6900"/>
      </a:folHlink>
    </a:clrScheme>
    <a:fontScheme name="Bmatix 2025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2"/>
          </a:solidFill>
        </a:ln>
      </a:spPr>
      <a:bodyPr lIns="0" rIns="0" bIns="46800" rtlCol="0" anchor="ctr" anchorCtr="0"/>
      <a:lstStyle>
        <a:defPPr algn="ctr">
          <a:defRPr b="1" noProof="0" dirty="0" smtClean="0">
            <a:solidFill>
              <a:schemeClr val="bg1"/>
            </a:solidFill>
            <a:latin typeface="+mj-lt"/>
            <a:ea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matix w/o elements ">
  <a:themeElements>
    <a:clrScheme name="BMATIX 2025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151F6D"/>
      </a:accent1>
      <a:accent2>
        <a:srgbClr val="FF6900"/>
      </a:accent2>
      <a:accent3>
        <a:srgbClr val="00A6FB"/>
      </a:accent3>
      <a:accent4>
        <a:srgbClr val="83DD63"/>
      </a:accent4>
      <a:accent5>
        <a:srgbClr val="5E669F"/>
      </a:accent5>
      <a:accent6>
        <a:srgbClr val="D65800"/>
      </a:accent6>
      <a:hlink>
        <a:srgbClr val="151F6D"/>
      </a:hlink>
      <a:folHlink>
        <a:srgbClr val="FF6900"/>
      </a:folHlink>
    </a:clrScheme>
    <a:fontScheme name="Bmatix 2025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DDEFC3-3FDE-4B18-8470-3B7442938D3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980a120-ec11-478b-b8fe-3f61b4b56e9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79809EE32F314CB777B94C18D91781" ma:contentTypeVersion="22" ma:contentTypeDescription="Een nieuw document maken." ma:contentTypeScope="" ma:versionID="82ea4bba49efd35faaf4f0361d665bde">
  <xsd:schema xmlns:xsd="http://www.w3.org/2001/XMLSchema" xmlns:xs="http://www.w3.org/2001/XMLSchema" xmlns:p="http://schemas.microsoft.com/office/2006/metadata/properties" xmlns:ns1="http://schemas.microsoft.com/sharepoint/v3" xmlns:ns2="43e8528a-d4b2-45d1-855d-6c4abcba5ad9" xmlns:ns3="fcdeeaaf-0eeb-4d00-93be-02a4e189a914" targetNamespace="http://schemas.microsoft.com/office/2006/metadata/properties" ma:root="true" ma:fieldsID="3324ccbe3e546f50ff5e8c1cacf90776" ns1:_="" ns2:_="" ns3:_="">
    <xsd:import namespace="http://schemas.microsoft.com/sharepoint/v3"/>
    <xsd:import namespace="43e8528a-d4b2-45d1-855d-6c4abcba5ad9"/>
    <xsd:import namespace="fcdeeaaf-0eeb-4d00-93be-02a4e189a9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EventHashCode" minOccurs="0"/>
                <xsd:element ref="ns2:MediaServiceGenerationTim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e8528a-d4b2-45d1-855d-6c4abcba5a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Afbeeldingtags" ma:readOnly="false" ma:fieldId="{5cf76f15-5ced-4ddc-b409-7134ff3c332f}" ma:taxonomyMulti="true" ma:sspId="ab564ec7-575b-499e-8c0d-2001a2bf5f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Comments" ma:index="26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deeaaf-0eeb-4d00-93be-02a4e189a91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68358326-0bd7-4ab7-8c1b-9983de9a4053}" ma:internalName="TaxCatchAll" ma:showField="CatchAllData" ma:web="fcdeeaaf-0eeb-4d00-93be-02a4e189a9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43e8528a-d4b2-45d1-855d-6c4abcba5ad9">
      <Terms xmlns="http://schemas.microsoft.com/office/infopath/2007/PartnerControls"/>
    </lcf76f155ced4ddcb4097134ff3c332f>
    <Comments xmlns="43e8528a-d4b2-45d1-855d-6c4abcba5ad9" xsi:nil="true"/>
    <_ip_UnifiedCompliancePolicyProperties xmlns="http://schemas.microsoft.com/sharepoint/v3" xsi:nil="true"/>
    <TaxCatchAll xmlns="fcdeeaaf-0eeb-4d00-93be-02a4e189a914" xsi:nil="true"/>
  </documentManagement>
</p:properties>
</file>

<file path=customXml/itemProps1.xml><?xml version="1.0" encoding="utf-8"?>
<ds:datastoreItem xmlns:ds="http://schemas.openxmlformats.org/officeDocument/2006/customXml" ds:itemID="{83BF7DCF-9D58-49D2-80BC-8347F967D0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F8E0AF-EB5E-49EF-A9ED-BC026374805C}">
  <ds:schemaRefs>
    <ds:schemaRef ds:uri="43e8528a-d4b2-45d1-855d-6c4abcba5ad9"/>
    <ds:schemaRef ds:uri="fcdeeaaf-0eeb-4d00-93be-02a4e189a9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7308CE5-7C20-416F-888E-101C91CE85ED}">
  <ds:schemaRefs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purl.org/dc/dcmitype/"/>
    <ds:schemaRef ds:uri="http://purl.org/dc/terms/"/>
    <ds:schemaRef ds:uri="fcdeeaaf-0eeb-4d00-93be-02a4e189a914"/>
    <ds:schemaRef ds:uri="http://schemas.microsoft.com/office/2006/documentManagement/types"/>
    <ds:schemaRef ds:uri="43e8528a-d4b2-45d1-855d-6c4abcba5ad9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330</Words>
  <Application>Microsoft Office PowerPoint</Application>
  <PresentationFormat>Widescreen</PresentationFormat>
  <Paragraphs>214</Paragraphs>
  <Slides>19</Slides>
  <Notes>0</Notes>
  <HiddenSlides>13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Courier New</vt:lpstr>
      <vt:lpstr>bmatix full </vt:lpstr>
      <vt:lpstr>bmatix w/o elements </vt:lpstr>
      <vt:lpstr>Title</vt:lpstr>
      <vt:lpstr>Table of contents</vt:lpstr>
      <vt:lpstr>Title centered</vt:lpstr>
      <vt:lpstr>Title centered</vt:lpstr>
      <vt:lpstr>Title centered</vt:lpstr>
      <vt:lpstr>Questions?</vt:lpstr>
      <vt:lpstr>Title centered</vt:lpstr>
      <vt:lpstr>Title centered</vt:lpstr>
      <vt:lpstr>Shapes</vt:lpstr>
      <vt:lpstr>Timeline</vt:lpstr>
      <vt:lpstr>Project planning</vt:lpstr>
      <vt:lpstr>Visual wheel</vt:lpstr>
      <vt:lpstr>Visual wheel</vt:lpstr>
      <vt:lpstr>This is a quote slide with an image. All elements can be adjusted according to the length of the quote.  - John Doe </vt:lpstr>
      <vt:lpstr>Table example</vt:lpstr>
      <vt:lpstr>Default chart</vt:lpstr>
      <vt:lpstr>Accentuated chart</vt:lpstr>
      <vt:lpstr>Editable world map</vt:lpstr>
      <vt:lpstr>PowerPoint Presentation</vt:lpstr>
    </vt:vector>
  </TitlesOfParts>
  <Manager/>
  <Company>Bmatix PPT Template 2026</Company>
  <LinksUpToDate>false</LinksUpToDate>
  <SharedDoc>false</SharedDoc>
  <HyperlinkBase>Bmatix PPT Template 2026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Bmatix PPT Template 2026</dc:title>
  <dc:subject/>
  <dc:creator/>
  <cp:keywords>Bmatix PPT Template 2026</cp:keywords>
  <dc:description>Bmatix PPT Template 2026</dc:description>
  <cp:lastModifiedBy>Xander Van Oostende | Bmatix BE</cp:lastModifiedBy>
  <cp:revision>6</cp:revision>
  <dcterms:created xsi:type="dcterms:W3CDTF">2025-10-29T12:53:05Z</dcterms:created>
  <dcterms:modified xsi:type="dcterms:W3CDTF">2026-05-26T11:43:26Z</dcterms:modified>
  <cp:category>Bmatix PPT Template 2026</cp:category>
  <cp:contentStatus>Bmatix PPT Template 2026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0x0101003779809EE32F314CB777B94C18D91781</vt:lpwstr>
  </property>
  <property fmtid="{D5CDD505-2E9C-101B-9397-08002B2CF9AE}" pid="3" name="MediaServiceImageTags">
    <vt:lpwstr/>
  </property>
</Properties>
</file>